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4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1 567 11993,'10'-33'1608,"20"0"-336,10 6-224,14 5-259,10-2-141,23 0-168,20-9-96,23 0-124,28-3 16,16-4-208,24 1-144,13 0-396,10-3-780,13-9-717,11 2-2387,3 7-3361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4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31 718 8521,'-30'-3'1308,"36"18"-344,4 3-196,17-18-24,20-6-16,13-9-40,31-6 108,33-12-280,27-9-108,33-9-92,23-7-64,38-8-60,36-6-292,31-16-760,16-2-876,24-4-2176,16-17-2697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6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1023 200 10437,'-26'-19'565,"-13"-9"2048,-53-28 0,61 40-1389,10 4-702,-1 0-1,0 2 0,0 0 0,-1 2 1,-1 0-1,0 2 0,-26-4 1,26 7-392,0 2 0,1 1 0,-1 0 0,0 2 1,1 1-1,-1 0 0,1 2 0,0 1 0,0 1 1,1 0-1,0 2 0,0 1 0,1 1 0,0 0 0,1 2 1,0 0-1,1 1 0,1 1 0,0 1 0,1 0 1,1 1-1,-16 23 0,15-15-83,2 0 0,0 2 0,2 0 0,1 0 1,1 1-1,2 0 0,0 1 0,2 0 0,2 1 0,0-1 0,0 43 1,4-51-49,2-1 1,1 1 0,1-1-1,0 0 1,1 0 0,2-1-1,12 33 1,-12-37-41,1-2-1,1 1 1,0-1 0,1-1 0,0 1-1,1-1 1,0-1 0,1 0 0,1 0 0,24 17-1,-26-22 17,0 0-1,0 0 0,1-1 1,0 0-1,0-1 0,0 0 1,1-1-1,-1 0 0,1-1 1,0 0-1,18 0 0,-13-2 1,1-2-1,-1 1 1,0-2-1,-1 0 0,1-2 1,0 1-1,21-11 1,-7 1 4,0-2 1,-2-2-1,1-1 1,-2-1-1,-1-1 1,0-1-1,34-39 1,-11 3 11,-2-2 0,-3-3 0,63-116 0,-85 139 136,56-72-1,-78 110-122,1 1 1,-1-1-1,1 1 0,0 0 0,0 0 1,0 0-1,-1 0 0,1 0 1,0 0-1,0 0 0,0 0 1,1 1-1,-1-1 0,0 1 1,0-1-1,0 1 0,0 0 1,0 0-1,1 0 0,-1 0 1,0 1-1,0-1 0,0 0 0,0 1 1,0-1-1,0 1 0,0 0 1,0 0-1,0 0 0,0 0 1,2 1-1,6 4 33,0 0 0,0 1 0,-1 0 0,15 14 0,11 16 113,-1 1 1,47 71-1,47 98 117,-110-177-229,48 87 67,-6 4-1,-5 2 0,-6 3 0,-5 1 0,51 245 1,-80-289-40,7 152 1,-21-195-63,-2-1 1,-2 1-1,-1 0 0,-2-1 1,-2 0-1,-12 38 0,11-55 11,0 0-1,-1-1 1,-1 0-1,-1 0 1,-1-2-1,0 1 0,-2-2 1,-31 33-1,20-28-8,0-1 0,-2-1-1,0-2 1,-1-1 0,-46 21 0,17-13-22,-2-3 1,-70 18 0,-118 14-92,143-37-188,-1-4 0,-1-5-1,-109-5 1,198-5 26,0 0 0,0-1 0,0-1-1,1 0 1,-1-2 0,-20-7-1,33 10-50,-1-1-1,1 1 0,0-1 0,0-1 0,0 1 0,1-1 0,-1 0 0,1 0 0,-6-7 0,7 7-208,0 0 0,1 0 1,0-1-1,0 1 1,0 0-1,0-1 0,1 0 1,-1 1-1,1-1 0,0 0 1,1 1-1,-1-1 0,1-6 1,7-42-8895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7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37 810 11205,'0'-1'151,"-1"1"-1,1-1 1,-1 0 0,1 1 0,-1-1-1,1 1 1,-1-1 0,1 1-1,-1 0 1,0-1 0,1 1 0,-1 0-1,0-1 1,1 1 0,-1 0 0,0 0-1,0 0 1,1-1 0,-1 1-1,0 0 1,0 0 0,1 0 0,-1 0-1,0 0 1,0 0 0,1 1-1,-1-1 1,0 0 0,1 0 0,-1 0-1,0 1 1,0-1 0,1 0-1,-1 1 1,1-1 0,-1 1 0,0-1-1,0 1 1,-7 4 324,5-4 541,5 10-634,-1 0 0,2 0 0,-1 0 0,2 0 0,-1-1 0,8 15 0,-6-14-197,8 19 150,24 42 1,-8-20-138,5 7-24,53 103 200,-51-83-287,-4 1 0,-4 2 1,22 101-1,-46-168-78,1 0 0,14 27 0,-12-27 34,-1 0 1,9 26-1,3-62-96,-4-1 68,-1 0 0,-1-1 0,0 0 0,-2-1 1,11-38-1,-1 5-51,12-33 2,40-94-6,-62 164 29,1 0-1,0 1 1,1 1-1,1 0 1,1 1-1,29-29 0,-36 41 10,-1 0 0,1 1-1,-1-1 1,1 2 0,0-1-1,1 1 1,-1 0 0,1 0-1,-1 1 1,1 0 0,0 0-1,0 1 1,0 0 0,0 0-1,0 1 1,0 0-1,0 1 1,-1 0 0,16 3-1,9 4 6,0 1-1,0 2 1,44 22-1,-27-11 3,4 1-11,-19-8-59,65 21 0,-84-32 33,-12-3 14,0 0 0,0 0 1,0 0-1,0 0 0,0 0 0,0-1 0,0 0 0,1 1 1,-1-1-1,0-1 0,0 1 0,0 0 0,1-1 1,-1 1-1,0-1 0,0 0 0,0 0 0,0 0 1,4-3-1,4-3-29,-1 0 1,0 0 0,0-1-1,0 0 1,-1-1 0,0 0 0,-1-1-1,0 1 1,-1-2 0,0 1-1,0-1 1,-1 0 0,-1 0-1,9-23 1,0-12-12,-2 0 0,10-79 1,-20 109 31,32-434 175,-24 237 309,-8 165-325,-2 22-26,2 0 1,0 0 0,2 0-1,10-36 1,-14 61-71,0 0 1,1 0-1,-1 0 1,1 0-1,-1 0 1,1 0-1,-1 0 0,1 0 1,-1 0-1,1 0 1,0 0-1,0 0 1,0 0-1,-1 0 1,3-1-1,-2 2-14,-1 0-1,0 0 0,1 0 1,-1 0-1,1 0 1,-1 0-1,1 0 1,-1 0-1,1 0 1,-1 0-1,0 0 1,1 0-1,-1 0 1,1 1-1,-1-1 1,1 0-1,-1 0 0,0 0 1,1 1-1,-1-1 1,0 0-1,1 0 1,-1 1-1,0-1 1,1 0-1,-1 1 1,1 0-1,2 3 133,0 1 1,-1 0-1,1 0 0,-1 0 0,3 8 0,155 384 3376,-92-196-2184,72 361-1,-84-279-827,65 364-684,-74-431-1666,-34-173 322,2 0 1,36 74-1,-46-109 955,15 24-1939,-20-32 2162,1 1 0,0 0 0,0 0-1,0 0 1,0-1 0,0 1 0,0-1 0,1 1 0,-1 0 0,0-1 0,0 0 0,0 1-1,0-1 1,1 0 0,-1 0 0,0 1 0,0-1 0,0 0 0,1 0 0,-1 0 0,0-1-1,0 1 1,1 0 0,-1 0 0,0-1 0,2 0 0,25-12-10109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7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10941,'0'-2'141,"0"1"0,0-1 0,1 0 0,-1 0 0,1 1 0,0-1 0,-1 1 0,1-1 0,0 0 0,0 1 0,0-1 0,0 1 0,0 0 0,0-1 0,0 1 0,1 0 0,-1 0 0,0-1 0,1 1 0,-1 0 0,1 1 0,1-2 0,1 0 74,0 1 1,-1 0 0,1 0-1,0 0 1,0 1 0,0 0-1,0-1 1,0 1 0,7 1-1,8 2 243,0 1 0,-1 0 0,24 9 1,-32-9-394,46 14 550,76 39 0,-107-44-506,1 1-1,-2 1 1,0 2 0,41 36-1,-55-43-84,-1 0 0,0 1 0,-1 0 0,0 0 0,-1 1 1,0 0-1,-1 0 0,0 0 0,-1 1 0,5 19 0,-7-22-10,-1 0-1,0 0 1,-1 1 0,0-1 0,-1 0-1,0 0 1,-1 1 0,0-1 0,0 0 0,-1 0-1,-1 0 1,1 0 0,-2 0 0,-6 15 0,-5 0 10,0 0 0,-2-1 1,-1 0-1,-1-1 0,-35 32 1,-122 93-245,104-92-362,32-25-2405,37-30 283,5-5-1697,7-16-2350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7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1 865 9909,'-1'-18'2424,"7"28"1684,2 17-771,-3-9-4245,4 12 1116,0-1-1,2 0 0,1-1 0,2 0 0,20 31 0,97 125 248,-101-150-528,1-2 0,2 0 0,1-2 1,53 34-1,-83-61 53,0-1 1,0 0-1,0 0 0,0 0 1,1 0-1,-1-1 1,0 0-1,1 0 0,-1 0 1,1 0-1,0-1 0,-1 0 1,1 0-1,-1 0 1,1 0-1,-1-1 0,1 0 1,-1 0-1,1 0 0,-1 0 1,1-1-1,-1 0 1,5-2-1,-2 0 5,-1 1 1,0-1-1,1 0 0,-2-1 1,1 1-1,0-1 0,-1 0 1,0-1-1,0 1 0,-1-1 1,1 0-1,-1 0 0,5-11 1,0-7 173,9-41 1,-12 42 274,0 1 0,13-30 0,-18 50-410,0 1 0,-1-1-1,1 1 1,0 0 0,0-1-1,0 1 1,0 0 0,0-1-1,0 1 1,1 0 0,-1 0-1,0 0 1,1 0 0,-1 0 0,0 0-1,1 0 1,-1 1 0,1-1-1,-1 0 1,1 1 0,0-1-1,-1 1 1,1 0 0,0 0-1,-1-1 1,1 1 0,0 0-1,-1 0 1,1 0 0,0 1-1,-1-1 1,1 0 0,-1 1 0,1-1-1,0 1 1,-1-1 0,1 1-1,-1 0 1,1 0 0,-1 0-1,2 1 1,7 4 36,0 1 1,-1 0-1,0 0 1,12 13-1,-18-17-56,76 81 216,30 27-16,-94-97-225,1-1 0,1-1 0,0-1 0,0 0 0,30 12 0,-42-21-14,0-1 0,1 0 0,-1 0-1,1-1 1,0 1 0,-1-1 0,1 0 0,-1-1-1,1 0 1,-1 1 0,1-2 0,-1 1 0,1 0 0,-1-1-1,0 0 1,0-1 0,0 1 0,0-1 0,0 0 0,-1 0-1,1 0 1,-1-1 0,0 0 0,4-4 0,2-4-19,0 0 1,-1-1-1,-1 0 1,0-1-1,-1 0 1,-1 0-1,0-1 1,8-29 0,19-131-103,-27 132 129,2-24 94,-3 1 0,-4-1-1,-9-99 1,-44-195 944,36 279 394,-4 0 0,-43-113-1,45 161-417,10 27-440,7 21-105,15 60-183,2 0 0,35 91 1,-32-104-610,75 211-4226,-60-179 968,-2-10-3145,-2 1-4427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8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47 296 16390,'-46'-16'3000,"52"-2"-644,4 3-464,10-6-380,17-9-340,0 15-300,23-6-511,21-3-902,23 0-387,9 3-676,5-4-920,2 1 244,21 6-3573,0-6-4988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6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835 261 13133,'0'-6'608,"-1"1"0,0-1 0,0 0 0,-1 1 0,0-1 1,0 1-1,0 0 0,0-1 0,-1 1 0,0 0 0,0 0 0,0 1 0,-1-1 0,1 1 0,-1-1 0,0 1 0,-1 1 0,-8-8 0,11 10 870,-1 3-157,-4 5-892,0 1 1,1 0-1,0 0 1,0 0 0,0 1-1,1 0 1,-6 14-1,-23 76 1060,31-90-1365,-45 165-47,8 1 1,-25 248 0,56-335-78,5 1 0,3-1 0,4 1 0,4-1 0,25 123 0,-18-152 0,2-1 0,3 0 0,2-2 0,3 0 0,2-1 0,2-2 0,3-1 0,67 87 0,-64-100 0,2-1 0,1-2 0,1-2 0,2-1 0,2-2 0,0-2 0,2-1 0,2-3 0,0-2 0,53 19 0,-63-29 0,0-1 0,1-2 0,-1-2 0,2-1 0,-1-2 0,1-2 0,0-1 0,0-2 0,-1-2 0,1-1 0,0-2 0,-1-1 0,0-2 0,53-19 0,-58 13 0,-2 0 0,1-2 0,-2-2 0,0 0 0,-1-2 0,-1-1 0,37-38 0,-34 28 0,-2-1 0,-1-2 0,-2 0 0,-1-2 0,30-63 0,-41 71 0,-1 0 0,-2-1 0,11-50 0,-5 10 0,-3 0 0,-4-1 0,-2 0 0,-5-129 0,-8 135 0,-3 0 0,-3 1 0,-2 0 0,-3 1 0,-3 1 0,-2 1 0,-61-113 0,44 106 0,-4 1 0,-2 3 0,-3 2 0,-2 2 0,-3 2 0,-79-65 0,48 53 4,-4 3 0,-2 4 1,-185-93-1,202 122-34,-1 2 0,-2 4 1,0 3-1,-2 3 1,0 4-1,-82-8 0,117 22-461,0 1 0,1 2 0,-1 2 0,0 2 0,1 2 0,-69 18 0,82-15-626,0 2 1,0 1-1,-50 28 0,56-25-678,0 0-1,2 2 1,0 0 0,-34 37-1,-32 57-10915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7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447 350 11677,'-63'8'755,"21"-2"241,1-2 1,-58-3 0,-77-23 6104,153 20-5584,23 2-1480,0-1 0,-1 1 1,1 0-1,0 0 0,0 0 1,0 0-1,0-1 0,0 1 1,0 0-1,-1 0 0,1 0 1,0-1-1,0 1 0,0 0 1,0 0-1,0 0 0,0-1 1,0 1-1,0 0 0,0 0 1,0-1-1,0 1 0,0 0 1,0 0-1,0 0 0,0-1 1,0 1-1,0 0 0,0 0 1,0-1-1,1 1 0,-1 0 1,0 0-1,0 0 0,0 0 1,0-1-1,0 1 0,0 0 1,1 0-1,-1 0 0,0 0 1,0-1-1,0 1 0,0 0 1,1 0-1,-1 0 0,0 0 1,1 0-1,10-12 320,1 5-217,0 1-1,0 1 1,0-1 0,1 2 0,0 0 0,0 0 0,0 1-1,25-2 1,-15 1-27,804-95-1131,-441 60-1078,242-27-2828,-208 27-1682,-43 7-3363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8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82 10037,'-5'-4'718,"-6"-4"21,4 5 3171,13-15-1155,-4 15-2603,0 0 0,0 0-1,0 1 1,0-1 0,0 0 0,0 1-1,1 0 1,-1-1 0,1 1 0,0 0-1,-1 0 1,1 0 0,0 1 0,0-1 0,0 1-1,0 0 1,1 0 0,5-2 0,0 1-3,0 0 0,0 1 1,-1 0-1,1 0 0,0 1 1,15 1-1,19 6 96,0 2 1,-1 2-1,0 1 1,0 3-1,39 19 1,198 115 278,-217-113-427,111 65 107,-5 9 1,266 225-1,-374-280-171,-2 2 0,63 83 0,-95-106-24,-1 1 0,-3 1 1,0 2-1,-3 0 0,-1 0 0,14 46 0,-26-64-25,0 0 0,-2 0 0,0 1 0,-2-1 0,0 1 0,-1 0 0,-1 0 0,-1 0 0,-1-1 0,-1 1 0,-1-1 0,0 1 0,-2-1 0,0 0 0,-2-1 0,0 0 0,0 0 0,-2 0 0,-15 21 0,-1-5-71,-1-2 0,-2-1 1,-1-1-1,-66 53 0,24-31-261,-113 62-1,40-38-824,-3-8-1,-215 71 0,-329 52-7847,384-123 1040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724 0 5424,'-2'4'1189,"-51"102"1512,-132 240 830,29 14-2023,134-307-1281,-241 667 1282,252-682-1334,1 0 0,2 0 0,2 1 1,2 0-1,0 64 0,5-89-99,1-1 0,0 1 0,1-1 1,0 1-1,1-1 0,1 0 0,0 0 1,8 16-1,-7-20-34,0 0-1,1 0 1,-1-1 0,2 0-1,-1 0 1,1 0 0,0-1 0,1 0-1,0-1 1,0 0 0,17 9-1,5-2 23,1 0 0,0-3-1,1 0 1,0-3 0,0 0-1,65 3 1,214-11 101,-276 0-160,678-59-1446,0-41-5805,-396 49-25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4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9 14325,'-31'-7'2246,"25"5"7475,-3 76-5390,20 81-2300,0-51-1918,2 73-113,17 368 0,-29-51 0,2-144 0,-2 251 0,2-277 0,36 551 0,-35-807 0,0 4 0,22 119 0,-25-185-1310,3 4 4004,-3-6-7865,0-24-20825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43 931 13509,'-4'-2'155,"0"1"121,1-1 0,-1 1-1,1-1 1,0 0 0,0 0-1,0 0 1,0-1 0,0 1-1,-4-5 1,6 5-186,1 1 0,0-1 1,-1 1-1,1-1 0,0 1 0,-1-1 0,1 0 0,0 1 1,0-1-1,1 1 0,-1-1 0,0 0 0,0 1 0,1-1 1,-1 1-1,1-1 0,-1 1 0,1-1 0,0 1 0,-1-1 1,1 1-1,0 0 0,0-1 0,0 1 0,0 0 0,0 0 1,2-2-1,7-8 293,1 0 0,0 1 0,0 0 1,1 1-1,0 1 0,1-1 0,0 2 1,0 0-1,17-7 0,144-45 1681,-152 53-1903,582-137 2048,15 36-1359,-510 90-701,2144-296 201,-764 193-6244,-1406 119 4224,1 4 0,0 4 0,106 22 0,-182-27 1230,-1-1 0,1 1 1,0 0-1,-1 1 1,1 0-1,-1 0 0,0 1 1,0-1-1,0 2 0,0-1 1,8 8-1,-9-5-848,-1-1 0,-1 1 1,1-1-1,-1 1 0,6 15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4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543 0 8353,'-163'212'1683,"57"-74"645,-113 166 4132,215-297-6328,-6 8 169,1 1-1,1 0 1,-10 25 0,17-36-237,0-1 0,0 0 0,0 1 0,0-1 1,1 1-1,-1-1 0,1 1 0,1 6 0,-1-9-33,1 1-1,0-1 1,-1 0-1,1 0 1,0 0-1,0 0 1,0 0-1,0 0 1,0 0-1,0 0 1,1-1-1,-1 1 1,1 0-1,-1-1 1,1 1-1,0-1 1,-1 1-1,3 0 1,1 0 6,-1 1 0,1-1 1,-1-1-1,1 1 0,0-1 0,-1 0 0,1 0 0,0 0 1,0-1-1,6 1 0,56-7 190,38-12-162,114-35 0,-107 24-327,888-236-6848,-716 184 2494,0 0-2494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5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13165,'1'-17'843,"-1"14"-479,1-1 0,-1 0 0,1 1 0,-1-1 0,1 0 0,0 1 0,1-1 0,-1 1 0,3-6 0,-3 8-158,0 1 0,0-1-1,-1 1 1,1-1 0,0 1-1,0-1 1,0 1 0,0 0-1,0-1 1,0 1-1,0 0 1,0 0 0,0 0-1,0 0 1,0 0 0,0 0-1,2 0 1,-1 0 348,3 0-226,0-1 0,0 1 0,0 1 0,0-1 0,0 1 0,0 0 0,0 0 0,-1 0 0,1 1 0,0-1 0,-1 1 0,1 0 0,-1 1 0,0-1 0,1 1 0,-1 0 0,0 0 0,-1 0 0,7 7 0,4 5 352,0 2 0,-1 0 0,14 23 0,-20-29-349,26 45-59,-3 1 1,-2 2-1,-3 1 0,31 107 1,37 262-383,-15 155 110,-37 6 0,-19-345-1026,3-123-3335,-16-92-891,22 54 0,0-22-8640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5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205 276 13741,'-24'-47'959,"10"22"235,2-1-1,0 0 0,-9-34 1,20 57-1075,0 1 0,0-1 0,1 0 0,-1 1 0,1-1 0,-1 1 0,1-1 0,0 0 0,0 1 0,0-1 0,0 0 0,1 1 0,-1-1 0,1 1 0,-1-1 0,1 1 0,0-1 0,0 1 0,0-1 0,1 1 0,-1 0 0,0-1 0,1 1 0,0 0 0,-1 0 0,1 0 0,0 0 0,0 1 0,0-1 0,0 0 0,0 1 0,0-1 0,5-1 0,0 0 20,1 1 0,0 0 1,-1 1-1,1-1 1,0 1-1,0 1 0,0 0 1,0 0-1,-1 0 1,14 3-1,13 4 84,0 1 0,0 2 0,-1 2 1,0 0-1,53 30 0,-31-10-90,-2 3 0,63 51 1,-73-51-58,-3 2 1,-1 2-1,-2 1 0,-1 2 1,-3 2-1,46 77 0,-63-92-46,-2 1-1,0 1 1,-3 0-1,0 1 0,5 34 1,-11-41-19,-2 0-1,-1 0 1,0 0 0,-2 1 0,-1-1 0,-1 0 0,-8 34 0,-1-18-42,-1 0 1,-3-1-1,-1-1 1,-2 0-1,-1-1 0,-2-1 1,-37 49-1,3-16-360,-2-3-1,-102 93 1,-190 122-2526,225-198-550,-1-8-3308,47-31-3253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7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180 591 10553,'-6'0'135,"-111"-5"3230,104 7-2108,-17 0 2022,30-1-3214,-1-1 1,1 0 0,0 0 0,-1 0-1,1 0 1,-1 0 0,1 0-1,-1 0 1,1 0 0,0 0 0,-1 0-1,1 0 1,-1 0 0,1 0-1,-1 0 1,1-1 0,0 1 0,-1 0-1,1 0 1,0 0 0,-1-1 0,1 1-1,-1 0 1,1 0 0,0-1-1,-1 1 1,1 0 0,0-1 0,0 1-1,-1 0 1,1-1 0,0 1-1,0 0 1,0-1 0,-1 1 0,1-1-1,0 1 1,0 0 0,0-1-1,0 1 1,0-1 0,0 0 0,16-9 1037,90-28 100,214-49 1,-191 56-1169,489-111-2164,-134 32-2010,-140 30-1865,25-3-3700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39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1 8397,'-17'3'589,"-1"0"260,2-3 5492,18 4-5191,3 7-917,1 0 1,0 0-1,0 0 1,1-1-1,0 0 1,1-1-1,0 0 1,1 0-1,0 0 1,0-1-1,16 10 1,16 9 152,72 34 0,-94-51-272,369 173 714,64 33-380,-336-154-309,192 139 0,-271-174-119,-2 2-1,-1 2 1,-1 1-1,-1 1 1,33 46-1,-56-65-12,0-1-1,0 1 0,-2 1 1,0-1-1,0 1 0,-1 0 0,-1 1 1,-1-1-1,0 1 0,-1 0 1,0 0-1,-2 1 0,0-1 0,0 0 1,-2 0-1,0 1 0,-1-1 0,-4 18 1,-1-11-2,-1 0 1,-1-1 0,-1 0-1,0-1 1,-2 0 0,-1 0-1,-22 28 1,-4-4-83,-85 79-1,7-26-655,-178 116 0,-151 61-2297,295-185 1763,-247 140-4398,346-200 4348,-161 93-5649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1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765 1 5465,'-1'0'55,"1"0"0,-1 0 0,0 0 0,0 0 0,1 0 0,-1 1 0,0-1 0,1 0 0,-1 1 0,0-1 0,1 0 0,-1 1 0,0-1 0,1 1 0,-1-1 0,1 1 1,-1-1-1,1 1 0,-1 0 0,1-1 0,0 1 0,-1-1 0,1 1 0,0 0 0,-1 1 0,-1 20 832,0 3-411,-4-7-140,-1-2-1,0 1 1,-1-1 0,-1 0 0,-11 15 0,3-5 80,-246 348 3691,27-44-1760,230-320-2290,-101 172 1037,96-161-919,2 2 0,0-1 0,2 1 0,0 0 1,1 1-1,-4 40 0,10-55-118,0-1-1,0 1 1,1 0 0,0 0-1,0 0 1,1-1 0,0 1-1,1-1 1,0 1 0,0-1-1,1 0 1,6 10 0,-2-5 33,1-1 1,0 0-1,1-1 1,1 0-1,13 12 1,-13-14-42,-1-1 1,1-1 0,0 0 0,1-1 0,0 0 0,0 0 0,22 6 0,0-3 46,53 6 1,-68-12-66,72 8 33,2-5 0,164-9 1,188-43-1161,425-100-6352,-764 126 5597,274-51-6387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44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58 772 8149,'-48'25'1127,"39"-20"725,12-5-1025,20-2-331,0-1 1,0-2-1,0 0 1,-1-2-1,0 0 0,37-18 1,30-9-8,1290-360-1204,-868 258-2299,-163 44-708,17 1-1762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0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1340 4728,'-3'-3'87,"1"1"6,0 0 1,0 0-1,0 1 0,0-1 0,0 0 0,0 1 0,-1-1 0,1 1 1,-1 0-1,1-1 0,-1 1 0,1 1 0,-1-1 0,0 0 0,1 1 0,-1-1 1,0 1-1,0 0 0,-4 0 0,3 1 2790,-29 0-766,29 0-1785,1 0 5478,-8 2-5045,-2 2 805,32-2-658,5-5-783,-1-1 0,0-1 0,0-1 0,38-13 0,-3 1 8,991-246 505,152 8-414,-504 111-208,-391 80 42,588-130-79,-7-26 386,-591 116 84,-245 84-392,1 4-590,-51 16 351,1 0-1,-1 0 1,1 0 0,-1 0-1,1 0 1,-1 0 0,1 1 0,-1-1-1,0 0 1,1 1 0,-1-1-1,2 2 1,23 16-9754,-15-3 2028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1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10 679 7165,'-10'-15'7170,"12"12"-6078,13-12-381,0-1-1,1 2 0,0 0 1,1 1-1,1 1 1,22-12-1,8 1-532,1 2-1,1 2 1,99-23 0,160-10-1618,-242 42 1119,168-23-1015,252-39-1499,114-13 224,172-35-1320,-620 96 2295,173-27-2381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1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40 276,'178'-39'-100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1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12 1004,'-24'-12'-344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3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0 446 7881,'0'0'11323,"3"-2"-9788,46-32 2,0 3-1,2 2 0,61-26 1,173-56-1854,-44 19-4090,-77 32-4753,-86 28-857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16097,'8'18'1409,"-15"-22"1921,2-2 196,18 19-1532,6 10-946,0 2 1,-2 0-1,27 52 1,-17-27-351,32 59 120,73 191-1,11 129-933,-32 19 79,-28 5-2894,-47-228-355,-18-108-589,2-1-5113,-13-74-1678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24 101 12985,'-3'-3'247,"1"0"-1,-1 0 1,1 0-1,0 0 1,0 0-1,1 0 0,-1 0 1,0-1-1,1 1 1,0-1-1,-1-3 1,2 5-151,0 1-1,0-1 1,0 0 0,0 1 0,1-1 0,-1 1 0,0-1 0,1 1 0,-1-1-1,1 1 1,0-1 0,0 1 0,-1 0 0,1-1 0,0 1 0,0 0-1,0 0 1,0 0 0,0-1 0,1 1 0,-1 0 0,0 0 0,0 1-1,1-1 1,-1 0 0,1 0 0,-1 1 0,1-1 0,-1 1 0,1-1 0,1 0-1,15-4 132,1 0 0,-1 2 0,1 0-1,-1 1 1,1 0 0,0 2-1,0 0 1,0 1 0,0 1 0,20 5-1,18 6 85,110 39-1,-97-23-194,-2 2 1,-2 4-1,0 2 0,-3 3 0,-1 3 0,-3 3 0,99 97 0,-128-111-89,-1 1 0,-2 1-1,-1 2 1,-2 0 0,-2 2 0,-1 1-1,-2 0 1,-2 1 0,-1 1 0,13 57-1,-20-61 1,-3 1 0,-1 1 0,-1-1 0,-3 1 0,-1-1 0,-1 1 0,-3-1 0,-1 0 0,-2 0-1,-1 0 1,-2-1 0,-16 38 0,1-16-73,-3-1 0,-2-1-1,-3-2 1,-2-2 0,-2-1 0,-3-1 0,-1-3-1,-86 77 1,114-113-531,-1 0-1,0-1 1,-1 0 0,0-1 0,-1-1-1,0-1 1,-1 0 0,1-1-1,-26 7 1,3-5-5030,19-2-3311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4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13313,'15'0'315,"194"6"4240,-175-3-4043,0 2-1,0 1 0,-1 2 0,38 14 0,-27-6-277,-2 3-1,0 1 1,-1 2 0,-1 2-1,-1 2 1,40 35-1,-59-45-187,-1 2 0,-1 1 0,-1 0-1,-1 1 1,0 1 0,-2 0 0,0 1 0,-2 1-1,0 0 1,-1 0 0,-2 1 0,11 42-1,-14-40-28,-1 0-1,-2 0 1,0 1-1,-2 0 1,-1-1-1,-1 1 0,-1 0 1,-2-1-1,-1 1 1,0-1-1,-2-1 1,-1 1-1,-1-1 1,-1 0-1,-2-1 0,0 0 1,-1-1-1,-2-1 1,-28 36-1,15-26 31,-2 0 0,-37 29-1,59-54 0,-1 0 0,-1 0 0,1-1 0,-1 0 0,0-1-1,0 0 1,-1 0 0,0-1 0,0-1 0,0 0 0,0 0 0,0-1-1,-15 1 1,21-3-4,1 0 0,-1 0 0,1-1 0,-1 1 0,1-1 0,0 0 0,-1-1 1,1 1-1,0-1 0,0 0 0,0 0 0,0 0 0,0 0 0,0-1 0,0 0 0,1 1 0,-4-5 0,2 1 10,1 1 0,0-1 1,0 0-1,1 0 0,-1 0 1,1 0-1,1-1 0,-1 1 1,1-1-1,-2-8 0,1-5 17,1 0-1,0-1 0,1 1 0,1 0 1,1-1-1,7-35 0,10-26-915,4 1-1,46-114 0,93-143-6296,-93 223 1931,7 5-2793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20 113 13541,'-6'45'1587,"3"-29"-508,0 0 1,2 0-1,0 0 0,1 0 1,0 1-1,5 22 0,11 22 1504,4-1-1,35 76 0,67 109-420,-114-231-2052,22 42-92,3-3-1,3 0 1,55 64 0,-61-84-19,2 0 0,1-2 0,2-1 0,0-2 0,56 33 0,-82-56-26,0 0 0,0-1 0,0 0 0,0-1 0,0 0 0,1 0 0,0-1 0,-1 0 0,17 1 0,-23-3 0,0 0 0,0 0 0,0-1 0,0 1-1,0-1 1,0 1 0,0-1 0,0 0 0,0 0 0,0-1 0,-1 1-1,1 0 1,0-1 0,-1 0 0,0 1 0,1-1 0,-1 0 0,0 0 0,0-1-1,0 1 1,0 0 0,0-1 0,0 1 0,-1-1 0,1 1 0,-1-1 0,0 0-1,0 0 1,0 0 0,0 1 0,0-1 0,-1 0 0,1 0 0,-1-4 0,2-15-82,-1 0 1,-1 0-1,-1 0 1,-1 0-1,-1 1 1,-1-1-1,-7-22 1,-54-147-256,63 185 353,-32-77-168,-3 2 0,-4 2 0,-3 2 0,-3 1 0,-4 3 0,-3 2 0,-3 2-1,-107-100 1,147 154-363,0 1 1,-2 0-1,1 1 0,-2 1 0,-33-16 0,51 27 344,0 1 0,-1-1 0,1 1 0,0-1 0,-1 1 0,1 0 0,0-1 0,-1 1 0,1 1 0,0-1 0,-1 0 0,1 0 0,0 1 0,0-1 0,-1 1 0,1 0 0,0 0-1,0 0 1,0 0 0,0 0 0,0 0 0,0 1 0,0-1 0,0 1 0,0-1 0,1 1 0,-1-1 0,0 1 0,-2 4 0,-1 1-1121,1 0 0,-1 1 1,1 0-1,-6 16 0,9-22 925,0 1-339,0 0 0,0 0 0,0 1 0,1-1 0,-1 0 0,1 1 0,0-1 0,0 0 0,0 1 0,0-1 0,1 1 0,0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5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34 450 13077,'-28'-21'2104,"23"17"3552,7 72-1301,1-39-3689,1 0 1,2 0-1,11 35 1,1-11-293,3-1 1,1-1-1,3-1 1,3-1-1,1-1 0,37 45 1,-15-30-267,2-2 1,3-3-1,102 81 1,-141-124-195,2-2 1,0 0-1,0-1 1,1-1 0,1-1-1,-1-1 1,28 8-1,-41-15 45,0 0 1,0 0-1,0-1 0,0 0 1,0-1-1,1 1 0,-1-1 1,0-1-1,0 1 1,1-1-1,-1 0 0,0-1 1,0 0-1,0 0 0,0-1 1,-1 1-1,1-2 0,-1 1 1,1-1-1,-1 1 0,0-2 1,0 1-1,-1-1 0,1 0 1,-1 0-1,5-7 0,1-3-36,-1 0-1,-1-1 1,-1 0 0,0 0-1,-1-1 1,-1 0-1,0 0 1,3-20-1,18-148-396,-23 153 405,7-264-497,-12 273 508,5 57 172,1-1-1,2 1 1,1-1-1,1 0 1,19 42 0,-5-22-27,2-2 1,2 0 0,63 85-1,-80-123-68,0 0 1,1-1-1,0 0 0,1-1 0,1 0 0,-1-1 1,2-1-1,-1 0 0,1 0 0,1-2 0,-1 0 1,30 10-1,-35-15-14,0 0 0,-1-1 1,1 0-1,0 0 0,0-1 1,0 0-1,0-1 0,0 0 1,0 0-1,0-1 0,0 0 1,-1 0-1,1-1 0,-1 0 1,1-1-1,-1 0 0,0 0 1,-1-1-1,1 0 0,-1 0 1,0-1-1,0 0 0,7-8 1,5-7 0,-1-1 1,-1-1-1,-1 0 1,-1-2 0,-1 1-1,14-35 1,53-169-52,-40 102 40,-20 65 20,-11 26-33,2 1 1,2 0-1,1 0 1,1 2-1,27-40 1,-40 68 16,0 0 0,0 0 1,1 0-1,0 0 1,0 1-1,0 0 0,0 0 1,0 0-1,0 0 1,1 0-1,5-1 0,-7 2 1,1 1 0,0 1 0,0-1 0,0 0 0,0 1 0,0 0-1,0 0 1,0 0 0,0 0 0,0 1 0,-1 0 0,1 0 0,0 0 0,0 0-1,6 3 1,2 2-3,-1 0 1,0 1-1,0 0 0,-1 1 0,0 1 0,0-1 0,-1 1 0,0 1 0,0 0 0,-1 0 0,0 1 1,-1 0-1,-1 0 0,1 0 0,6 20 0,0 3 5,-1 2 0,-1 0 0,-2 0 0,5 49 0,-11-51-5,-1 0 0,-1 1 0,-2-1 0,-10 61-1,-41 132 90,38-173-69,14-53-18,-1-1 1,1 0-1,0 1 0,0-1 1,-1 0-1,1 1 0,0-1 1,0 0-1,0 1 1,0-1-1,0 1 0,0-1 1,0 1-1,0-1 0,0 0 1,0 1-1,0-1 0,0 1 1,0-1-1,0 0 0,0 1 1,0-1-1,0 1 0,0-1 1,0 0-1,1 1 1,-1-1-1,0 0 0,0 1 1,0-1-1,1 0 0,-1 1 1,0-1-1,1 0 0,-1 1 1,0-1-1,0 0 0,1 0 1,-1 1-1,1-1 1,-1 0-1,0 0 0,1 0 1,0 1-1,21-11-146,28-28-273,-12 1-62,-1-1 0,-3-2 1,57-84-1,-41 42-74,50-111-1,-70 123 446,-3-1-1,-3-1 0,-3-1 0,-4 0 1,-3-2-1,8-116 0,-21 170 162,-1 3 167,1 1 1,1-1-1,0 0 1,2 1-1,8-30 1,-12 47-209,0 0-1,0 0 1,0-1 0,1 1 0,-1 0-1,0 0 1,0 0 0,0 0-1,0 0 1,0 0 0,0 0-1,0 0 1,0-1 0,0 1 0,0 0-1,0 0 1,0 0 0,1 0-1,-1 0 1,0 0 0,0 0-1,0 0 1,0 0 0,0 0 0,0 0-1,0 0 1,0 0 0,1 0-1,-1 0 1,0 0 0,0 0-1,0 0 1,0 0 0,0 0 0,0 0-1,0 0 1,1 0 0,-1 0-1,0 0 1,0 0 0,0 0-1,0 0 1,0 0 0,0 0 0,0 0-1,1 0 1,-1 0 0,0 0-1,0 0 1,0 1 0,0-1-1,0 0 1,0 0 0,0 0 0,0 0-1,0 0 1,0 0 0,0 0-1,11 7 140,0 0 0,0 0-1,-1 1 1,0 0-1,-1 1 1,10 10-1,50 68 515,-29-34-223,-39-52-431,138 179 983,-105-130-638,54 102 0,-75-124-272,-1 0 0,-1 0-1,-2 1 1,-1 0-1,6 47 1,-12-55-49,0 0 1,-2 0-1,-1 0 0,0 1 1,-2-1-1,0-1 0,-1 1 1,-1 0-1,-8 19 0,-1-8-110,-1 0-1,-1-1 0,-1 0 1,-2-1-1,-1-2 1,-2 0-1,-47 48 0,32-41-1059,-1-2-1,-2-2 0,-1-1 0,-84 44 1,77-49-199,-101 51-7527,65-41-2349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1 580 10377,'37'-9'902,"429"-100"11394,-159 24-8433,-111 30-2738,93-31-1271,-224 64-1708,-2-4 0,82-46 0,-16-5-8331,-74 39 499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13809,'3'2'281,"-1"1"0,1 0 0,-1 0 0,0 1 0,0-1 0,0 0 0,-1 1-1,1-1 1,-1 1 0,0 0 0,0-1 0,0 1 0,0 0 0,-1-1 0,1 1 0,-1 0-1,0 0 1,0 0 0,0-1 0,-1 1 0,0 0 0,-1 6 0,1 8 380,2-1-1,-1 1 1,2-1 0,1 1 0,0-1 0,1 0 0,1 0-1,7 17 1,3 16 209,184 749 4030,-57-213-4120,-142-585-780,47 155 0,-41-142 0,0 0 0,0-1 0,1 1 0,1-1 0,1-1 0,0 1 0,0-1 0,15 14 0,-22-24 0,1-1 0,-1 1 0,0-1 0,0 0 0,1 0 0,-1 0 0,1 0 0,-1 0 0,1-1 0,0 1 0,-1-1 0,1 1 0,-1-1 0,1 0 0,0 0 0,-1 0 0,1-1 0,-1 1 0,1-1 0,0 1 0,-1-1 0,1 0 0,-1 0 0,1 0 0,-1 0 0,3-2 0,3-1 0,-1-1 0,1 0 0,-1 0 0,0 0 0,-1-1 0,11-11 0,-5 1-22,-1 0 1,-1 0-1,0-1 1,-1-1-1,-1 1 1,-1-1-1,0-1 1,-1 0-1,-1 1 1,3-27-1,1-24-175,-1-108 0,-8 177 197,-1-90-65,-4 1 1,-3-1-1,-5 1 1,-3 1-1,-4 0 1,-4 2-1,-60-144 1,68 193-220,-1 2 0,-1 0 1,-2 1-1,-2 1 1,-1 0-1,-48-50 1,63 76-131,0 0 0,0 1 0,-1 0 1,1 0-1,-1 1 0,-1 0 0,1 0 1,-16-4-1,22 8 7,-1 0 0,0 0 0,0 1 0,0-1 1,0 1-1,0 0 0,1 0 0,-1 0 0,0 1 1,-7 1-1,8-1-94,0 0 0,0 1 1,0-1-1,1 0 0,-1 1 0,1 0 1,-1 0-1,1 0 0,0 0 0,-1 0 1,1 0-1,0 0 0,1 1 0,-1-1 1,-2 5-1,-11 22-9939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6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1043 9769,'1'5'2221,"4"20"-596,6 22 1063,22 64 0,-24-85-2212,10 28 795,34 68 0,61 91-141,-85-167-954,2 0 0,52 58-1,-70-91-186,0 0 1,1-1-1,1-1 0,0 0 1,25 14-1,-35-23 11,0-1-1,1 1 1,-1-1-1,0 0 1,1-1-1,-1 1 1,1-1-1,-1 0 1,0 0-1,1-1 1,-1 1-1,1-1 1,-1-1-1,0 1 1,0-1-1,0 0 1,0 0-1,0 0 1,0 0-1,8-7 0,7-5 13,-1-1-1,0-2 0,-1 0 0,-1 0 0,23-32 1,-14 18-51,37-35 0,242-175-438,-70 60-1588,-194 147 1643,-2-2 0,-2-2-1,-1-1 1,-2-1 0,-2-2 0,39-65 0,-44 56 550,-1-1-1,-3 0 0,31-105 0,-40 98 874,-2 0-1,-2 0 0,2-99 0,3-76 4937,-15 229-5568,0-1 0,0 1 0,1-1 0,0 1-1,2-8 1,3 7 540,1 18 17,71 288-742,-45-162-180,-6-35-361,22 102-2873,-42-166 951,-2 0 0,-1 0 0,-3 55 0,-4-30-4310,3-6-3902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6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1065 12049,'5'-10'351,"1"-1"0,0 1 0,0 0 0,1 0-1,1 1 1,0 0 0,0 0 0,0 1 0,1 0 0,0 1-1,1 0 1,18-11 0,148-60 2075,-55 27-1786,-30 8-846,146-95-1,-199 111 52,-1-2 0,-1-1 0,-1-2 0,-2-1 0,55-73 0,39-89 77,-58 85 745,-65 102-505,1 1 0,0 0 0,0 1 0,1-1 0,0 1 0,12-10 0,-16 15-106,0-1 0,0 1 1,0 0-1,0 0 0,0 1 0,0-1 0,0 0 0,0 1 1,0-1-1,1 1 0,-1-1 0,0 1 0,0 0 0,0 0 0,1 0 1,-1 0-1,0 1 0,0-1 0,0 0 0,0 1 0,1 0 0,-1-1 1,0 1-1,0 0 0,0 0 0,0 0 0,-1 0 0,1 1 1,3 2-1,0 1 129,-1 0-1,1 1 1,-1 0 0,-1-1 0,1 2 0,-1-1 0,0 0 0,0 0 0,-1 1 0,3 12 0,-3-14-72,119 400 4260,-24-16-3847,-58-127-5387,-37-229 915,-4 50-1,1-66 1727,0 52-8609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7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1 538 12909,'20'-15'645,"1"1"1,1 1-1,0 1 0,1 1 1,1 1-1,-1 1 0,1 2 0,1 0 1,37-6-1,-37 9-394,0 1 0,0 2-1,-1 0 1,1 1 0,0 2 0,0 0 0,0 2-1,-1 1 1,44 14 0,-61-16-215,1 0-1,-1 0 1,1 1 0,-1 0-1,0 1 1,-1 0 0,1 0-1,-1 0 1,0 1 0,0 0-1,-1 0 1,0 0 0,8 13-1,-10-13-22,0-1 0,-1 0-1,0 1 1,0 0 0,0 0-1,-1-1 1,0 1 0,0 0-1,-1 0 1,1 0 0,-1 0-1,0 0 1,-1 0 0,0 0-1,0 0 1,0 0 0,0 0-1,-1-1 1,-3 8 0,-2 2 2,0-1 0,-1 1 0,-1-1 0,0-1 0,-1 1 0,-1-2 0,-15 15 0,-93 73-58,2-2-373,107-90-281,17-22 538,20-24 133,52-46-154,-43 47 119,-2 0 1,41-59 0,-5-16-271,57-82-477,-113 176 705,1 0 0,0 1-1,1 1 1,32-25 0,-40 35 91,0 0 0,1 0 0,0 1 1,0 0-1,0 1 0,1 0 0,-1 1 1,1 0-1,0 0 0,0 1 1,0 0-1,16 0 0,-23 2-1,31-12 118,-32 11-95,0 0 0,0-1 1,0 0-1,0 1 0,-1-1 0,1 0 0,0 0 1,-1 0-1,0 0 0,1 0 0,-1-1 0,2-3 1,0 0 15,2-2-22,6-10 4,1-1-1,0 1 1,2 1-1,0 0 1,1 1-1,0 1 1,19-15-1,-32 29-11,1 0 0,-1 0 0,0 0-1,0 1 1,1-1 0,-1 1 0,0-1-1,1 1 1,-1 0 0,0 0 0,1 0 0,-1 0-1,1 1 1,-1-1 0,0 0 0,0 1-1,1 0 1,-1-1 0,0 1 0,0 0-1,1 0 1,-1 0 0,0 1 0,0-1-1,0 0 1,-1 1 0,1 0 0,0-1-1,2 4 1,-3-3-239,1 1 29,0 0 0,0-1 0,0 1 0,0 0 0,0-1 0,0 1 0,1-1 0,-1 1 0,1-1 0,0 0 0,0 0 0,3 1 0,-1-1 25,0-1 0,0 0 0,0 0 0,0 0 0,0 0 0,0-1 0,0 0 0,0 0 0,0 0 0,0-1 0,0 0 0,0 0 0,0 0-1,0-1 1,7-2 0,35-5-397,-45 9 605,-1 0 0,1 0 0,0 0-1,-1 1 1,1-1 0,0 1 0,-1-1 0,1 1-1,-1 0 1,1-1 0,-1 1 0,1 0 0,-1 0 0,1 0-1,-1 0 1,0 1 0,0-1 0,1 0 0,-1 0-1,0 1 1,0-1 0,0 1 0,0-1 0,-1 1-1,1-1 1,1 4 0,0 2 64,1 1 0,-1 0 1,-1 0-1,2 10 0,-2-8 41,0 3-85,0 0-1,-1 0 1,-1 0-1,-2 15 1,-1 18-760,4-42 12,-3 14-1292,-3-2 1023,3-13-2267,-11-10-143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7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0 236 6177,'11'-87'1132,"-8"76"-710,0-1 0,0 1 0,11-22 1,5-22 1500,-18 53-1399,-1-1-79,0 1-416,0 1 0,0 0 0,0 0 0,0 0 0,1 0 0,-1 0 0,0-1 0,0 1 0,1 0 0,-1 0 0,0 0 0,1 0 0,0 0-1,-1 0 1,1 0 0,-1 0 0,2-1 0,4 32-4479,-6-12-527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9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22 5256,'0'0'2991,"0"-2"-2243,-5-13-434,5 11 2963,7 13-598,0 0-2552,38 49 698,175 215 1920,-161-206-2057,134 115 1,-71-87-522,4-6 1,4-5-1,3-5 1,3-7 0,4-6-1,252 83 1,88-21-1934,-236-84-1148,3-17-3486,-116-20-1048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4:59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654 1 5465,'26'33'1086,"1"-2"1,1 0-1,2-2 1,0-1-1,55 38 1,-20-23 391,3 1-155,-3 3-1,108 99 0,-154-126-1178,-2 0 0,0 1-1,-1 1 1,-1 0-1,12 25 1,-19-30-78,-1 0 0,-1 0-1,0 1 1,-1 0 0,-1 0 0,0 0 0,-2 0-1,1 24 1,-4-18-30,-1-1-1,-1 1 1,-1-1 0,-1 1 0,-1-1-1,-1-1 1,-1 0 0,-1 0-1,-1 0 1,-1-1 0,-15 22-1,-6 4-52,-2-2-1,-2-1 0,-65 62 0,16-29-520,-4-4-1,-149 95 0,-215 93-4037,324-194 620,12-10-2152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7961,'0'0'48,"0"0"0,1-1 0,-1 1 0,0 0 0,0 0 0,0 0 0,0-1 0,0 1 0,0 0 0,1 0 1,-1 0-1,0 0 0,0-1 0,0 1 0,1 0 0,-1 0 0,0 0 0,0 0 0,0 0 0,1 0 0,-1 0 0,0 0 0,0 0 0,0 0 0,1-1 1,-1 1-1,0 0 0,0 0 0,1 0 0,-1 0 0,0 1 0,0-1 0,1 0 0,-1 0 0,0 0 0,0 0 0,0 0 0,1 0 0,-1 0 1,0 0-1,0 0 0,0 1 0,1-1 0,-1 0 0,0 0 0,9 15 1120,9 38-307,-10-27-238,111 345 2958,-35 12-2370,-21 257-318,-28-225-746,-24-290-193,13 98-513,-16-167-767,30 101 0,-36-148 758,0 1 0,2-2 0,-1 1 0,1 0 0,0-1 0,0 1 0,1-1 0,0 0-1,1-1 1,10 12 0,26 10-5598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1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1016 1204 10129,'-24'-3'814,"22"3"-356,5 1-8,43 7 650,22-2-617,100-3 0,72-17-224,-218 12-228,2062-224 468,590-285-374,-1310 141-77,-1303 353-32,5-4-32,1 3 0,1 3 0,95-9 0,-156 24 14,1 0 0,-1 0 1,0 0-1,0 1 0,1 0 1,-1 1-1,0-1 0,7 4 1,-11-4 5,-1 0 1,1 0-1,-1 1 1,1 0-1,-1-1 1,0 1 0,1 0-1,-1 0 1,0 0-1,0 0 1,0 1-1,-1-1 1,1 1 0,0-1-1,-1 1 1,0-1-1,1 1 1,-1 0-1,0 0 1,0-1 0,-1 1-1,2 5 1,-1 8 26,1 0 0,-2 1 0,0-1 0,-4 27 0,-18 70 103,18-94-111,-85 311 345,20-89-174,-73 412 52,66 11-70,68-309-71,0 8 19,7-357-137,1-1-1,-1 0 1,-1 1-1,1-1 1,-1 0 0,0 0-1,0 0 1,0 0-1,0 0 1,-1 0-1,0-1 1,0 1-1,-1-1 1,1 0 0,-1 0-1,-5 5 1,-6 3-8,0-1 0,0-1 0,-23 12 1,34-20 20,-150 74-14,-168 57 0,183-78 9,-2063 769-98,483-296 722,1311-410-357,-17 8-97,-1117 305 302,1276-372-971,195-47-461,-121 5 0,168-16 135,-42-5 0,58 3 287,-1-1 0,1 0-1,-1 0 1,1-1 0,0 0-1,0 0 1,-12-7-1,14 6-325,1-1-1,0 1 1,0-1-1,0 0 0,0 0 1,-3-6-1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1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1469 8605,'30'-25'845,"1"1"0,1 2-1,59-31 1,111-40 1344,-163 76-1910,594-214 2653,15 45-1802,-643 185-1122,1514-383 1009,-610 161-1530,-857 210 338,148-41-787,-158 40 60,0-1 0,56-30 0,-97 45 793,1-1-1,0 1 1,-1-1 0,1 0 0,-1 0 0,0 0 0,1 0 0,-1 0 0,0 0-1,0 0 1,1-1 0,-1 1 0,0 0 0,0-1 0,0 1 0,-1-1-1,1 1 1,0-1 0,0 1 0,-1-1 0,1 1 0,0-3 0,-2 2-85,1 0 0,-1 1 0,1 0 0,-1-1 0,1 1 0,-1-1 0,0 1 0,1 0 0,-1-1 0,0 1 0,0 0 0,0 0 0,0 0 0,0-1 0,-1 1 0,1 1 0,0-1 0,0 0 0,-1 0 0,1 0 0,-1 1 0,-1-2 0,-37-9-5033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9953,'0'-1'162,"1"0"1,0 0-1,-1 0 0,1 0 1,0 0-1,-1 0 1,1 0-1,0 1 0,0-1 1,0 0-1,0 1 1,0-1-1,0 0 0,0 1 1,0-1-1,0 1 1,0 0-1,0-1 0,0 1 1,0 0-1,0 0 1,0-1-1,1 1 0,-1 0 1,0 0-1,0 0 1,2 1-1,37 12 1787,-19-4-1180,71 29 572,-1 4 0,101 63 0,162 129-404,-240-151-701,-5 5-1,-3 4 1,158 179 0,-191-183-170,-3 4 1,-5 2-1,-3 3 1,95 206-1,-125-223-27,-2 2 0,-5 1-1,28 157 1,-44-178-69,-4-1 1,-2 1 0,-2 0 0,-4 0-1,-2 0 1,-15 71 0,11-95-28,-2 0 0,-1-1 0,-2 0-1,-1-1 1,-3 0 0,0-2 0,-33 46 0,20-39-102,-2-2-1,-1-1 1,-2-1-1,-2-3 1,-47 35-1,11-18-413,-3-3-1,-2-4 1,-2-3-1,-1-4 1,-2-4-1,-106 28 1,46-24-2217,-2-6 0,-179 15 1,131-34-3833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3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1 413 5661,'31'-25'1137,"-25"20"-112,5-15 1121,-8 10 1518,-3 9-3348,0-1-1,1 0 1,-1 1-1,1-1 0,-1 1 1,1-1-1,0 1 1,-1-1-1,1 1 0,0-1 1,0 1-1,0 0 1,0-1-1,0 1 1,1 0-1,-1 0 0,0 0 1,1 0-1,-1 0 1,0 0-1,1 0 0,-1 0 1,1 1-1,-1-1 1,1 1-1,0-1 1,-1 1-1,1-1 0,0 1 1,2 0-1,5-2-1528,-9 1 1245,0 1-1,1 0 1,-1-1 0,1 1-1,-1-1 1,0 1 0,1-1-1,-1 1 1,0-1 0,1 1-1,-1-1 1,0 1 0,0-1-1,0 0 1,1 1 0,-1-1-1,0 1 1,0-1 0,0 0-1,0 1 1,0-1 0,0 1-1,0-1 1,0 0 0,0 1-1,-1-1 1,1-1 108,1-3 54,0 0 0,1 0 0,0 0 0,0 0 0,0 1 0,0-1 0,1 1 0,-1-1 0,1 1 0,0 0 0,4-4 0,45-45 1331,-32 35-1284,43-42 644,-38 38-457,42-48 1,-49 53-342,-16 15-66,-3 5-29,-22 52-21,12-32 33,2 0 0,-13 47 0,11-3 43,3 0 0,3 0 0,2 1 0,4-1 0,3 1 0,2-1 0,4 0 0,19 73 0,70 187-611,25-6-3873,-3-3-6299,-80-200-78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1740 0 7021,'-185'40'4023,"145"-29"-3229,1 1 0,1 2 1,-63 32-1,-104 72-38,196-112-708,-452 302-1453,420-278 1095,0-1 0,-2-2 0,-1-2 0,-74 31 0,103-51 296,0 2-1,0 0 0,1 0 0,0 1 1,1 1-1,-1 0 0,2 1 1,0 1-1,-16 16 0,17-12 18,1 1 0,1 0 1,1 0-1,0 1 0,-7 24 0,-22 96 39,28-99-16,-86 446 132,82-376-124,6 2 1,9 166 0,11-149 9,6 0 0,5-1 1,76 230-1,70 95 112,-116-332 215,115 186 0,-140-261-129,1-2 0,43 46-1,-60-74-137,1 0-1,0 0 0,2-2 0,-1 1 1,1-2-1,1-1 0,0 0 0,36 15 0,-39-21-40,1-1 0,-1 0 0,1-1-1,0-1 1,0 0 0,-1-1 0,1 0 0,0-1-1,0-1 1,-1-1 0,1 0 0,25-9-1,10-7 93,0-2 0,52-31 0,-81 41-129,122-74 162,179-139 1,-136 89-175,261-152-3078,-367 249 1119,-76 36 1741,-1 1 1,1-1 0,-1 0 0,1 0-1,-1-1 1,1 1 0,-1-1-1,0 0 1,3-4 0,-5 7 87,0-1-1,0 0 1,-1 0 0,1 1-1,-1-1 1,1 0 0,0 0-1,-1 0 1,0 0 0,1 0 0,-1 0-1,0 0 1,1 0 0,-1 0-1,0 0 1,0 0 0,0 0-1,0 0 1,0 0 0,0 0 0,0 0-1,0 0 1,0 0 0,0 0-1,-1 0 1,1 0 0,0 0-1,-1 0 1,1 0 0,-1 0 0,0-1-1,-12-11-2834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5:04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9609,'-10'162'2144,"7"-71"-256,3 5-472,3 16-172,7-1-231,7 7-213,-1 18-776,4 2-1328,11 22-377,-1 15-2711,-3 0-3385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0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670 0 7537,'-4'13'454,"1"-1"476,0-1 6356,31 8-4752,-27-14-2338,1-1-1,-1 0 1,0 0-1,0 0 1,0 1-1,-1-1 1,0 1-1,0 6 1,2 20 708,27 184 2381,-29-201-3069,0-1-1,-1 1 1,-4 23 0,-1 15 256,-4 106 388,-34 181-1,-59 150-438,-95 385-179,47-116 133,141-702-317,-138 994 842,99 9-275,72-442-450,-3-166-81,-4 3-43,-2-152-36,22 660-43,-37-845 198,-1-32-3315,-3-91 986,-5-7 10,0 0 0,0-1 0,1 0 0,-12-28 0,-7-34-9660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1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990 407 5733,'6'-16'409,"0"1"1,1 0 0,1 1-1,0 0 1,1 0 0,1 1-1,0 0 1,0 0 0,1 1-1,16-12 1,-8 11-256,0 1 0,1 1 0,0 1 0,1 1-1,24-8 1,115-26 235,-145 40-363,407-65 320,10 34-126,-387 31-194,426-17 1173,892 77 0,-1252-45-361,0 4 0,147 42-1,-216-45-492,0 2 0,-1 2 0,0 1 0,-2 3 0,0 0 0,-1 3 0,-2 1 0,65 57 0,-66-45-117,-2 1 1,-1 2-1,-1 1 0,-3 1 0,-2 2 1,-1 0-1,-2 2 0,17 50 0,-4 12 66,-4 2-1,28 171 0,-16 154-8,-35 5-11,-8-365-242,-6 386 53,-8-13-26,-6-19 3,5-168-78,-8 459 836,32-337 195,4 258 245,-9-429-925,-1 142 15,-43 244 20,17-444-252,-73 276 0,71-349-87,-53 165-28,60-201 34,-2-1 0,-2 0 1,-33 51-1,48-86-31,0 0 0,-1-1 0,0 0 0,0 0 0,-1-1 0,0 0 0,0 0 0,-1-1 0,1 0 0,-1-1 0,-17 8-1,14-8-3,-1-1 0,0 0 1,0-1-1,-1-1 0,1 0 0,-1-1 0,1 0 0,-25-2 0,-73-11 21,93 10-22,-55-6-7,1 3-1,-76 4 1,69 10 5,-140 35 0,-72 42-60,148-42 45,7-2 21,-355 92-186,412-118 120,-1-3 0,0-4 0,0-3 0,-107-7 1,88-8 35,-132-31 0,-93-43-71,70 18 56,-2 10 0,-2 13 0,-290-12 0,47 59-1871,494-4 1565,-1-1 0,1 0 0,0 0 0,0 0 0,0-1 0,-1 0 0,1-1 0,-8-2 0,14 3 190,0 1 1,0-1-1,0 1 1,0-1 0,0 1-1,0-1 1,0 0-1,0 1 1,0-1 0,1 0-1,-1 1 1,0-1-1,1 0 1,-1 0 0,0 0-1,1 0 1,-1 0-1,1 0 1,0 0 0,-1 0-1,1 0 1,-1-1-1,1 0-220,1 0-1,-1 0 0,0 0 0,1 0 1,-1 0-1,1 0 0,0 0 0,0 0 1,-1 0-1,1 0 0,0 1 0,1-1 1,-1 0-1,0 1 0,0-1 0,3-1 0,26-22-9333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2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143 622 5116,'-39'-5'1589,"31"4"-99,5-2-974,1-1 0,-1 1 0,0 0 0,0 1-1,-1-1 1,-5-3 0,6 4-35,-39-39 4385,40 39-3979,-14-14 721,16 16-1577,-1 0-1,1-1 1,-1 1 0,1-1-1,-1 1 1,1-1 0,-1 0 0,1 1-1,0-1 1,-1 1 0,1-1 0,0 0-1,0 1 1,0-1 0,-1 0-1,1 1 1,0-1 0,0 0 0,0 1-1,0-1 1,0 0 0,0 1-1,0-1 1,0 0 0,0 1 0,1-1-1,-1 0 1,0 1 0,0-1 0,1 1-1,-1-1 1,0 0 0,1 1-1,-1-1 1,0 1 0,1-1 0,-1 1-1,1-1 1,-1 1 0,1-1 0,-1 1-1,1-1 1,-1 1 0,1 0-1,-1-1 1,1 1 0,0 0 0,-1 0-1,1-1 1,0 1 0,0 0-1,44-15 365,-38 14-270,61-12 124,0 3 0,1 4 0,88 2 0,-79 3-157,277-6 164,264-8 14,-561 13-262,1177-56 253,-2-39-193,76-71-503,-1018 128 27,-130 14-144,-73 10-1157,170-8 1,-252 24 1386,30 1-1499,-15 3-3508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2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48 265 5064,'-3'-2'365,"1"0"0,-1 0 0,0 0 0,1 1 0,-1-1 0,0 0-1,0 1 1,0 0 0,0 0 0,0 0 0,0 0 0,0 0-1,-5 0 1,6 0 3862,2 4-4043,0-1 1,0 1 0,0-1 0,1 0 0,-1 1-1,1-1 1,0 0 0,-1 1 0,1-1 0,0 0-1,1 0 1,-1 0 0,0 0 0,0 0 0,1 0-1,-1 0 1,1 0 0,0 0 0,0-1 0,-1 1-1,1-1 1,0 1 0,0-1 0,4 2 0,3 1-24,0 0 1,1-1-1,0 0 1,15 2-1,-6-1 275,554 92 3759,6-50-3106,720-26-329,-1-92-1730,-448-18-166,-12-57-1371,-820 143 2364,223-54-1780,-175 39-676,94-41-1,-121 40-1864,-22 9-2516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3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1 583 11161,'15'-3'3057,"-14"2"-2950,0 1-1,0-1 1,0 1 0,0 0 0,0 0 0,0-1 0,0 1-1,0 0 1,1 0 0,-1 0 0,0 0 0,0 0 0,0 1-1,0-1 1,0 0 0,0 0 0,0 1 0,2 0-1,4 2 619,1-1-1,-1 0 0,1-1 0,0 0 0,8 1 0,74-4 836,-67 1-1151,454-44 1829,-254 20-1989,2384-217-1330,-825 82-1884,-1376 112 243,-140 6-3998,-125 17-1856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4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1 299 10313,'2'-3'313,"1"0"0,-1 0 0,1 0 1,0 0-1,0 0 0,0 0 0,1 1 0,-1 0 0,0-1 0,1 1 0,0 1 1,-1-1-1,1 0 0,5-1 0,6 0 330,-1 0 0,27-1 0,-11 1 242,860-35 3236,-587 35-3625,392-8-144,916-22-706,-464-31-2343,-1146 64 2682,251-26-1937,-188 17-1891,114-33 1,-120 21-3264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6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1022 6677,'-16'-5'1295,"7"3"-599,0 0 0,0-1 1,0 0-1,0 0 1,1-1-1,-1 0 0,1-1 1,0 0-1,1 0 1,-1-1-1,1 0 0,-8-8 1,9 9-558,1-1 0,0 0 1,0 0-1,0-1 0,1 0 0,0 1 1,0-1-1,0-1 0,1 1 0,1 0 1,-1-1-1,1 0 0,0 1 0,-1-11 1,0-37 199,9-108-1,20-55-241,-22 187-97,2-16 32,9-53 18,-13 87-34,1 0 0,1 1 0,0-1-1,1 1 1,8-15 0,-12 24-6,1 0-1,0 0 1,1 0 0,-1 0-1,0 0 1,1 1 0,-1-1-1,1 1 1,0-1 0,0 1-1,0 0 1,0 0 0,0 0-1,1 1 1,-1-1 0,0 1-1,6-2 1,-4 3 9,0-1 0,1 0 1,-1 1-1,0 0 0,1 1 0,-1-1 0,0 1 0,1 0 1,-1 0-1,9 4 0,5 3 26,0 1-1,0 1 1,-1 1 0,30 24-1,-5-1-12,-3 2 0,-1 2-1,44 53 1,92 142 118,-50-64-94,-94-128-47,-6-7 96,2 0 0,56 52 1,-82-84-94,1-1 0,-1 1 0,1-1 0,-1 0 0,1 1 0,0-1 0,0 0 1,-1 0-1,1 0 0,0-1 0,0 1 0,0 0 0,0-1 0,0 1 0,0-1 1,0 0-1,1 1 0,-1-1 0,0 0 0,0 0 0,3-1 0,-4 0-3,1 0 0,0 0 0,0 0-1,0 0 1,-1 0 0,1-1-1,-1 1 1,1-1 0,-1 1 0,1-1-1,-1 1 1,0-1 0,0 0-1,0 0 1,0 0 0,0 1 0,1-4-1,2-9 20,0 0 0,0 0 0,-1-1-1,1-22 1,-4 36-26,16-397-1713,-19 132-4112,1 162 1588,1 9-2907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6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1 660 8449,'6'6'704,"1"0"-1,0 0 1,0 0 0,0-1 0,1 0-1,0 0 1,0-1 0,14 6 0,76 22 1576,-80-27-1967,16 4-84,0-2-1,1-2 0,0-1 1,0-1-1,0-2 1,0-2-1,0-1 0,37-7 1,-61 7-213,1-1 0,-1 0 0,0-1 0,0-1 0,0 1 1,0-2-1,-1 1 0,0-2 0,12-8 0,-17 10-13,0 1-1,0-1 1,0 0 0,-1 0 0,0 0-1,0 0 1,0-1 0,-1 0-1,0 0 1,0 0 0,0 0 0,-1 0-1,0 0 1,0-1 0,0 1-1,-1-1 1,1-12 0,-2-5-14,-1 0 1,-1 0 0,-1 0-1,-1 0 1,-1 0 0,-2 1-1,0-1 1,-1 2 0,-1-1-1,-17-28 1,3 12 339,-2 1 0,-2 1 0,-1 1 0,-52-50 0,59 64-50,15 14-127,-2 1 0,1-1 0,-14-9-1,43 8 259,-6 7-367,1 1 0,-1 1 0,1 0 0,0 1-1,-1 1 1,26 6 0,-7-2 1,158 27 145,260 36-439,-374-59-220,-37-3-375,0-2-1,0-2 0,0-1 0,58-7 1,-94 5 314,1-1 0,-1-1 0,0 1 1,0-1-1,0 0 0,0 0 0,-1-1 1,1 0-1,0 0 0,-1 0 0,0-1 0,0 1 1,6-6-1,6-23-7108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7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0 802 9257,'63'13'3062,"-35"-7"-1379,0 0 0,0-2 0,50 1 0,-25-6-1209,0-3 0,0-1 0,-1-3 1,1-2-1,50-18 0,-84 21-441,-1 0 0,-1-1 0,1-1 0,-1-1 0,-1 0 0,0-1 0,21-19 0,-27 20-76,-1 0 1,0 0 0,0-1-1,-1 0 1,-1-1 0,0 0 0,0 0-1,-2 0 1,1-1 0,-1 0-1,5-22 1,-7 20 3,-1 1 0,-1-1 0,0 1 0,0-1 0,-2 0 0,0 1 0,0-1 1,-2 1-1,0-1 0,0 1 0,-1 0 0,-1 0 0,0 0 0,-1 1 0,-1 0 0,0 0 0,-1 1 0,-16-22 0,-9-4 224,0 2-1,-3 1 1,-1 2-1,-48-33 1,48 36 163,35 28-186,5 5 33,19 12-50,1 0-1,0-2 1,1 0 0,1-2-1,28 9 1,-24-7-102,34 11-32,1-3 0,0-2 0,127 19-1,-132-31-1388,80-2-1,-89-7-3012,94-14-1,-75 1-4578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7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1206 6353,'-23'-18'9192,"40"29"-6876,113 65 870,200 86 0,-267-136-2932,1-3 0,2-3 1,0-3-1,1-3 1,111 9-1,-151-21-313,0-2 0,0-1 1,0-1-1,0-1 0,-1-1 0,39-12 0,-54 12-67,-1 0 0,1-1 0,-1 0 0,0 0 0,0-1 0,0-1 0,14-12 0,-18 13 20,-1 0 1,0 0-1,0 0 1,0-1 0,0 1-1,-1-1 1,0-1-1,-1 1 1,0 0-1,0-1 1,0 1 0,1-9-1,-3 11 25,0-1-1,-1 1 0,1 0 1,-1 0-1,0-1 1,0 1-1,-1 0 1,1 0-1,-1 0 0,-1 0 1,1 0-1,-1 0 1,1 0-1,-4-6 1,1 4-4,-1 0 0,1 0 0,-1 1 0,-1-1 0,1 1 1,-1 1-1,0-1 0,-9-6 0,-2 0-37,-1 2-1,0-1 1,-1 2 0,0 1-1,0 0 1,-28-6 0,5 5 8,1 2 1,-56-2-1,59 7 10,0-2 0,1-1-1,-52-15 1,85 18 92,0 0-1,0 0 1,0 0-1,0 0 1,1 0-1,-1-1 1,1 0-1,0 0 1,0 0-1,0 0 1,0 0-1,0-1 1,1 1-1,-1-1 0,1 1 1,0-1-1,0 0 1,1 0-1,-1 0 1,1 0-1,-1-1 1,1 1-1,1 0 1,-1 0-1,0-9 1,0-11-12,1 0 0,1 0 0,6-36 0,-3 31 175,-2 12-117,-1 2 187,1-1 1,0 1 0,1 0-1,8-21 1,-10 33-156,0 0 0,0 0 0,0 0 0,1 0-1,-1 1 1,1-1 0,0 0 0,0 1 0,0-1 0,0 1 0,0 0 0,1 0 0,-1 0-1,1 0 1,-1 0 0,1 0 0,0 1 0,0-1 0,0 1 0,0 0 0,0 0 0,0 0 0,0 0-1,0 0 1,0 1 0,0-1 0,5 1 0,6 0 78,-1 2 0,1 0 0,-1 0 0,0 1 0,0 1 0,18 7 0,79 41 294,-46-20-280,-21-13-277,0-2-1,79 21 1,-102-33-232,1-1 0,-1-1 1,1-1-1,-1-1 0,1-1 0,0 0 1,-1-2-1,35-6 0,-48 6 135,1 0 0,-1-1 0,0 1 0,0-1 0,0-1 0,0 0 0,-1 1 0,1-2 0,-1 1 0,0-1 0,0 0 0,-1 0-1,1-1 1,-1 0 0,0 0 0,-1 0 0,0 0 0,0-1 0,0 1 0,0-1 0,-1 0 0,0 0 0,-1-1 0,0 1 0,0 0 0,0-1 0,-1 0 0,0 1 0,-1-1-1,0 1 1,0-1 0,0 0 0,-1 1 0,0-1 0,-4-12 0,-1 1 135,-2 0 0,0 1 1,0 0-1,-2 1 0,0 0 0,-1 1 0,-21-25 0,-11-5 448,-51-43-1,1 1 1048,79 75-1154,-17-19 710,0-1-1,-33-49 1,63 81-926,0-1 1,0 1 0,0-1-1,0 0 1,0 1 0,0-1 0,1 0-1,-1 0 1,1 0 0,0 0-1,-1 1 1,1-1 0,0 0-1,0 0 1,0 0 0,0 0 0,0 0-1,1 0 1,-1 0 0,1 1-1,-1-1 1,1 0 0,-1 0 0,1 0-1,0 1 1,0-1 0,0 0-1,0 1 1,0-1 0,0 1-1,1-1 1,2-1 0,0-1 6,0 0 0,1 1 0,0 0-1,0 0 1,0 0 0,0 1 0,0 0 0,0 0 0,1 0 0,5-1-1,26-3 23,0 1-1,0 2 1,1 2-1,-1 1 1,0 2-1,46 7 0,218 61-6392,-250-55 2224,-4 3-2109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8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42 117 8681,'-42'-41'3284,"42"40"-3165,0 0 0,0 0 0,0 0-1,0 0 1,0 0 0,0 0 0,1-1 0,-1 1 0,0 0 0,0 0-1,1 0 1,-1 0 0,1 0 0,-1 0 0,1-1 0,0 1 115,0-2-120,1 0-1,0 0 0,0 0 1,0 0-1,0 0 0,0 1 1,0-1-1,1 1 0,-1 0 1,1-1-1,-1 1 0,1 0 1,0 1-1,0-1 0,0 0 1,0 1-1,0 0 0,1 0 1,-1 0-1,5-1 0,4-1 96,1 0 0,-1 1 0,1 0 0,17 0 0,-1 5 104,-1 0 0,-1 2-1,1 0 1,-1 2 0,1 2-1,26 11 1,-25-8-188,2-2 0,-1-1 0,2-1 0,48 5 0,-37-12-61,60-7 0,-74 2-28,1 2 0,-1 1 0,1 1 0,-1 2-1,42 7 1,-61-6-4,0 1 0,0-1-1,0 1 1,-1 1 0,1 0-1,-1 0 1,-1 1 0,1 0-1,-1 1 1,0 0 0,0 0-1,-1 1 1,1-1 0,-2 2 0,7 8-1,7 16-152,-2 0-1,28 69 1,-11-20-3100,-26-64-79,23 35 0,-20-38-4721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8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12 10537,'-17'-9'1880,"0"6"3229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1040 6917,'-16'17'756,"12"-13"-265,0 0 0,0 0 1,1 1-1,0-1 0,0 1 0,-4 7 9212,-12 8-1763,20-25-7593,0-1 0,0 0 0,1 1-1,0-1 1,0 1 0,1 0 0,0-1-1,0 1 1,0 0 0,5-6 0,6-9-197,-1-1 0,-1-1 0,-1 0-1,12-37 1,22-99-210,-35 110 60,-2 1 0,-2-2 0,-2 1 0,-3-1 0,-4-53 0,0 71 0,-1 0 0,-2 1 0,-1 0 0,-1 0 0,-1 1 0,-2 0 0,-1 0 0,-1 2 0,-19-32 0,27 52 0,1 0 0,-1 1 0,-1-1 0,1 1 0,-1 0 0,0 1 0,0-1 0,-1 1 0,0 0 0,-10-5 0,12 8 0,1 0 0,0 1 0,0 0 0,0 0 0,0 0 0,-1 0 0,1 1 0,0-1 0,-1 1 0,1 0 0,-1 1 0,1-1 0,0 1 0,-1 0 0,1 0 0,0 0 0,0 0 0,0 1 0,0 0 0,0 0 0,-6 3 0,0 3 0,0 0 0,0 0 0,1 1 0,0 0 0,0 0 0,1 1 0,0 0 0,1 1 0,0 0 0,1 0 0,0 0 0,1 1 0,0 0 0,-5 19 0,2 0 0,1 0 0,1 0 0,2 1 0,0 57 0,6-30 0,4-1 0,1 0 0,4 0 0,1-1 0,4 0 0,1-1 0,4-1 0,44 87 0,-12-46 0,3-3 0,5-2 0,128 147 0,137 95 0,-8-9 0,-288-290 0,-2 0 0,0 2 0,-3 1 0,-1 2 0,30 64 0,-47-86 0,-1 0 0,-1 1 0,0-1 0,-2 1 0,0 0 0,-1 0 0,0 20 0,-2-24 0,-1 0 0,-1-1 0,0 1 0,-1-1 0,0 1 0,-1-1 0,-1 0 0,0 0 0,-1-1 0,-10 17 0,2-8 0,-1-1 0,0 0 0,-2-1 0,0-1 0,-2-1 0,0 0 0,-35 23 0,-3-4 0,-100 47 0,104-58-41,0-2 0,-1-2 0,-2-3 0,0-2-1,-93 13 1,140-28-237,0 0-1,-1-1 1,1 0-1,0-1 1,0 0-1,0 0 1,0-1-1,0 0 1,0-1-1,-11-4 1,17 5 42,0 1 0,0-1 0,0 0 0,0 0-1,1 0 1,-1 0 0,1-1 0,-1 1 0,1-1 0,0 1 0,0-1 0,0 0 0,0 0 0,1 0 0,-1 0 0,1 0 0,-1 0 0,1 0 0,0 0 0,0 0 0,1-1 0,-1 1 0,1-1 0,0 1 0,-1 0 0,1-1-1,1 1 1,-1 0 0,2-7 0,1-5-2183,1 1-1,8-23 0,22-39-9712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1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0 14089,'-7'4'584,"-1"-1"-1,1 1 0,0 1 1,0-1-1,1 1 0,-1 1 0,1-1 1,0 1-1,1 0 0,-1 0 1,1 1-1,1-1 0,-1 1 1,1 0-1,0 0 0,0 1 1,1-1-1,0 1 0,-2 11 0,-5 17 908,3 1-1,1-1 0,-2 38 0,7-59-1302,-21 281 745,20-201-968,11 109 0,-1-122-705,7 77 1430,40 179-1,-40-280-2134,2 0 0,29 63 0,-29-83-1484,2-1 0,1-1 0,2-1 0,27 33 1,-5-16-8515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1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23 760 13777,'-20'-77'2648,"19"72"-2377,0-1-1,1 0 1,0 1 0,-1-1 0,2 1-1,-1-1 1,1 0 0,0 1 0,0-1 0,0 1-1,1-1 1,0 1 0,0 0 0,0-1-1,0 1 1,1 0 0,0 1 0,0-1 0,1 0-1,-1 1 1,1 0 0,0 0 0,5-5-1,8-4 85,0 1-1,0 0 1,1 1-1,31-13 1,-36 18-189,410-161-227,-137 62-1293,-221 80 908,-1-4 0,-1-3 0,76-51 0,-98 49 215,-39 32 672,-3 3-410,-1-1-1,0 0 1,1 1-1,-1-1 1,0 1-1,1-1 1,-1 1-1,1 0 1,-1-1-1,1 1 1,-1 0-1,1 0 1,0 0-1,-1 0 1,1 1 0,0-1-1,0 0 1,0 0-1,0 1 1,0-1-1,0 1 1,0-1-1,0 3 1,-14 36 251,8-6-184,1 0 0,2 0-1,1 1 1,2-1 0,2 1 0,0 0-1,10 46 1,0-23-1019,3-1 1,2 0-1,36 82 0,-42-115-236,1-1 1,27 39-1,-31-51-170,1-1-1,1 0 1,0-1 0,13 12-1,10 1-5568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2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257 235 6717,'0'0'6556,"-4"0"-4688,-1 0-1561,0 0 0,0 1 1,0-1-1,0 1 0,0 0 0,0 0 1,0 1-1,0-1 0,1 1 0,-1 0 1,1 0-1,-8 6 0,3-1 198,0 1 0,0 0 0,1 1 0,1 0 0,-13 19 0,3-3 177,2 0-1,1 1 0,1 1 0,1 0 0,1 1 1,-12 50-1,18-48-419,0 0 0,2 0 1,1 0-1,2 0 0,1 0 0,5 34 1,-3-45-173,1 1 0,1-1 1,1 0-1,1 0 0,0-1 0,1 0 1,1 0-1,1-1 0,0 0 0,18 21 1,-19-28-172,1-1 0,0 0 0,1 0 0,0-1 0,0-1 0,0 1 0,1-2 0,1 0 1,-1 0-1,1-1 0,0-1 0,0 0 0,0 0 0,0-2 0,1 0 0,19 1 0,-12-2-222,-1-1 0,0 0 0,1-2 0,-1 0 0,0-2 0,0 0 0,0-1 0,0-1 0,-1-1 0,28-14 0,-20 6 64,-1-2 0,0-1 0,-1-2 1,-1 0-1,-1-1 0,-1-1 0,-1-2 0,-1 0 1,-1-1-1,-1-1 0,-1 0 0,-1-1 1,-2-1-1,-1-1 0,10-30 0,59-232-13,-18 58 1544,-61 221-1159,1 0-1,1 0 0,0 0 0,1 1 0,0 0 0,0 0 0,1 1 0,1 0 0,0 0 1,0 0-1,11-8 0,-17 16-67,-1 1 0,2-1-1,-1 1 1,0 0 0,0-1 0,0 1 0,1 0-1,-1 0 1,0 1 0,1-1 0,-1 0 0,1 1 0,-1 0-1,1-1 1,-1 1 0,1 0 0,-1 0 0,1 1 0,-1-1-1,0 0 1,1 1 0,-1-1 0,1 1 0,-1 0 0,0 0-1,1 0 1,-1 0 0,0 0 0,0 1 0,0-1-1,0 1 1,0-1 0,0 1 0,0 0 0,0-1 0,-1 1-1,3 4 1,3 3 80,-1 0-1,0 0 0,-1 1 1,0 0-1,0 0 0,-1 1 1,3 10-1,9 52 334,-2 0 0,5 108-1,7 45-116,-17-168-300,-3-19-135,1 0 1,2 0-1,15 41 1,-21-74-8,0 1 1,0-1-1,0 0 1,1 0-1,0 0 1,1 0-1,-1-1 0,1 1 1,0-1-1,1 0 1,-1-1-1,1 1 1,0-1-1,0 0 0,0-1 1,0 0-1,1 0 1,-1 0-1,1 0 0,0-1 1,0 0-1,0-1 1,0 0-1,0 0 1,0 0-1,0-1 0,0 0 1,0 0-1,10-2 1,-3 0-69,1 0 0,-1-1 0,0-1 1,0-1-1,0 0 0,0 0 0,-1-1 1,0-1-1,0 0 0,-1-1 0,0-1 1,0 0-1,14-14 0,2-8-50,-2-1-1,-1-1 1,33-60 0,45-116 524,-102 207 65,1 3-275,-1 0 0,0 0-1,1 0 1,-1 0-1,0 0 1,1 0 0,-1 1-1,0-1 1,0 0 0,0 1-1,0-1 1,-1 1 0,1-1-1,0 1 1,-1 0-1,2 1 1,0 10 98,-1 0 0,0 0 0,0 19-1,-2-17-31,2 1-1,3 21 1,-1-20-90,0 0-1,2 0 1,0-1-1,1 1 1,1-1 0,0 0-1,1-1 1,1 0 0,1 0-1,0 0 1,23 24 0,-24-30-222,1 0 1,1 0-1,-1-2 1,1 1-1,1-1 1,-1-1-1,1 0 1,0-1 0,0 0-1,1 0 1,-1-2-1,1 1 1,0-2-1,0 0 1,0 0-1,20-1 1,-3-2-769,0-2-1,0 0 1,0-2 0,51-16 0,111-53-8908,-105 32 426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155 124 11229,'-44'-9'2500,"34"-9"-148,-10 6 381,3 3-401,4-3-392,-1 3-372,1 0-324,3 0 253,3-6-1682,1 0-803,22 9-22250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2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7045,'12'-28'2455,"-10"23"2056,5-8-1052,-5 11-1104,0 8-741,0 22 62,-5 42 179,2 234 1811,2-236-3461,13 122-2996,-4-64-3581,-3-76-7,2-6-3936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11721,'-118'54'1660,"82"-30"-332,2 7-264,14-4-227,7 3-185,3 6-268,6 3-684,11 0-785,6-2-491,4-1-2656,13 0-3237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3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6309,'30'12'3008,"-30"10"-1740,14 14-328,6-18-180,-3 6-152,6 3-8,4 6-368,10 0-616,0-2-552,6 5-1036,1 3-1140,9-6-1225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3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7533,'50'-12'2316,"-10"12"-200,0 9-128,1 6-188,9 3-247,3-3-249,-2 6-304,2 7-168,4 5-188,7 3-124,-1 9-128,4 6-256,-6-2-636,-4 2-980,-10 6-1076,-1 6-2665,8-5-4172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19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10 106 6353,'-1'-3'774,"-1"0"0,1-1 0,0 1 0,0-1 0,0 0 0,0 1 1,1-1-1,-1 0 0,1 1 0,0-5 0,2-9-375,-1 14 1563,-2-1-1085,-2-31 478,3 32-814,11 27 564,4 26-199,-2 0 0,-3 0 0,7 70-1,-5-27-27,119 1052 3500,-55-422-3620,28-5-179,45 52-574,42-13-4209,-109-466-887,-35-98-4541,-27-104 215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1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929 95 5320,'0'0'3711,"1"-2"-2676,2-3-830,-1 1 0,1 0 0,0-1 0,0 1 1,0 0-1,1 0 0,-1 1 0,1-1 1,0 1-1,0 0 0,0 0 0,1 0 0,-1 0 1,1 1-1,-1-1 0,1 1 0,9-2 0,7-2 60,0 2 0,0 0 0,24 0 0,-15 1 179,116-6 205,211 15 1,-222 0-508,185 5-46,953 23-2004,-1152-33 1740,363-6-565,-482 5 710,31-3 132,-31 0 133,-18 0-58,-114-3 779,124 6-893,1 1 0,-1 0 0,0-1 1,1 2-1,-11 2 0,6-1 76,9-2-100,-1 0-1,1 0 1,-1 0 0,1 1 0,-1-1 0,1 0-1,0 0 1,0 1 0,0-1 0,0 1 0,0-1-1,0 1 1,0 0 0,0-1 0,0 1 0,0 2-1,1-4-4,0 7 196,7 15 32,1-1 1,20 39-1,2 2 176,-4 12 140,-3 1 1,-3 1-1,10 83 0,13 53 183,69 229 95,88 380-206,-73 15-323,-109-600-344,-11 0 0,-25 244 0,10-397 1,-80 673 12,72-599 10,5-41 32,11-112 0,-2-6-74,-39-53 44,30 37-20,-2 1 1,0 1-1,-1 0 0,-22-20 1,9 15 1,-1 0 0,-1 2 0,-1 2 0,0 0 0,-1 2 0,-1 1 0,-1 2 0,-65-16-1,0 9 27,-1 5 0,-127-3 0,-205 20-14,377-2 40,-921 41-201,6 62 74,39 29-1811,922-132 1582,-56 5-1877,64-6 2082,-1 0 1,0 0-1,1 0 0,-1 0 1,1 0-1,-1 0 1,1 0-1,-1 0 0,1 0 1,-1 0-1,0 0 0,1-1 1,-1 1-1,1 0 1,-1 0-1,1 0 0,-1-1 1,1 1-1,0 0 0,-1-1 1,1 1-1,-1-1 1,1 1-1,0 0 0,-1-1 1,1 0-175,1-1 1,-1 1-1,0 0 0,1 0 1,0 0-1,-1 1 1,1-1-1,0 0 1,-1 0-1,1 0 1,0 0-1,0 1 0,0-1 1,0 0-1,0 1 1,0-1-1,2 0 1,40-30-7963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2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85 7933,'-2'-12'1502,"0"0"0,0 0 1,-2 1-1,1-1 1,-6-11-1,8 21 613,41 150 1234,20 84-1676,22 457 2020,-77-638-3520,42 745 1781,-38-611-1706,10 306 302,24 367-39,-38-805-504,44 703-466,-29-535-1069,-11-152-366,1 121-1,-12-174 1392,0 0 1,0 0-1,-2-1 0,0 1 1,-1-1-1,-6 15 1,-4 11-1502,13-37 1189,1 1 0,-1 0 0,0-1-1,-1 1 1,1-1 0,-1 0 0,0 0-1,0 0 1,-6 6 0,7-8-424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299 506 9121,'-75'-54'1552,"71"52"-1309,0-1 0,1 1-1,-1-1 1,1 0 0,0 0 0,-1 0-1,1-1 1,1 1 0,-1-1 0,0 1-1,1-1 1,0 0 0,0 0 0,0 0 0,-2-7-1,-7-16 1145,9 24-1290,1 0 0,0 0 0,0-1 0,0 1 0,0 0-1,1 0 1,-1 0 0,1-1 0,0 1 0,0 0 0,0-1 0,0 1 0,0 0 0,1 0-1,0-1 1,-1 1 0,1 0 0,1 0 0,-1 0 0,0 0 0,1 0 0,-1 0 0,1 0-1,0 0 1,0 1 0,0-1 0,0 1 0,1 0 0,2-4 0,6-4 30,1 0 0,0 1 0,0 1 0,1-1 0,18-7 0,19-7 95,0 2 0,2 3 0,101-22 0,166-9 39,-301 46-247,709-51-189,2 53-416,389 70 14,-1073-66 570,-28-3 17,0 1 0,0 0 0,0 1 0,0 1 0,27 9 0,-40-11 2,-1 1 1,1 0 0,-1 0-1,1 0 1,-1 1 0,0-1-1,0 1 1,0-1 0,0 1-1,0 0 1,-1 0 0,1 0-1,-1 1 1,0-1-1,0 0 1,0 1 0,3 7-1,-2 2 95,0-1-1,0 1 0,-1 0 0,0 15 0,2 8 39,67 342 1312,-17-111-931,2 44-97,66 398 141,-32 4-241,-81-554-255,-14 217 1,-53 156 126,2-222-208,-121 383 0,170-671-7,-60 175-64,58-176 60,0-1 1,-2 0 0,0-1-1,-1 0 1,-1-1 0,-1 0-1,-18 18 1,24-30 19,-1 0 0,0 0 0,0 0 0,0-1 0,0 0 0,-1-1 0,0 0 0,0-1 0,0 0 0,-1 0 0,1-1 0,-1-1 0,-10 1-1,-21 0-33,-79-6-1,-709-5 99,-1 76-137,-334 89 70,813-104-43,234-40-974,115-12 747,-1 0-1,1-1 0,-1 1 0,1 0 0,0-1 1,-1 0-1,1 0 0,0 0 0,-5-2 1,7 2 25,0 1 1,0-1-1,1 1 1,-1-1-1,0 1 1,0-1-1,0 1 1,1-1-1,-1 0 1,0 1 0,1-1-1,-1 0 1,0 0-1,1 0 1,-1 1-1,1-1 1,-1 0-1,1 0 1,0 0-1,-1 0 1,1 0 0,0 0-1,0 0 1,-1 0-1,1 0 1,0 0-1,0 0 1,0 0-1,0 0 1,1-1-1,0-1-797,0 1 0,0 0 0,1-1 0,0 1 0,-1 0 0,1-1 0,0 1-1,3-2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3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0 432 6985,'8'-22'494,"63"-156"7044,-48 121-4763,-20 47-2426,1-1 1,0 1 0,1 0-1,9-15 1,-6 13-68,5-8 692,0 0-1,32-34 0,-44 54-920,0 0-1,-1-1 1,1 1 0,0 0-1,0-1 1,-1 1 0,1 0-1,0 0 1,0 0 0,0 0 0,0 0-1,-1 0 1,1 0 0,0 0-1,0 0 1,0 0 0,-1 0-1,1 0 1,0 0 0,0 1-1,0-1 1,-1 0 0,1 1-1,0-1 1,0 1 0,-1-1-1,1 1 1,0 0 0,1 0 147,2 1-76,0 1 0,-1-1 1,0 1-1,1 0 0,-1 0 0,0 0 0,-1 0 0,1 1 0,-1-1 0,1 1 0,-1 0 0,3 6 1,17 55 968,-15-41-733,65 292 3107,-24 7-1798,-46-310-1654,56 740 71,-55 2-93,55 469 7,6-823 159,-40-302-2919,71 185-1,-95-284 2747,3 8-890,0-1 1,0 1-1,1-1 1,0 0-1,0 0 1,7 7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3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721 452 8889,'-21'-37'1982,"21"36"-1906,0 0 1,-1 0-1,1 0 0,0 0 1,0 0-1,0 0 0,1 1 0,-1-1 1,0 0-1,0 0 0,0 0 1,1 0-1,-1 0 0,0 1 1,1-1-1,-1 0 0,1 0 1,-1 0-1,1 1 0,-1-1 0,1 0 1,-1 1-1,1-1 0,0 0 1,-1 1-1,2-1 0,20-12 793,-18 11-594,16-6 171,1 1-1,0 0 0,0 2 1,0 0-1,1 2 0,0 0 1,26 1-1,3-2-55,864-36 1433,-480 29-1535,-392 10-266,934-43-82,-4-53-211,-393-31 223,-571 125 58,0 0 0,0 1 0,0 1 0,1-1-1,-1 1 1,17 1 0,-24 0 8,1 1 0,-1-1-1,1 1 1,-1 0 0,1 0 0,-1 0-1,1 0 1,-1 0 0,0 1 0,0-1 0,1 1-1,-1-1 1,0 1 0,0 0 0,-1 0-1,1 0 1,0 0 0,-1 0 0,1 0 0,-1 0-1,0 1 1,1-1 0,-1 0 0,0 1-1,-1-1 1,1 1 0,0-1 0,0 5 0,10 54 414,-3 1 0,0 79 1,-5-83-252,53 859 2551,-9 255-475,-69-306-1429,-76-6-536,75-713-464,6-30-272,-39 136 1,55-248 421,-1-1 0,1 1-1,-1-1 1,-1 0 0,1 0-1,-5 7 1,2-5 3,4-5 18,-1 1 0,1-1 0,-1 0 0,0 0 0,1 0-1,-1 0 1,0-1 0,0 1 0,0 0 0,0-1-1,0 1 1,0-1 0,0 0 0,0 0 0,0 1 0,0-1-1,0 0 1,0-1 0,0 1 0,0 0 0,0-1-1,0 1 1,1-1 0,-1 1 0,-3-3 0,-12-5-13,0 0 1,-1 1 0,0 0 0,0 2-1,0 0 1,0 1 0,-23-2-1,-133 1-20,117 5 23,-1509-9-133,1 31 90,852 56-756,244 6-5425,368-63 41,30-3-3923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5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9 685 5260,'-9'6'8530,"12"-15"-6392,-2 7-2067,0-1 1,0 1-1,0 0 1,1 0-1,-1 0 1,1 0-1,0 0 1,-1 1-1,1-1 1,0 0-1,0 1 1,3-3 0,52-15 1876,2 1 0,110-16 1,-66 14-1329,665-86 1069,-493 76-1483,2565-265 91,-2334 247-999,31-20-3717,-526 67 3948,28-4-861,-11 4-2294,-26 1 1539,-6-2-580,-24-5-4560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5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1 11641,'2'9'605,"0"0"1,1 0-1,0-1 0,0 1 0,1-1 1,0 0-1,0 1 0,1-2 1,0 1-1,12 13 0,3 1 440,2-2-1,25 20 1,-21-19-419,24 25 0,-40-36-552,-1 1-1,0 1 1,0-1-1,-1 1 1,-1 0-1,0 1 1,-1 0-1,0 0 0,-1 1 1,0-1-1,-1 1 1,-1 0-1,0 0 1,-1 0-1,0 1 1,-1-1-1,-1 0 1,0 1-1,-1-1 0,-1 0 1,0 1-1,-1-1 1,-7 20-1,-3 7-56,-2 0 0,-1-1 0,-3-1 0,-1-1 0,-1 0-1,-35 43 1,-178 193-1777,60-79-2236,93-93-1989,6-5-3856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5 272 11365,'-2'5'464,"-1"3"5295,9-12-607,2-3-6165,1 1 1239,0 1 0,0 0 0,0 1 0,1 0 0,-1 0 0,1 1 0,0 0 0,0 1 0,1 0 0,13-1 0,5-1 62,1006-110 1684,-325 47-6498,-603 55 2483,49-7-4986,-55 2-2862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6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9 10125,'-4'2'159,"0"0"142,1-1 0,-1 0 0,0 1 0,0-1 0,1-1 0,-9 2 0,10-2-72,1-1 1,-1 1 0,1-1 0,-1 1 0,0-1 0,1 1 0,-1-1 0,1 0-1,-1 0 1,1 0 0,0 0 0,-1 0 0,1 0 0,0 0 0,-1 0 0,1 0-1,0-1 1,-2-3 4963,4 13-4746,0-1 1,1 1-1,0-1 0,0 1 0,0-1 0,1 0 0,1 0 1,4 8-1,3 2-32,0 0-1,1-1 1,26 28 0,9 10 154,-28-28-480,-1 0-1,0 1 1,-2 1-1,-2 1 1,0 0 0,-2 1-1,-1 0 1,-2 1 0,-1 0-1,-1 0 1,-1 1 0,-2 0-1,-2 0 1,0 0-1,-3 0 1,-4 39 0,-4-10-530,-3-1 1,-3 0 0,-2 0-1,-50 110 1,30-95-693,-3-1 1,-4-2 0,-58 73-1,-97 93-8267,101-131-965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6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37 211 6873,'-1'-2'507,"1"0"1,-1 0-1,0 0 1,1 1-1,-1-1 0,0 0 1,0 0-1,0 1 1,0-1-1,-1 0 1,1 1-1,0-1 1,-1 1-1,1 0 1,-1-1-1,-2-1 1,-9-5 496,13 8-983,0 0 0,-1 0 1,1 0-1,0 0 1,0 0-1,0 0 1,0 0-1,0 0 1,0 0-1,0 0 0,0 0 1,-1 0-1,1 0 1,0 0-1,0 0 1,0 0-1,0-1 1,0 1-1,0 0 0,0 0 1,0 0-1,0 0 1,0 0-1,0 0 1,0 0-1,0 0 1,0-1-1,0 1 1,0 0-1,0 0 0,0 0 1,0 0-1,0 0 1,0 0-1,0 0 1,0-1-1,0 1 1,0 0-1,0 0 0,0 0 1,0 0-1,0 0 1,0 0-1,0 0 1,0 0-1,0-1 1,0 1-1,0 0 0,0 0 1,0 0-1,0 0 1,0 0-1,1 0 1,-1 0-1,0 0 1,0 0-1,0 0 1,0 0-1,0 0 0,0 0 1,0-1-1,0 1 1,1 0-1,-1 0 1,2-2 153,0-2-11,1 1 0,-1 0 0,1 0-1,0 0 1,0 0 0,0 0-1,0 1 1,0 0 0,1-1 0,-1 1-1,1 0 1,0 1 0,-1-1-1,1 1 1,0-1 0,4 0 0,59-10 673,0 2 0,1 4 1,110 3-1,-68 3-396,388-5 335,239-6-1555,-369-9-3236,-3-17-4113,-224 16-1389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7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14 10189,'2'-1'2389,"-1"0"-2383,0 0 350,1-1 0,0 1 0,0 0-1,0 0 1,-1 0 0,1 0 0,0 1 0,0-1 0,0 0 0,0 1 0,0 0 0,0-1 0,1 1 0,-1 0 0,0 0 0,0 0 0,0 0 0,0 0 0,0 1 0,0-1 0,0 1 0,3 0 0,15 5 211,0 2 0,0 0 0,-1 1 0,33 21 1,73 57 706,-89-61-1019,12 9-8,-2 1 1,-1 3 0,-2 1-1,-2 3 1,38 49 0,-65-73-199,-2 0 1,0 2-1,-1-1 1,-1 1-1,-1 1 1,11 38-1,-16-43-53,-1 0-1,-1 0 1,0 1-1,-1-1 0,-1 0 1,-1 1-1,0-1 1,-1 0-1,-1 0 0,-6 19 1,-5 4-188,-1 0 0,-3-1 1,-1 0-1,-1-2 0,-2-1 1,-2 0-1,-1-2 0,-34 36 0,-36 29-1603,-126 102-1,-51 21-3805,185-152 1203,-16 15-4220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8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1148 10761,'0'-1'387,"-1"1"1,0-1-1,1 0 0,-1 1 1,0-1-1,0 1 1,1-1-1,-1 1 0,0-1 1,0 1-1,0 0 0,0-1 1,0 1-1,1 0 0,-1 0 1,0 0-1,0-1 1,0 1-1,0 0 0,0 0 1,0 0-1,0 0 0,0 1 1,0-1-1,0 0 1,0 0-1,0 1 0,1-1 1,-3 1-1,-10 7 4023,16-10-4282,1 0 1,-1 0-1,0-1 1,0 0 0,-1 1-1,1-1 1,-1 0-1,1 0 1,2-5-1,-2 4-14,28-23 216,-29 26-287,-1-4-70,0 1 29,0-1 1,1 1-1,-1 0 0,1 0 1,0-1-1,3-3 0,6-16-18,-8 12 25,-1 4-13,0 0-1,1 0 1,0 1-1,7-14 1,-9 18 10,9-32 24,-10 31-24,7-27-16,-7 29-15,26 21-3906,-12-8 3534,-1-1 1,0 2-1,20 21 0,-29-29 365,0-1 1,0 0-1,0-1 0,1 1 1,-1-1-1,1 1 0,-1-1 1,1-1-1,6 3 1,-5-3 103,-3 0 706,20-37-169,90-222-186,-49 105-460,-47 110 381,-3-1-1,-1 0 0,-2-1 0,-2-1 1,-2 1-1,-3-1 0,-1-1 1,-2 1-1,-9-83 0,8 128-289,0 1-1,0-1 1,0 0-1,0 0 1,0 1-1,0-1 1,0 0-1,0 0 1,0 1-1,-1-1 1,1 0-1,0 1 1,0-1-1,-1 0 1,1 1-1,0-1 1,-1 0-1,1 1 1,-1-1 0,1 0-1,-1 1 1,1-1-1,-1 1 1,1-1-1,-2 0 1,1 2 30,0-1 0,-1 1 1,1-1-1,0 1 0,0 0 1,0-1-1,0 1 0,0 0 1,0 0-1,0 0 0,0 0 1,0 0-1,0 0 0,-1 2 0,-3 5 114,0-1 0,0 1 0,1 0 0,0 0 0,1 0 0,-1 1 0,2-1 0,-4 14 0,-8 80 150,11-74-342,-29 441-6,32-349 0,29 229 0,-2-194 0,86 279 0,-102-404-274,1 0 1,1-1-1,24 38 1,-17-37-1787,26 31 0,-39-53 841,-1-1 0,1 0-1,0 0 1,1 0 0,-1-1-1,1 0 1,1-1 0,-1 0-1,18 8 1,30 7-11157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8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17 419 13081,'-1'0'158,"0"0"0,0 0 1,0 0-1,0 0 0,1-1 0,-1 1 0,0 0 0,0-1 0,0 1 0,1-1 1,-1 1-1,0-1 0,0 1 0,1-1 0,-1 1 0,1-1 0,-1 0 0,0 1 1,1-1-1,-1 0 0,1 1 0,-1-2 0,14-9 3914,1 1-4090,14-11 640,1 1 1,46-25-1,-1 9-383,-1-3-1,-3-3 0,100-78 0,-149 104 125,22-22 1445,-42 37-1760,-1 1 0,1-1 0,-1 0 0,1 1 0,-1-1 0,1 0 0,0 1 0,-1-1 0,1 1 0,0-1 0,0 1 0,-1-1 0,1 1 0,0 0 0,0-1 0,0 1 0,0 0 0,-1 0 0,1 0 0,0 0 0,0-1 0,0 1 0,0 0 0,0 0 0,-1 1 0,1-1 0,0 0 0,0 0 0,0 0 0,0 1 0,0-1 0,-1 0 0,1 1-1,0-1 1,0 0 0,-1 1 0,1-1 0,0 1 0,-1-1 0,1 1 0,0 0 0,-1-1 0,1 1 0,-1 0 0,1-1 0,-1 1 0,1 0 0,-1 0 0,1-1 0,-1 1 0,1 2 0,2 3 221,-1 0-1,1 0 1,-1 0 0,-1 0-1,1 1 1,1 9 0,2 76 1090,-8 140 0,-1 0-1742,19-3-4383,5-75-6565,-3-67-2062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9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1380 14465,'160'-93'3389,"65"-14"188,-26 13-2401,-159 73-947,-1-2-1,64-51 1,-94 66-196,1 0 1,-1-1-1,-1 0 1,0 0-1,0-1 1,-1 0-1,0 0 1,10-21-1,-16 29 4,0-1-1,0 1 1,0-1-1,0 0 0,0 1 1,0-1-1,-1 0 1,1 1-1,-1-1 1,0 0-1,0 0 1,0 1-1,0-1 1,0 0-1,-1 0 0,1 1 1,-1-1-1,0 0 1,0 1-1,0-1 1,0 1-1,0-1 1,0 1-1,-1-1 1,1 1-1,-1 0 1,0 0-1,1 0 0,-1 0 1,0 0-1,0 0 1,-1 0-1,1 1 1,0-1-1,-1 1 1,1-1-1,0 1 1,-1 0-1,0 0 0,-2-1 1,-8-1 202,0 1-1,0 0 1,0 1-1,-1 0 1,1 1-1,0 0 1,0 1-1,-23 5 1,15-1 147,0 1 1,1 1-1,0 1 1,-36 20-1,23-8 109,1 1 0,1 2 0,2 1-1,0 1 1,-46 52 0,59-57-427,0 0 1,1 2-1,1-1 1,1 2-1,0-1 1,2 2-1,1 0 0,1 0 1,-7 31-1,13-41-70,1 0-1,0-1 0,1 1 0,0 0 0,1 0 0,1 0 0,0 0 0,1 0 1,0 0-1,1 0 0,1-1 0,0 0 0,1 1 0,0-1 0,1-1 1,1 1-1,0-1 0,14 18 0,-4-10-16,2-1 0,0 0 0,0-2 0,2 0 1,0-2-1,1 0 0,1-1 0,0-1 0,1-1 0,0-2 0,30 10 0,4-3-425,0-2-1,1-2 0,110 8 0,-102-18-63,0-2-1,-1-3 0,1-3 0,88-19 1,-108 14 256,0-2-1,0-2 1,-2-3 0,0-1 0,-1-2 0,74-46 0,-96 50 174,0 0 0,0-2 0,-2 0 0,0-1 0,21-28 0,-34 39 89,-1-1 0,1 0 1,-2 0-1,1 0 1,-1-1-1,-1 0 1,0 0-1,0-1 1,-1 1-1,0-1 0,-1 1 1,0-1-1,-1 0 1,0 0-1,-1 0 1,-1-11-1,0 16 17,-1 1 1,1-1-1,-1 1 0,-1 0 0,1 0 0,-1 0 1,0 0-1,0 0 0,0 1 0,-1-1 0,0 1 1,1 0-1,-2 0 0,1 0 0,0 1 1,-6-4-1,5 3-23,-1 0 0,0 1 1,0-1-1,0 1 0,0 1 1,0-1-1,-1 1 0,1 0 1,-1 0-1,1 1 0,-1 0 0,-12 0 1,16 1-116,0 1 0,0-1 0,1 1 0,-1 0 0,1 0 0,-1 0 0,1 1 1,-1-1-1,1 0 0,0 1 0,-1 0 0,1-1 0,0 1 0,0 0 0,0 0 0,0 0 0,1 1 0,-1-1 0,1 0 1,-1 1-1,1-1 0,0 1 0,0-1 0,0 1 0,0-1 0,-1 5 0,2-6 40,0 0 0,0 0 0,1 1-1,-1-1 1,0 0 0,1 0 0,-1-1 0,0 1 0,1 0-1,-1 0 1,1 0 0,0 0 0,-1 0 0,1 0-1,0-1 1,-1 1 0,1 0 0,0 0 0,1 0 0,0 1-136,3 3 79,0-1-1,0-1 0,0 1 1,0-1-1,0 0 0,1 0 0,0 0 1,-1-1-1,1 0 0,8 2 1,-4 0 403,0-1 0,0 1 0,11 7 0,-17-8 58,-1 1-1,1-1 1,-1 0 0,0 1-1,0 0 1,0 0-1,-1 0 1,0 0-1,1 0 1,-1 0-1,-1 1 1,1-1 0,0 1-1,-1-1 1,0 1-1,0 5 1,1-2 297,1 1-1,-1-1 1,8 15 0,-9-20-549,1 0 0,0-1 1,0 1-1,0-1 0,0 1 0,0-1 0,0 0 1,1 0-1,-1 0 0,1 0 0,0 0 1,-1-1-1,1 1 0,5 2 0,-2-3-83,0 1 0,1-1-1,-1 0 1,0 0 0,1 0 0,-1-1-1,0 0 1,1 0 0,-1-1-1,0 0 1,1 0 0,10-3 0,6-4-189,-1-1 0,23-12-1,15-8-326,-2-4-1,-1-1 0,-2-4 0,-1-1 0,-2-3 0,66-69 0,-57 43 295,-3-3 0,-3-2 0,48-85-1,112-252 1542,-184 345-484,4 3 1,42-60-1,-70 111-589,1 1 0,1 0 0,17-17-1,-23 25-184,-1 0-1,0 0 0,1 0 0,-1 1 1,1-1-1,-1 1 0,1 0 0,0 0 1,-1 0-1,1 0 0,0 0 1,0 0-1,0 1 0,0-1 0,0 1 1,0 0-1,0 0 0,-1 0 0,1 0 1,0 1-1,0-1 0,0 1 0,3 0 1,-1 1-31,-1 1 0,0-1 1,0 0-1,0 1 0,0 0 1,0 0-1,0 0 0,-1 0 1,0 1-1,0-1 0,4 6 1,2 4-24,-1 1 1,9 18-1,4 16-6,-3 1 0,-2 0 0,-2 1 0,-2 0 0,9 87 0,-4 267 0,-33 43 266,4-223-1318,7 0-3623,6-187 2252,6 44-1,8-8-4283,10 0-6061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29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1046 114 14433,'8'-60'2967,"-8"58"-2750,1-1-1,0 1 0,0 0 0,0 0 1,0 0-1,0-1 0,0 1 0,1 1 1,-1-1-1,1 0 0,-1 0 0,1 0 1,0 1-1,0-1 0,-1 1 0,1-1 1,0 1-1,4-2 0,1-1 437,-5 2-418,1 1-1,0-1 0,0 1 1,0-1-1,0 1 1,1 0-1,-1 0 1,0 1-1,0-1 1,0 1-1,1-1 1,-1 1-1,6 1 1,41 7 766,-39-5-639,5 0-139,-1 2 1,1 0 0,-1 1-1,0 0 1,-1 1-1,0 1 1,0 0 0,-1 1-1,0 1 1,0 0 0,-1 1-1,0 0 1,13 16-1,-18-19-168,-1 1-1,1 0 0,-2 0 0,1 1 0,-1-1 0,-1 1 0,1 0 1,-2 1-1,0-1 0,0 0 0,0 1 0,-2 0 0,1 0 0,-1-1 1,-1 1-1,0 0 0,0 0 0,-1 0 0,-1 0 0,-3 13 0,-1-5-18,0-1-1,-2 0 0,0 0 1,-1 0-1,-1-1 0,0-1 0,-16 20 1,6-12-31,-2-1 0,0-2 1,-1 0-1,-25 17 0,-27 11-580,-2-3 0,-98 43 0,140-72 169,-308 135-4235,-32 16-6072,213-88-202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6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80 254 6405,'0'0'4401,"-1"-3"-3288,1 0-843,-1 1-1,0 0 0,1-1 1,0 1-1,-1-1 1,1 1-1,0 0 0,0-1 1,1 1-1,-1-1 1,0 1-1,1 0 1,0-1-1,-1 1 0,1 0 1,0-1-1,0 1 1,0 0-1,0 0 1,5-6 4985,-9 6-4413,-1 1-472,0-1-1,0 0 1,1 0-1,0 0 0,-1 0 1,-5-6 689,-7-1-99,9 4-552,3 3 10,0-1 0,1 1 0,-1-1 0,0 0 0,1 0-1,-5-6 1,29-17 1363,-13 0-1962,-7 26 36,-1-1-1,0 0 1,0 0-1,0 0 0,-1 0 1,1 1-1,0-1 1,0 0-1,0 0 0,0 0 1,-1 1-1,1-1 1,0 0-1,-1 1 1,1-1-1,-1 0 0,1 0 1,-1 0-1,-2-4-635,-21-32-6195,23 31-185,4-15-4745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2 8521,'-8'-1'831,"0"1"1,-1 0-1,1 0 0,0 1 1,0-1-1,-1 2 1,1-1-1,0 1 0,0 1 1,0-1-1,-16 9 4522,21-10-4690,-2 1-312,1-1-1,-1 0 1,0-1-1,1 1 1,-1-1-1,0 0 1,1 0-1,-1 0 0,0-1 1,1 1-1,-9-4 1,10 3 1276,0 1-1453,-25-5 92,25 4-176,0 2-11,-31 6-289,31-6-608,-3 14-1754,-1-1-278,8-3-7860,4 7 730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46 14545,'-53'-45'12663,"53"52"-11848,1 0-1,0 0 1,0 0-1,3 10 0,3 12-112,55 759 60,-45-447-739,-1-43-194,-5-57 1065,0-80-3134,2-28-2925,3-1-4138,-6-66-4495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7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10 13817,'9'-2'628,"-1"-1"0,1 2 0,0-1 0,0 1 0,0 1 0,1 0 0,-1 0 0,0 0 0,0 1 0,0 1 0,0 0 0,-1 0 0,1 0 0,12 6 0,8 5 250,-1 1-1,47 31 1,-61-36-719,1 1 1,-2 1-1,1 0 1,-2 1 0,1 0-1,-2 1 1,1 0-1,-2 1 1,11 18 0,-17-25-129,-1 0 1,1 0 0,-1 0-1,-1 1 1,0-1-1,0 1 1,0-1 0,-1 1-1,0 0 1,0 0 0,-1 0-1,0-1 1,0 1 0,-1 0-1,0 0 1,-1 0-1,0-1 1,0 1 0,0-1-1,-1 1 1,0-1 0,-7 12-1,-3 1 20,-1 0-1,-1-1 0,-1-1 1,0 0-1,-2-1 0,-26 20 1,-130 82-253,73-54-711,-55 55-3670,147-113 3988,6-5 291,1 0-234,-1-1 0,1 1-1,0-1 1,0 1 0,0 0 0,1 0 0,-1 0-1,0 0 1,1 0 0,-1 0 0,1 0 0,-1 0 0,1 1-1,0-1 1,0 1 0,-1 4 0,0 22-9278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8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725 895 12321,'-147'-31'2590,"127"27"-1906,0 0-1,-1 2 0,1 1 0,-1 0 0,1 2 1,-1 0-1,1 1 0,0 1 0,0 1 0,0 1 1,0 1-1,1 0 0,0 1 0,0 2 1,1 0-1,-31 19 0,32-15-473,0 0 0,1 1 0,0 0 0,2 2 0,-1 0 0,2 0 0,0 1 0,1 1 1,1 0-1,-15 32 0,18-32-296,1 1 1,1 1-1,0-1 1,2 1-1,0 0 1,1 0-1,1 0 1,1 1-1,1-1 1,1 0-1,4 29 1,-2-34-143,0 8-427,11 36 0,-12-54 500,0 0-1,-1 0 0,2 0 0,-1 0 0,1 0 0,-1-1 0,1 1 0,1-1 0,-1 0 1,0 0-1,1 0 0,7 6 0,-7-7 20,1-1 1,-1 1-1,1-1 0,-1 0 1,1 0-1,0-1 0,-1 1 0,1-1 1,0 0-1,0 0 0,0-1 1,0 1-1,0-1 0,0 0 1,0-1-1,0 1 0,0-1 1,0 0-1,0 0 0,-1-1 1,1 1-1,0-1 0,-1 0 1,9-5-1,-3 0 30,0 0 0,0 0-1,0-1 1,-1 0 0,0-1 0,-1 0 0,0 0 0,0-1-1,7-13 1,23-41 109,-2-1-1,-4-2 1,32-91-1,52-273 1664,-54 150-366,-12 11 1437,-46 242-2439,-1 3-1,-2 16-55,0 0 0,0 0 0,1 0 1,0 0-1,0 1 0,7-15 0,-9 23-229,0 0 1,0-1-1,0 1 1,0 0-1,0-1 1,0 1-1,0 0 1,0 0-1,0-1 1,0 1-1,0 0 1,0 0-1,0 0 1,1-1 0,-1 1-1,0 0 1,0 0-1,0-1 1,0 1-1,1 0 1,-1 0-1,0 0 1,0 0-1,0-1 1,1 1-1,-1 0 1,0 0-1,0 0 1,1 0-1,-1 0 1,0 0-1,0 0 1,1 0-1,-1 0 1,0 0-1,0 0 1,1-1-1,-1 1 1,0 1-1,0-1 1,1 0-1,-1 0 1,0 0-1,0 0 1,1 0-1,-1 0 1,0 0-1,0 0 1,1 0-1,-1 0 1,0 1-1,0-1 1,0 0-1,1 0 1,-1 0-1,0 0 1,0 1-1,9 20 399,-7-12-261,59 180 1451,171 472 410,-83-343-1993,-116-258-40,3-1 0,3-2 1,48 55-1,-76-100-110,0 0 0,1-1 0,0-1 0,0 0 0,1-1-1,1 0 1,-1 0 0,21 8 0,-24-13 23,-1-1 0,1 0 0,0 0 0,0-1 0,0 0 0,0-1 0,0 0 0,0-1 0,1 0 1,-1 0-1,0-1 0,0-1 0,0 1 0,10-4 0,-3-1-60,0 0 0,0-2 0,-1 1 0,0-2 0,-1 0 0,0-1 0,21-18 0,-14 9-21,-2-2 1,-1 0-1,0 0 1,17-29-1,2-12-151,-3-3-1,48-120 0,-42 86 232,78-141-1,-118 238 127,0 0-1,-1 0 1,1 0-1,0 1 1,1-1 0,-1 0-1,0 1 1,0-1-1,1 1 1,-1 0 0,1-1-1,-1 1 1,1 0-1,0 0 1,-1 0 0,1 0-1,0 0 1,0 0-1,-1 1 1,1-1 0,0 1-1,0-1 1,0 1-1,3-1 1,-4 2 4,1 0 0,-1-1 0,1 1 0,-1 0 0,1 0 0,-1 0 0,0 0 0,0 0 0,1 0 1,-1 0-1,0 1 0,0-1 0,0 0 0,0 1 0,0-1 0,-1 1 0,1-1 0,0 1 0,-1-1 0,1 1 0,-1-1 0,1 1 0,-1 0 0,0-1 0,1 1 0,-1 2 1,9 88 905,-6 173 0,-5-190-642,16 757 1189,-13-829-1472,16 151 203,-14-141-216,0 1 0,0-1 0,2 0 0,-1 0 1,2 0-1,0-1 0,0 0 0,16 22 1,-20-32-11,0 0 0,0-1 0,0 1 0,1 0 1,-1-1-1,1 1 0,-1-1 0,1 1 0,0-1 1,-1 0-1,1-1 0,0 1 0,0 0 1,0-1-1,0 1 0,-1-1 0,1 0 0,0 0 1,0 0-1,5-1 0,-2 0-23,1 0 0,-1 0 0,0-1-1,0 0 1,0 0 0,-1 0 0,1-1 0,8-4-1,-6 0-37,0 0 0,0 0 0,0 0 0,-1-1 0,0 0 0,-1 0 0,0-1 0,0 0 0,-1 0 0,0 0 0,0 0 0,-1-1 0,0 0 0,-1 0 0,0 0 0,-1-1 0,0 1-1,1-15 1,-2 9 2,-1 1-1,0-1 0,-1 0 0,0 1 0,-2-1 0,0 1 0,0-1 0,-2 1 1,0 0-1,0 0 0,-14-24 0,-1 7 196,0 1 0,-49-55 0,60 77-6,0-2-1,0 1 1,1-2 0,1 1-1,-12-23 1,17 29-85,0 0 1,0 0-1,1-1 1,0 1-1,0 0 1,1-1 0,-1 1-1,1-1 1,0 1-1,0-1 1,1 1-1,0 0 1,0-1-1,0 1 1,1 0 0,-1 0-1,5-8 1,-1 2-59,1 0 1,0 1-1,1 0 1,0 0-1,1 1 1,-1 0 0,13-10-1,9-6-519,31-20 0,-44 35 315,70-50-2911,126-63-1,2 28-5027,-46 39-1898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9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17730,'0'0'3903,"4"0"-311,32 0 2155,-35 0-5675,0 0 0,-1 0 0,1-1 0,0 1 1,-1 0-1,1-1 0,0 1 0,-1-1 0,1 1 1,-1-1-1,1 1 0,-1-1 0,1 0 0,-1 1 1,1-1-1,-1 0 0,1 1 0,-1-1 0,0 0 1,1 1-1,-1-1 0,0-1 0,1 0 63,0 1-135,-1 1 0,0-1 0,0 0 0,1 1 0,-1-1 0,0 1 0,1-1 0,-1 1 0,1-1 0,-1 1 0,1-1 0,-1 1 0,1-1 0,-1 1 0,1-1 0,-1 1 0,1 0 0,-1-1 0,1 1 0,0 0 0,0-1 0,6 2-201,0-1 1,0 1-1,0 0 0,0 1 1,9 2-1,2 0-1178,44 13-11772,-6 1-898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39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58 14841,'-58'-24'1909,"-15"-6"4339,71 29-5986,-1 0 0,0 0 0,0 1 0,-1-1 0,1 1 0,0 0 0,0 0-1,0 0 1,0 1 0,0-1 0,0 1 0,0-1 0,0 1 0,0 0 0,0 0 0,1 0 0,-1 1 0,0-1 0,0 0-1,1 1 1,-1 0 0,1 0 0,-5 4 0,0 1 148,-1 0 0,1 1 0,1-1 0,-1 2 0,1-1 0,-6 13 0,-10 22-244,3 1 1,2 1 0,-22 88 0,-8 149-221,43-243 54,2 0 0,1 0 0,2 1 0,1-1 0,3 0 0,1 0 0,13 46 0,-13-68 0,0 0 0,1-1 0,0 0 0,2 0 0,0-1 0,0 0 0,23 26 0,-23-31 0,1-1 0,0 0 0,0-1 0,1 0 0,0-1 0,0 0 0,1-1 0,0 0 0,0 0 0,0-2 0,22 7 0,-6-6 0,1-1 0,0-1 1,0-1-1,0-1 0,1-2 0,-1-1 1,0-2-1,-1 0 0,1-2 0,28-10 0,-6 0-351,-2-3-1,-1-2 1,0-2-1,75-48 0,-86 46-12,0-1 0,-2-1 0,-1-2 0,-1-2-1,-2 0 1,45-59 0,-60 61 180,-1-1-1,-1 0 1,-1 0 0,15-60 0,-19 60 36,-8 28 122,0 1 0,0-1 1,-1 0-1,1-1 0,-1 1 0,0 0 0,1 0 0,-1 0 1,0 0-1,0 0 0,0 0 0,-1 0 0,1 0 0,0 0 0,-1 0 1,1-1-1,-1 1 0,0 1 0,0-1 0,1 0 0,-1 0 0,-1 0 1,1 0-1,0 1 0,0-1 0,-1 0 0,1 1 0,-2-2 1,0 2-116,1-1 0,0 1 0,0 0 0,-1 1 0,1-1 0,-1 0 1,1 1-1,-1-1 0,1 1 0,-1 0 0,1 0 0,-1 0 1,1 0-1,-1 0 0,1 1 0,-1-1 0,1 1 0,0 0 1,-1-1-1,1 1 0,0 0 0,-3 2 0,-6 2-1426,0 1 1,0 0-1,1 0 0,0 1 0,0 1 0,-15 14 0,-4 15-7885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479 112 15001,'-129'-92'7783,"127"90"-7504,-1 0 1,0 0-1,0 0 0,0 0 0,-1 1 0,1-1 1,0 1-1,-1 0 0,1 0 0,-1 0 0,1 0 1,-1 0-1,1 1 0,-1 0 0,1-1 0,-1 1 1,0 1-1,1-1 0,-1 0 0,1 1 0,-1 0 1,1 0-1,-1 0 0,1 0 0,0 1 1,-1-1-1,1 1 0,0 0 0,-3 2 0,2 0-193,0 0 0,0 0 0,1 1 1,-1-1-1,1 1 0,0 0 0,1 0 0,-1 0 0,1 0 0,0 0 0,0 1 0,0-1 0,1 1 0,0-1 0,0 1 0,0 0 0,1 10 0,2 28-70,2-1 0,1 0 0,19 67-1,47 124-23,-63-210 11,107 295-3,14 40 0,-117-320 0,-1 1 0,-3 0 0,-1 1 0,-1-1 0,-3 1 0,-3 67 0,-2-79 0,-2 0 0,-1 0 0,-1-1 0,-1 1 0,-2-2 0,0 1 0,-2-1 0,-2 0 0,0-1 0,-18 25 0,13-25 5,-1-1 1,-1-1-1,-1-1 1,-1 0-1,-40 30 1,42-38-57,0-2 0,-1 0 0,-1-1 1,0-1-1,0-1 0,-1-1 0,-44 11 1,54-18-356,1 0 1,-1 0 0,1-1-1,-13-1 1,22 0 154,1 0 1,0-1-1,0 0 1,0 1 0,0-1-1,-1 0 1,1 0-1,0 0 1,1 0-1,-1 0 1,0-1-1,0 1 1,0 0-1,1-1 1,-1 0 0,1 1-1,-1-1 1,1 0-1,0 0 1,-1 1-1,1-1 1,0 0-1,0 0 1,1 0-1,-1-1 1,0 1 0,1 0-1,-1 0 1,1 0-1,-1-4 1,2 3-216,-1 1 1,0-1-1,1 1 1,-1 0-1,1-1 1,0 1 0,0 0-1,0 0 1,0-1-1,0 1 1,1 0-1,-1 0 1,1 0-1,-1 0 1,4-3-1,46-41-11705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0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97 15645,'-5'5'271,"-1"1"256,1 0 0,-1 0 0,1 1-1,-6 11 1,9-15-261,1 0-1,0 1 1,0-1 0,0 1-1,0-1 1,0 1 0,1-1-1,0 1 1,0 0 0,0-1-1,0 1 1,0-1 0,2 7-1,27 107 6748,9-3-3946,9 32-2649,54 217-418,-43-182 0,-52-160 0,1 0 0,1-1 0,2 0 0,-1 0 0,2-1 0,18 25 0,-27-42 0,-1-1 0,1 1 0,-1-1 0,1 0 0,0 1 0,-1-1 0,1 0 0,0 0 0,0 0 0,0 0 0,0 0 0,0 0 0,0-1 0,0 1 0,0-1 0,0 0 0,5 1 0,-1 0 0,1 0 0,0-1 0,0 0 0,0 0 0,0-1 0,0 0 0,0 0 0,0 0 0,0-1 0,0 0 0,-1 0 0,1-1 0,-1 0 0,0 0 0,0-1 0,9-6 0,16-17 0,-2-2 0,-1-1 0,-1-1 0,41-62 0,73-152 0,-103 176 0,32-56-262,59-113 823,-96 169-2479,38-114 1,-66 170 380,-2 0 0,4-24 0,-6 33 568,-1 0 0,0-1 0,0 1 1,0 0-1,-1 0 0,0-1 0,-1-5 1,-15-20-12918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1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4 148 19598,'-4'-30'2948,"28"33"7273,-17-18-10221,3 3 0,-10-9 0,0 0 0,6 3-3048,4 3-1533,10-3-17573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20702,'1'6'3018,"59"337"6186,47 474-9361,-88-624-88,3 20-5351,-4-70-4674,-17-136 9204,9 56-11540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1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19 14577,'47'-17'4897,"-46"17"-4715,0-1 0,0 1 1,0 0-1,1-1 0,-1 1 1,0 0-1,1 0 0,-1 0 1,0 0-1,0 0 0,1 1 1,-1-1-1,0 0 0,0 0 1,1 1-1,-1-1 0,2 2 1,3 0 384,6 0-206,0 1 0,0 0 0,-1 1 0,1 1 0,-1-1 0,0 2 0,-1-1 0,1 2 0,-1-1 0,0 1 0,-1 1 0,0 0 0,0 0 0,9 11 1,-13-13-278,0 1 1,-1-1-1,0 1 1,0 0-1,0 0 1,-1 0-1,0 0 1,-1 0-1,1 1 1,-1-1-1,-1 1 1,1 0-1,-2 0 1,1-1 0,-1 1-1,0 0 1,0 0-1,-1 0 1,0 0-1,0-1 1,-1 1-1,-5 13 1,-3 2 39,-1-1 0,-1 0 0,-1-1 0,0 0 0,-24 26 1,-93 91-74,88-95-335,-16 17-1044,-35 35-6683,79-78 866,15-5-4582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2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24 486 16874,'-20'20'2536,"17"-16"-476,19 16 1749,-11-12-3127,30 29 755,-26-29-1220,-1 0 1,0 1-1,8 10 1,4 9 199,0-1-230,0 1-1,-2 0 0,-2 2 1,0-1-1,11 34 0,13 50-1143,-40-111 938,1 1-1,-1-1 1,1 0-1,0 0 1,-1 0-1,1 0 1,0 0-1,0 0 1,0 0-1,0 0 1,1 0-1,-1 0 1,0 0-1,1-1 1,-1 1-1,1-1 1,0 1-1,0-1 1,-1 1 0,1-1-1,0 0 1,0 0-1,0 0 1,0 0-1,0 0 1,1-1-1,-1 1 1,0 0-1,0-1 1,0 0-1,1 0 1,-1 1-1,0-1 1,0 0-1,1-1 1,-1 1 0,0 0-1,4-2 1,2 0-2,0-1 1,0 0 0,-1-1-1,1 0 1,-1 0 0,0-1-1,0 0 1,0 0 0,7-7-1,34-34-82,0-1 25,1 2 1,81-56-1,-112 89 73,0 2 0,0 0-1,1 1 1,1 0 0,0 2-1,0 0 1,0 2 0,0 0-1,1 1 1,0 1 0,0 1-1,22 1 1,-10 3 12,-1 1 1,0 2 0,56 16-1,88 40 15,-155-53-5,54 21 27,94 21-1,-161-48-33,0-1-1,1 0 1,-1-1 0,0 1-1,1-2 1,-1 1 0,0-1-1,1-1 1,-1 1 0,0-1-1,9-4 1,-2 1 1,-9 4-3,0-2 0,0 1 0,0 0-1,-1-1 1,1 0 0,0-1 0,-1 1-1,0-1 1,0 0 0,0 0 0,0-1-1,-1 1 1,0-1 0,7-10 0,-6 7 37,-1 0 1,0-1-1,0 0 1,-1 1-1,0-1 1,-1 0-1,0 0 1,0 0-1,0-14 1,-1 5 37,-2-1 1,0 1-1,-1-1 1,0 1-1,-2 0 1,0 0-1,-1 0 1,-1 1-1,-13-29 1,12 34-47,0 0-1,0 1 1,-1 0-1,0 1 1,-1-1-1,-20-17 1,27 26-32,-1 0 0,0 0 0,0 0 0,0 1 0,0-1 0,0 1 0,-1 0 0,1 0 0,0 0 0,0 0 0,-1 0 0,1 1 0,-1-1 0,1 1-1,-1 0 1,1 0 0,-1 0 0,1 1 0,0-1 0,-1 1 0,1 0 0,0 0 0,-1 0 0,1 0 0,0 1 0,0-1 0,0 1 0,0 0 0,-4 3 0,2-2-12,0 1 1,1 0-1,-1 0 0,1 1 1,0-1-1,0 1 0,0 0 0,1 0 1,0 0-1,0 0 0,0 0 1,1 1-1,-1-1 0,1 1 1,-2 8-1,3-7-28,0 0 0,1 1-1,-1-1 1,1 0 0,1 1 0,0-1-1,0 0 1,0 1 0,0-1 0,1 0-1,1 0 1,-1 0 0,1-1 0,0 1-1,1-1 1,-1 1 0,1-1 0,6 7 0,-5-9 16,-1 1 1,1-1-1,0 0 1,1 0-1,-1-1 1,1 1-1,-1-1 1,1-1-1,0 1 1,0-1-1,0 0 1,1 0-1,-1-1 1,0 0-1,1 0 1,-1 0-1,1-1 1,-1 0-1,1 0 1,-1 0-1,8-3 1,6 0 112,-1-2 1,0-1 0,-1 0-1,1-1 1,-1-1-1,-1-1 1,0 0-1,29-21 1,11-14 919,56-57 0,-7 6 429,-96 87-1412,-6 4-27,1 0 0,-1 0-1,1 0 1,0 1 0,0 0 0,11-5 0,-14 7-4,1 1 0,0-1-1,0 1 1,-1-1 0,1 1 0,0 0 0,0 0 0,0 0 0,-1 0 0,1 1-1,0-1 1,0 1 0,-1 0 0,1 0 0,0-1 0,-1 2 0,1-1 0,-1 0-1,1 1 1,-1-1 0,3 3 0,6 4 0,1 1 0,-2 0 0,1 1 0,-1 0 0,-1 1 0,0 0 0,0 1 0,-1-1 0,0 2 0,-1-1 0,-1 1 0,6 16 0,8 33 0,-4 2 0,-2 0 0,10 107 0,-18-63 0,-9 157 0,-11-103 0,-37 175 0,26-232 0,-5 0 0,-50 118 0,63-178 0,-2 0 0,-2-2 0,-2 0 0,-2-2 0,-1 0 0,-58 66 0,64-85 3,0-1 0,-2-1 0,0 0-1,-1-2 1,-1-1 0,-1-1 0,-45 23 0,55-33-38,1 0 0,-1-1 0,1 0 0,-1-1 0,-1-1 0,1-1 0,0 0 0,-1 0 0,1-2 0,-1 0 0,1-1 0,-1 0 0,1-1 0,0-1 0,0-1 0,-16-5 0,23 6-3,-1 0 0,2-1 0,-1 0 0,0 0 0,1-1 0,0 0 0,0 0-1,0-1 1,1 0 0,0 0 0,0 0 0,0-1 0,1 0 0,-9-14 0,9 10-61,0-1-1,1 1 1,0-1 0,1 0 0,0 0-1,1 0 1,0 0 0,1 0 0,0-19-1,4-9-349,2 0 0,2 0 0,1 0 0,2 1 0,21-51 0,2 8-724,3 2 0,4 1 1,3 2-1,67-88 0,241-262-4487,-42 113 3127,20 26 3582,-121 115 2445,-6-8 3688,-172 156-5425,0 2 0,2 0 1,35-17-1,-45 27-1624,-14 8-217,29-19 263,-35 23-232,-1 0 1,0 0-1,1-1 1,-1 1-1,0 0 1,1-1-1,-1 1 0,0-1 1,0 1-1,0-1 1,0 1-1,-1-1 1,1 0-1,0 1 1,-1-1-1,1 0 0,-1 0 1,1 1-1,-1-1 1,0-3-1,-12-38-4694,5 25-6059,13 31-2415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3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0 151 17534,'24'-15'15233,"-4"9"-15233,-3 6 0,-11-21 0,-2 6 0,-4-6 0,-14-28 0,-3 25-2704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4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1041 6825,'2'-6'2321,"1"-3"-3854,0 0-199,-2 2 5154,0-7 19288,15 27-21956,12 13-754,-1 0 0,-1 2 0,-1 0 0,23 37 0,77 137 0,-96-153 0,11 24 0,19 30 0,-46-90 0,-4-15 0,1-16 0,-10 17 0,8-26 0,-1 0 0,5-46 0,-1 4 0,2 3-75,37-107 0,-44 154 38,1 1 0,1 1-1,1-1 1,1 1 0,0 1 0,1 0 0,0 0-1,2 1 1,0 1 0,24-21 0,-31 30 30,0 1 0,0 0 0,0 0 0,1 0 0,0 1 0,-1 0 0,1 1 0,1-1 0,-1 1 0,0 1 0,0-1 0,1 1 0,-1 0 0,0 1 0,1 0 0,-1 0 0,1 1 0,-1 0 0,0 0 0,1 1 0,-1-1 0,0 2 0,0-1 0,11 6 0,10 7-6,-2 2 0,0 0 1,-1 1-1,38 37 1,-6-6 30,-53-46-33,0 0 1,1 0 0,-1 0 0,1 0 0,0-1 0,0 0-1,0 0 1,0 0 0,0-1 0,0 1 0,0-1-1,0-1 1,1 1 0,-1-1 0,0 0 0,1 0 0,-1 0-1,0-1 1,1 1 0,-1-1 0,0-1 0,10-3 0,-6 2-36,0-2 1,-1 1-1,1-1 1,-1-1 0,0 1-1,0-1 1,8-9 0,47-53-323,-40 42 210,197-206-688,-186 200 474,2 2-1,1 2 1,2 2-1,76-41 1,36 5-1768,1-1-243,-142 56 2315,0 0 0,-1 0 0,0-1 0,-1 0 0,0-1-1,0 0 1,0 0 0,-2 0 0,1-1 0,8-17 0,-4 10 57,-1-1 121,0-1-1,-1 0 1,0-1 0,7-30-1,14-84 2742,-23 94-1189,-2 20-902,-4 16 42,8 33 1013,-3 3-1470,-1-1 0,-1 1 0,-2 1 0,-3 61 0,0-27-339,5 693-74,10-514-2101,-2-57-3422,-12-186 5457,1 21-2061,0-1 0,1 1 0,2 0 0,7 26 1,14 7-8613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5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1 454 15997,'0'-3'294,"0"0"0,0 0 0,0 0 0,1-1 0,-1 1 0,1 0 1,0 0-1,0 0 0,0 0 0,0 0 0,1 0 0,-1 0 0,1 1 0,-1-1 0,1 1 0,0-1 0,0 1 0,1-1 0,-1 1 0,0 0 0,1 0 0,-1 0 0,1 0 0,0 1 0,-1-1 0,1 1 0,0-1 0,0 1 0,0 0 0,4-1 0,7-2 156,0 1 1,1 0-1,-1 0 1,1 2-1,0 0 1,25 1-1,-9 2-22,0 2 0,34 9-1,-53-10-349,0 0 0,0 1 0,0 1 0,-1-1 0,0 2 0,0 0 0,0 0 0,16 13 0,-24-16-72,1 0 0,-1 0-1,0 0 1,0 1 0,0-1 0,0 1 0,-1 0 0,1-1 0,-1 1-1,0 1 1,0-1 0,0 0 0,-1 0 0,1 1 0,-1-1 0,0 1 0,-1-1-1,1 1 1,-1-1 0,0 1 0,0-1 0,0 1 0,0 0 0,-1-1-1,0 1 1,-2 5 0,-3 6-33,-1-1 0,-1-1 1,0 1-1,-1-1 0,-1 0 0,0-1 0,-1 0 1,0-1-1,-15 13 0,11-12-383,2 1 0,0 0 0,1 1 0,0 1 0,1 0 0,-11 22 0,21-36-468,3-5-626,16-22 624,39-40 0,-3 4 369,-14 8 521,-1-3 0,-3-1 0,30-66 0,-46 82 200,33-50-1,-51 87-201,1 0-1,1 0 1,-1 1 0,0-1-1,1 1 1,0-1 0,0 1-1,0 0 1,0 0 0,0 1-1,1 0 1,-1-1 0,1 1-1,0 1 1,-1-1-1,1 1 1,0 0 0,0 0-1,0 0 1,0 0 0,6 1-1,5 1 5,0 1-1,0 1 0,0 0 0,0 1 1,15 7-1,22 4 113,-50-14-122,33 8-13,1-2 1,0-1 0,53 2-1,-77-8 18,-1-1 0,0 0 0,0-1 0,0 0 0,0-1 0,15-6 0,-19 6 14,-1 0 0,-1 0 1,1-1-1,-1 0 1,1-1-1,-1 1 0,0-1 1,-1 0-1,1-1 0,-1 1 1,6-9-1,11-18 237,-20 28-112,0 0 0,-1 0 1,1-1-1,-1 1 0,0-1 0,0 1 1,0-1-1,-1 1 0,0-1 0,0 1 1,0-1-1,0 0 0,-1 1 0,1-1 0,-1 1 1,0-1-1,-4-7 0,-1-22 1415,5 12-496,1 17-123,4-8 586,-4 13-1514,0 0 1,0-1-1,1 1 1,-1 0-1,0 0 1,0 0-1,0 0 1,0-1-1,0 1 1,0 0-1,1 0 1,-1 0 0,0 0-1,0-1 1,0 1-1,0 0 1,1 0-1,-1 0 1,0 0-1,0 0 1,0 0-1,1 0 1,-1 0-1,0 0 1,0 0-1,0 0 1,1 0-1,-1 0 1,0 0-1,0 0 1,1 0-1,-1 0 1,0 0-1,0 0 1,0 0-1,1 0 1,-1 0-1,0 0 1,0 0-1,0 0 1,1 0-1,-1 0 1,0 1-1,0-1 1,0 0-1,0 0 1,1 0-1,-1 0 1,0 0-1,0 1 1,0-1-1,0 0 1,0 0-1,0 0 1,0 1-1,1-1 1,-1 0-1,0 0 1,0 0-1,0 1 1,0-1-1,0 0 1,0 0-1,0 0 1,0 1-1,0-1 1,14 30 168,12 43-258,-11-28-302,2 0 0,30 57 0,-14-39-2382,5 10-2842,-11-26-2200,0-4-4690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5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118 121 12181,'-54'-66'3256,"37"51"-111,1-3 4663,5 6-6831,1 3-561,7 24-9485,-4 3 3488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5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3738 1 10177,'-92'0'565,"6"-1"525,0 4-1,-138 23 1,38 11 1256,1 8 1,3 8 0,-335 148 0,369-129-1499,4 7 0,3 6 1,4 6-1,-225 194 0,241-170-575,5 4-1,5 6 1,6 4 0,5 5-1,6 4 1,7 4-1,5 4 1,7 3 0,7 3-1,7 3 1,6 3-1,7 2 1,-33 199 0,62-234-181,4 1 0,5 238 1,14-290-118,3 0 1,4 0-1,2 0 1,4-2 0,2 0-1,37 85 1,-38-118-34,1 0 0,3-2 1,1 0-1,1-2 1,2-1-1,2-1 1,1-1-1,1-1 0,2-2 1,49 36-1,-31-31-109,1-3-1,2-1 1,0-3-1,2-3 0,1-2 1,113 29-1,-58-28-203,1-5 0,0-5 0,1-4 0,129-8 0,-54-12-114,314-58 0,-274 20 145,414-147 1,-459 123 388,-4-8 0,266-162 0,-307 151 169,-5-5 0,-4-6-1,-4-6 1,206-234 0,-273 273-89,-2-2-1,-4-3 0,-3-2 1,73-159-1,-96 172-60,-3 0 0,-2-1 0,-4-1 0,-2-1 1,-3 0-1,-3-1 0,-1-82 0,-9 77-24,-3 0 1,-3 0-1,-3 1 0,-4 0 0,-3 1 1,-3 1-1,-3 0 0,-2 2 0,-39-71 1,34 83-21,-3 2 1,-2 1 0,-2 1 0,-2 2-1,-3 2 1,-1 2 0,-3 2 0,-1 2-1,-2 2 1,-98-61 0,70 59-210,-3 3-1,-1 4 1,-2 3 0,-1 3 0,-1 5 0,-112-18-1,62 23-1078,-2 5 0,1 6 0,-186 14-1,201 4-3546,-222 48 0,132-3-5618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6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2864,'43'0'-840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7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 7329,'15'-1'2230,"-18"5"1201,1-2-3206,1-1 0,-1 0 0,1 0 0,0 1-1,0-1 1,0 1 0,0-1 0,0 1 0,0-1 0,0 1 0,0 0 0,0 2-1,0 5 145,1-1 0,0 1-1,1 0 1,0-1 0,0 1-1,4 11 1,-1-2 135,23 123 2763,93 419 2845,-87-433-5440,127 500 1446,-28 5-1843,-109-496-628,74 500-5011,-93-606 4854,23 223-3824,-11-86-3105,-6-49-3019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49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3853 4048,'28'-3'3628,"14"-16"-2678,-6 1-557,396-107 1681,11 36-1390,754-109-18,-969 166-595,930-139 110,360-97-55,-1211 207-96,690-154 133,2914-916 198,-3741 1073-359,994-360-30,-984 348 22,214-120 0,-331 150-41,76-63 0,-64 45 20,-63 50 23,0 1-1,0 0 1,0 1 0,1 0 0,0 1-1,0 0 1,23-5 0,9 2 0,46-2-1,-52 6-10,912-101-89,1020-46-615,-827 156-1642,-1093-3 2293,-12 0 74,0-1 0,0-3 0,-1 0 0,42-9 0,27-27-36,-68 30 46,191-36-249,242-36 453,-84 22 250,-285 47-266,173 2-1,-271 9-188,-1 0-1,1 1 0,-1-1 0,1 1 0,-1 0 1,1 1-1,-1-1 0,0 1 0,1 0 0,-1 0 0,0 0 1,0 0-1,-1 1 0,1-1 0,0 1 0,-1 0 1,0 1-1,0-1 0,0 0 0,0 1 0,0 0 1,3 5-1,-1 2 71,0 0 0,-1 0 0,0 1 0,-1 0 0,0-1 1,-1 1-1,1 16 0,16 503 1579,-47-2-1150,2 294-295,37-652-326,36 180 0,64 161-273,36-49 197,33-11 130,-152-383 55,287 623-33,-182-411 46,111 207-715,379 567 0,-614-1040 628,42 61-590,-5 1-1,42 93 1,-78-143 462,-1-1 0,-1 2 0,6 35 0,-13-54 243,-1 0-1,1 0 1,-2-1-1,1 1 1,-2 0-1,1 0 1,-1-1-1,-3 10 1,-8 61 1020,-44 54-459,2-5-540,41-89-47,3 1 0,1 1 0,2 0 0,2 0 0,1 0 0,3 1 0,1 0 0,5 46 0,10 41 293,5-2 0,55 196 0,11-54-503,188 407 0,-238-601-2493,29 95-1,-42-98-855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0 739 7505,'0'0'9256,"4"1"-8866,-1 1-329,-1-2 1,0 0 0,0 1 0,0-1 0,0 1 0,-1 0 0,1-1 0,0 1 0,0 0 0,-1 0 0,1 0 0,-1 0 0,1 1 0,-1-1 0,1 0 0,-1 1 0,0-1 0,0 0 0,0 1 0,0 0 0,0-1 0,0 1 0,0 0 0,0-1 0,0 1 0,-1 0 0,1 0 0,-1 0 0,1 2 0,33 101 1707,61 130 1,-66-168-265,-28-63-1348,1 0-1,0-1 1,0 1-1,0-1 1,0 0-1,1 1 0,-1-1 1,1 0-1,0 0 1,0-1-1,0 1 1,0 0-1,1-1 1,-1 0-1,0 0 1,1 0-1,0 0 1,4 1-1,-1-1-29,0-1-1,0 1 1,0-2-1,1 1 1,-1-1-1,0 0 1,0 0-1,0-1 1,12-2-1,11-5 87,-1-2-1,-1 0 1,51-27-1,-70 32-97,286-147 732,138-66-798,-246 131-752,369-178-3638,-349 161 1956,164-83-5744,-71 27-3482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1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0 574 6905,'6'-5'1699,"-4"6"-385,-4 14 494,0 16 135,8-5-983,-2-12-454,-1 0 0,0 0 0,-1 0 0,0 16 0,-3-8-104,2 0 1,0-1-1,2 1 1,0 0-1,8 23 0,-10-40-292,0 0-1,1 0 0,0-1 1,0 1-1,0 0 0,1-1 1,0 1-1,-1-1 1,2 0-1,-1 0 0,0 0 1,1 0-1,0-1 0,0 1 1,0-1-1,0 0 0,0 0 1,1-1-1,-1 1 1,1-1-1,-1 0 0,1 0 1,0-1-1,0 1 0,0-1 1,0 0-1,0 0 0,1-1 1,5 1-1,13-3 160,-1 0-1,1-1 0,-1-1 1,0-2-1,0 0 1,24-11-1,137-66 571,-134 58-709,554-275 401,-201 97-2728,5 6-6593,-145 72-3472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5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244 233 8653,'-42'-23'2017,"41"23"-1924,0-1-1,1 1 0,-1 0 0,0-1 0,1 1 1,-1-1-1,0 1 0,1-1 0,-1 1 1,1-1-1,-1 0 0,0 1 0,1-1 0,0 0 1,-1 1-1,1-1 0,-1 0 0,1 0 0,0 1 1,-1-1-1,1 0 0,0 0 0,0 1 1,0-1-1,0 0 0,0 0 0,0 0 0,0 0 1,0 1-1,0-1 0,0 0 0,0-1 1,1 0 329,-11-47 5449,9 46-4655,1 0-684,-3-27 606,3 27 274,-7-15 17,-22-58 1779,28 73-2472,-5 24-350,4 12 20,3 40 1,-1 17 220,-63 427 739,0 18-1469,57-128 103,7-360 0,1 0 0,3 0 0,1 0 0,3-1 0,27 84 0,-28-110 0,1 0 0,0-1 0,1-1 0,2 1 0,-1-2 0,22 25 0,-22-30 0,1-1 0,-1-1 0,2 0 0,-1 0 0,1-2 0,1 1 0,0-2 0,0 1 0,25 8 0,-11-8 1,0-2 1,1 0-1,0-2 1,0-1-1,0-1 0,0-1 1,0-2-1,0-1 0,0-1 1,0-2-1,-1 0 1,29-11-1,-11 1-33,0-2 0,-1-2 1,-2-2-1,0-2 0,-1-1 0,56-44 0,-70 45-109,0-1 0,-2-1 0,-1-2 0,34-45-1,-26 24 1,-2-2 0,34-76 0,29-87-72,-92 208 251,1-1 1,0 1-1,0-1 1,0 1 0,7-7-1,-10 11-18,1 0-1,0 1 1,-1-1-1,1 1 0,0-1 1,-1 0-1,1 1 1,0 0-1,0-1 0,0 1 1,-1-1-1,1 1 1,0 0-1,0 0 1,0-1-1,0 1 0,0 0 1,0 0-1,0 0 1,0 0-1,0 0 0,-1 0 1,1 0-1,0 0 1,0 0-1,0 1 0,0-1 1,0 0-1,0 1 1,0-1-1,-1 0 0,1 1 1,0-1-1,0 1 1,-1-1-1,1 1 0,0 0 1,0 1-1,20 20 88,-1 2 0,-2 1-1,0 0 1,24 48 0,-15-27-82,107 148-25,-114-169 0,36 34 0,92 74 0,-132-119 0,1-1 0,0 0 0,1-2 0,1 0 0,-1-1 0,2 0 0,-1-2 0,1 0 0,1-2 0,25 6 0,-30-8-28,0-1-1,0 0 1,0-1-1,1-1 1,-1-1-1,0 0 1,1-1-1,-1 0 1,0-2-1,0 0 1,0-1-1,0 0 1,0-1-1,-1-1 1,0-1-1,0 0 1,-1-1 0,0 0-1,0-1 1,-1-1-1,0 0 1,-1-1-1,0 0 1,-1-1-1,0 0 1,16-23-1,-14 13 8,-1 0-1,-1-1 1,-1-1-1,0 0 1,-2 0-1,-1-1 1,-1 1-1,-1-2 1,-1 1 0,-2 0-1,0-1 1,-2 0-1,0 1 1,-2-1-1,-1 1 1,-1-1-1,-1 1 1,-10-29-1,10 40-33,0 1 0,0-1 1,-2 1-1,0 1 0,0-1 0,-1 1 0,0 0 0,-1 1 0,-1 0 0,0 0 1,0 1-1,-1 1 0,0-1 0,-1 2 0,0 0 0,0 0 0,0 1 0,-1 0 0,-1 2 1,1-1-1,-1 1 0,0 1 0,0 1 0,0 0 0,0 0 0,0 2 0,-1 0 1,1 0-1,-1 1 0,1 1 0,-1 1 0,1 0 0,0 0 0,-26 9 0,28-6-738,-1 0 0,1 1 0,0 0-1,1 1 1,0 0 0,-20 17 0,22-15-1092,0 0 0,0 0 0,1 1 0,-9 14 1,-13 26-9825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5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949 76 12973,'-22'-16'729,"14"10"-334,1 0 1,-1 1-1,1 0 1,-1 0-1,-1 1 1,1 0-1,-1 0 1,1 1-1,-1 0 1,0 1-1,-18-3 1,2 2 632,1 0 1,-1 2 0,0 1-1,1 0 1,-1 2 0,1 1-1,-41 10 1,35-3-576,0 1 0,1 2 1,0 0-1,1 2 0,1 1 0,0 2 0,1 0 1,-25 24-1,25-16-201,0 1 0,1 1 0,2 1 0,1 1 0,1 1 0,-26 55 0,25-41-540,2 2 0,-20 68 0,33-91-182,2 0 0,0 1 0,2-1 1,0 1-1,2 0 0,4 48 0,-2-66 347,0 0 0,0 0 0,1 0 1,0 0-1,1 0 0,-1-1 0,1 1 0,1-1 0,-1 1 0,1-1 0,0-1 0,0 1 0,10 10 0,-10-13 76,0 1 1,1-1-1,-1 0 0,1 0 1,-1-1-1,1 0 0,0 1 1,0-1-1,0-1 0,0 1 1,0-1-1,0 0 0,1 0 1,-1-1-1,0 1 0,1-1 0,-1 0 1,0-1-1,10-1 0,6-3 48,-1 0 1,0-1-1,-1-1 0,22-12 0,75-44 938,-23 11 82,-76 43-819,6-3 126,1 0 0,0 2 0,46-14 0,-62 23-281,-1-1-1,1 1 1,-1 0-1,1 1 1,-1 0 0,1 0-1,-1 0 1,1 1-1,-1 0 1,1 1-1,-1 0 1,0 0-1,1 0 1,-1 1 0,-1 0-1,1 1 1,0-1-1,6 6 1,-1 2-201,1 0 1,-2 2-1,0-1 1,0 1 0,-1 1-1,-1 0 1,15 30-1,12 16-1511,60 69-4118,-21-51-3994,-35-45 1137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6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1 305 8441,'43'-178'2522,"-29"101"765,-14 70-2091,-1 1 1,1-1 0,-1 1-1,-3-13 1,4 17-875,-1 0 1459,1 6-111,2 121 2184,-1 76-1697,-2-99-1497,3 0-1,17 105 1,-8-141-737,2-1 0,3-1 0,2 0 0,33 72 0,-40-113-359,0-2 0,2 0 1,0 0-1,1-1 0,1-1 0,1-1 1,1 0-1,0-1 0,1 0 0,25 16 0,-32-25-97,0 0-1,1-1 1,0 0-1,1-1 0,-1-1 1,1 0-1,0 0 0,1-1 1,-1-1-1,1 0 1,0-1-1,-1 0 0,1-2 1,0 1-1,0-2 0,0 1 1,0-2-1,-1 0 0,17-5 1,-21 4 152,0 0 0,0-1 1,0 0-1,-1-1 0,0 0 1,0 0-1,0-1 0,0 0 0,-1 0 1,0-1-1,8-9 0,-12 12 294,0 0-1,0 0 0,0 0 0,-1 0 0,1-1 1,-1 1-1,0-1 0,0 0 0,-1 0 0,0 0 1,0 0-1,0 0 0,0 0 0,-1 0 0,1 0 1,-1 0-1,-1 0 0,1 0 0,-1 0 0,0 0 0,0 0 1,-2-7-1,-3-1 268,0 1 1,0-1-1,-1 1 1,-1 0-1,0 0 1,0 1-1,-1 0 1,-1 1-1,0 0 1,0 0-1,-1 1 1,0 0-1,-1 1 1,0 1-1,-15-8 1,-16-5 1165,-2 2 0,0 2 1,-52-11-1,62 17-624,24 7-472,-1 1 119,0-2 0,1 1 1,-1-2-1,1 1 0,0-2 0,-17-9 1,28 15-353,-1-1 1,1 1 0,-1-1-1,1 1 1,-1-1 0,1 0 0,-1 1-1,1-1 1,0 1 0,-1-1-1,1 0 1,0 1 0,-1-1 0,1 0-1,0 0 1,0 1 0,0-1-1,0 0 1,0 1 0,-1-1-1,1 0 1,1 0 0,-1 1 0,0-1-1,0 0 1,0 0 0,0 1-1,0-1 1,1 0 0,-1 1 0,0-1-1,0 0 1,1 1 0,-1-1-1,1 0 1,-1 1 0,1-1-1,-1 1 1,1-1 0,-1 1 0,1-1-1,-1 1 1,1-1 0,-1 1-1,2-1 1,35-21 266,-32 19-250,90-40 384,156-49 0,-232 86-390,-13 4-12,15-6 14,0 2 1,0 0 0,1 2 0,25-3 0,-43 6 54,1 1 0,0 0-1,0 0 1,-1 0 0,1 1 0,0 0 0,-1 0 0,1 0 0,-1 0 0,1 1 0,-1-1 0,1 1 0,-1 0-1,0 1 1,0-1 0,0 1 0,0 0 0,-1 0 0,1 0 0,-1 0 0,0 0 0,1 1 0,-1 0 0,-1-1-1,4 6 1,2 7 289,-1 0 0,0 1 0,-1-1 0,6 32 0,6 73 594,-2-13-554,-7-52-986,-7-38-725,1 1 0,0-1 1,10 29-1,-11-44 305,0 1 0,0 0 0,0 0 1,0-1-1,0 1 0,1-1 0,0 0 0,0 0 0,3 3 1,24 20-9360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6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82 12325,'4'-39'2124,"-11"27"2697,14-3-4565,-1 0-408,4 27-2168,0 3 431,-6 6-2503,3 0-3397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6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13109,'-19'46'2647,"-40"65"0,50-96-1961,2 1 0,0 0-1,1 0 1,1 0 0,0 1 0,1 0 0,1 0 0,1 0-1,0 0 1,1 1 0,1-1 0,1 0 0,0 0-1,7 29 1,-5-26-439,2-1-1,1 1 0,1-1 1,0 0-1,1 0 0,1-1 1,1 0-1,1 0 0,0-1 1,1-1-1,1 0 1,15 15-1,-17-22-191,1 0 0,0-1-1,0 0 1,0-1 0,1-1 0,0 0 0,0 0 0,1-1-1,0-1 1,-1 0 0,2-1 0,23 2 0,-28-4-65,1 0 0,-1-1-1,1 0 1,-1-1 0,1 0 0,-1-1 0,0 0 0,1 0 0,-1-1 0,0 0 0,-1-1-1,1 0 1,-1-1 0,1 0 0,-2 0 0,1-1 0,0 0 0,7-8 0,-12 10 13,1-1-1,-2 0 1,1 0 0,-1-1 0,1 1 0,-1-1 0,-1 1 0,1-1 0,-1 0-1,0 0 1,-1 0 0,1-1 0,-1 1 0,0 0 0,-1 0 0,1-1 0,-1 1-1,-1 0 1,1-1 0,-1 1 0,0 0 0,-1 0 0,1 0 0,-1 0 0,0 0-1,-5-10 1,-1 0-44,-1-1 0,-1 1-1,0 1 1,-1 0 0,0 0 0,-2 1-1,-25-23 1,-154-107-2342,59 57-5208,106 70 4717,9 6-3352,7-1-3877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8865,'2'0'165,"0"0"0,0 0 0,1 0-1,-1 1 1,0-1 0,0 0 0,0 1 0,0 0 0,0-1 0,0 1 0,0 0 0,0 0 0,0 0 0,-1 0 0,1 0-1,0 1 1,0-1 0,-1 0 0,1 1 0,-1-1 0,1 1 0,-1 0 0,0-1 0,0 1 0,0 0 0,0 0-1,0 0 1,0 0 0,0 0 0,-1 0 0,1 0 0,0 0 0,-1 3 0,5 7 540,8 26 2476,14 59 0,-16-36-1845,-2 1 0,-2 0 0,-4 116-1,-6-126-1014,1-11 332,3 58 0,-1-98-631,0-1 0,0 1 0,0 0 0,0-1 0,0 1 0,0 0 0,0-1 0,0 1 0,0 0 0,1-1 0,-1 1 0,0-1 0,0 1 0,1 0 0,-1-1 0,0 1 0,0-1 0,1 1 0,-1 0 0,1-1 0,-1 1 0,1-1 0,-1 1 0,1 0 0,18-11 309,-6-1-207,0 0 0,-1-1 0,0-1 0,-1 0 0,0-1 0,11-18 0,-4 5-21,26-31 214,2 2-1,81-78 0,-88 99-30,1 2 0,2 2 0,1 1 0,62-32 0,-89 54-285,-1 1 0,1 1 0,0 0 0,0 1 0,1 1 0,0 1 0,-1 0 0,1 1 0,0 0 0,0 2 0,0 0 0,0 1 0,0 1 0,0 0 0,0 1 0,-1 1 0,1 1 0,-1 0 0,0 1 0,0 1 0,-1 0 0,0 1 0,0 1 0,-1 0 0,0 1 0,13 12 0,5 9 17,-1 1 0,42 59 0,43 81-3124,-106-157 2444,15 25-1229,32 47-3907,-47-74 3101,1-1 1,15 14-1,16 8-7593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54 212 12177,'-33'-51'2644,"12"27"501,31 12-477,4-4-392,-4 4-136,3 3-388,-6-3-359,3 0 583,0-3-1384,4 0-616,-8 0-5313,1-3 1177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7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0 284 12689,'244'-38'4285,"101"6"1933,-236 26-5120,1010-64 3016,227-13-6706,-1045 60-1514,-107-1-5256,-131 16 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7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555 18 10541,'5'-17'3748,"-2"25"-1067,2 41 734,-4-29-2216,7 32 820,1 0 1,26 79-1,-18-75-1073,43 166 2206,-46-162-2875,-4 0 1,-2 1-1,1 73 0,-10-104-286,0 0 0,-2 0 0,-2 0 0,0 0 0,-2-1-1,-1 0 1,-2 0 0,-19 42 0,9-35 8,-1 0 0,-1-2 0,-2 0 0,-2-2-1,-30 31 1,-156 129 75,10-10-1771,191-172 828,0 1 0,2-1 0,-1 2 1,1 0-1,1 0 0,0 0 0,-9 20 0,17-30 377,-1 0-1,0 0 0,1 1 1,-1-1-1,1 0 1,0 1-1,0-1 1,0 0-1,0 1 0,0-1 1,0 0-1,1 1 1,-1-1-1,1 0 0,0 3 1,2 0-1703,0 0 0,0 0-1,0-1 1,1 1 0,5 5 0,-8-10 2045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7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84 178 18094,'13'-12'3756,"4"0"-304,-30-6-255,6 3-713,-10-3-700,0-3-1784,11 5 0,-1-2 0,-10 6 0,7-3 0,0 6 0,0-3 0,27 18-1780,23 9-1316,10 0-857,14 6-3087,10 16-6874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7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121 139 10349,'-34'-33'1220,"1"6"-368,9-7-1104,14 13-264,0 9-2912,0 0-1813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9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1738 10693,'0'0'3748,"-2"2"-2093,-4 3-1304,5-4-181,0-1 0,0 1 0,0 0 1,0 0-1,0 0 0,0 0 0,0 0 1,0 0-1,0 1 0,0-1 1,1 0-1,-1 0 0,0 0 0,1 1 1,-1-1-1,1 0 0,-1 1 0,1-1 1,0 1-1,0-1 0,-1 0 0,1 1 1,0-1-1,0 1 0,0-1 0,1 0 1,-1 1-1,0-1 0,0 1 0,1-1 1,-1 0-1,1 1 0,-1-1 1,1 0-1,1 2 0,3 10 225,1 0 0,0-1 1,1 0-1,1 0 0,0 0 0,1-1 0,0 0 0,0-1 0,1 0 1,1 0-1,-1-1 0,1 0 0,1-1 0,16 9 0,1-2 44,0-1 0,1-1 0,0-1 0,1-2 0,39 8 0,-28-10-136,2-2 0,-1-2 0,1-1 0,85-7 1,-70-3-242,0-3 0,0-2 1,60-22-1,2-11-107,-3-5 0,195-113 0,-197 94 45,-3-5 0,-3-5 0,-4-4 0,-4-5 0,91-101 0,-126 114 0,-3-3 0,-3-3 0,-4-2 0,-4-3 0,-3-2 0,-5-2 0,46-126 0,-77 174-443,-1-1 0,-2 0 0,-2-1 0,5-70-1,-14 111 259,0 0 0,0 0 0,0 1-1,0-1 1,0 0 0,-1 0 0,1 1-1,-1-1 1,0 1 0,1-1 0,-1 0-1,0 1 1,-1-1 0,1 1 0,0 0-1,-1-1 1,1 1 0,-1 0-1,0 0 1,0 0 0,-2-2 0,0 2-278,0 0 0,0 0 0,0 0 0,0 0 0,0 1 1,-1 0-1,1 0 0,-1 0 0,1 0 0,0 1 0,-1 0 1,1 0-1,-6 0 0,-2 1-1156,0 0-1,0 1 1,-15 3 0,-26 17-8916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9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727 1 10901,'0'1'149,"0"1"0,-1-1 0,1 1 0,0-1 0,-1 1 0,1-1 0,-1 0 0,0 1 0,1-1 0,-1 0 0,0 0 0,0 0 0,0 1 0,0-1 0,0 0 0,0 0 0,0 0 0,0 0 0,-2 0 0,-29 18 1387,16-10-690,-141 77 4214,117-67-4633,1 2-1,1 1 0,-66 52 0,59-34-1029,2 2 0,-38 49 0,54-56-2605,-37 62 0,46-61-1479,11-10-2445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6:59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10257,'64'15'2508,"-34"9"-308,-7-3-191,7 6-237,0 7-344,1 2-232,-1 15-292,7 6-172,3 7-120,7 5-388,0 3-400,-4-2-628,37 65-3084,-39-68-1769,-11-7-4676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0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818 725 8497,'-7'-33'598,"3"12"185,1 1-1,-2-34 1,5-63 2604,-1-29 601,-2 114-3067,-1 1 1,-1 0-1,-13-41 0,18 72-888,0-1 0,0 1-1,0-1 1,0 1 0,0-1-1,0 1 1,-1-1 0,1 1 0,0-1-1,0 1 1,0-1 0,-1 1-1,1-1 1,0 1 0,-1 0-1,1-1 1,0 1 0,-1-1-1,1 1 1,0 0 0,-1 0-1,1-1 1,-1 1 0,1 0-1,0-1 1,-1 1 0,1 0 0,-1 0-1,1 0 1,-1 0 0,1-1-1,-1 1 1,1 0 0,-1 0-1,1 0 1,-2 0 0,1 1 47,-1 0 0,0 0-1,1 0 1,-1 0 0,1 0 0,0 0 0,-1 0 0,1 1 0,0-1 0,0 0 0,-2 3 0,-33 54 1248,31-48-1119,-26 50 743,3 1 0,-23 73-1,-29 135 752,55-178-1266,-262 910 1126,142-388-1563,124-487 0,6 0 0,2 247 0,16-314 0,2 0 0,2 0 0,3 0 0,19 63 0,-21-99 0,1 1 0,2-1 0,0 0 0,1-1 0,16 22 0,-17-29 0,0-1 0,1-1 0,1 0 0,0 0 0,0-2 0,1 1 0,1-2 0,16 9 0,-10-8-7,1 0 1,1-2-1,0-1 0,0-1 1,1-1-1,0-1 0,0-1 1,0-1-1,0-1 0,0-1 1,1-1-1,-1-1 0,0-2 1,0 0-1,29-8 0,-2-3-135,-1-2-1,-1-2 1,-1-3-1,0-1 1,-2-2-1,46-33 1,-17 4-60,-2-4 0,-3-2 1,-2-4-1,-4-2 0,-2-3 1,-3-3-1,64-101 0,-40 37 45,-6-2-1,-6-4 1,75-214-1,-112 256 91,-4-1 0,-5-1-1,-4-1 1,13-177-1,-31 197 41,-3-1 0,-4 1-1,-4 0 1,-3 1-1,-3 0 1,-37-115 0,32 144 25,-2 1 0,-2 1 0,-3 1 0,-1 1 0,-3 1 0,-2 2 0,-1 1 0,-3 2 1,-1 1-1,-2 2 0,-2 2 0,-1 1 0,-53-33 0,51 40-234,-1 2 1,-1 2-1,-1 2 1,-1 2-1,-1 2 1,-1 3 0,0 1-1,-1 3 1,-1 2-1,0 3 1,0 1-1,0 3 1,-101 7-1,124-1-497,0 2-1,0 1 1,0 1 0,1 2-1,-44 18 1,50-16-815,1 1-1,0 0 1,1 2-1,-20 17 1,-31 37-8893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08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503 13 15941,'-30'-12'9209,"33"33"-7169,-3 21-267,-10-3-325,-10 16-280,-7 14-168,-16 9-812,-4 10-188,-10 11 0,-3 4-1196,-1 5-908,14 7-877,1-1-1083,5 1-2553,25-10-6204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0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0 16546,'31'55'2428,"-15"38"20,-16-3-48,-3 10 8,-4 2-363,-10 16-325,-6 21-324,-10 17-232,-14 25-952,-17 21-212,-6 12-544,-4 12-1524,-13 6-1009,3-5-1287,14-4-2337,13-21-6328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09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7791 58 8129,'-171'-3'342,"-441"0"1252,-776 93 2998,1073-44-3780,3 13 0,-418 137 1,-666 363 696,1070-398-1027,-319 212 1,396-206 12,-383 335 1,498-377-252,-123 149 0,170-167-97,4 3 0,-73 131 0,107-153-28,4 2 0,3 2 0,-43 145 0,63-160 0,5 1 0,2 1 1,4 0-1,-1 159 0,16-158-30,2 0 1,5 0-1,3-1 1,3-1-1,50 139 1,-30-126-7,4-2 0,3-1 0,5-2 0,78 104 0,-48-88 26,5-4 1,180 165 0,-145-163-18,5-5 1,137 80-1,-80-72 2,342 142-1,228 4 28,-362-154-68,780 85 0,419-135-147,-848-82-401,1385-252-1,-434-163-159,-1186 269 220,599-306 0,-809 334 247,-7-13 1,290-224-1,-402 255 96,-6-7-1,-6-8 1,-7-7-1,147-193 1,-228 251 56,-4-4 1,-4-4 0,-5-2 0,-6-2 0,-4-3 0,65-211 0,-96 241 39,-3-1-1,-4-1 1,-4 0-1,0-106 1,-12 121 20,-3 0 1,-4 1-1,-3-1 1,-2 2-1,-38-112 0,24 107 5,-5 2 0,-2 0 0,-3 3 0,-4 1 0,-53-69 0,33 61 10,-3 2 1,-3 3-1,-133-109 1,97 102 20,-4 4 0,-162-86 0,122 87 58,-230-82 0,106 71-47,-2 11 1,-4 12 0,-359-34 0,-865 33 83,781 86-395,-1390 226 0,953 26-1288,593-90-910,16 33-3351,141-31-2997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0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783 826 9961,'-7'3'325,"1"1"-1,-1 0 1,1 0 0,0 1 0,1 0-1,-1 0 1,1 0 0,0 1 0,-7 8-1,-4 10 927,-16 30 0,-7 10 785,-43 61-290,5 5 0,-69 155 1,-92 289-1058,223-534-595,3-7-70,8-21-12,-1 0 0,0 0 0,0 0-1,-1-1 1,-10 14 0,16-24-13,0-1 1,0 0-1,0 0 1,0 1-1,0-1 1,0 0-1,-1 0 1,1 0-1,0 1 1,0-1-1,0 0 1,0 0-1,0 0 1,-1 1-1,1-1 1,0 0-1,0 0 1,0 0-1,-1 0 1,1 0-1,0 0 1,0 1-1,-1-1 1,1 0-1,0 0 1,0 0-1,-1 0 1,1 0-1,0 0 1,0 0-1,-1 0 0,1 0 1,0 0-1,0 0 1,-1 0-1,1 0 1,0 0-1,0 0 1,0-1-1,-1 1 1,1 0-1,0 0 1,0 0-1,-1 0 1,1 0-1,0 0 1,0-1-1,0 1 1,0 0-1,-1 0 1,1 0-1,0-1 1,-6-19-24,3-33 0,8-7 15,2 0 1,22-82-1,-5 29 4,49-212-46,142-394 1,-86 385 38,-96 262 58,4 2 0,65-96 0,-90 150 26,0-1 1,1 2 0,1 0 0,0 0-1,1 2 1,0 0 0,30-20 0,-38 30 5,-1-1-1,0 1 1,1 0 0,0 1-1,0-1 1,-1 2 0,1-1 0,1 1-1,-1 0 1,0 0 0,0 0 0,0 1-1,0 1 1,0-1 0,1 1 0,-1 0-1,0 1 1,0-1 0,0 1-1,-1 1 1,1-1 0,0 1 0,-1 1-1,12 6 1,1 4 175,-1 1-1,0 1 1,0 0 0,-2 1-1,28 37 1,-8-1 285,31 59 0,-18-16-88,-5 1 0,-4 2 0,-4 2 0,23 110-1,55 429 563,-11 607-3734,-91-1049 967,15 171-3306,6-128-4531,-13-144-454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0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1 311 14413,'10'-18'1916,"3"6"-391,10-16-373,31-5-72,10 9-396,23 0-152,33 3-248,34 0-440,37-3-568,27 3-620,27-4-524,2 4-1049,18 3-1279,10-3-3201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1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141 332 17130,'-141'-21'9028,"161"12"-7311,21-3-361,22 0-248,24 0-184,27-7-224,34 1-584,26-6-528,17 0-924,20-6-484,23 0-677,14-9-891,13-4-3285,4 4-6296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1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683 0 12173,'-3'2'238,"2"-2"-153,0 0 0,0 0 0,0 0-1,1 0 1,-1 1 0,0-1 0,0 0-1,0 1 1,0-1 0,1 1 0,-1-1-1,0 1 1,0-1 0,1 1-1,-1 0 1,0-1 0,1 1 0,-1 0-1,1-1 1,-1 1 0,1 0 0,-1 0-1,1 0 1,-1-1 0,1 1 0,0 0-1,-1 0 1,1 0 0,0 0-1,0 0 1,0 0 0,0-1 0,0 1-1,0 0 1,0 0 0,0 0 0,0 0-1,0 0 1,0 0 0,0 0 0,1 0-1,-1 0 1,0-1 0,1 1 0,-1 0-1,1 0 1,-1 0 0,1-1-1,0 2 1,8 14 818,0-1 0,1 1 0,0-2 0,2 1 0,-1-2 0,16 14-1,91 73 1941,-60-53-1966,402 314 2150,-269-227-2421,219 159 424,-285-195-658,128 130 1,-213-187-289,-3 1-1,-1 1 0,32 52 1,-53-72-54,-2 1 0,-1 0 1,-1 1-1,0 0 0,-2 0 0,-2 1 1,0 0-1,5 39 0,-10-39-25,-1 0 0,-1 0 0,-1 0 0,-2 0 0,0 0 0,-2-1 0,-1 1-1,-10 28 1,2-19 4,-1 0-1,-1-1 0,-2-1 0,-1-1 1,-26 31-1,-11 6-127,-4-4 0,-2-2 0,-3-3-1,-80 56 1,-27 9-1276,-5-7 0,-248 121 0,-412 124-7191,580-267 2290,24-3-3853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1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225 121 12765,'-10'-33'2060,"-4"24"-427,1-6-321,-1 3-428,-6-6-736,-3 5-864,-1 4-892,-29 0-3233,-1 6-3812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1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0 12153,'-2'39'456,"-16"194"3044,-40 277 2504,-61 360-4251,11-293-4236,45-249-1652,25-113-3233,29-132 472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12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13 7949,'6'-3'178,"-5"2"-101,1 0 0,-1 0 0,0 0-1,1 0 1,-1 0 0,1 0 0,0 1 0,-1-1 0,1 1 0,-1-1 0,4 0 0,-4 2-40,0-1 0,0 1 0,-1-1 0,1 1 0,0 0 0,-1-1 0,1 1 0,-1 0 0,1 0 0,0-1 0,-1 1 0,0 0 0,1 0 0,-1 0 0,1 0 0,-1 0 0,0-1 1,0 1-1,1 0 0,-1 0 0,0 0 0,0 0 0,0 0 0,0 0 0,0 0 0,0 0 0,-1 1 0,3 29 530,-3 0 0,0 0 0,-2 0 0,-9 42 0,-40 127 656,24-102-900,0 10 36,-24 173 1,47-240-384,3 0 0,1 0 0,3 0 0,1 0-1,1 0 1,3-1 0,20 69 0,-7-54-98,2-1 0,3-1 0,51 81-1,116 139-232,-47-70 164,-111-154 188,-2 2 0,-3 2 0,-2 0 0,-3 2 1,18 58-1,-35-91 41,-1 2 1,-1-1-1,-1 1 1,-1 0-1,-1-1 1,-1 1-1,-2 0 1,0 0-1,-1 0 0,-1 0 1,-2-1-1,0 1 1,-2-1-1,0 0 1,-15 29-1,-2-9 87,-2-2-1,-3-1 1,0-2-1,-60 60 0,-15 20-5,103-118-140,1 0 0,-1 1 0,1-1 0,-1 1-1,1-1 1,-1 0 0,1 1 0,-1-1 0,1 1 0,-1-1 0,1 1-1,0 0 1,-1-1 0,1 1 0,0-1 0,0 1 0,-1 0 0,1-1-1,0 1 1,0 0 0,0-1 0,0 1 0,0 0 0,0-1 0,0 1-1,0 0 1,0-1 0,0 1 0,0-1 0,0 1 0,1 1 0,21 0-929,-14-3 896,8 0-319,-1 0 0,0-2 0,0 0 0,29-10 0,62-31-2654,-73 29 1720,71-30-3128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6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2 428 12217,'-1'-12'747,"0"0"-1,2 1 1,-1-1-1,1 0 1,4-16-1,3-39 5604,-8 74-5960,1-1-1,0 0 1,0 1-1,0-1 1,1 0-1,0 0 1,3 7-1,3 10 135,35 128 1619,38 249 1,-15 164-600,-4-26-1380,-36-374-121,60 201 0,-39-229-43,-39-119 0,0-1 0,1 1 0,1-2 0,0 1 0,20 21 0,-26-32 0,0 0 0,1-1 0,0 0 0,0 0 0,0 0 0,0-1 0,0 1 0,1-1 0,-1-1 0,1 1 0,0-1 0,0 0 0,0 0 0,0 0 0,0-1 0,1 0 0,-1 0 0,0-1 0,0 0 0,1 0 0,-1 0 0,0-1 0,0 0 0,1 0 0,-1-1 0,0 0 0,0 0 0,6-3 0,5-3 0,0-1 0,-1-1 0,-1 0 0,0-1 0,0 0 0,-1-2 0,0 0 0,15-19 0,12-18 0,-3-2 0,58-104 0,45-128 0,-126 251 0,225-530-290,-2 5-2087,-168 412 1,156-237-1,-41 133-2320,-143 201 916,55-50-1,8 11-6321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6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734 0 12705,'-94'37'3559,"1"5"0,-113 68 1,179-93-3147,0 2 1,2 0 0,0 2-1,1 1 1,1 1 0,1 1-1,1 0 1,1 2 0,2 1-1,0 0 1,-18 39 0,25-41-242,1 1 1,1 0 0,-9 43 0,16-56-140,0 0 0,1 1 0,0-1 1,1 0-1,0 1 0,1-1 0,1 1 0,0-1 0,5 17 0,-6-29-31,-1 0-1,1 1 0,0-1 0,-1 0 1,1 0-1,0 0 0,0 0 0,0 0 0,0 0 1,0 0-1,0 0 0,0 0 0,0 0 1,0 0-1,0 0 0,1-1 0,-1 1 1,0 0-1,1-1 0,-1 0 0,0 1 0,1-1 1,-1 0-1,0 1 0,1-1 0,-1 0 1,1 0-1,-1 0 0,1 0 0,1-1 1,5 1 13,0-2 1,-1 1 0,16-6 0,-19 6-14,25-11 34,0-2-1,-1 0 0,0-2 1,38-29-1,-28 19 58,-22 15-47,206-130 1508,-220 139-1544,0 1 0,0 0 0,0 0 1,0 0-1,1 0 0,-1 0 0,0 1 0,0-1 0,1 0 0,-1 1 1,0 0-1,1 0 0,-1-1 0,0 1 0,1 0 0,-1 1 1,0-1-1,1 0 0,-1 1 0,0 0 0,0-1 0,1 1 1,-1 0-1,0 0 0,0 0 0,0 0 0,0 0 0,0 1 1,0-1-1,-1 1 0,1-1 0,0 1 0,2 3 0,1 2-130,-1 0-1,0 0 0,0 0 0,-1 0 0,0 0 0,0 1 0,-1 0 0,2 10 0,61 266-7160,-28-125-2431,-18-79-911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6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1 398 9637,'16'-28'988,"-12"20"-472,1 0 1,-1 1-1,2 0 1,-1 0 0,1 0-1,10-10 1,-11 13-209,-1 0 1,1 0 0,0 1-1,0-1 1,0 1-1,1 0 1,-1 0 0,1 1-1,-1-1 1,1 1 0,0 1-1,0-1 1,0 1 0,0 0-1,0 0 1,0 1-1,0-1 1,1 2 0,-1-1-1,0 1 1,8 1 0,6 3-148,0 1 1,-1 1 0,0 1 0,0 0-1,-1 2 1,0 0 0,-1 1 0,0 0 0,-1 2-1,0 0 1,-1 1 0,0 0 0,-1 1-1,-1 0 1,15 24 0,-15-20-108,-1 0-1,-1 1 1,0 1-1,-2-1 1,0 2 0,-2-1-1,0 1 1,-2 0-1,0 0 1,-1 1 0,-2 0-1,0-1 1,-2 40 0,-3-37-32,-1 0 0,-1 0 0,-1 0 0,-1-1 1,-1 0-1,-11 24 0,15-39 63,0 0-1,-1-1 1,0 0-1,0 0 1,-1 0 0,0 0-1,0-1 1,-1 0-1,1 0 1,-2-1 0,1 0-1,-1 0 1,0-1-1,0 0 1,0 0 0,-1 0-1,0-2 1,-17 7-1,22-9-20,0 0 0,0 0 0,-1-1-1,1 0 1,0 1 0,0-1-1,0-1 1,0 1 0,0-1 0,0 1-1,0-1 1,0 0 0,0 0-1,0-1 1,0 1 0,0-1 0,1 0-1,-1 0 1,1 0 0,-1-1-1,1 1 1,0-1 0,0 0 0,0 0-1,0 0 1,1 0 0,-1 0-1,1 0 1,0-1 0,0 1 0,0-1-1,-2-5 1,0-2 21,0 0-1,1-1 1,0 1 0,1-1 0,0 0 0,1 0-1,0 1 1,1-1 0,1 0 0,1-16-1,4-3-191,2-1-1,0 1 0,2 0 1,23-47-1,70-116-2284,47-49-3082,-34 87-1833,1 20-3165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7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14173,'-20'69'3061,"10"-27"-305,14 0-252,-1 1-40,-6 5-436,-1 3-379,1 9-337,-4 13-240,4 2-160,-4 7-572,-6 5-688,6 3-1012,-3-8-524,0-7-1033,10-9-1343,-3-2-2097,-1-10-5804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7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13929,'7'15'1888,"6"-6"-399,1 0 395,-1 9-1768,14 15-808,10 0-1012,10 4-3281,6 5-3956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8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1 12549,'-34'4'811,"24"-4"-427,-1 1 0,1 1 0,0 0 0,-1 0 0,1 1 0,0 0 0,0 1 0,0 0 0,1 0 0,0 1 0,-15 10 0,2 2 657,1 0 1,1 2 0,0 1-1,2 0 1,-23 31 0,22-22-304,1 1-1,1 0 1,-23 63 0,-1 19-713,5 3 0,5 0 1,-23 179-1,32-163-1075,22-126 987,-1-1 1,1 1 0,-1-1 0,1 1-1,1-1 1,-1 1 0,1-1-1,-1 1 1,4 7 0,-4-11 58,0 0 0,0-1 0,0 1 0,0-1 0,1 1 0,-1-1 0,0 0 0,0 1 0,1-1 1,-1 1-1,0-1 0,1 1 0,-1-1 0,1 0 0,-1 1 0,0-1 0,1 0 0,-1 1 0,1-1 0,-1 0 1,1 0-1,-1 1 0,1-1 0,-1 0 0,1 0 0,0 0 0,0 0 9,0-1-1,0 1 1,0-1-1,0 1 1,0-1-1,0 1 1,-1-1 0,1 0-1,0 1 1,0-1-1,-1 0 1,1 0-1,0 1 1,-1-1 0,1 0-1,-1 0 1,1 0-1,-1 0 1,1-1-1,8-17 239,-1-1-1,0 0 0,-2 0 1,6-27-1,9-89 912,-1 7-194,-13 95-710,-6 19-174,2 1 0,0 0 0,1 0 0,0 0 0,1 0 0,0 1 0,1-1 1,9-13-1,-14 25-139,0 1 0,0 0 1,1 0-1,-1 0 0,0 0 1,0 0-1,1 0 0,-1 0 1,1 0-1,-1 0 0,1 0 1,-1 1-1,1-1 0,-1 1 1,1-1-1,-1 1 0,1 0 1,0-1-1,-1 1 0,1 0 1,2 0-1,1 1-153,0 0 0,-1 0 0,1 0 0,-1 0 0,1 1 0,-1-1 0,8 5 0,1 2-759,0 0-1,-1 0 1,0 2 0,14 13-1,44 48-8457,-26-24-9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8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162 403 11693,'58'-178'2292,"-49"148"-488,9-59-1,-6 27 2062,-11 58-3245,0-1-1,0 1 0,1 0 0,0-1 1,0 1-1,5-7 0,-7 10-559,0 1 0,1-1 0,-1 1 0,0-1 0,1 1 0,-1 0 0,1-1 0,-1 1 0,1-1 0,-1 1 0,1 0 0,-1 0 0,1-1 0,0 1 0,-1 0-1,1 0 1,-1 0 0,1 0 0,0-1 0,-1 1 0,1 0 0,-1 0 0,1 0 0,0 0 0,-1 0 0,1 1 0,-1-1 0,1 0 0,0 0 0,-1 0 0,1 0 0,-1 1 0,1-1-1,-1 0 1,1 1 0,-1-1 0,1 0 0,-1 1 0,1-1 0,-1 0 0,1 1 0,-1-1 0,0 1 0,1-1 0,-1 1 0,0-1 0,1 1 0,-1-1 0,0 1 0,0 0 0,1-1-1,-1 1 1,0 0 0,7 12 387,-1 0 0,0 1 0,-1-1 0,-1 1 0,0 0 0,4 25 0,5 97 139,-11-96-563,14 458-23,-4-43 0,-2-333 0,41 204 0,-41-285 0,1 0 0,24 52 1,-28-75-2,2-1 0,0-1 0,1 1 0,0-2 0,1 1 1,1-2-1,22 22 0,-29-32-86,0 1 0,1-1 0,-1 0-1,1-1 1,0 1 0,0-1 0,1 0 0,-1-1 0,1 1-1,-1-1 1,1-1 0,0 1 0,-1-1 0,1 0 0,0-1-1,0 0 1,0 0 0,0 0 0,0-1 0,0 0 0,8-2-1,-6 0-74,-1 0 0,0 0-1,0-1 1,0 0-1,0 0 1,0-1-1,-1 0 1,0 0-1,0-1 1,-1 0 0,1 0-1,-1 0 1,-1-1-1,1 0 1,-1 0-1,5-10 1,-4 6 85,-1 0 1,0 0-1,-1 0 1,0 0-1,-1-1 0,0 1 1,-1-1-1,-1 0 1,0 0-1,0 0 0,-1 0 1,0 1-1,-1-1 1,-1 0-1,0 0 0,0 0 1,-1 1-1,-1-1 1,0 1-1,0 0 0,-1 0 1,-1 1-1,1-1 1,-14-16-1,6 11 66,-1 1 1,0 0-1,-1 1 1,0 1-1,-1 1 0,-24-15 1,1 4-9,-76-32 0,68 37-321,-1 2 1,-1 3-1,-73-12 1,63 17-2286,-63 0-1,106 8 540,-1 1 0,-20 2-1,-16 13-8116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8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16786,'34'151'9470,"-9"2"-5241,-1-12-2329,-1-2-1508,17 88-402,-15-94-4,-13-61-13,27 94 0,-33-146-98,1 0 0,1-1 0,1 0 0,1-1 0,0 0 0,1 0 0,1-1 0,0 0 0,20 19 0,-21-27-19,0 0 1,0 0-1,1-1 0,0-1 1,0 0-1,1-1 0,0 0 1,0-1-1,0 0 1,1-1-1,-1 0 0,1-1 1,0-1-1,0-1 0,0 1 1,0-2-1,0 0 0,14-2 1,-5-1-90,-1-1 1,1-1 0,-1 0-1,0-2 1,-1-1 0,0 0-1,0-2 1,-1 0-1,0-1 1,25-19 0,-16 8-102,-1-2-1,25-27 1,-40 37 251,-1 0 0,-1 0 0,0-2 0,-1 1 0,13-28 0,-22 41 109,1 0 1,-1-1-1,0 0 1,0 1-1,0-1 0,0 0 1,-1 1-1,1-1 1,-1 0-1,0 0 1,0 1-1,0-1 0,0 0 1,0 0-1,0 0 1,-1 1-1,-1-5 0,2 6 10,-1-1-1,0 1 0,0 0 0,0 0 0,-1 1 1,1-1-1,0 0 0,0 0 0,0 0 0,-1 1 0,1-1 1,0 1-1,-1-1 0,1 1 0,-1-1 0,1 1 0,0 0 1,-1 0-1,1 0 0,-1 0 0,1 0 0,-1 0 1,1 0-1,-1 0 0,1 0 0,0 1 0,-1-1 0,1 0 1,-2 2-1,-11 2 181,0 1 0,0 1 0,0 0 0,1 1 0,0 1 0,1 0 1,-1 1-1,2 0 0,-1 0 0,-16 19 0,4-2 148,1 1 0,2 1-1,-27 44 1,36-50-236,0 1-1,1 1 1,1 0-1,1 0 1,2 1-1,0 0 1,1 0 0,-3 49-1,8-62-169,0-1 0,1 1 0,1 0 0,0-1 0,1 1 0,0 0 0,1-1 0,0 0 0,0 0 0,1 0-1,1 0 1,0 0 0,0-1 0,1 0 0,1 0 0,0-1 0,0 1 0,0-1 0,1-1 0,1 0 0,17 14 0,-6-9-424,1-2 0,0 0 0,1-1 0,0-1 0,1-1 0,0-1 0,0-1 0,42 5 0,10-3-2684,110-4 0,-49-7-3238,5-3-3995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9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 17602,'-2'-1'236,"-1"1"0,1-1 1,-1 1-1,1 0 0,-1 0 1,1 0-1,0 1 1,-1-1-1,1 1 0,-1-1 1,1 1-1,0 0 1,-4 1-1,5 0-31,0-1-1,0 1 1,0-1 0,0 1 0,0-1-1,1 1 1,-1 0 0,1-1-1,-1 1 1,1 0 0,0 0 0,-1-1-1,1 1 1,0 0 0,0 0 0,0-1-1,1 1 1,-1 0 0,0 0 0,1-1-1,-1 1 1,1 2 0,10 45 2926,-4-18-2127,-2-1 0,-1 1 0,1 46 0,-1 106-1004,0-42 0,1-7-941,0-51-2356,-5 2-3459,1-41-390,4-4-4497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9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7833,'20'-24'1472,"-7"11"-424,4 4-720,0 3-536,10 9-1116,9 3-1360,1 13-797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29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42 10121,'-3'10'1762,"5"-10"-222,11-20 1118,7-8 724,-19 28-3285,0-1 1,0 1-1,0-1 1,0 1-1,0 0 0,0-1 1,0 1-1,0 0 0,0-1 1,0 1-1,0 0 0,0 0 1,0 0-1,0 0 1,0 0-1,0 0 0,0 0 1,1 1-1,4-1 199,-2 1-191,1-1 1,0 1 0,0 0 0,-1 0-1,1 0 1,0 0 0,-1 1 0,1 0-1,-1 0 1,0 0 0,1 0 0,-1 1-1,0 0 1,-1 0 0,1 0-1,0 0 1,-1 0 0,0 1 0,0-1-1,0 1 1,0 0 0,0 0 0,-1 0-1,0 1 1,0-1 0,2 6 0,0 3-130,0-1 1,-1 1-1,-1 0 1,0-1 0,-1 1-1,0 0 1,-1 0-1,-1 0 1,0 0 0,-1 0-1,0 0 1,-1 0-1,0-1 1,-1 1 0,0-1-1,-1 0 1,-10 17-1,-1-1-1050,-3-1-1,0 0 1,-1-1 0,-2-1-1,-42 37 1,1-2-4583,2 2-3298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30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716 407 8925,'60'-129'2497,"-49"107"-1253,-2 0 0,0-1 0,-1 0 0,8-40 0,-15 59-1046,-1 0 0,1 1 0,-1-1 0,0 0 0,0 1 0,0-1 0,-1 0 0,1 0 0,-1 1 0,0-1 0,0 1 0,0-1 0,0 1 0,0-1 0,-1 1 1,0 0-1,0-1 0,0 1 0,0 0 0,0 0 0,-1 1 0,1-1 0,-1 0 0,1 1 0,-5-3 0,0 0 19,1 1 0,-2 0 1,1 0-1,0 1 0,-1 0 0,1 0 0,-1 1 0,0 0 0,0 0 0,-9 0 1,-5 1 17,0 1 0,0 1 1,0 1-1,0 1 0,0 0 1,1 2-1,-1 1 0,1 0 0,1 2 1,-37 18-1,23-8-66,0 2 0,1 2-1,1 1 1,1 1 0,-35 35 0,41-33-128,1 2 1,1 0-1,-27 43 0,37-50-186,2 0 0,0 1 0,1 0 0,1 1 0,-11 47 0,19-64 91,0 0 0,0 1 0,0-1 0,1 1 0,0-1 0,0 0-1,0 1 1,1-1 0,0 1 0,0-1 0,4 10 0,-4-14 37,1 1-1,-1 0 1,1 0-1,0-1 1,0 1-1,0-1 1,0 1-1,0-1 1,1 0-1,-1 0 1,1 0 0,-1 0-1,1-1 1,0 1-1,-1-1 1,1 1-1,0-1 1,0 0-1,0 0 1,0 0-1,0-1 1,1 1-1,-1-1 1,4 1-1,10-1-29,-1 0 0,0-1 0,1 0 0,-1-2 0,29-7 0,82-32-8,-82 25 117,-2 2 61,28-11 278,1 3-1,1 3 1,89-13-1,-151 32-449,-1 0 1,1 1-1,0 0 0,0 1 1,-1 0-1,1 0 1,0 2-1,-1-1 0,0 1 1,1 1-1,-1-1 0,0 2 1,-1 0-1,1 0 1,-1 0-1,0 1 0,0 1 1,-1-1-1,12 13 0,-8-5-629,0 1-1,-1 0 1,0 0-1,-2 1 0,1 1 1,-2 0-1,-1 0 0,0 0 1,-1 1-1,6 26 0,4 39-5754,-5-2-4152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30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1 437 15437,'0'3'2646,"0"1"-2182,0 0 1,0 0-1,0-1 1,0 1-1,1 0 1,0 0-1,0-1 1,0 1-1,0-1 1,0 1-1,1-1 1,-1 1-1,1-1 1,0 0-1,3 4 1,43 52 2109,-23-31-1273,-3-1-559,0 1 1,-2 1-1,25 48 0,-36-57-697,-2 0 1,0 1-1,-1 0 0,-1 0 1,-1 0-1,-1 1 0,-1-1 1,0 32-1,-2-47-45,2-10 0,4-24 0,13-58 0,-2 26-621,3 2 1,2 0-1,3 1 1,2 2-1,48-74 0,-27 63-2714,111-120 1,-119 148-1841,86-65 0,-56 56-3865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31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6 487 9037,'22'2'1731,"-21"-2"-1607,0 0 1,-1-1 0,1 1 0,0 0-1,-1-1 1,1 1 0,0-1 0,-1 0-1,1 1 1,-1-1 0,1 1 0,-1-1-1,1 0 1,-1 1 0,0-1 0,1 0-1,-1 1 1,0-1 0,1 0-1,-1 0 1,0 0 0,0 1 0,0-1-1,1-1 1,-1 1 261,6-9 336,0 0 1,1 1-1,0 0 1,0 0-1,1 1 1,13-12-1,23-26 111,-34 33-676,0-1 1,-1-1-1,-1 0 0,0 0 1,-1-1-1,0 1 0,7-31 1,-12 38-104,-1 1 0,0-1 0,0 0 0,-1 0 0,1 0 0,-2 0 0,1 1 0,-1-1 0,-1 0 0,1 0 1,-1 1-1,0-1 0,-1 1 0,0 0 0,0-1 0,-1 1 0,0 1 0,-8-13 0,10 17-27,1 0 1,-1-1-1,0 1 0,0 1 0,0-1 0,0 0 1,0 0-1,0 1 0,-1-1 0,1 1 1,0 0-1,-1 0 0,1 0 0,-1 0 1,1 0-1,-1 0 0,1 1 0,-1-1 0,0 1 1,1 0-1,-1-1 0,0 1 0,0 1 1,1-1-1,-1 0 0,0 1 0,1-1 1,-1 1-1,1 0 0,-1 0 0,1 0 1,-1 0-1,1 0 0,-3 2 0,-2 1 60,1 1-1,-1 0 1,1 0-1,0 0 0,1 1 1,-1 0-1,1 0 1,0 0-1,-6 12 1,5-7-31,1 1 1,0 1-1,0-1 1,1 1-1,1 0 1,0 0-1,1 0 1,0 0 0,1 0-1,1 0 1,0 1-1,3 24 1,0-23-28,0 0 0,0 1 0,2-1 0,0 0 0,0-1 0,2 1 0,-1-1 0,2 0 0,0-1 0,12 16 0,-16-24-42,0 0 0,0 0 0,0-1 0,1 1 0,-1-1 0,1 0 0,0 0-1,0-1 1,0 1 0,1-1 0,-1-1 0,1 1 0,0-1 0,0 1 0,0-2 0,0 1-1,0-1 1,0 0 0,0 0 0,1 0 0,-1-1 0,0 0 0,0 0 0,1-1-1,-1 0 1,11-3 0,-6 2-12,-1-1 0,0-1 0,0 0 0,0 0-1,-1-1 1,1 0 0,-1 0 0,-1-1 0,1-1 0,-1 1-1,10-10 1,186-243-130,-114 138 467,-76 103-5,1 1 0,22-20 0,-33 39 144,-1 5-334,0 0-1,0-1 1,0 1-1,0 1 1,-1-1-1,-1 0 1,1 0-1,-1 1 1,0-1-1,-1 12 1,-1 13 201,-6 39 0,3-28-65,-21 161 378,-9-1 0,-78 261 0,-9-73-350,-18 65-160,27 5-1207,104-415 527,2 0 1,2 1 0,2-1 0,2 1 0,2 0-1,16 88 1,-18-133 510,0-1-1,1 1 1,-1-1-1,0 1 1,1-1-1,-1 1 1,1-1 0,0 1-1,-1-1 1,1 0-1,0 1 1,0-1-1,0 0 1,0 0 0,0 1-1,0-1 1,1 1-1,-1-2 21,0 0-1,0 1 0,-1-1 0,1 0 1,0 0-1,0 0 0,-1 0 0,1 0 1,0 0-1,0 0 0,0 0 0,-1 0 1,1 0-1,0 0 0,0 0 1,-1-1-1,1 1 0,0 0 0,0 0 1,-1-1-1,1 1 0,0-1 0,0 0 1,3-1-52,-1-1 1,0 0-1,0-1 0,0 1 1,0 0-1,0-1 1,-1 0-1,1 1 1,-1-1-1,2-6 1,12-32-102,-3-1 0,-2 0 0,-1-1 0,-2 0 1,-3 0-1,-1-1 0,-2-61 0,-47-314 566,28 303-154,13 83-192,1 1-1,1-1 1,2 0 0,1 1-1,7-36 1,-4 47-100,1-1-1,2 1 0,0 0 1,1 0-1,1 1 1,1 0-1,1 0 1,16-21-1,-7 15-469,2 1-1,1 2 1,1 0 0,1 1-1,1 1 1,0 2-1,2 1 1,1 1 0,0 1-1,62-25 1,-20 15-870,2 3 0,1 3-1,131-19 1,-198 39 1215,0 0 0,1 0 0,-1 0 0,0 1 0,1 0 1,-1 1-1,1 0 0,-1 0 0,0 0 0,0 1 0,0 0 0,10 4 0,-14-4-2104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31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73 6237,'-15'4'569,"1"0"415,0 0 5327,16-4-6218,1 1 1,-1 0 0,1-1-1,-1 1 1,1 0 0,-1 1 0,1-1-1,-1 0 1,0 1 0,3 1-1,6 4 162,0-3-118,1-1 0,-1-1-1,0 0 1,1 0 0,0-1 0,13 0-1,-12-1 207,1 1 0,-1 0 0,24 6-1,-37-7-331,0 0-1,0 0 0,0 0 0,0 0 1,1 0-1,-1 0 0,0 0 1,0 0-1,0 0 0,0 0 1,0 1-1,1-1 0,-1 0 0,0 0 1,0 0-1,0 0 0,0 0 1,0 0-1,0 0 0,1 0 1,-1 1-1,0-1 0,0 0 0,0 0 1,0 0-1,0 0 0,0 0 1,0 0-1,0 1 0,0-1 0,0 0 1,0 0-1,0 0 0,0 0 1,0 1-1,0-1 0,0 0 1,0 0-1,0 0 0,0 0 0,0 0 1,0 1-1,0-1 0,0 0 1,-2 18 208,-1 1 1,0-1-1,-2 0 0,0-1 1,-1 1-1,-16 32 1,9-21-46,-11 39-1,13-26 60,-12 83 0,26-84-81,-2-40-136,0 0 0,1 1-1,-1-1 1,1 0 0,-1 0-1,1 0 1,0-1 0,-1 1-1,1 0 1,0 0 0,0-1-1,0 0 1,-1 1 0,1-1 0,0 0-1,0 1 1,0-1 0,2-1-1,-1 0-7,0 0 0,0-1-1,0 0 1,-1 1 0,1-1-1,0 0 1,-1-1 0,1 1 0,-1 0-1,0-1 1,0 1 0,3-6-1,1 1 9,8-11 31,-2 0 1,0-2 0,-1 1 0,16-39-1,3-7-17,99-146-1730,-33 80-5085,-79 113 2772,5 5-1866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7:31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 4720,'-30'-3'1067,"23"3"767,3 4-804,1-1-822,0 1 0,0 0 0,1 0 1,-1 0-1,1 0 0,-1 1 0,1-1 0,1 0 1,-1 1-1,1 0 0,-1-1 0,1 1 0,1 0 1,-1 0-1,1-1 0,-1 1 0,2 7 0,0-7-150,0 0 0,0 0 0,0 0 0,1 0 0,0 0 0,0 0 0,0 0 0,1-1 0,-1 1 0,1-1 0,0 0 0,1 0 0,-1 0 0,1 0 0,-1 0 0,1-1 0,0 1 0,1-1 0,-1 0 0,0-1 0,1 1 0,0-1 0,-1 0 0,1 0 0,0 0 0,0-1 0,0 1 0,7 0 0,3 0 160,1-1-1,0 0 1,0-1-1,-1-1 1,1 0-1,0-1 1,27-7-1,-41 8-158,0 0 0,0 0 0,-1 1 0,1-1 0,0 0 0,-1 0 0,1-1 0,0 1-1,-1 0 1,0 0 0,3-3 0,-2 1 266,-17 12-389,1 0 0,0 1 0,0 1 0,1 0 0,1 0 0,-1 1 1,2 1-1,-20 28 0,30-40-52,0 0 0,0 0-1,0 0 1,0 0 0,0 0 0,0 1 0,1-1 0,-1 0 0,0 1 0,1-1-1,-1 1 1,1-1 0,0 0 0,-1 1 0,1-1 0,0 1 0,0-1 0,0 1-1,0-1 1,0 1 0,0-1 0,0 1 0,1-1 0,-1 1 0,1-1 0,-1 1 0,1-1-1,-1 0 1,1 1 0,0-1 0,-1 0 0,1 1 0,0-1 0,0 0 0,1 1-1,1 2-210,2-2-3220,11-5-1691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3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167 416 6373,'-1'-2'149,"1"0"1,-1-1-1,1 1 1,-1 0-1,1 0 1,-1-1-1,0 1 1,0 0-1,0 0 1,-1 0-1,1 0 1,0 0 0,-1 0-1,1 1 1,-1-1-1,0 0 1,1 1-1,-1-1 1,0 1-1,-2-2 1,1 1 105,-1-1-1,2 1 1,-1-1 0,0 0 0,0 0-1,1 0 1,0 0 0,-1-1 0,1 1-1,0-1 1,1 1 0,-2-5-1,-15-50 2362,10 29-1501,3 19-636,0 0 0,-1 0 0,0 1 0,-13-17 0,-11-19 1021,28 42-1409,1 0 0,-1 0-1,1 0 1,0-1-1,1 1 1,-1 0-1,1-1 1,-1 1 0,1 0-1,0-1 1,0 1-1,0-1 1,1-4 0,0 5-64,0 0 1,0 1-1,1-1 0,-1 0 1,1 0-1,-1 1 1,1-1-1,0 1 1,0-1-1,0 1 0,0 0 1,0 0-1,1 0 1,-1 0-1,0 0 0,1 0 1,0 1-1,2-2 1,4-1 9,0 0 1,0 0-1,1 1 1,14-3-1,14 0 33,1 1 1,-1 2-1,1 2 0,0 1 0,-1 2 0,1 2 0,47 10 0,-34-1 15,1 1-1,-2 3 1,0 2 0,79 41-1,-100-44-40,-1 2 0,-1 1 0,0 1-1,-2 1 1,0 1 0,-1 1-1,-2 2 1,0 0 0,-2 2-1,-1 0 1,-1 1 0,-1 1-1,-1 1 1,-2 0 0,-1 1-1,-2 1 1,-1 0 0,-1 1 0,-2 0-1,4 36 1,-7-14 1,-3 1 0,-2-1 1,-2 0-1,-19 103 0,5-84-10,-3 0 0,-3-1 0,-32 70 1,5-39 16,-95 152 1,-84 82 56,172-258-114,-70 87 181,124-165-179,4-3-2,-1 0 0,1 0-1,0-1 1,-1 1 0,1 0-1,-1-1 1,0 1 0,0-1-1,1 0 1,1-3 0,1-1-9,42-55-122,-3-1 0,41-82 0,57-147-480,-22 2 193,30-66 169,-142 343 493,-2 12 215,1 22 253,-6-19-700,1 18 301,-1 1 1,0 0-1,-2 0 1,0-1 0,-8 31-1,-3 22 279,1 22 29,4 0 0,4 0 0,14 151 1,-5-203-539,2 1 0,2-2 1,2 1-1,2-2 1,1 0-1,3 0 1,1-1-1,2-1 1,2-1-1,28 37 0,-18-34-70,3-1-1,1-2 0,2-2 0,1-1 1,2-3-1,55 36 0,-33-30-387,2-4 0,1-2 1,136 47-1,-91-47-882,212 35 0,111-27-1702,74-46-1628,-172-29-2077,-72-6-2607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3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1 287 10541,'67'-40'1596,"-17"19"-184,7 3-184,10 0-236,7-3-171,3-6-189,16 3-236,8 0-756,16-9-861,7 5-859,10 10-1948,13 3-2917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164 405 14029,'-130'6'4669,"113"-12"-2389,0 0-400,27-9-388,27-10-292,20 4-284,30-3-372,30-6-928,34 0-456,30-9-896,23-10-852,21 1 256,29-3-3365,11-15-4752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5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1037 100 5877,'55'-96'4498,"-53"92"-1297,10 20-1248,-11-12-1811,0 0 0,0 1 0,-1-1 0,1 0 0,-1 0 0,0 1 0,0-1 0,0 0 0,-1 0 0,0 1 0,-1 3-1,-17 52 842,7-26-462,-45 146 1024,-94 351 536,137-460-1980,2 1 0,4 0 1,3 1-1,3-1 0,12 115 0,4-102-46,3-1 0,4-1 0,40 101-1,116 232 172,-100-247-73,-60-131-51,-2 1-1,-1 1 1,-2 0-1,-2 1 1,10 83-1,-19-105 3,-1 0-1,0 1 1,-1-1-1,-1 0 1,-1 0-1,-1 0 1,0 0 0,-1-1-1,-2 1 1,1-1-1,-2 0 1,-1-1-1,0 0 1,-1-1-1,-13 18 1,-3-4 72,-1-1 0,-2-2 0,0 0 0,-2-2 0,-1-2 0,-1-1 1,-68 35-1,1-11 154,-167 52 0,62-38-883,171-53 64,1-1 1,-1-1 0,0-2 0,-39-1 0,64-2 145,0-1-1,0 0 1,0 0 0,0-1 0,0 0 0,-9-4 0,15 5-4,1 0-1,0 0 1,-1 0 0,1-1-1,0 1 1,0-1 0,0 1-1,0-1 1,0 0 0,0 0-1,0 1 1,1-1 0,-1-1-1,0 1 1,1 0 0,0 0-1,0 0 1,-1-1 0,1 1-1,1-1 1,-1 1 0,0-1-1,1 1 1,-1-1 0,0-3-1,2-3-2275,0 0 1,0 0-1,5-15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5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14349,'-86'33'1860,"85"-33"-1749,0 0 0,0 0 0,1 0 0,-1 0 0,0 1 0,0-1 0,1 0 0,-1 1 0,0-1 0,0 0 0,1 1 0,-1-1 0,1 1 0,-1-1-1,0 1 1,1-1 0,-1 1 0,1 0 0,-1-1 0,1 1 0,-1 0 0,1-1 0,0 1 0,-1 1 0,7 5 386,-4-6-57,2 3-160,0 0 1,0 0-1,0-1 1,1 1 0,0-1-1,-1 0 1,1-1-1,0 1 1,0-1-1,10 3 1,62 12 965,-50-12-844,530 70 2401,8-35-2057,-489-36-654,925 38-2262,-336-35-3797,-431-8-512,-19-7-4216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6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2439 5705,'-7'-2'387,"-1"1"1,0 0 0,1 0 0,-1 1-1,0 0 1,0 0 0,1 1 0,-1 0-1,-13 4 1,17-4 11,0 0 0,1 0 0,-1-1 0,0 1-1,0-1 1,-8 0 0,9 0 840,642-80 2837,-389 44-3487,78-9-135,62-9-148,56-6-18,3220-452 680,-1885 250-794,774-115-35,-11-27-515,-1291 181-1046,-17-45-6327,-752 144-327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8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10741,'1'4'1529,"8"35"780,-1 1 1,-3 0 0,2 66-1,0 2-391,17 163 541,15 139-2293,-17-162-3211,-18-83-2348,-7-108-222,-6-7-3399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8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12153,'0'1'144,"0"-1"1,0 1-1,-1 0 0,1-1 0,0 1 1,0-1-1,1 1 0,-1 0 0,0-1 1,0 1-1,0-1 0,0 1 0,0 0 1,1-1-1,-1 1 0,0-1 0,0 1 0,1-1 1,-1 1-1,0-1 0,1 1 0,-1-1 1,1 1-1,-1-1 0,1 0 0,-1 1 1,1-1-1,0 1 0,8 6 534,1 0-1,-1-1 0,1 0 1,15 7-1,30 18 1325,379 242 3246,248 82-5503,-607-319-361,1-2 0,2-5-1,88 22 1,-158-49 560,0 0-1,0-1 1,1-1 0,-1 1 0,0-1 0,0 0 0,0-1-1,1 0 1,-1-1 0,0 1 0,11-5 0,-14 4 26,0-1 1,1 0 0,-1 0 0,-1 0 0,1 0 0,0-1 0,-1 1-1,0-1 1,0 0 0,0-1 0,0 1 0,0-1 0,-1 1 0,0-1 0,0 0-1,0-1 1,2-6 0,1-6-5,-1 0 1,-1 0-1,0-1 0,-1 0 1,-2 1-1,1-1 0,-3-30 0,-22-137 158,13 130 150,-20-99 2404,30 215-795,11 0-1535,3-1 1,2 0-1,35 81 1,-49-135-335,24 66-288,4-2 1,2-1 0,4-2 0,45 64-1,-61-103-92,1-1 1,1-1-1,2-1 0,44 36 0,-49-46 165,0-1-1,1-1 1,1 0 0,0-2 0,0 0-1,1-2 1,37 10 0,-43-14 132,0-1-1,-1 0 1,1-1-1,0-1 1,0-1 0,0 0-1,1-1 1,-2 0-1,1-2 1,0 0 0,0 0-1,-1-2 1,1 0-1,-1 0 1,-1-2 0,1 0-1,-1 0 1,0-2-1,-1 1 1,0-2 0,0 0-1,-1 0 1,0-1-1,19-24 1,-8 7 11,-1-1 1,-1-1-1,31-62 0,-31 40-28,-2 0-1,20-91 0,-5 14-284,-32 122 280,0 1-1,-1-1 1,0 0 0,0 0-1,0 0 1,-1-9 0,0 7-106,20 6-43,-2 3 180,0 1 0,0 0 0,0 1 0,0 1 0,17 5 0,-11-2 79,1-2 0,38 3 0,-3-4-15,-24 0 124,-1-2 1,1-1-1,-1-2 0,45-8 1,-28-5-5,-39 10-108,1 1-1,-1 0 1,1 1-1,-1 1 0,22-1 1,42 1-18,-35 0-18,0 2 1,51 7-1,-84-7 27,0 1-1,0-1 0,-1 0 0,1-1 0,0 0 1,-1-1-1,16-4 0,59-26-24,-45 16 54,72-33-90,26-8-5,-108 49 72,1 0 0,-1 3 0,53-5 0,84 9-51,-79 2-172,142-11-6613,-155 6 2416,17 1-2309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9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89 9457,'-8'-16'826,"7"13"-578,-1 0 0,1 0 0,0 0-1,-1 1 1,0-1 0,1 0-1,-1 1 1,0-1 0,0 1-1,-1 0 1,1-1 0,0 1-1,-1 0 1,-5-3 0,8 4-17,0 0 0,-1 1 0,1-1 0,0 0 1,0 0-1,0 0 0,0 0 0,0-1 0,0 1 1,0 0-1,0 0 0,0 0 0,1 1 0,-1-1 1,0 0-1,1-2 0,0 2 261,-2 0-378,1 1 0,0 0-1,0-1 1,0 1 0,0-1 0,0 1-1,0-1 1,0 1 0,0 0 0,0-1 0,0 1-1,0-1 1,0 1 0,0 0 0,0-1-1,1 1 1,-1-1 0,0 1 0,0 0-1,0-1 1,1 1 0,-1 0 0,0-1 0,0 1-1,1 0 1,-1-1 0,0 1 0,1 0-1,-1-1 1,0 1 0,1 0 0,-1 0-1,0 0 1,1-1 0,-1 1 0,1 0 0,9 14 5129,3 7-5303,81 88 1381,-36-44-1301,-8-8-748,57 68-2416,-81-91-95,40 70 0,-29-35-2882,5-3-3579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9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16069,'3'9'3037,"-16"-18"4575,43 18-6595,17 10-33,-10 5-608,10 3-608,10 3-896,6 3-593,4 6-891,0-6-992,7 10-2281,3-4-5044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10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1536,'14'-27'-528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1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19 13353,'6'-15'2312,"-5"12"2110,-12 12-978,10-8-3313,0 1 0,0-1 0,0 1 0,-1 0-1,2 0 1,-1-1 0,0 1 0,0 0 0,1 0-1,-1 0 1,1 0 0,-1 0 0,1 0-1,0 0 1,0 0 0,0 0 0,0 0 0,0 0-1,0 2 1,9 52 710,-3-23-299,10 110 371,12 193-4769,-27-260 2048,1 55-2402,3-44-1534,7 9-4097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10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1 11709,'-24'3'8013,"21"15"-6789,-10 24-168,6 6-192,-7 16-220,-6 17-268,0 6-528,-3 4-604,-14 5-1096,-17 10-1104,-6 11-2461,3 19-4352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11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46 12021,'-42'-44'6079,"40"42"-4624,2 6 6,-19 94 1906,-5 34-1806,9 151-1040,20 3-3393,-3-223 1839,-2-20-557,2 1-1,1-1 0,14 60 0,-15-99 1309,-1 1 0,1-1 1,0 1-1,0-1 0,1 0 0,-1 0 0,1 1 1,0-2-1,0 1 0,4 4 0,-6-7 217,0 0-1,1 0 1,-1 0-1,0 0 1,1 0-1,-1 0 0,1 0 1,-1-1-1,1 1 1,-1 0-1,1-1 1,-1 1-1,1-1 0,0 0 1,-1 1-1,1-1 1,0 0-1,-1 0 1,1 0-1,0 0 0,-1-1 1,1 1-1,0 0 1,-1-1-1,1 1 1,-1-1-1,1 1 1,-1-1-1,1 0 0,-1 0 1,1 1-1,1-3 1,5-3-22,-1-1-1,0 1 1,-1-1 0,1-1 0,-2 1 0,1-1 0,4-9 0,31-66-57,-23 44 217,53-119 263,25-50 921,-71 162-592,1 1-1,43-57 1,-58 89-515,-1 0 0,2 0 0,0 1 0,0 1 0,1 0 0,0 1 0,1 0 0,0 1 0,1 0 0,-1 1 0,2 1 0,-1 0 0,1 2 0,0-1 0,0 2 0,1 0 0,19-1 1,-7 3-3,0 2 1,0 1-1,0 1 1,-1 2-1,1 0 1,-1 2-1,43 16 1,1 4 97,110 58 0,16 30 64,49 24-100,-242-135-203,1 0-1,-1-1 0,1 0 1,0 0-1,0 0 0,0-1 1,-1 1-1,1-2 1,0 1-1,1-1 0,-1 0 1,0 0-1,0 0 0,0-1 1,0 0-1,8-2 0,1-2-3,-1-1 0,0 0-1,-1-1 1,1 0-1,-2-1 1,1-1 0,-1 0-1,0 0 1,-1-1 0,0-1-1,0 0 1,10-15-1,15-22 20,39-75-1,-50 78-233,2 2-1,57-70 1,-72 101-169,1 0 0,0 1 1,1 1-1,0 0 1,0 1-1,21-10 0,-31 18 184,0-1 0,0 1 0,0 0-1,0 0 1,0 0 0,0 1 0,1-1 0,-1 1-1,0 0 1,0 1 0,0-1 0,0 1-1,9 1 1,-4 1-637,0 0 0,-1 1 0,1-1 0,-1 2 0,10 5 0,23 18-3954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11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97 218 5657,'-30'-27'1608,"13"-6"-348,11 21-260,2-10-188,4 1-344,-6-3-488,-8-15-532,7 27-2496,-6-15-1153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9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0 250 13441,'4'-33'1916,"43"15"-399,-7-6-317,10 3-316,4-3-552,6 3-640,17-6-932,20-1-565,24 1-2851,13 0-3641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5:48:09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1 434 11853,'0'0'2132,"13"-18"-420,11-6-247,6 0-317,3 0-296,24-6-276,20-4-460,17-5-584,20 0-484,17-6-424,16-9-561,14 2-2443,30 1-3377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8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185 118 12585,'-3'-19'54,"2"2"2366,-2 0-1,0 0 1,-10-28 0,12 42-980,-12 20 807,12-15-1972,-4 10 137,1 0 1,0 1-1,1-1 1,0 1-1,1 0 1,-2 19-1,-1 10 269,-37 254 2083,-25 401-2609,59-404-1082,28-1-5033,-5-207 1668,1-31-2305,4-4-5410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9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14 167 12957,'7'-11'462,"0"0"1,1 1-1,0 0 0,1 0 0,0 1 1,0 0-1,1 0 0,0 1 0,1 1 0,0-1 1,0 2-1,1 0 0,-1 0 0,24-7 0,5 2 553,1 3-1,0 1 0,1 3 1,78 0-1,-44 8-151,134 24 0,-166-19-689,0 1 1,-1 3 0,0 1-1,-1 2 1,0 2-1,53 33 1,-75-39-134,0 2 1,0 0-1,-1 2 1,-1 0-1,-1 1 1,0 0-1,-2 1 0,0 1 1,0 1-1,-2 0 1,-1 1-1,0 0 1,14 38-1,-17-31-3,-1 0 1,-2 1-1,0-1 1,-2 1-1,-1 0 1,-2 1-1,-3 55 1,-3-45-12,-2 0 0,-1 0 0,-3 0 0,0-1 0,-19 39 0,-8 2 8,-4-2 0,-3-2-1,-3-2 1,-90 106 0,-56 37-4,-21 30 28,213-246-59,1 0 0,0 0-1,0 1 1,0-1 0,0 0 0,1 1 0,-1-1 0,0 0-1,0 1 1,1-1 0,-1 1 0,1-1 0,-1 1-1,1 0 1,0-1 0,0 1 0,-1-1 0,1 1 0,0 0-1,0-1 1,1 4 0,0-4-1,-1 0 1,1 0-1,0-1 1,0 1-1,0 0 0,0 0 1,0 0-1,0-1 1,0 1-1,0 0 0,0-1 1,0 1-1,0-1 1,0 1-1,0-1 0,0 0 1,0 1-1,0-1 0,1 0 1,-1 0-1,2 0 1,15 0-1,-1 0 0,1-2 0,26-5 1,-16 3-3,-20 3-1,137-20-47,157-2-1,-258 22 45,0 2 0,-1 3 0,1 1-1,0 2 1,-1 2 0,-1 1-1,0 3 1,45 19 0,-73-26 8,-1 1-1,0 0 1,0 1 0,-1 0 0,0 1 0,20 20 0,-28-24 2,1-1 0,-1 2 0,-1-1 0,1 0 0,-1 1 1,0-1-1,0 1 0,0 0 0,-1 0 0,0 0 0,0 0 1,-1 1-1,0-1 0,0 0 0,0 1 0,-1-1 0,0 1 0,-1 8 1,-2 5 12,-2 1 0,0-1 1,-1 0-1,-1 0 0,-1-1 1,-1 0-1,-1 0 1,0-1-1,-1 0 0,-1-1 1,-1 0-1,-17 18 0,-5 1 36,-1-2 0,-2-1 0,-1-2 0,-46 28 0,3-10-16,-3-4-1,-1-3 0,-119 39 0,-280 65 22,475-143-55,-75 21-76,-146 33-2174,221-55 1793,1-1 0,0 0 1,0 0-1,-1-1 0,1 0 1,0-1-1,-19-4 0,26 5 188,0-1 1,0 0-1,0 0 0,0 1 0,0-2 0,0 1 0,1 0 1,-1 0-1,0 0 0,0-1 0,1 1 0,-1-1 0,1 1 1,0-1-1,-1 0 0,1 0 0,0 1 0,0-1 0,0 0 1,0 0-1,0 0 0,0 0 0,1 0 0,-1 0 0,1 0 1,-1-1-1,1 1 0,0 0 0,0 0 0,0 0 0,0 0 1,0-1-1,0 1 0,1 0 0,-1 0 0,1 0 0,-1 0 1,1 0-1,1-2 0,2-6-2271,0 0 1,0 1 0,9-12-1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9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12381,'21'54'2440,"-18"-21"253,-6 6-345,3 6-344,0 1-384,3 2-324,-3 9-260,-3 9-308,-1 4-652,-3 2-792,-9 7-740,-18-7-1128,4 6 44,-3 7-3213,-1-10-4836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9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14 158 16013,'-13'-61'2633,"13"34"-597,0 6-404,6 3-328,1 3-472,16 6-768,1 3-492,19 6-732,28 6-996,-21 6-992,17 12-2081,13 12-4180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9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16662,'-3'28'3132,"10"5"-168,3 30-112,-4-9-379,-2 7-373,-4 11-360,0 9-896,3 22-844,-3 8 0,3 10 0,-9 12 0,-4 5 0,0-2 0,-1-1 0,5-2 0,-4 214-8149,13-254 917,4-14-7170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4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68 603 15593,'-57'-105'2877,"50"66"-597,4-3-464,13 5-328,3 1-304,21 0-348,23 0-600,20 0-776,17-1-368,16-2-508,11 3-568,13 0-372,0-3-681,0 6-1663,-11 18-3685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0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748 386 12145,'-96'-180'11923,"94"175"-11704,0 0 1,0 1 0,1-1-1,0 0 1,0 0 0,0 0 0,0 0-1,1 0 1,0 0 0,0 0 0,0 0-1,0 0 1,1 1 0,2-11-1,0 5 54,1 1 1,0-1-1,1 1 0,0-1 0,9-12 0,-12 18-207,1 0 1,0 0-1,0 1 0,0-1 0,0 1 1,1 0-1,-1 0 0,1 0 1,0 0-1,0 1 0,0-1 0,0 1 1,0 0-1,0 0 0,1 1 1,-1-1-1,1 1 0,-1 0 0,1 0 1,-1 1-1,1-1 0,0 1 1,-1 0-1,1 0 0,0 1 1,-1-1-1,1 1 0,-1 0 0,1 0 1,-1 0-1,1 1 0,6 3 1,-3 0-8,-1 0 0,1 0 0,-1 0 1,0 1-1,-1 0 0,0 1 0,0-1 1,0 1-1,6 10 0,-7-11-15,14 20 65,-1 1 0,-2 0 1,0 1-1,-2 1 1,-1 1-1,-1 0 0,10 42 1,-13-33-86,-2 0 0,-2 1 0,-1 0 0,-2-1 0,-5 60 0,-3-43-33,-3-1 1,-2 0-1,-2 0 0,-3-2 1,-2 0-1,-2 0 0,-3-2 1,-51 86-1,34-76 26,-2-1-1,-3-3 0,-3-1 1,-76 70-1,78-86-1117,-94 62 0,95-74-1264,-2-3-1,-70 28 1,23-18-5334,20-14-5169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3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544 408 10293,'-40'-16'651,"16"6"67,-1 0-1,-1 2 1,-27-5 0,-57-7 2787,-54-12 762,129 27-2923,28 4-1030,0 1-1,0-1 1,1 0 0,-1-1 0,0 0 0,1 0-1,-1 0 1,-5-4 0,12 6-297,0-1 0,0 1 0,0-1-1,0 1 1,0-1 0,0 1 0,0-1 0,0 1 0,0 0 0,0-1-1,0 1 1,0-1 0,0 1 0,1-1 0,-1 1 0,0 0-1,0-1 1,1 1 0,-1-1 0,0 1 0,1 0 0,-1-1 0,0 1-1,1 0 1,-1 0 0,0-1 0,1 1 0,-1 0 0,0 0-1,1-1 1,-1 1 0,1 0 0,-1 0 0,1 0 0,-1 0 0,1 0-1,13-7 101,-1 1 1,1 1-1,1 1 0,-1 0 0,1 0 0,24-1 0,-37 4-112,601-70 780,10 30-1359,-433 30 188,938-50-4052,-372 29-5129,-379 20-472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0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31 302 9541,'76'-111'2209,"-66"96"-1567,2 1 0,0 0 1,0 0-1,1 1 0,1 1 1,0 0-1,1 1 0,0 0 1,1 2-1,0-1 0,0 2 1,34-12-1,-34 14-370,1 0 0,1 2 0,-1 0 0,1 1 1,-1 0-1,1 2 0,0 0 0,0 1 0,-1 1 0,1 0 1,0 2-1,-1 0 0,1 1 0,-1 0 0,0 2 0,0 0 1,-1 0-1,0 2 0,0 0 0,0 1 0,-1 1 0,-1 0 1,16 14-1,-15-12-133,0 2 1,-1 0 0,-1 0-1,0 1 1,-1 1-1,-1 0 1,0 1 0,-1 0-1,-1 0 1,0 1-1,-2 0 1,0 1 0,-1 0-1,-1 0 1,0 0-1,-2 0 1,0 1 0,-1 0-1,-1-1 1,-1 1 0,-1 0-1,-6 33 1,-1-17 30,-1-1 0,-3-1 0,0 0 0,-3-1 0,0 0 0,-39 59 0,-145 168 659,-202 146 30,233-248-890,158-145-891,25-18-529,-5 0 1187,50-23-2882,-1-3 1,84-59-1,-6 4-4713,-25 22-1914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1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11981,'-45'22'862,"28"-12"-20,-1-2 0,0 0 0,-24 6 0,26-3 2906,15-9-3567,0 0 0,-1 0 0,1 0 0,0 0 0,0 1 0,1-1-1,-1 0 1,0 1 0,1-1 0,-1 0 0,1 1 0,0-1 0,0 1 0,0 1 0,3 7 256,0 0-1,1-1 1,0 0 0,1 0 0,0 0-1,0 0 1,1-1 0,1 0 0,9 12-1,4 5 227,14 20 490,79 81 1,55 31-336,-116-111-859,191 167-2430,-70-64-2040,-5 6-5708,-89-79-383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1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27 15905,'-45'-24'2814,"43"22"-1700,6 3 317,26 12 2683,-28-11-3897,0-1 1,0 1 0,0 0 0,-1 0 0,1-1-1,0 1 1,-1 0 0,1 0 0,-1 1 0,0-1-1,0 0 1,0 0 0,0 1 0,2 4 0,8 40 987,-8-30-738,9 34-53,135 492 1255,-47-284-7192,-63-182-1207,60 94 0,-53-102-3703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1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93 246 13457,'8'-38'687,"-6"24"-249,1-1 1,1 1-1,0 1 0,1-1 0,0 0 0,1 1 0,14-22 1,-15 29-8,-1-1 0,2 1 0,-1 0 0,1 1 0,0-1 0,0 1 0,0 0 1,1 1-1,-1 0 0,1 0 0,0 0 0,13-4 0,-17 7-293,-1 0 0,1 0 0,0 0 1,0 1-1,0-1 0,0 1 0,0 0 0,-1 0 0,1 0 0,0 0 0,0 0 1,0 1-1,0-1 0,5 3 0,8 0 212,0 1-180,-1 0 0,1 1 0,-1 1 0,0 0-1,0 1 1,-1 1 0,0 0 0,0 1 0,-1 0-1,0 1 1,-1 0 0,0 1 0,0 1-1,10 14 1,-5-2-57,-1 0 0,-1 1-1,-2 1 1,0 0 0,-2 1-1,-1 0 1,0 1 0,6 37-1,-2 22 55,6 124 0,3 23-211,-17-197 10,1 0-1,2-1 0,2 0 1,19 42-1,52 74-215,-56-111 158,-3 0-1,-2 2 1,21 57-1,-39-91 82,-1 1 0,1 0 0,-2-1 0,1 1 0,-1 0 0,-1 0 0,0 0 0,0 0 1,-1 0-1,0 0 0,-1 0 0,0 0 0,-1-1 0,0 1 0,-8 17 0,4-14 4,-1 0 0,-1 0-1,0-1 1,-1 0 0,0-1 0,-1 0 0,0-1 0,-1 0-1,-22 15 1,-43 22 24,-3-4 1,-137 53-1,3-1-693,21-6-4257,187-86 4205,-20 9-1401,26-12 1795,-1 0 0,0 0 0,0 1 1,1-1-1,-1 0 0,0 1 1,0-1-1,1 1 0,-1-1 1,1 1-1,-1-1 0,0 1 1,1 0-1,-1-1 0,1 1 1,-1 0-1,1-1 0,0 1 1,-1 0-1,0 1 0,13 3-9747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2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1 733 14817,'18'52'903,"-10"-26"-32,2-1 0,0 0-1,18 28 1,-9-19 159,1-2 0,2 0 0,1-1 0,1-1 0,33 30 0,-37-42-867,2 0 0,-1-2-1,2 0 1,0-1-1,1-2 1,1 0-1,50 17 1,-44-19-355,1-3 1,0 0 0,1-2-1,56 3 1,-73-8 119,0-1 1,0-1 0,0-1 0,0 0 0,0-1-1,0 0 1,-1-1 0,0-1 0,0-1 0,0 0-1,25-14 1,-19 5 57,1-1 1,-2-1-1,0-1 0,-1-1 0,-1 0 0,20-29 0,78-137 1686,-69 104-108,-33 59-648,27-33 0,-39 53-488,0 3-376,-1 0 0,1-1 1,-1 1-1,1 0 0,-1 0 0,1 0 1,-1 0-1,1 0 0,-1 0 1,0 0-1,0 0 0,0 1 0,2 1 1,-1 0 42,3 3-29,-1 0 0,0 1 0,0-1 0,0 1 0,-1 0 0,0 0 0,-1 0 0,1 0 0,-1 1 0,1 11 0,2 16 121,-1 35 0,-2-38-88,32 373 391,8 157-510,-40-353-65,-31 263 1,9-323-201,-6 0 0,-69 217 0,66-277 100,-4-2-1,-3-1 1,-49 81-1,63-130 69,-1-1 0,-2-1 0,-1-1 0,-2-2-1,-1 0 1,-1-2 0,-2-2 0,-65 46 0,64-53 9,-2-1 0,-64 26 0,85-40 93,-1-1 0,0-1 0,0 0 1,0-1-1,0-1 0,0 0 0,-1-1 0,1-1 0,-1 0 0,-15-3 0,25 3 12,1-2 0,-1 1 0,1-1 0,-1 1 0,1-1 0,0-1 0,0 1 0,0-1-1,0 0 1,0 0 0,0 0 0,1-1 0,0 0 0,0 0 0,0 0 0,-7-9 0,7 6 5,0-1 0,0 1 1,1-1-1,0 0 0,0 0 1,1 0-1,0 0 0,0-1 0,1 1 1,0-12-1,1-7 8,2-1 0,0 1 0,2 0-1,1 1 1,1-1 0,11-27 0,45-105-35,116-212 1,-148 312 29,458-794-398,-340 605-57,131-229-679,143-236-330,13 39 411,-425 660 1035,88-117-15,-82 112 135,1 0-1,2 1 0,-1 1 0,26-17 0,-40 31-49,-1 1-1,1-1 0,-1 1 1,1 0-1,0 0 1,0 0-1,0 1 0,0-1 1,0 1-1,0 0 0,0 0 1,0 0-1,0 1 1,1 0-1,-1 0 0,6 0 1,-6 1-3,-1 0 0,1 1 1,-1 0-1,0-1 1,0 1-1,0 0 1,0 0-1,0 1 0,0-1 1,0 1-1,-1-1 1,1 1-1,-1 0 0,0 0 1,0 0-1,0 0 1,0 0-1,2 6 1,6 14 155,0 1 0,-2-1 1,-1 1-1,-1 1 0,-1-1 1,3 38-1,-1 160 663,-7-178-726,-10 700 727,19-331-2727,0-322-658,4 1-1,35 130 1,-38-190-972,20 44 0,18 18-8007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2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25 654 12157,'-8'-10'600,"7"9"-496,-1 0 1,1 0-1,0-1 1,-1 1-1,1-1 0,0 1 1,0-1-1,0 1 1,0-1-1,1 0 1,-1 1-1,0-1 0,1 0 1,-1 0-1,1 1 1,-1-1-1,1 0 1,0 0-1,0 0 0,0 0 1,0 1-1,0-1 1,0 0-1,0 0 1,1 0-1,-1 0 0,1 1 1,-1-1-1,1 0 1,0 1-1,0-1 1,0 0-1,2-2 0,2-5 226,1 0 0,1 1 0,0 0 0,0 0 0,0 1-1,1 0 1,0 0 0,0 1 0,1 0 0,0 1-1,10-6 1,20-3-102,2 1-1,-1 2 0,2 1 1,70-5-1,-21 1-268,560-96-2247,-576 96 2040,-1-5 0,80-30 0,-106 31 193,-1-3-1,0-2 1,-2-2 0,44-32 0,-80 50 93,1 0 1,-1-1-1,0 0 0,-1-1 0,0 0 1,9-13-1,-18 21 15,0 0 1,0 1-1,0-1 1,0 0-1,0 0 0,-1 0 1,1 1-1,0-1 0,0 0 1,-1 1-1,1-1 1,0 1-1,-1 0 0,1-1 1,-2 1-1,-4-1 37,-1 1 1,1 0-1,0 1 0,0-1 0,0 1 1,0 1-1,0-1 0,0 1 0,0 1 1,1-1-1,-1 1 0,1 0 0,-1 0 0,1 1 1,-11 8-1,-11 9 342,-46 45-1,74-65-430,-15 14 116,0 1 0,1 0 0,0 2-1,1-1 1,2 2 0,-19 36 0,25-43-83,0 1 1,0 0-1,2 1 1,-1-1-1,2 0 0,0 1 1,0 0-1,2-1 1,-1 1-1,2 0 1,0 0-1,2 13 1,1-9-40,1-1-1,0 0 1,2-1 0,0 1 0,0-1-1,1 0 1,1-1 0,1 0 0,0 0-1,1-1 1,1-1 0,0 0 0,1 0-1,0-1 1,0-1 0,2 0 0,-1-1 0,1 0-1,1-2 1,0 1 0,0-2 0,0 0-1,1-1 1,0-1 0,0-1 0,18 3-1,-13-3-51,0-2-1,0 0 1,0-1-1,0-2 1,0 0-1,0-1 1,34-8-1,-41 6 41,0-1 0,0-1 0,0 0 0,-1-1 1,0 0-1,-1-1 0,1-1 0,-1 0 0,-1-1 0,0 0 0,14-16 0,-10 8 45,-1-2 1,-1 1-1,0-2 1,16-34-1,32-91 495,-32 69 93,-1 17 493,-28 61-997,0 0 1,0-1 0,0 1 0,0 0 0,0 0 0,0 0-1,0 0 1,-1 0 0,1 0 0,0 0 0,-1 0 0,2 2-1,0 1 0,-1 0-1,0-1 0,0 1 0,0 0 1,0 0-1,0 0 0,-1 0 0,0 0 1,0 0-1,0 6 0,-8 42 380,4-32-265,-6 29 181,-2 0 0,-2-1 0,-2 0 0,-30 59 0,18-48-273,-4 0 0,-40 56 0,-88 100-4143,146-196 1613,-21 38 0,34-55 2020,0-1 1,0 1-1,0-1 1,1 1-1,-1-1 1,1 1-1,-1-1 1,1 1-1,0 0 1,-1-1 0,1 1-1,0 0 1,0-1-1,0 1 1,0 0-1,1-1 1,-1 1-1,0 0 1,2 2-1,-1 1-1306,3 16-7519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3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57 12525,'-10'0'2376,"13"-21"-463,-10 9-265,-3 0 1364,-3 6-2288,-4 0-528,-3 6-6625,-3 6 1761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0:54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276 387 14113,'-171'-66'2188,"163"63"-1778,1 0 0,-1 0 0,1-1 0,-1 0 0,1-1 0,1 0 0,-1 0 0,1 0 0,-12-13 0,3 2 1348,14 16-1689,0-1 0,1 0 0,-1 0 0,0 0 1,1 0-1,-1 0 0,1 0 0,-1 0 0,1 0 0,0 0 0,-1 0 0,1 0 0,0 0 0,0 0 0,-1 0 0,1 0 0,0 0 0,0-1 0,0 1 0,1 0 0,-1 0 0,0 0 0,0 0 0,0 0 0,1 0 0,-1 0 0,1 0 0,-1 0 0,1 0 0,-1 0 0,1 0 0,-1 0 0,1 0 0,0 0 0,0 1 0,-1-1 0,1 0 0,0 0 0,0 1 1,0-1-1,1 0 0,6-5 201,0 0 1,1 0 0,14-6 0,0 1 0,0 1 0,0 1 0,1 2 0,27-6 0,103-11 339,-129 21-524,511-40 811,13 25-729,-352 13-306,1328-10-4367,-630 12-2335,-609-2 1111,-25-8-3333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5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208 8121,'-8'-18'316,"-2"-4"649,0 0-1,-15-21 1,20 36-495,0 0-1,0 0 1,-1 0 0,0 1 0,-1-1 0,0 2-1,1-1 1,-2 1 0,-12-8 0,10 8-103,-1 0 1,0 1 0,0 0-1,0 0 1,-1 1 0,1 1-1,-1 0 1,1 0 0,-1 1-1,0 1 1,1 0 0,-17 2-1,12 1-45,0 0-1,1 2 1,-1 0-1,1 0 1,0 1 0,0 1-1,1 1 1,-20 13-1,1 4 258,0 1 0,2 1-1,1 2 1,1 1 0,-41 56 0,-106 185 1539,51-51-1210,10 5-1,-156 435 1,241-564-811,3 2 1,-25 191 0,47-234-225,2 0-1,2 1 0,3-1 1,2 0-1,3 0 1,25 100-1,-25-133-52,1-1 1,0-1-1,2 1 0,0-2 0,1 1 1,1-1-1,1-1 0,1 0 0,1-1 1,0-1-1,1 0 0,0-1 1,1-1-1,1 0 0,1-1 0,0-1 1,23 11-1,-18-13-15,0 0 0,0-1 1,0-1-1,1-2 0,1 0 0,-1-2 1,1 0-1,-1-2 0,1-1 0,0-1 1,0-1-1,-1-2 0,1 0 0,41-12 1,-19 0 36,-1-3-1,-1-2 1,-1-1 0,-1-3 0,-1-1 0,-1-3 0,-2-1 0,51-47 0,23-34 667,127-159 0,-193 213 64,-9 8-24,-25 29-254,2 1 0,-1 0 1,2 1-1,19-15 1,-34 31-237,1-1 0,-1 1-1,1 0 1,0 0 0,-1 0 0,1 0 0,0 0 0,0 1-1,0-1 1,0 1 0,0 0 0,-1 0 0,1 0 0,0 0 0,0 0-1,0 1 1,0-1 0,0 1 0,0 0 0,-1 0 0,4 1-1,2 2 53,0-1 0,0 1 0,-1 1 0,14 10 0,-8-3 22,-1 1-1,0 1 0,-1 0 1,0 1-1,-2 0 1,15 28-1,5 9 57,-6-16-52,32 54 150,4-2 0,96 110 0,-115-154-251,2-3 1,2-1 0,1-2-1,2-2 1,62 36-1,-85-59-90,0-2 0,0 0-1,1-2 1,1 0 0,48 8 0,-55-14 10,1-1 0,0-1 0,0 0 0,0-2 0,-1-1 0,1 0 0,0-1 0,33-10 1,-39 8 23,-1 0 0,0 0 0,0-1 0,-1-1 0,0 0 0,0-1 1,0 0-1,-1-1 0,0 0 0,-1-1 0,0 0 0,15-20 0,-16 17 6,-1-1-1,0 0 1,-1 0-1,0-1 0,-1 0 1,-1 0-1,0-1 1,-1 1-1,-1-1 0,0 0 1,0-16-1,-2 0 4,-1 0-1,-2 0 1,-1 0 0,-2 0-1,0 1 1,-3 0 0,0 0-1,-2 0 1,-1 1 0,-2 1-1,0 0 1,-23-34 0,10 24-6,-1 2 1,-2 0 0,-2 2 0,-1 1 0,-2 1-1,-1 2 1,-69-47 0,40 37 44,-1 2-1,-3 3 1,-128-48 0,153 69-380,0 2 1,-2 2-1,1 2 0,-1 2 1,0 2-1,-1 2 1,-76 4-1,102 1-246,2 0 1,-1 2-1,0 1 0,-26 9 0,37-11 5,1 1-1,-1 0 1,1 0-1,-1 1 1,-7 6-1,12-8-22,0 0 0,0 0 0,0 0 0,0 0 0,1 0 0,-1 1 0,1-1 0,0 1 0,0 0 0,0-1 0,-1 7 0,2-5-895,0 0 0,0 0 0,1 0 0,0 0 0,0 0 0,1 7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6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0 643 13453,'27'-21'728,"-21"17"-457,1 0 0,-1-1 0,0 0-1,0 0 1,-1-1 0,1 0 0,-1 1 0,0-2-1,-1 1 1,0-1 0,0 1 0,4-9 0,-8 12-63,1 0 0,0 1 0,0-1 1,1 1-1,-1-1 0,0 1 0,1-1 0,0 1 1,-1 0-1,1 0 0,0 0 0,0 0 1,0 0-1,1 0 0,-1 1 0,0-1 1,1 0-1,-1 1 0,1 0 0,-1 0 0,1 0 1,-1 0-1,1 0 0,0 0 0,0 1 1,-1-1-1,1 1 0,0 0 0,0 0 1,0 0-1,-1 0 0,1 0 0,0 1 1,0-1-1,-1 1 0,1 0 0,0 0 0,-1 0 1,1 0-1,0 0 0,2 2 0,4 1-24,-1 2 0,1-1 0,-1 1-1,0 0 1,0 0 0,0 1 0,-1 0-1,0 1 1,-1 0 0,8 10 0,-4 2-43,0 0 0,-2 0 1,0 1-1,-1 0 1,-1 0-1,-1 1 0,-1 0 1,-1 0-1,-1 0 1,-1 38-1,-5 21 65,-22 123 0,22-184-172,-31 149-103,-5 36-163,39-202 229,1-1 0,-1 1 0,1-1 0,0 1-1,0-1 1,0 1 0,0-1 0,0 1-1,1 0 1,-1-1 0,1 1 0,0-1-1,1 4 1,-1-5 3,-1-1-1,1 0 0,-1 1 1,1-1-1,-1 0 1,1 1-1,0-1 1,-1 0-1,1 0 1,-1 0-1,1 1 1,0-1-1,-1 0 0,1 0 1,-1 0-1,1 0 1,0 0-1,-1 0 1,1 0-1,0 0 1,-1-1-1,1 1 0,-1 0 1,1 0-1,0 0 1,-1-1-1,1 1 1,-1 0-1,1-1 1,-1 1-1,1 0 0,0-2 1,10-6-3,-1 0 1,-1-2 0,16-18-1,-12 13-5,148-179-13,-16 16 1,-111 140 11,2 1 0,56-43-1,-84 74 4,0 0 0,0 1 0,0 0 0,0 0 0,1 1 0,-1 0 0,1 1 0,16-5 0,-20 8 4,1-1 0,0 1 0,-1-1 0,1 2 0,-1-1 0,1 1-1,0-1 1,-1 2 0,1-1 0,-1 0 0,0 1 0,1 0 0,-1 1 0,0-1 0,8 6 0,3 4-29,0 1 0,-1 0 0,-1 1 0,20 24 0,25 25-159,-51-57 170,-4-1-4,1 0 1,1-1-1,-1 0 0,1 0 1,-1 0-1,8 3 1,-11-6 19,1-1 1,-1 1-1,0 0 1,1-1 0,-1 0-1,1 1 1,-1-1-1,0 0 1,1 0 0,-1-1-1,1 1 1,-1 0-1,0-1 1,1 1 0,-1-1-1,0 0 1,1 0-1,-1 0 1,0 0 0,0 0-1,0 0 1,3-3-1,7-5 8,0-2-1,0 1 1,-1-1 0,0-1-1,14-19 1,41-73 304,-48 72-126,1 1 0,42-51 0,-58 79-173,0 1 0,0-1 0,0 1 0,0-1-1,0 1 1,1 0 0,-1 0 0,0 1-1,1-1 1,0 1 0,-1-1 0,1 1 0,0 0-1,-1 1 1,1-1 0,0 1 0,0-1 0,0 1-1,0 0 1,0 1 0,-1-1 0,1 1-1,0 0 1,0-1 0,-1 2 0,1-1 0,0 0-1,6 4 1,9 5-1,-1 1-1,1 0 1,-2 2 0,19 16-1,-6-6-47,-26-20 31,20 16-166,0-2-1,2 0 1,37 17-1,-53-30 107,-1 0 0,0-1 0,1-1 0,0 1 0,0-2 0,-1 1 0,1-1 0,0-1 0,0 0 0,0 0 0,0-1 1,0 0-1,0-1 0,13-3 0,-8 0 3,0-1 1,0 0 0,0-1 0,-1 0 0,0-2 0,0 1-1,21-19 1,-16 10-1,-2-1 0,1 0 0,-2-2 1,19-28-1,-1-9 377,-2-2 1,43-113-1,1-46 930,26-62 1225,-101 280-2453,0 0-1,0 0 1,0 1 0,0-1 0,0 0-1,0 0 1,0 1 0,0-1 0,0 1-1,0-1 1,0 1 0,-1-1-1,1 1 1,0-1 0,0 1 0,-1 0-1,1-1 1,0 1 0,-1 0 0,2 1-1,1 2-11,0 0-1,0 1 0,0 0 0,-1-1 1,0 1-1,0 0 0,0 0 0,-1 1 1,1-1-1,-1 0 0,0 7 0,3 66 0,-4-48 0,-28 692 0,-41-197 0,36-317 0,-120 699 0,134-781-117,-9 42-1561,21-136 41,-2 0-1,-24 60 0,27-79 206,-1-1 0,-14 21 0,-5-4-5452,10-15-5011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6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1 181 13773,'28'-19'438,"8"-8"610,1 3 0,54-27-1,-79 45-728,4-2 347,1 1-1,0 0 1,0 1-1,25-5 1,-13 6 161,2 0 1,-1 2-1,0 1 1,46 4-1,-60-1-640,0 0 0,0 2 1,-1 0-1,1 1 0,-1 0 0,0 1 0,0 1 0,0 0 0,-1 1 0,0 1 0,19 13 0,-27-16-142,1 1 0,-1-1 0,-1 1 0,1 1 0,-1-1 0,0 1 0,0 0 0,-1 0-1,0 0 1,0 0 0,-1 1 0,0 0 0,0-1 0,-1 1 0,0 0 0,0 1 0,-1-1 0,0 0 0,0 14 0,-2-6-5,-1-1 0,-1 0 1,0 0-1,0 0 1,-2 0-1,0-1 1,0 0-1,-1 0 1,-15 25-1,-19 20 46,-3-2 0,-76 82 0,21-29-27,97-108-39,20-12 35,-1 3-44,2-6-6,0-1 1,-1-2-1,23-21 1,53-64-22,-60 63 21,153-154 2,-144 151-44,2 2 1,73-47-1,-110 80 34,-3 2 5,0 0 0,0 0 0,1 1 0,11-5 0,-15 8-3,-1-1 0,1 1 0,-1-1-1,0 1 1,1 0 0,-1 0 0,1 0 0,-1 0 0,1 1-1,-1-1 1,0 0 0,1 1 0,-1 0 0,1 0 0,-1-1-1,0 1 1,0 1 0,0-1 0,3 2 0,2 2-100,-1 0 0,1 1 0,-1 0 0,0 0 0,0 0 0,-1 1 0,0 0 0,0 0 0,0 0 0,3 9 0,-2-1-274,0 0-1,-1 1 0,0-1 1,4 31-1,-4-1-2366,-2 0 1,-7 90-1,2-62-3024,7-5-3251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6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94 733 9669,'-23'-174'2296,"6"116"-236,4 1-324,-1 0-347,7 5-265,4 1-360,0 12-172,-4-3-396,4-6-464,3 8-480,-4 22-720,11-12-177,0 3-699,13 6-1524,0 3-2633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6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8409,'8'6'488,"-4"-3"41,-1 0 0,1 0-1,-1 0 1,1 0 0,-1 0 0,0 1 0,3 4-1,-5-6-339,-1-1-1,1 1 1,-1-1-1,1 1 0,-1-1 1,0 1-1,0-1 0,0 1 1,0 0-1,0-1 1,0 1-1,0-1 0,0 1 1,-1-1-1,1 1 1,0-1-1,-1 1 0,1-1 1,-1 1-1,0-1 0,0 1 1,1-1-1,-1 0 1,-2 2-1,-6 12 1362,1-1-1,-10 26 1,-18 74 705,28-76-2284,2 0-1,2 0 1,0 52 0,2-13-884,-7 103-3327,4-64-2280,1-10-3447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7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1405 11129,'23'-24'983,"-15"17"-251,0-1 0,-1 0 0,0 0-1,0-1 1,-1 0 0,6-11-1,-3 6-19,0 1 0,0-1 0,2 2 1,-1-1-1,2 2 0,-1-1 0,23-16 0,34-34 1391,-60 54-1923,10-10 350,-1-1 0,0-1 1,-2-1-1,0 0 1,18-34-1,-32 52 497,-3 3-946,-1 1 0,1-1-1,0 1 1,0 0 0,0-1 0,0 1-1,0 0 1,0 0 0,0 0-1,1 1 1,-4 1 0,-4 3 116,0 1-81,0 0 1,1 0-1,0 1 1,0 0-1,1 0 1,0 1-1,0-1 1,1 2-1,0-1 1,1 1-1,0 0 1,0 0-1,1 0 1,0 1-1,1 0 1,-3 15-1,0 8-76,1 1-1,2-1 1,1 1-1,3 39 1,1-50-46,1 0 0,0 0-1,2 0 1,1-1 0,1 0 0,0 0 0,2 0 0,22 39-1,-15-35 27,2-2 0,0 0-1,1-1 1,2-1-1,0-1 1,35 28 0,-17-21-300,1-2 1,1-1 0,2-2 0,1-2-1,0-2 1,1-1 0,1-3 0,89 19-1,-74-23-222,1-3 0,1-3 0,-1-2 0,1-3 0,0-3-1,-1-3 1,1-2 0,-1-3 0,76-22 0,-107 21 358,-1-1 1,-1-1 0,0-1 0,-1-2 0,-1-1 0,0 0-1,-1-3 1,-1 0 0,-1-1 0,39-45 0,-47 47 98,-1-2 0,0 0 0,-1 0 0,-2-1 0,0-1 0,-1 0 0,-2-1-1,0 0 1,-1 0 0,-2-1 0,0 0 0,-2 0 0,-1 0 0,1-27 0,-4 42 47,-1 0 0,0 0-1,0 1 1,-1-1 0,0 1-1,0-1 1,-1 1-1,-5-12 1,6 17 9,-1-1 0,1 1 0,-1 0 0,0 0 0,0 0 0,-1 0 0,1 0 0,-1 0 0,0 1 0,0 0 0,0 0 0,0 0 0,0 0 0,-1 1 0,0-1 0,1 1 0,-9-2-1,3 2 23,0 0 0,-1 0 0,0 1 0,1 0-1,-1 1 1,0 1 0,1 0 0,-1 0 0,1 1-1,-1 0 1,1 1 0,0 0 0,0 0-1,0 1 1,0 1 0,1-1 0,-1 2 0,1-1-1,1 1 1,-1 1 0,-8 7 0,5-3-10,1 0 0,0 0 0,0 1 1,1 1-1,1-1 0,0 2 0,1-1 1,0 1-1,1 0 0,1 1 0,0 0 1,1 0-1,-5 24 0,8-30-21,1 0 0,1 0 0,0 0-1,0 0 1,0 0 0,1 0 0,1 0 0,0-1-1,0 1 1,0 0 0,1-1 0,1 1 0,-1-1-1,1 0 1,1 0 0,-1 0 0,1-1 0,1 1-1,-1-1 1,1-1 0,1 1 0,-1-1 0,1 0-1,0 0 1,15 8 0,-12-7-8,1-2 0,0 1 0,0-2 0,1 1 0,0-1 1,-1-1-1,1 0 0,1-1 0,-1 0 0,0-1 0,0 0 0,0-1 0,1-1 0,-1 1 0,0-2 1,0 0-1,0 0 0,20-8 0,-16 3 4,1-1-1,-2-1 1,1-1 0,-1 0 0,0-1 0,-1-1-1,0 0 1,-1-1 0,-1 0 0,16-21-1,0-5-11,-2-1-1,38-76 1,-33 46 44,41-134 1,-1-82-103,-35 116 1224,-7-1 1,11-344-1,-40 512-498,-2 10 12,-16 88 415,-7 105 1,15-85-950,6 1 1,10 120-1,3-144-859,3 0-1,4-1 0,31 95 1,-20-106-805,3-2 1,4-1 0,53 89-1,-45-96-2853,80 98-1,-3-32-6338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7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31 972 17742,'-26'-25'2742,"21"20"2330,7 7-2899,1 0-1942,-1 1-1,1-1 1,0 0 0,-1 0-1,1 0 1,1 0 0,-1 0-1,0 0 1,0-1-1,0 0 1,1 0 0,-1 0-1,1 0 1,-1 0 0,1 0-1,-1-1 1,1 0-1,3 0 1,-7 0-230,810 68-1758,-379-54-5217,750-72 1,-957 26 4653,-1-11 1,336-110 0,-485 128 1887,120-60 0,-160 68 389,-2-2 1,-1-2 0,0 0 0,-1-2 0,44-46 0,-62 56 102,-1 0 1,0-1-1,-1-1 1,0 0-1,-1-1 1,8-21-1,-14 30 31,0 0-1,0 0 1,-1-1-1,0 1 0,-1-1 1,0 0-1,0 1 1,0-1-1,-1 0 1,0 0-1,-1 0 0,0 1 1,0-1-1,-1 0 1,1 1-1,-6-13 1,-1 5 291,0 0 1,0 1 0,-2 1 0,0-1-1,0 2 1,-1-1 0,-1 1 0,0 1-1,0 0 1,-1 1 0,-1 0 0,1 1 0,-2 1-1,1 0 1,-1 1 0,0 0 0,-1 2-1,1-1 1,-1 2 0,-18-3 0,19 3 47,0 2 1,1 0-1,-1 1 1,0 0-1,0 1 1,0 1-1,-23 3 1,34-3-295,-1 0 1,1 0-1,0 0 1,0 1 0,1 0-1,-1-1 1,0 1-1,0 1 1,1-1 0,-1 0-1,1 1 1,0 0-1,0 0 1,0 0 0,0 0-1,0 0 1,1 0 0,-1 1-1,1-1 1,0 1-1,0 0 1,0 0 0,1 0-1,0 0 1,-1 0-1,1 0 1,0 0 0,1 0-1,-1 0 1,1 0-1,0 5 1,0 3 73,1 0 0,1-1-1,0 1 1,1-1 0,0 1 0,1-1 0,0 0-1,0 0 1,1-1 0,8 14 0,13 16 401,34 43 0,-54-75-535,207 246 1362,-129-160-1139,-3 4 0,78 126 0,-151-210-276,0 0 0,-1 1 0,0 0 0,-1 0 0,-1 1 0,0-1 0,-1 1 0,-1 1 1,0-1-1,0 19 0,-3-22-10,-1 0 0,-1-1 1,0 1-1,0 0 1,-1 0-1,-1-1 0,0 0 1,-1 0-1,0 0 0,0 0 1,-2-1-1,1 0 1,-12 14-1,-5 3-23,-2-1-1,-1-1 1,-1-1-1,-1-2 1,-1-1 0,-1-1-1,-65 34 1,-245 92-654,295-130 530,-332 125-2112,292-110 1353,-232 104-3888,288-121 2730,-44 30 1,62-38 552,2 1 1,-1 1-1,-15 17 0,17-15-2052,0 1 1,-11 22-1,19-34 3547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7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37 185 16930,'-16'-43'2972,"12"28"1132,4-6-2608,4 3 180,-14-27-6532,0 3 2252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9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1736 239 8289,'-46'-52'811,"24"26"183,-1 1-1,-50-41 1,62 57-565,0 2-1,0-1 1,0 2-1,-1 0 1,0 0-1,0 1 1,-1 0-1,0 1 1,1 0-1,-19-2 1,13 4-93,0 1 1,0 1-1,0 0 1,0 1-1,1 1 1,-1 1-1,-17 5 1,2 2-4,0 1 0,1 2 1,1 1-1,0 2 0,1 1 1,1 1-1,-41 34 0,3 8 304,3 3 0,-105 134 0,135-155-491,-77 97 418,-110 185-1,169-235-398,3 2-1,5 3 1,-50 149 0,75-181-105,4 2 0,2-1 0,-5 75 1,15-102-73,2 0 0,1-1 1,2 1-1,2 0 1,1-1-1,2 1 0,13 42 1,-14-62-7,0 0 0,1 0-1,1-1 1,1 0 0,0 0 0,0-1 0,2 0 0,0-1 0,0 0 0,1 0 0,1-2 0,0 1 0,16 10-1,-16-14-3,1-1 1,0 0-1,0-1 0,0 0 0,1-1 0,0-1 0,-1 0 0,2-1 0,-1 0 0,0-1 0,1-1 0,-1-1 0,0 0 0,30-5 0,0-3 12,0-2-1,0-3 1,-1-1-1,-1-2 1,43-22-1,197-127-122,-276 160 130,41-28-6,3 3 1,0 1 0,65-25-1,-110 52 13,-1 0 0,1 0 0,0 1 0,0 0 0,0 0 0,-1 0 0,1 1-1,0-1 1,0 1 0,9 2 0,-12-1 6,0 0 1,0 0-1,0 0 0,0 1 1,0-1-1,0 1 0,0 0 1,0 0-1,-1 0 1,1 0-1,-1 0 0,1 1 1,-1-1-1,0 1 0,0-1 1,0 1-1,0 0 0,-1 0 1,1 0-1,0 3 0,45 97 174,-22-43-94,3-2 0,68 104 0,-72-130-77,2-1 1,1-2-1,1-1 1,1-1-1,2-1 1,0-2-1,2-1 1,1-1-1,0-2 1,1-2-1,2-1 1,-1-2-1,2-1 1,0-2-1,0-2 1,1-1-1,1-2 1,-1-2-1,1-1 1,57-3-1,-81-2 22,1 0 0,-1-2 0,1 0 0,-1-1 0,0 0 0,0-1-1,-1-1 1,1-1 0,-1 0 0,15-10 0,-25 13-20,1 1 1,-1-2-1,0 1 0,0-1 0,0 1 1,0-1-1,-1-1 0,0 1 0,0-1 1,0 1-1,-1-1 0,0 0 1,0 0-1,-1-1 0,1 1 0,-1 0 1,-1-1-1,1 0 0,-1 1 0,0-1 1,-1 0-1,1 1 0,-1-1 0,-1 0 1,1 0-1,-1 1 0,-2-8 0,-4-12 15,-1 0-1,-2 0 1,-1 1-1,0 0 1,-2 1-1,-1 0 0,-33-42 1,4 13-285,-100-94 1,139 143 198,-110-95-1855,95 84 339,-1 0 0,0 2 0,-1 0 0,-23-9 0,24 15-3925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09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1153 1203 10789,'-37'-14'955,"17"7"118,0 0 1,0 0-1,-39-5 0,8 9 1108,0 1 1,-1 3-1,-86 13 0,104-9-1844,0 2 0,0 2 0,1 1 0,0 2-1,0 1 1,2 1 0,0 2 0,0 1 0,2 1-1,0 2 1,1 0 0,1 3 0,1 0 0,1 1 0,1 1-1,-24 34 1,20-21-247,1 0 0,3 2 0,-25 53 0,40-75-129,2 0-1,0 1 1,1 0 0,1 1-1,1-1 1,1 1-1,0 0 1,2 0 0,0 0-1,3 25 1,-2-37-35,2 0 0,-1-1 1,1 1-1,0-1 0,1 0 1,-1 1-1,2-1 0,-1 0 1,1-1-1,0 1 0,0-1 1,1 1-1,-1-1 0,11 9 0,-10-11-19,0 0-1,1 0 0,-1-1 0,1 0 0,0 0 0,0 0 0,0 0 1,0-1-1,0 0 0,0-1 0,1 1 0,-1-1 0,1 0 0,-1-1 0,1 0 1,-1 0-1,13-1 0,-3-3-32,1 1 0,-1-2 0,0 0 0,0-1 0,-1-1-1,0 0 1,0-1 0,0-1 0,-1 0 0,17-15 0,1-4-59,-1-1 0,54-65 0,-35 29 37,-4-3 1,-3-1 0,64-139-1,68-241-130,-142 358 248,123-358-82,-100 283 253,57-107 493,-113 273-628,0 0 1,0 0-1,0 0 0,0 0 0,0 0 1,0 0-1,0 0 0,0 1 1,0-1-1,0 0 0,0 0 0,0 0 1,0 0-1,0 0 0,0 0 1,0 0-1,0 0 0,0 0 1,0 0-1,1 1 0,-1-1 0,0 0 1,0 0-1,0 0 0,0 0 1,0 0-1,0 0 0,0 0 0,0 0 1,1 0-1,-1 0 0,0 0 1,0 0-1,0 0 0,0 0 0,0 0 1,0 0-1,0 0 0,1 0 1,-1 0-1,0 0 0,0 0 1,0 0-1,0 0 0,0 0 0,0 0 1,0 0-1,0 0 0,1 0 1,-1 0-1,0-1 0,0 1 0,0 0 1,0 0-1,5 10 90,-1 1 0,0 0 0,0-1 0,-1 1 1,0 1-1,-1-1 0,-1 0 0,1 16 0,-6 101 308,0-69-203,-1 109 185,6 0-1,26 180 1,-16-268-327,4-1 0,3-1 0,4-1 0,2 0 0,4-2 0,56 106 0,-68-152-48,2 0 0,0-2 0,2 0 0,1-1 0,1-1 0,48 41 1,-61-58-13,1 0 1,0-1 0,0 0 0,1-1 0,0-1 0,0 1 0,1-2-1,-1 1 1,1-2 0,0 1 0,0-2 0,0 0 0,1 0 0,-1-1-1,0 0 1,1-1 0,-1-1 0,0 0 0,1-1 0,-1 0-1,19-6 1,-16 2-1,0-1 0,0 0 1,-1-1-1,0-1 0,-1 0 0,0-1 0,0-1 0,-1 0 0,0 0 0,-1-2 0,18-24 0,-7 6-25,-2-2 0,-1 0 0,29-71-1,-34 67 20,-1-1-1,9-45 0,-20 72 4,0-1 0,0 1 0,-1-1-1,0 1 1,-1-1 0,-1 1 0,0-1 0,0 1 0,-1-1-1,0 1 1,-1 0 0,-5-12 0,7 20-1,-1-1 0,0 0 0,0 1 0,0 0 0,-1 0 1,1-1-1,-1 1 0,1 1 0,-1-1 0,0 0 0,0 1 0,-1-1 0,1 1 0,0 0 0,-1 0 1,1 0-1,-1 1 0,-7-3 0,5 3 12,-1 0 0,1 0 1,-1 1-1,1 0 0,-1 0 0,1 1 1,-1-1-1,1 1 0,-1 1 0,-9 3 1,-2 1 40,0 2 0,1 0 0,0 1 0,1 1 0,0 0 0,0 1 0,-13 13 0,14-10-11,2 0 0,0 1 0,0 1 1,1 0-1,1 0 0,1 1 0,1 1 0,0-1 0,1 1 0,1 1 0,0 0 0,2 0 0,0 0 0,1 0 0,1 1 0,1 0 0,1-1 0,1 28 0,2-23-24,0 0 0,2 0 0,1 0 0,0-1 0,2 0 0,1 0 0,1-1-1,0 0 1,2 0 0,0-1 0,2 0 0,0-1 0,1-1 0,31 33 0,-15-24-310,1-2 0,1-1 1,1-2-1,1-1 0,59 28 1,-36-24-950,1-2-1,117 29 1,-122-42-1097,103 8-1,-17-15-4632,-31-6-2837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0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 46 8745,'0'-38'1727,"0"31"1548,-1 10-1888,-9 19-299,-1-1 0,-1 0 0,-21 29-1,-2 2-144,-152 258 2727,-156 330-1061,286-519-2282,6 3 0,-52 189 0,85-241-960,3 2 1,3 0-1,3 0 0,4 1 0,8 145 1,-2-210 296,1 19-1377,11 48 0,-10-68 200,0 1 1,0-1-1,1 1 0,10 16 0,11 9-8069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1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82 7873,'32'-14'548,"-3"2"273,1 0-1,0 2 1,35-7 0,-44 12-153,-1 1 0,1 1 0,0 0 1,0 2-1,0 1 0,0 0 0,0 2 1,0 0-1,0 1 0,35 11 0,-52-12-615,0-1-1,0 1 0,0 0 0,0 0 1,-1 0-1,1 1 0,-1-1 0,1 1 1,-1 0-1,0 0 0,0 0 0,0 1 1,-1-1-1,1 0 0,-1 1 0,0 0 1,0 0-1,0-1 0,0 1 0,-1 1 1,1-1-1,-1 0 0,0 0 0,0 0 0,-1 1 1,1-1-1,-1 0 0,0 0 0,0 5 1,-1 2 1,-1 0 0,0 0 0,0 0 0,-1-1 0,-1 1-1,1-1 1,-2 0 0,1 0 0,-2 0 0,-9 14 0,-10 8 16,-1-1 0,-1-1 0,-2-2 1,-34 28-1,-138 93-487,176-131 313,-90 62-447,-420 284-4080,489-337 4167,12-7 8,1 2-1,0 0 1,-31 30-1,63-51 450,1-1 0,-1 1 0,0 0-1,0 0 1,1-1 0,-1 1 0,1 0 0,-1 0-1,1 0 1,-1 0 0,1 0 0,0 0 0,-1 0-1,1 0 1,0 0 0,0 0 0,0 0 0,-1 0-1,1 0 1,0 0 0,1 0 0,-1 0 0,0 0-1,0 0 1,0 0 0,0 0 0,1 0-1,-1 0 1,1 0 0,-1 0 0,1 0 0,-1 0-1,1-1 1,-1 1 0,1 0 0,0 0 0,-1 0-1,1-1 1,1 2 0,2 1 44,0 1 1,0-1-1,1 0 0,-1 0 0,1 0 1,6 2-1,31 15 401,0 1-1,-2 3 1,-1 0 0,-1 3 0,52 46 0,-66-49-212,-1 0 1,-1 1-1,-1 1 1,-1 1-1,-2 0 1,-1 2 0,-1 0-1,19 48 1,-11-8 135,-19-47-230,2-1 1,0-1-1,2 1 0,0-1 0,1 0 1,21 29-1,-29-47-120,1 0 1,-1 0-1,1 0 1,-1-1 0,1 1-1,0-1 1,0 0-1,0 0 1,0 0-1,0 0 1,0 0-1,0-1 1,0 1-1,0-1 1,0 0-1,0 0 1,0 0 0,0 0-1,0 0 1,5-2-1,12-1 46,0-2 0,20-7 0,-24 7 16,213-54 544,-178 49-455,1 3 0,80-1-1,-75 7-51,0 2 1,-1 3-1,72 15 0,-115-17-107,-1 1-1,1-2 1,0 0 0,0 0-1,0-2 1,-1 1 0,1-1-1,0-1 1,-1 0 0,1-1-1,-1-1 1,0 0 0,22-10-1,1-5 7,-2-1 1,-1-1-1,35-29 0,-9 5-6,27-16 322,3 3 0,177-86-1,-251 138-294,0 1 0,1 0-1,-1 2 1,1-1-1,0 1 1,0 1 0,0 1-1,0 0 1,20 2-1,-24 0-14,-1 1 0,0-1 0,0 2-1,0-1 1,-1 1 0,1 1-1,-1 0 1,0 0 0,1 1-1,-2 0 1,1 1 0,-1-1-1,0 2 1,13 11 0,-6-1-72,0 0 0,-1 0 1,-1 1-1,0 1 0,18 39 1,7 7-303,-36-62 308,18-6 44,-18 3 44,1 0-1,0 0 1,0-1 0,-1 1 0,1-1-1,0 0 1,-1 0 0,1 0 0,-1 0 0,1-1-1,-1 1 1,1 0 0,-1-1 0,4-3-1,-5 4-11,-1 19 8,-1-10-11,0-1 0,0 0 0,-1 1 0,0-1 0,0 0 0,0 0 0,-1 0-1,-5 8 1,3-5-27,1 0-1,-1 1 0,-2 12 0,1 4 24,-3 47 0,8-63-15,1 0-1,0 0 0,1 0 0,0 0 0,1-1 0,0 1 0,5 14 0,-6-22 0,1 0-1,0 0 1,0 0 0,0-1-1,0 1 1,0 0-1,0-1 1,1 1-1,-1-1 1,1 0-1,0 0 1,-1 0-1,1 0 1,0-1-1,0 1 1,0-1-1,1 0 1,-1 1-1,0-2 1,0 1-1,1 0 1,4 0-1,9 1 1,-1-1 0,1 0 0,20-3 0,-28 2-29,22-3 7,0-1 0,0-1 0,58-18 1,80-43-24,-30 11 19,-117 47-108,0 0 0,-1-2-1,30-17 1,-4-8-3401,-44 32 2565,7-6-23,-4 6-5328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1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6097 64 7749,'11'-15'2377,"-9"12"-213,-4 0-169,0 0-1711,0 0 0,-1 0 1,1 0-1,-1 0 1,1 0-1,-1 1 1,0-1-1,0 1 0,0 0 1,-1 0-1,1 0 1,0 0-1,-1 0 1,1 1-1,-1 0 0,1-1 1,-1 1-1,0 1 1,0-1-1,1 0 1,-1 1-1,0 0 0,0 0 1,-5 1-1,-18 1 507,-1 1 0,1 2 0,0 1 0,-39 14 0,-109 50 1416,87-33-1357,-1007 338 2457,-25-72-2795,460-130-331,-249 84-935,18 42-2269,623-195 1132,-84 30-2666,121-47-5253,174-67 422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2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1770 0 11337,'-34'61'2179,"-4"-1"0,-2-3-1,-76 85 1,-26 36 1228,-128 207 11,-201 270-1090,331-476-1938,-103 135 123,26 16 22,209-318-518,0 1 0,1 0 0,0 0 0,2 1 0,-1 0 1,2 0-1,0 0 0,0 1 0,-1 19 0,5-30-15,0 0 1,0-1-1,1 1 0,0 0 0,0 0 0,0-1 1,0 1-1,0 0 0,1-1 0,-1 1 0,1-1 1,0 0-1,0 0 0,1 0 0,-1 0 1,0 0-1,1 0 0,0 0 0,0-1 0,0 1 1,0-1-1,0 0 0,0 0 0,1 0 0,-1 0 1,7 1-1,5 3 0,0-2 1,1 0-1,0 0 1,0-2-1,16 2 1,70 0-15,-1-5 0,134-16 0,-181 11 2,795-100-412,-636 76 227,-56 8-55,1438-192-5838,-1307 175 3292,3 0-5573,-155 23-1370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2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2100,'13'-15'-668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4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74 154 9585,'-8'-25'2214,"6"20"-208,-10-24 4593,-37-9-850,46 35-4082,5 6-1356,8 8-123,0 0 0,1 0 0,1 0-1,-1-2 1,2 1 0,-1-2 0,1 1 0,24 10-1,-34-18-148,6 6 27,-9-6-50,0-1 1,1 1 0,-1 0-1,1-1 1,-1 1-1,1-1 1,-1 1 0,1-1-1,-1 1 1,1-1 0,0 1-1,-1-1 1,1 0 0,-1 1-1,1-1 1,0 0-1,0 1 1,-1-1 0,1 0-1,0 0 1,-1 0 0,1 1-1,0-1 1,0 0 0,-1 0-1,2 0 1,4-6 14,0 1 1,-1-1-1,0 0 0,0 0 1,0-1-1,-1 1 1,0-1-1,5-11 1,9-13-7,8-23-50,-19 35-188,-5 16-413,-11 15-8542,-4 8 2454,8-4-4239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4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10 978 13969,'2'1'248,"0"-1"0,0 0 0,0 0 1,0 0-1,0 0 0,0 0 0,0 0 0,0 0 0,0-1 0,0 1 0,0-1 0,0 0 0,0 0 0,0 1 0,0-1 0,0 0 0,-1 0 0,1-1 0,0 1 0,2-2 1,27-35 3102,-13 15-2039,-3 9-584,1 0 0,1 0-1,27-16 1,14-10 88,-35 22-578,44-33 484,89-89 0,-140 124-670,-1-1 1,0-1 0,-1 0 0,-1-1 0,-1-1-1,-1 0 1,0 0 0,-1-1 0,-2 0 0,10-37-1,-15 41-39,0 0-1,-2 0 1,0 0-1,-1 0 0,-1 0 1,0 0-1,-1 0 1,-1 0-1,-1 0 0,0 1 1,-8-19-1,9 28-12,0 0 0,0 1 0,0-1 0,-1 1 0,0 0 0,0 0 0,0 0 0,-1 0 0,0 1 0,0-1 0,0 2 0,-1-1 0,0 0 0,0 1 0,0 0 0,0 0 0,-1 1 0,0 0 0,1 0 0,-1 0 0,0 1 0,0 0 0,0 1 0,-1-1 0,1 1-1,0 1 1,-1-1 0,-7 2 0,0 1 57,1 0 0,0 1-1,1 1 1,-1 1 0,1 0-1,0 0 1,0 1-1,0 1 1,1 0 0,0 1-1,0 0 1,1 1 0,0 0-1,0 1 1,-15 19 0,1 1 298,1 1 1,2 1-1,1 1 1,-26 55 0,29-48-345,2 0 0,2 1 0,2 0 1,1 1-1,3 0 0,1 1 0,2 0 1,2 0-1,2 44 0,3-56-13,1 0-1,2-1 0,1 0 1,1 0-1,19 50 1,-17-59 3,1 0-1,1-1 1,0 0 0,2 0-1,0-1 1,2-1 0,0-1-1,20 20 1,-5-12 7,1-1-1,1-2 1,1-1-1,0-2 1,2-1-1,0-2 1,1-1 0,0-1-1,55 11 1,-28-11-199,0-4 0,0-2 1,1-3-1,127-6 1,-142-4-873,1-2 1,-2-2 0,0-2 0,0-2 0,75-32 0,-62 17-4532,101-61 1,-64 23-5753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5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13869,'0'12'983,"0"0"0,2 0-1,-1 0 1,2 0 0,-1 0 0,2 0-1,0 0 1,0-1 0,1 0-1,12 21 1,-8-17-374,2-1-1,0 0 0,0-1 1,16 14-1,186 156 2225,-35-63-3133,-146-101-638,0-2 0,2-2 0,62 21 0,-69-28-11,-1-2 0,1 0 0,0-2-1,0-1 1,1-1 0,-1-2-1,41-3 1,-57 2 660,0-1 1,0 0-1,-1-1 1,1 0-1,0-1 0,-1 0 1,0-1-1,0 0 1,0 0-1,0-1 1,-1 0-1,0-1 0,-1 0 1,1 0-1,-1-1 1,0 0-1,-1 0 0,0-1 1,-1 0-1,1-1 1,4-10-1,-6 9 281,0-2-1,0 1 0,-2 0 1,1-1-1,-2 0 0,0 0 1,0 0-1,-1 0 1,-1 0-1,0 0 0,-3-23 1,2 29 167,0 1 0,0 0 0,-1-1 0,1 1 0,-2 0 0,1 0 0,-1 0 0,1 0 0,-2 1 0,1-1 0,0 1 0,-1 0 0,0 0 0,-1 0 0,1 0 0,-1 1 0,0 0 0,0 0 0,0 0 0,0 0 0,-1 1 0,1 0 0,-1 0 0,0 0 0,-9-2 0,-4 1 245,0 1 0,1 1 0,-1 1 1,0 0-1,0 1 0,0 2 1,0 0-1,0 0 0,1 2 1,0 0-1,-26 10 0,1 3 405,0 2 0,1 1 0,-59 40 0,64-35-518,1 2 0,1 1-1,1 1 1,2 2 0,-54 67 0,-150 224-4896,212-285 2317,2 0 1,2 1-1,-31 81 0,12-11-7394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5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1 819 11293,'141'49'3826,"-127"-47"-3232,0 0 0,0-1 0,0-1 0,0 0 0,0-1 0,0 0 0,24-6 0,-13 3-76,42-9 150,0-4-1,-1-2 0,-1-3 1,77-37-1,-119 48-589,0-1-1,0-1 1,-2-2-1,1 0 1,-2-1 0,0-1-1,-1 0 1,20-26-1,-29 31-56,0-1-1,-1 0 1,-1-1 0,0 0-1,-1 0 1,-1-1-1,0 0 1,-1 0-1,0 0 1,-2-1 0,0 0-1,0 0 1,-1 1-1,-1-26 1,-2 21-11,0-1-1,-2 1 1,0 0 0,-2 0 0,0 0 0,-1 0-1,-1 1 1,-12-25 0,15 35 33,-1 1 1,0 0 0,0 1-1,0-1 1,-1 1-1,0 0 1,-1 0 0,0 1-1,1 0 1,-2 0-1,1 1 1,-1-1 0,0 2-1,0-1 1,0 1-1,-1 0 1,0 1 0,1 0-1,-1 1 1,-17-4-1,10 5 144,0 1-1,1 0 1,-1 1-1,0 1 1,0 0-1,1 1 1,-1 1-1,1 1 1,0 0-1,0 0 1,1 2-1,0 0 1,0 0-1,0 2 1,-20 15 0,2 3 410,0 1 0,2 1 0,2 2 0,-45 60 0,28-23-446,3 1 1,3 2-1,3 1 1,3 2 0,4 2-1,-30 117 1,48-150-152,2 0 0,2 1 0,1 0 0,3 0 0,4 82 0,1-106 0,0 1 0,2 0 0,0-1 0,2 0 0,0 0 0,1 0 0,1-1 0,1 0 0,0 0 0,2-1 0,0-1 0,1 0 0,1 0 0,20 21 0,-14-21-52,1-1 1,1-1-1,0 0 1,1-2-1,0 0 0,1-2 1,1 0-1,36 10 0,-1-4-1088,2-2 0,83 8-1,-80-17-803,0-3-1,107-8 1,27-20-6157,-36-6-3862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6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9826 1264 9093,'-255'-90'2055,"201"73"-1015,0 3 0,-61-9 0,78 16-570,-144-21 2028,-304-9 0,185 38-1727,0 13 1,2 14-1,-310 68 0,80 34-147,-704 270-1,-70 169-222,49 111-108,327-99 359,55 76 688,424-241-419,362-325-546,5 3 0,-123 191 0,171-232-187,2 2 1,2 1-1,3 2 0,2 0 0,3 1 1,-18 92-1,32-118-87,1 1-1,2 0 1,2 0-1,1 0 1,1 0 0,2 0-1,1 0 1,2 0 0,1-1-1,2 0 1,1-1 0,1 1-1,22 40 1,-12-37-11,1-1 1,2-2-1,1 0 0,2-2 0,0 0 1,3-2-1,0-1 0,52 36 1,-15-19 5,2-4 1,2-2-1,112 44 1,-55-35-82,2-6 1,199 37 0,288 2-20,417-51 4,4-77 0,1990-315-9,-1298-30-867,-58-177-1319,-900 202 650,-568 249 863,305-232 1,-369 236 327,-5-6-1,201-230 0,-242 235 192,-5-5 0,-5-3-1,116-230 1,-141 226 38,-6-2 1,-5-3-1,-6-2 0,36-196 0,-62 229 91,-4 0 0,-4-1-1,-5 0 1,-5-1 0,-3 1 0,-34-177 0,22 208 58,-3 0 0,-2 1-1,-4 1 1,-3 2 0,-2 1 0,-4 1 0,-2 2 0,-3 1 0,-2 2-1,-4 3 1,-1 1 0,-86-77 0,52 66 140,-3 3 1,-2 3-1,-4 5 0,-1 4 1,-3 3-1,-172-62 0,82 51 113,-2 7 0,-345-50 0,206 66-36,-449 5 0,-328 96-246,652-10-963,-844 217 0,454 13-2625,42 92-4812,397-143-1644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7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30 8529,'-45'-25'1914,"37"20"9268,25 18-8949,4-2-1755,0-2 0,1 0 0,-1-2 0,26 6 0,102 16 432,-92-19-597,487 65 997,10-23-757,-471-45-484,1170 73-2091,-563-55-2650,-231-20-4642,-217-9-1097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7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1022 0 12009,'0'0'110,"-1"1"0,0-1-1,0 0 1,1 0 0,-1 0 0,1 0 0,-1 1-1,0-1 1,1 0 0,-1 0 0,0 1 0,1-1-1,-1 0 1,1 1 0,-1-1 0,1 1 0,-1-1-1,1 1 1,-1-1 0,1 1 0,-1-1 0,1 1-1,0 0 1,-1-1 0,1 1 0,0-1 0,0 1-1,-1 0 1,1 0 0,0 1 109,0 0 1,0 0 0,0 0-1,1-1 1,-1 1-1,1 0 1,-1 0-1,1 0 1,-1-1-1,1 1 1,1 2-1,34 45 3376,-32-44-3152,34 41 1622,79 103 1501,-96-120-3163,-2 2 0,-1 0-1,17 45 1,-23-45-308,-1 1 1,-2 0-1,-2 1 1,0 0-1,-3 0 1,0 0-1,-2 1 1,-2-1-1,-1 1 1,-2-1-1,-1 1 1,-1-1 0,-2-1-1,-1 1 1,-2-1-1,-1 0 1,-26 52-1,-5-8-542,-3-2 0,-88 112-1,-132 120-2190,-99 55-2647,112-134-2295,229-207 6512,-123 105-8971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8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27 831 12029,'-22'-15'1921,"17"12"-61,21-14 1295,6-5-2547,0 0-1,2 2 0,0 1 1,1 1-1,46-25 1,153-62 210,-106 53-444,27-15-236,110-53 26,-184 83-138,95-68 0,-155 98-32,0 0 1,-1-1 0,0 0-1,0-1 1,-1 0 0,0-1-1,-1 0 1,0 0 0,10-19-1,-17 28 11,-1 0-1,1 0 1,-1-1-1,0 1 1,1 0-1,-1-1 0,0 1 1,0 0-1,0 0 1,0-1-1,0 1 1,0 0-1,0-1 1,-1 1-1,1 0 1,0 0-1,-1-1 1,1 1-1,-1 0 0,1 0 1,-1 0-1,1-1 1,-1 1-1,0 0 1,0 0-1,0 0 1,0 0-1,1 0 1,-1 1-1,0-1 1,-1 0-1,-1-1 0,-1-1 23,0 1-1,0 0 1,-1 0 0,1 0-1,-1 0 1,1 1-1,-6-2 1,-1 2 100,0 0 0,0 1 0,0 0 0,1 0 0,-1 1 0,0 1 0,1 0 0,-21 6 1,0 3 379,-48 23 0,26-6 33,1 3 0,1 1 0,1 3 0,2 2 0,-83 83-1,69-53 32,4 2-1,2 3 1,-59 101-1,90-132-464,2 1 0,2 1-1,2 1 1,1 0 0,-16 67 0,30-93-107,1-1 1,0 1-1,1 1 1,1-1-1,0 0 1,2 0-1,0 0 1,1 1-1,1-1 1,1-1-1,0 1 1,1 0-1,1-1 1,1 0-1,0-1 1,1 1-1,13 18 1,-5-14-30,1 0-1,1-2 1,1 0 0,0-1 0,2-1-1,0-1 1,0-1 0,2 0 0,0-2-1,0-1 1,1 0 0,1-2 0,25 7-1,9 0-687,0-3 0,1-3-1,1-2 1,97 1-1,-71-10-1262,-1-4 0,165-28 0,27-37-7061,-107 14-1740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8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21 10737,'-14'-17'2132,"7"14"964,6 3-2986,-1 0 0,0 0 0,0 0 0,1 1 0,-1-1 0,0 1 0,1-1 0,-1 1 0,0 0 0,1-1 0,-3 2 0,0 5 8235,13 8-8046,2 0 0,-1-1 0,2 0-1,0-1 1,0 0 0,20 15-1,97 64 392,-75-55-408,334 235-45,0 3-4080,-331-235 2541,61 44-2498,-39-33-2699,-13-12-4003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19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1139 13 11725,'-137'-3'2464,"80"-6"261,-7 18-61,-3 15-396,3 9-336,-6 3-308,-7 12-308,0 7-307,0 11-201,-3 9-164,9 13-356,1 2-760,10 7-860,-44 99-3921,67-100-1364,10-2-6192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0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158 913 13517,'57'-48'2418,"-43"35"-1577,2 0 0,-1 1 0,20-12 0,-14 11-261,0 0 0,-1-1-1,0-2 1,-1 0 0,25-27-1,-30 28-137,10-10 651,-23 23-1037,-1 1-1,1 0 0,0 0 1,0-1-1,-1 1 1,1-1-1,-1 1 1,1 0-1,-1-1 1,1 1-1,-1-1 1,0 1-1,0-1 0,0 1 1,0-1-1,0 1 1,0-1-1,-1-2 1,0 3-15,0 0 0,0 0 1,0-1-1,0 1 0,-1 0 1,1 0-1,0 1 0,-1-1 0,1 0 1,-1 0-1,1 1 0,-1-1 1,1 1-1,-1-1 0,1 1 1,-1-1-1,0 1 0,1 0 1,-1 0-1,1 0 0,-1 0 0,0 0 1,1 0-1,-1 1 0,-2 0 1,-10 1 144,1 2 0,0 0 0,-1 1 0,1 0 0,1 1 0,-1 0 1,1 1-1,0 0 0,-15 13 0,-2 3 267,1 1 0,-33 37-1,41-38-291,0 1 0,2 0-1,1 2 1,1-1 0,1 2-1,2 0 1,0 1-1,2 0 1,1 1 0,1 0-1,-9 60 1,16-66-116,2 0-1,0-1 1,1 1 0,2 0-1,0-1 1,1 1 0,1-1-1,10 23 1,-11-31-111,2 0-1,-1 0 1,2-1-1,0 0 1,1 0 0,0-1-1,0 0 1,2 0 0,-1-1-1,1 0 1,1-1-1,0 0 1,1-1 0,0 0-1,0 0 1,24 11-1,-7-7-350,0-1 0,1-2 0,1-1 0,0-1 0,0-1 0,39 2 0,-20-5 112,-1-2 0,1-2 0,0-2 0,-1-2 0,1-3 0,-1-2 0,-1-2 0,0-2 0,-1-2-1,0-2 1,-1-2 0,-1-2 0,-1-2 0,-1-2 0,-1-2 0,-1-1 0,-2-3 0,-1-1 0,-1-1 0,35-44 0,-21 13 295,-3-2 1,-3-2 0,-3-2 0,-3-2-1,-3-2 1,-3-1 0,40-140 0,-20-3 835,-10 37 345,-42 176-1136,7-25 360,1 1 0,18-41 0,-27 69-386,1 0 1,-1 0-1,0 0 1,1 0-1,-1 0 1,1 0-1,0 0 1,-1 0-1,1 0 1,0 0-1,0 1 1,-1-1-1,1 0 1,0 1 0,0-1-1,0 0 1,0 1-1,0-1 1,0 1-1,0-1 1,0 1-1,0 0 1,0-1-1,0 1 1,0 0-1,0 0 1,0 0-1,0 0 1,0 0-1,1 0 1,-1 0 0,0 0-1,0 0 1,0 0-1,0 1 1,0-1-1,0 0 1,0 1-1,1 0 1,1 1 24,0-1 0,-1 1 0,0 0-1,1 0 1,-1 0 0,0 1 0,0-1 0,0 1 0,0-1 0,-1 1 0,1-1 0,-1 1 0,3 5 0,-1 3 110,0 0 0,0 1 0,-1-1 0,0 1 0,-1 0 0,-1 15 1,-8 74 712,3-61-635,-8 81 443,-15 182 346,26-240-854,3 0 0,16 115 0,-12-145-125,2 0 1,1 0-1,1 0 0,2-1 1,21 44-1,-26-66-64,-1-1 0,1 1 0,0-1 0,1 0 0,0-1-1,0 1 1,1-2 0,0 1 0,0-1 0,1 0 0,0 0-1,1-1 1,-1-1 0,1 1 0,0-2 0,0 1 0,0-1-1,1-1 1,0 0 0,16 2 0,-9-3-135,0-2 0,0 0 0,0-1 0,0-1 0,-1 0 1,1-1-1,0-1 0,-1-1 0,0-1 0,0 0 0,-1-1 0,0-1 0,26-16 0,-6 0-137,-2-1-1,0-2 0,-2-1 0,48-54 1,-56 51 107,33-51 0,-36 50 82,40-49 0,-56 75 89,1-1-1,0 1 1,0 1 0,0-1-1,9-4 1,-10 8 21,-1 0 1,1 0-1,0 0 1,0 1-1,0-1 1,1 1-1,-1 1 1,0-1-1,7 1 1,49 0-111,103 14 1,17 2-590,-155-16 542,-1-1-1,0-1 1,0-1-1,0-1 1,27-8-1,-46 10 138,0-1 0,0 0 0,-1 0-1,1-1 1,-1 1 0,0-1 0,8-7-1,1-1 31,-10 9 16,-1 0 0,0 0 0,0 0 0,-1-1 0,1 1 1,-1-1-1,0 1 0,1-1 0,-2 0 0,1 0 0,0 0 0,-1 0 0,0-1 0,0 1 0,0 0 0,0 0 0,-1-1 0,0-7 0,2 0 20,-2 8 19,1-17 42,-1 19-104,0 1 0,0 0 0,0 0 0,1-1 0,-1 1 1,0 0-1,1 0 0,-1-1 0,1 1 0,-1 0 0,1 0 0,0 0 1,-1 0-1,1 0 0,0 0 0,0 0 0,0 0 0,0 0 0,-1 0 0,1 0 1,1 0-1,-1 1 0,0-1 0,0 0 0,0 1 0,0-1 0,0 1 1,1-1-1,-1 1 0,0 0 0,0 0 0,1-1 0,1 1 0,-3 0 1,15-3-111,-1-2 0,0 1 0,0-2-1,-1 0 1,1 0 0,-2-1 0,1-1 0,-1 0-1,0-1 1,0 0 0,-1-1 0,0 0 0,-1 0-1,0-1 1,-1-1 0,0 0 0,8-15 0,14-28 339,-2 6 255,28-69 0,68-164 1952,-112 264-2150,-13 18-276,0-1-1,0 1 1,1 0 0,-1 0 0,0 0-1,1 0 1,-1 0 0,0 0-1,1-1 1,-1 1 0,0 0 0,0 0-1,1 0 1,-1 0 0,0 0-1,1 0 1,-1 0 0,0 0 0,1 0-1,-1 0 1,0 1 0,1-1 0,-1 0-1,0 0 1,0 0 0,1 0-1,-1 0 1,0 1 0,1-1 0,-1 0-1,0 0 1,0 0 0,1 1-1,1 2 20,0 1 0,-1-1 0,1 1 0,0-1 0,-1 1 0,0-1 0,0 1-1,1 7 1,0 13 21,0 0-1,-2 0 1,0 0-1,-8 45 0,0 4-340,5 136-2230,2-75-618,-1-55 757,22-77 2008,-15-2 363,-1-1 1,1 1-1,-1-1 1,1 0-1,-1-1 1,1 1 0,-1-1-1,0 0 1,1 0-1,-1 0 1,0-1 0,0 1-1,-1-1 1,1 0-1,4-5 1,-2 3 19,1 0-1,-1 1 1,1-1 0,-1 1-1,1 1 1,9-4 0,-1 3-6,0 1 1,1 1-1,-1 0 1,0 1 0,1 1-1,-1 0 1,1 1-1,-1 1 1,1 0 0,-1 1-1,20 7 1,2 2 15,-1 1 1,-1 3 0,51 29 0,-67-34-32,-1 1 0,0 1 0,-1 1 1,0 1-1,-1 0 0,23 28 0,-34-36 17,-1 0-1,1 0 1,-1 0-1,0 1 1,-1-1-1,0 1 1,0 0-1,0 0 1,1 9-1,-3-12-7,-1 0-1,0 0 1,0 0-1,0 0 1,0 0-1,-1 0 1,0 0 0,0 0-1,0-1 1,-1 1-1,0 0 1,1-1-1,-2 1 1,1-1-1,0 1 1,-6 5 0,-4 5 8,0-2 0,-1 1 1,-1-2-1,0 1 1,0-2-1,-1 0 1,-30 16-1,9-9-356,0-2-1,-56 18 1,85-32 179,0 0-1,0-1 1,0 1 0,0-1 0,0-1-1,-12 1 1,-6-1-1885,25-4 1224,0 2 733,1-2-65,0 1 0,-1-1 1,1 0-1,0 0 1,1 0-1,-1 1 0,1-1 1,0 1-1,0-1 0,0 1 1,0 0-1,0 0 1,1 0-1,-1 0 0,1 0 1,5-4-1,87-70-5489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1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1 6557,'0'0'5419,"0"2"-5111,3 13-98,-1-1 0,0 1 0,-2 0 0,1 0 0,-5 28-1,-19 74 358,13-74-360,-20 73 211,-72 181 1,-73 100-1648,117-271-90,-9 32-2462,5-6-2060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2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1 2456,'-174'105'-236,"114"-63"-456,6 1 168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2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31 143 11165,'-30'-138'4884,"30"134"-766,4 10-3040,33 55 940,47 108 0,-33-61-1065,64 106 668,218 306 0,191 166-708,-500-654-940,252 304-1215,-187-236-1499,126 108 0,-121-133-1223,-29-31-1876,3-5-5010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3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154 673 13121,'-99'72'1970,"94"-68"-1637,1 0 0,-1-1 0,1 2-1,0-1 1,0 0 0,0 1 0,1 0-1,0-1 1,0 1 0,0 1 0,0-1-1,1 0 1,0 1 0,-3 8-1,5-9-118,0-1 0,-1 0-1,1 1 1,1-1 0,-1 0-1,1 1 1,-1-1 0,1 0-1,1 1 1,-1-1 0,0 0-1,1 0 1,0 0 0,0 0-1,3 4 1,3 2 42,0 0 1,1-1-1,0 0 0,0 0 1,1-1-1,0-1 0,0 0 0,1 0 1,0-1-1,23 10 0,4-2-21,0-2 0,1-2-1,40 6 1,125 8-48,-177-21-190,672 29-1770,-266-19 782,132-10 205,-553-4 815,0 0 0,-1-1 1,0 0-1,1-1 0,-1-1 0,0 0 1,-1 0-1,1-1 0,18-12 0,-24 14 37,0 0 0,-1 0-1,0-1 1,0 0-1,0 0 1,0 0 0,-1 0-1,0-1 1,1 0-1,-2 1 1,1-1-1,0 0 1,-1 0 0,0 0-1,0-1 1,-1 1-1,0 0 1,1-1-1,-2 1 1,1-1 0,-1 1-1,0-11 1,-3-6 178,-1 0 0,-1 1 0,-10-27 1,-1-7 51,-3-16 41,-28-124-126,41 159-685,1-1 1,2 1-1,3-56 1,2 59-868,2 0 0,13-53 0,-11 62-1187,2 2 0,13-30 0,21-24-8502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3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34 12797,'2'-16'1751,"3"26"246,4 35 1476,-9-18-2420,-1 0 0,-2 0-1,-5 30 1,-6 48 788,9-10-711,-17 515 3412,24-451-4030,41 291 1,-29-374-513,4-1 0,3-1 0,37 90 0,-48-140 0,1-1 0,1-1 0,0 0 0,2 0 0,1-2 0,0 1 0,1-2 0,2 0 0,0-1 0,0-1 0,2-1 0,0 0 0,1-2 0,0 0 0,1-1 0,1-2 0,0 0 0,1-1 0,-1-1 0,2-2 0,-1 0 0,40 5 0,-35-10-67,-1 0 0,0-2-1,1-1 1,-1-2 0,0 0 0,0-2-1,0-1 1,-1-1 0,1-2 0,-2 0 0,1-2-1,-2-1 1,1-1 0,-2-1 0,0-1 0,35-29-1,-26 16-5,-2-1-1,-1-1 1,-2-2-1,-1-1 0,-1-1 1,-2-1-1,-2-2 1,-1 0-1,-2-1 0,20-55 1,-17 26 47,-3 0 1,-4 0 0,-2-2-1,-3 0 1,-3 0 0,-4-1-1,-2 1 1,-3-1 0,-4 1-1,-19-99 1,10 100-86,-3 0 0,-3 2 0,-2 0 0,-4 2 0,-2 0 0,-3 2 0,-2 2 0,-3 1 0,-3 2 0,-65-73 0,84 108-272,-1 0-1,0 2 0,-2 0 0,0 1 0,-2 2 1,-28-16-1,41 27-53,0 0 1,0 0 0,-1 1-1,1 1 1,-1 0 0,-1 1-1,1 0 1,0 1 0,0 1-1,-1 0 1,1 1 0,-1 1-1,1 0 1,-26 6 0,35-6-124,-1 1-1,1-1 1,-1 1 0,1 1 0,0-1 0,0 1 0,0 0-1,0 0 1,0 0 0,0 1 0,1-1 0,0 1-1,0 0 1,-7 9 0,-11 28-8137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4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12237,'-1'13'494,"-1"1"0,0-1-1,-1 1 1,-1-1 0,0 0 0,-9 17-1,9-22-89,0 1 0,0-1 0,1 1-1,0 0 1,1 0 0,0 0 0,0 0-1,1 0 1,0 1 0,1-1 0,0 15-1,1-19-343,0 1 0,1-1 0,-1 0 0,1 1 0,0-1 0,0 0 0,1 0-1,-1 0 1,1-1 0,0 1 0,0-1 0,1 1 0,0-1 0,-1 0 0,1 0-1,1-1 1,-1 1 0,0-1 0,10 5 0,1 0-4,1-1 0,0 0 0,0-1 1,1-1-1,-1-1 0,27 4 0,106 4 22,-96-10-58,37 4 180,0-4 1,120-13-1,-197 10 67,0 1 0,1 0-1,-1 1 1,0 0 0,-1 1 0,1 1-1,0 0 1,0 0 0,22 11-1,-16-7 73,39 9 0,-34-13-261,1-1 0,-1-1 0,1-1 0,-1-1 0,47-9 0,-55 7-72,121-23-434,172-57-1,114-24 1345,-408 105-723,1-1-1,0 2 1,0 0 0,0 2 0,29 2-1,-38-1-115,1 0-1,-1 0 0,1 0 1,-1 1-1,0 0 0,0 1 1,0 0-1,0 0 0,-1 0 1,0 0-1,1 1 0,-2 0 1,1 1-1,5 6 0,5 11 39,0 0 0,-2 1 0,-1 1 0,-1 0 0,15 46 0,4 7-395,-15-43-777,1-1-1,40 59 1,-42-73-1125,29 30 1,-28-35-946,1 0 0,22 15 0,-2-8-6390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4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0 296 6877,'61'-87'1020,"-21"54"-368,3 0-364,8-1-548,76-41-2909,-37 42 745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4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9781,'25'-15'2395,"-20"12"-119,-1-14 2126,-4 17-4304,1 0 0,-1-1 0,0 1 0,1-1 0,-1 1 0,0-1 0,0 1 0,0 0 0,1-1 0,-1 1 0,0-1 0,0 1-1,0-1 1,0 1 0,0-1 0,0 1 0,0-1 0,0 1 0,0-1 0,0 1 0,0-1 0,0 1 0,0-1 0,0 1 0,-1-1 0,1 1-1,0-1 1,0 1 0,0 0 0,-1-1 0,1 1 0,0-1 0,-1 1 0,1 0 0,0-1 0,-1 1 0,1 0 0,0-1 0,-1 1 0,1 0 0,-1-1-1,1 1 1,-1 0 0,1 0 0,-1 0 0,1-1 0,-1 1 0,1 0 0,0 0 0,-1 0 0,0 0 0,1 0-57,-1 0 1,1 0 0,-1 0-1,1 0 1,-1 0-1,1 0 1,-1-1 0,1 1-1,-1 0 1,1 0-1,-1 0 1,1-1-1,-1 1 1,1 0 0,0-1-1,-1 1 1,1 0-1,0-1 1,-1 1 0,1 0-1,0-1 1,-1 1-1,1-1 1,0 1-1,0 0 1,-1-1 0,1 0-1,7-10-1840,7-11-7513,-10 5-1704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6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7657 121 3916,'-43'-13'244,"-15"-4"470,-92-14-1,-688-28 2424,-614 104-1895,1069-6-996,2 16-1,3 18 1,-441 144 0,508-112-107,4 14 0,7 14 0,5 12 0,-298 199 0,477-266-85,3 5 0,4 5 0,-174 183 1,210-189-46,4 3 0,4 2 1,4 4-1,3 2 0,-63 141 0,67-102 27,5 2 0,6 2 0,6 2 0,-24 181 0,38-133-115,9 1 1,18 333-1,4-399-35,6-1 1,5-1 0,5 0 0,78 224-1,-74-274 92,2-2-1,4-1 0,69 101 1,-69-121 54,3-1 1,1-1 0,2-2 0,2-2-1,59 43 1,-34-37 1,2-4 0,1-3 0,2-2 0,2-4 0,1-3 0,1-4 0,128 28 0,-36-23 22,2-7 1,268 2-1,956-96-33,-8-132-82,1185-342-960,-1774 328 207,-32-71-461,-269 38 131,-393 189 578,-2-6 1,146-124 0,-65 21-1061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6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4385 2038 3752,'-7'-65'110,"5"38"-41,-1 0-1,-1 0 1,-1 0 0,-2 1 0,0-1-1,-2 2 1,-23-47 0,-13-9 172,-5 3 1,-70-88 0,-145-127 98,181 215-309,-3 4 0,-4 3 1,-2 4-1,-3 5 0,-3 3 0,-204-86 0,56 54-48,-4 10 0,-398-74 0,-534-7-1447,857 133 511,7 6 710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7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650 0 1536,'-462'36'-528,"275"-18"180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27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1 212,'-50'274'-80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3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16 16606,'-22'-13'2634,"17"11"-378,6 6-154,12 103 3715,6 50-2920,161 694-2442,-74-511-1226,-42-144-2544,-12 13-2517,-27-74-866,-21-114 5153,15 90-10077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3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10 850 19390,'-10'-114'2336,"34"48"-280,22-1-220,11 7-352,7 3-191,13 2-421,24-2-116,12-3-176,25-3-344,19-1-340,17 7-416,21 9-604,19 6-320,7 14-505,0 16-823,-10 15-716,-10 22-2297,-10 14-4884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3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1684 13321,'8'-44'949,"3"0"0,1 1 0,2 0 0,2 1-1,1 1 1,40-67 0,23-15 408,153-181 0,-173 234-1098,132-115 0,-187 180-250,-1 1 0,1 0 1,0 1-1,0-1 0,0 1 1,1 0-1,-1 0 0,1 1 1,0-1-1,0 1 0,0 1 1,0-1-1,0 1 0,0 0 1,0 0-1,0 1 0,1 0 1,-1 0-1,0 0 0,8 2 1,-7 0 4,0 1-1,0-1 1,0 1 0,-1 1 0,1-1-1,-1 1 1,0 1 0,0-1 0,-1 1 0,1 0-1,-1 0 1,0 0 0,0 1 0,5 8-1,7 10 43,-1 0 0,-1 1 0,16 37-1,26 85-32,-12-30-79,38 97-287,60 134-1776,-141-344 2079,-1-1 1,1 1 0,0-1-1,0 0 1,1 1 0,-1-1-1,0 0 1,1-1-1,0 1 1,0 0 0,5 3-1,-6-5 29,0 0 0,0 0-1,1-1 1,-1 1 0,0-1-1,0 1 1,0-1 0,0 0-1,1 0 1,-1 0 0,0 0-1,0 0 1,0-1 0,1 1 0,-1-1-1,0 1 1,0-1 0,0 0-1,0 0 1,0 0 0,3-2-1,5-4 21,-1 0-1,0-1 0,-1 0 1,0-1-1,0 1 0,-1-2 1,0 1-1,-1-1 0,0 0 1,7-14-1,3-4 62,73-124 268,109-169 418,-39 100-124,-117 168-404,2 2 0,53-47-1,-77 80-139,1 1 1,1 1-1,0 1 0,1 1 1,48-21-1,-55 28-61,1 1 0,-1 1 0,1 1 0,0 1 1,1 0-1,-1 1 0,0 1 0,1 0 0,-1 1 0,21 4 0,-9 2-21,0 1 0,-1 1-1,0 2 1,0 1 0,35 19-1,58 23-575,-112-50 503,-1-1 0,1 1 0,0-2 0,0 1 0,0-1 0,0-1 0,0 0 0,0 0 0,1-1 0,-1 0 0,0 0 0,11-4 1,-7 1 20,0-1 0,0-1 0,-1 0 0,1 0 0,-1-1 0,-1-1 0,16-13 0,-6 3 186,-2-1 1,0-1-1,-2-1 1,0 0-1,-1-2 1,-1 0-1,21-44 0,101-197 6048,-129 250-5526,1 0 0,0 1 0,11-13 0,-20 26-651,1-1 19,0 0 0,-1 0-1,1 0 1,0 1 0,0-1 0,0 0 0,0 0-1,0 1 1,-1-1 0,1 1 0,0-1 0,0 1 0,1-1-1,-1 1 1,1-1 0,1 1-23,-1 1-1,1-1 1,0 1 0,-1 0-1,1 0 1,0 0 0,-1 0-1,1 0 1,-1 0 0,1 1-1,-1-1 1,0 1 0,1 0-1,2 3 1,29 32-15,-9 3 14,-15-23-741,1 0 1,1-1-1,21 23 0,66 48-6160,-27-36-3562,-36-30 959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4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119 464 13173,'-15'-15'1260,"0"1"0,-23-16-1,12 10 1840,2-1 764,23 14-2438,5-1-1243,0 1 1,0 0-1,1-1 0,0 2 1,0-1-1,1 0 0,0 1 1,0 0-1,0 1 0,1-1 1,0 1-1,0 0 1,0 1-1,0 0 0,9-4 1,19-7-255,1 1 0,38-10 0,-63 21 5,335-81-2375,-72 21 1324,-106 9 1481,-176 67 1134,-53 58 498,-10 11-631,63-71-1299,1 1 0,0-1 0,0 1 0,1 0 0,-8 26 0,14-37-113,-1 0 0,1 0 0,0 0 1,0 0-1,0 0 0,0 0 0,0 0 0,0 0 1,0 0-1,0 0 0,0 0 0,1 0 0,-1 0 1,0 0-1,1 0 0,-1 0 0,1 0 0,-1 0 1,1 0-1,-1 0 0,1-1 0,-1 1 0,1 0 1,0 0-1,0 0 0,-1-1 0,1 1 0,1 0 1,7 9-882,0-1 1,0 0-1,1 0 0,0-1 1,0-1-1,1 1 1,0-2-1,0 1 1,21 7-1,33 7-5428,18 0-3653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4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41 767 18874,'-8'-7'656,"-20"-18"567,28 25-1174,-1 0 1,1 0-1,0-1 0,-1 1 1,1 0-1,0 0 1,0-1-1,-1 1 1,1 0-1,0-1 1,0 1-1,-1 0 1,1-1-1,0 1 1,0-1-1,0 1 1,0 0-1,0-1 1,0 1-1,-1 0 1,1-1-1,0 1 0,0-1 1,0 1-1,0 0 1,0-1-1,0 1 1,1-1-1,-1 1 1,0 0-1,0-1 1,0 1-1,0-1 1,0 1-1,1 0 1,-1-1-1,0 1 1,0 0-1,0-1 1,1 1-1,-1 0 0,0 0 1,1-1-1,-1 1 1,0 0-1,1 0 1,-1-1-1,0 1 1,1 0-1,-1 0 1,0 0-1,1 0 1,-1 0-1,0-1 1,1 1-1,-1 0 1,1 0-1,-1 0 1,0 0-1,1 0 0,-1 0 1,1 0-1,0 0 1,116-27 4478,-12 1-2705,507-49 666,729-3-4626,-313 23-5816,-959 51 7120,-11 1-328,0-2 0,78-18-1,-92 8 61,-43 15 1065,0 0 0,0 0 1,-1-1-1,1 1 0,0 0 0,-1 0 1,1-1-1,0 1 0,0 0 0,-1-1 1,1 1-1,-1-1 0,1 1 0,0-1 0,-1 1 1,1-1-1,-1 1 0,1-1 0,-1 0 1,1 1-1,-1-1 0,0 1 0,1-1 1,-1 0-1,0 0 0,0 1 0,1-1 1,-1-1-1,-1 0-19,-1 0 1,1 0-1,-1 0 1,0 0-1,1 0 1,-1 0-1,0 0 1,0 0-1,0 1 1,-4-3-1,-142-85 87,83 52 551,-125-65 1662,20 12 328,153 80-2149,-40-20 856,52 28-1022,0 0-1,0 0 0,0 1 0,0 0 1,0 0-1,0 0 0,0 1 0,0 0 1,0 0-1,-6 0 0,10 0-217,1 0-1,-1 0 1,0 0-1,1 0 1,-1 0 0,1 1-1,-1-1 1,1 0-1,-1 0 1,1 0 0,-1 0-1,1 0 1,-1 1 0,1-1-1,-1 0 1,1 1-1,-1-1 1,1 0 0,-1 1-1,1-1 1,-1 0-1,1 1 1,0-1 0,-1 1-1,1-1 1,0 1-1,-1-1 1,1 1 0,0-1-1,0 1 1,0-1-1,-1 1 1,1-1 0,0 1-1,0 0 1,9 25 929,-7-23-877,98 180 3055,-59-114-2387,41 95 0,-61-110-754,-2 1 0,-2 0-1,-3 1 1,-3 1 0,6 70 0,-14-87-7,-3-1 1,-1 1 0,-2-1 0,-1 0-1,-2 0 1,-2 0 0,-2-1-1,-24 62 1,11-49 0,-2-1 0,-3-2 0,-2-1 0,-61 75 0,11-30 0,-103 90 0,79-89-165,-5-5 1,-3-5-1,-130 73 1,123-90-2449,-187 74 1,38-36-2575,89-38-1165,-40 7-6009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5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2 16514,'0'0'95,"0"0"0,0 0 1,0 0-1,0 0 0,0 0 1,0 0-1,0 0 0,0 0 1,0 0-1,0 0 0,0 0 1,0 0-1,0 0 1,-1 0 380,1 0-380,0 0-1,0 0 0,0 0 1,0 0-1,0 0 1,0 0-1,0-1 0,0 1 1,0 0-1,0 0 0,0 0 1,0 0-1,0 0 0,0 0 1,0 0-1,-15 1 10143,11-1-9048,0 1-855,2-1-333,0 0-1,1 1 1,-1-1 0,0 0 0,1 0 0,-1 0 0,0 0 0,0 0-1,1 0 1,-1-1 0,0 1 0,1-1 0,-1 1 0,-1-2 0,21 6-1230,-3 0 8,0-1 0,0-1 0,0-1-1,17 0 1,81 0-9043,-47-5-803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6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329 690 14189,'0'-4'1804,"0"-1"-1513,1-1 0,0 1 0,0-1-1,0 1 1,1 0 0,-1 0-1,1-1 1,0 1 0,1 0-1,-1 1 1,1-1 0,0 0-1,1 1 1,-1-1 0,1 1 0,5-5-1,6-6 127,1 1 0,0 1-1,35-21 1,-20 13-192,122-69 488,3-2-254,-134 78-408,-2-2 1,1 0-1,-2-2 1,31-35-1,-45 48-42,-1-1 0,1 0-1,-1-1 1,-1 1-1,1-1 1,3-11 0,-6 14-7,0 1 0,0-1 0,0 0 0,-1 0 0,0 1 0,0-1 0,0 0 1,0 0-1,0 0 0,-1 1 0,0-1 0,0 0 0,0 1 0,-3-8 0,2 6-2,0 0 0,-1 1 0,0-1 0,0 1-1,0 0 1,0 0 0,-1 0 0,0 0 0,0 0 0,0 1-1,0 0 1,0 0 0,-9-5 0,4 4 6,1 1-1,-1-1 1,0 2 0,0-1 0,0 1-1,-1 0 1,-12 0 0,1 2 53,0 0-1,0 1 1,-1 2-1,1 0 1,0 1 0,-31 10-1,18-1 190,1 2 0,0 1-1,1 1 1,1 2 0,1 1-1,-48 41 1,28-16 200,2 2-1,-72 93 1,99-113-330,2 0-1,1 1 1,1 1-1,2 1 1,1 0-1,1 1 0,1 0 1,-8 37-1,17-52-86,0 1 0,1 0-1,0 0 1,2 0 0,0-1-1,0 1 1,2 0 0,0 0-1,1 0 1,1-1-1,0 0 1,2 1 0,-1-2-1,2 1 1,0-1 0,1 0-1,17 26 1,-5-17-171,1 0 0,0-2-1,2 0 1,1-1 0,0-2 0,1 0-1,2-2 1,-1 0 0,2-2 0,35 14-1,11-1-1385,1-2-1,145 28 0,-140-40-969,95 4 1,-2-13-4124,-36-5-2152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6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0 11433,'-4'20'683,"1"0"1,1-1-1,0 1 0,2 0 1,0 0-1,1 0 0,1 0 1,1-1-1,1 1 0,6 21 1,3-10-574,1 0-1,1-1 1,2 0 0,1-1 0,1-2 0,2 0 0,0 0 0,2-2 0,36 31 0,-26-25-995,3-1 1,0-1 0,2-2 0,0-2 0,80 38-1,-90-53-16,52 11 0,-74-20 914,-1 0 630,-9-2 55,-11-5-343,-2 1 0,1 1 0,0 0 0,-1 2 0,0 0 0,1 0 0,-1 2 0,-20 1 0,-139 19 793,172-19-1122,-41 6-64,0 3 0,1 1-1,-65 27 1,79-25-1801,0 2 1,1 0-1,-30 23 0,-2 9-6333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7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7350 322 11413,'-103'-15'638,"-238"-23"2230,-221 22 1991,288 29-3954,-311 38 427,-53 57-408,558-90-836,-310 78 314,-408 159 0,-349 221 48,779-304-250,-389 246 0,244-46 54,391-268-174,-207 235-1,170-131-31,128-161 8,2 2-1,-39 91 1,56-111-29,2 1 0,1 1 0,2-1 0,0 1 0,2 1 0,-1 37 0,6-46-15,1 0-1,1 0 0,1-1 0,0 1 1,2-1-1,1 0 0,1 0 0,0-1 1,17 33-1,-8-26 0,2 0 1,0-1-1,2-1 0,0-1 1,2-1-1,1-1 0,1-1 1,36 26-1,-4-8 15,3-4 0,123 59-1,-60-44 2,236 65 0,147-7-54,861 45-479,15-143-300,210-116 85,-15-133 66,-993 105-129,832-307-1,-1087 316 398,440-232 0,-622 275 306,-4-7 1,-3-6-1,-5-5 1,-4-7-1,129-136 1,-183 160 93,-3-3 1,92-144-1,-130 172 53,-3-1 0,-2-1 0,-2-2-1,-4 0 1,27-101 0,-43 128-17,-2 0 0,-1 0 0,-1 0 0,-3-1 0,0 0 1,-2 1-1,-2-1 0,-1 1 0,-1 0 0,-2 0 0,-2 1 0,-1 0 0,-1 0 1,-30-57-1,18 49 12,-1 1 1,-3 2-1,-1 1 1,-2 1-1,-42-40 1,24 33 10,-2 1 0,-1 3 1,-70-40-1,12 20 28,-2 5 1,-3 4-1,-177-50 1,62 37 33,-2 10 1,-371-35-1,258 64-89,-396 24-1,431 19-258,2 13 0,-378 90 0,208 16-1314,387-104 501,2 4 0,2 4 0,-88 57 0,129-69-749,1 3 0,-62 58-1,-41 73-6659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7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600 689 12773,'2'-1'1718,"4"-3"-1067,0 1 0,1 0 0,-1 0 0,1 0 0,12-2 0,8-1-81,37-2 0,-45 6-194,396-47 1410,-4-27-1428,-363 64-346,-1-2 0,61-26 0,-94 33-25,1 0 1,-1 0-1,-1-1 1,0-1-1,0 0 0,0-1 1,-2 0-1,1-1 1,-1-1-1,0 0 1,10-16-1,-17 23 18,-1 0 0,-1 0 0,1 0 0,-1-1 0,0 1 0,0-1 0,0 0 0,-1 1 0,0-1 1,0 0-1,0 0 0,-1 0 0,0 0 0,0 1 0,-1-1 0,1 0 0,-1 0 0,0 0 0,-1 1 0,0-1 0,0 0 0,0 1 0,0-1 0,-1 1 0,0 0 0,0 0 0,0 0 0,-7-7 1,0 1 28,-2-1 1,1 2 0,-2 0 0,1 0 0,-1 1-1,-1 0 1,1 2 0,-1-1 0,-26-8 0,-4 1 93,-1 3 1,-1 1 0,-55-5-1,64 12 164,-1 1 0,-65 5 0,32 2 253,0 3 1,1 4 0,0 2-1,-120 39 1,112-22-73,2 4 1,0 2-1,-122 82 1,147-83-256,1 3 1,3 3 0,0 1-1,3 2 1,-65 85 0,92-107-157,2 2 0,0 0 0,2 1 0,0 0 1,2 1-1,1 0 0,1 0 0,-8 40 0,14-50-138,1 0-1,1 0 0,0 0 1,1 0-1,1 1 1,0-1-1,1 0 0,1 0 1,1 0-1,0-1 1,1 1-1,0-1 0,1 0 1,1 0-1,17 25 1,-6-15-430,1-1 0,1-1 0,1 0 1,1-2-1,1 0 0,1-2 0,36 23 1,-2-8-2950,1-2 1,85 33-1,12-4-8246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7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90 14905,'-97'-45'2193,"74"33"-325,-18-3-400,25 9 1260,2 3-2692,-2-6-320,69 30-10269,-19-9 1176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38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12005,'60'-36'1460,"-33"27"-300,-4 0-156,4-6-284,3 3-323,-6 3-705,-1 3-841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40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1021 33 12149,'-5'-27'1485,"4"21"2149,-1 9-2557,-27 54 726,3 1 0,-30 96-1,-22 132 618,74-270-2289,-154 776 2846,81-367-2179,-245 1158 644,195-862-1056,50-263-680,54-332-1091,6 0 0,-1 136 1,18-260 1260,0-1 1,-1 0 0,1 1 0,0-1 0,1 0 0,-1 0 0,0 1 0,0-1 0,0 0 0,1 0 0,-1 1 0,1-1 0,-1 0-1,1 0 1,0 2 0,-1-3 3,1 0-1,-1 0 0,1 0 1,-1 0-1,0 0 0,1 0 1,-1 0-1,0-1 0,1 1 0,-1 0 1,0 0-1,1 0 0,-1 0 1,0 0-1,1 0 0,-1-1 1,0 1-1,1 0 0,-1 0 1,0-1-1,1 1 0,-1 0 1,0 0-1,0-1 0,0 1 1,1 0-1,-1-1 0,0 1 1,0 0-1,1-1 0,1-4-575,1 1 0,-1-1-1,0 1 1,0-1 0,3-9-1,-3-40-4927,-5-15-3338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40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1543 13329,'5'41'630,"1"0"0,3 0 0,1 0 0,23 58 0,-5-31 408,3-1 0,71 114 0,-11-53 4,177 188-1,146 78-262,-364-351-721,318 260 288,-301-254-295,2-3-1,3-3 0,130 57 1,-167-86-41,1-2 0,0-1 0,0-2 0,1-2 0,0-1 1,1-2-1,41 0 0,-48-5-5,1-2 1,-1 0-1,0-2 0,0-2 1,-1-1-1,0-1 0,0-1 1,52-27-1,-29 7 1,-1-3-1,-2-2 1,-2-2 0,-1-2-1,65-70 1,-23 7 31,109-158 1,367-624-71,-183 271 134,27 13 13,-297 451-488,245-249 1,-308 353-733,1 2 0,68-45 0,-108 81 404,1-1-1,0 1 0,1 1 1,-1 0-1,1 0 0,0 2 0,0-1 1,1 1-1,-1 1 0,1 0 0,17-1 1,32 10-7298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42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261 105 6777,'-1'0'242,"0"0"1,1-1 0,-1 1 0,0 0 0,1-1-1,-1 1 1,0 0 0,1-1 0,-1 1 0,1-1-1,-1 1 1,1-1 0,-1 1 0,1-1 0,-1 0-1,1 1 1,0-1 0,-1 0 0,1 1-1,0-1 1,-1 0 0,1 1 0,0-1 0,0-1-1,4-20 2099,-1 16-1930,0-1 0,1 1 0,0 0 0,8-9 0,-10 13 155,-2 0-476,1 0 0,-1 0 1,1 0-1,-1 0 1,1 1-1,0-1 0,0 0 1,0 1-1,0-1 1,2-2-1,0-1 2061,-8 33-1788,0-2 1046,-3 47 0,7-54-963,-1-1 0,0 1-1,-2-1 1,-9 28 0,-1 8 216,-64 241 1858,3-17-1462,50-176-865,-22 99-595,40-163-121,3 1 0,1 0 0,2 51 1,4-45-688,2-1 1,14 60 0,-11-75-705,14 34-1,-12-40-1920,24 41 1,2-14-6359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43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810 1 14137,'-48'60'784,"-82"94"1965,83-98-1467,2 2 1,4 2-1,1 2 1,4 1-1,-39 92 1,-102 353 1155,125-329-1802,-48 319 0,90-418-575,4 0 0,4 0 0,2 1 0,5-1 0,3-1 0,29 129 0,-30-180-125,1 0 0,2-1 0,1 0 0,1-1 0,1 0 0,1-1 0,2 0 0,30 37-1,-36-50-39,1 0-1,1-2 0,0 1 0,0-1 0,1-1 0,0 0 0,1-1 1,0 0-1,0-1 0,1-1 0,0 0 0,0-1 0,0-1 0,1 0 0,-1-1 1,1-1-1,19 1 0,-10-4-66,0 0 0,0-2 1,0-1-1,0-1 0,-1-1 1,0-1-1,0-1 0,-1-1 1,0-1-1,22-14 0,3-4-142,-1-3 1,-1-2-1,58-53 0,-43 27 58,-2-3 0,-3-3 1,-3-1-1,69-114 0,-49 53-62,102-248-1,-134 271 165,51-210-1,-80 253 148,-2-1 1,-3 0-1,-2-1 0,-8-122 0,0 155 30,-2 1 0,-1 0 1,-1 0-1,-1 1 0,-2 0 0,-1 0 1,-1 1-1,-1 0 0,-1 1 0,-2 1 1,0 0-1,-2 1 0,-1 1 0,0 1 0,-2 0 1,0 2-1,-2 0 0,0 2 0,-1 0 1,-1 2-1,0 1 0,-41-19 0,29 18-10,0 2-1,-1 2 0,0 1 1,-44-6-1,59 13-12,-1 1 0,0 2-1,1 0 1,-1 2 0,0 1 0,1 0-1,-1 2 1,-25 7 0,45-10-5,-1 0-11,0 1 0,1-1 0,-1 1 0,0 0 0,-6 5 0,10-7 7,0 1 0,1-1 0,-1 1 1,1-1-1,-1 1 0,1-1 0,-1 1 0,1 0 0,-1-1 0,1 1 1,0 0-1,-1-1 0,1 1 0,0 0 0,0 0 0,-1-1 0,1 1 0,0 0 1,0 0-1,0-1 0,0 1 0,0 0 0,0 0 0,0-1 0,0 1 0,0 0 1,1 0-1,-1-1 0,0 1 0,0 0 0,1 0 0,-1-1 0,0 1 0,1 0 1,-1-1-1,0 1 0,1-1 0,-1 1 0,1 0 0,0-1 0,-1 1 0,1-1 1,0 1-1,4 4-43,0-1 0,0 0 1,0 0-1,1 0 1,0 0-1,-1-1 1,1 0-1,0 0 0,12 3 1,65 13-388,-65-16 343,175 30-709,163 34-85,-293-50 773,1 2 0,-2 2 0,89 46 0,-112-47 161,-1 2-1,-2 1 1,0 2-1,-2 1 1,0 2-1,-2 1 1,-2 2-1,0 1 1,-2 1-1,-2 2 1,35 57-1,61 145 662,-121-234-698,1-1 0,0 0 0,0 1 0,0-1 0,0 0 0,0 0 0,0 0 0,0 0 0,1-1 0,-1 1 0,1 0 0,-1-1 0,1 0 0,-1 0 1,1 0-1,0 0 0,0 0 0,3 1 0,2-1 7,0 0 1,0 0-1,0-1 1,0 0-1,15-2 1,204-48-77,-6 0 503,-61 33 412,214 5-1,-23 2-412,-269 4-418,-1-5 0,104-25 0,309-141-917,-474 169 860,130-50-154,195-48-1,-239 81 173,0 5 0,194-10-1,-291 30-13,168-3-1125,-144 4-322,1 2-1,-1 1 0,37 10 0,-45-9-2917,11-2-2519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03:43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1 945 6101,'77'-157'2112,"-57"115"-1473,-1-2-1,17-63 0,14-95-364,-4 17-733,-27 121 161,15-58-1530,-25 103 994,-9 19 818,0 0 0,1-1 1,-1 1-1,1 0 0,-1 0 0,1 0 0,-1-1 1,1 1-1,-1 0 0,1 0 0,-1 0 0,1 0 1,-1 0-1,1 0 0,-1 0 0,1 0 0,-1 0 1,1 0-1,-1 0 0,1 0 0,-1 0 0,1 0 1,-1 1-1,1-1 0,3 2 12,0 1-1,-1 0 1,1-1-1,-1 1 1,1 0 0,3 6-1,10 7 96,78 69 577,-59-50-423,74 53-1,-84-71-175,21 15 326,81 42 0,-110-64 66,-18-10-523,0 1 0,1-1 0,-1 0-1,0 1 1,1-1 0,-1 0 0,0 1-1,1-1 1,-1 0 0,1 0 0,-1 1 0,0-1-1,1 0 1,-1 0 0,1 0 0,-1 0-1,1 1 1,-1-1 0,1 0 0,-1 0 0,1 0-1,-1 0 1,1 0 0,-1 0 0,1 0-1,-1 0 1,0 0 0,1-1 0,-1 1 0,1 0-1,-1 0 1,1 0 0,-1 0 0,1-1-1,-1 1 1,0 0 0,1-1 0,-1 1 0,0 0-1,1 0 1,-1-1 0,0 1 0,1-1-1,-1 1 1,0 0 0,0-1 0,1 1 0,-1-1-1,0 1 1,0 0 0,0-1 0,1 1-1,-1-1 1,0 1 0,0-1 0,0 0 0,9-14-2533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2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405 892 10921,'10'-105'6507,"-8"90"-4889,-1 12-318,-1 6-75,-14 217 3294,4-154-4031,-2 0 0,-43 125 0,-170 367 490,224-555-977,-82 165 327,82-168-328,1 0 1,-1-1-1,0 1 1,1 0-1,-1 0 1,1-1 0,-1 1-1,0-1 1,1 1-1,-1 0 1,1-1-1,0 1 1,-1-1-1,1 1 1,-1-1 0,1 1-1,0-1 1,-1 0-1,1 1 1,0-1-1,-1 1 1,1-1 0,0 0-1,0-1 1,-2-5 4,0-1 1,1 1 0,0-1-1,1 0 1,0 0 0,0 1-1,0-1 1,1 0 0,0 1-1,1-1 1,2-8 0,6-18 2,16-35 0,52-112-148,9 4 0,113-171-1,260-302-990,-452 639 1115,156-191-337,-123 157 196,1 1 1,61-47 0,-89 80 115,0 1-1,0 0 1,1 1 0,1 1-1,-1 0 1,28-9 0,-40 16 33,1 0 1,0 0-1,0 0 1,0 0-1,0 1 0,0-1 1,0 1-1,0 0 1,0 0-1,0 1 1,0-1-1,0 1 0,0 0 1,0 0-1,0 0 1,0 1-1,-1-1 1,1 1-1,0 0 0,-1 0 1,0 0-1,1 0 1,-1 1-1,0 0 1,0-1-1,0 1 1,0 0-1,-1 0 0,1 0 1,-1 1-1,0-1 1,0 1-1,0-1 1,1 5-1,2 5-7,-1 0 0,-1 0 0,0 1 0,-1-1 0,0 1 0,-1-1 0,0 1 0,-1 0 0,-1 0 0,0-1 0,-1 1 0,-6 22 0,-2 3-90,-2-1 1,-2 0 0,-19 39 0,6-27-113,-2 0-1,-2-2 1,-2-2-1,-2-1 1,-72 71-1,-230 178-1123,283-250 1167,-15 9 11,-29 25-39,96-76 198,0 0-1,0 0 1,1-1-1,-1 1 1,0 0-1,1 1 1,-1-1-1,1 0 1,-1 0-1,1 1 1,0-1-1,0 1 1,0-1-1,1 1 1,-1-1-1,1 1 1,-1-1-1,1 1 1,0 0-1,0 2 1,0-2 5,1 0 1,0 0 0,0-1 0,0 1 0,1 0-1,-1 0 1,1-1 0,-1 1 0,1-1 0,0 1-1,0-1 1,0 0 0,0 0 0,1 0 0,-1 0-1,0 0 1,5 2 0,17 10 54,0-1 1,27 11-1,29 15 99,0 9-9,-3 4 1,-1 4-1,87 83 0,184 215 7,-204-201-138,-123-132-19,6 8-81,1-2 1,1-1-1,44 31 0,-64-52 61,1 1-1,0-1 1,0-1 0,0 1-1,0-2 1,0 1 0,1-1-1,0-1 1,0 1 0,-1-2 0,1 1-1,0-2 1,1 1 0,-1-1-1,0-1 1,0 0 0,0 0-1,10-3 1,-5-1 3,0-1 0,0 0 0,-1-1 0,0-1-1,0 0 1,0-1 0,-1-1 0,-1 0 0,1 0 0,11-14 0,14-19 9,48-70 1,-62 80 17,196-275 866,-220 307-851,1 1-1,-1-1 1,0 1-1,0-1 0,1 0 1,-1 1-1,1-1 1,-1 1-1,0-1 0,1 1 1,-1-1-1,1 1 0,-1-1 1,1 1-1,0-1 1,-1 1-1,1 0 0,-1-1 1,1 1-1,0 0 0,-1 0 1,1-1-1,0 1 1,-1 0-1,1 0 0,0 0 1,-1 0-1,1 0 1,0 0-1,0 0 0,-1 0 1,2 0-1,-1 1-5,0 0 0,0 0 0,0 0 0,0 1 0,-1-1 0,1 0 0,0 0-1,-1 0 1,1 1 0,0-1 0,-1 0 0,0 1 0,1-1 0,-1 2 0,6 52 117,3 136 229,-6-163-336,1 0 1,2-1-1,1 0 1,18 47-1,-22-67-12,0-1-1,0 0 0,1 0 1,0 0-1,0 0 1,0-1-1,0 1 1,1-1-1,0 0 0,0-1 1,1 1-1,-1-1 1,1 0-1,0 0 0,0-1 1,0 1-1,10 2 1,-10-4-10,0-1 0,0 1-1,1-2 1,-1 1 0,0-1 0,0 0 0,1 0 0,-1 0 0,0-1 0,0 0 0,0 0 0,0-1 0,0 0 0,0 0 0,0 0 0,0-1 0,-1 0 0,1 0 0,8-6 0,-2-1 5,0-1 0,-1 0 0,0 0 1,-1-1-1,0 0 0,-1-1 0,0 0 0,-1-1 0,9-18 1,-6 7-16,-1-1 1,0 0 0,-2 0 0,7-42 0,-12 35-61,-1 0-1,-2 0 1,-1-1 0,-2 1 0,-1 0 0,-1 0 0,-2 1 0,-2 0 0,0 0 0,-3 0 0,-19-40 0,22 55-336,-1 0 0,0 0 0,-2 1 1,-23-27-1,28 36-259,-1 0 0,1 1 0,-2 0 1,-12-9-1,14 12-442,0 0 0,0 0 0,0 0 0,0 0 0,0 1 0,-15-2 0,-3 3-6958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3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672 348 10281,'3'-9'253,"44"-109"3793,-37 96-2654,0 1 0,-2-1-1,-1-1 1,-1 1 0,0-1 0,-2 0 0,2-34-1,-6 57-1377,1 0 0,-1 0 0,0-1 0,0 1 0,0 0 0,0 0 0,0 0 0,0-1 0,0 1 0,0 0 0,0 0 0,0 0 0,0-1 0,0 1 0,0 0 0,0 0 0,0-1 0,0 1 0,0 0 0,0 0-1,0 0 1,0-1 0,0 1 0,0 0 0,0 0 0,0 0 0,-1 0 0,1-1 0,0 1 0,0 0 0,0 0 0,0 0 0,0 0 0,0-1 0,-1 1 0,1 0 0,0 0 0,0 0 0,0 0 0,-1 0 0,1 0 0,0 0 0,0 0 0,0-1-1,-1 1 1,1 0 0,0 0 0,0 0 0,0 0 0,-1 0 0,1 0 0,0 0 0,0 0 0,0 0 0,-1 0 0,1 1 0,0-1 0,0 0 0,0 0 0,-1 0 0,1 0 0,0 0 0,0 0 0,-16 18 374,-18 34-46,33-50-316,-33 57 123,3 2 0,2 1 0,3 2 0,3 0 1,2 2-1,-21 126 0,32-98-60,4 179 0,7-114-74,-2-121-3,-2-1-1,-1 1 1,-1 0-1,-3-1 0,-16 52 1,16-70-22,1 0 0,-2 0 0,-1 0 0,0-1 0,-1-1 1,-1 0-1,-1 0 0,0-1 0,-1-1 0,-1 0 0,-21 17 0,-80 46-1128,98-68 458,0-1-1,0 0 1,-1-1 0,-30 8 0,13-13-2423,35-3 2672,0 1-1,-1-1 0,1 0 1,0 0-1,0 0 1,-1 0-1,1-1 1,0 1-1,0 0 1,0 0-1,-1-1 1,1 1-1,0-1 1,0 1-1,0-1 0,0 1 1,0-1-1,-1-1 1,10-6-9295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3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879 112 10701,'29'-78'5967,"-29"76"-5810,1 1 0,-1 0 0,0-1 0,0 1 0,0-1 0,0 1 0,0 0 0,0-1 0,-1 1 0,1 0 0,0-1 0,-1 1 0,1 0 0,-1 0 0,1-1 0,-1 1 0,0-1 0,-2-6 2152,-27 69-865,-25 73-1,27-62-992,-11 35-9,5 0 1,-22 122-1,-20 227 399,46-257-493,18-129-282,-3 0 1,-2-1-1,-4-1 1,-3-1-1,-2-1 1,-62 110 0,-47 30-1567,110-174 113,-1-1 0,-1-1 0,-63 52 0,90-82 1377,-29 23-2102,11-8-4397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3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10241,'-4'8'484,"0"-1"0,1 1-1,0-1 1,1 1 0,-1 0 0,0 10 0,-9 24 1317,-3 4 178,-14 72-1,21-71-1535,2 0-1,2 0 0,4 64 0,3-57-204,3-1 1,20 89 0,-19-112-261,3 0 0,0 0 0,2-1 0,1-1 0,33 53 0,-42-75-7,0 0 0,0 0 0,0-1 0,1 0 0,0 0 1,0 0-1,0 0 0,1-1 0,0 0 0,-1 0 0,1-1 0,1 1 1,-1-1-1,0 0 0,1-1 0,0 0 0,-1 0 0,1 0 0,0-1 1,0 0-1,0 0 0,0-1 0,0 0 0,0 0 0,0-1 0,0 0 1,0 0-1,0 0 0,0-1 0,-1 0 0,1 0 0,0-1 0,-1 0 1,0 0-1,0-1 0,0 1 0,0-1 0,7-7 0,11-9 35,-1-2 1,37-46-1,-38 42 422,1 0 0,31-26 0,-52 51-387,1-1 0,-1 0-1,0 0 1,0 1 0,1 0 0,-1-1-1,1 1 1,-1 0 0,1 0 0,-1 0-1,1 0 1,0 1 0,-1-1 0,1 1 0,0 0-1,3-1 1,-4 2-13,0-1 1,0 1-1,0 0 1,1-1-1,-1 1 1,0 0-1,0 0 0,0 0 1,0 0-1,-1 1 1,1-1-1,0 0 0,0 1 1,-1 0-1,3 2 1,4 8 39,-1-1 0,-1 0 0,0 1-1,0 1 1,5 18 0,1 1-16,17 49 142,-28-78 5,1-3-204,0 0 1,0 0-1,0-1 0,0 1 1,-1-1-1,1 1 0,0-1 0,0 0 1,0 0-1,-1 0 0,1 0 1,0 0-1,-1 0 0,1 0 0,-1 0 1,2-3-1,21-28 8,-6 8-80,-13 18 50,1 0 0,0 1 0,0 0 1,0 0-1,0 1 0,1 0 0,-1 0 0,1 0 0,0 1 0,11-4 0,-14 6 21,0 0 0,0 1 0,0-1 0,0 1 0,0 0 0,0 0 0,0 0 0,0 1 0,-1-1 0,1 1 0,0 0 0,0 0 0,0 0 0,-1 0 0,1 1 0,0 0 0,-1 0 0,1 0 0,-1 0 0,0 0 0,0 1 0,3 2 0,12 11-12,-1 1 0,0 1-1,-2 0 1,16 23 0,-3 5-224,-26-45 198,1-1-1,-1 0 0,0 0 0,1 0 0,-1 0 1,0 0-1,1 0 0,-1-1 0,0 1 0,0-1 1,1 1-1,-1-1 0,0 0 0,3-1 0,50-24-490,-31 15 301,0 0 0,39-11 1,-8 9 54,81-10 0,-104 20-201,1 2 0,-1 0 0,64 9 0,-66-2-1628,35 12 0,-19-4-3647,-12-5-899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4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0 10161,'0'0'10207,"-4"1"-8700,0 1-987,0-1-242,1 0-1,-1 0 1,1 0 0,0 0-1,-1-1 1,0 1 0,1-1 0,-5 0-1,7 3-220,0-1-1,0 1 0,0-1 1,0 1-1,1-1 1,-1 1-1,0 0 1,1 0-1,0 4 0,1-4-269,0 1 0,0-1 0,0 1-1,0-1 1,1 0 0,0 1 0,0-1-1,0 0 1,0 0 0,0 0 0,1-1-1,-1 1 1,1-1 0,5 5-1,10 4-3489,3-3-3487,5 1-1192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1790 90 6189,'-15'-8'356,"2"0"606,1 1 0,0-2 0,-17-13 0,25 18-760,-1 1 1,1-1-1,-1 1 0,0 0 0,0 0 1,-1 0-1,1 1 0,-1 0 1,1 0-1,-1 0 0,0 1 0,1 0 1,-1 0-1,0 0 0,0 1 1,0 0-1,-7 1 0,-4 0 210,0 1 0,1 1 0,-1 1 0,-29 11-1,6 1 253,1 2 0,1 1 0,-60 42 0,-101 90 896,68-39-656,5 5-1,-117 141 1,153-149-411,5 4-1,-136 239 1,115-126-192,89-179-222,1 1 0,3 1-1,-8 51 1,17-71-57,1 0 1,2 0-1,0 0 0,2 0 1,2 0-1,7 41 0,-4-48-39,0-1 0,1 0 0,1 0 0,1 0-1,1-1 1,1-1 0,1 0 0,0 0 0,20 22-1,-4-12-92,1 0 0,2-2 0,1-1 0,0-1 0,2-2 0,1-2 0,72 33 1,-21-18-254,1-5 1,129 30-1,-71-31-378,218 19-1,152-35-689,-355-20 554,-1-7 0,0-7 0,185-47 0,-213 31-1723,-1-5-1,131-62 0,-88 18-3322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0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3854 224 6753,'-143'30'488,"-400"104"1967,-343 164 1621,680-213-3182,5 9 0,-226 142 0,260-128-192,4 8 0,-195 180 1,270-212-373,4 3 1,4 4-1,4 3 1,4 3-1,-68 123 1,105-153-32,2 1-1,3 2 1,3 1 0,4 1-1,-26 133 1,39-138-6,3 1 0,3 0-1,3 1 1,3-1 0,2 0 0,23 110 0,-5-90-80,4-2 0,4-1 0,3-1 1,4-2-1,3-1 0,4-3 0,3-1 1,79 98-1,-38-69-12,5-4 1,3-4-1,5-5 0,204 146 1,-175-153-349,4-6-1,3-5 1,3-7 0,3-6 0,2-6 0,3-7-1,2-6 1,1-7 0,2-6 0,1-7 0,1-7 0,191-4-1,-142-21-99,0-8 1,-2-10-1,-1-8 0,-1-9 0,366-132 0,-344 86 146,-3-9 0,-5-10 0,-5-10 0,330-246 0,-380 239 54,-7-7-1,232-260 1,-272 257 32,-5-5 0,-7-4 0,114-219 1,-26-56-15,-151 315 48,-4-2 0,21-124 0,-41 156 0,-4 0 0,-3-1 0,-9-150 0,-3 166-14,-3 1 0,-2 0 0,-3 0 0,-2 1 0,-40-92 0,27 88-3,-3 1 1,-3 2-1,-2 1 0,-3 2 1,-2 2-1,-82-82 1,62 78 25,-3 3 1,-2 3 0,-2 3 0,-2 2-1,-81-37 1,-5 11-32,-2 7 0,-4 7 0,-2 7 0,-1 8 0,-259-35 0,144 47-318,-1 13-1,-453 27 0,417 18-1493,-462 98 0,68 68-5538,321-56-1231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0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5889,'-10'88'-2905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1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6373,'-36'63'2914,"14"-26"-1556,1 0 1,2 2-1,-23 64 1,15-14-247,-58 237 1965,78-290-2792,3 0 0,0 0-1,3 0 1,0 1-1,3-1 1,1 0 0,9 41-1,-9-63-141,0 1-1,2-1 0,0 0 1,0 0-1,2-1 1,-1 0-1,2 0 1,0 0-1,0-1 0,1 0 1,1-1-1,0 0 1,0 0-1,1-1 0,0 0 1,1-1-1,0-1 1,0 0-1,1 0 0,0-1 1,15 5-1,5 0 158,0-2 0,1-2 0,0 0 0,0-3 0,0-1 0,65 0 0,214-28 849,-35-16-513,448-122 1,-81-64-3400,-339 87 60,-306 139 2701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39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 8649,'-15'7'493,"12"-6"-277,1 1 0,-1-1 0,0 1-1,0-1 1,0 0 0,0 0-1,0-1 1,0 1 0,-6 0 0,-3-2 1514,10 1-1595,-1 0 0,1-1 0,-1 1 0,1 1 0,-1-1 0,1 0 0,-1 0-1,1 1 1,0 0 0,-1-1 0,1 1 0,0 0 0,-1 0 0,1 0 0,0 0 0,0 1 0,0-1-1,0 1 1,0-1 0,0 1 0,0 0 0,1-1 0,-1 1 0,-2 3 0,-3 4 188,-7 5 262,2 1 0,0 0 0,1 1 0,-15 29 0,4 6 169,1 1-1,-19 80 1,30-98-513,-53 236 1511,42-172-1194,-39 220 1131,-27 503 0,79-670-1423,6 0 1,26 213-1,-15-297-203,3 0-1,3-1 0,3 0 1,3-1-1,2-2 1,3 0-1,61 104 0,-73-144-76,2-1 0,1 0 0,0-1 0,2-1 0,0 0 0,1-2 0,1 0 0,1-1 0,0-1 0,1-2 0,1 0 0,0-1 0,1-2 0,0 0 0,1-2 0,0 0 0,0-2 0,1-1 0,0-1 0,0-2 0,0 0 0,42-2 0,-10-5-253,-1-2 0,-1-3-1,0-2 1,0-3-1,-1-2 1,-1-2 0,-1-3-1,0-3 1,-2-1-1,-1-3 1,-1-2 0,-1-2-1,-2-3 1,-2-1-1,-1-2 1,48-54 0,-79 77 202,0-1 0,-1-1 0,0 0 0,-2-1 0,0 0 0,11-28 1,-18 40 52,-1-1 0,0 0 0,0 1 0,-1-1 1,0 0-1,0 0 0,0 0 0,-1 0 0,0 1 1,0-1-1,-1 0 0,0 0 0,0 0 0,-1 0 1,0 1-1,0-1 0,0 1 0,-1-1 0,0 1 1,0 0-1,-1 0 0,-7-10 0,0 4 36,1 0-1,-2 1 1,0 0 0,0 1-1,-26-15 1,11 10 14,0 2 1,-55-19 0,-214-51 643,217 65-339,-6-1 359,-97-36 1,180 55-694,1-1-1,0 1 1,-1-1 0,1 1 0,-1-1 0,1 1 0,0-1 0,0 0-1,-1 0 1,1 0 0,0 0 0,0 0 0,0 0 0,0 0-1,0 0 1,0 0 0,0 0 0,1-1 0,-1 1 0,0 0-1,0-1 1,1 1 0,-1 0 0,1-1 0,0 1 0,-1-1 0,1 1-1,0-1 1,0 1 0,0-1 0,0 1 0,0-1 0,0 1-1,0 0 1,0-1 0,1 1 0,-1-1 0,1 1 0,-1-1 0,1 1-1,-1 0 1,1-1 0,0 1 0,0 0 0,-1 0 0,1-1-1,0 1 1,1-1 0,4-5 8,0 0 1,1 0-1,-1 0 0,1 1 0,0 0 1,14-9-1,56-26 11,2 3 0,106-36 0,-146 59-49,251-86-116,-223 82 145,2 2-1,95-10 0,-141 25-9,-1 1 0,1 0 0,0 2 0,-1 1 0,1 1 0,-1 0 0,44 14 0,-52-11 43,1 0-1,-1 0 0,-1 1 0,1 1 0,-1 1 1,-1 0-1,0 0 0,0 1 0,0 1 1,-1 0-1,-1 0 0,15 21 0,-9-6 116,-1 1 0,-1 0 0,-1 1 0,-2 0-1,-1 1 1,-1 0 0,-1 0 0,-2 1 0,5 46 0,-6 0 241,-4 1 0,-12 125 0,-8-58-1,-54 211 0,-69 135-370,81-293-490,34-101-821,-19 112 0,41-172 343,1 1 1,1-1 0,2 1-1,2 0 1,1-1 0,10 53-1,-9-78 19,-1 1-1,2 0 0,-1-1 1,1 0-1,1 0 0,0 0 0,1 0 1,0-1-1,14 18 0,25 9-8042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39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118 115 11293,'4'-8'627,"0"0"1,0 0-1,-1-1 0,4-16 1,-6 23-379,-1 0 1,0 0 0,1 0-1,-1 0 1,0 0 0,0 0 0,0 0-1,0 0 1,-1 0 0,1 0-1,-1 0 1,1 0 0,-1 0 0,0 0-1,1 0 1,-1 0 0,0 0-1,0 0 1,0 1 0,-1-1 0,1 0-1,0 1 1,-1-1 0,1 1-1,-1-1 1,1 1 0,-1 0 0,-2-2-1,3 3-122,0-1-1,0 1 1,1 0-1,-1-1 1,0 1-1,0 0 1,0 0-1,0 0 0,0-1 1,1 1-1,-1 0 1,0 0-1,0 0 1,0 1-1,0-1 1,0 0-1,0 0 1,1 0-1,-1 1 1,0-1-1,0 0 0,0 1 1,1-1-1,-1 1 1,0-1-1,-1 1 1,0 2 45,-1-1 1,1 1-1,-1 0 1,1-1-1,0 1 1,0 0-1,-2 4 1,-4 10 203,1-1 0,-5 18 0,11-30-185,-11 38 240,2 0 0,1 1 0,3-1 0,1 2 0,2-1 0,5 82 0,1-87-340,2-1-1,2 0 1,1 0-1,2 0 1,1-1-1,2-1 1,1 0-1,23 39 1,-26-56-65,0-1 0,1 0 0,1-1 1,0 0-1,1-1 0,1-1 0,0 0 1,27 18-1,-31-25-47,1 0-1,0 0 1,1-1 0,-1-1 0,1 0 0,0-1 0,1 0 0,-1-1 0,0-1-1,1 0 1,0-1 0,0 0 0,20-2 0,-11-1-19,-1-2 1,0-1-1,0 0 1,0-2-1,-1 0 1,0-2-1,0 0 0,-1-1 1,0-1-1,-1-1 1,0-1-1,-1 0 1,-1-2-1,25-25 1,180-199-245,-213 229 265,0 0 1,0 1-1,1 0 0,13-10 1,-19 17 12,0 0 0,0-1 1,1 1-1,-1 0 1,0 1-1,1-1 1,-1 1-1,1 0 0,0 0 1,-1 1-1,1-1 1,0 1-1,-1 0 1,1 0-1,7 1 0,1 2 2,-1 0-1,0 1 1,0 0-1,0 1 1,-1 0-1,14 8 1,65 48-23,1 0 24,-69-48 9,0-1-1,1-1 0,0-1 1,39 11-1,-55-19-5,1 0-1,0-1 1,-1 0 0,1-1-1,0 1 1,-1-2 0,1 1-1,0-1 1,-1 0-1,1 0 1,0-1 0,-1 0-1,0-1 1,0 0-1,1 0 1,-2 0 0,1-1-1,0 0 1,9-7-1,-2-3 24,0 0 0,0-1 0,-1-1-1,-1-1 1,-1 1 0,18-36 0,-17 30 142,1 0 1,1 1-1,21-25 1,-34 46-158,-1 1 0,1-1 0,0 0-1,0 0 1,-1 1 0,1-1 0,0 1 0,-1-1 0,1 1 0,0-1 0,-1 1 0,1-1-1,-1 1 1,1-1 0,-1 1 0,1 0 0,-1-1 0,1 1 0,-1 0 0,1 1 0,-1-2-5,3 6 15,0 1 0,0 0 0,-1 0 0,0 0 0,0 1 0,-1-1 0,0 0 0,0 1 0,0-1 0,-1 0 0,0 1 0,-2 8 0,2 15-190,2-12-363,1 1 0,0-1-1,12 35 1,5 20-2083,-14-38 855,3 15-2390,-3-16-2365,0 4-4813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39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13889,'7'-24'6917,"23"33"-7053,20 15-608,-6 3-736,16 9-460,7 7-2909,3 8-3824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0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968 1203 10585,'-1'-11'593,"1"4"-62,-1 1 0,1 0 1,-1-1-1,-1 1 0,1 0 1,-1 0-1,-2-7 0,2 10-237,0 1 0,0-1 0,0 1 1,-1-1-1,1 1 0,0 0 0,-1 0 0,0 0 0,1 0 0,-1 0 0,0 1 0,0-1 0,0 1 1,0 0-1,0 0 0,-5-1 0,-1 0 67,1 0-1,-1 1 1,0 0 0,0 1 0,1 0 0,-1 0-1,0 1 1,0 0 0,1 1 0,-1 0 0,1 0-1,-1 0 1,1 1 0,0 1 0,-10 5-1,-9 6 518,0 1-1,-47 37 1,18-6-48,2 2 0,3 2-1,-69 88 1,58-56-522,-94 171-1,126-198-307,-27 79 0,46-106 0,2 1 0,1 1 0,1-1 0,-3 48 0,9-69-2,1 0 0,1 0 0,0-1 0,0 1 0,0-1 0,1 1 0,3 8 0,-4-15-44,-1 0 0,1 0 0,0 0 0,0 0 0,0 0 0,0 0 1,0 0-1,0 0 0,1 0 0,-1 0 0,1-1 0,-1 1 0,1-1 0,-1 1 0,1-1 0,0 1 0,0-1 0,0 0 0,0 0 1,0 0-1,0 0 0,0 0 0,0-1 0,0 1 0,0-1 0,0 1 0,1-1 0,-1 0 0,0 1 0,0-1 0,1 0 0,2-1 1,4-2-135,-1-1 1,1 0-1,-1 0 1,0 0-1,0-1 1,0-1 0,10-8-1,-14 10 84,15-11-259,-2-2 1,0 0-1,0-1 1,-2 0-1,0-1 1,-2-1-1,19-35 1,62-162-918,-75 169 1020,87-254-589,90-418 0,-100 281 1557,-53 206 629,-33 170-958,-9 53-309,0 0 70,1 0 1,0 0-1,1 1 0,0-1 1,6-13-1,-7 19 425,9 63 822,38 271 414,55 542-1576,-95-760-852,40 179 1,-47-280 575,1 0 1,1-1 0,0 1 0,0-1-1,1 0 1,0 0 0,1 0 0,0-1-1,0 0 1,1 0 0,1-1 0,9 10-1,-15-16 33,1 0-1,0-1 0,-1 1 0,1 0 0,0-1 0,0 0 1,0 0-1,0 0 0,0 0 0,0 0 0,0-1 1,0 1-1,1-1 0,-1 0 0,0 0 0,0 0 0,5-1 1,2 0-3,0-1 1,0-1-1,13-4 1,-21 6 8,23-9-32,-1-2 1,0 0 0,35-25-1,8-4-14,-55 34 55,0 1 1,-1 0-1,2 1 0,-1 1 0,1 0 0,19-4 1,-26 7 5,0 1 0,-1 0 0,1 0 0,0 1 1,-1-1-1,1 1 0,0 0 0,-1 1 0,1-1 1,-1 1-1,0 0 0,0 1 0,1-1 1,-2 1-1,1 0 0,0 0 0,6 6 0,3 4 56,-1 0-1,0 0 0,-1 1 0,16 25 1,37 69 214,-12-18-117,-42-72-129,10 14 59,35 42 1,-48-65-76,0-1 1,0 0-1,1 0 0,0-1 1,0 0-1,1-1 1,0 0-1,21 9 1,-28-14-16,1 0 0,-1 0 1,1-1-1,0 1 0,-1-1 1,1 0-1,0 0 0,0 0 0,-1-1 1,1 1-1,0-1 0,-1 0 1,7-2-1,38-20 21,-45 22-23,6-5-2,0 0 1,-1-1-1,0 0 1,0 0-1,0-1 0,-1 0 1,0 0-1,0-1 0,-1 0 1,0 0-1,-1 0 1,0-1-1,-1 1 0,5-14 1,-2 1-1,0 0 0,-2-1 0,-1 1 0,0-1 1,0-34-1,-4 37-2,0 1 1,-1-1-1,-1 0 1,-1 0 0,0 1-1,-2 0 1,0 0-1,-1 0 1,-1 0-1,-1 1 1,-1 0-1,0 1 1,-1 0-1,-1 0 1,0 1 0,-2 1-1,1 0 1,-2 0-1,0 1 1,-1 1-1,-24-17 1,10 11-378,0 2 0,-2 2 0,1 0 0,-49-15 0,56 24-720,0 0 0,0 1 0,-1 1 1,1 1-1,-1 1 0,0 2 1,-26 2-1,42-2-190,1 1 0,-1 1 1,0 0-1,-13 5 1,-13 15-8937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1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12105,'-1'32'6761,"11"24"-3328,19 73-483,-26-116-2501,60 252 2482,188 691 983,-211-844-3802,72 147 0,-96-226-112,1-2 0,1 0 0,2-1 0,38 45 0,-49-64 0,1-1 0,0 0 0,0 0 0,1-1 0,1 0 0,-1-1 0,1-1 0,1 0 0,-1 0 0,27 9 0,-30-14 0,0 0 0,0 0 0,0 0 0,0-1 0,0-1 0,1 0 0,-1 0 0,0-1 0,0 0 0,0 0 0,0-1 0,0 0 0,0-1 0,0 0 0,-1 0 0,1-1 0,14-8 0,-3-2 0,-1 0 0,-1-1 0,0 0 0,-1-2 0,-1 0 0,-1-1 0,18-26 0,83-150 0,-101 166 0,560-1037-649,-508 944-844,6 3 0,4 3 0,138-156 0,-184 238 651,1 1-1,2 1 1,1 2 0,40-25 0,-57 43 103,1 1 0,0 0 1,1 1-1,27-7 0,-33 12-148,0 1 0,0 0 0,1 1 0,-1 1 0,1 0 0,-1 1 0,19 2 0,-15 1-3193,36 11-1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1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1259 1 12177,'-2'2'219,"0"0"-1,0 0 1,0 0-1,-1 0 1,1 0 0,-1-1-1,1 1 1,-1-1-1,0 0 1,0 0 0,1 1-1,-1-2 1,0 1-1,0 0 1,0-1-1,0 1 1,0-1 0,0 0-1,0 0 1,-4 0-1,-21 3 771,-11 10 326,1 2 0,1 1 1,-67 42-1,84-46-1015,-90 55 409,4 6 0,2 4 0,5 5-1,-163 171 1,22-11-1982,229-232 992,18-21 44,-3 5 267,24-28 120,1 1-1,2 1 1,0 2-1,3 1 1,47-32-1,-79 60-135,0-1 0,0 1-1,0 0 1,1 1 0,-1-1 0,0 0 0,1 1-1,-1-1 1,1 1 0,-1 0 0,0 0 0,1 0 0,-1 0-1,1 0 1,-1 0 0,1 1 0,-1-1 0,0 1-1,1-1 1,-1 1 0,0 0 0,0 0 0,5 3-1,-2-1-17,0 0 0,0 1 0,0 0 0,0 0 0,0 0 0,-1 1 0,7 8 0,14 25-787,-3 0 0,19 44-1,6 12-1913,-9-28-741,-12-21-1699,7 6-4497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41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17 10973,'-34'-15'1394,"33"14"-1239,-1 1 0,0 0 0,1 0 0,-1-1 0,1 1 0,-1 0 0,1 0 0,-1 1-1,1-1 1,-1 0 0,1 0 0,-1 1 0,1-1 0,-1 1 0,1-1 0,-1 1 0,1 0 0,0 0 0,-3 1 0,-1 1 366,-19 7 726,1 0-1,-29 19 1,13-7-49,37-21-667,3 4-270,5 10-167,0 1 1,2-1 0,0 0 0,1-1 0,0 0 0,15 17 0,20 32 81,-6 12-69,-2 0 1,40 128-1,-51-126-77,-3 1-1,-4 1 0,10 91 0,-28-163 47,1 0-1,-1 1 1,-1-1-1,1 0 1,-4 12-1,2-5 104,2-13-175,0-1 1,0 0 0,0 0 0,0 0 0,0 0 0,0 0 0,0 1 0,0-1 0,0 0 0,0 0 0,0 0 0,0 0-1,0 1 1,0-1 0,0 0 0,0 0 0,0 0 0,0 0 0,0 0 0,-1 0 0,1 1 0,0-1 0,0 0 0,0 0-1,0 0 1,0 0 0,0 0 0,0 0 0,0 0 0,-1 0 0,1 1 0,0-1 0,0 0 0,0 0 0,0 0 0,0 0-1,-1 0 1,1 0 0,0 0 0,0 0 0,0 0 0,0 0 0,0 0 0,-1 0 0,1 0 0,0 0 0,0 0 0,0 0-1,0 0 1,0 0 0,-1 0 0,1 0 0,0 0 0,0 0 0,0 0 0,0-1 0,0 1 0,0 0 0,-1 0 0,1 0 0,-3 0 46,0-1 0,0 1 0,0-1 1,0 0-1,0 0 0,0 0 1,0 0-1,0 0 0,1 0 0,-1-1 1,0 0-1,1 1 0,-1-1 1,1 0-1,0 0 0,0-1 0,0 1 1,0 0-1,0-1 0,0 1 1,0-1-1,1 1 0,-1-1 0,1 0 1,0 0-1,-1-3 0,-6-13 116,1-1 0,1 0-1,0 0 1,2 0 0,1-1-1,0 1 1,1-1 0,2 0-1,2-36 1,4 21-97,2 0-1,1 1 1,2 0-1,1 1 1,2 0 0,1 1-1,2 0 1,1 2-1,1 0 1,2 1 0,28-32-1,-28 38-62,1 1 0,1 2 1,1 0-1,0 1 0,2 1 0,0 2 0,1 1 0,1 1 0,0 1 0,1 1 1,1 2-1,0 0 0,37-6 0,-49 13 1,-1 2-1,0 0 1,1 1-1,0 1 1,-1 0 0,1 1-1,-1 1 1,1 1 0,-1 0-1,30 11 1,-35-9-4,-1 0 0,0 1 0,0 0 0,-1 1 0,0 0-1,0 0 1,-1 1 0,0 1 0,0-1 0,-1 2 0,0-1 0,0 1 0,-1 0 0,-1 0 0,0 1 0,7 15 0,-3 1 11,0 1 1,-2 0 0,-1 0-1,-1 0 1,-2 1 0,1 32 0,-3 6-42,-10 103 1,0-103-611,-3 0 0,-2-1 0,-4-1 0,-31 81 0,-8-17-3323,-10-4-3447,15-42-3189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2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0 12153,'3'2'1831,"1"3"-1513,-1-1 0,1 1 0,-1-1 0,0 1 0,0 0 0,0 1 0,-1-1 0,0 0 0,0 1 0,0-1 0,-1 1 0,1-1 0,0 10 0,1 14 770,-1 44 0,-2-30-159,1 720 4657,-2-653-5191,-7 260-708,-76 511 1,7-522-3467,-3-130-5652,31-124-1272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2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14253,'47'90'1824,"-17"-60"-363,7 0-357,9-9-224,5 3-192,2 1-132,18 2-104,19 0-96,17 0-172,10-3-236,14 0-532,0 0-500,3-3-516,-10 1-593,-4-1-2567,-3-3-3741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2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1188 11309,'19'-37'569,"2"-5"1584,39-57-1,60-105 2338,-68 109-3732,145-307 101,-161 327-1486,15-37-1870,-44 93-954,9-37 0,-13 10-5829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3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18742,'-11'10'537,"8"-7"-321,-1-1 0,1 1 0,0 0-1,0 0 1,0 0 0,1 0-1,-1 1 1,1-1 0,0 1 0,-1-1-1,2 1 1,-1 0 0,0 0 0,1 0-1,0 0 1,0 0 0,0 0 0,0 0-1,0 8 1,-11 240 7094,-18 161-5418,14-170-1921,-5 206-3155,23-300-1602,8 1-4140,-1-61-3961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3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375 1 15621,'3'3'217,"0"0"0,0 0 0,0-1 0,0 1 0,1-1 0,-1 0 0,1 0 0,-1 0 0,1 0-1,0-1 1,-1 1 0,1-1 0,0 0 0,6 1 0,12 3 431,14 9 326,-1 1 0,0 1 0,-1 2 0,54 39 0,-39-20-385,0 3-1,48 52 0,-68-62-463,-1 2 0,-2 0 0,-1 2 0,-1 1-1,-2 1 1,19 43 0,-30-54-80,-2 1 0,0 0 0,-1 1 0,-2 0-1,-1 0 1,-1 0 0,-1 1 0,-2-1 0,-1 1 0,-4 40 0,0-38-29,-2 0 0,-1-1 0,-2 0 1,0 0-1,-22 44 0,9-32-54,-1-1 0,-3 0 0,-30 36-1,-24 15-616,-173 152 0,-176 122-5024,397-339 4544,-45 44-5070,16-5-3952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4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45 14421,'0'29'885,"1"1"-1,1-1 0,1 0 1,14 54-1,-3-12 436,-10-56-1198,0 0 1,1 0 0,1 0-1,1-1 1,0 1 0,0-2-1,1 1 1,1-1 0,1 0-1,-1-1 1,22 20 0,-14-16-205,0 0 0,2-2 0,-1 0 0,2-1 0,0-1 1,0-1-1,30 11 0,-31-15-75,0 0 0,0-2 1,1 0-1,0-2 0,0 0 1,36 0-1,-44-3 119,1-1 1,-1-1 0,0 0-1,0 0 1,0-1 0,0-1-1,0 0 1,-1 0 0,0-1-1,0-1 1,0 0-1,13-10 1,10-11 593,-2-1 0,0-2 1,-2-1-1,45-61 0,-74 90-492,1 0 0,-1 0 0,1 0 0,0 0 0,-1 1 1,1-1-1,0 0 0,0 1 0,0-1 0,0 1 0,0 0 0,1-1 0,-1 1 0,4-1 0,-5 2-19,1 0-1,-1-1 0,1 1 0,0 0 0,-1 0 1,1 0-1,-1 1 0,1-1 0,-1 0 1,1 1-1,-1-1 0,1 1 0,-1-1 1,1 1-1,-1 0 0,1-1 0,1 2 0,1 2 57,1 0-1,-1 1 1,0-1-1,0 1 1,0 0-1,-1 0 1,1 0-1,-1 0 0,0 1 1,1 5-1,5 11 180,-2 1-1,0-1 1,-2 2-1,5 43 1,-3 98 436,-6-153-669,-1 281 470,-13 0 0,-56 326 0,55-529-666,-5-2 1,-3 0-1,-4-1 1,-39 85-1,48-136-106,-2-1 0,-2 0-1,-1-1 1,-43 50 0,45-61 64,-2-2 1,0 0 0,-2-2-1,0 0 1,-1-2-1,-53 28 1,46-30 67,-1-1 0,-1-2 1,0-1-1,0-1 1,-1-3-1,-38 5 0,55-10 83,0-1 0,0 0 0,1-2 0,-1 0 0,0 0-1,1-2 1,-1 0 0,1-1 0,0-1 0,0-1 0,0 0-1,1-1 1,0-1 0,-16-10 0,26 14 33,1 0-1,-1-1 1,1 0 0,0 0 0,0 0-1,0-1 1,1 0 0,0 0 0,0 0-1,0 0 1,1-1 0,-5-12 0,5 8-3,0 0 0,1 0 0,1 0 0,-1 0 0,2 0 0,-1 0 0,3-19 0,3 0-17,1 1 0,1 1 1,1-1-1,2 1 0,20-41 1,16-20-228,3 2 0,88-114 0,144-149-1250,-225 283 1214,869-1092-3078,-651 809 4723,-251 321-1159,-1 0 296,1 0-1,2 1 1,55-48 0,-79 75-430,0 0-1,0 1 1,-1-1 0,1 0 0,0 1 0,1-1 0,-1 1 0,0-1 0,0 1 0,0-1 0,0 1 0,0 0 0,0 0 0,0-1 0,1 1-1,-1 0 1,0 0 0,0 0 0,0 0 0,1 1 0,-1-1 0,0 0 0,0 0 0,0 1 0,0-1 0,0 0 0,0 1 0,0-1 0,0 1-1,0 0 1,0-1 0,0 1 0,0 0 0,0 0 0,0-1 0,0 1 0,0 0 0,-1 0 0,1 0 0,0 0 0,-1 0 0,1 0 0,-1 0-1,1 0 1,0 2 0,2 5 222,0 1-1,0-1 1,0 0-1,1 14 0,4 40 1181,-1 113 1,-6-129-1083,-7 289 1366,-1-158-2608,21 220 0,-9-348-213,11 79-1405,0-67-1254,-11-50 1924,0 1-1,0-1 1,7 10 0,17 20-9495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4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12 812 13817,'-6'-27'3811,"5"25"-3674,0-1 1,0 1-1,1 0 0,-1 0 1,1-1-1,-1 1 1,1 0-1,0-1 0,0 1 1,0-1-1,0 1 0,0 0 1,0-1-1,1 1 0,-1 0 1,1-1-1,0 1 0,0 0 1,0 0-1,0-1 1,0 1-1,0 0 0,0 0 1,3-3-1,14-14 249,0 1 0,2 0 0,0 2 0,1 0 0,0 1 0,33-17 0,50-37 63,-22 2-109,91-99 0,55-87-56,-226 250-288,27-26-28,-28 29 32,-1-1 0,1 1 0,-1 0 0,1-1 0,-1 1 0,1 0-1,-1 0 1,1-1 0,0 1 0,-1 0 0,1 0 0,-1 0 0,1 0 0,-1 0 0,1 0-1,0 0 1,-1 0 0,1 0 0,-1 0 0,1 0 0,0 0 0,-1 0 0,1 0 0,-1 1-1,1-1 1,-1 0 0,1 0 0,-1 1 0,1-1 0,-1 0 0,1 1 0,-1-1 0,1 1-1,-1-1 1,1 0 0,-1 1 0,0-1 0,1 1 0,-1-1 0,0 1 0,1-1 0,-1 1 0,0-1-1,0 1 1,0 0 0,1-1 0,-1 1 0,0-1 0,0 1 0,0 1 0,10 50 24,-4 0-30,11 84-34,1-46-662,4-1 1,57 150-1,-78-236 689,0 0 1,0-1 0,0 1 0,0-1-1,0 1 1,1-1 0,-1 1-1,1-1 1,0 0 0,0 0-1,0 0 1,0 0 0,0 0-1,0 0 1,0 0 0,0-1-1,1 1 1,-1-1 0,1 1-1,-1-1 1,1 0 0,-1 0-1,1 0 1,0-1 0,0 1 0,-1-1-1,1 1 1,0-1 0,0 0-1,0 0 1,-1 0 0,5-1-1,6-2 91,-1 0 0,0-1-1,-1-1 1,1 0-1,20-13 1,-8 6 219,-1 0 216,1 1 0,1 1-1,0 1 1,38-7 0,-47 13-313,1 1 1,0 0-1,0 2 0,0 0 0,-1 1 1,1 0-1,0 1 0,20 6 0,26 12 222,-1 3-1,95 49 0,9 3-104,-154-69-358,0-1 0,0-1 0,1 0-1,0-1 1,-1 0 0,1-1 0,0-1 0,0 0 0,0 0-1,15-3 1,-16 0 7,0 0-1,0-1 1,-1-1-1,1 0 1,-1 0-1,0-1 1,0-1-1,0 0 1,-1 0-1,18-15 1,8-11-95,-21 18 236,2-1-1,22-14 1,-35 26-63,1 0 1,-1 1-1,0-1 0,1 1 1,0 1-1,-1-1 0,1 0 1,0 1-1,0 0 1,0 0-1,0 1 0,0-1 1,0 1-1,0 0 0,5 1 1,21 7 66,-1 1 1,0 2 0,-1 1 0,51 28-1,44 18 8,-118-56-112,25 10 25,65 15 1,-88-25-44,0-1 1,-1 1 0,1-2 0,1 1 0,-1-1-1,0-1 1,0 1 0,0-1 0,-1-1-1,1 1 1,0-1 0,0-1 0,-1 1-1,9-5 1,-14 6 0,0-1 1,1 1-1,-1 0 1,0-1-1,0 0 0,0 1 1,0-1-1,0 0 0,0 0 1,0 0-1,-1 0 0,1-1 1,-1 1-1,2-3 0,-3 3 5,0 1-1,0-1 0,0 1 0,0-1 0,0 0 0,0 1 1,0-1-1,0 0 0,-1 1 0,1-1 0,-1 1 0,1-1 0,-1 0 1,0 1-1,1-1 0,-1 1 0,0 0 0,0-1 0,0 1 0,0 0 1,0 0-1,0-1 0,-1 1 0,1 0 0,-3-1 0,-11-11-7,-1 2-1,0 0 0,-1 0 1,-1 2-1,1 0 0,-34-11 1,-2 3-39,-66-12 1,67 20-234,-1 2 0,0 2-1,0 3 1,-66 4 0,77 2-1896,-79 18 1,95-15-588,0 1 1,1 1 0,-40 21 0,63-29 1964,0 0-1,0 0 1,0 0 0,0 0-1,0 1 1,0-1-1,1 1 1,-1-1-1,0 1 1,1-1 0,-2 4-1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5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99 12329,'0'15'47,"0"3"1644,1-1 1,1 1 0,7 28-1,-9-43-1508,1 0-1,-1 0 0,0 0 0,0 0 1,0 0-1,0 0 0,0 0 1,0 0-1,-1 0 0,0 0 0,-1 2 1,-1 10 220,-3 20 129,-2 0 1,-2-1-1,-17 42 1,22-64-473,4-9 193,0-5-249,0 0 1,0 0 0,0 0-1,0 0 1,0-1 0,1 1-1,-1 0 1,0-5 0,0 1-4,1 1 1,0-1 0,1 0 0,-1 1 0,1-1 0,0 0 0,0 1 0,1-1 0,-1 1-1,1 0 1,1-1 0,2-4 0,7-12 6,22-30 0,-17 28-14,-8 9-61,13-19 259,1 1 0,2 1-1,42-44 1,-60 69-47,1 0-1,-1 0 1,1 1-1,1 0 0,-1 1 1,1 0-1,0 0 1,0 1-1,0 0 1,1 1-1,-1 0 1,1 0-1,0 1 1,0 0-1,0 1 0,0 0 1,0 0-1,0 1 1,16 2-1,-16 1-31,0 0-1,0 0 0,0 1 1,0 0-1,0 1 1,-1 0-1,1 0 0,-2 1 1,1 1-1,0-1 0,-1 1 1,-1 1-1,12 12 1,1 4 66,-2 1 1,0 1 0,19 37-1,7 19-468,62 109-2309,-66-129-2169,3-2-3523,-22-30-2915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5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1 278 19514,'34'-7'1403,"0"1"-1,1 2 1,43 1 0,9-1 602,321-29 2124,203-7-2738,483 5-1243,-209 9-417,-745 19-1134,178-33-1,-306 37 990,49-11-1549,-24-3-2449,-36 15 3408,1 0 0,0 1-1,0-1 1,0 0-1,-1 0 1,1 0-1,-1 0 1,0 0 0,2-5-1,4-8-8900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5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627 1 12917,'-1'6'159,"-3"11"465,2 0 1,0-1 0,1 1 0,1 0-1,0 0 1,5 32 0,12 59 2832,26 126 1116,-20-135-3443,12 40 685,27 232-1,-59-318-1545,-1 0 0,-12 98 0,5-114-225,-2-1 0,-2-1 0,-1 0 0,-1 0-1,-18 34 1,6-23-665,-1-2-1,-3-1 1,-1-1 0,-3-1-1,-1-2 1,-1-1-1,-3-2 1,0-1 0,-3-2-1,-49 34 1,-52 25-3761,48-35-1577,-5 1-5189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0:55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73 18234,'-13'-12'2892,"3"0"960,-10 3-2536,0 0 281,3 0-1733,0 6-1021,-10-6-4731,-3 0-249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4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50 745 3200,'-35'81'892,"33"-75"-735,-1-1 0,1 1 0,0 0-1,0 0 1,1 0 0,0 1 0,0-1 0,0 0-1,1 0 1,0 1 0,0-1 0,2 10 0,0-2 251,-2-12-347,1 1 0,-1-1 0,1 0 0,0 0 0,0 0 0,0 0 1,0 0-1,0 0 0,1 0 0,-1 0 0,1 0 0,-1-1 0,1 1 1,-1 0-1,1-1 0,0 1 0,0-1 0,0 0 0,0 0 0,0 0 1,0 0-1,0 0 0,0 0 0,3 0 0,2 2 96,1-1 1,0 0-1,0 0 0,0-1 1,16 0-1,12-2 270,-1-2 0,0-1 0,44-12 0,108-38 625,-108 30-643,962-239 2135,21 75-1446,1080-56-2807,-355 98-5013,-1208 109 2315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4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6761,'5'0'1301,"393"-24"1938,-228 9-2768,834-22 555,6 63-565,606 74-1759,-793-44-3108,-330-23-165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5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51 12753,'2'-5'246,"6"-23"1196,-8 27-1378,0 0 0,0 1 0,0-1 0,0 0-1,0 1 1,0-1 0,0 1 0,0-1 0,0 0 0,-1 1 0,1-1-1,0 0 1,0 1 0,-1-1 0,1 1 0,0-1 0,-1 1 0,1-1-1,-1 1 1,1-1 0,0 1 0,-1-1 0,1 1 0,-1 0-1,0-1 1,1 1 0,-1 0 0,1-1 0,-1 1 0,1 0 0,-1 0-1,0-1 1,0 1 0,-3-1 1395,-3 21 1071,-2 41-939,3-1 0,2 109 1,4-145-1361,19 511 1978,24 0-3324,-39-481 770,12 125-1029,21 261-6050,-26-325 1766,2-16-3257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5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364 369 11597,'-34'-154'1917,"30"138"-1342,2 1 0,0-1 0,0-20 0,3 29-253,-1 0 1,2 0-1,-1 0 0,1 0 1,0 1-1,4-10 0,-4 11-205,1 1 0,-1 0 0,1 0 0,0 1 0,1-1 0,-1 0 0,0 1 0,1 0 0,0 0 0,0 0 0,0 0 0,0 1 0,0-1 0,0 1 0,1 0 0,6-2 0,2 0 42,0 0 1,0 1 0,1 0 0,22-2 0,-17 5-77,1 1 0,-1 1 1,1 1-1,-1 0 0,0 1 0,0 1 1,0 1-1,-1 1 0,0 1 0,0 0 1,0 1-1,25 18 0,-1 3 29,-2 0-1,-1 3 1,60 65 0,-68-62-70,-2 1 0,-1 1 0,-2 1 0,-2 2 0,28 62 0,-22-30 38,-3 2 0,24 111 0,-44-154-77,6 26 6,2 0 0,27 64 0,-34-104-9,0-1 0,1 0 1,1 0-1,0-1 1,2 0-1,0-1 0,0-1 1,1 0-1,1 0 0,29 21 1,0-8 1,1-3 1,1-1 0,55 20-1,-47-22-12,95 54 0,-137-68 7,0 0-1,-1 1 0,0 0 0,0 0 0,-1 1 0,12 14 0,-18-19 3,0 1 0,0-1 1,-1 1-1,1-1 0,-1 1 0,0 0 0,-1 0 1,1 0-1,-1 0 0,0 0 0,0 1 0,0-1 1,-1 0-1,0 0 0,0 1 0,0-1 0,-1 0 1,-1 6-1,-1 2 1,-2 0 1,1 0 0,-2 0 0,1 0-1,-2-1 1,0 0 0,0-1 0,-1 1-1,-19 19 1,-7 5 2,-56 44 1,87-78-4,-405 293 33,-25-36-8,-1 1-103,375-222 6,-175 117-479,181-116-316,2 2 1,-52 53-1,92-83 212,0 1-1,-12 19 1,21-29 304,0 1 1,1 0-1,-1 0 1,1 0-1,-1 0 1,1 0-1,0 0 1,0 0-1,0 0 1,1 1-1,-1-1 1,1 0-1,0 0 1,0 1-1,0-1 1,1 6-1,0-6-520,1 1-1,-1-1 0,1 1 1,0-1-1,0 0 1,0 0-1,0 0 1,1 0-1,3 4 1,-6-7 863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6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1182 443 8993,'-1'-1'124,"1"-1"0,-1 1 1,0-1-1,0 1 0,0 0 0,0-1 1,0 1-1,0 0 0,0 0 0,0 0 1,-1-1-1,1 1 0,0 0 0,-1 1 1,1-1-1,0 0 0,-1 0 0,1 0 1,-3 0-1,-1 1 191,0 0-1,0 0 1,0 1 0,1 0 0,-1 0-1,-8 2 1,4-1-107,-52 16 437,2 3 0,0 2 0,2 3 0,0 2 0,2 2 0,1 3 0,-79 65 0,76-49-505,2 3 1,3 2-1,2 3 0,-43 63 0,21-14-613,-89 176 0,156-274 431,-20 51-300,25-58 338,0 0 1,1-1-1,-1 1 0,0 0 0,1 0 0,-1-1 0,1 1 0,-1 0 1,1-1-1,-1 1 0,1 0 0,0-1 0,-1 1 0,1-1 0,0 1 0,-1-1 1,1 1-1,0-1 0,0 0 0,0 1 0,-1-1 0,1 0 0,0 0 1,0 1-1,0-1 0,1 0 0,-1 0-4,2 1-2,1-1 0,0 1-1,0-1 1,0 0 0,0 0 0,0 0-1,0 0 1,0-1 0,-1 0-1,1 0 1,5-2 0,44-20-83,-22 9 61,14-3 10,1 2 0,1 1 0,0 3-1,1 2 1,0 2 0,0 3 0,1 1 0,80 6-1,124 22 17,-131-11-41,128-1 0,-223-14-59,-1 0 0,0-2-1,0-1 1,0-1-1,31-10 1,-44 10 31,0 0 0,0-1 0,-1 0 0,0-1 0,0-1 0,0 0 0,-1 0 0,0-1 0,-1 0 0,0-1 0,12-15 0,-5 2-7,-1-2 0,-1 1-1,-2-2 1,0 0 0,-2-1 0,-1 0 0,11-44-1,-2-19 256,7-95-1,-22 144-26,18-140 1423,-4-209-1,-19 361-1315,0-7 427,6-64 0,-4 96-338,-5 8-86,-4 3-204,0 0-1,1 1 0,0 0 1,0 1-1,1-1 0,0 1 1,1 1-1,0-1 0,-7 20 1,-3 12 62,-9 50 0,6-25-8,-14 50-24,5 2 0,6 0 0,-8 123 0,29-240-82,-2 24 16,1 0 0,1 1 1,1-1-1,1 0 0,7 26 0,-9-46-14,2 0-1,-1 0 1,1 0 0,-1 0-1,2-1 1,-1 1-1,0-1 1,1 0 0,0 1-1,0-1 1,0 0-1,0-1 1,0 1 0,1-1-1,0 1 1,0-1-1,0 0 1,0 0-1,0-1 1,1 1 0,-1-1-1,1 0 1,0 0-1,-1 0 1,1-1 0,0 0-1,0 0 1,0 0-1,0-1 1,0 1 0,0-1-1,6-1 1,27-2 3,-1-2 0,1-2 0,56-18 1,-50 13-1,53-13 3,1 4 0,150-12 0,-198 30-6,0 2 0,-1 3 1,1 1-1,-1 3 0,0 2 0,0 2 1,52 18-1,-80-21-4,0 2-1,-1 0 1,0 1 0,0 1 0,-1 1 0,-1 0-1,0 2 1,-1 0 0,0 1 0,16 19 0,-26-26 3,0 1-1,-1-1 1,0 1 0,-1 0 0,0 1 0,0-1-1,-1 1 1,-1 0 0,1 0 0,-1 0 0,-1 1-1,0-1 1,-1 1 0,0-1 0,0 1 0,-1-1-1,0 1 1,-1 0 0,0-1 0,-1 1 0,0-1-1,-1 0 1,-5 14 0,-2-3 5,0-1 0,-1 0 0,-1 0-1,-1-1 1,0-1 0,-2 0 0,0-1 0,-1-1 0,-32 26 0,10-13 1,-1-2 0,-1-1 1,-74 35-1,-69 17-1,155-68-28,-1-1 1,0-1-1,-1-1 1,-43 3 0,64-9-89,0-1 1,-1 0 0,1-1-1,0 0 1,0 0-1,0-1 1,0 0-1,-15-6 1,23 8 63,1 0 0,-1-1 0,0 1 0,0 0-1,0-1 1,1 1 0,-1-1 0,0 1 0,0-1 0,1 1 0,-1-1 0,0 0 0,1 1-1,-1-1 1,1 0 0,-1 1 0,1-1 0,-1 0 0,1 0 0,0 0 0,-1 1 0,1-1-1,0 0 1,-1 0 0,1 0 0,0-1 0,6-22-743,-3 18 573,1-3-85,0 0 0,1 0-1,0 1 1,1-1-1,0 1 1,0 0-1,14-13 1,62-47-2099,-43 39 1132,61-49-2904,17-5-2137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6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889 45 12185,'-5'-5'434,"-1"1"-1,0 0 1,0 0 0,-1 0-1,1 1 1,-1 0-1,1 0 1,-1 1-1,0 0 1,0 0 0,0 0-1,-10 0 1,7 0 109,-7 0-71,0 1 1,1 1-1,-1 1 1,1 0-1,-1 1 0,1 1 1,-1 0-1,1 1 1,-30 13-1,-2-2 157,12-4-301,-1 1 0,1 2 0,1 2 0,1 1 1,-56 37-1,69-38-269,1 0 0,0 1 0,1 1 0,1 0 0,1 2 0,1 0 0,1 1 1,0 0-1,-18 38 0,18-25-334,0 0 1,3 1-1,-10 42 0,17-53-134,1 0 0,0 0-1,2 0 1,1 1-1,4 42 1,-3-62 300,0 0-1,1 0 1,0 1 0,1-1 0,-1 0 0,1 0 0,0 0 0,0 0-1,0 0 1,1-1 0,-1 1 0,1-1 0,0 1 0,1-1-1,3 4 1,-4-6 41,1 0-1,-1 0 0,1 0 1,0 0-1,0 0 0,0-1 0,0 1 1,0-1-1,0 0 0,0 0 1,0-1-1,0 1 0,1-1 1,-1 0-1,0 0 0,0-1 1,0 1-1,1-1 0,5-1 0,12-4-69,1-1 0,-1-1 0,-1 0-1,0-2 1,27-16 0,100-72 46,-73 46 293,136-78 1046,-181 114-1040,0 1 0,2 2 0,-1 1 1,2 2-1,40-9 0,-58 17-152,-1 1 1,0 0-1,0 1 1,1 0-1,-1 1 1,0 0-1,0 2 0,0-1 1,0 2-1,16 5 1,-12-1-3,0 0 0,-1 1 0,0 1 1,0 0-1,-1 1 0,26 24 0,-15-7-8,0 1-1,-2 1 0,-1 1 1,-1 2-1,-2 0 0,32 67 1,6 34-3,-31-64-672,4-2 0,2 0 1,48 67-1,-78-129 312,1-1 1,0 1 0,0-1-1,1 0 1,-1 0 0,1 0-1,0-1 1,13 7 0,-18-10 195,1 0 0,0-1 0,-1 0 0,1 1 0,0-1 1,0 0-1,-1 0 0,1 0 0,0 0 0,0 0 0,-1 0 0,1-1 1,0 1-1,0-1 0,-1 1 0,1-1 0,0 1 0,-1-1 1,1 0-1,-1 0 0,1 0 0,-1 0 0,0 0 0,1 0 1,-1 0-1,0 0 0,2-3 0,5-4-354,-2 0 0,1 0 0,6-12 0,-11 16 172,33-61-3303,2-9-1514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7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4996 296 8605,'-152'-57'468,"-4"-1"530,-168-40 0,202 71-249,-1 5 0,-1 5 0,0 6 1,-1 5-1,0 6 0,0 5 0,-170 29 0,106 2-197,1 8-1,2 8 0,2 8 1,-332 159-1,354-134-338,3 8 0,5 6 0,5 7 0,4 7 0,-167 166 0,208-172-89,4 4 0,5 4 0,5 4 0,-119 209 1,163-240-39,5 1-1,-59 185 1,80-197-40,3 0 0,3 1 0,4 1 0,-1 94 0,13-98 3,2 0-1,4 0 1,2-1-1,5-1 0,2 0 1,3-1-1,52 120 1,-33-110-1,3-2 1,4-2 0,3-2 0,3-2 0,3-2-1,69 67 1,-20-37-4,5-6 0,3-3 0,5-6 0,167 95 0,-81-71-4,4-10 0,221 76-1,-93-65-74,5-14 0,3-15 0,392 43 0,-212-72-583,762-18 0,341-167-1123,-1137 51 949,618-185 0,-742 149 393,375-175 0,-446 152 107,446-284 1,-572 310 272,-4-8 1,199-191 0,-285 235 138,-3-3 1,-4-3-1,-4-4 0,-3-2 0,102-192 1,-142 229-10,-2-1 1,-2-1-1,-3 0 1,-2-2-1,-2 1 1,5-63-1,-14 74-12,-3 0 0,-1 0 0,-2 0 1,-2 0-1,-2 1 0,-2-1 0,-2 1 0,-20-56 0,12 55-6,-1 0 0,-3 0 0,-1 2 0,-2 1 0,-35-43 0,18 34 5,-1 2 1,-2 2-1,-69-54 1,26 34 4,-3 5 1,-3 3-1,-2 5 1,-138-55-1,57 40 6,-2 8 1,-3 9-1,-2 7 0,-196-20 1,93 34-326,-571 14 0,565 35-1222,-443 84 1,68 70-5647,317-51-1159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0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40 21318,'-151'-39'228,"245"72"-1812,0-9-1808,-34-3-1481,-50-48-3840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2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17618,'-30'7'2819,"29"-7"-2695,1 0-1,0 0 1,0 1-1,0-1 1,-1 0 0,1 0-1,0 0 1,0 0-1,-1 0 1,1 1-1,0-1 1,0 0-1,0 0 1,0 0 0,-1 1-1,1-1 1,0 0-1,0 0 1,0 1-1,0-1 1,0 0-1,0 0 1,0 1 0,-1-1-1,1 0 1,0 0-1,0 1 1,0-1-1,0 0 1,0 0 0,0 1-1,0-1 1,5 16 907,-4-13-329,6 21 1791,6 47-1,-2 31-896,-3-14-1658,96 469 62,-63-359 0,-41-195 0,0 0 0,1 0 0,0 0 0,0 0 0,-1-1 0,2 1 0,-1 0 0,0 0 0,1-1 0,-1 1 0,1-1 0,0 1 0,0-1 0,0 1 0,0-1 0,4 3 0,-5-5 0,1 1 0,-1-1 0,1 0 0,0 0 0,-1 1 0,1-1 0,0-1 0,0 1 0,-1 0 0,1 0 0,0 0 0,-1-1 0,1 1 0,-1-1 0,1 0 0,-1 1 0,1-1 0,-1 0 0,1 0 0,-1 0 0,1 0 0,-1 0 0,0 0 0,0 0 0,1 0 0,-1-1 0,0 1 0,1-2 0,20-22 0,34-53 0,-36 50 0,35-42 0,-44 58 0,0 2 0,0-1 0,1 2 0,0 0 0,1 0 0,0 1 0,0 0 0,1 1 0,22-7 0,-24 10 0,0 1 0,1 1 0,-1 0 0,1 0 0,-1 2 0,1-1 0,-1 2 0,1-1 0,-1 2 0,1 0 0,23 7 0,18 10 0,0 3 0,82 46 0,-78-38 0,-54-27 0,1-1 0,0 1 0,0-1 0,0 0 0,1-1 0,-1 1 0,0-1 0,1 0 0,-1 0 0,1-1 0,-1 0 0,0 0 0,1 0 0,-1 0 0,1-1 0,-1 0 0,1 0 0,-1-1 0,0 1 0,0-1 0,0 0 0,0-1 0,0 1 0,6-5 0,0-2 0,1-1 0,-2 0 0,1-1 0,-2 0 0,1-1 0,-2 0 0,12-20 0,24-40 0,3 1 0,4 2 0,69-73 0,-109 131-462,1 0 1,1 1-1,0 0 0,0 1 1,1 0-1,0 1 0,0 1 1,1 0-1,0 1 1,22-6-1,-22 8-1341,0 1-1,0 1 1,0 1 0,0 0 0,0 1-1,29 3 1,12 8-10279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2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 15317,'-19'4'1692,"1"0"0,0 2 0,0 0 0,-28 15 0,36-15-1032,1 0 0,-1 1-1,1 0 1,0 1 0,1-1 0,0 2 0,0-1-1,1 1 1,-7 11 0,-10 18-227,1 1 1,2 0-1,2 2 1,1 1-1,-20 76 1,30-88-455,2-1 0,1 1 0,2 0 0,1 0 0,1 0 0,1 1 1,2-1-1,1 0 0,11 46 0,-9-60 21,0-1 0,1 0 0,1-1 0,0 1 0,1-1 0,0-1 0,1 1 0,1-1 0,0-1 0,1 0 0,0-1 0,1 0 0,0 0 0,1-1 0,0-1 0,1 0 0,-1-1 0,25 11 0,-25-14 0,0 0 0,0-1 0,0 0 0,1-1 0,-1 0 0,1-1 0,0-1 0,0 0 0,0-1 0,-1-1 0,1 0 0,0 0 0,0-1 0,-1-1 0,0-1 0,1 0 0,-1 0 0,0-1 0,-1-1 0,1 0 0,21-16 0,-18 10 0,-1 0 0,-1-2 0,0 0 0,-1 0 0,0-1 0,-1-1 0,-1 0 0,0-1 0,-1 0 0,-1 0 0,-1-1 0,0 0 0,-1-1 0,-1 0 0,5-31 0,-7 27 0,-2 1 0,0 0 0,-1-1 0,-2 0 0,0 1 0,-1-1 0,-2 1 0,0 0 0,-1 0 0,-1 0 0,-1 1 0,-2 0 0,-15-30 0,7 22-7,-1 0-1,-1 2 1,-2 0-1,0 1 1,-2 2 0,-1 0-1,-1 1 1,-1 2-1,0 0 1,-2 2-1,0 1 1,-1 1 0,-1 1-1,-1 2 1,-36-11-1,63 24-216,0 0-1,-1 0 1,1 1-1,0-1 1,-1 1-1,1 0 1,0 1-1,-1-1 1,1 1-1,0 0 0,0 0 1,0 0-1,0 1 1,-1-1-1,2 1 1,-1 0-1,0 0 1,0 0-1,-5 5 1,2-3-236,6-3 237,-1 1 1,1-1 0,-1 1-1,1-1 1,0 1-1,0-1 1,0 1-1,0 0 1,0-1-1,0 1 1,0 0-1,0 0 1,1 0 0,-1-1-1,1 1 1,-1 0-1,1 0 1,0 0-1,0 0 1,0 0-1,0 0 1,0 0-1,0 3 1,10 42-3251,-8-43 2914,18 39-5417,11 4-3391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3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82 215 11029,'15'-24'990,"-12"20"-560,1-1-1,-1 0 1,0-1 0,0 1 0,-1-1 0,0 1-1,0-1 1,0 0 0,2-9 0,-4 11 4242,0 6-4433,-1 0 0,1 0 0,0 0 1,0 0-1,0-1 0,0 1 1,0 0-1,0 0 0,1 0 0,-1 0 1,2 2-1,0 10 269,12 125 848,-5 2 1,-7-1 0,-18 158 0,-54 98-656,69-394-699,-14 58 98,14-56-90,0-1-1,0 0 0,0 0 1,0 0-1,-1 0 0,1 0 0,-1 0 1,0 0-1,0 0 0,0-1 0,0 1 1,0-1-1,0 1 0,-1-1 1,-2 2-1,4-4-5,1 0 0,-1 0 1,1 0-1,-1 0 0,1 0 1,-1-1-1,0 1 0,1 0 0,-1 0 1,1 0-1,-1-1 0,1 1 1,-1 0-1,1 0 0,0-1 1,-1 1-1,1-1 0,-1 1 0,1 0 1,0-1-1,-1 1 0,1-1 1,0 1-1,-1-1 0,1 1 1,0-1-1,0 1 0,-1-1 0,1 1 1,0-1-1,0 1 0,0-2 1,-6-21 19,4 6-19,2 0-1,0 0 0,1 0 1,0 0-1,2 0 0,4-20 0,36-103-13,-36 118 2,21-54-432,3 2-1,4 2 0,3 1 0,49-70 0,-11 34-3175,155-168-1,-100 149-3353,8 19-4575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3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891 1152 13701,'-2'-4'289,"0"1"0,0 0 0,0 0 0,-1 0 1,1 1-1,-1-1 0,0 0 0,0 1 0,0 0 0,-4-3 0,4 4 39,0 1-1,0 0 1,0 0 0,0 0 0,0 0 0,0 0 0,0 1-1,0-1 1,1 1 0,-1 0 0,0 0 0,0 0 0,1 0-1,-1 0 1,-3 3 0,-47 21 3207,-52 35-1,-117 96-144,168-115-3338,3 3-1,1 3 1,-49 58 0,75-76-68,1 1 1,1 1-1,2 1 1,1 0 0,2 2-1,1 0 1,-13 41-1,28-72-84,0 0 0,0 0-1,0 0 1,1 0 0,-1 1-1,1-1 1,0 0 0,0 0-1,0 0 1,0 0 0,1 1-1,-1-1 1,2 4 0,-1-6 63,-1 0 1,1 0-1,0 0 1,-1 0-1,1 0 1,0 0 0,0 0-1,0-1 1,0 1-1,0 0 1,0-1-1,0 1 1,0 0-1,0-1 1,0 0-1,0 1 1,0-1-1,0 0 1,1 1 0,-1-1-1,0 0 1,0 0-1,0 0 1,0 0-1,1 0 1,-1 0-1,0 0 1,0 0-1,0-1 1,0 1-1,0 0 1,1-1 0,0 0-1,12-4-131,-1-1 0,1 0 0,-1-1 0,0 0 0,-1-1 0,0 0 0,0-1 0,-1-1 0,17-18 0,12-16-205,34-49-1,-64 81 314,88-126-373,-5-5 0,129-269 0,70-337 1618,-260 660-777,-17 48 156,-1-1 0,12-63 0,-52 238 936,-6 38-834,20-41-326,7 0 1,11 140 0,44 259-285,-33-392-16,44 174 0,-46-255-217,2-1 0,3-1 0,2-1 0,2-1 1,58 91-1,-76-134 78,1 0 1,0-1-1,1 1 1,0-2 0,0 1-1,1-1 1,-1 0 0,2-1-1,-1 0 1,1 0-1,10 4 1,-14-8 44,0 0 1,0 0-1,0 0 1,0-1-1,0 0 0,0 0 1,0 0-1,1-1 0,-1 0 1,0 0-1,0-1 0,1 1 1,-1-1-1,0-1 1,0 1-1,0-1 0,0 0 1,0-1-1,-1 1 0,11-7 1,-4 0-17,0-1 0,-1 0 1,0 0-1,0-1 1,-1-1-1,-1 0 0,16-24 1,46-100-266,-65 124 301,126-295-173,-10 21 773,-118 278-532,3-8 38,1 0 0,0 1 0,1 0 0,14-18 0,-21 30-45,0 1 0,1-1 0,-1 1 0,0 0 0,1-1 0,-1 1-1,1 0 1,0 1 0,0-1 0,-1 0 0,1 1 0,0-1 0,1 1 0,-1 0 0,0 0 0,0 0 0,0 1 0,1-1 0,-1 1 0,0 0 0,0 0 0,1 0-1,-1 0 1,0 0 0,1 1 0,-1-1 0,0 1 0,0 0 0,5 2 0,-2 0 34,-1 0-1,0 0 1,0 1 0,0-1-1,0 1 1,0 0-1,-1 1 1,0-1 0,5 7-1,1 3 132,0 0-1,9 21 0,-3-1 53,-2 0-1,-1 1 0,-2 0 1,11 56-1,-12-30-115,3 121 0,-13-146-128,-2-1 0,-2 0 0,-1 0 0,-1 0 0,-3-1 0,0 1 0,-21 47 0,12-43 0,-2 0 0,-1-1 0,-2-1 0,-2-1 0,-47 53 0,33-48 0,-1-3 0,-2-1 0,-2-2 0,-1-2 0,-2-2 0,0-1 0,-2-3 0,-2-3 0,-104 37 0,75-39-1131,-2-3 0,-125 13 1,-170-11-11448,174-22-1235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15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449 771 12381,'-5'22'1885,"-2"1"0,0-1 0,-19 37 0,12-29-479,-10 32-1,-48 199 3173,-11 35-2048,-26 59-1175,59-191-3009,0-3-4267,49-157 4605,1-8-818,20-242-123,-14 114 2548,8-139 919,7-91 299,24-26 89,35 5 823,-71 350-2171,1 1 0,2 0 1,2 1-1,1 0 0,1 1 1,1 1-1,32-41 0,-38 56-162,1 1 0,0 0 0,1 1 0,1 1-1,0 0 1,0 0 0,1 1 0,0 1 0,1 1 0,0 0-1,1 1 1,-1 1 0,1 0 0,0 2 0,1 0-1,17-2 1,-12 4-21,0 1 0,0 2-1,1 0 1,-2 2 0,1 0-1,0 2 1,-1 0 0,1 2-1,-2 0 1,1 1 0,-1 1-1,0 2 1,-1 0 0,0 1-1,35 28 1,-31-21-29,-1 2-1,-1 1 0,-1 0 1,-1 2-1,-1 0 1,-1 2-1,-1 0 1,-2 0-1,0 2 1,-2 0-1,14 41 0,-19-41-35,-1 0-1,-1 1 0,-2-1 0,-1 1 0,-1 0 0,-1 0 1,-7 53-1,1-45-178,-2 0 0,-2 0 0,-2-1 1,-1 0-1,-25 52 0,12-40-136,-3-1 1,-1-2-1,-2-1 0,-2-1 1,-2-2-1,-1-1 0,-3-2 0,-68 53 1,-70 22-641,170-110 869,0 0 0,0 0 0,0 0 0,0-1 0,0 0 0,-12 2 0,17-3 68,0-1 0,1 0 1,-1 0-1,0 0 0,0 0 0,0-1 0,1 1 0,-1 0 0,0-1 1,1 1-1,-1-1 0,0 1 0,-1-2 0,2 1 2,0 1 1,1-1-1,-1 0 0,0 1 0,1-1 0,-1 0 1,0 0-1,1 1 0,-1-1 0,1 0 1,0 0-1,-1 0 0,1 0 0,0 0 1,-1 0-1,1 0 0,0 0 0,0 0 0,0 0 1,0 0-1,0 0 0,0 0 0,0 0 1,0-1-1,1-1 3,-1 1 1,1 0-1,0 0 1,-1 0 0,1-1-1,0 1 1,1 0-1,-1 0 1,0 1-1,0-1 1,1 0-1,-1 0 1,1 1-1,0-1 1,-1 0 0,1 1-1,0 0 1,0-1-1,0 1 1,0 0-1,0 0 1,0 0-1,0 0 1,0 1-1,0-1 1,1 0 0,-1 1-1,0 0 1,4-1-1,1 0 23,1 1 0,-1-1 0,1 1 0,-1 1 0,1 0 0,-1 0 0,14 3 1,-10 1 43,-1 0 0,1 0 0,-1 0 0,0 2 0,0-1 0,0 1 0,-1 1 1,-1-1-1,10 11 0,12 16 415,27 39 0,-28-34-79,33 42 368,-10-9 206,124 126-1,-157-179-878,0-2 0,2 0 0,0-2 0,1 0 0,0-1 0,1-2 0,1 0 0,0-1 0,0-2 0,1 0-1,33 6 1,-39-12-115,-1-1 0,1-1 0,-1-1-1,1-1 1,0 0 0,-1-1 0,0-1-1,1-1 1,-1 0 0,0-2-1,-1 0 1,18-9 0,-8 2-194,-1-1-1,-1-2 1,0-1-1,-1 0 1,0-2 0,36-38-1,243-296-1694,-302 351 1908,1 0 1,-1 0-1,0 0 0,1 0 0,0 1 0,-1-1 0,1 0 0,0 1 0,0-1 0,0 1 0,0-1 0,0 1 0,0 0 1,1 0-1,-1 0 0,0 0 0,0 1 0,1-1 0,-1 0 0,1 1 0,-1 0 0,0-1 0,1 1 0,-1 0 0,1 0 1,-1 1-1,1-1 0,-1 0 0,0 1 0,1 0 0,-1-1 0,5 3 0,1 2-6,1 1 0,-1 1 1,0-1-1,0 1 0,-1 1 0,10 11 0,15 14 13,-24-26 23,1-1 0,0 0 0,1 0 0,-1 0 0,1-1 0,0-1 0,0 0 0,1 0 0,-1-1 0,1 0 0,0-1 1,0 0-1,0-1 0,0 0 0,0-1 0,0 0 0,0 0 0,0-1 0,0-1 0,0 0 0,-1-1 0,16-5 0,-13 3 301,0 0 0,1 1 0,0 0 1,0 1-1,0 0 0,0 2 0,0-1 1,1 2-1,24 1 0,96 25 192,-65-15-328,-40-5-231,0-1 1,0-2-1,1-1 1,32-3-1,-33-1-354,1-2 0,-1-2-1,0 0 1,0-3-1,45-17 1,-61 19 277,0 0 1,0 0-1,0-1 1,-1-1-1,-1 0 0,1-1 1,-1-1-1,-1 0 1,0 0-1,-1-1 0,0 0 1,16-27-1,13-36-22,-4-2-1,34-105 1,30-167 976,-66 228 191,-6 16 70,-27 104-1059,0 0 0,0 1 0,0-1 0,0 0 0,1 0-1,-1 0 1,0 1 0,1-1 0,-1 0 0,1 0 0,-1 1 0,0-1 0,1 0-1,0 1 1,-1-1 0,1 0 0,-1 1 0,1-1 0,0 1 0,-1-1 0,1 1-1,0-1 1,0 1 0,-1 0 0,1-1 0,0 1 0,0 0 0,0 0 0,0-1-1,-1 1 1,1 0 0,0 0 0,0 0 0,0 0 0,0 0 0,-1 0 0,1 0 0,0 1-1,0-1 1,0 0 0,0 0 0,-1 1 0,1-1 0,0 0 0,0 1 0,-1-1-1,2 2 1,2 0 81,0 0 0,-1 1 0,0 0 0,1 0-1,-1 0 1,0 0 0,-1 0 0,4 4 0,6 18 241,0 0 1,-2 0-1,-1 1 1,-1 0-1,9 54 1,-7-33-296,96 598-30,-85-492-28,-19-142-112,4 34 230,19 74 1,-20-104-459,1 0 1,0-1-1,10 17 0,-11-22-438,0-1-1,1 1 0,1-1 1,-1 0-1,15 12 0,-17-17-120,0 0 0,0 0 0,0 0 0,0 0-1,0-1 1,0 0 0,1 0 0,0 0-1,-1 0 1,1-1 0,0 1 0,9 0-1,25-1-11368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15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138 486 14085,'10'-25'6756,"1"1"-3599,-3 7-2433,1 1 0,13-18 0,-10 13-445,-1 1 1,-1-2 0,-1 0-1,0 0 1,-2 0 0,-1-1-1,0 0 1,3-41 0,-8 60-264,-1 0 1,1 1 0,-1-1-1,0 0 1,0 0 0,-1 0 0,1 1-1,-1-1 1,0 0 0,0 0-1,0 1 1,0-1 0,-4-6-1,4 8-5,-1-1-1,0 1 0,1 0 0,-1 1 1,0-1-1,0 0 0,0 0 0,0 1 0,-1-1 1,1 1-1,0 0 0,-1 0 0,1 0 1,-1 0-1,1 0 0,-3 0 0,-1 0 29,0 0 0,0 1 1,0 0-1,0 0 0,0 0 0,1 1 0,-1 0 0,0 0 0,0 0 1,0 1-1,1 0 0,-1 0 0,1 0 0,0 1 0,-1 0 0,-4 3 0,0 2 65,-1 0 0,2 1 0,-1 0 0,1 1 0,1 0 0,-1 0 0,2 1 0,-1 0 0,2 0 0,-1 1 0,2 0 0,-1 0 0,2 0 0,0 0 0,0 1 0,1 0 0,-2 14 0,4-17-64,0 1 0,1 0-1,0 0 1,0-1 0,1 1 0,0 0 0,1-1-1,1 1 1,-1-1 0,2 1 0,-1-1 0,1 0 0,1 0-1,0-1 1,0 0 0,1 0 0,0 0 0,1 0 0,0-1-1,0 0 1,11 9 0,5 0-99,0 0 0,1-2 1,1 0-1,1-2 0,0-1 0,0-1 1,1-1-1,1-1 0,28 5 0,-24-8-119,0-1-1,-1-2 1,2-1-1,-1-1 1,0-2-1,0-1 1,58-12-1,-71 9 133,0 0 0,0-2 0,-1 0 0,0-1-1,-1-1 1,0-1 0,0 0 0,-1-1-1,0-1 1,-1 0 0,23-24 0,-18 13 71,-1-1-1,-1-1 1,-1-1 0,-1 0 0,-2-1-1,20-48 1,75-164 1711,-108 236-1687,1 0 0,0 0 0,0 1 1,0-1-1,0 0 0,0 1 0,0-1 0,1 1 1,-1 0-1,1 0 0,-1 0 0,6-3 1,-7 4-36,1 1 0,0-1 0,-1 1 0,1 0 1,0-1-1,0 1 0,-1 0 0,1 0 1,0 0-1,-1 0 0,1 0 0,0 0 0,0 1 1,-1-1-1,1 1 0,0-1 0,1 2 1,4 1-12,-1 1 0,0 1 0,0-1 0,0 1 0,-1 0 0,1 1 0,7 9 0,-12-13-2,25 32-1,-1 2 0,-3 0 0,0 2 0,-3 0 0,-1 1 0,-2 1 0,13 48 0,-22-62 0,-1 0 0,-1 0 0,-1 1 0,-2-1 0,0 1 0,-2 0 0,-1 0 0,-1 0 0,-2-1 0,0 1 0,-2-1 0,-16 45 0,13-47 0,0-1 0,-2 0 0,-1-1 0,-1 0 0,-1-1 0,-1 0 0,0-2 0,-2 1 0,0-2 0,-1 0 0,-1-2 0,-1 0 0,-35 23 0,24-21-238,-1-1 0,-1-2 0,0-1 0,-1-1 0,-1-3 0,-39 9 1,70-19-289,1 1 1,-1-1 0,1 0 0,-1 0 0,1 0 0,-1 0 0,1-1 0,-1 1 0,-4-2 0,8 1 275,-1 1 0,0 0 0,0 0 0,1-1 0,-1 1 0,0-1 0,0 1 0,1 0 0,-1-1 0,1 1 0,-1-1 0,0 1 0,1-1-1,-1 0 1,1 1 0,-1-1 0,1 0 0,-1 1 0,1-1 0,0 0 0,-1 1 0,1-1 0,0 0 0,0 0 0,-1 0 0,1 1 0,0-1 0,0 0 0,0 0-1,0 1 1,0-1 0,0 0 0,0 0 0,0 0 0,1 1 0,-1-1 0,0 0 0,0 0 0,1 0 0,22-31-12615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16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0 12157,'-7'4'879,"-2"-1"0,1 0 0,0-1 1,0 0-1,-1 0 0,1-1 0,-1 0 0,-12-1 0,9 1 671,-1 0 0,0 1 0,-16 3 0,-9 2 1493,-7 2 346,44-8-3386,1-1-1,-1 0 1,1 0-1,-1 0 1,1 0-1,-1 0 1,1 0-1,-1 1 1,1-1-1,-1 0 1,1 0-1,0 1 1,-1-1 0,1 0-1,-1 1 1,1-1-1,0 0 1,0 1-1,-1-1 1,1 1-1,0-1 1,-1 0-1,1 1 1,0-1-1,0 2 1,1-1-3,0 0 0,0 0 0,1 0 0,-1 0 0,0 0 0,1 0 0,-1 0 0,1-1 0,0 1 0,-1 0 0,1-1 0,-1 1 0,1-1 0,3 1 0,32 6 0,-31-6 0,253 31 0,-123-17 0,693 59 0,6-30 0,-582-32 0,-253-12-2,318 9-923,-159-19-3479,-109 3-1975,54-13 1,-81 13-5317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16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631 27 15165,'-3'-3'774,"-1"0"0,0 1-1,-1-1 1,1 1-1,0-1 1,-1 1-1,1 1 1,-1-1-1,0 0 1,0 1 0,1 0-1,-10 0 1,7 4 1186,3 2-1580,0 1 0,0 0 0,0 1 0,1-1 0,0 1 1,0-1-1,0 1 0,1 0 0,0 0 0,-1 9 0,2-2-121,0 0 1,1 0-1,0 0 0,5 27 1,10 43-216,41 126 0,47 81-15,44 156-42,-134-392 13,-2 1 1,-3 0-1,-2 0 1,-3 1-1,-2-1 1,-8 74-1,1-85 0,-2 1 0,-3-1 0,-1-1 0,-2 0 0,-2-1 0,-2 0 0,-2-2 0,-1 0 0,-2-1 0,-2-1 0,-2-2 0,-1 0 0,-2-2 0,-2-2 0,0 0 0,-61 45 0,29-34-332,-108 57 0,10-25-4935,150-71 4324,-25 13-1709,19 0-5225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16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382 82 18778,'-70'-28'3544,"30"28"-332,3-3-627,-7-6-497,24 9-432,-7-3-752,-3 0-904,0 0 0,0 3 0,10-3-1732,-7-12-1656,20 0-473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1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1004 3916,'0'0'3503,"-2"1"-3104,-20 12 309,19-12-377,-19 21 1398,-44 80 948,64-99 1098,16-18-2891,-10 9-736,17-18 339,124-158 2030,-124 152-2199,-1-2 0,-2 0 0,-1-1-1,17-48 1,-18 33 159,-2 0 0,-2-1-1,-2 0 1,3-54-1,-11 67-88,-2 1 0,-1-1-1,-2 1 1,-1-1 0,-2 1 0,-16-53 0,19 79-301,0 0 1,0 1 0,0-1 0,-1 1-1,-1 0 1,0 0 0,0 0 0,0 1 0,-13-14-1,16 19-55,0 0-1,0 1 1,-1-1-1,1 1 1,0-1-1,-1 1 1,1 0-1,-1 0 1,0 0-1,1 0 1,-1 1-1,0-1 1,1 1 0,-1-1-1,-3 1 1,2 0 9,0 1 1,0 0 0,1 0-1,-1 0 1,0 0 0,0 0 0,1 1-1,-1 0 1,1-1 0,-1 1 0,1 1-1,0-1 1,-4 4 0,-4 4 69,1 1 1,0 0 0,1 0 0,0 1-1,0 1 1,2-1 0,0 1 0,0 0-1,1 1 1,1 0 0,0 0 0,1 0-1,-3 16 1,0 7 11,2-1-1,2 1 1,1 0-1,3 41 1,3-27-44,2 0 0,3-1 0,1 0 1,3-1-1,29 75 0,-15-61-52,3-2 1,3-1-1,61 85 0,-20-48-372,99 99 0,100 76-1578,-155-157 581,-93-91 998,-1 0 1,-2 2 0,-1 0-1,0 2 1,-3 0 0,21 41-1,-34-60 272,-1 1 0,0 0 0,0 0 0,-2 0 0,1 0 0,-1 0 0,0 1 0,-1-1 0,0 1 0,-1-1 0,0 1 0,-1-1 0,0 1 0,-1-1 0,0 1 0,0-1 0,-1 0 0,-1 0 1,0 0-1,0 0 0,-1-1 0,0 0 0,0 0 0,-8 9 0,1-3 21,-1 0 0,-1-2 0,-1 0 0,0 0 0,0-2 0,-1 0 0,0 0 0,-1-2 0,-26 11 0,-11 2 83,-101 26 0,49-24 502,0-4-1,-165 10 0,250-28-385,0-1 0,-1-1 0,1 0-1,0-2 1,0-1 0,0 0 0,1-1 0,-29-10-1,47 13-133,0 1-1,0-1 1,1 1-1,-1-1 0,0 0 1,0 0-1,0 0 1,1 0-1,-1 0 0,1 0 1,-1-1-1,1 1 1,-1 0-1,1-1 0,0 1 1,-1-1-1,1 1 0,0-1 1,0 0-1,0 1 1,1-1-1,-1 0 0,0 0 1,0 0-1,1 0 1,0 0-1,-1 1 0,1-1 1,0 0-1,0 0 1,0 0-1,0 0 0,0 0 1,0 0-1,0 0 1,1 0-1,-1 0 0,1 0 1,0 0-1,-1 1 0,1-1 1,0 0-1,0 0 1,2-2-1,4-6 10,1-1 1,0 1-1,1 1 1,0-1-1,18-14 1,22-12-179,0 1 0,3 2-1,56-26 1,175-64-356,-186 87 370,140-33 1,-199 60 304,0 3-1,1 1 1,-1 1 0,1 3-1,0 1 1,75 10 0,-96-7-19,1 2 1,-1 0-1,-1 1 1,1 0 0,-1 2-1,0 0 1,-1 1 0,0 1-1,0 0 1,-1 1 0,-1 1-1,1 0 1,-2 1 0,0 0-1,-1 1 1,20 29 0,-14-13-24,-2-5 36,0 0 1,31 35-1,-42-54-162,1 0-1,0-1 0,0 1 1,1-1-1,-1-1 0,1 1 0,0-1 1,0 0-1,0-1 0,1 1 1,-1-2-1,1 1 0,0-1 1,10 2-1,3-3-138,0 0 1,0-1-1,0-2 0,0 0 0,0-1 0,0-1 1,-1-1-1,0 0 0,0-2 0,0 0 1,-1-2-1,23-12 0,-16 6 23,-1-1 0,-1-1 0,-1-1 1,0-1-1,-1-2 0,-1 1 0,-1-2 0,20-28 0,-30 35 98,0 0 0,-2-1-1,1 0 1,-2 0 0,0-1 0,-1 0-1,-1 0 1,5-25 0,-8 28 51,0 0 0,-2 0 0,1 0 0,-2 0 0,0-1 0,0 1 0,-1 1 0,-1-1 0,-1 0 0,0 1 0,-7-18 0,0 10 47,-1 0 0,-1 0 0,0 2 1,-2-1-1,0 2 0,-1 0 0,-1 0 1,-1 2-1,0 0 0,-40-26 0,12 14 58,-2 2-1,0 1 1,-94-32-1,81 37-64,-2 2 1,-73-11-1,109 24-414,0 2 1,0 2 0,1 0-1,-1 1 1,0 2-1,0 1 1,-51 12 0,64-11-278,0 1 0,1 1 0,0 0 0,-15 9 0,22-11-147,1-1-1,0 1 1,0 0-1,0 1 1,0-1-1,1 1 1,-1 0-1,1 0 1,0 0 0,1 1-1,-4 6 1,-4 30-10236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2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14 322 15589,'-13'-21'16471,"15"24"-15876,11 15-587,0 0-1,-1 1 1,-1 1 0,-1 0-1,-1 1 1,-1 0 0,0 0 0,-2 1-1,0-1 1,2 27 0,0 149-2603,-8-196 2574,0 0 0,0 1 1,0-1-1,0 0 0,1 0 1,-1 1-1,0-1 0,1 0 1,-1 0-1,1 0 0,-1 0 1,1 1-1,-1-1 0,1 0 1,0 0-1,-1 0 0,1 0 1,0 0-1,0 0 0,0-1 1,0 1-1,0 0 0,0 0 1,1 0-1,0 0-1,0-1-1,0 1 1,0-1 0,0 0 0,0 0-1,0 0 1,0 0 0,0 0-1,-1 0 1,1-1 0,0 1-1,0 0 1,0-1 0,2-1-1,5-1-24,0-1 0,-1-1 0,0 0 0,0 0 0,9-8 0,121-113-197,-95 84 194,2 1 0,93-64 0,-101 81 125,67-30 0,-91 49-63,-1 0-1,1 1 0,0 0 1,1 0-1,-1 2 1,0 0-1,1 0 0,0 1 1,21 2-1,-21 1 4,0 2 0,-1-1 0,1 2 0,-1 0 0,0 0 0,-1 1 0,0 1 0,0 0 0,0 1 0,16 13 1,-18-13 2,-9-7-17,0-1 0,0 0 0,0 1 0,0-1 0,0 0 0,1 0 0,-1 1 0,0-1 0,0 0 0,0 0 0,0 0 0,0 0 0,0 0 0,0-1 0,0 1 0,0 0 0,0 0 0,0-1 0,2 0 0,1 0-1,3-1 19,1 0-1,0 0 0,0-1 0,-1 0 1,1 0-1,-1-1 0,10-6 1,30-14 268,-33 19-167,0 2 0,1 0 0,-1 0 0,1 1 0,-1 1 0,1 0 0,0 1 0,0 1 0,-1 0 0,1 1 0,-1 1 0,1 0 0,-1 1 0,16 6 0,17 10 213,-1 2 0,75 48 0,-72-41-246,-25-14-43,38 22 104,96 42 0,-138-71-190,-1-1 1,1 0 0,0-2-1,1 0 1,-1-2 0,1 0 0,0-1-1,0-1 1,36-3 0,-45 0 17,1-1 1,-1-1 0,0 0-1,0-1 1,0 0 0,0-1-1,-1 0 1,0 0 0,0-2-1,-1 1 1,1-1 0,-2-1 0,1 0-1,-1 0 1,-1-1 0,11-14-1,-4 2 32,0-1 0,-2 0 0,-1-1 0,0 0 0,-2-1-1,14-48 1,-18 47 128,-1 1 1,-1-1-1,-1 0 0,0-33 0,-3 49-129,-1-1 1,0 0-1,0 0 1,-2 1-1,1-1 0,-1 1 1,0 0-1,-1 0 0,0 0 1,-1 0-1,0 1 1,-12-17-1,16 25-7,-1 0 0,1-1 0,-1 1 0,1 0 0,-1 0 0,1 0 0,-1 0 0,0 0 0,1 0 0,-1 1 0,0-1 0,0 1 0,1-1 0,-1 1 0,0-1 0,0 1 0,0 0 0,0 0 0,1 0 0,-1 0 0,0 0 0,0 1 0,0-1 0,0 0 0,0 1 0,1 0 0,-1-1 0,0 1 0,1 0 0,-3 1 0,-2 1 0,0 0 0,1 0 0,0 1 0,0 0 0,0 0 0,0 0 0,1 0 0,-5 6 0,3-2 5,1 0 0,0 1-1,0-1 1,1 1 0,0 0 0,0 0-1,1 1 1,0-1 0,1 0 0,0 1-1,1 0 1,0-1 0,0 1 0,1 0-1,0 0 1,1-1 0,0 1 0,0 0-1,1-1 1,1 1 0,-1-1 0,2 1-1,5 12 1,1-2-158,0-1-1,1 0 1,1-1 0,1 0-1,1-1 1,0 0 0,1-2-1,1 1 1,29 21 0,1-5-1829,1-2 0,2-3 1,52 22-1,74 21-7246,-40-24-1981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408 242 13669,'-6'2'530,"1"1"-1,-1-1 0,1 1 1,0 0-1,0 1 0,0-1 0,1 1 1,-1 0-1,1 0 0,0 0 1,0 1-1,-4 5 0,-8 13 1828,-18 34-1,9-12-687,-124 209 2463,128-212-3842,3 0 0,1 1-1,3 1 1,-14 62 0,24-82-202,-2 0-35,2 0 0,-2 42 0,6-60-52,0-1-1,0 1 0,1-1 1,0 1-1,0-1 1,0 1-1,0-1 0,1 1 1,0-1-1,0 0 0,0 0 1,1 0-1,0 0 1,0-1-1,0 1 0,0-1 1,6 6-1,-5-7 0,-1-1 0,1 0 0,0 0 0,0 0 0,0 0 0,0-1 0,0 1 0,0-1 0,1 0 0,-1 0 0,0-1 0,1 1 0,-1-1 0,0 0 0,1 0 0,-1-1 0,0 1 0,1-1 0,4-2 0,12-2 0,-1-1 0,31-14 0,-44 17 0,65-31 0,71-45 0,-81 43 0,123-54 0,-163 82 0,-1 1 0,1 0 0,0 2 0,1 1 0,-1 1 0,1 0 0,-1 2 0,1 1 0,0 0 0,25 5 0,30 12 0,0 3 0,127 52 0,23 7 0,-205-72 0,0-2 0,0 0 0,0-2 0,30 1 0,-43-3 0,-1-2 0,1 1 0,0-1 0,-1-1 0,0 0 0,1 0 0,-1-1 0,0 0 0,0-1 0,0 0 0,-1 0 0,1-1 0,-1 0 0,8-6 0,-5 2 0,-2-1 0,1 0 0,-1 0 0,0-1 0,-1 0 0,-1 0 0,0-1 0,0 0 0,-1 0 0,-1-1 0,0 1 0,0-1 0,-1 0 0,-1-1 0,-1 1 0,1-1 0,-1-14 0,-2-1 0,-2-1 0,-1 1 0,-11-53 0,-34-81 0,48 163 0,-9-27 7,1-1 0,2 0 0,1 0 0,-3-45 0,7 61-413,1 0 0,1 1-1,0-1 1,1 0 0,0 1-1,1 0 1,0-1 0,1 1-1,0 0 1,1 1 0,0-1-1,1 1 1,13-19 0,-7 14-1508,1 1 0,1 0 0,1 1 0,-1 1-1,25-16 1,35-15-10731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4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 17470,'-117'178'3284,"97"-130"-72,-4 0-280,-3 0-483,4-6-521,3 1-436,-4 2-1492,1-3 0,-1-9 0,1-3 0,10-18 0,-4 1 0,3-4-2176,14-31-12094,14-11 933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5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40 11981,'-6'-17'532,"-2"-6"5793,10 40-2623,10 31-3746,2 0 1,40 91-1,62 87-2398,-10-18 97,-62-111 1756,-5 3 0,-4 1 0,-4 2 0,22 136 0,-51-227 652,36 258 2459,-27-93 2012,6-237-1482,-7 18-2025,2 0 0,26-61-1,48-76 716,-86 178-1735,37-79 666,-24 47-111,2 1 1,35-55-1,-26 62-51,-24 25-509,0 0 1,0 0-1,0 0 0,0 0 1,0 0-1,0 0 1,0 0-1,0 0 1,0 1-1,0-1 1,0 0-1,0 0 0,0 0 1,0 0-1,0 0 1,0 0-1,0 0 1,0 0-1,0 1 0,0-1 1,0 0-1,0 0 1,0 0-1,0 0 1,0 0-1,0 0 1,1 0-1,-1 0 0,0 0 1,0 0-1,0 1 1,0-1-1,0 0 1,0 0-1,0 0 1,0 0-1,0 0 0,0 0 1,1 0-1,-1 0 1,0 0-1,0 0 1,0 0-1,0 0 1,0 0-1,0 0 0,0 0 1,0 0-1,1 0 1,-1 0-1,0 0 1,0 0-1,0 0 0,0 0 1,0 0-1,0 0 1,0 0-1,0 0 1,0 0-1,1 0 1,-1 0-1,0 0 0,0-1 1,0 1-1,0 0 1,0 0-1,0 0 1,11 35 26,8 49 0,-11-44-32,16 46 1,-17-66 10,1-1 0,0-1 0,2 0-1,13 21 1,-18-31-89,2 0 0,-1-1 0,1 0 1,0 0-1,0 0 0,1-1 0,0 0 0,0 0 0,0-1 0,14 6 0,-18-9 1,1-1 0,-1 0 0,1 1 0,0-2 0,0 1 0,-1-1 0,1 1 0,0-2 0,0 1 0,0 0 0,-1-1 0,1 0 0,0 0-1,8-3 1,-2 0-46,1-1 0,-1 0-1,0-1 1,14-9-1,-3-2 43,0-1-1,-2 0 1,0-1-1,-1-1 1,-1-1-1,-1-1 0,27-44 1,0-14 752,34-86 0,-68 144-391,-1 0 413,12-41 0,-20 47-375,-6 13-240,-8 10-118,12-7 63,-4 4-20,1-1 0,-1 1 0,1 0 0,0 1 0,0-1 0,0 1 0,1 0 0,-1-1 0,-2 8 0,-25 53 0,24-49 0,-7 18 7,2 0 0,1 1 0,2 0 0,1 1 0,2 0 0,1 0 0,2 0 0,3 70 0,2-78-479,2-1 1,1 0-1,0 0 1,2-1-1,2 0 1,0 0-1,1-1 1,2 0-1,0-1 1,2 0-1,0-1 1,27 31-1,-15-24-2397,3-1 0,0-2 0,61 45 0,18-2-9371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5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13 11269,'-1'-4'-498,"-4"-5"6101,0 27 504,-4 82-49,-5 32-2151,-84 309-3562,12-54-369,75-340-3,-4 23-682,14-26-3629,2-40 969,12-16-17971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5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1294 1234 10161,'-32'-13'1106,"-1"3"0,-1 0-1,1 2 1,-2 2 0,1 1 0,0 2-1,-1 1 1,0 1 0,1 3 0,-1 0 0,1 2-1,-51 13 1,40-3-509,1 2 0,0 1 0,1 3 0,2 1 0,0 2 0,1 2 0,1 1 0,-57 53 0,50-37-459,3 2-1,1 2 0,2 2 0,3 2 1,2 1-1,-31 58 0,57-91-256,0 0 0,1 0 0,1 1 1,0 0-1,2 0 0,-7 36 0,11-47-5,1 0 1,0 0-1,0 0 0,0 1 1,1-1-1,1 0 0,-1 0 1,1 0-1,0 0 0,1 0 1,0-1-1,0 1 1,1-1-1,0 0 0,0 0 1,1 0-1,0 0 0,0-1 1,7 7-1,-6-7-27,1 0-1,-1-1 1,1 1-1,1-2 1,-1 1 0,1-1-1,0 0 1,0 0-1,0-1 1,0 0-1,10 1 1,-5-1-32,0-1 1,1-1-1,0 0 0,-1-1 1,1 0-1,21-4 1,-9-1-9,0-1 1,-1-1-1,0-2 1,0 0 0,-1-2-1,44-25 1,-25 8 108,-1-2 0,-2-2 0,-1-1 0,65-73 0,-57 49 92,-3-1-1,67-119 1,-37 30 99,-7-3-1,64-212 1,-44 104 97,101-333 1965,-159 495-1001,-27 92-378,22 726 3700,57-8-6574,-58-583-289,43 139 1,28-16-7776,-34-130-1814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6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363 1 18018,'-13'47'1495,"-32"92"4486,29-102-3149,-30 50 0,-28 30-956,-23 42-2276,84-134 427,0 2-1,2 0 1,1 0-1,-9 39 1,18-60-27,-1-1 0,1 1 0,1-1 0,-1 1 0,1-1 0,0 1 0,0 0 0,0-1 0,1 1 0,0-1 0,0 1 0,0-1 0,1 1 0,0-1 0,0 0 0,0 1 0,0-1 0,1-1 0,0 1 0,0 0 0,1-1 0,-1 1 0,1-1 0,0 0 0,0 0 0,0 0 0,1-1 0,-1 0 0,1 0 0,0 0 0,0 0 0,7 3 0,0-1-2,0-1 1,1 1-1,0-2 1,0 0-1,0 0 1,0-1-1,0-1 1,1 0-1,-1-1 0,19-2 1,-13-1 7,-1-1 0,0 0 0,0-1 0,0-1 0,-1-1 0,30-15 1,-16 3-47,-1-1 0,-1-2 1,0 0-1,-2-2 0,0-1 1,-2-2-1,24-31 1,-36 41-44,-1 0 0,-1-1 1,-1 0-1,0-1 0,-1 0 1,-1 0-1,-1-1 0,-1 0 1,7-39-1,-12 48 82,1-1-1,-2 1 1,1-1 0,-2 0-1,1 1 1,-2-1 0,0 1-1,0-1 1,-1 1 0,0 0-1,-1 0 1,0 0 0,-1 1-1,0-1 1,0 1 0,-1 0-1,-1 0 1,0 1 0,-9-10-1,4 7 13,-1 1-1,0 0 0,-1 1 1,0 0-1,0 2 1,-1-1-1,0 2 0,0 0 1,-1 1-1,0 0 1,-25-5-1,5 5-881,0 1 0,0 2 0,0 1 0,-49 4 0,76-2 200,0 1 1,0 0 0,0 1-1,1 0 1,-1 0-1,1 0 1,-10 5 0,14-5-210,0 1 0,-1-1 0,1 1 1,1 0-1,-1 0 0,0 0 0,1 1 0,-5 5 1,-6 11-10248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6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1144 70 11801,'-75'-61'8087,"73"58"-5894,-26-2 1436,15 5-3199,1 0 1,-1 1-1,1 1 0,-1-1 1,1 2-1,-20 6 1,-78 33 1102,82-30-1222,-67 32 55,2 4 1,2 4 0,3 4 0,2 4-1,-88 79 1,8 7-1632,166-146 1254,0 0 0,0 0 1,-1 1-1,1-1 1,0 0-1,0 0 1,0 1-1,0-1 0,0 0 1,0 0-1,0 1 1,0-1-1,0 0 0,0 0 1,0 0-1,0 1 1,0-1-1,0 0 1,1 0-1,-1 1 0,0-1 1,0 0-1,0 0 1,0 1-1,0-1 1,0 0-1,1 0 0,-1 0 1,0 0-1,0 1 1,0-1-1,0 0 0,1 0 1,-1 0-1,0 0 1,0 0-1,1 1 1,-1-1-1,0 0 0,0 0 1,0 0-1,1 0 1,10 5-82,-6-3 68,0-1 0,0-1 0,0 1-1,0-1 1,1 1 0,-1-2-1,0 1 1,0 0 0,0-1 0,0 0-1,8-2 1,60-25-100,-35 12 66,420-126 74,-358 117 158,137-15 0,-216 37-142,0 2 0,0 1 0,0 1 0,0 0 0,-1 2 0,1 0 0,26 8 0,-33-6-129,0 0 0,-1 1 1,0 0-1,0 1 0,0 0 0,-1 1 0,0 0 0,0 1 0,-1 1 0,0 0 0,10 13 0,-8-8-518,-1 1 0,-1 0 0,-1 1 0,0 0 0,-1 1 1,8 25-1,-8-15-1336,-1 0 1,-1 1 0,4 47 0,0-11-3879,10-3-3192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7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1173 15461,'-8'-3'1201,"0"-1"-1,1 1 1,-1-1-1,1 0 1,0-1-1,0 1 1,0-1-1,1-1 1,0 1-1,-9-11 1,14 9-94,6-17-685,1 0 0,1 1 0,2 0 0,0 0 0,1 1 0,16-27-1,18-42-381,45-153-40,14-36 0,-95 262 0,15-34 0,1 1 0,59-87 0,-80 134 0,0 0 0,0 0 0,1 1 0,-1-1 0,1 1 0,0-1 0,0 1 0,0 1 0,1-1 0,5-3 0,-7 5 0,0 1 0,0-1 0,0 0 0,-1 1 0,1-1 0,0 1 0,0 0 0,0 0 0,0 0 0,0 0 0,0 1 0,0-1 0,0 1 0,0-1 0,0 1 0,-1 0 0,1 1 0,0-1 0,3 2 0,3 3 0,0 0 0,0 1 0,-1 0 0,0 1 0,0-1 0,0 2 0,-1-1 0,9 16 0,4 8 0,20 43 0,-17-24 0,-3 1 0,-2 0 0,-2 2 0,-2 0 0,-3 1 0,-2 0 0,-3 0 0,-1 111 0,-8-106 0,-2 0 0,-3-1 0,-3 1 0,-2-2 0,-3 1 0,-2-2 0,-3-1 0,-33 66 0,-139 217 0,189-333 0,-3 6 0,0 0 0,-1 0 0,-1-1 0,-17 18 0,19-24 0,5-6 0,15-19 0,29-27 0,2 1 0,1 3 0,78-57 0,-65 53 0,227-180-1169,15 24-374,-298 201 1551,1 0-1,0 0 1,0 1-1,1-1 1,-1 1-1,0 0 0,0 0 1,1 0-1,-1 1 1,0-1-1,1 1 0,-1 0 1,0 0-1,1 0 1,4 0-1,-7 1 2,0-1-1,0 0 0,-1 1 1,1-1-1,0 0 0,0 1 1,-1-1-1,1 1 1,0-1-1,-1 1 0,1 0 1,0-1-1,-1 1 1,1 0-1,-1-1 0,1 1 1,-1 0-1,1 0 1,-1-1-1,0 1 0,1 1 1,0 0 1,-1 1 1,0-1 0,0 0-1,0 0 1,0 0 0,0 0-1,0 0 1,-1 0 0,1 0-1,-1 0 1,1 0 0,-2 3-1,-15 30 94,-1-1 0,-2-1-1,-33 44 1,0-1-40,20-26-121,11-19-581,1 2 0,2 0 0,1 1-1,1 1 1,-16 50 0,26-57-926,1-1 1,-4 30-1,9-44-485,1 0-1,0 0 0,3 23 1,11 16-9168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7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42 231 14385,'5'-3'386,"0"0"0,0 1 0,0-1 0,1 1 0,-1 0 0,1 1 0,-1-1 0,1 1 0,0 0 0,-1 0 0,1 1 0,0 0 0,0 0 0,-1 0 0,1 1 0,0 0 0,-1 0 0,9 3 0,20 6 955,0 1 0,-1 2 0,41 23 0,-65-32-1239,-1 1-1,1 1 0,-1-1 1,0 1-1,-1 1 1,1 0-1,-1 0 1,0 0-1,-1 1 0,0 0 1,0 0-1,-1 0 1,0 1-1,0 0 0,-1 0 1,6 18-1,-9-22-80,-1 0-1,1 0 1,-1 0-1,0 0 1,-1 0-1,1 0 0,-1 0 1,0 0-1,0 0 1,0 0-1,-1 0 1,0-1-1,0 1 0,0 0 1,0-1-1,-1 0 1,0 1-1,0-1 1,0 0-1,-4 4 1,-3 2 5,-1 1 0,-1-1 1,1-1-1,-1 0 0,-19 10 1,-13 4 20,-2-2 0,-52 16 1,2 0-34,93-36-42,0 0-1,1 0 0,-1 0 0,0 0 0,0-1 1,0 1-1,1-1 0,-1 0 0,0 0 1,0 0-1,0 0 0,-3-1 0,6 1 25,0 0-1,-1 0 1,1 0-1,0 0 1,0 0-1,0 0 1,0 0-1,-1 0 1,1 0-1,0 0 1,0 0 0,0-1-1,0 1 1,-1 0-1,1 0 1,0 0-1,0 0 1,0 0-1,0 0 1,0-1-1,0 1 1,0 0-1,-1 0 1,1 0-1,0 0 1,0-1-1,0 1 1,0 0-1,0 0 1,0 0 0,0 0-1,0-1 1,0 1-1,0 0 1,0 0-1,0 0 1,0 0-1,0-1 1,0 1-1,0 0 1,0 0-1,0 0 1,0-1-1,0 1 1,0 0-1,0 0 1,1 0-1,-1-1 1,18-10-275,103-38-895,117-55-387,-189 77 1496,-2-3 0,-1-1 0,-2-2-1,-1-3 1,49-50 0,-87 81 194,-1-1 0,1 0 0,-1 0 0,0-1 0,0 1 1,4-10-1,-8 15-98,1 0 0,-1 0 0,1 0 1,-1 0-1,0 0 0,1-1 0,-1 1 1,0 0-1,0 0 0,1 0 0,-1 0 1,0 0-1,0-1 0,-1 1 0,1 0 0,0 0 1,0 0-1,0 0 0,-1 0 0,1-1 1,-1 1-1,1 0 0,-1 0 0,1 0 1,-1 0-1,1 0 0,-1 0 0,0 1 1,0-1-1,1 0 0,-1 0 0,0 0 1,0 1-1,0-1 0,0 0 0,0 1 1,0-1-1,0 1 0,0-1 0,0 1 1,0-1-1,-1 1 0,1 0 0,0 0 0,0-1 1,0 1-1,0 0 0,0 0 0,-1 0 1,0 1-1,-3-2 34,1 2-1,0-1 1,-1 0 0,1 1-1,-1 0 1,1 0 0,0 0 0,0 1-1,0-1 1,-1 1 0,1 0-1,1 0 1,-1 0 0,0 1 0,-3 2-1,6-3-44,0 0-1,0 0 1,1-1-1,-1 1 1,0 0-1,1 0 1,0 0-1,-1 0 1,1 0-1,0 0 0,0 0 1,0 0-1,0 0 1,0 0-1,1 0 1,-1 0-1,0 0 1,1 0-1,0 1 1,2 0-7,0 0 0,0 0 0,0 0 0,0-1 0,0 1 1,1-1-1,-1 0 0,1 0 0,-1 0 0,1-1 0,0 1 0,5 1 0,-4-1 1,17 3-24,-1 0-1,1-2 1,0 0 0,0-1 0,0-2 0,30-1-1,-38 0-13,252-20-318,-191 13 314,-73 8 39,0 1 0,0-1-1,0 1 1,0-1-1,0 1 1,0 0 0,-1 0-1,1-1 1,0 2-1,0-1 1,-1 0 0,1 0-1,-1 0 1,1 1-1,-1-1 1,2 2 0,-2-1 6,0-2-11,0 1-1,0 0 1,-1 0 0,1 0-1,0 0 1,-1 0-1,1 0 1,-1 0-1,1 0 1,-1 0-1,1 0 1,-1 0 0,0 0-1,1 0 1,-1 0-1,0 0 1,0 2-1,6 15 49,-3-15-111,-1 0 1,1 0 0,0-1 0,1 1 0,-1-1-1,0 0 1,1 0 0,-1 0 0,1-1-1,0 1 1,-1-1 0,1 0 0,0 0 0,0 0-1,0 0 1,0-1 0,0 1 0,0-1-1,4 0 1,17 0-784,48-7-1,-46 4 455,40-6-946,131-35 0,58-41 186,-223 70 1589,45-24 0,-38 17 1038,-36 20 2702,-18 26-4612,26-22 103,0-1 0,0-1 0,1 0 0,-1-1 0,0 0 0,0-1 1,0 0-1,0-1 0,0 0 0,-1-1 0,1 0 0,-1-1 0,0 0 0,0-1 0,-1 0 0,10-8 0,-2 3 271,31-20 323,68-56-1,-116 87-190,0 0 0,0 0 0,0 1 0,0-1 0,0 1 0,1-1 0,-1 1 0,0-1 1,0 1-1,0 0 0,0 0 0,0-1 0,-1 1 0,1 0 0,1 1 0,-2-1 10,2 0-41,-1 0 0,0 1 0,0-1 1,0 1-1,0-1 0,0 1 0,0-1 0,0 1 0,-1 0 1,1-1-1,0 1 0,-1 0 0,0 0 0,1-1 0,-1 1 1,0 0-1,0 0 0,0 0 0,0-1 0,0 3 0,-11 41 366,2-11-221,8-15-1350,1 0 0,0 0 1,5 28-1,-3-35-306,5 18-5081,8 13-4319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8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64 14093,'-4'-63'10645,"11"87"-11081,6 21-744,4-12-892,-4 9-1248,8 10-1945,15 2-4216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8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81 14261,'-138'-65'3224,"94"50"-802,23 17-461,11 0-1196,4-1-462,1 1 0,0 0 0,1 0-1,-1 0 1,0 0 0,1 1-1,-1 0 1,1 0 0,0 0 0,0 0-1,0 1 1,0 0 0,0 0 0,1 0-1,0 0 1,0 0 0,-4 8-1,-2 4 288,1 0 1,1 1-1,0 0 0,-4 19 0,1 6-355,1 1 0,2 0 0,3 1 0,1-1 0,2 1 0,2 0 0,10 70 0,2-40-272,3 0 1,4-1-1,46 114 1,-43-133 36,2-1 0,3-1 0,2-1 0,61 76 0,-62-92 0,1-2 0,2 0 0,1-3 0,2 0 0,1-2 0,65 38 0,-77-54 0,0 0 0,1-2 0,1-1 0,-1-1 0,1-1 0,1-2 0,-1 0 0,1-2 0,0 0 0,0-2 0,0-1 0,0-2 0,-1 0 0,28-6 0,-15-1 0,-1-1 0,0-2 0,0-1 0,-2-2 0,0-2 0,0-1 0,-2-2 0,62-46 0,-21 2 0,102-113 0,-160 160 0,160-154 0,-176 170 0,-1 0 0,1 0 0,0 0 0,0 0 0,0 0 0,-1 0 0,1 0 0,0 0 0,0 1 0,0-1 0,0 0 0,1 1 0,-1-1 0,0 1 0,0-1 0,0 1 0,0 0 0,0-1 0,1 1 0,-1 0 0,0 0 0,0 0 0,1 0 0,-1 0 0,0 0 0,0 0 0,0 0 0,1 0 0,-1 1 0,0-1 0,0 0 0,2 1 0,-2 1 0,0-1 0,0 0 0,0 1 0,1-1 0,-1 1 0,-1-1 0,1 1 0,0-1 0,0 1 0,0 0 0,-1-1 0,1 1 0,-1 0 0,0 0 0,1-1 0,-1 1 0,0 0 0,0 0 0,0 0 0,0 1 0,-4 40 0,-1-1 0,-3 0 0,-1 0 0,-22 61 0,20-68-255,0 1 0,-6 47 0,15-63-1939,-1 41 1,4-48-696,0 1-1,1 0 1,6 22-1,4-2-10183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9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329 631 7833,'-5'1'6042,"3"-9"-2344,3-27-1189,9-41-2022,99-270 1426,-102 326-1872,46-124 471,-52 142-410,-5 6 170,-11 16 97,0 1 0,2 0-1,0 1 1,-14 34 0,-36 105 898,60-150-1179,-42 127 949,7 1 0,-20 145-1,-17 293 757,29-195-1136,21-180-427,-19 124-856,26-156-4022,18-166 3880,1-8 154,118-437-1029,-82 299 1630,7 1 1,64-141 0,-85 236-105,1 1 0,3 1 1,1 2-1,2 0 0,63-66 1,-67 81-221,2 2 0,0 0 1,2 2-1,0 1 1,2 2-1,0 0 1,1 3-1,50-20 1,-83 37 347,1 0 1,-1-1-1,0 1 1,1 0 0,-1 0-1,0 0 1,1 0 0,-1 0-1,0-1 1,1 1-1,-1 0 1,1 0 0,-1 0-1,0 0 1,1 0 0,-1 0-1,0 0 1,1 0-1,-1 0 1,1 1 0,-1-1-1,0 0 1,1 0 0,-1 0-1,0 0 1,1 0 0,-1 1-1,1-1 1,-4 11 291,-23 28 248,2-3 23,23-34-569,0-1 0,1 1-1,0 0 1,-1-1 0,1 1 0,0 0-1,0-1 1,0 1 0,0 0 0,0 0 0,0-1-1,1 1 1,-1 0 0,0-1 0,1 1 0,-1 0-1,1-1 1,0 1 0,0-1 0,0 2-1,2 0-68,-1 1 0,1-1-1,0 0 1,0 0 0,0 0-1,0-1 1,1 1 0,3 1 0,7 4-871,1-1 1,-1-1 0,24 7-1,15 3-4740,3-1-3548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9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24 118 2480,'-24'-87'-728,"65"57"128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29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8697,'10'-12'2280,"3"0"1856,-3 0-3920,0 3-968,14 6-4448,3 0-1193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6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315 423 10929,'0'-2'37,"45"-171"4766,-40 156-2819,-2-1 1,3-35-1,-5 41-1085,-1 1 0,2 0-1,-1 0 1,2 0-1,-1 0 1,2 0-1,-1 0 1,8-15-1,7-9 1886,-18 35-2779,0-1 1,0 1-1,0-1 1,1 1-1,-1 0 1,0-1-1,0 1 0,0-1 1,0 1-1,0 0 1,1-1-1,-1 1 1,0-1-1,0 1 1,1 0-1,-1-1 0,0 1 1,1 0-1,-1-1 1,0 1-1,1 0 1,-1 0-1,0-1 0,1 1 1,-1 0-1,0 0 1,1 0-1,-1 0 1,1-1-1,-1 1 1,1 0-1,2 7-5,-1 0 0,0 0 0,0 1 0,0-1 0,-1 0 0,-1 1 0,1-1 0,-1 12 0,0-6 0,2 88 0,-5-1 0,-18 118 0,-53 197 0,-79 211 0,71-309 0,54-209 0,3-15 0,3 2 0,-11 122 0,32-198-14,1 1 0,0-1 0,2 1 0,0-1 0,1 0 0,8 28 1,-9-39-450,2 1 1,-1-1 0,1 0 0,0-1 0,1 1 0,-1-1 0,8 9 0,-8-12-498,1 1 1,-1-1 0,1 0 0,0-1 0,-1 1 0,2-1 0,-1 0 0,0 0 0,1 0 0,-1-1 0,10 3 0,37 3-13521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6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1677 22 10769,'25'-18'1798,"-20"15"-34,13 9 1241,-17-6-2954,0 0-1,0 0 0,-1 0 1,1 0-1,0 1 0,0-1 1,0 0-1,0 0 1,0 1-1,-1-1 0,1 1 1,0-1-1,0 1 0,-1-1 1,1 1-1,0-1 0,-1 1 1,1 0-1,-1-1 0,1 1 1,0 0-1,-1-1 0,0 1 1,1 0-1,-1 0 0,1 0 1,-1-1-1,0 1 0,0 0 1,1 0-1,-1 0 0,0 0 1,0 0-1,0 0 0,0-1 1,0 1-1,0 0 0,0 0 1,0 0-1,-1 0 0,1 0 1,0 1-1,-2 14 229,-1 0 1,-1 0-1,0-1 1,-1 1-1,0-1 0,-2 0 1,0 0-1,0-1 0,-1 0 1,-18 24-1,-14 12 286,-62 62 0,39-51-228,-115 85 1,-85 37 52,190-134-319,-295 185-352,250-168 4,-152 61-1,240-115 231,0-2 0,0-1 0,-1-2 0,-35 5 0,65-12 46,1 0 1,0 1 0,0-1-1,-1 0 1,1 0 0,0 1-1,0-1 1,0 0 0,-1 1-1,1-1 1,0 1-1,0-1 1,0 0 0,0 1-1,0-1 1,0 0 0,0 1-1,0-1 1,0 1-1,0-1 1,0 0 0,0 1-1,0-1 1,0 1 0,0-1-1,0 0 1,0 1 0,0-1-1,1 0 1,-1 1-1,0-1 1,0 0 0,0 1-1,1-1 1,-1 0 0,0 1-1,1-1 1,-1 0-1,0 0 1,0 1 0,1-1-1,0 1 3,17 22 261,0-1-1,24 20 1,15 18 534,8 16 36,195 211 1142,-213-241-2013,2-3 0,1-2 0,110 67 0,-100-76-857,2-3 0,1-2 0,69 19 0,35-2-3047,1-10-3297,-45-14-3012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7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30 307 15413,'101'-23'3728,"-65"6"-352,-5 2-1778,47-14 208,-42 16-1307,0-1 0,0-1-1,-2-2 1,45-29 0,-71 40-428,-1 0 0,0 0 0,-1 0-1,0-1 1,0 0 0,0 0 0,-1-1 0,9-15 0,-13 22-69,-1 0 1,0 0-1,1 0 0,-1 0 0,0 0 0,0 0 1,0 0-1,1 0 0,-1 0 0,0 0 0,0 0 0,-1 0 1,1 0-1,0 0 0,0 0 0,0 0 0,-1 0 0,1 0 1,0 0-1,-1 0 0,1 0 0,-1 0 0,1 1 0,-1-1 1,0 0-1,1 0 0,-1 0 0,0 1 0,1-1 0,-1 0 1,0 1-1,0-1 0,0 0 0,0 1 0,1-1 0,-1 1 1,0 0-1,0-1 0,0 1 0,-2-1 0,-3-1 11,0 1-1,0-1 0,0 1 0,0 0 1,0 1-1,-11 0 0,-1 1 129,0 2 1,0 0-1,0 1 0,0 1 1,1 1-1,0 0 0,0 1 0,0 1 1,1 0-1,0 2 0,1 0 1,0 0-1,-19 18 0,7-3 119,1 1 1,1 1-1,2 1 0,0 1 0,-33 58 0,47-71-260,1 1 0,0-1 0,2 2 0,0-1 0,0 1 0,2 0 0,0 0 0,-1 20 0,4-29 0,1 1 0,0-1 0,0 0 0,1 0 0,0 0 0,1 0 0,0 1 0,0-2 0,1 1 0,0 0 0,1-1 0,0 1 0,0-1 0,1 0 0,0 0 0,0-1 0,13 14 0,-9-12 0,1 0 0,0-1 0,1 0 0,-1 0 0,2-2 0,-1 1 0,1-1 0,0-1 0,0 0 0,17 4 0,40 12-814,0-3 1,2-4-1,0-2 1,80 2-1,87-21-5115,-81-7-2095,-32-2-3738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7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1048 224 14281,'-2'0'270,"0"0"-1,0 0 1,-1 0-1,1 0 1,0 0-1,0 1 1,0-1-1,-1 1 0,1-1 1,0 1-1,0 0 1,0 0-1,0 0 1,0 0-1,0 0 1,0 0-1,1 0 1,-1 1-1,0-1 1,1 1-1,-1 0 1,1-1-1,-1 1 0,1 0 1,0 0-1,-1 0 1,1 0-1,0 0 1,1 0-1,-1 0 1,0 0-1,0 0 1,1 0-1,-1 0 1,1 1-1,0-1 1,0 0-1,0 4 0,1 5 253,0 1-1,0-1 1,1 0-1,1-1 0,0 1 1,8 19-1,-4-15-433,0 0 0,2-1 0,0 0 0,0 0 0,1-1-1,1 0 1,0-1 0,1 0 0,0 0 0,1-2 0,0 0 0,1 0 0,23 12 0,-13-12-406,0-1 0,0-1 0,1-2 0,0 0 0,0-2 0,1 0 0,-1-2-1,1-1 1,-1-1 0,1-1 0,-1-1 0,1-2 0,28-7 0,-37 6 254,0-2-1,0 0 1,-1-1-1,-1-1 1,1 0-1,-2-1 1,1-1-1,-1 0 1,-1-1-1,0-1 1,19-23-1,-1-3 368,-3 0 0,-1-3-1,21-44 1,15-63 1973,-24 52 113,-38 95-829,-3 8-823,-131 402-587,74-254-150,6 2 0,-40 199 0,-139 821 0,188-950 0,-129 530 0,155-696-141,-2-1-1,-3-1 1,-50 90 0,65-134 14,-13 27-391,-2-2 0,-2 0 0,-1-2 0,-2-1 0,-2-1 0,-49 45 0,45-51 164,-2-1 0,-1-2 0,-1-1-1,-1-3 1,-69 30 0,84-42 283,-1-1 0,0-2 0,-1 0-1,0-2 1,0 0 0,0-2 0,-1-1 0,1-1-1,0-2 1,-52-6 0,68 5 103,1 0-1,-1-1 1,1 0-1,0-1 1,0 0 0,0 0-1,0-1 1,1 0 0,-1 0-1,1-1 1,0 0-1,-11-12 1,11 8 45,0 0-1,0 0 0,1-1 1,1 0-1,-1 0 1,2-1-1,0 1 1,-7-24-1,5 6 86,2-1 0,1 0-1,1 0 1,1 0 0,2 0-1,1-1 1,9-48 0,3 8 37,4 1 1,3 1-1,42-99 1,114-191-173,115-127-1787,29 19-2631,1 50-5679,-152 230 516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7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14405,'-38'62'4612,"-12"22"234,1 11-1093,16-35-2212,3 2 0,-31 94 0,43-95-1350,2 0 0,-9 80 0,22-115-196,1 1 0,1-1 0,2 1 0,1 0 0,1-1 0,1 0 0,1 1 0,9 26 0,-10-43 5,0 0 0,1 0 0,0-1 0,0 0 0,1 0 0,0 0 0,1-1 0,0 0 0,0 0 0,1 0 0,11 8 0,-14-13 0,1 1 0,0-1 0,0 0 0,0 0 0,0-1 0,0 0 0,0 0 0,1-1 0,-1 1 0,1-1 0,-1-1 0,1 1 0,0-1 0,-1 0 0,1-1 0,-1 1 0,1-1 0,-1-1 0,12-2 0,1-3 0,0 0 0,0-2 0,0 0 0,29-19 0,-2-6 0,-2-1 0,-1-3 0,-2-1 0,38-49 0,-67 75 0,0 0 0,1 1 0,0 0 0,1 1 0,23-14 0,-31 22 0,0 0 0,0 0 0,0 1 0,0 0 0,1 0 0,-1 0 0,1 1 0,-1 0 0,1 0 0,0 0 0,-1 1 0,1 0 0,0 1 0,-1-1 0,1 1 0,-1 1 0,10 2 0,27 12 0,65 35 0,-45-19 0,-45-23 0,232 98 0,-217-96 0,0-1 0,1-2 0,0-1 0,1-1 0,59 1 0,-68-7 0,1-1 0,-1-1 0,1-1 0,46-12 0,-66 12 0,0 1 0,0-1 0,0 0 0,0-1 0,0 1 0,-1-2 0,0 1 0,0 0 0,8-8 0,-11 8 0,0 0 0,0 0 0,0 0 0,0 0 0,-1 0 0,0-1 0,0 1 0,0-1 0,0 1 0,-1-1 0,0 0 0,0 1 0,0-1 0,0 0 0,-1-10 0,-1 4 0,0 0 0,-1 0 0,0 0 0,-1 1 0,0-1 0,0 0 0,-2 1 0,-9-18 0,-51-74 0,64 99 0,-85-107 4,56 75-452,2-1 1,1-2 0,-36-67 0,55 87-1323,0-1 1,-6-25-1,13 40 1071,-1 0 0,1-1 0,1 1 0,-1 0 0,1-1-1,-1 1 1,1 0 0,1-1 0,-1 1 0,0 0 0,1-1 0,0 1 0,0 0-1,1 0 1,-1 0 0,4-8 0,25-19-10105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8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429 458 16770,'-114'117'3303,"102"-104"-2281,0 1 1,2 1 0,-1 0-1,2 1 1,0-1 0,0 2-1,-8 26 1,10-27-218,-4 12-145,0 0 1,2 1-1,1 0 0,2 0 1,-5 48-1,10-67-672,0 0 0,2 0 0,-1 0 0,1-1 0,0 1 0,1 0 0,0 0-1,1-1 1,0 0 0,1 1 0,0-1 0,0 0 0,0-1 0,1 1 0,1-1 0,0 0-1,0 0 1,0-1 0,1 1 0,15 11 0,-7-9 12,0 0 0,1-1 0,0-1 0,1 0 0,-1-1 0,2-1 0,-1-1 0,19 3 0,-12-3 0,0-1 0,1-2 0,0 0 0,-1-2 0,35-3 0,-38 0 0,0-1 0,-1-1 0,0-1 0,0 0 0,-1-2 0,0 0 0,0-2 0,-1 0 0,0 0 0,0-2 0,-2 0 0,1-1 0,-1-1 0,-1 0 0,-1-1 0,15-19 0,-18 18 0,1 0 0,-2-1 0,0 0 0,-1-1 0,-1 0 0,-1 0 0,0-1 0,-1 0 0,-1 0 0,-1 0 0,-1-1 0,-1 1 0,0-1 0,-1 0 0,-2 0 0,-4-39 0,0 35 0,-1 0 0,-1 1 0,-1 0 0,-1 0 0,-1 0 0,-24-39 0,15 33 0,-2 0 0,-1 2 0,-1 0 0,-33-28 0,-1 7 0,-2 3 0,-2 3 0,-128-67 0,154 92-108,-2 1 0,-60-19-1,78 30-664,0 0 0,0 1 0,-1 2 0,0-1 0,1 2 0,-1 1 0,-21 2 0,37-1 356,1-1 0,-1 1 0,1 0 0,-1 0 0,1 1 0,-1-1 0,1 1 0,0-1 0,0 1 0,-5 4 0,-11 13-6026,6-2-5801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8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0 341 15381,'80'222'12104,"-69"-194"-10921,9 34 0,0 3-199,-5-25-769,-3 0 0,-1 1-1,-2 1 1,-1-1 0,-3 2-1,-1-1 1,-3 0-1,-3 47 1,0-74-215,-1 0 0,0 0 0,-7 21 0,8-32 0,1 0 0,-1 0 0,0-1 0,0 1 0,0 0 0,-1-1 0,-4 6 0,6-8 0,0-1 0,1 1 0,-1 0 0,0 0 0,0-1 0,0 1 0,0-1 0,-1 1 0,1-1 0,0 1 0,0-1 0,0 1 0,0-1 0,0 0 0,-1 0 0,1 0 0,0 1 0,0-1 0,0 0 0,-1-1 0,1 1 0,0 0 0,0 0 0,0 0 0,-2-1 0,1 0 0,1 0 0,-1-1 0,0 1 0,0 0 0,1-1 0,-1 1 0,1-1 0,0 1 0,-1-1 0,1 1 0,0-1 0,0 0 0,0 0 0,0 0 0,0 0 0,0 0 0,0 0 0,1 0 0,-1-3 0,-6-42 0,6 40 0,-1-29 0,2-1 0,1 1 0,9-55 0,32-103 0,-24 131-358,2 1 1,4 1-1,60-112 1,-59 131-844,1 2 0,2 0 0,2 2 1,2 1-1,1 2 0,38-32 0,-49 49-1284,1 1 0,32-17-1,48-15-10005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9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1018 995 14625,'-28'-20'686,"15"9"-108,-2 0 0,1 1 0,-2 1 0,1 0 0,-1 1 0,-1 1 0,-31-10-1,17 9 1037,0 1 0,0 1 0,-45-2 0,61 8-1270,1 0 0,-1 1 1,1 1-1,0 1 0,0 0 1,0 0-1,0 1 0,0 1 0,-23 12 1,1 3 110,1 2 0,2 1 0,0 2 0,-50 49 0,44-35-236,2 3 1,-61 89-1,82-105-219,1 0 1,1 1-1,2 0 0,0 1 0,2 0 0,-8 37 0,15-50 0,0 0 0,1 0 0,0 1 0,1-1 0,1 1 0,1-1 0,0 1 0,1-1 0,1 0 0,0 0 0,1 0 0,0 0 0,13 26 0,-15-36-25,1 1 0,0-1 1,1 0-1,-1-1 0,1 1 0,0 0 1,0-1-1,0 0 0,1 0 0,0 0 1,-1-1-1,1 1 0,1-1 0,-1 0 1,0-1-1,1 1 0,-1-1 0,1 0 1,0-1-1,-1 1 0,1-1 0,0 0 1,0 0-1,0-1 0,0 0 0,0 0 0,9-2 1,-2 0-20,0-1 0,0 0 0,0-1 0,0 0 0,-1-1 0,1-1 0,-1 0 0,-1-1 0,1 0 0,-1 0 0,14-13 0,6-10-5,0-2 0,-2-1-1,-2-1 1,-1-2 0,-1 0-1,-2-2 1,24-54 0,101-296-23,-138 360 64,88-286-19,49-140 164,-127 399-82,-11 26-6,1 1 0,2 0 0,0 1 0,25-37 0,-37 64-46,0 0 1,1 0 0,-1 0 0,0 0-1,1 0 1,-1 0 0,0 0 0,1 0-1,-1 0 1,0 0 0,0 0 0,1 0-1,-1 0 1,0 1 0,1-1 0,-1 0-1,0 0 1,0 0 0,1 0 0,-1 1-1,0-1 1,0 0 0,1 0 0,-1 1-1,0-1 1,0 0 0,0 1 0,0-1-1,1 0 1,-1 0 0,0 1 0,0-1-1,0 0 1,0 1 0,8 14 33,-2 8 27,0-1 1,-2 1-1,0 0 1,-2 0-1,-1 1 1,-2 37-1,2 2 93,34 580 390,-14-462-566,66 273 0,-75-407 19,3 0 0,25 57 0,-33-90 0,-1 0 0,2 0 0,0-1 0,0-1 0,2 1 0,-1-1 0,1-1 0,1 0 0,0 0 0,1-1 0,17 12 0,-19-17 0,0-1 0,0 0 0,0 0 0,0-1 0,1-1 0,-1 1 0,1-2 0,0 1 0,-1-2 0,1 1 0,0-1 0,0-1 0,-1 0 0,1-1 0,13-3 0,0-1 0,0-1 0,-1-1 0,0-1 0,-1-2 0,34-19 0,-22 7 0,-1-1 0,-1-1 0,-2-2 0,0-1 0,-2-1 0,-1-1 0,23-35 0,-5-3 0,-2-2 0,48-109 0,-87 170 0,-1 1 0,1 1 0,-1 0 0,1 0 0,8-10 0,-11 16 0,-1 0 0,1 0 0,0 0 0,-1 1 0,1-1 0,0 0 0,0 1 0,-1-1 0,1 1 0,0-1 0,0 1 0,0-1 0,0 1 0,0-1 0,0 1 0,0 0 0,0-1 0,0 1 0,0 0 0,0 0 0,0 0 0,0 0 0,0 0 0,0 0 0,0 0 0,0 0 0,0 0 0,0 1 0,0-1 0,0 0 0,0 1 0,-1-1 0,1 1 0,0-1 0,0 1 0,0-1 0,0 1 0,0-1 0,-1 1 0,1 0 0,0 0 0,-1-1 0,2 2 0,16 19 0,-1 0 0,-1 1 0,-1 1 0,-1 1 0,15 32 0,-5 0 0,23 77 0,-42-115 0,0 0 0,-2 0 0,0 0 0,-1 1 0,0-1 0,-2 1 0,0-1 0,-1 1 0,-1-1 0,-1 0 0,0 1 0,-2-1 0,0-1 0,-1 1 0,0-1 0,-2 0 0,0 0 0,-1-1 0,0 0 0,-1-1 0,-1 0 0,-1 0 0,0-1 0,-1-1 0,0 0 0,-1-1 0,0 0 0,-1-1 0,0-1 0,-23 12 0,-12 2-118,-2-1-1,-1-3 1,-1-3 0,-81 17 0,122-32-533,-1 1 0,0-2 1,1 0-1,-1-1 1,0 0-1,1-1 1,-1 0-1,-19-5 0,20 2-391,-15-1-2701,8 7-2783,-2 1-5499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9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76 17542,'-19'3'969,"15"-3"-573,-1 1 1,1 0-1,0 0 1,0 0-1,0 0 1,0 1-1,0 0 1,0 0 0,-5 3-1,7-3 2094,7-2-13,26 2 31,58 11 0,13 1-2200,454 2-308,687-69-281,-713 12-6713,-323 19-1318,-16-4-5884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39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1253 32 13257,'-58'-30'2723,"57"30"-2595,0-1 0,0 1 0,0 0 0,0 0 1,0-1-1,0 1 0,0 0 0,0 0 0,0 0 0,0 0 0,0 0 0,0 1 0,0-1 0,-1 0 0,1 0 1,0 1-1,0-1 0,0 0 0,0 1 0,1-1 0,-1 1 0,0-1 0,0 1 0,0 0 0,0-1 0,0 1 0,1 0 1,-1 0-1,0 0 0,1-1 0,-1 1 0,0 0 0,1 0 0,-1 0 0,1 0 0,-1 2 0,0 1 329,-1 1 0,1-1 0,1 1-1,-1-1 1,1 1 0,0 8 0,2 9 670,1 1 0,0-1 1,2 0-1,15 41 0,44 88 1601,-59-140-2594,262 477 250,10 20-416,-258-466 32,-2 1 0,-3 1 0,-1 0 0,-2 1 0,-1 0 0,4 84 0,-13-102 0,-1 1 0,-2-1 0,-1 0 0,-1 0 0,-1-1 0,-1 1 0,-2-1 0,0 0 0,-2-1 0,-1 0 0,-1 0 0,-29 44 0,9-28 0,-1-1 0,-2-1 1,-2-2-1,-2-1 0,-1-2 0,-48 31 1,-13 0-11,-168 79 1,135-83-1444,-174 53 1,81-47-3240,-1-9-3418,8-5-5949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1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408 110 10577,'1'-12'1169,"-1"-1"1,-1 1-1,-1 0 1,1 0-1,-8-23 1,2 25 2384,5 10-3410,1-1 0,0 1 0,0-1 0,0 1 0,0-1 0,-1 1 0,1 0 0,0 0 1,0 0-1,-1 0 0,1 0 0,0 0 0,0 0 0,-1 0 0,1 0 0,-2 1 0,0 2 108,0 0-1,0 1 1,1-1-1,-1 1 1,1 0-1,0 0 1,0 0-1,0 0 0,1 0 1,0 0-1,-1 0 1,1 1-1,0 5 1,0-7-82,-6 35 875,2 0 0,1 1 1,2 39-1,0-9-232,-34 412-571,-102 480 1,90-718-245,-33 243-299,70-318-3642,9-58-4086,5-81 1292,6-14-4034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2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120 651 12829,'-88'-25'2262,"86"24"-1996,0 1 1,0-1-1,1 0 0,-1 0 1,0 0-1,0 0 1,1 0-1,-1-1 1,0 1-1,1 0 1,-1-1-1,1 1 0,0-1 1,0 1-1,-1-1 1,1 0-1,-1-2 1,1 3-127,1-1-1,0 1 1,-1 0 0,1 0 0,0 0 0,0 0 0,0 0 0,0-1 0,0 1 0,0 0 0,0 0 0,0 0 0,0-1 0,0 1 0,1 0 0,-1 0 0,1 0 0,-1 0 0,1 0 0,-1 0-1,1-1 1,6-5 98,1 1-1,0 0 1,-1 1-1,2 0 0,-1 0 1,1 1-1,-1 0 0,19-5 1,26-8 159,0 2 1,0 3-1,73-7 1,-63 10-203,866-91 921,-739 83-1011,753-55-182,-602 53-527,194-14-2065,-507 31 1911,-1-2 1,0-1-1,0-1 1,26-9 0,-51 13 676,0 0 0,-1 0 0,1 0 0,-1 0 1,1 0-1,-1-1 0,0 1 0,1 0 1,-1-1-1,-1 1 0,1-1 0,1-2 0,-2 3-40,2-7 216,0 0 0,-1 0 0,0-1 0,-1 1 0,0 0 0,0 0 0,-1 0 0,0 0 0,-1 0 0,0 0 0,-4-12 0,1-1 627,5 22-712,0 0 0,0 0 1,0 0-1,0 0 0,0 0 0,0 0 1,0 0-1,0 0 0,0 0 1,0-1-1,-1 1 0,1 0 0,0 0 1,0 0-1,0 0 0,0 0 1,0 0-1,0 0 0,0 0 0,0 0 1,0 0-1,0-1 0,0 1 1,0 0-1,-1 0 0,1 0 0,0 0 1,0 0-1,0 0 0,0 0 1,0 0-1,0 0 0,0 0 0,0 0 1,0 0-1,-1 0 0,1 0 1,0 0-1,0 0 0,0 0 0,0 0 1,0 0-1,0 0 0,0 0 1,0 0-1,-1 0 0,1 0 0,0 0 1,0 0-1,0 0 0,0 1 1,0-1-1,0 0 0,0 0 0,0 0 1,0 0-1,0 0 0,-1 0 1,1 0-1,0 0 0,0 0 0,0 0 1,-8 4 231,0 1 1,0-1 0,1 1-1,-1 1 1,1-1 0,1 1-1,-1 1 1,1-1 0,0 1-1,0 0 1,1 0 0,0 1-1,0-1 1,-7 18 0,-4 11 370,1 1 1,-10 45 0,21-66-413,-290 895 3962,218-704-3786,-208 634-773,253-707-76,29-119 366,0-1 1,1 1-1,1 0 0,0 0 0,1 0 0,5 27 0,-5-41 95,-1 1-1,1-1 1,0 0-1,-1 0 1,1 0-1,0 0 1,-1 0-1,1 0 1,0 0-1,0 0 1,0 0-1,0 0 1,0 0 0,0 0-1,0-1 1,1 1-1,-1 0 1,0-1-1,0 1 1,1-1-1,-1 1 1,0-1-1,0 0 1,1 0-1,-1 1 1,0-1-1,1 0 1,-1 0-1,0 0 1,1 0 0,-1-1-1,0 1 1,1 0-1,1-1 1,7-1-29,-1 0 1,1-1 0,12-6 0,-22 9 36,33-16-73,-2-1 0,0-1 0,52-43-1,-5 5-2,-27 21 25,1 2-1,112-51 1,-145 76 72,-1 2 0,1 0 0,0 1 0,0 0-1,0 2 1,1 0 0,-1 2 0,1 0 0,0 1 0,-1 1 0,1 1-1,-1 0 1,31 9 0,-25-3 69,-1 1-1,-1 2 1,0 0-1,0 2 1,30 21-1,94 86 299,4 3-192,-129-107-176,0-2 0,0-1 0,1-1 0,1-1 1,0-1-1,1-1 0,0-1 0,0-1 0,1-1 0,-1-1 0,1-2 1,0 0-1,37-2 0,-45-3-15,-1 0-1,1-1 1,-1-1 0,0 0-1,0-1 1,0-1 0,0-1-1,-1 0 1,0-2 0,-1 1 0,0-2-1,0 0 1,-1 0 0,0-2-1,-1 0 1,14-17 0,-6 5 1,-1-2 0,-1 0 0,-2-2 0,0 0 0,-2 0 0,-2-2 0,0 1 0,8-33 0,-8 21-23,-3 12 274,0-1 0,-3 0 1,0 0-1,4-50 0,-11 80-252,0-1-1,0 1 0,0 0 1,-1 0-1,1 0 0,0 0 0,0-1 1,0 1-1,0 0 0,0 0 1,0 0-1,-1 0 0,1 0 1,0 0-1,0-1 0,0 1 1,0 0-1,-1 0 0,1 0 1,0 0-1,0 0 0,0 0 0,-1 0 1,1 0-1,0 0 0,0 0 1,0 0-1,-1 0 0,1 0 1,0 0-1,0 0 0,0 0 1,-1 0-1,1 0 0,0 0 0,0 0 1,0 0-1,-1 0 0,1 0 1,0 1-1,0-1 0,0 0 1,0 0-1,-1 0 0,1 0 1,0 0-1,0 1 0,-9 4-5,4-1 4,0 1 0,1 0 0,0 0 0,0 1 0,0-1 0,0 1 0,1 0 0,0 0 0,0 0 0,-2 8 0,-19 70 0,23-81 0,-6 25 19,2 1 0,0 0 1,2 0-1,1 0 0,2 0 0,1 0 0,1 0 1,7 35-1,-7-53-142,1 1 0,0 0 0,1 0 0,0-1 0,1 0 0,0 0 1,1 0-1,0-1 0,1 1 0,0-2 0,0 1 0,1-1 0,0 0 0,1 0 0,0-1 1,1 0-1,-1-1 0,1 0 0,1-1 0,-1 0 0,23 9 0,-17-10-125,0 0 0,1-1 0,-1-1-1,1 0 1,0-1 0,0-1 0,0-1 0,-1 0-1,1-1 1,0-1 0,0-1 0,-1 0 0,1-1 0,-1-1-1,0 0 1,30-15 0,-23 6 123,1 0 1,-2-1-1,0-1 0,-1-1 1,0-1-1,-1 0 0,-2-2 1,0 0-1,28-43 0,-18 20 643,-3-1-1,-2-2 1,30-80-1,-49 116-299,0 0 1,1 1-1,0 0 0,1 0 0,10-13 0,-14 22-200,-1 0 0,0 0 0,0 0 0,1 0 0,-1 0 0,0 0 0,0 1-1,0-1 1,1 0 0,-1 1 0,0-1 0,0 1 0,0 0 0,0-1 0,0 1 0,2 1 0,-1-1 25,75 47 225,-60-36-330,-1-1-1,2-1 1,-1 0-1,2-2 0,-1 0 1,22 7-1,5-4-187,0-2 0,1-2-1,0-2 1,0-2 0,0-2 0,90-10-1,-107 5 382,0-2-1,0-1 0,-1-1 1,-1-1-1,1-1 0,-1-2 1,-1-1-1,0-1 0,-1-1 1,-1-1-1,0-1 1,24-23-1,149-157 3380,-166 174-2754,-24 19-671,15-5 44,-21 10-128,0-1 0,0 0-1,0 1 1,1-1-1,-1 1 1,0 0 0,0-1-1,0 1 1,0 0-1,0 0 1,0 0 0,0 0-1,-1-1 1,1 1-1,0 0 1,0 0 0,-1 1-1,1-1 1,-1 0-1,1 0 1,-1 0 0,1 0-1,-1 1 1,1-1-1,-1 0 1,0 0 0,0 0-1,0 1 1,0 1-1,-1 42-1,-58 281 1,-89 395 16,97-536-116,-136 326 1,114-353-1337,-125 199 0,146-277 391,-4-2 0,-3-3 0,-3-2 0,-77 69 1,51-67-80,-3-3 1,-4-5-1,-124 68 1,193-120 1167,-2-1-1,1-2 1,-58 19 0,80-30 19,0 0 0,0 0 1,-1 0-1,1-1 1,0 1-1,-1-1 1,1-1-1,0 1 0,0-1 1,-1 1-1,1-2 1,-6-1-1,8 2 15,0-1-1,1 1 1,-1-1-1,0 1 1,1-1-1,0 0 1,-1 0-1,1 0 1,0-1-1,0 1 1,0 0-1,0-1 1,1 1 0,-1-1-1,1 0 1,0 1-1,-1-1 1,1 0-1,0 0 1,0 0-1,0-5 1,0-2 123,1-1 0,0 1 0,1 0 1,0-1-1,1 1 0,0 0 0,0 0 1,1 0-1,0 0 0,1 1 0,0-1 1,11-16-1,4-8 163,1 2 0,2 0-1,2 2 1,29-31 0,122-106 660,194-134 192,19 20-740,-311 226-471,674-447-1873,-241 182-3156,-340 213 1990,4 0-3464,-19 19-3949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3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1228 469 11669,'-18'-60'1215,"-23"-64"2913,32 102-2899,0 0 1,-2 1 0,0 0 0,-2 0 0,0 1 0,-1 1 0,-29-31 0,34 41-894,-1 1 0,-1-1 0,1 2 0,-1-1 0,0 1 0,-1 1 0,0 0 0,0 1 0,0 0 0,0 1 0,-1 0 0,0 1 0,0 0 1,0 1-1,-21 0 0,13 3-297,0 0 0,0 2 0,0 0 0,0 1 0,1 2 0,0 0 0,0 1 1,0 1-1,1 0 0,0 2 0,0 0 0,2 1 0,-1 1 0,-20 18 0,-1 5-48,1 2-1,2 1 1,2 1-1,-48 73 1,21-14 9,5 2 0,-47 119 0,87-180-509,1 1-1,2 0 1,-15 79-1,28-117 464,-1 1 0,1-1 0,0 0 0,-1 0-1,1 0 1,0 1 0,0-1 0,1 0 0,-1 0-1,0 0 1,1 0 0,-1 0 0,1 1 0,0-1-1,-1 0 1,3 3 0,-2-5 30,-1 1 1,1-1-1,0 1 0,0 0 1,0-1-1,0 1 0,-1-1 1,1 0-1,0 1 0,0-1 0,0 0 1,0 0-1,0 1 0,0-1 1,0 0-1,0 0 0,0 0 1,0 0-1,0 0 0,0 0 0,0-1 1,0 1-1,0 0 0,1-1 1,6-2-40,1 0 1,-1-1 0,-1-1 0,1 1 0,13-11 0,71-61-59,-56 45 368,1 1 1,56-34-1,-67 49-78,-1 0 19,1 1 0,0 1-1,40-13 1,-58 23-160,0 1-1,1 0 1,-1 1 0,0 0-1,1 0 1,-1 1 0,1 0 0,-1 0-1,1 1 1,-1 0 0,0 1-1,1 0 1,-1 0 0,0 0-1,0 1 1,11 6 0,-3 2-165,-1 0 1,0 1-1,-1 0 1,-1 1-1,0 1 1,0 0 0,19 30-1,-4-8-961,49 73-3470,-28-33-1444,-25-37 1196,16 23-6165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3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13021,'13'1'388,"0"1"1,0 0-1,0 1 0,0 1 1,0 0-1,-1 1 0,1 0 1,-1 1-1,0 0 0,-1 1 0,0 1 1,16 13-1,2 4 51,-2 1 0,-2 1 0,0 1 1,-2 2-1,-1 0 0,-1 2 0,-2 0 0,17 39 0,-23-43-305,-1 1 0,-2 1-1,-1 0 1,-1 1-1,-2 0 1,0 0 0,-3 0-1,0 0 1,-2 1-1,-2-1 1,0 1 0,-3-1-1,0 0 1,-2 0 0,-1 0-1,-2-1 1,0 0-1,-3-1 1,-26 52 0,29-67 85,0-1 0,-1 1 0,0-2 1,-1 1-1,-1-1 0,-14 12 1,21-20-98,0 0 1,-1 0 0,1 0-1,-1-1 1,0 0 0,1 0-1,-1 0 1,-1-1 0,1 0-1,0 0 1,0 0 0,-1-1-1,1 0 1,-1 0 0,1-1-1,-1 0 1,0 0 0,-9-1-1,12-1-46,0 1 0,1-1 1,-1 0-1,0 0 0,0 0 0,1 0 0,-1-1 0,1 1 0,0-1 0,0 0 0,0 0 0,0 0 0,0-1 1,1 1-1,-1-1 0,1 1 0,0-1 0,0 0 0,0 0 0,1 0 0,-1 0 0,1 0 0,0 0 1,0-5-1,-2-6 102,0 0-1,2 0 1,0-1 0,1 1 0,2-22 0,4-2-227,1 0-1,3 0 1,1 1 0,1 0 0,2 1-1,2 1 1,2 0 0,37-57 0,1 14-2294,3 2 1,95-97-1,-120 141 180,52-41 0,1 13-3522,24-7-5378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4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0 352 13721,'2'-1'261,"-1"0"0,0 0 1,0 1-1,0-1 0,1 0 0,-1 0 0,0 1 0,1-1 0,-1 1 0,1-1 0,-1 1 0,0 0 0,1 0 0,-1-1 1,1 1-1,-1 0 0,1 0 0,-1 0 0,1 1 0,1-1 0,19 0 2069,135-38 2885,-90 17-3804,99-48 0,-155 64-1332,0-1 1,0 0-1,-1-1 1,0 0-1,0-1 0,0 0 1,-1 0-1,0-1 1,-1 0-1,15-20 1,-22 26-69,0 0 0,0 0 0,0 0 1,0 0-1,-1 0 0,1-1 0,-1 1 0,0 0 1,1 0-1,-2 0 0,1 0 0,0 0 0,-1-1 1,1 1-1,-1 0 0,0 0 0,0 0 0,0 0 1,0 0-1,-1 1 0,1-1 0,-1 0 0,0 1 1,1-1-1,-1 1 0,0-1 0,-1 1 0,1 0 0,0 0 1,-1 0-1,1 0 0,-1 0 0,-3-1 0,-2-1 69,0 1 0,0 0-1,-1 1 1,1 0-1,-1 0 1,1 1-1,-1 0 1,1 1-1,-1-1 1,0 2-1,1-1 1,-1 1-1,1 1 1,-1-1-1,1 1 1,0 1-1,-1 0 1,1 0 0,-13 7-1,5-1-40,0 1 0,1 0 0,0 1 0,1 0 0,0 1 0,1 1 0,1 0 0,-15 20 0,12-12-39,1 0 0,1 1 1,1 1-1,1 0 0,1 0 0,1 1 1,1 1-1,1-1 0,1 1 0,2 1 1,0-1-1,2 1 0,0-1 0,3 28 1,0-34-4,2 0 1,-1-1 0,2 1 0,1-1 0,0 0-1,1 0 1,1 0 0,1-1 0,0 0 0,1 0 0,1-1-1,1-1 1,0 1 0,1-2 0,0 0 0,1 0 0,1-1-1,0-1 1,29 20 0,-4-9-861,1-2 1,2-1-1,0-3 0,78 23 0,189 24-10691,-93-33-2321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4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56 471 15293,'-43'-33'3098,"41"32"-2902,1 0 1,0 0-1,0-1 1,0 1-1,1 0 0,-1-1 1,0 1-1,0 0 1,1-1-1,-1 1 0,1-1 1,-1 1-1,1-1 1,-1 1-1,1-1 0,0 1 1,0-1-1,0 1 1,0-1-1,0 0 0,0 1 1,0-1-1,1 1 1,-1-1-1,1 1 0,-1-1 1,1 1-1,-1-1 1,1 1-1,0 0 0,0-1 1,1-1-1,-1 1 140,1-1-1,0 0 1,0 1-1,1 0 1,-1-1 0,0 1-1,1 0 1,0 0-1,-1 0 1,1 1-1,0-1 1,0 1-1,5-2 1,0 1-78,1 2 1,-1-1-1,1 1 0,-1 1 0,1 0 1,-1 0-1,1 0 0,10 4 0,6 2-99,0 1 0,-1 2 0,-1 0 0,0 1-1,41 27 1,98 84-292,-142-106 186,23 18-53,-2 3 0,-2 1 0,-1 2 0,-2 1 0,33 51 0,-51-65 0,-2 0 0,-1 2 0,-1 0 0,-1 0 0,-2 1 0,-1 1 0,-1 0 0,-2 0 0,-1 1 0,2 33 0,-6-32 0,-2-1 0,-1 1 0,-1 0 0,-2-1 0,-2 1 0,-15 52 0,17-70 0,-2-1 0,1 0 0,-1 0 0,-1-1 0,-1 0 0,0 0 0,0-1 0,-1 0 0,-1 0 0,0-1 0,-1 0 0,0-1 0,0 0 0,-1-1 0,-1 0 0,-20 11 0,27-17 0,1-1 0,0 1 0,-1-1 0,0-1 0,1 1 0,-1-1 0,0 0 0,0 0 0,0-1 0,1 1 0,-1-1 0,0-1 0,0 1 0,0-1 0,0 0 0,0 0 0,-9-4 0,10 3 0,1-1 0,-1 0 0,1 0 0,0 0 0,0 0 0,0 0 0,0-1 0,1 0 0,-1 0 0,1 0 0,0 0 0,0 0 0,1-1 0,-1 1 0,1-1 0,0 0 0,0 1 0,0-1 0,1 0 0,-1-7 0,-1-2 0,2 1 0,0-1 0,1 0 0,0 0 0,1 1 0,1-1 0,0 0 0,1 1 0,7-25 0,6-4 0,34-68 0,-11 40 0,3 1 0,88-111 0,128-106 0,31 20-727,22 27-4727,-151 136 256,-49 45-1263,14 1-5482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4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207 576 12705,'25'-13'1040,"-16"9"-253,1-1 1,-1-1 0,0 0 0,0 0-1,13-12 1,8-10 817,-19 18-995,1 0 0,-2-1 1,0 0-1,16-21 0,-5-3 41,-7 15-78,16-36 0,-26 48-450,-1-1 0,0 1 0,0-1 0,-1 0 0,0 0 0,-1 0 0,1-17 0,-2 13-4,0 1-1,-1 0 1,-1 0-1,0 0 1,0 0-1,-1 0 0,-1 0 1,0 1-1,-1-1 1,-9-16-1,11 22-46,-1 1 1,0 0-1,0 0 0,0 1 1,-1-1-1,0 1 0,1 0 1,-1 0-1,-1 0 0,1 1 0,-1 0 1,1 0-1,-1 0 0,0 1 1,0 0-1,0 0 0,0 0 0,0 1 1,-1 0-1,1 0 0,0 1 1,-9 0-1,7 0 55,1 1 0,0 0 0,-1 1 0,1 0-1,0 0 1,0 0 0,0 1 0,0 0 0,0 1 0,0-1 0,1 1 0,0 1 0,-11 9 0,1 0 268,0 2 0,2 0 0,-22 29 1,20-19-324,1 0 1,0 0-1,2 1 1,2 1 0,0 0-1,2 1 1,-6 31-1,7-23-79,2 0-1,2 0 1,2 0-1,1 1 1,5 48-1,-1-64 10,0 1-1,2-1 1,1 0-1,0 0 1,2 0-1,0-1 1,2 0 0,0-1-1,1 0 1,19 25-1,-13-24-25,0-1 1,1-2-1,1 1 0,1-2 0,0-1 1,1 0-1,1-1 0,41 20 0,-27-19-1058,0-1-1,1-1 1,1-2-1,54 9 1,77 1-9789,-66-13-2432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5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45 801 13973,'-16'-34'2628,"10"23"-684,1-1 0,0-1 0,-4-15-1,8 24-1666,0-1 0,0 0 0,1 0-1,-1 0 1,1 0 0,1 0 0,0-7-1,7-17 549,1 1 0,1 0 0,2 0 0,27-46 0,9-24 452,17-73-477,-10 21-825,-54 146 25,1 0 0,0 0 0,0-1 0,1 1 0,-1 1 0,1-1 0,0 0 0,5-5 0,-6 8 0,-1 0 0,1 0 0,-1 0 0,1 0 0,-1 0 0,1 1 0,-1-1 0,1 1 0,0-1 0,-1 1 0,1-1 0,0 1 0,0 0 0,-1 0 0,1 0 0,0 0 0,-1 0 0,1 0 0,0 0 0,0 1 0,-1-1 0,1 1 0,1 0 0,9 4 0,-1 0 0,1 1 0,-1 0 0,-1 1 0,0 0 0,14 12 0,57 59 0,-49-45 0,37 36 0,-3 2 0,-3 4 0,53 82 0,-105-140 0,-1 1 0,0 0 0,-2 0 0,0 1 0,-1 0 0,-1 1 0,-1-1 0,-1 1 0,4 36 0,-8-40 0,0-1 0,-1 1 0,0-1 0,-2 1 0,0-1 0,0 0 0,-2 0 0,0 0 0,0-1 0,-1 0 0,-1 0 0,-1 0 0,-11 16 0,2-7-33,-1-1-1,0-1 1,-2 0 0,0-2-1,-2 0 1,0-1 0,-1-2-1,-25 15 1,10-11-1209,-1-1 1,0-1-1,-2-3 0,-62 16 0,5-2-3213,36-8-2207,5-1-5495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5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15277,'2'2'2921,"36"24"2033,0-3-2578,138 116 2521,78 85-2640,-195-170-2226,-3 3 0,92 119-1,-131-153-30,-1 0-1,-2 2 1,0 0-1,-1 1 0,-2 0 1,0 1-1,-2 0 1,-1 0-1,-2 1 0,0 0 1,2 42-1,-8-59-28,-1-1-1,0 0 0,-1 0 1,0 1-1,0-1 1,-1-1-1,-1 1 1,0 0-1,0-1 1,-1 0-1,0 0 1,0 0-1,-1 0 1,0-1-1,-1 0 1,0 0-1,0-1 1,-1 0-1,1 0 1,-2-1-1,1 0 1,-13 7-1,18-12 29,1 1 0,-1-1-1,0 1 1,0-1 0,0 0-1,0 0 1,0-1 0,0 1 0,0 0-1,0-1 1,0 0 0,-1 0-1,1 0 1,0 0 0,0 0-1,0-1 1,0 1 0,0-1 0,0 0-1,0 0 1,0 0 0,0 0-1,0-1 1,-3-1 0,3 1 33,-1-1 1,1 1-1,0-1 1,0 0-1,0 0 1,0 0-1,0-1 1,0 1-1,1-1 1,0 1-1,0-1 1,0 0-1,0 0 1,0 0-1,1 0 1,-2-7-1,1-3-10,1 0-1,0 0 0,1 0 0,1 0 1,0 0-1,1 0 0,7-25 1,2 2-28,26-61 0,-3 27 19,3 0 0,4 3 0,77-102 0,-50 87-273,2 4 0,99-86-1,100-46-3704,-121 119-282,5 17-3604,-6 20-5140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6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16590,'3'7'542,"1"1"1,0-1 0,0-1-1,1 1 1,-1-1 0,1 0-1,1 0 1,-1 0 0,10 7-1,20 23 1502,-13-6-621,-2 1 0,25 49 0,-21-35-622,21 38-74,-4 2 1,-4 3-1,-3 0 1,30 129-1,2 55-727,-66-270 0,1 0 0,-1 0 0,1 0 0,-1-1 0,1 1 0,0 0 0,-1 0 0,1-1 0,0 1 0,0 0 0,0-1 0,0 1 0,1-1 0,-1 0 0,0 1 0,1-1 0,-1 0 0,1 0 0,-1 1 0,4 0 0,-3-1 0,0-1 0,0 0 0,0 0 0,-1 0 0,1 0 0,0 0 0,0 0 0,0 0 0,0-1 0,-1 1 0,1-1 0,0 1 0,0-1 0,-1 0 0,1 1 0,0-1 0,1-2 0,8-4 0,-2-1 0,1 0 0,-1 0 0,16-20 0,195-262 27,-141 179-299,149-163 0,-63 116-5349,-47 64-4049,-24 35-4305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6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1368 12769,'108'-52'5048,"-25"10"-2021,-59 32-2229,-1-2 0,25-18 0,-40 25-528,0 0 0,-1-1-1,0-1 1,0 1 0,-1-1-1,0 0 1,0 0 0,0-1-1,6-11 1,-9 12-99,0 0-1,-1 0 0,1 0 1,-1 0-1,-1 0 1,1-1-1,-1 1 1,0 0-1,-1-1 1,0 1-1,0-1 1,-1 1-1,0 0 1,0-1-1,0 1 1,-1 0-1,0 0 0,-1 0 1,0 0-1,0 0 1,0 0-1,-1 1 1,1 0-1,-10-11 1,12 16-85,-1-1 1,0 0-1,0 1 1,0-1-1,0 1 1,0 0-1,0-1 0,0 1 1,0 0-1,0 0 1,-1 1-1,1-1 1,0 0-1,-1 1 1,1 0-1,-1-1 1,1 1-1,-5 0 1,-39 6 679,36-2-755,0 0 0,0 0 0,0 1 0,1 0 0,-1 1 0,1 0 0,1 1 0,-1 0 0,1 0 0,0 0-1,0 1 1,1 1 0,1-1 0,-1 1 0,-6 12 0,0 1-13,1 1-1,1 0 1,1 1 0,1 0-1,-7 34 1,13-48 2,2 0 0,-1 1 0,1-1 0,1 0 0,0 0 0,1 1 0,-1-1 0,2 0 0,0 0 0,0 0 0,1 0 0,0 0 0,0 0 0,1-1 0,1 1 0,-1-1 0,2 0 0,-1-1 0,1 1 0,0-1 0,1 0 0,14 13 0,-4-6 0,1-1 0,0-1 0,1-1 0,1 0 0,0-1 0,0-1 0,1-1 0,0-1 0,33 7 0,10 0 6,1-3 0,0-3-1,1-3 1,99-3 0,-110-6-261,1-2-1,-1-3 1,0-2-1,-1-2 1,90-33 0,-124 36 149,0 0 1,0-1 0,-1-1 0,0-1-1,-1-1 1,0 0 0,21-22 0,-31 26 70,1 0 1,-1 0-1,-1-1 1,1 0-1,-2-1 1,1 1-1,-2-1 1,1-1 0,-1 1-1,-1-1 1,0 0-1,-1 0 1,0 0-1,1-18 1,-3 23 52,-1 0 0,-1 0 1,1 0-1,-1 0 0,0 0 1,-1 0-1,0 1 0,0-1 1,0 0-1,-1 1 0,0-1 1,0 1-1,0 0 0,-1 0 0,0 0 1,-1 1-1,1-1 0,-1 1 1,0 0-1,0 0 0,0 1 1,-1 0-1,0 0 0,-10-6 1,4 3 85,-1 1 0,0 1 1,0 0-1,0 1 0,-1 0 1,1 1-1,-1 0 0,0 1 1,0 1-1,0 0 1,-22 2-1,9 3 10,0 1-1,0 0 1,1 3-1,0 0 1,0 1 0,1 1-1,0 2 1,-24 15 0,21-10-96,0 2 1,2 0-1,0 2 1,2 1-1,0 1 1,-28 35-1,42-45-14,0 0 1,1 1-1,1 0 1,0 1-1,1 0 1,0 0-1,1 1 0,-5 24 1,9-35-25,1 0 1,1 0-1,-1 0 1,1 1-1,0-1 1,0 0-1,0 0 1,0 1-1,1-1 1,0 0-1,0 0 1,1 0-1,0 0 1,-1 0-1,2 0 0,-1 0 1,0-1-1,1 1 1,0-1-1,0 0 1,0 0-1,1 0 1,-1 0-1,1 0 1,0-1-1,0 1 1,0-1-1,1 0 1,-1 0-1,7 2 1,3 1-61,1-1 0,0 0 0,0-1 0,0 0 1,0-1-1,0-1 0,1-1 0,-1 0 0,1-1 1,-1-1-1,1 0 0,-1-1 0,1 0 0,-1-2 1,0 0-1,20-8 0,-8 2 11,0-2 1,-1 0-1,0-2 1,-1-1-1,0-1 0,-2-1 1,41-39-1,-41 31 39,-1 0 0,-1-2 0,-2-1 0,0 0 0,-2-2 0,-1 1 1,-2-2-1,19-55 0,-2-22 16,23-144 1,-21 85 76,121-428 1540,-139 545-570,-28 92-971,-1 5-56,-145 492-295,87-280-4474,61-207 1784,2 0 0,3 1 0,0 55 0,12 38-9836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7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76 11957,'-8'-22'1098,"7"18"-690,-1 0 0,1-1 1,-1 1-1,0 0 0,0 0 1,0 0-1,-1 0 0,1 0 0,-1 1 1,0-1-1,-7-5 5117,2 32-1513,-79 209 716,-16 125-3274,82-258-1553,5 2-1,4-1 0,4 1 1,7 114-1,10-113 51,-7-91-73,0 1-1,1-1 1,0 0 0,1 1-1,0-1 1,7 13 0,-10-23 98,0 1 1,1-1 0,-1 0 0,0 0-1,1 0 1,-1 0 0,0 0 0,1 0-1,-1-1 1,1 1 0,-1 0 0,1-1-1,0 1 1,-1-1 0,1 1-1,0-1 1,-1 0 0,1 0 0,0 0-1,-1 0 1,1 0 0,0 0 0,-1 0-1,4-1 1,37-11-146,-41 12 160,26-12-65,0-1 0,-1-2-1,-1 0 1,26-22 0,53-31-41,-65 47 79,1 2 1,71-24-1,-85 35 23,0 2 1,0 1-1,1 1 1,0 1-1,49 1 0,16 10-16,98 22-1,-115-16 20,1-3-1,116 2 0,-172-14 59,1-1 0,-1-1 0,0 0-1,0-2 1,0 0 0,-1-2 0,0 0 0,0-1 0,-1 0-1,0-2 1,0 0 0,-1-1 0,26-22 0,-31 22 55,0 0 0,0-1 0,-1 0 0,0-1 1,-1-1-1,-1 0 0,0 0 0,-1 0 0,0-1 0,-2-1 1,1 1-1,-2-1 0,0 0 0,-1 0 0,-1-1 1,3-31-1,-6 17-103,-1 0 0,-2 0 0,-1 0 0,-2 0 0,-1 1 0,-1 0 0,-1 0 0,-2 1 0,-1 0 0,-1 1 0,-2 0 1,0 1-1,-2 1 0,-1 1 0,-1 0 0,-1 1 0,-34-30 0,40 42 42,0 1 1,0 1-1,-31-17 0,38 24-243,0 0 0,0 0-1,0 0 1,-1 1 0,1 0 0,-1 0-1,1 1 1,-1 0 0,1 1-1,-1-1 1,-8 2 0,14-1 11,1 0 0,0 1 0,0-1 0,0 1 1,0-1-1,-1 1 0,1 0 0,0 0 0,0-1 0,0 1 1,0 0-1,0 0 0,0 0 0,1 0 0,-1 0 0,0 0 0,0 0 1,1 0-1,-1 0 0,0 0 0,1 1 0,0-1 0,-1 0 1,1 0-1,0 1 0,-1-1 0,1 0 0,0 0 0,0 1 0,0-1 1,0 0-1,0 1 0,0-1 0,1 2 0,-2 3-669,1 0-216,0 1 0,0 0 0,0-1 1,1 1-1,0-1 0,2 8 0,1-3-2052,1 0 0,0 0 0,9 13-1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43 19234,'-34'42'1397,"22"-28"-627,0 0 0,2 1 0,-1 0 0,2 0 0,0 1 0,-7 19 0,5-6 740,0 0 0,3 1 0,-6 32 0,5-8-1275,3 1 1,1 68-1,6-111-235,0-1 0,0 1 0,1-1 0,0 0 0,1 0 0,0 1 0,1-2 0,0 1 0,1 0 0,0-1 0,1 0 0,0 0 0,0 0 0,1-1 0,0 0 0,1-1 0,0 1 0,0-1 0,1-1 0,0 0 0,0 0 0,1 0 0,0-1 0,12 5 0,-12-6 0,2-1 0,-1 1 0,0-2 0,1 1 0,0-2 0,-1 0 0,1 0 0,0-1 0,0 0 0,0-1 0,0-1 0,0 0 0,0 0 0,0-1 0,0-1 0,0 0 0,-1 0 0,0-2 0,1 1 0,-2-1 0,1-1 0,0 0 0,9-7 0,-6 2 0,0 0 0,-1-1 0,0 0 0,-1-1 0,-1 0 0,0-1 0,0-1 0,14-26 0,-19 27 0,-1 1 0,1-1 0,-2 0 0,0 0 0,-1 0 0,0-1 0,-1 1 0,-1-1 0,0 0 0,-1 0 0,-2-14 0,-1 7 0,-1 1 0,-1 0 0,-1 0 0,-1 0 0,0 1 0,-2 0 0,0 0 0,-1 1 0,-1 1 0,-24-31 0,18 27 0,-2 1 0,-1 0 0,-1 1 0,0 1 0,-1 1 0,-2 1 0,-43-24 0,49 32 20,0 1 1,0 0-1,-32-7 0,40 13-374,-1 0-1,1 0 0,-15 1 0,19 1-324,-1 0-1,0 1 1,1 0-1,-1 0 1,1 1-1,-8 2 0,12-3 208,0 0 0,-1 0-1,1 0 1,0 0-1,0 1 1,1-1-1,-1 1 1,0 0-1,0-1 1,1 1 0,-1 0-1,1 0 1,-1 0-1,1 0 1,0 0-1,0 0 1,0 0-1,0 1 1,0-1 0,0 0-1,1 1 1,-1-1-1,1 0 1,-1 4-1,8 33-11404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8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246 396 14741,'3'22'1453,"0"1"0,-1 0 0,-1 0 0,-1-1 0,-4 28 0,1-10-397,-1-1 1,-3 0 0,-18 64-1,25-103-1052,-18 51 408,-27 55 0,38-92-385,-1 0 1,0 0 0,-1-1 0,0 0-1,-1-1 1,-1 0 0,0 0-1,-20 15 1,30-25-12,0-1-1,-1 0 1,1 0 0,0-1-1,-1 1 1,1 0 0,0 0-1,-1-1 1,1 1 0,-1-1-1,-3 1 1,4-1-1,0 0-1,0-1 1,0 1 0,0 0-1,0-1 1,1 1 0,-1-1 0,0 1-1,0-1 1,0 0 0,0 1-1,1-1 1,-1 0 0,0 0-1,0 0 1,1 1 0,-1-1 0,0-2-1,0 1 20,-1-1-1,1 0 1,0 0-1,0 0 1,1 0-1,-1 0 1,0 0-1,1-1 1,0 1-1,0 0 1,0 0-1,0 0 1,1 0-1,-1 0 1,1 0-1,-1 0 1,1 0-1,0 0 1,1 0-1,-1 0 0,2-3 1,7-15 234,23-35 0,-18 32-121,141-230 546,-109 185-1514,88-98 0,63-28-3151,-160 163 1255,0 2 0,3 2 0,68-37 1,9 11-9161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1160 1630 11725,'-21'-17'773,"14"11"-367,0 0 0,0 1 0,0 0 0,-1 0 0,0 0 1,0 1-1,0 0 0,-1 1 0,1 0 0,-15-3 0,-3 4 821,0 1-1,0 2 1,0 1 0,0 1 0,0 1 0,-40 12-1,16-2-162,1 2 1,1 3-1,1 1 0,-67 40 0,48-19-439,3 2 0,-79 70 0,113-86-620,1 1 0,1 1 0,-27 39 1,39-47-7,1 1 1,1 0 0,1 1 0,1 1-1,-14 43 1,23-58 0,0 1 0,0 0 0,0 0 0,1 0 0,1-1 0,0 1 0,0 0 0,1 0 0,0 0 0,0 0 0,2 0 0,-1-1 0,7 16 0,-7-20 0,0 0 0,1 0 0,0 0 0,0-1 0,0 1 0,1-1 0,0 0 0,-1 0 0,1 0 0,1-1 0,-1 0 0,0 1 0,1-1 0,0-1 0,0 1 0,0-1 0,0 1 0,0-2 0,0 1 0,0 0 0,1-1 0,-1 0 0,0 0 0,1-1 0,9 0 0,0-1 0,-1 0 0,0-1 0,-1-1 0,1-1 0,0 0 0,-1 0 0,0-2 0,0 1 0,16-11 0,-1-1 0,-1 0 0,-1-2 0,24-23 0,-24 16 0,-1 0 0,-1-1 0,-1-2 0,24-41 0,65-133 0,-82 145 0,145-312-29,-48 98-182,175-312 13,40-79 298,-378 702 221,16-11-315,2 1 0,-27 56 1,-21 76-11,43-104 6,-285 722-2,240-590 0,8 3 0,-39 221 0,59-121 0,37-240 0,3 0 0,1 0 0,14 83 0,-11-116 0,1 0 0,0 0 0,1-1 0,1 1 0,1-1 0,18 31 0,-22-43 0,0 0 0,0 0 0,1-1 0,-1 1 0,1-1 0,1 0 0,-1 0 0,1 0 0,-1-1 0,1 0 0,0 0 0,1-1 0,-1 1 0,1-1 0,-1-1 0,1 1 0,0-1 0,0 0 0,0-1 0,0 0 0,11 1 0,-5-3 0,1 0 0,-1-2 0,0 1 0,0-1 0,0-1 0,0-1 0,0 0 0,-1 0 0,0-1 0,0-1 0,16-11 0,7-8 0,-2 0 0,40-43 0,-3-6-143,-4-2 0,-3-3 0,83-141 1,-90 127 77,-8 11 145,73-96-1,-111 166-34,1 0 0,0 2-1,1-1 1,0 1-1,24-16 1,-30 23-33,-1 1-1,1 0 1,0 0-1,0 1 1,0-1 0,0 2-1,0-1 1,0 0-1,1 1 1,-1 0 0,0 1-1,1-1 1,-1 1 0,1 0-1,-1 1 1,1 0-1,10 2 1,-5 2-12,0 0 0,1 0 0,-2 1 0,1 1 0,-1 0 0,0 1 0,-1 0 0,1 0 0,-2 1 0,1 1 0,-1-1 0,-1 1 0,1 1 0,-2 0 0,0 0 0,0 0 0,-1 1 0,9 25 0,-7-16 0,-1 1 0,0 0 0,-2 0 0,-1 1 0,-1-1 0,-1 1 0,-1 0 0,0 0 0,-2-1 0,-5 30 0,-1-20 0,-1-1 0,-2 0 0,-1-1 0,-2 0 0,0 0 0,-2-1 0,-2-1 0,0-1 0,-2 0 0,-1-1 0,-42 41 0,13-20 0,-3-2 0,-1-2 0,-2-3 0,-96 53 0,-137 60-2363,244-130-34,4 2-2153,39-25 4068,-1 1 0,1-1 0,0 1 0,0 0 0,0 0 0,0-1 0,0 1 0,0 0 0,0 0 0,0 0 0,1 0 0,-1 0 0,0 0 0,0 1 0,0 0 0,10 15-12279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48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7 10821,'-77'30'2312,"64"-36"-432,0-3-379,-1 3-429,-9 0-2413,-1-3-1423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2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1547 13113,'8'-3'431,"-1"0"1,0-1-1,0 0 0,-1 0 0,1 0 0,-1-1 1,0 0-1,0 0 0,0-1 0,-1 1 1,0-1-1,5-8 0,1-4 919,-2 0-1,0-1 1,8-25 0,-4 11-376,74-185 3642,-32 14-2230,-17 53-1741,140-395-617,-109 356-28,-59 165 0,-4 12 0,-1 13 0,-1 15 0,-4-13 0,11 65 0,5 132 0,-11-100 0,-2 18 0,-23 225 0,8-248 0,-5-1 0,-4-1 0,-3-2 0,-42 99 0,56-162 0,-2 0 0,-1-1 0,-1 0 0,-1-1 0,-1-1 0,-1 0 0,-2-1 0,-38 38 0,43-50-364,29-24-1368,341-297-15798,-238 220 7373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2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566 1 11833,'-2'5'409,"0"0"-1,-1 0 1,1-1-1,-1 1 1,0-1-1,0 1 1,0-1-1,-1 0 1,1 0 0,-1-1-1,-7 6 1,-14 15 1391,-32 43 3869,-96 149-1,132-183-5405,1 1 1,1 1-1,3 0 0,0 2 0,2 0 0,2 0 0,2 1 0,1 1 0,2 0 0,-3 44 0,8-52-263,2 0 0,1 0 0,1-1 0,10 52 0,-9-69 0,1 0 0,0-1 0,1 1 0,0-1 0,1 0 0,1 0 0,0-1 0,0 0 0,1 0 0,0-1 0,1 0 0,0 0 0,15 12 0,-9-11 0,1-1 0,0 0 0,0-2 0,1 1 0,0-2 0,0 0 0,1-1 0,0-1 0,0-1 0,0 0 0,1-1 0,-1-1 0,1-1 0,0-1 0,-1 0 0,31-5 0,-17-1 0,0 0 0,0-3 0,0 0 0,-1-2 0,-1-1 0,0-2 0,0 0 0,42-31 0,-55 34 0,-2-1 0,1-1 0,-2 0 0,0-1 0,0-1 0,-2 0 0,0 0 0,19-32 0,-25 35 0,0 0 0,-1-1 0,0 1 0,-1-1 0,0 0 0,-1 0 0,-1 0 0,0 0 0,0-1 0,-2 1 0,0 0 0,0-1 0,-4-24 0,-3 13 0,0 0 0,-1 0 0,-2 1 0,0 0 0,-2 0 0,-1 1 0,0 1 0,-2 0 0,0 1 0,-1 1 0,-29-28 0,6 11 0,-1 3 0,-2 0 0,-2 3 0,-78-43 0,65 44 23,-2 3-1,-73-24 1,90 38-508,-1 1 1,0 3-1,-1 1 0,-49-2 0,82 10-159,-1 0-1,0 0 0,1 1 0,-1 1 0,1 0 1,-13 4-1,23-6 406,0 0 1,0 0 0,0 0 0,0 1-1,0-1 1,0 1 0,0-1 0,0 1 0,0-1-1,1 1 1,-1-1 0,0 1 0,0 0-1,1-1 1,-1 1 0,0 0 0,1 0-1,-1-1 1,0 3 0,3 11-6016,11 14-5641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2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579 0 16982,'2'28'1322,"-2"0"0,0 0 0,-2 0 1,-1 0-1,-1 0 0,-1 0 1,-14 39-1,-11 37 1592,-112 389-621,-144 578-2293,279-1044-253,-54 233 236,43-128-3882,15-90-1601,2 48 0,7-25-9114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17 672 13901,'-2'-3'95,"0"1"89,1 0 1,-1 0 0,1 0-1,0 0 1,0-1 0,0 1-1,0 0 1,0 0 0,0-1-1,0 1 1,1-1 0,-1 1-1,1-5 1,1 6 0,1-1 1,-1 1 0,1-1-1,-1 1 1,1-1 0,-1 1-1,1 0 1,0 0 0,0 0-1,0 0 1,0 0-1,0 0 1,0 0 0,0 1-1,0-1 1,0 1 0,0-1-1,3 1 1,69-15 1387,-1 3 0,96-4 0,13-1-1132,-97 6-537,0-3 0,-1-5 1,120-42-1,-175 50 79,0-1 0,-1-2 0,-1 0-1,0-2 1,-1-1 0,-1-2 0,0 0 0,-2-1 0,0-2 0,-1 0-1,-1-2 1,-2 0 0,18-28 0,-31 43 32,4-5 118,-1-2 0,0 1 0,-1-1 0,-1-1 0,0 1 0,6-25 0,-11 22 136,-7 30 96,-8 34-2,8-15-254,1 1 0,2-1-1,2 55 1,17 93-101,-17-173-11,9 64-518,3 0-1,2-1 1,41 113 0,-15-93-79,-35-79 529,0 1 1,1-2-1,0 1 0,0-1 1,1 0-1,13 12 0,-18-19 77,1 1 0,0 0-1,1-1 1,-1 1-1,0-1 1,0 0 0,1 0-1,-1 0 1,0-1 0,1 1-1,-1-1 1,1 0 0,-1 1-1,0-2 1,1 1 0,-1 0-1,1-1 1,-1 1 0,4-2-1,7-2 281,0-1 0,24-11 0,-38 16-282,24-12 634,0 2-1,0 2 1,1 0-1,26-5 1,-35 10-399,1 1 0,0 1 0,0 1 0,0 0 0,0 1 0,0 1 0,21 4 0,34 15 166,-1 2 0,0 4 0,65 35 0,-62-27-325,1-3-1,100 28 1,-158-56-99,1-1 1,0 0 0,0-2 0,0 0 0,0 0 0,33-5 0,-42 3 17,1-1 0,-1 0 0,0 0 0,0-1 1,0 0-1,-1-1 0,1 0 0,-1 0 0,0 0 0,0-1 0,0-1 0,0 0 0,-1 0 0,10-11 1,-8 7-5,0-1 1,-1-1 0,-1 1 0,0-1 0,-1 0-1,0-1 1,8-25 0,-12 30 24,0 0 0,0 0 0,-1 0-1,-1 0 1,1 0 0,-1 0 0,-1 0 0,1 0 0,-1 0-1,-1 0 1,0 0 0,0 0 0,0 1 0,-6-12 0,8 17 3,-1 1 0,0-1 0,0 1 0,0-1 0,0 1 0,-1 0 0,1 0 0,0 0 0,0-1 0,-1 1 0,1 0 1,-1 1-1,1-1 0,-1 0 0,1 0 0,-1 1 0,1-1 0,-1 0 0,0 1 0,1 0 0,-1-1 0,0 1 0,1 0 0,-1 0 1,0 0-1,-3 0 0,2 1-4,-1-1 1,0 1-1,1 0 1,-1 0-1,1 0 1,-1 0-1,1 1 1,-1 0-1,1-1 1,0 1-1,-4 3 1,1 0-20,0-1 0,1 1 0,-1 1 1,1-1-1,0 1 0,1 0 0,0 0 0,-1 0 0,2 1 1,-1-1-1,1 1 0,0 0 0,1 0 0,-1 0 0,1 1 0,1-1 1,-1 0-1,2 1 0,-1-1 0,1 1 0,-1-1 0,2 1 1,-1-1-1,1 0 0,3 11 0,-2-9 0,1 0 0,0 0 0,1 0 0,0 0 0,0-1 0,1 1 0,0-1 0,0 0 0,1-1 0,0 1 0,1-1 0,-1 0 0,1-1 0,1 0 0,-1 0 0,1 0 0,0-1 0,16 8 0,0-2-63,0-2 0,0 0 0,1-2 0,0 0 0,0-2 0,1-1 0,-1-1 1,1-1-1,0-1 0,-1-2 0,35-4 0,-30 1-68,-1-1 0,1-2 0,-1-1 0,0-1 0,-1-1 0,0-2 0,-1-1 0,0-1 0,34-24-1,-11-1 418,66-67-1,-77 68 196,-34 33-421,42-34 597,-44 37-637,1 0-1,-1 0 1,0 0 0,1 1-1,-1-1 1,1 1 0,-1 0-1,1 0 1,0 0 0,-1 1-1,1-1 1,0 1 0,0 0-1,5 0 1,12 6-20,1 1 1,-1 0-1,-1 2 0,1 1 1,25 16-1,-17-10 0,-25-14 0,21 12-2,1-2 0,0 0 0,48 14 0,-67-24-7,0 0 0,1-1 1,-1 0-1,0 0 0,1-1 0,-1 1 0,1-2 0,-1 1 1,1-1-1,-1 0 0,0-1 0,0 1 0,1-2 0,-1 1 1,0-1-1,-1 0 0,1 0 0,0-1 0,-1 0 0,8-5 1,-5 0 25,1-1 1,-2 0-1,1 0 1,-1-1 0,-1 1-1,0-2 1,0 1-1,-1-1 1,-1 0-1,6-18 1,-23 125-18,-21 307 0,14-106 0,-39 113-71,38-307 130,-6-1-1,-39 102 1,43-147-106,-2-2 0,-2 0 1,-3-2-1,-68 92 0,70-110-115,-2-1-1,-1-2 1,-2-1-1,-1-2 1,-1-1-1,-1-1 1,-63 33-1,60-40 26,0-2-1,-2-1 1,0-3-1,0-1 1,-47 8-1,58-15 143,0-2 0,0 0 0,-1-2 0,1-1 0,0-1 0,-1-2 0,1-1 0,-33-9 0,51 10 49,1 0 0,1-1-1,-1 0 1,0-1 0,1 0-1,0 0 1,0-1 0,0 0 0,1-1-1,0 0 1,0 0 0,1 0 0,0-1-1,0-1 1,1 1 0,0-1-1,-5-10 1,6 9-3,1-1-1,0-1 0,0 1 1,1-1-1,1 1 1,0-1-1,0 0 0,1 0 1,1 0-1,0 1 1,1-1-1,0 0 0,0 0 1,2 0-1,3-11 1,2-3-10,1 0 1,2 1 0,0 0-1,2 1 1,22-32-1,94-108-514,-52 79-1175,170-143-1,120-42-3173,153-35-5251,-228 155-859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3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812 120 13637,'-31'-65'2292,"29"61"-1982,-1 0 0,0 0-1,-1 0 1,1 1 0,-1-1 0,1 1 0,-1 0 0,0 0 0,0 0-1,-1 1 1,1-1 0,0 1 0,-1 0 0,1 0 0,-1 1 0,0-1 0,0 1-1,1 0 1,-11 0 0,12 0-126,-8 0 128,0 0 1,0 1-1,0 1 0,0-1 0,0 2 1,0 0-1,0 0 0,0 1 1,1 0-1,-1 1 0,1 0 0,0 0 1,0 1-1,1 1 0,-1 0 1,-16 13-1,-1 4 94,0 1-1,2 1 1,1 1 0,-20 29-1,-3 11-34,3 1-1,3 2 0,4 2 0,2 1 0,4 2 0,2 1 0,-18 82 0,36-114-345,3 1-1,1 0 0,2 1 1,3 0-1,1-1 1,9 82-1,-3-97-25,0 0 0,2-1 0,1 0 0,1 0 0,2-1 0,1-1 0,0 1 0,2-2 0,1 0 0,2-1 0,27 34 0,-22-35-50,2 0 0,0-1 0,1-2 0,1 0 0,1-2 0,0-1 0,1-1 0,1-1 0,1-2 0,0-1 0,1-1 0,0-2-1,0-1 1,50 7 0,-34-11-33,-1-1 0,1-3 0,0-1-1,0-3 1,-1-1 0,0-3 0,0-1-1,-1-3 1,67-26 0,-59 16 39,-1-2 0,-1-2 0,-1-2-1,77-58 1,-98 62 32,0-1 0,-1-1 0,-2-2 0,-1 0-1,-1-2 1,-1-1 0,-2 0 0,18-36 0,-33 55 11,-1 1 0,0-1 0,-1 0 0,0-1 0,-1 1 1,-1 0-1,2-16 0,-3 25 1,-1 0 0,0 0 1,0 0-1,0 1 0,0-1 1,-1 0-1,1 0 0,-1 1 1,1-1-1,-1 0 0,0 1 0,0-1 1,0 1-1,-1-1 0,1 1 1,-1-1-1,1 1 0,-1 0 1,0 0-1,1 0 0,-1 0 1,0 0-1,-1 0 0,1 0 1,0 1-1,0-1 0,-1 1 0,1 0 1,-1-1-1,1 1 0,-1 0 1,0 0-1,1 1 0,-1-1 1,0 1-1,1-1 0,-1 1 1,-4 0-1,-7 0-46,0 0 0,1 1 0,-1 1 0,0 0 0,1 1 0,0 1 0,-1 0 0,1 0 0,1 1 0,-1 1 0,1 0 0,-17 12 1,5-1-561,0 0 1,0 2 0,2 1-1,-33 38 1,22-23-465,25-28 657,1 0 1,-1 1-1,1 0 1,1 0-1,0 0 1,0 1-1,0 0 1,1 1-1,1-1 1,-6 16-1,9-25 392,1 1 0,0-1 0,0 1 0,0 0 1,0-1-1,0 1 0,0-1 0,0 1 0,0-1 0,0 1 0,0-1 0,0 1 0,0-1 0,0 1 0,0 0 0,0-1 0,1 1 0,-1-1 0,0 1 0,0-1 0,1 1 0,-1-1 0,0 0 0,1 1 0,-1-1 0,0 1 0,1-1 1,-1 0-1,0 1 0,1-1 0,-1 0 0,1 1 0,-1-1 0,1 0 0,-1 0 0,1 1 0,-1-1 0,1 0 0,2 1 11,1-1-1,-1 1 1,0-1-1,0 0 1,0 0 0,0-1-1,0 1 1,3-1-1,5-1 179,0-1 0,0 0 1,20-10-1,8-8 767,-4 2 1363,41-16 1,-73 33-2151,0 1 0,0 0 0,0 0 0,0 1 0,0-1 0,0 1 0,0-1 0,0 1 0,0 0 0,0 0 0,0 1 0,0-1 0,0 0 0,0 1 0,0 0 0,0 0 0,0 0 0,-1 0 0,1 0 0,0 1 0,0-1 0,-1 1 0,1-1 0,-1 1 1,1 0-1,-1 0 0,0 0 0,0 1 0,0-1 0,0 0 0,3 6 0,2 4 72,-1 0 0,0 1 0,-1 0 0,0 1 0,4 17 0,-6-21-221,13 49 96,39 113-1771,-44-147-211,0-1-1,26 38 1,-19-36-1723,1-1 0,30 29-1,3-7-8089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4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1 13601,'-12'3'847,"-1"0"-1,1-1 0,-1 0 1,-15-1-1,18 1-259,0 0 0,0 1-1,0 0 1,1 1 0,-1 0 0,1 0-1,-15 10 1,-11 4 776,19-10-867,2 1 1,0 0 0,0 1 0,-16 15 0,-24 16 422,31-26-79,21-13-79,9-14-196,-5 10-540,-1 0 0,1 0-1,-1 0 1,1 0 0,0 0-1,-1 1 1,1-1 0,0 1 0,0-1-1,0 1 1,0 0 0,1 0-1,-1 0 1,0 0 0,0 0-1,1 1 1,-1-1 0,5 0-1,-3 1-4,0 0-1,0 0 0,0 1 0,0-1 1,0 1-1,0 0 0,-1 0 0,1 0 1,0 1-1,5 2 0,2 2-4,0 1 0,-1 0 1,1 1-1,-2 0 0,1 1 0,8 10 0,3 6-194,-1 1-1,-1 1 1,29 56 0,30 94-2065,-70-158 1942,7 23-898,-3 1-1,10 64 1,-20-100 961,-6-34 476,2-2 0,0 1 0,3 0 0,0 0 0,1 0-1,2 0 1,1 0 0,1 1 0,1 0 0,2 0-1,1 0 1,0 1 0,2 1 0,1 0 0,26-36 0,-26 42-38,1 1 1,1 0 0,1 1 0,1 1-1,0 1 1,1 0 0,0 1 0,33-18-1,-36 24-131,2 0-1,-1 1 0,1 1 0,0 1 0,0 0 0,1 1 0,0 1 0,-1 1 0,1 0 0,0 2 0,33 2 0,-23 2-48,0 2 0,-1 0 0,0 2 0,0 1 0,-1 2 0,0 0 0,-1 1 0,0 2 0,-1 1 0,24 18 0,3 8-1724,-2 1 1,-1 2-1,52 64 1,-67-67-768,-19-22 153,2-1 0,0 0 0,26 21 0,15-1-5875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6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541 1816 11537,'84'-241'8975,"-53"164"-6307,3 2 1,81-133-1,-17 37-1228,48-135-69,-119 237-1188,-3 0-1,24-115 1,-42 157-148,-2 0 1,-1 0-1,-1-1 0,-1 1 0,-2-1 0,0 1 1,-2 0-1,-12-51 0,13 71-20,0 0-1,-1 1 1,0-1 0,0 1 0,0 0-1,-1 0 1,0 0 0,0 0-1,0 1 1,-1 0 0,0 0 0,0 0-1,0 0 1,-1 1 0,0 0-1,0 0 1,0 0 0,0 1 0,0 0-1,-1 0 1,1 0 0,-1 1 0,0 0-1,1 1 1,-1-1 0,0 1-1,0 0 1,0 1 0,0 0 0,0 0-1,0 1 1,0-1 0,0 2-1,0-1 1,0 1 0,0 0 0,0 0-1,-7 4 1,-3 2-15,1 1 0,0 0 0,1 1 0,0 1 0,0 0 0,1 1 0,1 1 0,0 0 0,-13 17 0,-6 11 0,2 2 0,-24 48 0,10-10 0,3 2 0,5 2 0,3 1 0,4 2 0,3 1 0,5 1 0,-12 112 0,25-125 0,4 1 0,3 0 0,3 0 0,4-1 0,3 1 0,3-1 0,4-1 0,49 141 0,-31-134 0,57 98 0,58 68 0,-139-234 0,8 13 0,-1 0 0,-1 1 0,-2 0 0,21 61 0,-33-84 0,0 1 0,-1 0 0,1 1 0,-1-1 0,-1 0 0,0 0 0,0 0 0,0 1 0,-1-1 0,0 0 0,0 0 0,-1 0 0,0 0 0,0 0 0,0 0 0,-1-1 0,0 1 0,-1-1 0,1 0 0,-1 0 0,0 0 0,-1 0 0,1 0 0,-1-1 0,0 0 0,-1 0 0,1-1 0,-10 6 0,-14 9 3,-1-3 0,-1 0 0,0-2 0,-1-1 0,-1-2 0,-48 11 0,-12-4-135,-103 8-1,164-23-1060,1 0 0,-1-3-1,0 0 1,-49-8 0,79 8 954,1 0-1,-1 0 0,1-1 1,-1 1-1,1 0 1,-1-1-1,1 1 0,-1-1 1,1 0-1,0 1 1,-1-1-1,1 0 0,0 0 1,0 0-1,0 0 1,-2-1-1,3 1-156,-1-1 0,1 1 1,0 0-1,0-1 0,0 1 0,0-1 1,0 1-1,0 0 0,0-1 0,0 1 0,0 0 1,1-1-1,-1 1 0,1 0 0,-1-1 1,1 1-1,0-2 0,22-42-11980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6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532 11 15925,'-10'-4'898,"-15"-2"716,25 6-1527,-1 0 1,1 0-1,-1 0 1,1 0-1,-1 1 0,1-1 1,-1 0-1,1 0 0,-1 1 1,1-1-1,-1 0 0,1 1 1,0-1-1,-1 0 0,1 1 1,0-1-1,-1 1 1,1-1-1,0 1 0,-1-1 1,1 1-1,0-1 0,0 1 1,0-1-1,-1 1 0,1-1 1,0 1-1,0-1 0,0 1 1,0-1-1,0 1 0,0-1 1,0 1-1,0-1 1,0 1-1,0-1 0,0 1 1,0-1-1,1 1 0,-1-1 1,0 1-1,1 0 0,0 12 732,0 0 0,-1-1 0,-1 1 0,0 0 0,0 0 0,-1-1 0,-7 22 0,-37 90 2344,28-81-2603,-62 176-451,9 3-1,-46 250 0,-14 469-134,117-697-739,15-83-3068,1-129 1322,8 47-1,7-11-4415,6-7-6308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6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42 13045,'19'-10'627,"-13"6"-293,1 0-1,0 0 1,0 1-1,0 0 1,0 0-1,1 0 1,-1 1 0,1 1-1,-1-1 1,1 1-1,11 0 1,-3 1 303,1 1-1,-1 1 1,0 0-1,0 2 1,0-1-1,0 2 1,0 0-1,-1 1 1,0 1-1,26 14 1,-34-16-525,-1-1-1,1 1 1,-1 0 0,0 1 0,0-1-1,-1 1 1,1 0 0,-1 0-1,-1 1 1,1 0 0,-1 0 0,0 0-1,-1 0 1,1 0 0,-2 1-1,1 0 1,-1-1 0,0 1 0,-1 0-1,1 0 1,-2 0 0,1 0-1,-1 0 1,-1 10 0,-1-5-49,-1 0 0,-1 1 0,0-1 0,0 0 1,-1-1-1,-1 1 0,0-1 0,-1 0 0,0-1 0,-1 1 1,0-2-1,-19 20 0,-11 7 106,-83 63 0,98-82-145,-238 171-3580,180-124-2599,77-62 5488,-13 14-4826,17-16 4793,0 1 0,0-1 0,0 1 1,0-1-1,0 1 0,0-1 0,1 1 0,-1-1 0,0 1 1,1-1-1,-1 0 0,1 1 0,1 1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7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657 530 13729,'44'-36'697,"4"-4"1047,51-54-1,-76 70-119,-1-1-1,25-38 1,-41 54-1312,0 0 0,0-1 0,-2 0 0,1 0 0,-1 0 0,0 0 0,-1-1 0,0 0 0,-1 1 0,0-1 0,0-11 0,-2 17-238,0 1-1,-1 0 0,1-1 0,-1 1 0,1 0 1,-1-1-1,-1 1 0,1 0 0,-1 0 1,1 0-1,-1 0 0,0 0 0,-1 0 0,1 1 1,-1-1-1,1 1 0,-7-6 0,4 5 18,0 0-1,0 0 0,-1 1 0,0 0 1,1 0-1,-1 1 0,0-1 1,0 1-1,-1 0 0,1 1 1,-7-1-1,-5 0 159,0 1 0,0 0 1,0 2-1,0 0 0,0 1 0,0 1 0,-29 8 1,-1 6-97,1 2 1,0 3-1,1 1 1,2 2 0,0 3-1,2 1 1,1 2 0,1 2-1,2 1 1,2 2-1,-57 72 1,74-82-154,1 1 0,1 1 0,2 0 0,1 2 0,1-1 0,-17 58 0,26-69 0,0-1 0,2 1 0,0 0 0,0 0 0,4 34 0,-1-40 0,1 1 0,0-2 0,1 1 0,0 0 0,1 0 0,1-1 0,0 0 0,0 0 0,11 15 0,-6-11-372,2-1 0,0-1-1,0 1 1,1-2 0,1 0 0,0-1-1,1 0 1,0-1 0,0-1 0,1 0 0,0-1-1,1-1 1,0 0 0,23 5 0,8-1-2366,1-2-1,-1-2 1,1-2 0,53-2 0,17-1-7771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7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603 98 10673,'-2'-6'400,"-1"0"1,1 1-1,-1-1 0,0 1 1,-1-1-1,1 1 1,-1 0-1,0 0 0,0 1 1,0-1-1,-1 1 0,0 0 1,0 0-1,0 1 0,0-1 1,-1 1-1,1 0 1,-1 0-1,1 1 0,-1 0 1,0 0-1,0 0 0,0 1 1,-1 0-1,1 0 0,0 0 1,-13 1-1,2 1 381,0 0 1,1 1-1,-1 1 0,0 0 0,1 2 1,-1 0-1,1 0 0,0 2 0,-18 9 0,11-2-454,0 0 0,1 1 0,1 1-1,0 2 1,1 0 0,1 1 0,1 0 0,1 2-1,-17 24 1,26-31-368,0-1 0,1 1 0,1 0 0,0 0 0,1 1 0,0-1 0,-4 24 0,8-27 52,0 0 0,0 0 0,1 0 0,1 0 0,0 0 0,0 0 0,1 0 0,0-1 0,1 1 0,0-1 0,7 16 0,-4-15-8,0-1-1,1 0 1,0-1-1,0 1 1,1-1-1,0 0 1,0-1-1,1 0 1,0-1-1,1 1 1,0-2 0,0 1-1,0-2 1,14 7-1,-1-3-236,1 0 0,0-1 0,0-1 0,1-1 0,41 3 0,-28-6-160,1-2 1,-1-2-1,0-1 1,0-2-1,0-2 1,0-1-1,-1-2 1,64-25-1,-61 17 447,-1-1 0,0-2 0,-2-2 0,-1-2 0,0-1 0,-2-1 0,47-48 0,-7-3 1107,54-54 2105,-127 131-3263,-1-1 1,1 1 0,-1-1-1,1 1 1,-1-1 0,1 1 0,-1-1-1,1 1 1,0-1 0,-1 1-1,1 0 1,-1-1 0,1 1-1,0 0 1,0 0 0,-1-1 0,1 1-1,0 0 1,-1 0 0,1 0-1,1 0 1,-1 1-3,0 0 0,-1 0 0,1 0 0,0 0 0,0 0 0,-1 0 0,1 0 0,0 1 0,-1-1 0,1 0 0,-1 0 0,0 0 0,1 1 0,-1-1 0,0 0 0,0 1 0,0-1 0,0 0 0,0 2 0,-1 28 0,-4-12 0,0 1 0,-2-1 0,0-1 0,-16 31 0,5-12 0,-80 159-279,47-118-4083,46-70 2339,-1 1 0,1-1 1,1 1-1,0 1 0,-5 13 0,4-2-10982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7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16013,'-37'6'4825,"44"6"-3173,3 3-340,-7 9-568,14 15-1008,3-2-876,13-13 84,21 21-5469,23 24-6052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8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1130 17350,'-15'-18'910,"1"-1"0,-14-26 0,27 42-734,0 0-1,0-1 1,0 1 0,0 0-1,0 0 1,1-1 0,0 1 0,0 0-1,0-1 1,0 1 0,0-1 0,1 1-1,-1 0 1,1 0 0,0-1-1,2-4 1,1-2 345,1 0 0,1 0 0,8-12 0,-6 9-34,21-30 437,2 0-1,2 3 0,56-55 0,70-43-86,-28 26-484,-108 92-318,0-2 1,-1-1-1,-2-1 1,0-1-1,-2-1 1,0 0-1,22-46 1,-21 30 16,47-123 463,-65 160-204,-3 7-52,-8 15 124,-13 33-18,8-11-328,-13 59 0,14-45-34,-56 201-3,-110 412 0,33 8 0,-19 720 0,160-1274 0,-2 3 0,15 230 0,-5-337-34,-2-11-59,1 1 0,-1-1 0,2 1 0,-1-1 0,0 1 0,4 8 0,-3-15-50,0 1 0,-1-1 0,1 1 0,-1-1 0,1 1 0,-1-1 0,0 0 0,1 0 0,-1 0 0,0 1 0,1-1 0,-1-1 0,0 1 0,2-2 0,1-3 21,1-1 0,-1 0 0,0 1 0,-1-1 0,0-1 0,0 1 0,0 0 1,-1-1-1,0 0 0,-1 1 0,0-1 0,0 0 0,0 0 0,-2-12 0,1-14-97,-3 1-1,-7-38 1,-1 17 88,-3-1 1,-2 2-1,-2 0 0,-45-88 1,-128-187 1080,67 126-106,111 180-749,2 0 0,0-1 0,1 0 1,1 0-1,2-1 0,-7-35 1,12 48-85,1 0 0,0 0 0,1 0 0,0 0 0,1 0 0,0-1 0,1 1 0,0 0 0,0 1 0,2-1 0,-1 0 0,1 1 0,1 0 0,0 0 0,0 0 0,12-15 0,-1 4-155,2 2 0,0 0 0,1 1 1,1 1-1,1 1 0,0 1 0,42-22 0,173-69-1344,-57 42 690,3 9 1,255-45 0,-400 93 1130,-1 2 0,1 1 0,66 2 0,-96 2-164,0 1 0,0 0 0,-1 0-1,1 0 1,-1 1 0,1 0-1,-1 0 1,1 1 0,-1 0 0,0 0-1,0 0 1,0 1 0,7 6 0,-10-7-46,0 0 0,-1 0 0,0 0 0,1 1 0,-1-1 0,-1 1 0,1-1 1,0 1-1,-1 0 0,0-1 0,0 1 0,0 0 0,0 0 0,-1 0 0,1 0 1,-1 0-1,0 0 0,0 0 0,-1 0 0,1 0 0,-1 0 0,0 0 0,-1 5 1,-14 39 454,-2 0 1,-46 87-1,-3 8-627,61-128 12,-44 124-1582,46-125 707,1 1 0,1 0 1,0 0-1,0 0 0,2 0 0,0 0 0,3 24 1,-2-32-383,1-1 1,-1 1-1,1-1 1,0 0 0,6 10-1,25 35-11761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8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88 11661,'-44'-51'2140,"44"33"-356,4 0 1069,26 21-3089,13 15-968,-6-9-693,7 12-2475,19 9-3373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8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602 0 16069,'-178'191'4054,"25"1"3607,103-124-5158,13-19-1613,3 3-1,-42 79 1,63-104-913,1 0-1,2 1 0,1 0 1,1 1-1,1 0 0,1 0 1,-1 35-1,6-52 24,1 1 0,0-1 0,1 0 0,1 1 0,-1-1 0,2 0 0,0 0 0,0 0 0,1-1 0,1 1 0,0-1 0,0 0 0,1 0 0,1 0 0,0-1 0,0 0 0,1-1 0,0 1 0,1-1 0,0-1 0,0 0 0,1 0 0,0-1 0,0 0 0,17 8 0,0-2-568,0-2 1,1 0-1,0-2 0,1-1 1,57 7-1,157 1-11996,-78-15-1249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8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96 11785,'36'-73'2446,"-30"50"1378,-8 41 2120,-2 52-2298,-22 120 1,15-127-2867,-144 689 186,-29 194-4518,176-870 492,1 90 0,9-118-1126,9 58 1,13 6-7826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9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60 508 15981,'-12'-8'697,"1"0"-1,0-1 1,-9-10-1,19 18-613,0 0-1,1 0 1,-1 0 0,1 0-1,-1 0 1,1 0 0,-1 0-1,1-1 1,0 1 0,0 0-1,-1 0 1,1 0 0,0 0-1,0-1 1,0 1 0,0 0-1,0 0 1,1 0 0,-1-1-1,0 1 1,1 0 0,-1 0-1,0 0 1,1 0 0,-1 0-1,1 0 1,0 0 0,-1 0-1,1 0 1,1-1 0,23-22 1288,-11 16-985,0 1 0,1 0 0,0 1 0,0 0 0,0 2 0,1 0 0,27-4 0,-7 1-42,434-58 1412,-202 34-1623,382-74-788,-373 57 368,-244 42 251,-18 3 11,-1 1 0,1 0 0,18 0 0,-32 2 22,0 0-1,1 0 0,-1 0 1,0 1-1,1-1 0,-1 0 0,0 0 1,0 1-1,0-1 0,1 1 1,-1-1-1,0 1 0,0-1 1,1 2-1,-1-2 1,-1 1 1,0-1-1,1 1 1,-1-1-1,0 1 1,0-1-1,1 1 1,-1 0-1,0-1 1,0 1-1,0-1 0,0 1 1,0-1-1,0 1 1,0 0-1,0-1 1,0 1-1,0-1 1,0 1-1,0 0 1,0-1-1,0 1 1,-1-1-1,1 1 1,0-1-1,0 1 1,-1-1-1,1 1 0,0-1 1,-1 1-1,1-1 1,0 1-1,-1-1 1,1 0-1,-1 1 1,-10 9-2,0 0 0,0-1 0,0-1 0,-24 13 0,3-1-13,-92 63-1668,4 4 0,-171 163-1,276-236 1196,1 1-1,0 0 1,1 1 0,1 1-1,0 0 1,-9 20-1,19-34 397,1 0-1,-1 0 1,1 0-1,0 0 0,0 0 1,0 0-1,1 1 0,-1-1 1,1 0-1,-1 0 1,1 1-1,0-1 0,0 0 1,1 0-1,-1 1 1,1-1-1,0 0 0,-1 0 1,2 0-1,-1 0 1,0 0-1,0 0 0,1 0 1,0 0-1,-1 0 1,1-1-1,0 1 0,0-1 1,1 1-1,-1-1 1,0 0-1,4 2 0,1 1-32,1-1-1,0 0 1,0 0-1,0-1 1,1 0-1,-1 0 0,1-1 1,0 0-1,-1 0 1,16 0-1,13-2 249,0-1 0,-1-1 1,1-2-1,-1-2 0,0-1 0,54-19 0,202-96 4771,-20 7 2376,-257 110-6922,-1 0 0,2 1 0,-1 1 0,0 1 0,0 0 0,1 1 0,-1 0 0,1 1 0,0 1 0,-1 0 0,0 1 0,1 1 0,-1 1-1,0 0 1,0 1 0,16 7 0,20 17-311,-2 2 0,-1 2-1,61 54 1,-51-39-39,85 53 0,-115-84 4,1-1 0,0-2 0,1-1 0,1-1 0,0-1 0,52 10 0,-64-19 0,0 1 0,0-2 0,0-1 0,-1 0 0,1-1 0,0-1 0,0-1 0,-1-1 0,1-1 0,-1 0 0,0-1 0,32-16 0,-25 7 0,0 0 0,-1-2 0,-1-1 0,-1-1 0,-1-1 0,0 0 0,-2-2 0,28-39 0,1-11 0,62-123 0,62-152 0,-162 328 0,0 0 0,1 0 0,21-25 0,-27 38 0,1 0 0,-1 0 0,1 1 0,0 0 0,0 0 0,1 0 0,-1 0 0,1 1 0,0 1 0,0-1 0,1 1 0,10-4 0,-13 7 0,0-1 0,0 1 0,0 0 0,-1 0 0,1 1 0,0-1 0,0 1 0,-1 0 0,1 0 0,0 1 0,-1-1 0,1 1 0,-1 0 0,0 0 0,1 1 0,-1-1 0,0 1 0,0 0 0,-1 0 0,1 0 0,-1 1 0,6 6 0,2 3 0,0 1 0,-1 1 0,0-1 0,-1 1 0,7 18 0,-7-13 0,-1-1 0,-1 2 0,0-1 0,-2 1 0,0 0 0,-2 0 0,0 1 0,-1-1 0,-1 1 0,-1-1 0,-1 1 0,-5 27 0,1-16 0,-1 0 0,-2-1 0,-1 1 0,-2-2 0,-1 1 0,-1-2 0,-18 30 0,4-19 1,-2-2 0,-1 0 0,-2-3 0,-2 0 0,-1-2 0,-65 48 0,28-31-31,-2-3 0,-143 67 0,16-34-2100,-4-23-4571,82-32-1185,19 1-5097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9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780 69 10929,'-33'-56'2811,"33"55"-2680,0 1 0,0-1 0,0 0 1,-1 1-1,1-1 0,0 0 0,-1 1 0,1-1 0,-1 1 1,1-1-1,0 1 0,-1-1 0,1 1 0,-1-1 0,1 1 1,-1-1-1,0 1 0,1 0 0,-1-1 0,1 1 0,-1 0 1,0 0-1,1-1 0,-1 1 0,0 0 0,1 0 0,-1 0 1,0 0-1,1 0 0,-1 0 0,0 0 0,1 0 0,-1 0 1,0 0-1,-1 1 0,-9 17 3545,7-11-3530,-9 22 2803,-18 53 0,4-7-498,-65 143-317,-128 315-2134,49-53 0,48 12 0,110-421 72,3 1 0,-1 99 0,11-151-363,1 0 0,0 1 0,2-1 1,0 0-1,1 0 0,1-1 1,1 1-1,1-1 0,0 0 0,2-1 1,0 0-1,1 0 0,16 22 1,-20-33 34,1 1 0,0-1 0,1 0 0,-1 0 0,1-1 0,1 0 0,-1 0 0,1-1 0,0 0 0,0-1 1,0 0-1,1 0 0,-1-1 0,1 0 0,0-1 0,0 0 0,17 1 0,-10-3 50,0 0-1,-1-2 1,1 0-1,-1-1 1,1 0-1,-1-2 1,0 0-1,-1 0 1,1-2-1,16-9 1,9-7-69,-1-2 1,-2-2 0,64-57-1,92-111 336,-16-14 902,18-17 2427,-165 199-2099,-31 27-1247,1 0 0,-1 0-1,1-1 1,-1 1 0,1 0 0,-1 0 0,0 0 0,1 0 0,-1-1-1,1 1 1,-1 0 0,1 0 0,-1 0 0,1 0 0,-1 0 0,1 0-1,-1 0 1,1 0 0,-1 0 0,1 0 0,-1 1 0,1-1-1,-1 0 1,1 0 0,0 1 0,-1 0 30,1-1-1,-1 1 1,1 0-1,-1 0 1,1 0-1,-1 0 1,0 0-1,0 0 1,1 0 0,-1 0-1,0 0 1,0 0-1,0 0 1,0 1-1,0-1 1,0 0-1,-1 1 1,-1 14 326,-2-1 1,0 1-1,0-1 0,-1 0 1,-1-1-1,-1 1 0,-15 25 1,1-1-108,-80 181-128,94-201-165,0 1 0,1-1 0,1 1 0,1 0 0,0 1 0,2-1 0,1 0 0,0 28 0,3-35 0,0 0 0,0 1 0,1-1 0,1 0 0,0 0 0,1-1 0,0 1 0,1-1 0,0 0 0,1-1 0,1 1 0,0-1 0,16 17 0,-4-8 0,1-2 0,0 0 0,2-2 0,0 0 0,1-1 0,0-2 0,29 13 0,192 62 0,-243-88 0,343 83-2343,-169-55-2194,1-6-3684,16 2-6461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1:5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91 12461,'-10'-21'2112,"0"3"921,4 3-1997,-1 3-568,14 0-8545,6 0 28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6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1418 270 12581,'-42'-86'2318,"40"82"-1900,1 0-1,-1-1 1,1 1 0,0 0-1,0-1 1,0 0-1,0-7 1,-3-8 1092,-9-14 3237,-28-52-1,41 86-4732,0 0 1,0 0 0,0 0-1,0 0 1,0 1 0,0-1-1,0 0 1,0 0 0,0 0 0,0 0-1,0 0 1,0 0 0,0 0-1,0 0 1,0 0 0,0 1-1,0-1 1,0 0 0,0 0-1,0 0 1,0 0 0,0 0-1,0 0 1,0 0 0,0 0 0,0 0-1,0 0 1,0 0 0,-1 0-1,1 0 1,0 1 0,0-1-1,0 0 1,0 0 0,0 0-1,0 0 1,0 0 0,0 0-1,0 0 1,0 0 0,-1 0 0,1 0-1,0 0 1,0 0 0,0 0-1,0 0 1,0 0 0,0 0-1,0 0 1,0 0 0,0 0-1,-1 0 1,1 0 0,0-1-1,0 1 1,0 0 0,0 0 0,0 0-1,0 0 1,0 0 0,0 0-1,0 0 1,0 0 0,0 0-1,0 0 1,0 0 0,-1 0-1,1-1 1,-5 9 266,1-1 0,0 0 0,0 1 0,0 0-1,1 0 1,0 0 0,-2 9 0,-13 69-41,7-25-216,-167 645-24,-58-14 0,-84 26 22,154-357-495,86-186-1500,-57 131-3229,55-99-4198,39-78-3357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218 200 7221,'11'-27'515,"-9"18"-274,2 0-1,-1 0 1,1 0 0,0 0-1,1 1 1,0 0 0,1 0-1,-1 0 1,1 1 0,1 0 0,-1 0-1,16-12 1,-12 12 57,0 1 0,1-1 0,0 1-1,0 1 1,0 0 0,1 1 0,0 0 0,-1 1 0,1 0 0,1 1-1,-1 0 1,0 1 0,0 0 0,1 1 0,-1 1 0,0 0-1,1 0 1,-1 1 0,0 1 0,0 0 0,-1 1 0,18 7 0,-2 1-42,0 2-1,0 1 1,-2 1 0,0 1 0,0 1 0,23 24 0,-39-33-202,-1 0-1,0 0 0,0 1 1,-1 0-1,-1 0 1,0 0-1,0 1 0,-1 0 1,0 0-1,-1 1 1,0 0-1,-1-1 0,0 1 1,-1 0-1,0 0 1,-1 0-1,0 1 0,-2 12 1,-1-5 20,-2 0 0,0 0 0,-1 0 0,-1 0 0,-1-1 0,-1 0 0,0 0 0,-2-1 0,0 0 0,-14 19 0,-9 6 61,-1 0 0,-64 59-1,-206 154-385,232-199-499,-18 10-964,-35 29-6104,84-53-405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6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1 444 9765,'75'-43'2679,"2"4"1,120-43 0,-96 47-1600,147-59 724,-211 77-1306,0-2 1,-1-1-1,-2-2 0,45-35 0,-67 45 410,-12 12-882,0 0 1,0 0 0,0 0-1,0 0 1,0 0-1,0 0 1,0 0 0,0 0-1,0-1 1,0 1 0,0 0-1,0 0 1,0 0-1,0 0 1,0 0 0,0 0-1,0 0 1,0 0 0,0 0-1,0 0 1,0-1 0,0 1-1,0 0 1,0 0-1,0 0 1,0 0 0,0 0-1,0 0 1,0 0 0,0 0-1,0 0 1,0-1-1,0 1 1,0 0 0,0 0-1,0 0 1,0 0 0,0 0-1,0 0 1,0 0 0,0 0-1,0 0 1,-1 0-1,1 0 1,0 0 0,0 0-1,0 0 1,0 0 0,0 0-1,0 0 1,0 0 0,0-1-1,0 1 1,0 0-1,-1 0 1,1 0 0,0 0-1,0 0 1,0 0 0,0 1-1,-28 5 1380,13 0-1070,0 0-1,0 1 1,1 1 0,0 1 0,0 0-1,1 0 1,-22 22 0,-82 91 1383,115-120-1689,-44 52 384,2 2 0,-62 107-1,83-122-417,2 1 0,2 1-1,2 0 1,2 2-1,-12 53 1,23-77-38,1 0-1,1 0 1,0 1 0,2-1 0,0 0-1,2 1 1,0-1 0,1 0 0,2 0-1,12 38 1,-9-41-423,0 0 0,1 0 0,1-1 0,1 0 0,0-1 0,1 0 0,1-1 0,0 0 0,1-1 0,1-1 0,0 0 0,27 17 0,-39-28 336,31 20-2147,49 24-1,-60-35-287,1-2 1,32 9-1,25-1-8336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6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52 8245,'25'-43'2013,"-20"34"-517,-3 11-141,3 5-994,-1-1 0,0 1-1,-1 0 1,1 0 0,-1 0 0,-1 1-1,1-1 1,1 12 0,10 70 641,-9-45-596,5 31 21,-4 0 1,-6 127 0,-9-84-200,-26 115-1,18-159 159,-41 113-1,51-168-194,-1-1 1,-1 0-1,-12 21 0,16-32-54,1 0 1,-1-1-1,-1 1 0,1-1 0,-1 0 0,0 0 0,0-1 0,-1 0 0,-12 8 0,18-12-65,-1-1-1,1 1 0,-1-1 0,0 1 0,1-1 0,-1 0 1,0 1-1,1-1 0,-1 0 0,0 0 0,1 0 0,-1 0 1,0-1-1,1 1 0,-1 0 0,0-1 0,1 1 0,-1-1 1,0 1-1,1-1 0,-1 0 0,1 0 0,0 0 0,-2-1 1,-1 0 47,1-1 0,0 0 0,0 0 0,0 0 0,0 0 0,1-1 0,-3-3 0,1 0 6,1 0-1,0 0 1,1 0-1,0 0 1,0 0 0,0 0-1,1-1 1,0 1-1,1-12 1,0-4 218,6-42 0,-1 36-342,2 0 1,0 0-1,3 0 0,0 1 0,1 1 0,2 0 0,1 0 1,1 1-1,28-35 0,7-2-1414,3 4 0,80-72-1,-55 60-3431,89-59 0,-29 36-5326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7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417 856 5056,'33'-9'427,"-12"3"42,0-1 0,0-1 0,29-15 0,5-3 694,-38 19-818,0-1 0,0 0 0,0-2 0,-1 0 0,16-14 0,-11 9 71,-3 1 22,0-1 1,-1 0 0,0-1-1,-1-1 1,18-25 0,-19 21 15,-1 0 1,-1-1-1,-1 0 1,-1 0-1,-1-2 1,-1 1-1,-1-1 1,-1-1-1,-1 1 1,-1-1-1,-2 0 1,2-32-1,5-118 1497,-9 167-1770,-1 0 0,0 0 1,0 0-1,-2-13 0,2 20-156,0 0-1,0 1 0,0-1 1,0 1-1,-1-1 0,1 0 1,0 1-1,0-1 0,-1 1 1,1-1-1,0 1 0,-1-1 1,1 1-1,0-1 0,-1 1 1,1 0-1,-1-1 0,1 1 1,-1-1-1,1 1 0,-1 0 1,1-1-1,-1 1 1,1 0-1,-1 0 0,-1 0 24,1 0 0,0 0 0,0 0 0,0 1 0,-1-1 0,1 0 0,0 1 1,0-1-1,0 1 0,0 0 0,0-1 0,0 1 0,0 0 0,0-1 0,0 1 0,0 0 0,-1 1 0,-20 22 446,1 0 0,1 2-1,1 0 1,1 1 0,1 0 0,-13 31 0,-71 188 1951,-139 498 550,165-497-3028,-123 435 33,42 9 0,140-602 0,-16 96 0,29-154 0,0 1 0,3-1 0,4 55 0,-4-84-3,1 1 0,-1 0-1,1 0 1,0-1 0,-1 1 0,1 0 0,0-1 0,0 1-1,1-1 1,-1 1 0,1-1 0,-1 0 0,1 1 0,0-1-1,-1 0 1,4 2 0,-4-3-32,0 0 0,1-1 0,-1 1 0,0-1 0,0 1 0,1-1 0,-1 0 0,0 1 0,0-1 0,1 0 0,-1 0 0,0 0 0,1 0 0,-1 0 0,0 0 0,1-1 0,-1 1 0,0 0 0,0 0 0,1-1-1,-1 1 1,0-1 0,0 0 0,0 1 0,1-1 0,-1 0 0,0 1 0,0-1 0,0 0 0,0 0 0,1-1 0,5-6-188,1-1-1,-2 0 1,1 0 0,-1-1-1,0 1 1,-1-1-1,-1 0 1,1-1-1,-1 1 1,-1-1 0,0 0-1,-1 0 1,0 0-1,1-16 1,0-10-102,-2 0 1,-2 0 0,-6-42-1,-22-114-437,-6-59 236,32 212 475,2 0 0,2 0 1,2-1-1,11-55 0,-3 53-17,1 1 0,3 0 0,1 1-1,2 1 1,1 1 0,3 0 0,1 1 0,1 2 0,3 1-1,0 0 1,63-58 0,-49 57 2,1 1 0,1 2 0,2 2 0,1 2 0,1 2 0,2 3 0,0 1 0,2 3 0,67-19 1,-69 27 45,55-8 0,-85 18 67,-1 1 0,1 0 0,0 1 1,-1 1-1,1 1 0,23 5 0,-38-6 10,0-1-1,0 2 1,-1-1-1,1 0 1,0 1-1,-1 0 1,1 0-1,-1 0 1,0 0-1,0 0 1,1 1-1,-2 0 1,1-1-1,0 1 1,0 0-1,-1 0 1,0 1-1,1-1 1,-1 0-1,-1 1 1,1-1-1,0 1 1,-1 0-1,0-1 1,0 1-1,0 0 1,0 0-1,0 0 1,-1 0-1,0 7 1,0 2 137,-2 0 0,1-1 1,-2 1-1,1 0 1,-2-1-1,0 0 1,0 0-1,-10 18 1,-1 0 241,-3-2 0,0 0 0,-31 36 0,-76 71 734,57-65-654,13-12-176,-95 111 473,133-148-748,2 1 0,0 1 0,1 1 1,1 0-1,2 0 0,-10 29 0,18-46-64,1-1 0,1 1-1,-1 0 1,1 0 0,0 0 0,1 0 0,0 0 0,0 0-1,0 0 1,1 0 0,0 0 0,0 0 0,1 0-1,0 0 1,5 11 0,-4-12-1,1 1 0,0-1 0,1 0 0,0-1 0,0 1 0,0-1 0,0 0-1,1 0 1,0 0 0,0-1 0,0 0 0,0 0 0,1-1 0,12 5 0,4 1 0,0-2 0,0-1 0,1-1 0,0-1 0,0-1 0,1-1 0,-1-1 0,28-3 0,4-3 0,-1-2 0,81-22 0,-96 18-26,0-2 1,-1-1-1,0-2 1,-1-2-1,-1-2 0,59-41 1,-75 46-2,-2-1 1,0-1-1,0 0 0,-2-1 1,0-1-1,-2-1 1,0-1-1,-1 0 1,-1 0-1,-1-1 0,-1-1 1,12-34-1,-15 28 23,-1-2-1,-2 1 0,-1-1 0,-1 1 1,-2-1-1,-1 0 0,-1 0 1,-2 1-1,-1-1 0,-1 1 1,-2 0-1,-20-56 0,9 40-167,-1 2 0,-3 0 0,-2 2 0,-1 0 0,-2 1 0,-2 2 0,-49-52 0,62 74-641,-1 1 1,-22-17-1,32 28-376,0 1-1,0-1 1,0 1 0,-1 1 0,-13-5-1,20 7 808,0 1-1,0 0 0,0-1 1,0 1-1,0 0 1,0-1-1,0 1 0,0 0 1,-1 0-1,1 0 0,0 0 1,0 0-1,0 0 0,0 0 1,0 1-1,0-1 1,-2 1-1,3 0-327,-1 0 0,1 1 0,0-1 0,0 0 0,0 0 0,0 1 0,0-1 0,0 0 0,0 0 0,0 1 0,0-1 0,1 0 0,-1 0 0,0 1 0,1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7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51 12005,'-1'-3'248,"0"0"-1,0 0 1,0 0-1,0 0 1,1 0-1,0 0 1,-1 0-1,1 0 1,0 0-1,1 0 1,0-5-1,-1 7-157,0 1 1,1-1-1,-1 1 0,0-1 0,1 1 1,-1-1-1,0 1 0,1-1 1,-1 1-1,1-1 0,-1 1 0,1 0 1,-1-1-1,1 1 0,-1 0 0,1-1 1,-1 1-1,1 0 0,0 0 1,-1-1-1,1 1 0,1 0 0,24 4 2495,-22-2-2286,-1 0-1,1 0 1,0 1-1,-1-1 1,1 1-1,-1 0 1,0 0-1,0 0 1,0 0-1,0 1 0,-1-1 1,1 1-1,3 7 1,26 60 1157,-25-54-1068,20 54 273,-3 1 0,-3 1 1,15 93-1,-28-112-517,-3 1 0,-2 0 1,-2 1-1,-3-1 0,-10 68 0,6-92-76,-1 0-1,-1 0 0,-2-1 1,-1 0-1,-1 0 0,-2-2 1,-1 1-1,-1-2 0,-32 43 1,48-70-63,0 0 0,0 0 0,0 0 0,0 0 0,0 0 0,0 0 0,0 0 0,-1 0 0,1 1 0,0-1 0,0 0 0,0 0 0,0 0 0,0 0 0,0 0 0,0 0 0,0 0 0,-1 0 0,1 0 0,0 0 0,0 0 0,0 0 0,0 0 0,0 0 0,0 0 0,0 0 0,-1 0 0,1 0 0,0 0 0,0 0 0,0 0 0,0 0 0,0 0 0,0 0 0,-1 0 0,1 0 0,0 0 0,0 0 0,0 0 0,0 0 0,0-1 0,0 1 0,0 0 0,0 0 0,0 0 0,0 0 0,-1 0 0,1 0 0,0 0 0,0 0 0,0 0 0,0-1 0,0 1 0,-3-3 42,-1-1-1,1 1 1,0-1-1,0 0 0,1 1 1,-1-2-1,1 1 1,0 0-1,0 0 0,0-1 1,1 1-1,-1-1 1,1 1-1,0-1 0,0 0 1,1 1-1,0-1 1,-1 0-1,1 1 0,1-1 1,-1 0-1,3-8 0,1-11 41,2 1-1,0-1 1,12-27-1,5-6-154,2 1 0,3 2 0,2 0 0,38-50 0,-29 52-985,2 2 1,3 2-1,86-74 0,96-49-4664,-64 72-1884,-25 28-3072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8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109 341 7673,'-6'-13'808,"0"-3"219,4 3 6333,-28 15-2827,28-2-4388,1 0-1,0 0 1,0-1-1,0 1 1,0 0-1,-1-1 1,1 1-1,0-1 1,0 1-1,0-1 1,0 0-1,0 1 0,0-1 1,0 0-1,1 0 1,-1 0-1,-1-2 1,-1 1 270,-1-2-151,1 0 0,0 0-1,0-1 1,0 1 0,0-1 0,1 0 0,0 1-1,0-1 1,0 0 0,0 0 0,1 0 0,0 0-1,0-1 1,1 1 0,-1 0 0,1 0 0,1-10-1,-1-1 159,1-1-1,1 1 0,0-1 1,6-20-1,-6 32-358,-1 0-1,1 0 0,0 0 1,1 0-1,-1 0 1,1 1-1,0-1 0,0 1 1,0 0-1,0 0 0,1 0 1,0 0-1,0 1 1,0-1-1,0 1 0,0 0 1,1 1-1,-1-1 1,7-2-1,-7 4-53,0 0 1,0 0-1,-1 0 1,1 1-1,0-1 1,0 1-1,0 0 1,0 0-1,0 0 1,0 1-1,0 0 1,0 0-1,0 0 1,-1 0-1,1 0 1,0 1-1,-1-1 1,1 1-1,-1 0 1,1 0 0,-1 0-1,0 1 1,0-1-1,0 1 1,4 5-1,3 4-9,0 0 0,-1 1 0,0 1 0,-1 0 0,-1 0 0,0 0 0,-1 1 0,-1 0 0,5 18 0,-1 4 0,-2 0 0,4 68 0,-9-60-76,-3 0-1,-2 0 1,-1-1 0,-3 1 0,-1-1-1,-2 0 1,-3-1 0,-1 0 0,-2-1-1,-2-1 1,-1-1 0,-29 44 0,35-63 24,-3 7-37,-1-1 1,-2-1 0,0 0 0,-38 36-1,73-94 38,43-65 21,5 3 0,77-90 0,-121 160 34,43-54 54,118-114 1,-152 166-61,1 0 0,1 2 0,2 1 0,0 2 0,1 1 1,1 2-1,43-16 0,-63 28-2,1 2 0,-1 0 0,1 0 0,0 2 0,0 0 0,18 0 0,-25 2 3,-1 0 0,0 1 0,1 1 0,-1-1 0,0 1 0,0 1 0,0-1 0,0 1 0,-1 1 0,1-1 0,-1 1 0,0 1 0,10 6 0,-4 0 7,-1 1-1,0 0 1,-1 1 0,0 0 0,-1 0-1,0 1 1,-1 1 0,-1 0 0,-1 0 0,0 0-1,0 1 1,-2 0 0,0 0 0,-1 0-1,0 1 1,-1 0 0,-1 0 0,-1 0-1,-1 26 1,-2 0 52,-1 0-1,-10 45 0,11-83-61,2-9-28,2-13 36,0 0 0,0 0 1,2 0-1,0 1 0,1-1 0,1 1 0,0 0 0,1 0 0,1 1 0,0 0 1,15-20-1,-1 5 43,2 1 0,0 0 1,2 2-1,38-31 0,-47 44 3,1 1 1,0 0-1,2 1 0,-1 1 0,1 1 0,1 1 1,-1 1-1,2 0 0,-1 2 0,42-8 0,-47 12-20,1 1-1,-1 1 0,1 0 0,-1 1 0,1 1 0,-1 0 0,0 1 0,0 1 0,0 1 0,0 0 0,-1 1 0,0 0 0,0 1 0,0 1 0,19 15 0,-15-9-19,-1 2-1,-1 0 1,0 1 0,-1 1-1,-1 1 1,-1 0 0,-1 0 0,0 2-1,-2-1 1,0 2 0,10 28-1,1 14-1031,-4 0-1,19 118 0,-30-134-2189,-2 1-1,-3 91 1,-2-73-3419,10-3-3924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08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21 136 12637,'-11'-66'3616,"1"48"-427,27 6-617,0-6 1212,-7 9-2524,3-4 353,7 23-2057,1-1-917,5 0-1107,4 0-1300,-9 6-2349,19 15-5412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10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321 546 7321,'-51'12'496,"23"-4"118,0-2-1,-1-1 1,0-1 0,-32-1 0,48-3 308,0-1 1,0-1-1,1 0 1,-20-6-1,32 8-888,-1 0 0,1 0 1,-1-1-1,1 1 0,-1 0 0,1 0 0,-1 0 1,1-1-1,-1 1 0,1 0 0,-1-1 0,1 1 0,-1 0 1,1-1-1,-1 1 0,1-1 0,0 1 0,-1-1 1,1 1-1,0-1 0,-1 1 0,1-1 0,0 1 1,0-1-1,-1 1 0,1-1 0,0 1 0,0-1 0,0 0 1,0 1-1,0-1 0,0 1 0,0-1 0,0 1 1,0-1-1,0 0 0,1-2 15,0 1-1,0 0 1,0 0 0,1 1-1,-1-1 1,0 0 0,1 0 0,-1 1-1,1-1 1,2-1 0,7-6 82,0 2 1,0-1-1,15-6 0,61-25 281,2 4 0,2 4 0,124-26 0,290-32-5,-490 87-388,1235-135 190,11 72-4692,-776 48-430,1-5-2814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12:11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27 185 6509,'-22'-8'1844,"18"7"-267,8 0-216,307-48 2231,4 26-3073,-242 18-258,192-8 67,185-1-100,484-5-254,214-2-794,2549-9-3272,-1938 31-1082,-1216-2 2051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5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537 218 11685,'-5'-47'1855,"4"25"-183,-1 0 0,-1 0 1,-2 0-1,1 1 0,-15-37 0,17 55-326,0 3-1189,0 1 1,-1 0-1,1 0 1,0 0-1,0 0 1,0 1-1,0-1 0,0 1 1,0-1-1,0 1 1,0 0-1,1-1 1,-1 1-1,1 0 1,-1 0-1,1 0 0,0 0 1,-1 1-1,1-1 1,-1 4-1,-12 31 1125,-18 69 0,11-33-416,-46 145-84,-110 384-396,52 11-442,114-523-929,1 126 1,12-167-1296,8 55 0,-4-69-1125,2-1-1,15 45 0,11 3-9631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5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19 14725,'-24'-4'848,"14"3"-61,0-1-1,0-1 1,-13-4-1,20 6 858,11 23 1290,-2-13-2660,-1-1 0,1 0 0,1 0 0,-1-1 0,1 0 0,0 0 0,1-1 0,0 0 0,0 0 0,0-1 0,16 8 0,-7-3-55,334 197 1667,125 77-979,-32 30-412,-353-240-404,-4 3-1,127 147 0,-188-193-71,-1 1 0,-2 1-1,-1 1 1,-2 1 0,-1 1-1,-1 1 1,23 74 0,-35-88-11,-2 1 0,0 0 0,-1 0 0,-2 0 0,0 0 1,-2 0-1,0 0 0,-2 0 0,-1 0 0,0 0 0,-2-1 1,-1 0-1,-1 0 0,0-1 0,-2 0 0,-14 23 0,-10 15 5,-3-1 0,-2-3 0,-3-1 0,-3-2 0,-100 93 0,22-46-8,-213 132 1,-156 52-2,409-238-3,3-2-20,-424 249-2692,466-268 1924,-49 28-3146,86-53 3837,-14 9-3052,30-13-1998,-9 3 3788,49-15-9205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5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19 11053,'0'0'2279,"-4"-2"-298,-1-2-1417,3 3-424,0-1 0,0 1 1,0 0-1,0 0 0,-1-1 1,1 1-1,0 1 1,0-1-1,-1 0 0,1 0 1,0 1-1,-1 0 0,1-1 1,-1 1-1,1 0 0,-1 0 1,1 0-1,0 0 1,-1 1-1,1-1 0,-1 1 1,1 0-1,0-1 0,-4 3 1,-21 9 181,1 2-1,0 1 1,2 1 0,-1 1 0,2 1-1,1 1 1,0 1 0,1 1 0,-31 41-1,-12 23-3,-60 82-227,-30 34-659,-12 19-1123,136-177 1245,28-41 482,12-18 300,-4 8-238,7-11 142,1 1 0,1 1 0,1 0 0,1 1 0,0 1 0,1 0 0,0 1 0,1 2 0,1-1 0,38-16 0,-54 27-215,0 1 1,0 0 0,0 1-1,0-1 1,0 1 0,0-1-1,0 1 1,0 0-1,0 0 1,0 1 0,0 0-1,0-1 1,0 1 0,-1 0-1,1 1 1,5 1 0,0 2 9,-1-1 1,0 1-1,0 0 1,-1 1 0,13 11-1,86 102-481,-17-16-1893,-75-89 1449,1 0-1,0-1 1,1-1-1,27 16 1,-38-25 290,0 0 0,0-1 0,1 0 1,-1 0-1,1 0 0,-1-1 0,1 0 0,0 0 1,-1 0-1,7-1 0,-6 1 50,58 4-6147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460 5 13589,'-1'-1'157,"-1"0"-1,1 1 0,0-1 0,0 1 1,-1-1-1,1 1 0,0 0 0,-1 0 1,1-1-1,0 1 0,-1 0 0,1 0 1,0 0-1,-1 0 0,1 1 0,0-1 1,-1 0-1,1 1 0,0-1 0,0 0 1,-1 1-1,1-1 0,0 1 0,0 0 1,0 0-1,-1-1 0,1 1 0,0 0 1,-2 2-1,-29 29 2117,23-18-1553,1 0-1,1 1 1,-1-1 0,2 2 0,0-1-1,-5 25 1,-4 8 424,-113 386 3526,31 12-4508,69-250-2577,-13 60-5156,24-167 535,11-6-4522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6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1 351 16257,'1'-4'309,"0"-1"-1,1 1 1,-1 0-1,1 0 0,0 0 1,0 0-1,1 1 0,-1-1 1,1 0-1,0 1 1,0 0-1,0 0 0,0 0 1,0 0-1,1 0 0,-1 0 1,1 1-1,0 0 0,0 0 1,6-3-1,8-2 291,0 1-1,1 1 1,27-5-1,-43 10-544,570-81 2269,-217 36-3140,-244 28 169,-1-5 0,147-49 0,-257 71 641,0 0 0,0 0 0,-1-1 1,1 1-1,0 0 0,-1 0 0,1 0 0,0-1 1,-1 1-1,1 0 0,0-1 0,-1 1 0,1 0 0,0-1 1,-1 1-1,1-1 0,-1 1 0,1-1 0,-1 1 0,1-1 1,-1 1-1,0-1 0,1-1 0,-15-2-44,-35 4 52,12 8 32,0 1 1,0 2 0,1 2-1,-38 19 1,53-23-28,-21 12 17,0 2 0,2 2 0,-41 32 0,46-32-12,22-15-48,0 1-1,1 0 1,0 0-1,1 1 0,0 1 1,1 0-1,-11 19 1,19-30 20,1 0 1,0 1-1,-1-1 0,1 0 1,0 0-1,0 1 1,1-1-1,-1 0 1,0 1-1,1-1 1,-1 1-1,1-1 1,0 1-1,0-1 1,0 1-1,0-1 1,0 1-1,1 3 1,0-5 7,0 1 0,0 0 0,0-1 0,0 1 1,0-1-1,1 1 0,-1-1 0,0 0 0,1 0 1,-1 1-1,1-1 0,-1 0 0,1 0 0,0 0 1,-1-1-1,1 1 0,0 0 0,2 0 0,9 2 23,-1-1-1,0 0 0,1-1 1,-1 0-1,18-2 0,-25 1 13,33-2 531,0 2 0,0 2 0,41 7 0,-66-6-375,-1 0-1,1 0 1,-1 1-1,0 1 1,-1 0-1,1 0 1,-1 1-1,0 1 0,0 0 1,-1 0-1,0 1 1,0 0-1,10 12 1,2 9-124,-1 0 0,-2 1 0,21 43 0,12 19-2156,2-11-2761,-14-31-3118,-3-10-3236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6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23 159 14285,'-6'-13'454,"3"6"-174,0 1 0,0-1 0,1 0 1,-3-9-1,5 14-140,0 0 0,0 0-1,-1-1 1,2 1 0,-1 0 0,0 0 0,0 0 0,1 0 0,-1-1-1,1 1 1,-1 0 0,1 0 0,0 0 0,0 0 0,0 0 0,0 0-1,0 1 1,3-4 0,1-1 600,0 0 0,1 0 1,0 0-1,-1 1 0,2 0 0,-1 0 0,1 1 0,-1 0 0,14-6 1,-17 9-591,-1 0 0,1 1 0,0-1 1,-1 1-1,1 0 0,0 0 0,-1 0 1,1 0-1,0 0 0,0 0 0,-1 1 1,1-1-1,0 1 0,-1 0 0,1 0 1,-1 0-1,1 0 0,-1 0 0,1 0 1,-1 1-1,0-1 0,0 1 0,1 0 1,-1 0-1,0 0 0,-1 0 0,1 0 1,0 0-1,2 4 0,4 8 79,-1-1 0,-1 1 0,0 0 1,-1 1-1,0 0 0,-1-1 0,-1 1 0,3 27 0,0-7-230,8 58 2,-5 1 0,-5 188-1,-44 192-18,26-333-9,3-29-355,-18 157-2950,-15-3-4956,23-170 1486,9-10-4134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1134 13849,'1'-18'593,"1"1"-1,0 0 1,11-33-1,-10 41-320,1 0 0,0 0 0,1 0 0,0 0 0,1 1 0,-1 0 0,2 0 0,11-12 0,12-8 121,1 2 1,1 1-1,2 1 0,0 2 1,1 1-1,1 2 0,1 2 1,77-26-1,-55 26-249,1 3 0,0 3 1,1 2-1,0 2 0,79 3 0,-112 4-115,-1 2 0,1 1 0,-1 1 0,0 1 0,43 14 0,-55-13-18,0 0-1,0 1 1,-1 1 0,0 0-1,0 1 1,-1 0-1,0 1 1,-1 1 0,0 0-1,19 24 1,-18-18 5,-1 0 1,-1 2-1,0-1 0,-1 1 1,9 28-1,23 99-28,-6-15 118,-32-120-119,1 1-1,1 0 1,0-1 0,0 0 0,1-1 0,0 1 0,1-1-1,0-1 1,0 0 0,1 0 0,1 0 0,0-1 0,0 0-1,0-1 1,1-1 0,0 1 0,0-1 0,0-1 0,1 0-1,0-1 1,0 0 0,21 3 0,-5-2-21,0-2 0,0-1 0,0-1 0,1-1 0,-1-1 0,0-2 1,0-1-1,0-1 0,30-10 0,-19 3 16,-1-3 1,67-34-1,-73 30 78,0-1 0,37-31 0,-34 24 63,20-19 237,-38 31-75,0 1 1,36-23 0,-52 37-274,0-1 0,-1 1 0,1-1 0,0 1 0,0 0 1,0 0-1,0-1 0,0 1 0,0 0 0,0 0 0,-1 0 1,1 0-1,0 0 0,0 0 0,0 0 0,0 1 0,0-1 1,0 0-1,0 0 0,0 1 0,-1-1 0,1 1 0,0-1 1,0 0-1,0 1 0,1 1 0,1 0 13,-1 1-1,1 0 0,-1 0 1,1 0-1,-1 0 1,0 0-1,2 4 1,3 7 62,-1 1 0,8 24 1,-4 0 29,-2 1 0,-1 1 0,1 57 0,-8 127 48,-2-135-129,-1 13-201,-4 0 0,-5-1 0,-4 0 0,-5-2 0,-4 0 0,-4-1 0,-5-2 0,-60 121 0,78-186 15,-2-1 0,0-1 0,-3-1 0,0 0 0,-2-2 0,-42 40 0,53-57 90,0 0-1,-1-1 1,0-1-1,0 0 1,-1-1-1,1 0 1,-26 8-1,29-13 32,-1 1 0,0-1 0,0-1-1,0 0 1,0 0 0,0-1 0,0-1-1,0 0 1,0 0 0,1-1 0,-20-6-1,22 6 15,0-1-1,0 0 1,1 0-1,-1-1 0,1 0 1,0-1-1,0 0 0,1 0 1,-1 0-1,1-1 1,0 1-1,0-2 0,1 1 1,-5-8-1,4 4 0,1 0 0,0 0-1,1 0 1,0-1 0,0 0 0,1 1 0,1-1-1,0 0 1,-1-17 0,2-3 3,2 0 0,2 0 0,0 1 0,2-1-1,2 1 1,16-50 0,13-18-13,4 2-1,69-119 0,127-170-103,-199 327 120,220-320 16,349-390 0,-438 560 401,123-136 1586,-249 305-942,-41 38-997,0 0-1,-1 0 1,1 0-1,0 1 1,0-1 0,0 0-1,0 1 1,0-1-1,0 0 1,0 1-1,0-1 1,0 1-1,0 0 1,1-1-1,-1 1 1,0 0-1,0 0 1,0 0 0,0 0-1,1 0 1,-1 0-1,1 0 1,0 1 21,-1 0 0,0 0 0,1 1 1,-1-1-1,0 0 0,0 1 1,0-1-1,0 1 0,0-1 0,0 1 1,-1 0-1,1-1 0,0 1 0,0 2 1,2 8 184,1 0 1,-2 0 0,0 0 0,0 0-1,-1 1 1,-1-1 0,-1 23 0,-19 92 939,9-71-744,-199 856 945,127-587-1358,-20 165-1691,31-133-2070,-12 46-9090,68-273 1199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7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428 412 10517,'69'-45'1762,"-63"42"-1466,0 0 0,0 0 0,0 1 0,0 0 0,0 0 0,1 0 0,-1 1 0,1 0 0,-1 0 0,1 1 0,-1 0 0,1 0 0,-1 0 0,8 2 1,-9-1-148,-1 0 1,0 0-1,1 0 1,-1 0-1,0 1 1,0-1-1,0 1 1,0 0 0,0 0-1,0 1 1,0-1-1,-1 1 1,1 0-1,-1 0 1,0 0-1,0 0 1,0 0 0,4 7-1,-6-7-82,0 1 0,0 0 0,0 0 0,-1-1 0,1 1 0,-1 0 0,0 0 0,0 0 0,-1 0 0,1 0 0,-1 0 0,1-1 0,-1 1 0,-3 6 0,-20 45 288,17-42-269,-1-1 1,-1-1 0,1 1-1,-2-2 1,-20 20 0,-61 39 226,-115 60 105,123-82-153,-94 73 1,176-119-259,-1 0-1,1 1 1,-1-1 0,1 0 0,0 0-1,-1 1 1,1-1 0,0 1 0,0-1-1,0 1 1,0 0 0,1-1 0,-1 1-1,0 0 1,1-1 0,-1 1 0,1 0-1,-1 0 1,1 2 0,0-3-5,0 0 0,1 1 0,-1-1 1,0 1-1,1-1 0,-1 0 0,1 0 0,0 1 0,-1-1 1,1 0-1,0 0 0,0 0 0,0 0 0,-1 0 0,1 0 1,0 0-1,1 0 0,-1 0 0,0 0 0,0 0 0,0-1 1,0 1-1,1 0 0,0 0 0,10 2 4,0 0-1,0-1 1,0 0-1,1-1 1,-1 0-1,23-2 1,-17 1-2,47-2-40,0-3 0,-1-3 0,74-18 0,185-69-402,-253 71 306,-2-3-1,-1-3 1,-1-3 0,-2-3 0,-1-2 0,-2-4-1,-2-2 1,-2-2 0,-2-3 0,62-71 0,-96 97 170,-2-2-1,0 0 1,-2-1 0,-1-1 0,-1-1 0,-1 0 0,-1-1 0,-2 0 0,14-55 0,-24 80-1,0 0 0,-1 0 1,1 0-1,-1 0 0,0 0 0,0 0 0,0 0 1,-1 0-1,0 0 0,1 1 0,-1-1 1,0 0-1,-1 0 0,1 0 0,-1 1 0,0-1 1,-3-5-1,3 8-19,1-1 0,-1 1 1,1 0-1,-1 0 0,0 0 0,0 0 1,1 0-1,-1 0 0,0 0 0,0 1 1,0-1-1,0 1 0,0-1 0,0 1 0,0 0 1,0 0-1,0 0 0,0 0 0,0 0 1,0 0-1,0 1 0,0-1 0,0 0 1,0 1-1,0 0 0,0-1 0,1 1 1,-1 0-1,0 0 0,0 0 0,1 0 1,-1 1-1,-2 1 0,-3 2 28,0 0 1,0 0-1,0 1 1,1 1-1,-1-1 0,1 1 1,1 0-1,0 0 0,0 0 1,0 1-1,1 0 1,0 0-1,-4 10 0,4-7-5,1 1 0,1 0 1,0 0-1,0 0 0,1 0 0,0 0 0,1 0 0,1 0 0,1 14 0,1-10-20,0-1 1,1 1-1,1 0 0,0-1 0,1 0 1,0 0-1,1-1 0,1 0 0,1 0 1,0-1-1,0 0 0,1 0 0,1-1 1,0 0-1,14 10 0,-7-9-12,1-1 0,1-1 1,0-1-1,0-1 0,1 0 0,0-2 0,0 0 0,1-2 0,0 0 0,0-1 1,0-2-1,0 0 0,1-1 0,24-3 0,-17 0-7,-2-1-1,1-2 1,0 0 0,-1-3 0,0 0-1,0-2 1,-1 0 0,-1-2 0,1-1-1,32-23 1,-28 11-10,-1 0 0,-1-2 0,-2-2 0,-1 0 0,31-45 0,12-14 64,-61 79-49,1 0 1,0 0-1,0 1 1,0 0-1,1 0 1,1 1-1,-1 1 1,1 0 0,0 0-1,1 1 1,-1 0-1,20-5 1,-20 8 33,-1 1 0,0-1 0,1 1 0,-1 1 0,1 0 0,-1 1 0,1-1 0,-1 2 0,0 0 0,0 0 0,1 1 0,-1 0 0,-1 1 0,1 0 0,13 8 0,-3 1 139,0 0 1,-1 2 0,0 1 0,-2 0 0,0 1 0,0 1 0,-2 0-1,17 27 1,-8-7 208,-1 1 0,-2 1 0,24 66 0,-36-78-247,0 0 1,-2 1-1,-1 0 1,-2 0 0,0 1-1,-2-1 1,-1 1-1,-2 0 1,-1-1 0,-1 1-1,-1-1 1,-2 0-1,-1 0 1,-1 0 0,-2-1-1,0 0 1,-2-1 0,-1 0-1,-2-1 1,0-1-1,-1 0 1,-2-1 0,0-1-1,-2-1 1,0 0-1,-2-2 1,-34 27 0,-80 51-1881,45-35-7248,109-59-9368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7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37 14461,'-14'-15'2033,"-12"-3"-65,6 14 796,-11 8-1784,1-1-588,3 6-552,-19 3-1264,5 0-1380,1 6-2625,3 0-4368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8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11925,'22'64'2550,"-13"-36"-1570,1 0 0,19 35 0,15 15 622,4-2 0,4-2 0,110 123 0,216 171 843,252 160-689,26-23-883,-613-473-829,947 661-580,-468-392-3512,26-44-7848,-383-191 2419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5:5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2395 0 11581,'26'12'2385,"-23"-11"-2145,0 0 0,1 0-1,-1 0 1,0 1 0,0 0 0,0-1 0,0 1 0,0 0-1,0 0 1,0 1 0,-1-1 0,1 1 0,-1-1 0,0 1 0,0 0-1,0 0 1,3 5 0,-2 1 134,0 0 1,-1 0-1,0 0 1,-1 1-1,0-1 0,0 0 1,-1 1-1,0-1 0,-1 1 1,0-1-1,0 0 1,-1 1-1,-3 9 0,-4 11 517,-1 0 0,-25 49-1,13-37-341,-3-2-1,-2 0 0,-1-1 0,-51 53 1,-149 127 665,178-174-1059,-571 513-423,-6-3-4522,439-388 2609,175-156 2003,-333 311-9442,178-144-666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00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707 1 9577,'-10'32'1707,"6"-22"-839,1 0 0,0 0 0,0 0 0,1 0 1,0 11-1,11 315 6717,1 5-5077,-24-182-2104,-7-2 1,-7 0-1,-6-2 0,-95 261 0,55-211-3245,-117 230 1,48-179-6999,78-148-264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00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22 250 10133,'-3'7'511,"0"-1"0,0 1 1,0 0-1,1 0 0,0 0 1,0 0-1,1 1 0,0-1 0,0 0 1,1 0-1,0 1 0,1 10 1,3 12 1203,10 46 0,-11-63-1494,14 57 760,3-2 0,3 0 0,3-1 1,2-2-1,68 112 0,-47-104-736,2-1 0,4-3 0,3-2 0,85 77 0,-98-106-310,0-3 0,3-1 0,0-3 0,2-2 0,2-2 0,0-2 0,107 34 0,-25-22-701,2-6 0,158 16 0,-219-37 510,1-3 1,0-4-1,0-3 0,97-12 1,-161 10 233,0 0 0,0-1 0,-1 0 0,1-1 0,-1 0 0,1-1 0,-1 0 0,-1-1 1,1 0-1,-1-1 0,0 0 0,-1-1 0,1 0 0,-2 0 0,1-1 0,-1 0 0,0 0 0,-1-1 0,0 0 1,-1-1-1,0 1 0,9-24 0,5-33 68,-3-1 1,15-121 0,-8 36 97,118-459-1952,-115 516-2584,76-178-1,-17 100-5257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0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65 826 13845,'-25'3'347,"-15"0"1821,40-3-2139,0 0 1,0 0-1,0 0 0,0 0 1,0 0-1,1 0 1,-1 0-1,0 0 0,0 0 1,0 0-1,0 0 0,0 0 1,0-1-1,0 1 1,0 0-1,0 0 0,0 0 1,0 0-1,0 0 1,0 0-1,0 0 0,0 0 1,0 0-1,0 0 0,0 0 1,0-1-1,0 1 1,0 0-1,0 0 0,0 0 1,0 0-1,0 0 0,0 0 1,0 0-1,0 0 1,0 0-1,0 0 0,0 0 1,0 0-1,0-1 1,26-7 859,724-160 3003,1126-180-3127,-1398 237-1977,-244 41-1689,-5-13-4499,-131 42-1214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0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15793,'30'177'3085,"-23"-110"-421,-10 2-48,-1-6-540,4 4-499,-3 5-281,0 6-284,-4 7-168,7 2-152,0 4-552,0 2-444,7-2-860,3-4-420,6-6-725,8-8-847,-4-7-3696,0-6-6590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0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260 188 14521,'-36'43'983,"-12"13"2853,-71 110 1,111-152-3497,1-1 0,0 2 0,0-1 1,1 1-1,1 0 0,1 0 0,0 1 0,1-1 0,1 1 1,0 0-1,1 0 0,1 18 0,1-22-256,0-1 0,1 0-1,1 0 1,0 0 0,0-1-1,1 1 1,0-1 0,1 1 0,1-1-1,-1-1 1,1 1 0,1-1-1,0 0 1,0-1 0,1 1 0,0-1-1,14 11 1,-5-7-25,0-2-1,1 1 1,0-2 0,0 0-1,1-2 1,0 0 0,0-1-1,1 0 1,21 2 0,-18-5-47,1 0 0,0-1 0,1-2 1,-1 0-1,0-2 0,0-1 0,29-6 1,-34 3-9,-1 0 0,0-1 1,-1-1-1,1 0 0,-2-2 1,1 0-1,-1 0 0,-1-2 0,0 0 1,0-1-1,-2 0 0,14-16 1,13-22-20,-2-1 1,39-71 0,2-3-39,-79 126 53,46-67-60,62-69 0,-92 118 49,0 1 1,1 1-1,1 1 0,1 0 1,0 2-1,0 0 1,2 1-1,37-17 0,-48 26 9,-1 0-1,0 0 0,1 1 0,0 0 0,-1 1 1,1 0-1,0 0 0,0 1 0,0 1 0,0 0 1,-1 0-1,1 0 0,0 1 0,-1 1 0,1 0 1,-1 0-1,0 1 0,0 0 0,0 1 0,-1-1 1,1 2-1,-1-1 0,0 1 0,-1 0 0,1 1 0,9 11 1,-3-1-4,0 1 1,-1 0-1,-1 0 1,-1 2-1,0-1 0,-2 1 1,0 1-1,-1 0 1,-1 0-1,7 39 1,1 39 0,-11-58 12,2-1 0,21 69 0,-26-102-7,2-1-1,-1 0 0,1 0 0,0 0 0,0 0 0,0 0 1,1-1-1,0 1 0,0-1 0,0 0 0,1 0 0,0-1 1,0 1-1,0-1 0,0 0 0,1 0 0,-1-1 1,1 0-1,0 0 0,0 0 0,0 0 0,1-1 0,-1 0 1,1-1-1,-1 1 0,1-1 0,-1-1 0,1 1 1,11-1-1,-2-2-6,1 0 0,0-1 0,-1 0 0,0-2 0,0 0 0,0 0 1,0-2-1,-1 0 0,0 0 0,-1-2 0,1 0 0,-2 0 0,1-2 0,-1 1 1,-1-2-1,0 1 0,-1-2 0,0 0 0,-1 0 0,9-15 0,-11 17 8,-1-1 0,-1 0 0,1-1-1,-2 1 1,0-1 0,-1 0 0,0-1 0,-1 1-1,0-1 1,-1 1 0,-1-1 0,0 0 0,-1 0-1,0 1 1,-1-1 0,-1 0 0,0 1-1,-1-1 1,0 1 0,-1-1 0,0 1 0,-1 1-1,-1-1 1,-12-19 0,4 12 7,-1 1-1,-1 1 1,-1 1 0,0 0-1,-1 1 1,-1 1 0,-1 1-1,0 0 1,0 2 0,-25-11-1,8 6-9,0 1 1,-1 3-1,0 1 0,-1 1 0,-51-6 0,67 14-218,-1 1 0,0 1 0,1 2 0,-41 4 0,52-3-312,-1 0 1,1 1 0,0 1-1,0 0 1,1 0 0,-1 2-1,1-1 1,0 1 0,0 1-1,-14 11 1,23-17 186,0 0 1,0 1-1,0-1 1,1 1-1,-1-1 0,1 1 1,-1-1-1,1 1 0,-1 0 1,1 0-1,0 0 1,0 0-1,0 0 0,0 0 1,0 0-1,0 0 0,1 0 1,-1 0-1,1 0 1,-1 0-1,1 1 0,0-1 1,0 0-1,0 0 0,0 0 1,0 1-1,1 1 1,18 29-9417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1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71 133 12005,'-34'-48'1736,"34"24"-500,-7 9-100,1 0 97,-4-3-5234,-4 6 133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1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15085,'-6'-12'1208,"-3"-5"225,7 4 5143,0 56-1623,-5 18-2667,-1 6-1292,-3 99-936,8 1 0,6-1 0,40 261 0,114 290-1841,-135-643-504,16 55-3263,-5-48-1749,4-9-5565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1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106 546 16113,'-19'-48'1060,"11"33"-544,2 0 1,0-1-1,1 0 0,1 0 0,0-1 0,2 1 0,-2-19 0,3 1 819,2 0 0,2 1 0,1 0 0,1 0 0,19-61 0,-23 88-1204,2 0-1,-1 0 1,1 1 0,0-1-1,0 1 1,0 0 0,1 0-1,-1 0 1,1 0 0,1 1-1,6-7 1,-7 8-70,-1 1 0,1 0 0,0 0-1,0 0 1,0 0 0,0 0 0,1 1 0,-1-1 0,0 1-1,1 1 1,-1-1 0,0 0 0,1 1 0,-1 0 0,1 0-1,8 1 1,2 3 12,1 0 0,-1 0 0,0 2-1,0 0 1,0 0 0,-1 2 0,0-1 0,-1 2-1,17 12 1,11 13-10,55 56-1,-53-43-62,-1 1 0,-3 1 0,-2 3 0,60 109 0,-74-115 0,-3 1 0,-1 0 0,-3 1 0,-2 1 0,-2 1 0,10 84 0,-20-103 0,-1 0 0,-1 1 0,-2-1 0,-1 0 0,-1 0 0,-2-1 0,-1 1 0,-1-1 0,-21 48 0,12-42 0,-2 0 0,-2-2 0,-1 0 0,-1-2 0,-2 0 0,-1-2 0,-53 47 0,6-11 0,-4-4 0,-91 58 0,15-27-290,89-56-2194,8-5-3203,54-31 5324,-7 5-2872,8-3-1158,29-1-8938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1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185 100 14373,'-97'-67'2129,"80"61"-381,4-9-432,-1 3 608,-2 15-4136,-1 3-484,10 6-2181,4 7-3844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2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9223 426 13281,'-487'-215'4012,"402"177"-2703,-1 5 1,-2 3-1,-129-26 0,99 35-292,0 5 0,-144-1 0,54 21-174,0 8 0,-380 74-1,141 12-176,-519 187 1,-397 268-101,40 107-254,69 115-81,697-347-31,432-319-119,6 6-1,-122 151 1,194-206-54,2 1 0,2 2 0,4 2 0,2 2 1,3 1-1,-28 85 0,49-114-9,1 1 0,3 0 0,1 0 0,2 1 0,2 0 1,1 0-1,3 1 0,1-1 0,2 0 0,2 0 0,1 0 0,22 73 0,-13-74-5,1 0 1,2-2-1,1 0 0,2 0 1,45 58-1,-31-52 15,3-2-1,2-1 1,78 62-1,-25-36-2,4-5-1,2-3 0,189 79 1,-30-34-73,445 115 1,298-15-208,558-39-476,10-157-1532,-403-110 640,-798 43 999,406-121 1,-547 111 299,260-118 0,-323 110 175,-4-6 0,179-124 0,-227 127 74,-4-4 1,-3-5-1,135-149 0,-165 151 34,-4-3-1,-4-3 1,-4-2 0,82-171 0,-101 169 43,-5-2 1,-5-2 0,-3-1 0,-5-1 0,-5-2 0,-4 0 0,-5-1 0,-5 0 0,-4-1 0,-5 1 0,-4-1 0,-5 1 0,-5 1 0,-4 0 0,-44-131 0,25 124-5,-4 1 0,-5 3 1,-5 2-1,-5 2 0,-3 3 1,-6 3-1,-3 2 0,-5 4 1,-3 3-1,-170-147 0,138 149-211,-3 5-1,-4 5 1,-3 5-1,-3 5 1,-2 6-1,-4 6 1,-2 5-1,-1 6 1,-3 5-1,-1 7 0,-251-27 1,286 53-750,1 4 0,-1 5 0,-167 25 0,174-10-2153,-177 58 0,17 26-5174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2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245 181 12181,'-32'-121'4985,"30"115"-3924,0 0 0,-1 1 0,0-1 0,0 1 0,0-1 0,-1 1 0,-8-9 0,12 13-979,0 1-50,0 0 0,0 0 1,0-1-1,0 1 1,0 0-1,0 0 0,0 0 1,0-1-1,0 1 1,-1 0-1,1 0 0,0 0 1,0-1-1,0 1 1,0 0-1,0 0 0,-1 0 1,1-1-1,0 1 1,0 0-1,0 0 0,0 0 1,-1 0-1,1 0 1,0 0-1,0-1 0,0 1 1,-1 0-1,1 0 1,0 0-1,0 0 0,-1 0 1,1 0-1,0 0 1,0 0-1,-1 0 0,1 0 1,0 0-1,0 0 1,0 0-1,-1 0 0,1 0 1,0 0-1,0 0 1,-1 0-1,1 1 0,0-1 1,0 0-1,0 0 1,-1 0-1,1 0 0,0 0 1,0 0-1,0 1 1,0-1-1,-1 0 0,1 0 1,0 0-1,0 1 1,0-1-1,0 0 0,0 0 1,0 1-1,-3 23 1192,3-20-1028,-6 319 2967,7 164-2588,-1 136-775,-19-190 200,9-246 0,-14 92-1012,-17-1-3801,-5 41-6815,23-182-702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3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16914,'-2'26'434,"0"-1"195,1 1 0,3 29 1,-1-45-338,0 0 0,2 0 1,-1 0-1,1 0 1,1 0-1,-1 0 0,2-1 1,9 17-1,34 40 1868,2-2 1,70 67-1,-67-75-1283,28 32 83,236 242 1365,-250-267-2608,4-4-1,152 100 1,-142-112-1203,2-4 1,156 56 0,-174-77 20,1-4-1,0-2 1,1-3 0,105 5 0,-138-16 537,1-2 0,-1-2 0,0-1 0,0-1 0,48-14 0,30-21-3017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3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1291 10437,'33'-232'748,"-19"135"120,9-5 144,-6-1 32,-7 4 120,0 2-7,0 1-37,-7-1-208,11-71 304,-8 98-884,-2 13-676,2 6-736,-2 30-688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0 14569,'-113'118'2685,"79"-37"-437,-3-6-324,4 1-288,13-4-208,-4 0-300,4 10-244,3 5-176,4 1-231,6 2-577,11 1-721,9-10-235,4-6-820,10-5-728,9-16-3681,1-9-5676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3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556 10 12097,'8'-2'347,"-1"0"-1,1 0 1,-1 1-1,1-1 1,0 2 0,9-1-1,-12 2-95,0 0-1,-1 0 1,1 0 0,0 1-1,-1-1 1,0 1-1,1 0 1,-1 1 0,0-1-1,0 1 1,0 0-1,6 5 1,2 3 95,-1 0 1,0 0-1,-1 1 0,0 0 1,0 0-1,-2 1 0,0 1 1,0-1-1,-1 1 0,-1 1 0,6 16 1,-7-12-116,-1 1 0,0-1 0,-2 1-1,0 0 1,-1 0 0,-1 0 0,-5 38 0,-3-17-96,-1-1 0,-2 0 0,-2-1 0,-2 0 0,-1-1 0,-2-1 0,-44 68 0,0-13-548,-5-2 0,-121 126 0,139-165-287,12-12-1217,-1 0 0,-3-3 0,-73 52 0,73-64-2934,22-10-2571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4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11161,'-2'14'728,"0"-1"0,1 1 1,1-1-1,0 1 0,0-1 0,2 1 0,0-1 0,3 15 1,0-13-463,0-1 1,0 1-1,1-1 1,1-1-1,1 1 1,13 18-1,-6-12-301,1-2 0,1 0 0,0-1 1,2-1-1,0-1 0,0 0 0,2-1 0,0-2 0,22 11 0,-3-3-410,1-3 1,1-1-1,75 18 0,-94-30 409,1 0 0,0-1 1,-1-1-1,1-2 0,0 0 0,0-2 0,0 0 0,36-9 1,-36 4 594,0 0 0,42-19 0,-57 22-48,-1 0 0,0-1 0,0-1 0,0 0 0,-1 0 0,0 0 0,0-1 0,0 1 0,-1-2 0,7-8 0,-13 15-400,1 0 0,-1 0-1,1 0 1,0 0 0,0 0-1,-1 0 1,1 0 0,0 0 0,0 1-1,0-1 1,0 0 0,0 1-1,0-1 1,0 0 0,1 0-1,-1 1-82,-1 0 0,1 0 0,-1 0 0,1 0 0,-1 0 0,1 1 0,-1-1 0,0 0 0,1 0 0,-1 0 0,1 0 0,-1 0 0,0 1 0,1-1 0,-1 0 0,1 0-1,-1 1 1,0-1 0,1 0 0,-1 1 0,0-1 0,1 0 0,-1 1 0,0-1 0,1 1 0,1 3 43,-1 0 1,1 0-1,-1 0 1,1 0-1,-1 0 0,0 8 1,14 98 333,-5 0 1,-5 1-1,-4 0 0,-25 195 1,11-227-408,-4 0 0,-2 0 0,-4-2 0,-4-1 0,-3-1 0,-3-1 0,-55 91 0,66-130-173,-38 47 0,51-72 83,0 0-1,-1 0 1,0 0 0,-1-2 0,0 1 0,0-1 0,-1-1-1,-12 7 1,19-12 20,0 0 0,0 0 0,0 0 0,0-1 0,0 1 0,-1-1 0,1 0 0,0-1 0,-1 1-1,1-1 1,0 0 0,-1-1 0,1 1 0,-1-1 0,1 0 0,0 0 0,0-1 0,0 0 0,0 0 0,0 0 0,0 0-1,0-1 1,1 0 0,-8-5 0,5 1-44,0 0 0,0 0-1,1 0 1,0-1 0,1 0 0,0 0-1,0 0 1,0-1 0,1 0 0,1 0-1,-1 0 1,2 0 0,-3-12 0,1-5-175,0 0 1,2-1-1,2 0 1,0 1-1,2-1 1,0 0-1,13-50 1,-1 22-573,3 1 0,42-90 0,-20 67-286,3 2-1,3 2 1,71-87 0,190-180-5437,-148 183 838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4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0 10369,'2'2'1417,"0"1"-1142,0 1 0,0-1-1,-1 1 1,1 0 0,-1-1-1,1 1 1,-1 0 0,-1 0 0,1 0-1,0 0 1,-1 0 0,0-1-1,0 1 1,0 0 0,-1 5-1,-12 66 2309,12-72-2457,-28 96 3053,-66 152 0,3-13-1284,-42 261-883,81-159-6698,51-272 2104,4-20-3866,1-18-1007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5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0 823 6661,'3'-35'336,"-3"23"-170,1 1-1,0-1 1,1 1-1,0 0 1,1 0-1,0 0 1,1 0-1,0 0 1,11-19-1,23-29 431,3 1 1,2 2-1,2 2 0,73-68 0,-35 49 287,3 2 0,102-61 0,-180 126-790,-2 2 90,0 0 0,0 0-1,1 1 1,9-4 0,-14 6-102,0 0 0,0 1 0,1-1 0,-1 1 0,0 0 0,0 0 0,1-1 0,-1 2 0,0-1 0,1 0 0,-1 0 0,0 1 0,0-1 0,1 1-1,-1 0 1,0-1 0,0 1 0,0 0 0,3 2 0,-1 0 10,0 1-1,0 0 1,0 0-1,-1 0 1,0 0-1,1 0 1,-1 1-1,-1-1 1,1 1-1,-1 0 1,1 0-1,-1 0 1,-1 0-1,1 0 0,-1 0 1,0 1-1,1 9 1,0 14 182,0 1 0,-4 34 0,1-6-1,2-16-217,3 0-1,9 46 0,-9-70-274,0-1 0,1 1 0,1-1 0,1-1 0,0 1 0,2-1 1,12 20-1,-19-34 145,0 1 1,0-1 0,0 0 0,0 0-1,0 0 1,1 0 0,-1 0 0,1-1-1,-1 1 1,1 0 0,-1-1 0,1 0-1,0 0 1,0 0 0,0 0 0,0 0-1,-1-1 1,1 1 0,0-1 0,0 0-1,0 0 1,0 0 0,0 0 0,6-1-1,1-1 9,-1-1 0,1 0 0,0 0-1,-1-1 1,12-6 0,-4 0 254,-1-1-1,0-1 0,-1 0 1,0-1-1,-1-1 0,18-20 1,-14 14 643,0 1 0,31-24 0,-47 42-787,1-1-1,0 1 1,0 0 0,0 0-1,0 0 1,0 0 0,1 0-1,-1 1 1,0-1 0,0 1-1,0 0 1,1 0 0,-1 0-1,0 1 1,0-1-1,0 1 1,1-1 0,-1 1-1,0 0 1,0 0 0,0 1-1,0-1 1,-1 0 0,6 4-1,8 5 73,0 1 1,28 25-1,-33-27-89,22 17-445,1 0 1,1-3-1,1-1 0,53 25 1,-84-46 364,-1 1 0,0-1 1,1 0-1,-1 0 0,1 0 1,-1 0-1,1-1 0,0 0 1,-1 0-1,1 0 0,-1 0 1,1-1-1,-1 0 0,1 0 1,-1 0-1,1 0 0,-1-1 1,0 1-1,7-5 0,-2 1 114,-1-1 0,0 1 0,0-1 0,0-1 0,-1 0 0,0 0 0,7-9 0,-11 11 45,0-1 1,1 1-1,-2-1 0,1 1 1,-1-1-1,0 0 1,0 0-1,1-7 1,6-14 203,5 0 65,0 0-1,2 1 1,1 1-1,37-43 1,0 8-54,-53 58-317,0 0 0,0-1-1,0 1 1,0-1 0,0 1 0,-1 0 0,1-1 0,-1 0-1,1 1 1,-1-1 0,0 1 0,0-1 0,0 1 0,-1-5-1,-4 2-1,1-1 0,-2 1 0,1 0 0,0 1 0,-1 0 0,0 0 0,0 0 0,-11-5 0,0 0-5,-1 1-1,0 1 0,0 1 0,-37-7 1,-77-6-11,82 16 7,1 2-1,0 2 1,0 2-1,-1 3 1,-68 16-1,50-5-1155,0 4 0,1 2 0,-75 39 0,47-11-4279,7 6-3336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5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5994 728 7149,'-79'-37'1526,"-179"-78"3058,189 88-3280,-136-32 0,71 35-392,0 5 0,-258-1 0,-277 66 414,411-9-1000,2 11 1,3 11-1,-289 108 0,280-66-17,3 11 0,-431 260 0,544-279-147,4 6 0,5 7 0,4 6-1,-171 185 1,224-206-83,4 3 0,5 3 0,3 3 1,5 3-1,5 3 0,4 2 0,-48 140 0,78-177-38,4 0 0,3 1 1,2 1-1,4 1 0,-2 103 0,14-125 1,1-1-1,3 0 0,1-1 1,4 1-1,1-1 0,2-1 1,3 0-1,36 79 0,-25-77-44,2 0 1,3-2-1,1-1 0,3-1 0,68 68 1,-48-62-33,2-3 0,2-2 0,122 72 0,-70-61-51,2-4-1,2-6 1,2-4-1,3-6 1,141 27-1,-102-36-44,1-6-1,207 3 0,-151-27-27,257-33-1,214-79-65,-9-48 110,-140 10-284,-8-24 1,-8-22 0,602-319-1,-849 368 159,462-329 0,-599 367 123,168-170 0,-215 181 84,-3-3 0,103-156 0,-148 190 84,-4-1 1,-2-2-1,-3-2 0,-4-1 1,-2-1-1,22-95 0,-42 127-16,-1 0-1,-2-1 0,-2 0 0,-2 0 0,-1 0 0,-3 0 1,-1 0-1,-3 0 0,-1 1 0,-2-1 0,-2 2 1,-2-1-1,-18-40 0,7 31 26,-3 2 0,-1 1 0,-2 2 0,-3 0 0,-73-77 0,54 71 3,-3 3 1,-2 2-1,-124-77 0,86 70-17,-2 4 0,-114-40 0,-210-41-32,240 91-400,-2 7 0,-2 9-1,-310-2 1,299 31-3689,-306 48 0,184 5-4935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6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14 166 12741,'-4'-77'1820,"1"36"323,3 36-1708,1 1 1,0-1 0,0 0 0,0 1 0,0 0 0,1-1 0,2-4 0,-3 7-96,1-2 1260,-4 7-203,-1 1-1173,1 0 0,0 0 0,0 1 0,0-1 0,0 1 0,1 0 0,0-1 0,0 1 0,0 0 0,0 0 0,1 5 0,3 60 926,-2-53-819,34 425 2131,6 103-488,-17-181-4090,-10-61-3271,-6 0-4403,-7-195-2066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6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952 1 8453,'-211'51'1260,"117"-24"-320,3 0-240,1 4-148,-4 5-180,0 0-580,1 15-480,-5 3-2668,11 16-1685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7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10357,'0'0'1316,"24"-12"-256,-1 0-216,8 12-396,12 9-204,-3-3-876,7 0-984,17 6-1908,20 0-1989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8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77 11437,'-1'-2'243,"0"0"1,0 0-1,1 0 0,-1 0 1,1 0-1,-1-1 0,1 1 1,0 0-1,-1 0 0,1 0 1,0-1-1,1 1 0,-1 0 0,0 0 1,1-4-1,0 5-76,-1 0 1,1-1-1,-1 1 1,0 0-1,1-1 0,-1 1 1,0-1-1,0 1 0,0 0 1,0-1-1,0 1 1,-1 0-1,1-1 0,0 1 1,-1-1-1,1 1 0,-1 0 1,1 0-1,-1-1 1,1 1-1,-1 0 0,0 0 1,0 0-1,0-1 0,1 1 1,-1 0-1,-2-1 1,3 2-33,-1 0 0,1 0 0,0 0 0,-1-1 0,1 1 0,-1 0 0,1 0 1,-1 0-1,1 0 0,0 0 0,-1 0 0,1 0 0,-1 0 0,1 0 0,-1 0 1,1 0-1,-1 0 0,1 0 0,0 1 0,-1-1 0,1 0 0,-1 0 0,1 0 1,0 1-1,-1-1 0,1 0 0,0 0 0,-1 1 0,1-1 0,0 0 0,-1 1 1,1-1-1,0 0 0,-1 1 0,1-1 0,0 1 0,0-1 0,0 0 0,-1 1 1,1-1-1,0 1 0,0-1 0,0 1 0,0-1 0,0 0 0,0 1 0,0-1 1,0 1-1,0 0 0,-4 31 418,4-25 6,-1 199 3232,3-64-2789,-28 460-1135,3-347-4617,22-241 4158,-9 91-4502,9-37-2926,6-24-3085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9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0 626 10921,'5'7'380,"5"6"1064,1 0 0,22 21 1,-28-30-1190,1 0 0,-1 0-1,1 0 1,0-1 0,1 1 0,-1-2 0,0 1 0,1-1 0,0 0 0,8 2 0,13 0-90,1-1-1,-1-1 0,0-2 0,1-1 1,-1-1-1,0-1 0,0-2 0,39-11 1,-28 4-76,-1-1 0,0-3 1,-1-1-1,-1-1 0,48-33 1,-64 36-7,-1-1 1,0-1 0,-1-1 0,-1 0-1,19-26 1,-7 3 403,40-75 0,-51 83 376,-3-2-1,0 0 0,-3-1 0,-1 0 0,9-51 0,-16 72-506,0-7 896,-7 23-639,-6 13-215,-7 16-133,1 2 0,2 0 0,1 1 0,2 0 0,-11 58 0,-11 179-1410,8-12-3084,4-86-1555,11-73-800,8-4-4001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9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 14533,'-4'2'366,"1"1"1,-1 0-1,0 0 0,1 1 0,0-1 0,-1 1 0,1 0 0,1 0 1,-1 0-1,1 0 0,-4 6 0,-16 54 2454,13-34-1658,-1 9-254,2 0-1,2 0 0,1 1 0,1 49 1,3-82-843,0 35 242,2 1 0,1-1-1,2 0 1,2 0 0,18 63-1,-18-84-265,2 1 0,0-1 0,1-1 0,1 1 0,0-2 0,2 1 0,1-2 0,0 1 0,1-2 0,1 0 0,0-1-1,20 16 1,-28-27-53,0 1-1,1-1 0,0-1 1,0 1-1,1-1 0,-1-1 1,1 0-1,0 0 1,0 0-1,0-1 0,0-1 1,0 1-1,0-2 0,1 1 1,-1-1-1,0-1 0,0 1 1,1-1-1,-1-1 0,0 0 1,0 0-1,-1-1 0,1 0 1,0-1-1,-1 0 0,0 0 1,0-1-1,0 1 1,0-2-1,-1 1 0,0-1 1,0-1-1,0 1 0,-1-1 1,0 0-1,10-15 0,-8 6 20,-2 1-1,1-1 1,-2 0-1,0 0 0,0 0 1,-2-1-1,0 0 1,-1 0-1,-1 0 0,0 1 1,-2-1-1,0 0 1,0 0-1,-2 0 0,0 0 1,-1 1-1,0-1 1,-1 1-1,-1 1 0,-12-23 1,8 18-140,0 2 1,-1 0 0,-1 0-1,0 1 1,-2 0 0,0 1-1,-1 1 1,0 0 0,-1 1-1,-1 1 1,0 0 0,-1 1-1,0 1 1,-1 1 0,-37-14 0,51 22-182,0 1 1,-1 0 0,1 0 0,-1 0 0,1 1 0,-1 0 0,1 0 0,-1 1 0,1-1 0,-1 1 0,1 0 0,0 1 0,-1-1 0,1 1 0,0 0 0,0 0 0,-6 4 0,7-3-783,0 0-1,0-1 0,0 1 0,1 0 1,0 1-1,-6 5 0,-2 7-10040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1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13933,'-1'4'1798,"-6"32"319,1 0-1,0 40 1,3-31-1683,-1 29 475,7 115 1,23 73-1023,-25-248 55,0-11 41,-1 0 1,1 0-1,-1 1 0,1-1 1,0 0-1,0 0 0,1 0 1,-1 0-1,4 5 0,-5-7 14,1-1-1,0 1 1,-1 0-1,1-1 1,0 1-1,0-1 1,0 1-1,-1-1 0,1 1 1,0-1-1,0 1 1,0-1-1,0 0 1,0 0-1,0 1 1,0-1-1,0 0 1,0 0-1,0 0 1,0 0-1,0 0 0,0 0 1,0 0-1,0-1 1,0 1-1,0 0 1,0 0-1,-1-1 1,1 1-1,0-1 1,0 1-1,0-1 0,0 1 1,0-1-1,-1 1 1,1-1-1,0 0 1,0 0-1,32-26-28,-1-2 0,37-43 0,-39 39 87,1 2 0,44-35 0,-62 57-38,-1 1 1,2 0-1,-1 0 0,1 1 1,0 1-1,0 1 1,1 0-1,-1 0 0,1 2 1,24-4-1,-9 6-2,1 1 0,-1 2 0,1 1 0,51 11 0,20 3 37,-98-16-53,-1-1 0,1 0 0,0 1 0,0-1-1,0 0 1,0-1 0,0 1 0,-1-1 0,1 0 0,0 0 0,0 0 0,-1 0 0,1-1 0,0 1 0,-1-1-1,0 0 1,1 0 0,-1 0 0,4-4 0,-6 4 66,1 0 0,-1-1 1,1 1-1,-1-1 0,0 0 0,0 1 0,0-1 0,-1 0 0,1 0 1,0 1-1,-1-1 0,0 0 0,0 0 0,0 0 0,0 0 0,0 1 0,-1-1 1,1 0-1,-1 0 0,1 1 0,-1-1 0,0 0 0,0 1 0,-1-1 1,1 0-1,0 1 0,-3-3 0,-17-29 617,-2 1 1,-1 0-1,-37-37 0,4 4-447,50 56-826,0 1 0,1-1-1,-7-16 1,-12-16-3746,23 39 3123,-1 0 0,0 0-1,0 1 1,0-1 0,0 1 0,-6-4-1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8 15229,'-14'-7'4748,"15"26"-1768,-1-19-2987,6 39 2120,-3 0 0,-1 0 0,-3 43 0,-19 121-761,3-39-1339,-26 338-94,23-273-1990,11 1-5468,11-145 17,4-6-5048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0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13689,'3'-7'317,"0"1"0,1 0 1,-1-1-1,1 2 0,1-1 0,-1 0 0,1 1 0,0 0 0,0 0 0,0 0 0,1 1 0,0 0 0,0 0 0,0 0 1,0 1-1,11-5 0,3 2 144,1 1-1,-1 1 1,1 0 0,0 2 0,0 0 0,0 1-1,23 3 1,15 3 319,73 16-1,-92-13-579,-1 2 1,-1 1 0,0 3-1,0 1 1,51 28-1,-66-29-87,-1 0-1,-1 1 1,0 1-1,-1 1 0,-1 0 1,-1 2-1,0 0 1,-1 1-1,21 35 0,-19-22 132,-2 1-1,-1 0 1,21 70-1,14 114 633,-7-29-288,-41-180-558,-1 0 1,2 1-1,-1-1 0,1 0 1,1-1-1,-1 1 0,2-1 1,-1 0-1,10 11 0,-11-15-19,0-1 1,0 0-1,0 0 0,0 0 0,0 0 0,1-1 0,-1 1 0,1-1 1,0 0-1,0-1 0,0 1 0,0-1 0,0 0 0,0 0 0,0-1 1,0 1-1,0-1 0,0 0 0,7-1 0,2-1 3,0-1 0,0-1 0,-1 0 0,1 0 0,-1-1 0,0-1 0,0 0-1,-1-1 1,0 0 0,16-13 0,0-3 8,-2 0-1,47-55 0,-52 53-16,-1-1 0,-2-1 0,0-1-1,-2-1 1,-1 0 0,-2-1-1,0-1 1,-3 0 0,10-39-1,-16 51-43,-1 0-1,0 0 0,-1 0 0,-1 0 0,-1 0 0,-1 0 1,0 0-1,-2 0 0,0 0 0,-1 1 0,-1-1 0,0 1 1,-2 0-1,0 1 0,-1-1 0,-1 1 0,-12-19 0,12 25-208,1 1-1,-1 0 1,0 0-1,-1 1 1,0 0-1,-1 1 1,0 0-1,0 1 1,-24-12-1,17 12-191,0 0-1,0 1 0,-1 1 0,0 0 1,0 2-1,-24-2 0,0 4-1387,0 2-1,0 1 1,0 3 0,1 1-1,-63 18 1,-38 21-7811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1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1190 8481,'8'20'623,"-1"4"389,-5-15 3207,-2 1 3393,0-15-6881,1 0 0,0 0 0,0 0-1,0 0 1,3-9 0,23-43 624,-17 40-897,18-32 516,46-60 0,-40 62-359,33-61-1,-50 74-456,-2-1 0,-1 0 0,-1-1 0,-2-1 0,-2 0 0,-2-1 0,6-72 0,-12 82-143,-1 0 0,-1 1 0,-1-1 0,-2 0 1,0 0-1,-2 1 0,-2 0 0,0 0 0,-1 1 0,-2 0 0,-19-35 0,25 53-15,-1-1 0,1 1 0,-2 0 0,1 1 0,-1-1 0,0 1 0,0 1 0,-1-1 0,0 1 0,-17-10 0,19 14 0,1 0 0,0 0 0,0 0 0,-1 0 0,1 1 0,-1 0 0,0 0 0,1 1 0,-1 0 0,0 0 0,1 0 0,-1 0 0,0 1 0,1 0 0,-1 0 0,1 1 0,-1-1 0,1 1 0,0 1 0,-8 3 0,5-1 0,0 1 0,0 0 0,0 0 0,1 1 0,0-1 0,0 2 0,1-1 0,0 1 0,0 0 0,0 0 0,1 0 0,1 1 0,-5 10 0,0 4 0,1 0 0,1 1 0,1 0 0,-4 29 0,5-9 0,2 1 0,2 0 0,7 66 0,30 133 0,-31-214 0,76 380 0,1 2 0,-35 1 0,-50-366 0,9-73 0,2 1 0,0 1 0,2-1 0,13-24 0,65-112 0,-46 88-280,4 3 1,2 1-1,4 3 0,2 2 1,4 3-1,1 2 0,4 2 0,1 4 1,110-70-1,-152 110 237,0 0 0,1 2 0,0 1 1,1 0-1,0 2 0,1 1 0,42-7 0,-58 13 57,-1 0 0,0 1 0,0 0-1,0 1 1,0 0 0,0 0 0,0 1 0,0 0 0,0 0-1,-1 0 1,1 1 0,7 4 0,-9-3 20,0 0 0,0 1 0,-1 0 0,0-1 0,0 2 0,0-1 0,0 1 0,-1-1 0,0 1 0,0 0 0,0 1 0,-1-1 0,0 1 0,0-1 0,2 12 0,3 16 181,-2 0 0,-1 1 1,-2-1-1,-1 1 0,-4 48 0,1-43-71,1-1 0,1 1-1,14 71 1,-13-103-131,0 0-1,1 0 1,0-1 0,0 1-1,0 0 1,1-1 0,1 0-1,-1 0 1,1 0 0,0-1-1,1 1 1,-1-1 0,1 0-1,1-1 1,-1 0 0,1 0-1,7 4 1,-5-4-7,1 0 0,1-1 0,-1 0 0,0-1-1,1 0 1,0-1 0,-1 0 0,1 0 0,0-1 0,0-1 0,0 0 0,16-2 0,-7 0-24,0-1 1,0-1 0,-1-1 0,1 0-1,-1-2 1,-1 0 0,1-1 0,-1-1-1,0 0 1,-1-2 0,0 0 0,-1-1-1,0 0 1,24-26 0,-36 33 12,1 0 0,-1-1 0,1 0 0,-2 0 0,1 0 0,2-7 0,-5 11 4,0-1 0,0 1 1,0-1-1,-1 0 0,0 1 0,1-1 0,-1 0 1,0 1-1,0-1 0,0 0 0,-1 1 1,1-1-1,-1 0 0,1 1 0,-1-1 1,0 1-1,0-1 0,0 1 0,0-1 0,0 1 1,-3-4-1,-4-2 3,1-1-1,-1 1 1,-1 1 0,0 0 0,0 0-1,0 1 1,0 0 0,-1 0 0,0 1-1,0 0 1,-1 1 0,0 0-1,1 1 1,-22-4 0,-219-37 132,118 22-259,111 19 44,16 3-112,0-1 1,-1 0 0,1 0-1,1-1 1,-1 1 0,0-1-1,-10-5 1,16 6 108,-1 1-1,1 0 1,-1-1 0,0 1-1,1-1 1,-1 1 0,1-1-1,-1 1 1,1-1 0,0 0-1,-1 1 1,1-1 0,0 1-1,-1-1 1,1 0-1,0 1 1,-1-1 0,1 0-1,0 0 1,0 1 0,0-1-1,0 0 1,0 1 0,0-1-1,0 0 1,0 0 0,0 1-1,0-1 1,0 0 0,1 1-1,-1-1 1,0 0-1,0 1 1,1-2 0,1-2-315,1 0 1,-1 0-1,1 0 1,0 0-1,0 1 0,5-5 1,8-7-2739,0 2-1,21-14 1,24-9-9351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1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0 16750,'-21'79'6158,"-17"112"1,21-91-3334,-8 74-2396,-2 275 1,15-159-414,10-126-53,0 9-4984,0-162 3481,1 1 1,1-1 0,0 1 0,0-1 0,1 1 0,1-1 0,3 16 0,14 19-10873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1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43 103 14669,'-9'24'1035,"1"-1"0,1 1 0,2 0 0,0 0 0,1 0-1,2 1 1,0 0 0,4 48 0,14 49 2623,55 210 0,-69-326-3610,0 5 90,2 0 1,-1-1 0,2 1-1,-1-1 1,12 19 0,-15-27-124,1-1 0,-1 1 1,1 0-1,0 0 0,0-1 1,-1 1-1,1-1 0,0 0 1,0 1-1,0-1 0,0 0 1,1 0-1,-1 0 0,0-1 1,0 1-1,1 0 0,-1-1 1,0 0-1,1 1 0,-1-1 1,0 0-1,1 0 0,-1 0 0,0-1 1,1 1-1,-1 0 0,0-1 1,1 0-1,-1 1 0,0-1 1,0 0-1,0 0 0,1 0 1,2-3-1,19-10-2,-1-1-1,-1-1 1,0-1-1,-1 0 1,0-2-1,27-34 1,98-144-222,-82 105-430,143-183-6353,-188 253 5427,1 1-1,36-31 1,14-2-4355,15-4-5443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2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1 587 11301,'21'-12'463,"11"-4"1310,-1-2-1,-1-2 0,39-31 1,-45 27-155,-1-1-1,26-37 1,-31 39-893,-2 1-17,-1-1 0,-1 0 0,15-35 0,-23 45-408,-1-1-1,0 1 1,-1-1 0,0 1 0,-1-1-1,-1 0 1,0 0 0,-1-17-1,-1 25-99,-1 1-1,0 0 1,0-1-1,-1 1 1,1 0-1,-1 0 1,0 0-1,-6-9 1,7 12-162,0 1 1,-1 0-1,1 0 1,-1 0-1,1 0 1,-1 0-1,0 0 1,1 0-1,-1 0 1,0 1-1,0-1 1,0 1-1,1-1 0,-1 1 1,0 0-1,0-1 1,0 1-1,0 0 1,0 0-1,0 1 1,1-1-1,-1 0 1,0 1-1,0-1 1,0 1-1,-2 0 1,-5 2-47,0 0 1,1 0 0,-15 8 0,6 1 7,2 0 0,0 1 0,0 1 0,1 1 0,1 0 0,0 0 0,-18 30 0,15-20 0,1 0 0,1 1 0,2 1 0,0 0 0,-11 42 0,18-51 0,1 0 0,1 1 0,0-1 0,1 1 0,2 0 0,-1 0 0,2-1 0,1 1 0,6 30 0,-6-40 18,1-1 0,0 1 0,0-1 0,1 1 1,0-1-1,1 0 0,0-1 0,0 1 0,0-1 0,1 0 0,10 9 0,-6-7-232,0-1 0,0-1 0,1 0 0,0 0 0,1-1 0,-1-1 0,17 6 0,9-1-1438,1-1 0,0-1-1,0-3 1,58 2 0,30-3-5830,5-8-5063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2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797 233 7517,'13'-14'289,"-8"10"-150,-1 0-1,0 0 0,0-1 1,0 1-1,-1-1 1,0 0-1,0-1 1,5-10-1,2-3 640,-10 16-430,-1 1-1,1 0 1,-1 0 0,0-1-1,1 1 1,-1 0 0,0 0-1,0 0 1,-1 0-1,1 0 1,0 0 0,-4-3-1,4 2 702,-14-31 1873,12 26-2359,0 1 0,0 0 0,0 0 0,-1 0 0,0 0 0,-8-9 0,10 14-443,0 0 0,0 0 1,-1 0-1,1 1 1,0-1-1,-1 1 1,1-1-1,-1 1 0,0 0 1,1 0-1,-1 1 1,0-1-1,0 0 1,1 1-1,-1-1 1,0 1-1,0 0 0,0 0 1,1 0-1,-1 1 1,0-1-1,0 1 1,-4 1-1,-24 6 279,0 3-1,1 0 1,0 2 0,1 1 0,0 1-1,1 2 1,1 1 0,-43 36 0,4 7 148,-114 133-1,150-157-388,-43 70-1,60-86-103,1 1 0,1 1 1,1 0-1,2 0 0,-7 26 0,14-46-51,0-1 0,0 1 0,1 0 1,-1 0-1,1-1 0,0 1 0,0 0 1,0 0-1,0 0 0,0 0 0,1-1 0,-1 1 1,1 0-1,-1 0 0,1-1 0,0 1 1,0-1-1,1 1 0,-1-1 0,0 1 0,1-1 1,0 1-1,-1-1 0,1 0 0,0 0 1,0 0-1,0 0 0,0 0 0,1-1 0,-1 1 1,0-1-1,1 1 0,-1-1 0,1 0 1,-1 0-1,5 1 0,4 1 0,0-1-1,0 0 1,0-1-1,0 0 1,0-1-1,0 0 1,21-3-1,27-9 27,-2-2 0,0-3 0,68-29 0,-45 16 56,-48 19-36,260-91 590,-204 77-241,123-22 1,-194 45-371,1 0 0,-1 1 0,0 0 1,0 2-1,34 4 0,-10 3-145,0 1 0,74 29 0,-108-36-36,1 1 0,-1 1 0,-1-1-1,1 1 1,0 0 0,-1 1 0,0 0-1,0 0 1,0 0 0,-1 0 0,0 1-1,0 0 1,0 0 0,-1 0 0,1 1 0,-2 0-1,1 0 1,-1 0 0,0 0 0,0 0-1,-1 0 1,2 9 0,-3-5-388,0 0 1,0-1 0,-1 1-1,-1-1 1,0 1-1,0 0 1,-1-1-1,0 0 1,-6 17-1,-1 8-1007,-24 85-5471,-16 9-4617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204 165 9933,'-23'-43'957,"-24"-40"2328,14 46 1972,33 36-5227,0 1 0,0 0 1,0 0-1,0 0 0,0 0 1,0 0-1,0 0 1,0 0-1,0 0 0,-1 0 1,1-1-1,0 1 0,0 0 1,0 0-1,0 0 0,0 0 1,0 0-1,-1 0 0,1 0 1,0 0-1,0 0 0,0 0 1,0 0-1,0 0 0,0 0 1,-1 0-1,1 0 0,0 0 1,0 0-1,0 0 0,0 0 1,0 0-1,0 0 0,-1 0 1,1 1-1,0-1 0,0 0 1,0 0-1,0 0 0,0 0 1,0 0-1,0 0 1,0 0-1,-1 0 0,1 0 1,0 1-1,0-1 0,0 0 1,0 0-1,0 0 0,0 0 1,0 1-1,-5 4 298,0 0 1,0 0-1,1 1 0,-1 0 1,2 0-1,-1 0 0,0 1 1,1-1-1,1 1 0,-1-1 1,1 1-1,0 0 0,-2 12 1,-2 17 780,-1 51 1,6-71-816,0 583 4190,7-322-4351,-18 558-1087,4-474-2674,0-150 77,0 54-6774,11-138-1000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3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14861,'2'-2'228,"1"0"-1,0 1 1,-1 0-1,1-1 1,0 1-1,-1 0 0,1 1 1,0-1-1,0 0 1,0 1-1,0 0 1,0-1-1,0 1 1,0 0-1,0 1 1,0-1-1,-1 0 0,1 1 1,0 0-1,0 0 1,3 1-1,7 3 560,0 1 1,0 0-1,14 10 0,-1-1-302,49 25 1223,92 66-1,-134-82-1490,0 2 1,-2 2-1,-1 1 0,45 56 1,-67-74-293,0 1 0,0 1 0,-1-1 0,0 1 1,-2 1-1,1-1 0,-1 1 0,-1 0 1,-1 0-1,0 0 0,-1 0 0,0 1 0,-1-1 1,0 1-1,-2-1 0,0 1 0,0-1 1,-1 0-1,-1 0 0,0 1 0,-1-1 0,-1-1 1,0 1-1,-9 16 0,3-9-1081,-1 0 1,-24 31-1,27-42-108,0 0 0,0-1 0,-17 14 0,-2 1-4398,12-7-3300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4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38 10169,'-20'-36'4408,"39"43"-1658,-14-5-2309,15 6 142,0 1 0,-1 1 0,0 1 1,0 0-1,20 18 0,78 76 196,-102-91-620,22 23 17,-1 1 0,-2 3 0,-2 0-1,31 52 1,-43-57-121,0 0-1,-3 1 1,-1 1 0,-2 1-1,17 71 1,-29-98-40,0-1 0,-1 0 1,0 22-1,-1-31-13,0 0 1,0 0-1,0 0 1,0-1-1,0 1 1,-1 0-1,1 0 1,0-1-1,-1 1 1,1 0-1,-1-1 1,0 1-1,0 0 1,1-1-1,-1 1 1,0-1 0,0 1-1,0-1 1,-1 0-1,1 1 1,0-1-1,0 0 1,-1 0-1,1 0 1,-1 0-1,1 0 1,-1 0-1,1 0 1,-3 0-1,3-1 4,0 0 0,0 0 0,1-1-1,-1 1 1,0 0 0,0-1 0,1 1 0,-1-1-1,0 1 1,0-1 0,1 0 0,-1 1 0,1-1-1,-1 1 1,1-1 0,-1 0 0,1 0 0,-1 1-1,1-1 1,-1 0 0,1 0 0,0 0 0,-1 1-1,1-1 1,0 0 0,0 0 0,0 0 0,0 0-1,0 0 1,0 1 0,0-3 0,-2-30 67,4 8-26,1 1 0,1-1 0,2 1 0,0 0 0,2 1 0,0 0 0,20-37 0,97-146 0,-91 154-36,3 2 1,54-58-1,-79 95-16,0 1 0,1 0 0,1 0 0,0 2 0,0 0 1,1 0-1,1 1 0,-1 1 0,2 1 0,-1 0 0,1 1 0,30-7 0,-42 13 19,-1-1 1,1 1-1,0 0 0,-1 0 0,1 0 0,0 0 0,-1 1 1,1 0-1,-1 0 0,1 0 0,-1 1 0,1-1 0,-1 1 1,0 0-1,7 4 0,-6-2 62,0 1 1,0-1-1,0 1 0,-1-1 0,0 1 1,0 1-1,0-1 0,0 1 0,5 11 1,-1 3 204,-1 0 0,-1 0 1,-1 1-1,-1 0 0,3 36 1,-3-20 13,2 38 381,22 96-1,-22-147-582,1-1 0,0 1 0,2-1 0,1 0 0,1-1 0,1-1-1,28 41 1,-33-54-74,-1-1 0,1 0 0,1 0-1,-1-1 1,1 0 0,0 0-1,1-1 1,-1 0 0,1 0 0,0-1-1,0 0 1,0-1 0,1 0-1,-1 0 1,1-1 0,11 1 0,-14-2-16,0-1 1,1 0-1,-1 0 1,0 0-1,1-1 1,-1 0-1,0-1 1,1 1-1,-1-1 1,0-1-1,0 1 1,-1-1-1,1-1 1,0 1-1,-1-1 1,0 0-1,0-1 1,0 1-1,-1-1 1,1 0-1,-1-1 1,5-5-1,-5 3-2,0 1-1,-1-1 1,0 0 0,0 0-1,-1 0 1,0 0 0,-1-1-1,1 1 1,-2-1-1,1 0 1,-1 0 0,0 1-1,-1-1 1,0 0 0,-1 0-1,1 0 1,-2 0 0,1 1-1,-1-1 1,-1 1-1,-4-13 1,-4-6-4,-2 0 0,0 1 0,-2 1 0,-1 0 1,-22-27-1,-35-35-52,-98-89 1,116 122-289,54 52 293,-17-16-787,-35-27-1,45 39-89,-1 1 0,0 0 0,0 0 0,-13-4 0,21 8 627,-1 0 0,1 1 0,-1-1 0,0 1 0,1-1 0,-1 1 0,0 0-1,0 0 1,1 0 0,-1 0 0,0 0 0,0 0 0,-3 1 0,-10 11-5281,1 9-4504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4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276 107 9441,'15'-58'2590,"-15"56"-2335,0 0 1,-1-1-1,1 1 0,0 0 0,-1 0 1,1 0-1,-1 0 0,1 0 0,-1 0 1,0 0-1,0 0 0,0 0 0,0 0 1,0 0-1,-1 1 0,1-1 0,0 0 1,-1 1-1,1-1 0,-1 1 1,0 0-1,1-1 0,-3 0 0,-1-2 900,4 4-983,0 0 0,0 1 0,0-1 0,0 0 0,0 1-1,0-1 1,0 0 0,0 1 0,0 0 0,0-1 0,0 1 0,1-1-1,-1 1 1,0 0 0,0-1 0,1 1 0,-1 0 0,0 0-1,1 0 1,-1 0 0,1 0 0,-1 1 0,0-2-117,-5 10 498,0 1 0,1 0 0,0 0 0,0 0 0,1 0 0,1 1-1,0 0 1,-2 16 0,-7 107 1922,10-85-1690,-8 83 39,-30 633-437,37-609-387,-13 358 0,-21-185 45,10-110-577,22-171-472,-2 22-3708,-18 81-1,13-93-2460,10-8-4521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4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7213,'1'2'342,"-1"1"0,1-1 0,-1 0 0,1 0 1,0 1-1,0-1 0,0 0 0,0 0 0,0 0 1,1 0-1,-1 0 0,1 0 0,-1-1 0,1 1 1,-1 0-1,1-1 0,4 3 0,7 9 1289,-8-8-1198,1 1 0,0-1-1,1-1 1,-1 1 0,1-1 0,0 0 0,10 4 0,57 18 891,-64-23-1077,87 26 929,152 52 432,-213-66-1465,0 1-1,-2 1 1,0 2-1,53 39 1,-77-50-110,-1 0 0,0 1 1,0 0-1,0 0 1,-1 0-1,-1 1 0,0 1 1,9 15-1,-13-19-23,0 1 1,0-1-1,-1 1 0,0 0 0,0-1 0,-1 1 0,0 0 0,-1 0 0,1 0 1,-1 0-1,-1 0 0,0 0 0,0 0 0,-3 10 0,-1-1 9,-1-1-1,-1 0 1,0 0-1,-1-1 1,-1 1-1,-1-2 1,0 1-1,-22 23 0,-7 3-18,-62 49-1,29-33-722,-2-4 1,-148 80-1,-44-14-9126,186-91 699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5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63 142 13617,'-7'-45'1221,"-1"-5"454,-6 6 3049,13 41-2850,0 10-97,-3 41 48,-24 340 3677,49 200-4965,-6-340-522,25 249-2669,-17-280-1754,-4-35-5620,-4-72-2665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5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258 525 11581,'22'-10'902,"0"-2"1,-1 0-1,0-2 0,37-31 1,-45 35-547,-2-1 1,1 0-1,-1-1 0,-1 0 1,0 0-1,-1-1 1,0-1-1,-1 1 1,0-1-1,-1-1 0,5-15 1,-4 5-113,-1-1-1,-2-1 1,0 1 0,-2-1 0,1-46 0,-4 71-196,0-1 1,0 1-1,0-1 1,-1 1 0,1-1-1,-1 1 1,0-1-1,0 1 1,1-1-1,-1 1 1,-1 0 0,1-1-1,0 1 1,-1 0-1,1 0 1,-1 0-1,1 0 1,-1 0 0,0 0-1,0 1 1,0-1-1,0 1 1,0-1-1,0 1 1,-1 0 0,1 0-1,0-1 1,-1 2-1,1-1 1,-1 0-1,1 0 1,-1 1 0,1 0-1,-1-1 1,1 1-1,-5 0 1,-3 0 150,0 1 0,0 0 1,0 1-1,1 0 0,-1 1 0,0-1 1,1 2-1,-10 4 0,4 0 51,0 1 0,0 0 1,1 2-1,0-1 0,1 2 0,0 0 1,-19 23-1,1 4 319,-37 60 0,43-57-317,2 1 0,1 1 0,3 1 0,-23 74 0,33-83-199,1 0 0,2 1 1,1 0-1,2-1 0,2 2 0,5 61 0,-3-84-236,1-1 1,1 0-1,1 0 1,0 0-1,0-1 1,2 0-1,-1 1 1,2-2-1,0 1 1,0-1-1,1 0 1,1 0-1,0-1 1,0 0-1,14 11 1,-13-14-176,0 0-1,1-1 1,1 0 0,-1 0 0,1-1 0,0-1 0,0 0 0,0-1 0,1 0-1,0 0 1,0-2 0,0 0 0,0 0 0,0-1 0,0-1 0,22-1 0,-21-1 62,1 0 1,-1-1-1,0 0 1,1-1-1,-1 0 1,-1-2 0,1 1-1,16-11 1,-11 4 78,-1-1 0,0-1 0,-1 0 0,27-30 1,-5 0 517,-1-3 0,-2 0 1,43-79-1,-46 65 1655,-4-2 0,38-113-1,-62 156-1532,-2 11-100,-1 0 0,1 0 1,0 0-1,1 1 0,9-16 0,-12 23-285,0 0-1,0-1 1,0 1-1,0 0 1,1-1-1,-1 1 0,1 0 1,-1 0-1,1 0 1,-1 0-1,1 0 1,-1 1-1,1-1 1,0 0-1,-1 1 0,1-1 1,0 1-1,0 0 1,-1 0-1,1-1 1,0 1-1,0 0 1,0 0-1,-1 1 1,1-1-1,0 0 0,0 1 1,-1-1-1,1 1 1,0-1-1,-1 1 1,1 0-1,0-1 1,-1 1-1,1 0 0,1 2 1,36 26 255,7 8-480,-39-32 87,9 7-289,1-1-1,1 0 1,0-1-1,0-1 1,38 14 0,-49-22 303,0 1-1,-1-1 1,1 0 0,0-1 0,0 1 0,0-1 0,0-1 0,0 1 0,13-4-1,-2-1 175,0-1 0,22-11 0,-10 4 607,-21 10-535,0 0 1,-1 0-1,1 1 0,0 0 0,1 1 1,-1 0-1,0 0 0,0 1 1,1 0-1,8 2 0,9 3-5,-1 1 1,28 9-1,25 7-402,-28-11-981,0-3 1,77 5 0,-109-13 965,0-1-1,0 0 1,0-2 0,0 0 0,-1-1-1,1 0 1,-1-2 0,0 0-1,-1-1 1,23-13 0,202-110-361,-195 105 155,58-28-2111,-85 45 852,0 0 1,1 1-1,26-6 1,24 5-6160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2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11 202 16377,'-10'-48'3297,"23"33"-281,-3 0-484,0-3-612,4 0-383,-4 0-293,3 2-280,-6 1-464,0 0-544,6 3-972,0 0-808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7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41 366 10649,'-9'-36'1722,"8"29"174,0 7-1732,1-1 1,-1 0-1,1 0 0,-1 1 0,1-1 0,-1 1 0,0-1 0,1 0 0,-1 1 1,0-1-1,1 1 0,-1 0 0,0-1 0,0 1 0,0-1 0,1 1 0,-1 0 1,0 0-1,0 0 0,0-1 0,0 1 0,-1 0 0,-10-5 783,12 4-904,-1 1-1,1-1 1,0 0 0,0 1 0,0-1 0,0 0 0,0 1 0,0-1 0,1 0-1,-1 1 1,0-1 0,0 0 0,0 1 0,1-1 0,-1 1 0,0-1 0,0 0 0,1 1-1,-1-1 1,1 1 0,-1-1 0,0 1 0,1-1 0,-1 1 0,1 0 0,0-1 0,6-5 177,0 0 1,0 1-1,1 0 1,0 1 0,0 0-1,0 0 1,0 1-1,1-1 1,-1 2 0,1-1-1,15-1 1,2-3 176,72-15 815,114-13-1,103 6-299,-233 23-714,261-18 270,403-25 189,-377 28-409,-57 3-224,285-11-2916,-558 27 1478,1 2-1,-1 2 1,47 8-1,-86-10 1368,0 0 0,0 0 0,0 0 0,-1 0 0,1 0 0,0 0 0,0 0 0,0 1 0,0-1 0,0 0 0,0 0 0,0 0 0,0 0 0,0 0 0,0 0 0,0 0 0,0 1 0,0-1 0,0 0 0,0 0 0,0 0 0,0 0 0,0 0 0,0 0-1,0 1 1,0-1 0,0 0 0,0 0 0,0 0 0,0 0 0,0 0 0,0 0 0,0 0 0,0 1 0,0-1 0,0 0 0,0 0 0,0 0 0,0 0 0,0 0 0,0 0 0,1 0 0,-1 0 0,0 0 0,0 1 0,0-1 0,0 0 0,0 0 0,0 0 0,0 0 0,0 0 0,1 0 0,-1 0 0,0 0 0,0 0 0,0 0 0,0 0 0,0 0 0,0 0 0,1 0 0,-1 0 0,0 0-1,0 0 2,-18 23-5234,-18 19-3018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7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0 10489,'-27'21'2204,"24"-3"-108,-21-3-47,-9 28 135,6 8-200,-10 12-280,-3 18-316,7 10-268,-1 14-324,4 7-100,3 9-148,17-1-636,0 10-680,10 5-384,7 4-852,3-9-856,7 2-3189,3 4-5304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8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12761,'-52'114'1646,"46"-100"-1198,1 1 0,0-1-1,1 1 1,1 0 0,1 0 0,0 1-1,0 20 1,3-5 248,2 0 1,7 34-1,0-18-406,2 0 0,3-1 0,1-1 0,2-1 0,2 0 0,2-1 0,43 64 0,-59-100-264,40 53 168,-44-57-182,1 0 1,0-1 0,-1 1-1,1 0 1,0-1 0,1 0 0,-1 1-1,0-1 1,1 0 0,-1-1-1,1 1 1,0-1 0,-1 0-1,1 1 1,6 0 0,-7-3-9,1 1 1,-1-1 0,0 1-1,0-1 1,0 0-1,-1 0 1,1-1 0,0 1-1,0 0 1,-1-1-1,1 0 1,0 1 0,-1-1-1,0 0 1,1-1-1,-1 1 1,0 0 0,3-6-1,4-4 9,-1 0 0,10-23-1,-16 32-8,38-77 8,3 3 0,62-83-1,-82 128-19,2 1-1,1 2 1,2 1-1,1 1 1,1 1-1,1 1 0,45-26 1,-62 43 2,0 0 1,0 1-1,1 1 1,0 0-1,0 1 1,1 1-1,0 0 1,-1 1-1,1 1 1,0 0-1,0 1 1,0 1-1,1 1 1,-1 0-1,0 1 1,-1 0-1,1 2 1,0 0-1,-1 0 1,0 2-1,0 0 1,0 0-1,-1 1 0,0 1 1,0 1-1,-1 0 1,0 0-1,0 2 1,20 21-1,-11-5 0,-1 2-1,-1 1 1,-2 0-1,17 37 1,-17-30 108,2-1 0,38 51 0,-52-80-81,0 1 0,1-1 0,0-1-1,1 1 1,-1-1 0,1 0-1,0-1 1,0 0 0,1 0 0,0-1-1,0 0 1,0-1 0,0 0-1,0 0 1,1-1 0,-1 0 0,1 0-1,0-1 1,-1-1 0,1 0-1,0 0 1,0 0 0,-1-2 0,1 1-1,-1-1 1,1 0 0,12-6-1,-7 4 26,-1-2 0,0 1-1,-1-2 1,1 0-1,18-13 1,-29 17-31,1 1 0,-1-1 0,0 1 0,0-1 0,-1 0 0,1-1 0,0 1 0,-1 0 1,0-1-1,0 1 0,0-1 0,0 0 0,-1 1 0,1-1 0,-1 0 0,0 0 1,0 0-1,0 0 0,-1 0 0,0-1 0,1 1 0,-1 0 0,-1 0 0,1 0 0,-2-6 1,0 1-5,-1 0 0,-1 0 1,0 1-1,0-1 1,0 1-1,-1 0 1,-1 0-1,1 1 0,-1-1 1,0 1-1,-9-7 1,-9-8 20,-50-34 1,37 32-54,-1 1 0,-1 3 0,-1 1 0,-1 2 0,0 1-1,-72-16 1,65 22-804,-1 2-1,0 3 1,-57-1-1,29 10-2586,29 4-1738,1 5-4328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8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10 12937,'0'-1'92,"0"1"0,0-1 0,1 1 0,-1 0-1,0-1 1,0 1 0,0-1 0,0 1 0,0 0 0,1-1 0,-1 1-1,0-1 1,0 1 0,0 0 0,1-1 0,-1 1 0,0 0-1,1 0 1,-1-1 0,0 1 0,1 0 0,-1 0 0,0-1 0,1 1-1,-1 0 1,1 0 0,-1 0 0,0-1 0,1 1 0,-1 0-1,1 0 1,-1 0 0,0 0 0,1 0 0,-1 0 0,1 0 0,-1 0-1,1 0 1,-1 0 0,0 0 0,1 0 0,-1 0 0,1 1-1,-1-1 1,0 0 0,1 0 0,-1 0 0,1 1 0,-1-1 0,0 0-1,1 0 1,-1 1 0,0-1 0,1 0 0,-1 1 0,0-1-1,0 0 1,1 1 0,-1-1 0,0 0 0,0 1 0,0-1 0,1 1-1,-1-1 1,0 0 0,0 1 0,0-1 0,0 1 0,0 0-1,11 33 1826,-8 4-323,-1-1 0,-6 67 0,-5-25-298,-36 144 0,-41 74-231,21-96-1263,-47 159-2483,31 9-3891,63-223 24,4-8-4191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8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326 505 11797,'110'-300'6589,"-108"294"-6461,14-41 949,-11 29-422,1 0 1,1 1-1,0-1 1,2 1-1,19-30 0,-27 46-620,-1 0 0,1-1 0,0 1 0,0 0 0,-1 0 0,1 0-1,0 1 1,0-1 0,0 0 0,0 0 0,0 0 0,0 1 0,0-1-1,1 0 1,-1 1 0,0-1 0,0 1 0,0 0 0,1-1 0,-1 1-1,0 0 1,0 0 0,2-1 0,-1 2 2,0 0 0,0-1 0,-1 1 0,1 0 0,0 0 0,-1 0 1,1 0-1,-1 0 0,1 0 0,-1 1 0,1-1 0,-1 1 0,0-1 0,0 0 0,0 1 0,2 3 0,4 7 106,-1 0 0,-1 1 0,0 0 0,-1 0 0,0 0 0,3 24 0,4 12 101,59 183 429,-28-102-327,25 145 0,-59-232-385,-3 0 1,-1 0-1,-2 1 0,-2-1 0,-2 1 0,-2-1 0,-15 69 0,11-81-169,-3 0 0,0-1 0,-2 0 0,-1-1 0,-1-1-1,-2 0 1,-1-1 0,-1 0 0,-1-2 0,-1 0 0,-1-2 0,-39 33-1,26-28-653,-1-2-1,-1-1 0,-52 25 0,42-27-1893,-1-3 0,-76 22 0,0-12-7124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39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354 976 9749,'-9'-39'658,"-9"-33"3799,-15-134-1,33 202-4386,-5-164 2019,6 142-1833,1 0 0,1 1 0,2-1 0,10-34 0,3 3 124,2 1 0,3 1 0,44-76 0,-66 129-372,0 1 0,-1-1 1,1 1-1,0-1 0,0 1 0,0 0 1,0-1-1,1 1 0,-1 0 0,0 0 1,0 0-1,1 0 0,-1 0 0,1 0 0,-1 0 1,1 0-1,-1 0 0,1 1 0,-1-1 1,1 1-1,0-1 0,-1 1 0,1 0 1,2-1-1,-3 2-3,0-1-1,0 1 1,0 0-1,1-1 1,-1 1 0,0 0-1,0 0 1,0-1 0,0 1-1,0 0 1,0 0 0,-1 0-1,1 0 1,0 1 0,0-1-1,-1 0 1,1 0-1,-1 0 1,1 1 0,-1-1-1,1 0 1,-1 0 0,0 1-1,1-1 1,-1 0 0,0 1-1,0 1 1,2 27 65,-1 0 1,-2 0 0,0 0-1,-12 58 1,-41 119-65,36-143 18,-166 446 12,-42-17-1396,223-488 1337,4-4 11,1-1-1,-1 1 1,1-1 0,-1 0 0,1 0-1,0 0 1,-1 0 0,1 0 0,-1 0-1,1-1 1,-1 1 0,3-1-1,40-10-53,-1-3 0,64-28-1,1-1 6,60-17-21,228-70-13,-379 126 81,1 0 0,0 1 0,0 1 0,25 0 0,-39 2 7,1 0 0,-1 0 0,0 0 0,0 1 0,0 0 0,0 0 0,0 0 0,0 0 0,0 0 0,0 1 0,0 0 0,0 0 1,-1 0-1,1 0 0,-1 0 0,1 1 0,-1 0 0,0-1 0,0 1 0,0 0 0,-1 1 0,1-1 0,-1 0 0,5 8 0,9 28-142,-4-7-486,2-1-1,34 58 0,-47-87 619,1-1 0,0 1 0,0 0 0,0-1 0,0 1 0,0-1 0,1 0-1,-1 1 1,0-1 0,1 0 0,-1 0 0,0-1 0,1 1 0,-1 0 0,1-1 0,0 0 0,-1 1 0,1-1 0,-1 0 0,5-1 0,9 0-22,0-1 0,20-5-1,-3 1 1,399-30-5853,-361 26 5097,-55 7 643,0 1 1,22-2-1,-39 4 146,1 0 0,-1 0 1,1 0-1,-1 0 0,0-1 1,1 1-1,-1 0 0,1 0 1,-1-1-1,1 1 1,-1 0-1,1-1 0,0 1 1,-1 0-1,1-1 0,-1 1 1,1-1-1,0 1 0,-1-1 1,1 1-1,0-1 1,-1 1-1,1-1 0,0 1 1,0-2-1,-1 2-35,1-1-1,0 0 1,0 1 0,-1-1 0,1 0-1,-1 1 1,1-1 0,-1 0-1,1 1 1,-1-1 0,1 1 0,-1-1-1,1 1 1,-1-1 0,0 1-1,1 0 1,-1-1 0,0 1 0,1 0-1,-1-1 1,-1 1 0,-57-5-5080,41 4 1184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2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743 28 8381,'-30'-23'1301,"24"19"-119,1 4-77,-46 0 2177,-78 12 0,106-8-2914,-1 1-1,1 1 0,0 1 1,0 0-1,-38 20 0,43-16-241,1 1 0,0 1 0,1 0 0,0 1 0,1 1 1,0 1-1,2 0 0,-1 0 0,-13 24 0,4 0-8,1 0 1,2 2 0,-18 52 0,21-43-69,2 1 0,2 1 1,3 0-1,2 0 0,2 0 1,2 74-1,5-89-59,2 0 0,1 0-1,2-1 1,2 0 0,1 0 0,2 0-1,2-2 1,1 1 0,35 62 0,-29-65-125,2-1 1,2-1 0,1-1-1,1-1 1,1-2 0,1 0-1,2-2 1,0-1 0,66 38-1,-77-51 92,0-1 1,1-2-1,0 0 0,1 0 0,0-2 0,0-1 0,0 0 0,1-2 0,0 0 1,0-2-1,-1 0 0,1-2 0,0 0 0,0-1 0,-1-1 0,1-1 0,-1-1 1,0-1-1,23-10 0,-16 3 17,0-2 1,-1 0-1,44-35 0,64-66 286,31-22 517,-159 133-751,1 1 0,0 0-1,0 0 1,0 1 0,0 0 0,1 0 0,-1 1-1,1 0 1,-1 1 0,1-1 0,0 2 0,0-1-1,0 1 1,-1 1 0,1 0 0,13 3 0,11 3 21,0 2 0,60 26 0,-63-23-1,70 24 21,1-4 0,133 24 0,-225-55-67,-1 0 0,1 0-1,0-1 1,0 0 0,15-2 0,-19 1-2,0 1-5,-26-25-3,18 21 9,-1 0 0,1 0 0,-1 0 0,0 1 1,0-1-1,0 1 0,-5-4 0,-7-1 3,1 0-1,-1 0 1,-1 2 0,-28-8 0,-73-9 28,56 12-14,-39-9-1124,-189-11 1,204 35-1991,50 1-3059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3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11145,'0'0'4649,"1"2"-3967,9 22-309,-2 0 0,0 1 0,-2 0 0,0 0 1,2 38-1,-5-10-268,-6 89 1,3-120-87,0-17 56,2-7-41,24-24 42,35-46 1,-44 50 6,1 1 0,0 0 1,2 2-1,29-24 0,-41 38-53,0-1 0,0 2 0,1-1 0,0 1 0,0 1 0,0-1 0,0 2 0,0-1 0,0 1 0,1 1 0,-1-1 0,1 2 0,-1-1 0,1 1 0,0 1 0,17 2-1,-9 2 5,0 0-1,0 1 0,-1 0 0,1 2 0,-2 0 0,1 1 0,-1 0 0,-1 2 0,0 0 0,24 22 1,-7-2 31,-1 2 1,-1 1 0,33 50 0,48 92 78,-110-174-148,0-1 1,0 1-1,0 0 1,0-1-1,0 1 1,0-1-1,0 0 1,1 1-1,-1-1 0,0 0 1,1 0-1,-1 0 1,1 0-1,-1 0 1,1 0-1,0 0 1,-1-1-1,1 1 0,0 0 1,0-1-1,-1 1 1,1-1-1,0 0 1,0 0-1,0 0 1,-1 0-1,1 0 0,0 0 1,0 0-1,0 0 1,-1-1-1,1 1 1,0-1-1,0 1 1,-1-1-1,1 0 1,0 0-1,-1 0 0,1 0 1,-1 0-1,3-1 1,7-7-5,0-1-1,0 0 1,-1 0 0,13-18 0,-2 4-47,224-245-109,-241 265 165,0 1 1,-1-1-1,1 1 0,0 0 1,1 0-1,-1 0 0,1 1 0,8-5 1,-11 7 1,0-1-1,0 0 1,0 1 0,0 0 0,0-1 0,0 1 0,0 0 0,0 0 0,0 0 0,0 0 0,1 0 0,-1 1 0,0-1-1,0 1 1,-1-1 0,1 1 0,0 0 0,0 0 0,0 0 0,0 0 0,-1 0 0,1 0 0,0 0 0,-1 0 0,3 3 0,3 4 6,-1 1 1,0 0 0,0 1-1,-1-1 1,8 21 0,18 31 1,-13-35 3,0-1-1,2 0 1,38 36 0,-44-48-11,2-1 1,-1-1 0,1 0 0,1-1 0,0-1 0,1 0-1,22 7 1,-18-9-13,0-1 0,0-1 0,0-1 0,1 0 0,-1-2 0,1-1 0,41-3-1,-32-2 11,0-1-1,-1-1 1,0-2-1,60-24 1,-38 8-14,-1-3 0,-1-2 0,-2-2 0,-1-3 0,74-66 0,-112 91 22,-1 1-1,1 0 0,1 0 1,-1 1-1,1 1 1,1-1-1,17-6 1,-26 13-6,0 0-1,0 0 1,1 1 0,-1-1 0,0 1 0,0 0 0,0 0 0,0 0 0,-1 0 0,1 0 0,0 1 0,0-1 0,-1 1 0,1 0 0,0 0 0,-1 0 0,0 0 0,4 4 0,1 0-3,-1-1 7,1 0 1,0 0-1,0 0 0,1-1 1,-1 0-1,11 3 0,-14-6-11,1 0 1,0 0-1,-1 0 0,1 0 1,0-1-1,0 0 0,0 0 1,0-1-1,-1 1 1,1-1-1,0 0 0,9-3 1,20-11 13,0-1 1,-1-1 0,-1-2 0,-1-1 0,34-29 0,-40 30 68,-12 10 129,-4 2-84,0 0-1,0 1 0,1 0 1,0 1-1,14-7 0,-23 13-112,0-1-1,0 0 0,0 1 0,0-1 0,0 0 0,0 1 1,-1 0-1,1-1 0,0 1 0,0-1 0,0 1 1,-1 0-1,1-1 0,0 1 0,-1 0 0,1 0 0,-1 0 1,2 1-1,-1 0 15,12 14 23,-1 0 0,-1 1-1,13 24 1,-13-20-62,25 32-1,-31-46-54,1 0-1,0-1 1,1 0 0,-1 0 0,1 0-1,1-1 1,-1 0 0,11 5 0,-5-3-245,0-1 0,0 0 0,1-1 1,0-1-1,0 0 0,0-1 1,0 0-1,1-1 0,-1-1 0,16 0 1,1-3-7,0-2 0,1-1 1,-2-1-1,1-2 1,43-17-1,-57 18 363,-3 1-9,0 1 1,1 0-1,0 0 1,0 2-1,26-4 1,-35 7-28,1 0 0,-1 0 0,1 1 0,-1 0 0,1 0 0,-1 1 0,0-1 0,0 1 0,1 1 0,-1-1 0,-1 1 0,1 0 0,0 0 0,-1 1 0,0-1 0,1 1 0,-1 1 0,6 6 0,53 92-2440,-47-74 1206,-6-1-2514,-9-21 2309,4 13-3332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3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81 249 6309,'19'-48'2491,"3"2"0,34-56 1,-53 95-1987,14-19 1485,-35 7-724,15 19-1240,0 0 1,0 0 0,0 0 0,0 1 0,0 0 0,0-1 0,0 1 0,0 0 0,1 0 0,-1 0-1,0 1 1,-2 1 0,-35 23-734,35-23 453,-26 21-1485,-16 9-4850,31-24 969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4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10821,'0'0'11393,"4"18"-21398,-4 0 780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4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3 9213,'-30'-3'3620,"43"9"-4632,1 3-420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7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5292,'41'-43'2461,"-38"41"-136,-3-1-1120,1-2-892,-1 3-125,0 0 0,0-1 0,1 1 0,-1 0-1,1 0 1,-1-1 0,1 1 0,0 0 0,0 0-1,0 0 1,0 0 0,0 0 0,0 0 0,0 0 0,1 0-1,-1 1 1,1-1 0,0 1 0,-1-1 0,1 1-1,0-1 1,2-1 0,-3 3-111,0 0-1,0 0 0,0 1 1,-1-1-1,1 0 1,0 0-1,0 0 1,-1 1-1,1-1 0,0 0 1,-1 1-1,1-1 1,0 0-1,-1 1 1,1-1-1,-1 1 0,1-1 1,-1 1-1,1 0 1,-1-1-1,1 1 1,0 0-1,1 1 178,7 10 46,-1-1 1,0 1-1,-1 1 0,0-1 0,-1 1 0,0 0 0,-1 1 0,-1-1 1,4 20-1,21 52 444,17 10-245,3-3-1,5-2 1,4-2 0,118 138 0,-96-138-1639,91 76 1,108 52-8009,-179-149-609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7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1306 0 6781,'-53'33'1664,"3"4"-36,13 2-248,-4 3-76,1 6-100,-10 9-108,-10 7-252,-14 14-123,-10 13-181,-23 8-140,-7 19-748,-13 8-845,-24 10-1087,-10 21-1692,4 2-2813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49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16009,'-3'3'2595,"-7"12"-1309,0 1 0,1 0-1,1 0 1,0 1 0,1-1-1,-5 21 1,3-1-176,2-1 1,-4 46 0,5-27-541,-5 55-450,2 137 0,45 78-7034,-19-212 1870,-6-39-1395,8-3-3926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0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71 12449,'93'-51'4761,"-83"47"-4472,0 0 1,0 1-1,1 1 1,-1-1-1,1 2 1,-1-1-1,1 1 1,0 1-1,-1 0 1,1 1-1,16 2 1,-17-2-115,25 4 157,0 0 0,-1 2 0,0 2 1,42 16-1,-63-20-281,0 0 1,-1 1-1,0 1 0,0 0 1,-1 0-1,1 1 0,-2 1 1,1 0-1,-1 0 0,-1 1 1,0 0-1,0 0 0,-1 1 1,7 12-1,-9-11-18,0 1 0,-1-1 0,-1 1 0,0 0 0,-1 0 0,-1 0 0,0 1 0,0-1-1,-1 14 1,-2 13 52,-13 69-1,12-97-96,-1 9-9,1 0-1,0 0 1,2 0 0,0 1-1,5 25 1,-4-37 0,2 0 1,-1 0-1,1 0 1,0-1-1,1 1 0,0-1 1,1 0-1,0 0 1,0-1-1,1 1 0,0-1 1,0 0-1,10 8 0,0-2-44,1 0-1,1-1 1,0-1-1,38 18 1,86 27-282,-95-40 120,-2 2-1,49 27 0,-86-42 199,0 1 0,0 0 0,-1 1 1,0 0-1,0 0 0,-1 1 0,0-1 0,0 1 0,0 1 0,7 11 0,-11-14 25,0-1-1,0 1 1,-1-1 0,1 1-1,-1 0 1,0-1-1,0 1 1,-1 0-1,0 0 1,1-1-1,-2 1 1,1 0-1,0 0 1,-1 0-1,0-1 1,0 1-1,0 0 1,-1-1-1,0 1 1,0-1-1,-5 9 1,-1 0 18,-1 0 1,0-1-1,-1 0 1,-1-1-1,0 0 0,0 0 1,-15 10-1,-97 58 117,102-66-102,-519 267 368,146-83-1160,294-145-323,12-7-1734,32-13-3903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1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261 892 4640,'16'-10'581,"-11"7"-222,0-1 0,0 1 0,0 0 0,1 1 0,0-1 0,9-2 0,52-1 5320,-65 6-5475,-1-1 0,1 0-1,-1 0 1,1 0 0,-1 1 0,0-1-1,0 0 1,1-1 0,-1 1 0,0 0 0,0 0-1,0 0 1,0-1 0,0 1 0,-1 0-1,1-1 1,0 1 0,0-1 0,0-1-1,2-5 102,2-1 404,0-1 1,-1 0 0,4-18 0,-4 13-293,-2 1 1,0-1-1,-1 0 0,0 0 1,-1 0-1,-3-23 0,2 32-298,0 0 24,1 1 0,-1 0 1,-1 0-1,1-1 0,0 1 0,-1 0 1,-4-7-1,5 11-104,0 0 0,0-1-1,0 1 1,-1 0 0,1 0 0,0 0 0,-1 0 0,1 0-1,-1 0 1,1 0 0,-1 0 0,1 1 0,-1-1 0,0 0-1,0 1 1,1 0 0,-1-1 0,0 1 0,1 0-1,-1 0 1,0 0 0,0 0 0,0 0 0,1 0 0,-1 1-1,0-1 1,-2 1 0,-15 4 127,1 1-1,0 0 1,0 1 0,1 1-1,0 0 1,0 2 0,1 0 0,0 1-1,1 0 1,0 1 0,1 1-1,-19 20 1,16-13-87,0 2 0,0 0-1,2 0 1,1 1 0,1 1 0,1 1-1,1-1 1,-10 36 0,17-48-63,1 1-1,1 0 1,-1 0-1,2 0 1,0 0-1,1 0 1,0 0-1,1 0 1,0 0-1,6 25 1,-4-30-67,0 0 0,0 0 0,0 0 0,1-1 0,1 0 0,-1 1 0,1-2 0,0 1 1,1-1-1,-1 1 0,1-1 0,0-1 0,1 1 0,0-1 0,-1 0 0,2-1 0,-1 0 0,9 4 0,4 0-165,0-1-1,0 0 0,0-2 1,1 0-1,0-2 1,0 0-1,0-1 0,0-1 1,0-1-1,24-4 1,-3-1-128,1-3-1,-1-1 1,80-29 0,-91 25 272,-1-2 0,0-1 1,-1-1-1,-1-1 0,0-2 0,-2 0 0,0-2 0,-1-1 0,-2-1 0,0-1 1,-2-2-1,0 1 0,-2-2 0,18-36 0,31-81-77,-51 100 125,-16 42 42,-4 6 24,-2 3-33,-1 1 0,1 0-1,1 0 1,-1 1 0,1-1 0,0 1 0,1 0 0,0 0 0,0 1-1,1-1 1,0 0 0,0 1 0,1-1 0,0 1 0,1 0 0,0-1 0,0 1-1,3 15 1,-2-14-3,1 0 0,0 0-1,1-1 1,0 1 0,0 0-1,1-1 1,7 13 0,-7-17-2,-1 0 1,0 0 0,1 0-1,0 0 1,0-1-1,1 0 1,-1 0 0,1 0-1,0 0 1,0-1 0,0 1-1,9 3 1,-4-4-10,0 0-1,1 0 1,-1-1 0,0-1-1,1 0 1,-1 0 0,1-1-1,-1 0 1,1-1 0,-1 0 0,15-4-1,-8 1 17,0 0-1,-1-1 1,0-1 0,0-1-1,0 0 1,17-12-1,-16 9-16,-1 0-1,0-2 1,-1 1-1,0-2 0,-1 0 1,0-1-1,-1 0 1,-1-1-1,18-29 0,2 1-47,-31 41 207,0 2-147,0 0 1,0 0-1,-1 0 0,1 1 0,0-1 0,0 0 0,0 0 1,-1 1-1,1-1 0,0 1 0,-1-1 0,1 1 1,0-1-1,-1 1 0,1-1 0,0 2 0,16 10 114,-10-10-130,-1 0-1,1-1 1,-1 1 0,1-1-1,0 0 1,-1-1 0,1 0-1,0 0 1,-1 0 0,1-1 0,0 0-1,-1 0 1,1-1 0,-1 0-1,9-3 1,11-7-134,-1-2-1,0 0 1,-1-2 0,0 0-1,23-23 1,-36 29 109,0-1 0,0 0 0,11-17 0,-20 26 45,1 1 28,2 0-58,-4 1 34,1-1 0,-1 1 1,1 0-1,0-1 0,-1 1 0,1 0 0,0 0 0,0 0 0,-1 0 0,1 0 0,0 0 1,-1 1-1,1-1 0,-1 1 0,1-1 0,0 1 0,-1-1 0,1 1 0,-1 0 1,3 1-1,-1 1-13,0-1 0,0 0 0,1 0 0,-1 0 0,0-1 0,1 1 0,-1-1 0,1 0 1,0 0-1,-1 0 0,1 0 0,0-1 0,-1 1 0,1-1 0,0 0 0,0 0 0,0 0 0,-1-1 0,1 1 1,0-1-1,-1 0 0,1 0 0,0-1 0,-1 1 0,6-3 0,0-1-1,0 0 0,0-1 0,0 0-1,-1 0 1,0-1 0,0 0 0,-1 0 0,0 0 0,11-16-1,5-11 2,28-55-1,-44 73 14,-3 7 18,0 0 0,1 0 0,0 1 1,0 0-1,9-12 0,-12 18-29,0 0 1,0 1 0,0-1 0,0 0-1,1 1 1,-1-1 0,0 1 0,1 0-1,-1 0 1,1 0 0,-1 0 0,1 0 0,0 0-1,-1 1 1,1-1 0,0 1 0,-1 0-1,1 0 1,0 0 0,-1 0 0,1 0-1,0 1 1,0-1 0,4 2 0,120 39 68,-123-40-72,0 0 0,0 0 0,0-1 0,0 1 0,0-1-1,0 0 1,0 0 0,0 0 0,0 0 0,0-1-1,0 0 1,0 0 0,0 0 0,0 0 0,0 0-1,0-1 1,0 0 0,4-3 0,1-1 4,0-1 1,0-1-1,-1 0 0,13-15 1,-6 6 12,-8 9 3,0 0 0,-1-1-1,-1 1 1,6-12 0,16-21 52,-19 32-57,-1 0 0,2 0 0,-1 1 0,1 0 0,19-13 0,-22 18-11,0 0 1,1 0-1,-1 1 0,0 0 1,1 0-1,0 0 0,-1 1 1,1 0-1,0 0 0,0 1 1,13 0-1,-3 2 4,-1 0 0,0 0 0,1 2 0,-1 0 0,-1 1 0,18 7 0,-24-8 8,0 0-1,-1 1 1,0 0-1,0 0 1,0 1-1,0 0 1,-1 0-1,0 1 1,0 0-1,-1 0 1,0 1-1,6 8 1,-10-11-4,-1 0 0,1 0 0,-1 0 0,0 0 1,0 0-1,0 0 0,-1 0 0,0 1 0,0-1 1,0 0-1,-1 0 0,0 0 0,0 0 1,-3 9-1,3-8 5,0 0-21,-1-1 0,0 1 0,0-1 0,0 0 0,-1 0 0,0 0 0,0 0 0,0-1 0,0 1 0,-1-1 0,0 0 0,0 0 0,0 0-1,0 0 1,-1-1 0,-6 5 0,-2-1-268,0 0-1,0-1 0,-1 0 0,-20 5 0,32-11 66,-1 0-1,1-1 1,-1 1-1,1-1 1,0 0-1,-1 1 1,1-1-1,0 0 1,0 0-1,0-1 1,-4-1-1,3 1-338,3 2 525,0 0 0,0 0 0,0 0 0,-1 0 0,1 0 0,0 0 0,0 0 1,0 0-1,0 0 0,0-1 0,0 1 0,0 0 0,0 0 0,-1 0 0,1 0 0,0 0 0,0 0 0,0 0 0,0 0 0,0 0 0,0-1 0,0 1 0,0 0 0,0 0 0,0 0 0,0 0 0,0 0 0,0 0 0,0 0 1,0-1-1,0 1 0,0 0 0,0 0 0,0 0 0,0 0 0,0 0 0,0 0 0,0-1 0,0 1 0,0 0 0,0 0 0,0 0 0,0 0 0,0 0 0,0 0 0,0 0 0,0-1 0,0 1 0,0 0 0,0 0 1,0 0-1,1 0 0,-1 0 0,0 0 0,0 0 0,0 0 0,0 0 0,0 0 0,0 0 0,1-1 0,5-9-481,0-1-1,1 1 1,1 0-1,0 0 1,0 1-1,16-14 1,68-49-1970,-28 25 1129,68-70-2920,-54 49 665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1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348 100 7893,'1'1'126,"1"-1"1,-1 1 0,1-1 0,-1 0 0,1 0-1,-1 1 1,1-1 0,-1 0 0,1 0-1,-1 0 1,1-1 0,-1 1 0,0 0-1,1-1 1,1 0 0,-2 0 54,-1 0-1,1 0 1,-1 0 0,0 0-1,0-1 1,0 1 0,0 0-1,0 0 1,0 0 0,0-1-1,0 1 1,0 0 0,0 0-1,-1 0 1,1 0-1,-1-2 1,0-3 476,0 3 1149,-1 1-1374,-1 0 0,1 0 0,-1 0-1,1-1 1,0 1 0,-1-1 0,1 1 0,1-1-1,-1 0 1,-2-4 0,1 2 352,1 2-588,0 1 0,0-1 0,-1 1 0,1-1 0,0 1 0,-1 0 0,0 0 0,1 0 0,-1 0 0,0 1 0,0-1 0,0 1 0,0 0 0,0 0 0,0 0 0,0 0 0,-1 0 0,1 1 0,0-1 0,0 1 0,-1 0 0,1 0 0,0 0 0,-1 0 0,1 1 0,0-1 0,0 1 0,0 0 0,-6 2-1,-2 1-25,1 1-1,-1 0 0,1 0 1,0 1-1,1 1 0,0 0 0,-11 9 1,4-1 22,1 1 1,1 0 0,0 1 0,1 1-1,1 0 1,1 1 0,0 0 0,1 0 0,1 1-1,-12 42 1,18-49-140,0 0 0,0 0 0,1 0 1,1 0-1,0 1 0,1-1 0,1 0 0,0 1 0,0-1 0,1 0 0,1 0 1,0 0-1,1 0 0,1-1 0,0 1 0,0-1 0,1 0 0,1 0 0,9 12 1,-4-10-177,0 0 1,2-1 0,0 0-1,0-2 1,1 1 0,0-2-1,1 0 1,0 0 0,1-2-1,0 0 1,0-1-1,1-1 1,23 6 0,23 1-1329,1-2 0,93 3 0,100-15-3862,-86-12-1591,-21-2-3235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4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17 12873,'0'0'-7,"0"-9"-1090,-2 2 7676,-3 10 1587,-2 7-6443,4-3-1385,0 0 0,0 0 0,1 0 0,0 0 0,1 0 0,0 1 0,0-1 0,0 0 0,1 1 0,1 13 0,-3 26 315,-16 73-580,-55 187-1,54-237-58,-71 212-14,27-96 0,21-64-236,5-40-3918,32-73 2792,2 0 1,-1 1 0,1-1 0,1 1-1,-1 0 1,2 0 0,-1 0 0,1 19-1,3 24-11779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5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918 578 14397,'19'-120'2865,"-17"113"-2479,0-1 0,0 0 0,0 1 1,1-1-1,0 1 0,0 0 0,1 0 0,0 0 0,0 0 0,1 1 0,0-1 0,0 1 0,0 0 0,10-7 0,6-9 687,-2 4-486,0 0 1,1 2 0,0 0-1,1 1 1,1 1 0,30-14 0,145-55 935,-126 57-1260,1 3 0,1 3-1,1 4 1,0 3 0,1 3 0,0 3-1,129 6 1,-178 2-228,-1 2 0,0 1 0,0 1 0,0 1 0,-1 1-1,0 1 1,37 18 0,-53-22-27,0 0 1,0 1-1,-1 1 0,1-1 0,-1 1 0,-1 0 0,1 0 0,-1 1 0,0 0 0,-1 0 0,1 1 0,-1-1 0,-1 1 0,0 0 1,0 1-1,0-1 0,-1 1 0,0-1 0,-1 1 0,0 0 0,0 0 0,-1 0 0,0 0 0,-1 14 0,-2-2-3,0-1 0,-2-1 0,0 1 0,-1 0 0,-2-1 0,1 0 0,-2 0 0,-1-1 0,-15 24 0,-14 18-97,-59 71 0,-3-16-188,-195 173 1,265-261 246,-404 366-284,431-391 313,1 1 0,-1-1 1,0 1-1,1 0 0,-1 0 0,1 0 0,0 0 1,0 0-1,0 0 0,1 1 0,-1-1 0,-1 6 1,3-8 2,0 0 1,0 0 0,0-1 0,0 1-1,0 0 1,0 0 0,1-1 0,-1 1 0,0 0-1,0-1 1,0 1 0,1 0 0,-1 0-1,1-1 1,-1 1 0,0-1 0,1 1-1,-1 0 1,1-1 0,-1 1 0,1-1-1,0 1 1,2 1-1,-1-1 0,0 0-1,1 0 1,-1 0 0,0 0 0,1 0-1,-1-1 1,1 1 0,4 0 0,219 7-71,-18-3-7,-145 2 14,-1 3 0,105 30 0,-128-27 22,0 1 1,-1 2 0,-1 1 0,0 3-1,39 27 1,-61-36 19,-1 0-1,0 0 0,-1 2 1,0-1-1,-1 2 0,-1 0 1,0 0-1,-1 1 0,16 30 1,-22-35 13,0 0 0,0 0 0,-1 0 1,-1 0-1,1 1 0,-2-1 0,1 1 1,-2-1-1,1 1 0,-1 0 0,-1-1 1,0 1-1,-1-1 0,0 1 0,0-1 0,-1 0 1,0 0-1,-5 10 0,-4 4-2,-1-2 1,-1 0-1,-1 0 0,-1-2 0,0 0 0,-2 0 1,0-2-1,-1 0 0,-26 18 0,6-8 4,-1-2 0,-1-1 0,-1-3 0,-51 20 0,25-18 4,-1-3-1,-1-3 0,0-3 1,-1-3-1,-1-3 1,0-3-1,-96-5 0,-16-12 25,-295-57-1,475 67-25,-313-66 39,268 53-455,2-1 0,0-2-1,1-3 1,-59-33 0,88 42-328,0 0 0,1-1 0,0-1 0,-23-23 1,34 30 50,0 0 1,0 0 0,0-1-1,1 1 1,0-1 0,0 0 0,0 0-1,1-1 1,1 1 0,-1-1-1,1 1 1,0-1 0,-1-15 0,3 10-2121,1 1 1,0 0 0,6-25 0,-6 36 2626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5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31 424 12133,'-10'4'935,"-10"4"3763,30-2-388,-4-2-3506,7 3 24,-1 0 0,2-2 0,-1 0 0,1 0 0,0-1 0,23 4 0,94 5 1593,-109-11-2090,31 0 20,0-1 0,1-3 1,99-17-1,-115 11-360,-1-1-1,0-2 1,0-1-1,-1-2 1,-1-2 0,39-23-1,-61 30 10,0 0 0,0-1 0,-1 0 0,-1-1 0,0 0 0,0-1 0,-1-1 0,-1 1 0,0-1 0,0-1 0,6-16 0,-11 23 0,-1 0 0,0 0 0,0-1 0,-1 1 0,0-1 0,0 0 0,-1 1 0,0-1 0,0 0 0,-1 0 0,0 0 0,0 0 0,-1 0 0,0 0 0,0 1 0,-1-1 0,0 0 0,-1 1 0,1-1 0,-1 1 0,-1 0 0,-7-13 0,8 17 0,1 0 0,-1 1 0,0-1 0,0 0 0,0 1 0,-1 0 0,1 0 0,0 0 0,-1 0 0,0 0 0,1 1 0,-1-1 0,0 1 0,0 0 0,1 0 0,-1 0 0,0 1 0,0 0 0,0-1 0,0 1 0,0 1 0,-5 0 0,-2 0 0,0 1 0,1 0 0,-1 1 0,1 0 0,-1 1 0,-13 7 0,-9 7 0,0 2 0,1 1 0,1 2 0,1 1 0,1 1 0,-26 30 0,20-15 0,1 2 0,2 1 0,-45 81 0,64-99 0,1 1 0,1-1 0,2 2 0,0-1 0,2 1 0,1 1 0,-5 43 0,10-55 0,0 0 0,1 0 0,1 0 0,1 0 0,0 0 0,1 0 0,0-1 0,1 1 0,1-1 0,1 0 0,0 0 0,1-1 0,0 1 0,16 21 0,-8-19 0,0 0 0,2-1 0,0-1 0,0-1 0,1 0 0,1-1 0,0-1 0,1-1 0,1 0 0,29 10 0,1-3 0,1-2 0,0-3 0,70 9 0,-35-12-1139,0-3 1,0-5-1,1-3 0,124-18 1,-105 1-5168,153-44 1,-125 20-5174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7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716 206 12657,'-10'-25'351,"0"0"2118,-2 1 0,-21-37 0,29 55-1908,1 1 1,-1 0-1,0-1 1,-1 2-1,1-1 1,-1 0-1,0 1 0,0 0 1,0 0-1,0 1 1,-1-1-1,0 1 1,1 0-1,-1 1 1,0-1-1,-10-1 0,11 3-399,1 1 0,-1 0 1,0 1-1,0-1 0,1 1 0,-1 0 0,0 0 0,1 0 0,-1 1 0,1-1 0,-1 1 0,1 0 0,0 0 0,0 1 0,0-1 0,-7 7 0,-6 5-149,1 1 1,-19 22-1,33-34 0,-48 57-13,2 2 0,3 2 0,2 3 0,4 1 0,2 1 0,-51 144 0,75-176 0,2 1 0,2 0 0,1 0 0,3 1 0,0 0 0,3 0 0,4 68 0,-1-88 0,2 0 0,0 0 0,1-1 0,1 1 0,0-1 0,2 0 0,0 0 0,1 0 0,1-1 0,0-1 0,1 1 0,1-2 0,1 1 0,0-1 0,1-1 0,0-1 0,26 21 0,-31-28 0,1-1 0,0 0 0,0 0 0,0-1 0,0 0 0,1 0 0,-1-1 0,1-1 0,0 0 0,0 0 0,18 1 0,-13-3 0,0-1 0,1 0 0,-1-1 0,0-1 0,0 0 0,0-1 0,16-7 0,-4 0 0,-1-2 0,0 0 0,-1-2 0,-1-1 0,0-1 0,-1 0 0,36-39 0,-13 5 0,-3-2 0,-2-2 0,56-100 0,-74 108 0,21-54 0,-43 98 0,1-1 0,-1 1 0,0-1 0,-1 0 0,1 1 0,-1-1 0,1 0 0,-1 1 0,-1-6 0,1 9 0,0-1 0,0 1 0,0-1 0,0 1 0,0-1 0,0 1 0,-1-1 0,1 1 0,0-1-1,0 1 1,-1-1 0,1 1 0,0-1 0,-1 1 0,1-1 0,0 1 0,-1-1 0,1 1 0,-1 0 0,1-1-1,0 1 1,-1 0 0,1 0 0,-1-1 0,1 1 0,-1 0 0,1 0 0,-1 0 0,0-1 0,1 1 0,-1 0-1,1 0 1,-1 0 0,1 0 0,-1 0 0,1 0 0,-1 0 0,1 0 0,-1 0 0,0 1 0,1-1 0,-1 0-1,1 0 1,-1 0 0,1 1 0,-1-1 0,1 0 0,-1 0 0,1 1 0,0-1 0,-1 0 0,1 1 0,-1-1-1,0 1 1,-8 6-16,-1 1 0,1 0 0,1 0 0,-1 0 0,1 1 1,1 1-1,-10 14 0,2 0-26,2 0 1,-13 32 0,15-26-287,1 2-1,2-1 1,-7 55 0,15-83 184,0 1 0,0-1 0,0 0 0,0 1 0,0-1 1,1 0-1,0 0 0,1 5 0,0-2-183,-2-5 281,1 0 0,0-1 0,-1 1-1,1-1 1,0 1 0,0-1 0,-1 1 0,1-1 0,0 0 0,0 1-1,0-1 1,0 0 0,0 1 0,-1-1 0,1 0 0,0 0 0,0 0-1,0 0 1,0 0 0,0 0 0,0 0 0,1-1 0,-1 1-67,6 0-17,1-1 1,-1 0-1,1 0 1,-1-1-1,0 0 0,0 0 1,0 0-1,0-1 1,0-1-1,-1 1 0,1-1 1,11-8-1,-10 6 79,0 1-1,0 0 1,1 1-1,-1-1 1,1 2-1,0-1 1,1 1-1,9-1 1,-3 3 252,-1 0 0,0 2 1,0 0-1,1 1 0,19 5 0,-12-3 252,38 3-1,-15-6-230,0-2 0,-1-2-1,49-10 1,-65 7-167,0-1 0,0-2 0,-1 0 0,-1-2 0,50-27 0,-47 19-9,-16 10 52,0 0 1,0 1-1,1 1 0,1 0 0,21-7 0,-33 14-80,-1-1 0,0 1 0,1 0 0,-1 0 0,1 1-1,-1-1 1,0 0 0,1 1 0,-1 0 0,0 0 0,0 0 0,1 0 0,4 3 0,42 29 223,-10-6 5,-16-14-195,2-1 0,0-2 0,0 0-1,49 11 1,-63-19-56,0 0 1,1-1-1,-1 0 0,1-1 0,-1 0 1,1-1-1,-1-1 0,1 0 0,-1 0 1,0-1-1,0-1 0,23-10 0,-27 9-2,0 0-1,-1-1 1,1 0-1,-1 0 1,0-1-1,0 0 0,8-11 1,-5 6-7,6-9 20,-1-2 0,0 1 0,13-31-1,22-34 643,2 10 168,-51 77-809,0-1 1,-1 1-1,1 0 0,0-1 1,0 1-1,-1 0 0,1 0 1,0 0-1,0 0 0,0-1 1,-1 1-1,1 0 0,0 1 1,0-1-1,0 0 1,-1 0-1,1 0 0,0 0 1,0 0-1,0 1 0,-1-1 1,1 0-1,0 1 0,0-1 1,0 1-1,15 10 5,-12-7-11,-1 0-1,-1 0 0,1 0 0,-1 0 1,0 1-1,0-1 0,0 1 1,1 6-1,2 3 0,11 31 0,-3 0 0,-1 1 0,-3 0 0,4 47 0,-11-65 0,2 11 0,-4-38 0,0 0 0,0 0 0,1 0 0,-1-1 0,0 1 0,1 0 0,-1 0 0,1 0 0,-1-1 0,1 1 0,-1 0 0,1-1 0,-1 1 0,1 0 0,0-1 0,0 1 0,0 0 0,2 0 0,1 0 0,-1 0 0,0 0 0,1-1 0,-1 1 0,0-1 0,1 1 0,-1-1 0,1 0 0,-1-1 0,1 1 0,-1-1 0,1 1 0,-1-1 0,0 0 0,0 0 0,1-1 0,-1 1 0,0 0 0,0-1 0,4-3 0,11-6 0,-1-1 0,23-22 0,-14 13 0,29-22 0,1 3 0,3 2 0,1 3 0,68-29 0,-114 58 0,-1 1 0,1 1 0,1 0 0,-1 1 0,1 0 0,-1 1 0,21 0 0,-30 2 0,0 0 0,0 0 0,0 1 0,0 0 0,0-1 0,0 2 0,-1-1 0,1 0 0,0 1 0,-1 0 0,1 0 0,-1 1 0,0-1 0,0 1 0,1 0 0,-2 0 0,1 0 0,0 1 0,-1-1 0,1 1 0,-1 0 0,0 0 0,-1 0 0,1 0 0,2 6 0,-1-1 0,-2 0 0,1 1 0,-1 0 0,0-1 0,-1 1 0,0 0 0,-1 0 0,0-1 0,0 1 0,-1 0 0,-1 0 0,1-1 0,-2 1 0,-4 15 0,-3 0 0,0 0 0,-1-1 0,-2 0 0,-17 25 0,14-25-97,-1-2-1,0 0 1,-2-1-1,0 0 1,-2-2-1,0 0 1,-1-2-1,0 0 1,-2-2-1,0 0 1,-1-2-1,0 0 1,-1-2 0,0-1-1,0-1 1,-36 7-1,56-15-1340,12-4 792,-1-1 0,0 1 0,0-1 0,9-9 1,13-10-308,27-6-1523,76-30 1,-73 34 1357,81-35-1054,318-149 1137,-355 157 2571,-2-5 0,123-94 0,-151 94 1769,113-117-1,-116 111-756,-99 72-1123,-16 10-1129,1 2 0,1 1 0,1 3-1,-50 38 1,30-14-354,-113 111 0,157-140 58,2 1 0,0 0 0,-27 45 0,40-58 0,1 0 0,0 1 0,1-1 0,0 1 0,0 0 0,-2 17 0,5-21 0,-1 0 0,1 0 0,0 0 0,1 0 0,-1 0 0,1 0 0,0-1 0,0 1 0,1 0 0,-1 0 0,1-1 0,0 1 0,5 7 0,-1-3 0,1 0 0,1 0 0,-1-1 0,1 0 0,1-1 0,0 1 0,0-1 0,10 5 0,85 43 0,-97-51 0,36 15-452,84 27 1,-74-32-1651,78 10 1,172 19-9786,-140-23-903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8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17850,'1'18'2158,"1"1"1,7 28 0,-8-40-1159,1-1-1,-1 1 1,-1 0-1,1-1 0,-1 9 1,-5 32 1250,0-5-2056,5 3-177,3 0-1,12 69 1,0-11-988,-18-55-4675,0-13-4188,5-10-3548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8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40 14197,'-14'-39'8037,"24"66"-7629,11 9-388,5-6-568,4 7-684,4 8-696,3 0-592,6 3-2305,4 16-3800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9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503 23 12125,'-123'40'5383,"98"-31"-4610,1 1 0,0 2-1,1 0 1,-37 26 0,45-27-553,1 1 1,0 0 0,-17 20-1,-7 7 150,27-30 127,-1-1 0,0 0 0,0-1 1,-19 8-1,11-6 2157,19-9-2600,0-1 0,1 1-1,-1-1 1,0 1 0,0-1 0,0 0 0,1 1 0,-1-1-1,0 0 1,1 0 0,-1 0 0,0 1 0,1-1 0,-1 0-1,1 0 1,0 0 0,-1 0 0,1 0 0,0 0 0,-1 0-1,1 0 1,0 0 0,0 0 0,0 0 0,0 0 0,0 0 0,0 0-1,0 0 1,0 0 0,1 0 0,-1 0 0,0 0 0,0 0-1,1 0 1,-1 0 0,1 0 0,-1 1 0,1-1 0,-1 0-1,2-1 1,1-3 56,1 0 0,-1 0 0,1 0 0,0 1 0,5-5 0,-5 5-79,0 0 1,0 1-1,1 0 1,-1-1-1,1 1 1,-1 1-1,1-1 1,0 1-1,0 0 1,0 0 0,0 0-1,0 1 1,1 0-1,-1 0 1,0 0-1,1 0 1,-1 1-1,1 0 1,-1 0-1,1 1 1,-1 0-1,0-1 1,1 2-1,-1-1 1,0 1-1,0-1 1,0 1-1,0 1 1,0-1-1,0 1 1,-1 0-1,1 0 1,-1 0 0,0 1-1,6 5 1,-2 0-41,0 0 0,0 1 0,-1 0 1,0 1-1,-1-1 0,0 1 1,-1 1-1,0-1 0,-1 1 0,0-1 1,-1 1-1,0 0 0,-1 0 1,0 1-1,0 24 0,-2-16-46,-1-1-1,-1 1 1,-1 0 0,0 0-1,-2-1 1,0 0-1,-2 0 1,-14 32 0,-2-9-12,17-37 104,14-28 13,4-6 42,2 2 1,0-1-1,2 2 0,20-25 0,84-93 454,-85 104-413,4-6-53,3 2-1,1 1 1,2 3 0,1 1 0,88-52 0,-120 82-80,-1 1 0,1 1 0,0 0 0,1 2 0,0-1 0,-1 1 0,1 1 0,1 1 0,-1 0 0,0 1 0,18 1 0,-23 1 0,0 1 0,0-1 0,0 2 0,0-1 0,-1 1 0,1 1 0,-1 0 0,0 0 0,0 1 0,0 0 0,-1 0 0,1 1 0,-1 0 0,-1 1 0,1 0 0,-1 0 0,9 12 0,-4-3 0,-1 0 0,0 2 0,-1-1 0,-1 1 0,0 1 0,-2-1 0,9 33 0,-4 3 0,8 103 0,2 85-793,-18-186-908,4 47-3573,2-33-2799,5 2-5869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9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906 964 14093,'-3'-11'1167,"0"0"0,1 0-1,-2-22 1,4 29-849,1-1 1,-1 0-1,1 0 0,-1 1 1,2-1-1,-1 1 1,0-1-1,1 1 0,0-1 1,0 1-1,0 0 0,5-7 1,25-29 911,1 2 0,69-61 0,4-4-192,-17 7-25,129-180 0,-200 248-784,91-124 1497,-128 179-1538,1 1 1,1 1-1,1 1 0,1 0 0,-11 36 1,1-6-160,-441 938-29,339-738 0,-136 354 0,39 15 0,195-541 0,4 0 0,4 2 0,-14 135 0,33-209 23,2 1 0,0 0 1,1-1-1,4 25 0,-4-35-161,0 0 1,1-1-1,-1 1 0,2-1 0,-1 1 1,0-1-1,1 0 0,0 0 1,0 0-1,1 0 0,-1 0 1,1-1-1,0 1 0,8 6 0,-11-10 30,1-1-1,-1 1 0,1 0 1,0 0-1,-1-1 0,1 1 1,0-1-1,-1 1 0,1-1 1,0 0-1,-1 0 0,1 1 1,0-1-1,-1-1 0,1 1 1,0 0-1,0 0 0,-1-1 1,1 1-1,0 0 0,-1-1 1,1 0-1,-1 1 0,1-1 0,-1 0 1,4-2-1,3-1-324,1 0 192,0 0 0,-1-1 0,1-1 0,-1 1 0,0-1 0,-1 0 0,0-1 0,0 0 0,0 0 0,-1 0 0,0-1 0,0 0 0,-1 0 0,0-1 0,0 1 0,-1-1 0,0 0 0,4-16 0,-5 12 121,0 0 0,-1 0 0,-1 0 0,0 0 0,0 0 0,-2 0 0,1-1-1,-2 1 1,0 0 0,0 0 0,-2 0 0,1 1 0,-10-22 0,-2 2 100,-2 1 0,-1 1-1,-37-46 1,-78-79 682,6 10 172,104 116-550,1-2 1,1 0-1,-32-64 1,47 81-205,1 0 0,0 0 0,1 0 0,1-1 0,0 1 0,1-1 1,0 0-1,2 0 0,-1 1 0,2-1 0,0 0 0,6-27 0,-1 16-25,2 0-1,1 1 1,1 0-1,1 0 1,1 1 0,1 0-1,26-34 1,-15 28-17,2 0 0,1 2 1,1 1-1,52-39 1,-11 19-22,1 4-1,3 3 1,1 3 0,103-36 0,-100 44 5,136-29 0,-177 51 15,0 1 0,0 2 0,0 2-1,1 1 1,-1 1 0,44 8 0,-70-7 54,-1 1 1,0 0-1,0 1 1,0 0-1,0 1 1,0 0-1,-1 0 1,1 1-1,-1 0 1,0 0-1,-1 1 0,1 0 1,-1 0-1,0 1 1,-1 0-1,0 0 1,0 0-1,0 1 1,-1 0-1,0 0 0,-1 1 1,1-1-1,-2 1 1,4 12-1,7 27 414,-2 0 0,7 77 0,-13-79-302,1 0 0,2-1 0,21 59 0,-25-91-181,1 0 0,0 0 0,1 0 0,0-1 0,1 1 0,1-2 0,0 1 1,0-2-1,1 1 0,0-1 0,1 0 0,0-1 0,1-1 0,24 14 0,-22-15-24,1 0-1,0-2 0,1 0 0,-1 0 1,1-1-1,0-2 0,29 3 0,-34-4-3,0 0 0,1-1 0,-1-1 0,1 0-1,-1 0 1,0-1 0,1-1 0,-1 0-1,-1 0 1,1-1 0,0-1 0,-1 0-1,0 0 1,0-1 0,0 0 0,-1 0 0,0-1-1,0-1 1,-1 1 0,1-1 0,-2-1-1,10-12 1,-10 9 3,0 1 1,0-1-1,-2 0 0,1 0 0,-2-1 1,0 0-1,0 1 0,-1-2 0,0 1 0,-2 0 1,1 0-1,-2-1 0,1 1 0,-2 0 1,0-1-1,-1 1 0,0 0 0,-4-15 0,-3 2 0,-1 0 0,-1 1-1,-1 0 1,-1 1-1,-1 0 1,-24-31-1,-116-119-51,61 80-1453,30 36-4164,61 56 1994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6:59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1 320 15493,'56'106'7689,"-14"-45"-4967,-24-36-1729,-2 1 0,19 38 0,-19-31-571,-2 1 0,-1 1 0,-1 0 0,-3 0 1,10 59-1,-16-69-330,-2-1 1,0 1 0,-1-1 0,-2 1 0,0-1 0,-1 0 0,-2 0 0,-1 0-1,-12 35 1,13-47-68,-1-1 0,0 1 0,0-1-1,-12 15 1,15-21-11,-1-1-1,1 0 1,-1 0-1,0-1 1,0 1 0,0-1-1,0 0 1,0 0-1,-1 0 1,0 0 0,0-1-1,1 0 1,-10 3-1,12-5-12,1 1 1,-1-1-1,1 0 0,-1 0 0,1 0 0,0 0 0,-1 0 1,1-1-1,-1 1 0,1 0 0,-1-1 0,1 1 0,0-1 1,-1 1-1,1-1 0,0 0 0,0 0 0,-1 1 0,1-1 1,0 0-1,0 0 0,0 0 0,0 0 0,0 0 0,0-1 1,0 1-1,1 0 0,-1 0 0,0 0 0,1-1 0,-1 1 1,1 0-1,-1-1 0,1 1 0,-1-1 0,1 1 0,0-1 0,0 1 1,0-3-1,-1-3 2,0-1-1,1 0 1,0 1 0,1-1 0,-1 1 0,4-15-1,6-11-6,2 1-1,0 0 0,30-51 0,63-86-163,-67 111 41,31-42-1628,5 3 0,4 4-1,4 2 1,97-81 0,-141 138-749,2 2 0,1 2 0,48-27 1,9 6-8132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0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12 9305,'37'-12'13982,"-39"15"-13795,0 0-1,0-1 1,0 1 0,1 0-1,0 0 1,-1 0 0,1 1 0,0-1-1,1 0 1,-1 0 0,0 5 0,-7 145 1291,-5-57-1093,9-54-244,-2-1 0,-21 73 1,23-95-123,0 0 1,-1 23 0,2-19 74,2-19 68,3-7 43,6-7-48,0-1 0,-1 0 0,-1 0 0,0-1 0,8-22 0,12-22 105,17-33 72,15-26-105,-56 111-226,0 1 1,-1 0-1,2-1 0,-1 1 1,0 0-1,0 0 0,1 0 1,0 1-1,-1-1 0,1 0 1,0 1-1,1 0 0,-1 0 1,0 0-1,0 0 0,1 0 1,-1 1-1,1 0 0,0-1 0,-1 1 1,1 1-1,0-1 0,0 0 1,-1 1-1,1 0 0,0 0 1,0 0-1,0 0 0,0 1 1,-1-1-1,1 1 0,0 0 1,-1 0-1,1 1 0,0-1 1,-1 1-1,0-1 0,1 1 1,-1 0-1,0 0 0,6 6 0,5 4-2,-1 2 1,0 0-1,0 0 0,-2 1 0,0 1 0,-1 0 0,0 1 0,8 19 0,16 26-27,-2-20-4,-31-42 31,1 0 0,-1 0 0,1-1 0,-1 1 1,0 0-1,1-1 0,-1 1 0,1-1 0,-1 0 1,0 1-1,0-1 0,1 0 0,1-2 0,0 1 2,15-9 7,-1-1-1,-1-1 0,0-1 1,0 0-1,21-26 1,-14 15 43,33-28 0,-27 30-4,0 1-1,2 2 1,0 1 0,1 1 0,36-14 0,-53 26-44,1 1 1,1 0 0,-1 1 0,1 1 0,0 0 0,0 1 0,-1 1 0,1 1 0,0 0 0,0 1-1,0 1 1,0 1 0,17 5 0,-8 0 11,-1 2 1,0 1-1,-1 1 0,0 0 0,-1 2 1,-1 1-1,40 34 0,-29-18 0,-1 1 0,-2 1 1,51 72-1,-75-96-10,1 0 0,0 0 0,0 0-1,1-1 1,0 0 0,0 0 0,1-1 0,13 9 0,-16-13-4,0 0 0,0-1 0,0 1 1,0-1-1,1-1 0,-1 1 0,1-1 0,-1 0 0,1 0 1,-1-1-1,1 0 0,-1 0 0,1-1 0,-1 1 0,1-1 1,7-3-1,4-1-9,0 0 1,-1-2-1,1 0 0,-1-1 1,-1-1-1,0-1 0,24-18 1,-16 9 9,-2 0 0,0-2 1,-1-1-1,-1-1 0,-2 0 1,0-2-1,-1 0 0,-2-1 1,0 0-1,17-46 1,-30 65-2,-1 0 1,1 0-1,-1 0 1,0 0 0,-1-1-1,0 1 1,0 0-1,0-1 1,-1 1 0,0 0-1,-3-10 1,3 15-8,0-1 1,1 1 0,-1 0-1,0-1 1,-1 1 0,1 0-1,0 0 1,0 0-1,-1 0 1,0 0 0,1 0-1,-1 0 1,0 0 0,0 1-1,0-1 1,0 1-1,0-1 1,0 1 0,0 0-1,0 0 1,-1 0-1,-2-1 1,1 1-13,0 0 0,0 0 0,0 0 0,-1 1 1,1-1-1,0 1 0,0 0 0,-1 1 0,1-1 0,0 1 0,-5 1 0,-4 2-223,0 2 0,0-1-1,0 2 1,1 0 0,0 0 0,1 1-1,0 0 1,0 1 0,1 1 0,0-1-1,0 1 1,-11 17 0,18-24 112,1 0 0,0 1 1,0-1-1,0 0 0,1 0 0,-1 1 1,1-1-1,0 1 0,0 0 1,0-1-1,0 1 0,1 0 0,-1 0 1,1-1-1,0 1 0,0 0 0,1 0 1,-1-1-1,2 6 0,-2-7 114,1 1 0,0 0 0,0-1-1,1 1 1,-1-1 0,0 1 0,1-1 0,0 0-1,-1 1 1,1-1 0,0 0 0,0 0 0,0 0-1,1 0 1,-1-1 0,0 1 0,1-1 0,-1 1-1,1-1 1,-1 0 0,1 0 0,0 0 0,4 1-1,1 0 447,1 0 0,-1 1 1,0 0-1,0 0 0,0 1 0,-1 0 0,1 0 0,-1 0 0,0 1 0,0 1 0,-1-1 0,1 1 0,-1 0 0,-1 0 0,1 1 1,-1 0-1,6 9 0,9 34-186,-17-41-778,0 0-1,0 0 1,1-1-1,5 9 1,-7-14-39,1 1 1,0-1-1,-1 0 1,1 0 0,0 0-1,1 0 1,-1-1-1,1 1 1,-1-1 0,1 0-1,-1 0 1,8 3-1,28 5-6892,23 6-4965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0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580 6 16814,'-8'-2'1233,"0"0"453,0 0 4943,7 7-4107,-32 73 1139,-7 13-3439,-147 411-222,112-288-877,-47 147 2595,71-177-6316,13 2-8050,29-116-730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1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 14289,'7'-7'485,"0"0"-1,1 1 1,-1-1-1,1 1 1,1 1-1,-1 0 1,1 0-1,0 1 1,0 0-1,0 0 1,0 1-1,1 0 1,-1 1-1,12-2 1,242-23 4588,-143 21-3756,156 12 0,-256-5-1104,0 1-1,-1 1 0,1 1 1,-1 0-1,20 9 1,-33-11-134,-1 0 1,1 1-1,-1-1 1,0 1-1,0 1 1,0-1-1,0 1 1,-1 0-1,1 0 1,-1 0-1,0 0 1,-1 1-1,1 0 1,-1-1-1,1 2 1,-1-1-1,-1 0 1,1 0-1,-1 1 1,3 11-1,-3-5 9,0 1-1,-1 0 0,0-1 1,-1 1-1,-1 0 1,-3 22-1,-23 78-289,6-31-1227,16-60 570,2-6-325,0 0-1,-2 22 0,5-32 272,0-1 0,0 0 1,1 1-1,0-1 0,0 0 0,3 10 1,11 21-4826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1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5849,'4'-33'1212,"9"17"-228,7 16-1496,4 0-1673,-8 10-179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1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0 9645,'-9'21'1045,"-1"0"0,-1 0 0,-1-1 1,0-1-1,-2 0 0,0-1 0,-24 24 0,23-24-312,0 0 0,1 2-1,0 0 1,2 1 0,1 0 0,0 0-1,-7 25 1,13-32-556,1 0 0,0 1-1,1-1 1,1 1 0,0 0 0,1 0 0,0-1-1,1 1 1,1 0 0,1 0 0,0 0 0,6 20-1,-6-29-200,0 0 0,1 0 0,0-1 0,0 1-1,1-1 1,-1 0 0,1 0 0,0 0 0,0-1-1,1 1 1,-1-1 0,1 0 0,0 0 0,0-1 0,1 1-1,-1-1 1,8 3 0,-3-2-104,2 1 0,-1-2 0,0 1 0,1-2 0,-1 1 0,1-2 0,21 1 0,-27-2 107,-1-1 0,0 1 1,0-2-1,0 1 0,0 0 0,0-1 1,0 0-1,0 0 0,0-1 1,-1 1-1,1-1 0,-1 0 0,0 0 1,0-1-1,0 1 0,0-1 0,0 0 1,-1 0-1,0 0 0,0 0 0,0-1 1,0 1-1,-1-1 0,1 0 0,-1 0 1,0 0-1,-1 0 0,3-9 1,-4 5 69,0 0 1,0 0 0,-1 0-1,0 0 1,0 0 0,-1 1 0,0-1-1,-1 0 1,-5-12 0,-3-5 413,-27-43 1,-13-5 225,-3 2 0,-98-101 1,144 165-1718,10 16-12474,4 1 12813,21 25-8706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1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10 10221,'0'-1'152,"-1"1"-1,1 0 1,0-1-1,0 1 1,0-1-1,0 1 1,-1-1 0,1 1-1,0-1 1,0 1-1,-1 0 1,1-1-1,0 1 1,-1-1 0,1 1-1,0 0 1,-1-1-1,1 1 1,-1 0-1,1 0 1,0-1 0,-1 1-1,1 0 1,-1 0-1,1 0 1,-1 0-1,1-1 1,-1 1 0,1 0-1,-1 0 1,1 0-1,-1 0 1,1 0-1,-1 0 1,1 0 0,-1 0-1,1 0 1,-1 1-1,0-1 1,-20 6 4673,18-2-4509,-1-1-1,0 1 1,1 0-1,0 1 0,0-1 1,0 1-1,1-1 1,-1 1-1,1 0 1,0 0-1,0 0 1,-1 6-1,-7 16 556,-96 206 1938,98-217-2691,1 2 0,0-1 0,-5 27-1,11-41 26,20-14 68,74-53 384,-8 3-243,-48 38-130,2 2 1,0 1-1,48-16 0,-70 30-119,2 1 0,-1 1 1,1 0-1,-1 1 0,1 2 0,0 0 0,0 0 1,0 2-1,34 5 0,-42-4-111,-1 1-1,1 0 1,-1 0 0,1 1-1,-1 1 1,0-1 0,-1 1-1,1 1 1,-1 0 0,0 1-1,0-1 1,-1 2-1,0-1 1,0 1 0,-1 0-1,0 1 1,0 0 0,-1 0-1,0 0 1,-1 1 0,0 0-1,0 0 1,-1 0 0,-1 0-1,1 1 1,2 19 0,-2 7-2254,-2 1 1,-4 55-1,0-17-5935,4-1-6195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8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1215 13117,'-14'-12'2623,"0"1"-1,-18-11 1,30 20-2275,0-1 1,0 1 0,0 0-1,1 0 1,-1-1 0,1 1-1,-1-1 1,1 1 0,0-1-1,0 0 1,0 1 0,0-1-1,1 0 1,-1 0 0,1 0-1,0 0 1,-1 1 0,2-6-1,2-51 2093,4 20-1713,1 1 1,1 0-1,23-56 1,56-104-1102,-35 87 549,36-113-176,38-78 0,-126 301 0,-1 1 0,0-1 0,0 0 0,1 0 0,-1 1 0,0-1 0,1 1 0,-1-1 0,1 0 0,-1 1 0,1-1 0,-1 1 0,1-1 0,-1 1 0,1-1 0,-1 1 0,1-1 0,0 1 0,-1 0 0,2-1 0,0 1 0,0 0 0,0 0 0,0 1 0,0-1 0,0 0 0,0 1 0,-1 0 0,1-1 0,0 1 0,0 0 0,0 0 0,-1 0 0,1 0 0,0 0 0,-1 0 0,1 1 0,-1-1 0,0 0 0,1 1 0,-1-1 0,0 1 0,2 2 0,0 2 0,0-1 0,0 0 0,0 1 0,-1-1 0,0 1 0,2 7 0,6 42 0,4 74 0,3 23 0,-13-131 0,1 1 0,0-1 0,2 0 0,17 36 0,-22-53 0,0 0 0,0 0 0,0-1 0,1 1 0,0-1 0,-1 1 0,1-1 0,1 0 0,-1 0 0,0 0 0,1-1 0,-1 1 0,1-1 0,0 0 0,0 0 0,0 0 0,0 0 0,0-1 0,0 1 0,6 0 0,-2-1 0,0-1 0,1 0 0,-1 0 0,0 0 0,1-1 0,-1-1 0,0 1 0,0-1 0,14-6 0,39-17 0,95-55 0,-5 1 0,-122 66 0,0 2 0,0 1 0,45-9 0,-70 18 0,4-1 0,1 0 0,0 0 0,0 1 0,0 0 0,0 1 0,0 0 0,0 1 0,0-1 0,0 2 0,0-1 0,0 1 0,0 1 0,-1-1 0,14 7 0,-1 2 0,0 1 0,-1 0 0,27 23 0,-43-31 0,0-1 0,0 1 0,0 0 0,-1 1 0,1-1 0,-1 1 0,0-1 0,-1 1 0,1 0 0,-1 0 0,0 0 0,0 0 0,0 1 0,-1-1 0,1 0 0,-1 1 0,0 5 0,-1 1 0,-1 1 0,0-1 0,-1 1 0,0-1 0,-5 15 0,7-25 0,-8 24 5,0-1 1,-2 0-1,0-1 1,-2 0-1,-1-1 1,-1-1-1,0 0 1,-26 29-1,17-26-92,0 0 0,-2-2-1,-1-1 1,0-1 0,-2-1-1,-34 18 1,45-30-721,1 0 0,-1-2 0,0 0-1,0-1 1,-1 0 0,0-2 0,-29 3 0,20-4-2601,1-2 1,-36-4 0,-5-8-9123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18722,'57'-24'5844,"-37"18"-3764,0 3-455,4 6-341,-8 0-268,1 6-400,0 0-956,6 9-1128,4 15-981,-20-6-1615,-7 9-2677,3-18-6400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5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751 354 7373,'33'-25'778,"-2"2"1267,-1-1-1,33-34 1,-51 42-457,1 0 0,-2 0 0,0-1 0,-1-1 0,-1 0 1,8-23-1,-16 39-1441,0 0 0,0 0 1,0 0-1,0 0 0,0 0 1,-1 0-1,1 0 0,-1 0 1,0 0-1,0-1 0,0 1 1,0 0-1,0 0 0,0 0 1,0 0-1,-1-1 0,1 1 1,-1 0-1,1 0 0,-1 0 1,0 0-1,0 0 0,0 0 1,0 0-1,0 0 0,0 1 1,-1-1-1,1 0 0,-1 1 1,1-1-1,-1 1 0,0-1 1,1 1-1,-1 0 0,0 0 1,0-1-1,0 1 0,0 1 1,0-1-1,0 0 0,0 0 1,-4 0-1,-3-1-44,1 0 0,-1 1 0,0 0 0,-1 1 0,1 0 0,0 0 0,0 1 0,0 0 0,-11 3 0,-38 15-103,1 3 0,2 2 0,0 3 0,-61 40 0,67-38 0,2 3 0,1 2 0,2 2 0,1 2 0,2 1 0,1 3 0,3 1 0,1 1 0,-46 78 0,74-109 0,1 0 0,0 1 0,1 0 0,1 1 0,0-1 0,-3 18 0,7-29 0,1 0 0,-1 0 0,1 1 0,-1-1 0,1 0 0,0 1 0,1-1 0,-1 0 0,0 1 0,1-1 0,0 0 0,0 0 0,0 1 0,0-1 0,0 0 0,1 0 0,-1 0 0,1 0 0,0-1 0,0 1 0,0 0 0,0-1 0,0 1 0,0-1 0,1 0 0,0 1 0,-1-1 0,1-1 0,0 1 0,0 0 0,0-1 0,0 1 0,0-1 0,4 1 0,4 1 0,1-1 0,-1 0 0,1-1 0,-1 0 0,1-1 0,-1 0 0,1-1 0,0 0 0,19-5 0,14-6 0,46-18 0,-75 25 0,390-160-146,-193 75 292,-182 77-146,0-1 0,0 2 0,1 1 0,53-10 0,-75 19 0,-1 1 0,1 0 0,-1 1 0,1 0 0,-1 0 0,1 1 0,-1 0 0,1 1 0,-1 0 0,0 1 0,0 0 0,0 0 0,0 1 0,0 0 0,-1 0 0,1 1 0,10 9 0,-10-7 8,-1 1 0,0 0 0,-1 0 0,0 0-1,0 1 1,-1 1 0,0-1 0,8 20 0,0 4-420,12 50 0,-11-33-1313,9 46-4263,-5-16-3420,0-22-2501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6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32 14117,'-13'-7'2739,"-1"1"-1,0 1 0,-29-6 1,36 10-1869,1 0 1,-1 1-1,1 0 1,-1 0-1,-10 2 0,-19 8-246,-45 24 1169,58-24-1733,18-10-64,-1 0 5,5 0-1,1 0 0,0 0 0,-1 0 0,1 1 0,-1-1 0,1 0 0,-1 0 0,1 0 0,-1 0 0,1 0 0,-1 0 0,1 0 0,-1 0 0,1 0 0,0 0 0,-1 0 0,1 0 0,-1 0 0,1-1 0,-1 1 0,1 0 0,-1 0 0,1 0 0,0-1 0,-1 1 0,1 0 0,0 0 0,-1-1 0,1 1 0,0 0 0,-1-1 0,1 1 0,0 0 0,-1-1 0,1 1 0,0-1 0,0 1 0,0-1 0,-1 1 0,1 0 0,0-1 0,0 1 0,0-1 0,0 1 0,0-1 0,0 1 0,0-1 0,0 1 0,0-1 0,0 1 0,0 0 0,0-1 0,0 1 0,0-1 0,0 1 0,1-1 0,-1 1 0,0-1 0,0 1 0,10-20 0,-8 19 0,0-1 0,0 1 0,1 0 0,-1-1 0,0 1 0,0 0 0,1 1 0,-1-1 0,0 0 0,1 1 0,-1-1 0,1 1 0,-1 0 0,1 0 0,-1 0 0,1 0 0,-1 0 0,1 0 0,-1 1 0,1-1 0,3 2 0,5 1 0,-1 1 0,1-1 0,12 8 0,-14-7 10,0 1 0,0 1 0,-1 0-1,0 0 1,0 1 0,0 0 0,-1 0 0,0 0 0,-1 1-1,1 0 1,9 18 0,-10-13-87,0 0 0,0 1 0,-1 0 0,-1 0 0,0 0 0,-2 0 0,3 23 0,-4 1-292,-1-1-1,-2 1 1,-2-1-1,-1 1 1,-16 56 0,16-76 260,0-1 1,-1 0 0,-10 22-1,14-35 237,6-9 160,20-28 337,143-182 1411,-132 175-2018,2 2 0,1 1-1,53-38 1,-65 56-18,1 1 0,1 1 0,0 1 0,1 2 0,1 1 0,56-17 0,-69 26 0,0 1 0,0 0 0,0 1 0,1 1 0,-1 1 0,1 0 0,-1 1 0,0 1 0,0 1 0,1 0 0,-2 1 0,1 1 0,0 1 0,19 9 0,-19-6 1,0 1-1,-1 0 1,0 2-1,-1-1 1,-1 2-1,0 0 1,0 1-1,-1 0 1,-1 1 0,15 25-1,6 15 0,46 109 1,8 14-1041,-78-165-296,0 0 1,0 0-1,1-1 1,18 17 0,-20-22-697,0 0 0,1-1 0,-1 0 0,15 8 0,20 2-9881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6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786 907 12629,'-19'-8'2293,"0"2"-1,-32-7 1,43 12-1634,0-1 1,0 2-1,-1-1 1,1 1-1,0 1 1,0-1-1,0 1 1,0 1-1,-11 3 1,3 1 25,1 1 1,0 1-1,0 0 1,0 1 0,1 1-1,0 0 1,-18 18-1,-5 9-94,-34 43-1,-105 169-590,141-195 0,8-11 0,-41 91 0,56-107 0,2 1 0,1 0 0,1 0 0,-6 49 0,13-75 3,1 1-1,0-1 1,-1 1 0,1 0 0,0-1-1,0 1 1,1-1 0,-1 1-1,1-1 1,-1 1 0,1-1-1,0 1 1,0-1 0,0 1-1,0-1 1,0 0 0,3 5 0,-2-6-26,-1 0-1,1 0 1,-1 0 0,1 0 0,0 0 0,-1 0 0,1 0 0,0 0 0,0-1 0,0 1 0,0-1 0,0 1 0,0-1 0,-1 0 0,1 0 0,0 0 0,0 0 0,3 0 0,4-1-194,0-1 1,-1 0 0,1-1 0,-1 0 0,1 0 0,-1-1-1,0 0 1,12-8 0,10-10-301,-1-2 0,-1 0-1,-2-2 1,0-1 0,-2-1 0,-1-1-1,29-46 1,114-240-772,-148 277 1156,40-91 14,55-184 1,4-145 2701,-91 350-1447,10-58 2075,-48 180-2009,-12 32-1202,1 1 0,-21 64 0,-24 107 0,65-207 0,-101 407 194,83-299-1441,-11 187 1,33-163-4680,10-50-1403,14 11-6900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09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164 269 14017,'-48'-113'3177,"46"105"-2421,-1 1 1,2-1-1,-1 0 1,1 0-1,0 0 1,1 0-1,-1 0 1,2 0-1,-1 0 1,1 0-1,1 0 1,3-15-1,-1 9 457,-4 13-1052,0-1 1,0 1 0,0 0-1,0 0 1,1-1 0,-1 1-1,0 0 1,1 0-1,-1 0 1,1 0 0,-1-1-1,1 1 1,0 0 0,-1 0-1,1 0 1,0 0 0,0 0-1,0 1 1,1-3 0,-1 4-112,0-1 1,-1 0 0,1 0 0,0 1-1,-1-1 1,1 0 0,-1 1 0,1-1-1,-1 1 1,1-1 0,-1 1 0,1-1-1,-1 1 1,1-1 0,-1 1-1,1-1 1,-1 1 0,0 0 0,1-1-1,-1 1 1,0 0 0,0-1 0,1 2-1,2 7-31,0 0 0,0 0 0,2 16 0,-5-6-19,0-1 0,-1 0 0,-4 23 0,1-3 0,-8 86 0,-22 181 0,-62 564 0,95-853 0,0 2 0,1 0 0,2 29 0,-1-43 0,0 1 0,-1-1 0,2 0 0,-1 0 0,0 1 0,1-1 0,0 0 0,0 0 0,0 0 0,0-1 0,1 1 0,-1 0 0,1-1 0,0 0 0,5 5 0,-6-7 0,0 0 0,0 0 0,1 0 0,-1 0 0,0 0 0,1-1 0,-1 1 0,1-1 0,-1 1 0,1-1 0,-1 0 0,1 0 0,-1 0 0,1 0 0,-1 0 0,0-1 0,1 1 0,-1-1 0,3-1 0,42-16 0,-44 16 0,19-9 0,-1-2 0,0 0 0,-1-1 0,18-18 0,69-70 0,-60 55 0,-5 4 0,-16 16 0,1 1 0,2 1 0,56-39 0,-80 61 0,-1 0 0,1 1 0,0 0 0,0 0 0,0 0 0,0 1 0,1 0 0,-1 0 0,0 0 0,1 0 0,8 1 0,-11 0 0,1 1 0,-1-1 0,0 1 0,0 0 0,0 0 0,0 0 0,0 0 0,-1 0 0,1 1 0,0 0 0,0-1 0,-1 1 0,1 0 0,-1 0 0,0 0 0,0 0 0,1 1 0,-1-1 0,-1 1 0,1-1 0,0 1 0,1 3 0,17 37 0,27 84 0,-31-79 0,30 64 0,-37-96 0,0 0 0,0-1 0,1 0 0,1 0 0,1-1 0,0-1 0,25 22 0,-21-23-3,1 0 0,0-1 1,1-1-1,0-1 0,1 0 0,35 11 0,-24-12 16,0-1-1,1-1 0,59 2 0,-22-8-103,-1-4 0,1-2-1,96-22 1,-115 17-1855,59-23 0,-6-5-4962,-59 23 2435,47-18-9701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0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151 869 16057,'93'-59'7088,"-71"48"-5865,0-2 0,-1-1 0,-1 0 0,-1-2-1,23-21 1,-36 30-1069,0 1 0,-1-1-1,0-1 1,0 1 0,-1-1-1,6-11 1,-9 15-116,0 0 0,0 0-1,0 1 1,0-1 0,0 0 0,-1 0-1,1 0 1,-1 0 0,0 0-1,-1 0 1,1 0 0,-1 0 0,1 0-1,-1 0 1,-1 0 0,1 0-1,0 0 1,-3-3 0,2 3-17,-1 0 0,0 1 0,0-1 1,0 1-1,0 0 0,0-1 0,-1 2 0,0-1 0,1 0 1,-1 1-1,0-1 0,0 1 0,0 0 0,-1 1 0,1-1 1,0 1-1,-1-1 0,1 1 0,-1 1 0,1-1 0,-1 1 0,0 0 1,-4 0-1,-1 0-23,1 0 1,-1 1-1,0 0 0,1 1 1,-1 0-1,1 1 1,-1 0-1,1 0 1,-16 9-1,11-3 2,1 1 0,0 1 0,0 0 0,1 0 0,0 2 0,1-1 0,1 1 0,0 1 0,-12 22 0,6-8 0,2 2 0,1 0 0,-18 60 0,27-73 0,0 0 0,2 0 0,0 0 0,0 0 0,2 1 0,0-1 0,1 0 0,0 0 0,2 0 0,0 0 0,1 0 0,0 0 0,11 23 0,-9-27 0,1 1 0,1-1 0,0 0 0,0 0 0,2-1 0,-1-1 0,1 1 0,1-2 0,0 1 0,1-1 0,0-1 0,0 0 0,1-1 0,0 0 0,22 9 0,-8-7-314,1-1-1,0 0 1,1-3 0,-1 0-1,1-2 1,0 0 0,1-3-1,-1 0 1,0-2 0,0-1-1,0-1 1,0-2 0,0 0-1,-1-2 1,1-2 0,35-15-1,-36 12 201,0-2-1,0-1 1,-2-1-1,0-1 1,-1-1-1,0-2 0,-2 0 1,0-2-1,-2 0 1,0-1-1,-2-2 1,0 0-1,-2 0 0,-1-2 1,18-38-1,151-446 3589,-143 385-2133,63-152 1021,-95 261-2362,-3 17 0,1 16 0,-7-14 0,2 13 0,0-1 0,-1 0 0,-1 1 0,0-1 0,-1 1 0,0-1 0,-2 1 0,-2 16 0,3-26 0,-18 141 0,-6-1 0,-6-1 0,-56 152 0,22-110 0,-296 922 0,351-1071-175,-25 109 322,31-129-935,2 1 1,0-1-1,1 1 1,1-1-1,1 1 1,2 18-1,-2-33 49,-1 0 0,1 0-1,0 0 1,1 0-1,-1 0 1,0 0-1,1 0 1,-1-1 0,1 1-1,0-1 1,0 1-1,0-1 1,0 1-1,1-1 1,3 3 0,-6-5 707,20 18-12348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0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79 12329,'11'-14'630,"-6"7"246,0 0 0,0 0 0,1 0 1,-1 1-1,11-8 0,-12 12-554,-1 0 1,1 0 0,0 0-1,0 0 1,0 1 0,0 0-1,0 0 1,0 0 0,0 0-1,0 0 1,0 1-1,0 0 1,0 0 0,8 1-1,8 2 66,0 0 0,-1 2 0,0 0 1,1 1-1,-2 1 0,1 1 0,-1 1 0,0 0 0,-1 1 0,0 1 0,-1 1 0,23 20 0,-28-23-283,-1 1 1,0 0 0,-1 0-1,0 1 1,-1 0 0,0 1-1,-1 0 1,0 0 0,0 0-1,-2 1 1,0 0 0,0 0-1,-1 1 1,0-1 0,-2 1-1,1 0 1,-2 0 0,1 25-1,-4-24-39,0 0-1,-1-1 0,0 1 0,-1-1 0,-1 1 0,-1-1 1,1 0-1,-2-1 0,-9 15 0,3-9 12,-1 1 1,-1-2-1,-1 0 0,-1-1 1,-20 17-1,-19 8-156,-2-2 0,-114 59 0,163-94 31,-121 67-1743,48-23-6465,107-45-9651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0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1 16778,'-1'0'245,"-1"0"1,0 0-1,0 0 1,0 0-1,1 0 1,-1 1-1,0-1 1,0 0 0,1 1-1,-1-1 1,0 1-1,-2 1 1,3-1 5,0 1 0,0-1 0,-1 1 0,1 0 0,0 0 0,0-1 0,0 1 0,1 0 0,-1 0 0,0 0 0,1 0 0,-1 0 0,1 3 0,-45 178 6976,-6 1-4566,-116 367-3826,146-483 1725,-7 26-631,-29 180 0,43-112-5022,14-147 3483,1 0 0,3 23 1,7 5-5201,5 1-6099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0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18638,'37'-6'3228,"-11"-10"-324,5 1-504,12 3-503,17 6-465,11-3-192,19 3-564,14 0-656,20-3-644,13 0-936,17 6-108,24-9-721,6-3-1063,4 0-3257,3 6-6340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2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178 159 9325,'-6'4'560,"-11"4"2086,5-38 1569,11 27-3083,0 2-1039,1 1 0,0-1 1,0 0-1,0 1 0,-1-1 1,1 0-1,0 1 1,-1-1-1,1 1 0,-1-1 1,1 0-1,-1 1 0,1-1 1,-1 1-1,1-1 0,-1 1 1,1 0-1,-2-1 1,1 0 24,0 0 0,0 0 0,0 0 0,0 0 0,0 0 1,0 0-1,0-1 0,0 1 0,0 0 0,0 0 1,1-1-1,-2-1 0,-1-10 999,1-1-1,0 1 1,0-24-1,-9 11 834,6 19-1084,12 19 259,-3-4-781,0 1 0,-1-1 0,0 1 1,0 0-1,-1 0 0,2 16 0,3 65 416,-5-54-757,0 26-3,-2 0 0,-4 0 0,-2 0 0,-23 99 0,-3 18 0,-11 47-5,41-219-240,-13 59-1813,12-43-2479,2 0-4313,1 1-5238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2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 13197,'-43'6'5613,"53"3"-4921,3-3-436,-3 9-656,0 0-1044,0 12-1073,17 18-1959,6-15-3461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3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2471 11581,'0'0'2190,"-2"-2"18,-12-21 2736,13 21-2817,2-2-321,1-11-1158,2 0 0,0 0-1,0 0 1,2 0 0,0 0-1,11-19 1,-1 0 160,19-62 1,-9 25-405,82-255 457,-31 85-677,49-102-81,108-343-208,-188 465 156,-40 179-87,-3-1-1,-1 0 1,-5-53-1,2 88 24,0 0 0,0 1 0,-1-1 1,-4-14-1,6 21 16,-1 0 1,1 0-1,-1 0 1,1 0-1,-1 0 1,1-1 0,-1 1-1,0 0 1,0 0-1,1 1 1,-1-1-1,0 0 1,0 0-1,0 0 1,0 1-1,0-1 1,0 0-1,0 1 1,0-1 0,0 1-1,0-1 1,-1 1-1,1-1 1,0 1-1,0 0 1,0 0-1,-1-1 1,1 1-1,0 0 1,0 0-1,-1 0 1,1 1 0,0-1-1,0 0 1,0 0-1,-1 1 1,1-1-1,0 0 1,-1 2-1,-3 0 14,0 1 0,0 0 0,1 0 0,-1 1 0,1-1 0,0 1 0,0 0 0,0 0 0,1 1 0,-1-1 0,1 1 0,0-1 0,-4 9 0,-4 10 30,-13 40-1,24-63-46,-24 79 0,3 1 0,-14 113 0,1 170 0,26-201 0,17 226 0,2-282 0,4 0 0,4 0 0,39 116 0,-48-190 9,1-1 1,2-1-1,0 0 1,3-1-1,0 0 1,2-1-1,39 46 1,-48-63-54,0-2 0,1 1 0,0-1 0,1-1 1,0 0-1,1 0 0,-1-1 0,1-1 0,1 0 0,-1 0 0,1-2 0,0 1 1,0-2-1,0 0 0,1 0 0,-1-1 0,1-1 0,0 0 0,-1-1 0,1 0 0,20-4 1,-15 1-94,-1-1-1,1-2 1,-1 1 0,-1-2 0,1-1 0,-1 0 0,18-11 0,-11 3 12,-1-1 1,0-1-1,-1-1 1,19-22-1,11-19-29,-4-3 0,58-97-1,-77 114 170,147-211 1702,-173 253-1627,-1 1-1,1 0 1,0 0 0,0 1-1,0-1 1,0 0 0,0 1 0,1 0-1,-1 0 1,7-3 0,-9 5-76,1-1 0,0 1 0,0 0 0,-1-1 0,1 1 1,0 0-1,0 0 0,0 1 0,-1-1 0,1 0 0,0 1 0,0-1 0,-1 0 1,1 1-1,0 0 0,-1 0 0,1-1 0,-1 1 0,1 0 0,-1 0 0,1 0 1,-1 0-1,1 1 0,1 1 0,7 9-14,-1 1 0,0 0 0,-1 0 0,0 1 0,-1 0 0,7 19 0,-7-17 0,15 37 0,-7-17 0,31 56 0,-33-69-100,-1 1 1,9 26-1,-6-10-4307,-13-36 3532,-4 1-4461,-14 5 637,15-10 3243,-22 12-11255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3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40 14889,'-43'-36'2897,"23"32"-549,-1 4 2188,8 10-3624,-4-1-508,37 9-820,11 9-416,-1-6-896,13 6-744,4 3-3617,3 0-5376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4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0 15097,'-13'1'688,"8"-1"-340,-1 1 1,1-1-1,-1 1 0,0 0 1,-6 3-1,11-4-178,-1 1-1,0 0 1,1 0 0,-1 0-1,1 0 1,-1 0 0,1 0-1,-1 1 1,1-1 0,0 0-1,-1 1 1,1-1 0,0 1-1,0-1 1,0 1 0,0 0-1,0-1 1,1 1 0,-1 0-1,0 2 1,-32 146 8650,6 82-6260,19-144-2611,-38 551 51,42-537 0,11 113 0,-7-206 0,1 1 0,0-1 0,1 0 0,0 0 0,0 1 0,1-1 0,0-1 0,1 1 0,0 0 0,0-1 0,1 0 0,0 0 0,0 0 0,1-1 0,0 1 0,8 7 0,-11-14 0,0 1 0,-1-1 0,1 1 0,0-1 0,0 0 0,0 0 0,0 0 0,0 0 0,0 0 0,0-1 0,0 0 0,0 1 0,0-1 0,0 0 0,1-1 0,-1 1 0,3-1 0,45-13 0,-35 6-23,-1 0 0,1 0-1,-1-1 1,-1-1 0,26-22 0,58-67-584,-80 80 470,145-158-89,-161 176 252,-1-1 0,0 1 0,0 0 0,0-1 0,1 1 0,-1 0 0,1 0 0,-1 0 0,1 0 0,-1 0 0,1 0 0,0 1 0,0-1 0,-1 0-1,1 1 1,0-1 0,0 1 0,-1 0 0,1 0 0,0 0 0,0 0 0,0 0 0,0 0 0,-1 0 0,1 0 0,0 1 0,0-1 0,-1 1 0,1-1 0,0 1 0,0 0 0,-1-1 0,1 1 0,-1 0-1,1 0 1,2 3 0,3 3 4,0 0 0,-1 1 0,0 0 1,0 1-1,7 14 0,3 4-62,-2-9 32,0-1 0,2-1 0,-1 0 0,2-1 0,0-1 0,1 0 0,0-1 0,1-2 0,0 1 0,1-2 0,1-1 0,-1 0 0,29 7 0,-17-7 0,0-2 0,1-1 0,-1-1 0,1-2 0,0-1 0,0-2 0,0-1 0,46-7 0,-65 6 0,0-1 0,0 0 0,0-1 0,-1-1 0,1 0 0,-1 0 0,0-1 0,-1-1 0,1 0 0,-1-1 0,-1 0 0,0-1 0,0 0 0,0-1 0,-2 0 0,17-21 0,-22 25 0,-1 1 0,0 0 0,-1-1 0,1 1 0,-1-1 0,0 0 0,0 0 0,-1 0 0,0 0 0,1-7 0,-2 11 0,0 2 0,0-1 0,0 0 0,1 1 0,-1-1 0,0 1 0,0-1 0,0 0 0,0 1 0,0-1 0,0 0 0,0 1 0,-1-1 0,1 0 0,0 1 0,0-1 0,0 1 0,-1-1 0,1 0 0,0 1 0,0-1 0,-1 1 0,1-1 0,-1 1 0,0-1 0,-1 1 0,0 0 0,0 0 0,-1 0 0,1 0 0,0 1 0,0-1 0,0 1 0,0-1 0,0 1 0,-1 0 0,1 0 0,1 0 0,-1 0 0,-3 2 0,-28 21 0,28-19 0,0 0 0,0 1 0,0 0 0,1-1 0,0 2 0,0-1 0,0 0 0,1 1 0,0 0 0,1 0 0,-1 0 0,1 0 0,1 0 0,-1 0 0,1 0 0,0 10 0,1 4 0,1 0 0,0 0 0,2 0 0,7 28 0,-8-41-2,0 0 1,1 0-1,0-1 1,0 1-1,1-1 0,0 1 1,0-1-1,1-1 0,0 1 1,10 10-1,-5-7 10,1-1-1,0 0 0,0-1 1,1 0-1,22 11 1,-5-6-74,2-1 0,-1-2 0,1-1 0,57 9 0,-44-12-1801,0-2 1,0-2 0,61-5-1,54-19-9117,-70 3-46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4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639 1 16834,'-2'1'2800,"-8"6"-1515,0 1-1,1 0 1,0 1 0,1 0 0,-13 17 0,-33 59 1771,32-50-2063,-43 77-241,-78 184 1,-23 132-952,150-385 268,-58 197-567,51-115-2022,19-88-411,2 51-1,8-23-4843,9-8-5352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4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0 536 13721,'5'-14'692,"0"1"-1,0 0 0,2 0 1,-1 0-1,2 1 1,-1 0-1,2 0 0,0 1 1,0 0-1,1 1 1,0 0-1,1 0 0,17-12 1,66-37 247,2 5 0,112-47 1,-29 16 240,-166 78-1028,12-6 257,1 1 0,36-12 0,-60 23-376,0 0 0,0 1 1,0-1-1,0 1 0,0-1 0,0 1 1,0 0-1,0 0 0,0 0 0,0 0 1,0 0-1,0 1 0,0-1 0,0 0 1,0 1-1,0 0 0,0-1 0,0 1 1,-1 0-1,1 0 0,0 0 0,0 0 1,-1 0-1,1 0 0,0 1 0,-1-1 1,0 1-1,1-1 0,-1 1 0,0-1 1,0 1-1,1 0 0,-1-1 0,1 5 0,1 2 35,-1 0 0,0 0-1,0 0 1,-1 1-1,0-1 1,0 14-1,1 87 310,5 92-158,-7-198-219,3 28-237,1-1 1,1 1 0,13 42-1,-15-65 97,1 1-1,-1 0 1,1-1 0,1 0-1,0 0 1,0 0 0,0-1-1,1 0 1,0 0 0,1 0-1,0-1 1,0 0 0,0 0-1,0 0 1,17 8 0,-10-7 21,1-1 0,0-1 0,1 0 0,-1 0 1,1-2-1,0 0 0,0-1 0,0 0 0,0-1 1,0-1-1,0-1 0,0 0 0,18-4 0,17-7 564,0-2-1,82-34 0,-31 9 1289,-94 36-1600,1-1-1,-1 2 0,1-1 1,0 1-1,0 0 0,-1 1 1,1 0-1,0 0 0,0 1 1,0 0-1,0 1 0,0 0 1,15 4-1,129 48 480,-140-48-650,1-1 1,-1 0 0,1-1-1,0-1 1,0 0-1,1-1 1,-1 0 0,0-1-1,0-1 1,0 0 0,15-4-1,12-5 108,0-1 0,51-23 0,18-5 1250,-80 31-1320,-23 10 0,-3 0 0,-3-2 0,-1 0 0,1 0 0,0 0 0,0 1 0,0-1 0,-1 0 0,1 0 0,0 0 0,-1 1 0,1-1 0,0 0 0,-1 1 0,1-1 0,0 1 0,-1-1 0,1 1 0,-1-1 0,2 2 0,-1 1 2,0-1 0,-1 1-1,1 0 1,-1 0 0,0-1 0,1 1 0,-1 0 0,0 0-1,-1 0 1,1-1 0,0 1 0,-1 0 0,0 0-1,1-1 1,-1 1 0,0-1 0,-1 1 0,1-1 0,0 1-1,-2 2 1,1-2-38,0 0 1,0 1-1,1-1 0,0 1 0,0 0 0,0-1 1,0 1-1,0 0 0,1 0 0,-1 0 0,1 5 1,1-6-264,3 17-3916,-4-18 3096,1 1 0,-1-1 0,1 0 0,0 1 1,0-1-1,0 0 0,0 0 0,0 0 0,0 0 0,2 2 0,15 4-11451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4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21 361 9113,'17'-49'1965,"-1"-2"0,9-56 0,-22 89-851,1 1 1,1-1-1,11-27 0,-13 40-963,-1 0-1,1 1 0,0-1 0,0 1 0,0-1 1,1 1-1,4-5 0,-6 7-162,0 1 0,0-1 1,0 1-1,0 0 0,1-1 0,-1 1 0,0 0 0,0 0 0,1 1 0,-1-1 0,0 0 1,1 1-1,-1-1 0,1 1 0,-1 0 0,5 0 0,-4 1-97,1 0-1,-1 0 0,0 0 0,0 0 1,1 0-1,-1 1 0,0 0 1,0-1-1,0 1 0,-1 0 1,1 0-1,0 1 0,-1-1 0,0 1 1,1-1-1,-1 1 0,3 5 1,5 7-537,-1 0 0,8 20 1,-4-6-107,-1 0 1,-2 0-1,0 1 1,-3 0 0,8 56-1,-5-23-109,-5-36 1706,3 50 6924,4-106-3085,-9 27-4526,0 0 0,0 0 0,0 1 0,0-1 0,0 1 0,0 0 0,1 0 0,-1 0 1,0 0-1,1 0 0,-1 1 0,0-1 0,6 1 0,46 4 928,-54-4-1034,14 2 180,0 2 1,-1 0 0,0 0 0,0 1 0,0 1 0,-1 1 0,0-1 0,0 2 0,0 0 0,-1 1 0,0 0 0,10 11 0,-5-4 27,0 2 0,-1 0 0,-1 1 0,-1 0 0,0 1 1,17 36-1,-25-42-255,0-1 1,-1 2 0,-1-1 0,0 0 0,-1 1-1,0 0 1,-2-1 0,1 1 0,-2 0 0,0 0-1,-1 0 1,0 0 0,-1 0 0,-1-1 0,-8 25-1,5-20-5,-2-1-1,0-1 1,-1 0-1,-1 0 0,0 0 1,-1-1-1,-1-1 0,-1 0 1,0-1-1,0 0 1,-27 19-1,15-14-166,-2-2 1,0-1-1,0-1 1,-2-1-1,0-1 1,0-2-1,-1-1 1,0-2-1,-1 0 0,-41 3 1,-50 4-4333,42-10-3239,-9-6-7976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9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684 477 12513,'-46'-175'2540,"36"144"-917,-2 1-1,0 0 1,-2 1 0,-1 0-1,-2 2 1,-37-50-1,28 41 560,25 35-2101,1 0 0,-1 0 1,0 0-1,0 0 1,0 1-1,0-1 0,0 0 1,0 0-1,0 1 1,0-1-1,0 0 0,0 1 1,0-1-1,0 1 1,0-1-1,0 1 0,-1 0 1,1 0-1,0-1 1,0 1-1,-1 0 0,1 0 1,0 0-1,0 0 1,0 0-1,-1 1 1,1-1-1,0 0 0,0 0 1,0 1-1,-1-1 1,-1 2-1,-1 0 54,0 0 0,1 1 0,-1-1 0,1 1 0,-1 0 0,1 0 1,-5 5-1,-5 12-88,0-1 1,1 2 0,1 0 0,1 0 0,1 1-1,1 0 1,-5 24 0,-1-5-23,-211 803-25,222-828 0,-17 81 0,-11 162 0,8 107 0,21-330 0,6 63 0,-2-90 0,-1 0 0,2-1 0,-1 1 0,1-1 0,5 12 0,0-3 0,-6-11 0,1 1 0,0-1 0,1 1 0,0-1 0,0 0 0,0 0 0,0-1 0,1 1 0,0-1 0,8 7 0,-9-10 0,-1 0 0,1 0 0,0 0 0,-1 0 0,1-1 0,0 1 0,0-1 0,0 0 0,0-1 0,0 1 0,0 0 0,0-1 0,1 0 0,-1 0 0,0-1 0,0 1 0,0-1 0,8-2 0,2-1 0,1-1 0,-1-1 0,-1 0 0,1-1 0,14-10 0,63-50 0,-62 45 0,47-39-2,-46 35-24,1 1 1,2 2-1,0 1 1,68-34 0,-92 53 31,-1 0 0,0 1 1,1-1-1,0 2 1,-1-1-1,1 1 0,0 1 1,0-1-1,0 2 1,0-1-1,0 1 0,-1 0 1,1 1-1,0 0 1,-1 1-1,1-1 0,-1 2 1,0-1-1,0 1 1,0 0-1,13 11 0,6 6-10,-2 1 0,0 2-1,-2 0 1,30 41-1,-1-3 16,-48-57-11,43 48 0,2-2 0,75 61 0,-109-100 0,1-1 0,0 0 0,0-1 0,1 0 0,1-2 0,-1 0 0,1-1 0,1-1 0,-1 0 0,1-2 0,0 0 0,0-1 0,35 1 0,-47-4 0,1-1 0,-1 1 0,0-1 0,0-1 0,0 0 0,-1 0 0,1 0 0,0 0 0,-1-1 0,1 0 0,-1-1 0,0 0 0,0 1 0,0-2 0,-1 1 0,1-1 0,-1 0 0,0 0 0,-1 0 0,1-1 0,-1 1 0,0-1 0,0 0 0,-1-1 0,5-10 0,-3 3 0,-1 1 0,-1 0 0,0-1 0,-1 1 0,0-1 0,-1 0 0,0 0 0,-1 0 0,-1 1 0,0-1 0,-1 0 0,-6-20 0,-1 7 15,-1 0 0,-1 0 1,-1 1-1,-2 1 0,0 0 0,-2 1 0,-1 1 0,-1 0 1,0 1-1,-2 1 0,-42-35 0,25 27-338,-1 1 1,-2 2-1,0 1 0,-1 3 1,-2 1-1,-66-22 0,98 39-487,-1 1-1,0 0 1,0 1-1,0 0 0,-18 0 1,23 2-539,0 0 0,0 1 0,0 0 0,0 0 1,0 1-1,-8 3 0,-14 12-12052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19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0 383 14625,'42'-5'2186,"-41"5"-2022,0 0 0,0 0 1,0 1-1,0-1 0,0 0 0,0 1 1,0-1-1,0 0 0,0 1 0,-1-1 1,1 1-1,0-1 0,0 1 0,0 0 1,-1-1-1,1 1 0,0 0 0,-1-1 1,1 1-1,-1 0 0,1 0 0,-1 0 1,1 0-1,-1-1 0,1 1 0,-1 0 1,0 0-1,1 0 0,-1 0 1,0 2-1,3 3 1628,11 22-297,21 31-1,-33-56-1408,1 1 0,-1 0 0,0 0 0,0 0 0,-1 0 1,1 1-1,-1-1 0,1 6 0,-1-5-45,0-1-1,0 0 1,1 0-1,-1 0 1,1 0 0,2 4-1,21 38 377,-23-44-245,8-3-153,-1 0 1,1-1-1,-1-1 1,0 1-1,0-1 1,0-1-1,0 0 1,0 0-1,-1-1 1,10-6-1,-5 3-11,0 1 1,1 0-1,19-6 0,-11 7 59,2 1 0,-1 2 0,0 0 0,42 0 0,93 13 158,-19 0-49,-131-10-164,0-1 0,0 0 0,-1 0 0,1-1 0,0 1 0,-1-2 0,1 1 0,-1-1 0,13-7 0,-4 0 98,0-1 0,20-17 0,-22 16 16,11-9 104,25-21 900,91-56 0,-122 87-1107,1 1-1,-1 1 1,1 1 0,1 1 0,0 0-1,0 2 1,0 0 0,0 2-1,1 0 1,0 1 0,-1 1-1,1 2 1,0 0 0,-1 1 0,1 1-1,23 6 1,-8 2-23,1 1 0,62 31 0,63 47 0,-12-7 0,-141-78 0,0 0 0,0-1 0,1-1 0,0 1 0,-1-2 0,1 0 0,0 0 0,0 0 0,1-2 0,-1 1 0,21-3 0,-23 0 0,0 0 0,0 0 0,-1-1 0,1 0 0,-1 0 0,0-1 0,0 0 0,0 0 0,-1-1 0,1 0 0,-1-1 0,0 1 0,-1-1 0,1-1 0,6-8 0,5-10 0,-2-1 0,-1-1 0,-2 0 0,0 0 0,17-59 0,6-11 0,5-12 0,-38 104 0,-2 5 0,0 15 0,-6 42 0,2-30 0,-56 418 0,26-224 0,1-12-142,-15 115 476,38-228-1579,4 134 1,6-209 423,2 53-4165,0-25-2091,4 9-7525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1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1 977 17038,'35'-11'1452,"0"1"1,0 1 0,1 2 0,0 2-1,58-2 1,-75 7-1074,1 1 0,0 1 0,-1 0 0,1 1-1,-1 2 1,0 0 0,0 0 0,0 2 0,-1 1 0,0 0 0,32 20 0,-44-24-336,0 0-1,-1 0 1,0 0 0,0 1 0,0 0 0,0 0 0,-1 0-1,0 0 1,0 1 0,0 0 0,-1-1 0,0 2 0,0-1-1,0 0 1,-1 0 0,0 1 0,0-1 0,-1 1 0,1 0-1,-2-1 1,1 1 0,-1 0 0,0 0 0,0 0 0,-1-1-1,1 1 1,-2 0 0,1-1 0,-1 1 0,0-1 0,0 1-1,-5 7 1,-2 4-30,-1-1 0,-1-1-1,-1 0 1,-1 0-1,-21 20 1,-82 67-245,46-44-174,23-19-397,145-93 102,30-34 204,-47 31 329,124-66 0,-171 104 211,-26 13-44,-1 0 1,1 1-1,0 1 1,1-1-1,11-2 0,-16 5 4,0 0 0,0 1 0,0 0 0,0 0 0,-1 0 0,1 1 0,0-1 0,0 1 0,0 0 0,-1 0 0,1 0 0,0 1 0,-1-1 0,1 1 0,-1 0 0,5 3 0,4 1 0,0 0 0,1-1 1,0 0-1,0-1 0,0 0 1,0-1-1,1 0 1,-1-2-1,1 1 0,-1-1 1,1-1-1,0-1 0,-1 0 1,1-1-1,-1 0 1,1-1-1,-1 0 0,21-9 1,8-3 372,43-24 0,-82 38 268,13 13 553,-12-8-1077,0 0 1,0 0-1,-1 1 0,0-1 0,0 1 1,0 0-1,0 0 0,-1 0 0,4 10 1,-3-7-121,0-1 1,0 0-1,1 1 1,7 8-1,-5-9 0,1 0 0,-1 0 0,1-1 0,1 0 0,0 0 0,-1-1 0,2 0 0,-1 0 0,0-1 0,1 0 0,0 0 0,0-1 0,0 0 0,0-1 0,1 0 0,-1 0 0,1-1 0,-1 0 0,1-1 0,-1 0 0,1-1 0,11-1 0,6-3 0,0 0 0,0-2 0,0-1 0,-1-1 0,-1-2 0,36-18 0,-36 16 0,-1-1 0,0-2 0,-1 0 0,0-1 0,-2-2 0,0 0 0,-1-1 0,-1-1 0,-1-1 0,-1 0 0,24-42 0,-30 52 0,-9 12 0,0 0 0,0 0 0,0 0 0,0 0 0,0 0 0,0 1 0,1-1 0,-1 1 0,0 0 0,0 0 0,-1-1 0,1 1 0,0 0 0,0 1 0,0-1 0,-1 0 0,1 0 0,0 1 0,-1-1 0,3 4 0,27 33 0,-5 3 0,27 36 0,-47-70 0,0 0 0,0-1 0,0 1 0,1-1 0,0-1 0,1 1 0,14 7 0,-17-10 0,0-1 0,0-1 0,1 1 0,-1-1 0,1 0 0,-1 0 0,1-1 0,0 1 0,-1-1 0,1 0 0,-1-1 0,1 0 0,0 1 0,-1-2 0,1 1 0,-1-1 0,0 0 0,0 0 0,1 0 0,-1-1 0,-1 1 0,8-6 0,3-3 0,-1 0 0,0-1 0,-1 0 0,-1-1 0,20-25 0,-7 1-22,-2-1-1,-2 0 1,31-79 0,-9 19-283,-13 34 230,-3-1-1,-3-1 1,29-128 0,-52 184 77,0 0 1,0 0 0,-1 0 0,0 0-1,-1 0 1,0 0 0,-1 0 0,0 0-1,0 1 1,-5-13 0,-3-2 1,-1 1 0,-23-37 0,12 34 324,19 23-282,-1-1 1,1 0-1,0 0 1,0 0-1,0 0 1,-4-8-1,4 8-46,2 2 0,-1 1 0,1 0 0,0 0 0,1-1 0,-1 1 0,0 0 0,0-1 0,0 1 0,1-1 0,-1 1 0,1-1 0,-1 1 0,1-1 0,0 1 0,0-1 0,-1-2 0,-7-36 0,2 24 0,6 15 0,0 1 0,0-1 0,0 1 0,0 0 0,0-1 0,0 1 0,0 0 0,0-1 0,0 1 0,0 0 0,-1-1 0,1 1 0,0 0 0,0-1 0,0 1 0,-1 0 0,1 0 0,0-1 0,0 1 0,-1 0 0,1 0 0,0-1 0,0 1 0,-1 0 0,1 0 0,0 0 0,-1 0 0,1-1 0,0 1 0,-1 0 0,1 0 0,0 0 0,-1 0 0,1 0 0,-1 0 0,1 0 0,0 0 0,-1 0 0,1 0 0,0 0 0,-1 0 0,1 0 0,0 0 0,-1 0 0,1 1 0,0-1 0,-1 0 0,1 0 0,0 0 0,-1 0 0,1 1 0,0-1 0,0 0 0,-1 0 0,1 1 0,0-1 0,0 0 0,-1 0 0,1 1 0,0-1 0,0 0 0,0 1 0,-1-1 0,1 0 0,0 1 0,-7 16 0,-3 9 0,6-16 0,1-1 0,-2 1 0,1-1 0,-1 0 0,-1 0 0,-7 10 0,1 2 0,13-13 0,0-4 0,2 20 0,-2-9 0,0 0 0,0 1 0,-2-1 0,-3 28 0,-38 210 0,19-132 0,-14 105 0,26-8 210,12-175-861,1-1-1,2 0 1,11 48-1,4-37-5103,-1-20-1430,8 4-7262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1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1 196 15897,'19'-7'376,"3"-1"301,1 0 1,-1 2-1,1 1 0,33-4 0,137-1 2786,95 20-3600,-243-7-179,35 1-885,87 17 0,-145-16 1134,1-2 0,0 0 1,25-1-1,-40-2 235,1 0 0,0-1-1,-1-1 1,1 1 0,-1-1 0,0-1 0,0 1 0,0-1-1,0-1 1,0 0 0,11-7 0,7-10 725,41-42 1,-64 61-710,-1-1 0,0 1 0,0-1 1,0 0-1,0 0 0,0 0 0,-1 0 0,0 0 1,1 0-1,0-6 0,1-1 388,-2 9-504,-1 1 1,0-1-1,0 0 0,0 0 1,0 0-1,0 0 0,0 1 1,0-1-1,0 0 1,0 0-1,0 0 0,0 1 1,0-1-1,-1 0 0,1 0 1,0 0-1,-1 1 0,1-1 1,-1 0-1,1 1 0,-1-1 1,1 0-1,-1 1 0,1-1 1,-1 0-1,1 1 0,-1-1 1,0 1-1,1-1 0,-2 0 1,-20-6 1500,18 8-1393,0 0-1,0 0 1,1 1-1,-1-1 1,0 1-1,1 0 1,-1 0-1,1 1 1,-1-1-1,-4 5 1,-37 37 607,33-32-817,-8 9 34,2 0 0,0 1 0,1 0 0,1 2 0,1 0 0,1 0 0,2 2 0,0-1 0,-11 40 0,19-51 0,0 0 0,2 0 0,-1 0 0,2 1 0,0-1 0,1 0 0,0 1 0,1-1 0,1 1 0,0-1 0,1 0 0,1 0 0,0 0 0,0 0 0,2-1 0,0 1 0,0-2 0,1 1 0,1-1 0,10 14 0,-10-16 1,2 1 0,-1-1 0,1-1 0,1 0 0,-1 0 0,2-1 0,15 8 0,-13-8-551,0-2-1,1 0 1,0 0 0,0-2 0,29 6-1,-24-7-841,1-1-1,-1-1 0,0-1 1,25-3-1,-21-1-1351,-1 0 1,1-1-1,29-11 0,-12-1-5807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1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87 9997,'-23'-21'3781,"24"20"-3604,0 0-1,1 0 1,-1 0 0,0 0-1,0 0 1,1 0-1,-1 0 1,1 0 0,-1 0-1,1 0 1,-1 1 0,1-1-1,0 1 1,-1-1 0,1 1-1,0 0 1,-1 0 0,1 0-1,0 0 1,-1 0-1,1 0 1,0 0 0,-1 0-1,1 0 1,0 1 0,-1-1-1,1 1 1,0 0 0,-1-1-1,1 1 1,-1 0 0,1 0-1,-1 0 1,0 0-1,1 0 1,-1 0 0,0 0-1,0 0 1,0 0 0,0 1-1,2 2 1,2 2 221,0 1-1,0 0 1,-1 0-1,0 1 1,-1-1-1,0 1 1,3 10 0,14 49 717,-10-35-706,0 1 1,-2 0-1,-2 1 1,-1 0-1,2 48 1,-8-57-274,-1 0 0,-2 0-1,-7 31 1,9-47-89,-1 0-1,0-1 1,0 1-1,-1-1 1,0 0-1,0 0 1,-1 0-1,0-1 0,0 1 1,-1-1-1,0-1 1,-7 7-1,11-11-3,-1 0 0,0-1-1,0 1 1,0-1-1,0 0 1,0 0 0,0 0-1,0 0 1,0 0-1,0-1 1,-1 1 0,1-1-1,0 0 1,0 0-1,0 0 1,-1 0 0,1-1-1,0 1 1,0-1 0,0 0-1,-5-2 1,7 3-6,-1-1-1,1 1 1,0-1 0,0 1 0,0-1-1,0 0 1,1 1 0,-1-1 0,0 0 0,0 0-1,0 1 1,0-1 0,1 0 0,-1 0 0,0 0-1,0-2 1,-2-2 51,1 0-1,0 0 1,0 0-1,0-1 1,1 1-1,0-1 0,0 0 1,0 1-1,1-1 1,0 1-1,0-1 1,0 0-1,1 1 1,-1-1-1,1 0 1,1 1-1,3-10 1,2-5-29,1 1 1,0 0-1,23-34 1,-10 24-684,1 1-1,1 1 1,42-37-1,-21 21-730,0 1-1690,72-56 0,-78 72-833,46-25 1,32-10-7914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1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326 304 13857,'-2'-1'283,"0"0"1,0 0-1,0-1 0,0 1 0,0 0 0,1-1 0,-1 1 1,0-1-1,1 1 0,0-1 0,-1 0 0,1 0 0,0 0 1,0 0-1,0 1 0,0-2 0,-1-1 0,1-1 825,1 0 0,0 0-1,0 0 1,1 1 0,-1-1-1,1 0 1,3-9 0,-2 7-559,1 0 0,1 1 1,-1-1-1,1 1 0,0-1 1,0 1-1,1 0 0,7-7 0,15-23-541,-20 26-8,1-1 0,-1 1 0,2 1 0,-1-1 0,1 2 0,1-1 0,0 1 0,0 0 0,22-12 0,-25 17 0,1-1 0,0 1 0,0 1 0,0-1 0,0 1 0,1 1 0,-1 0 0,1 0 0,-1 0 0,1 1 0,-1 1 0,1-1 0,-1 1 0,0 1 0,1-1 0,8 4 0,-5 0 0,0-1 0,-1 2 0,0 0 0,0 0 0,0 1 0,0 0 0,-1 0 0,-1 2 0,1-1 0,-1 1 0,-1 0 0,1 1 0,-2 0 0,1 0 0,-1 1 0,-1 0 0,0 0 0,-1 1 0,6 16 0,-4-8 0,-1 1 0,-1 0 0,-1 1 0,0-1 0,-2 1 0,-1-1 0,0 1 0,-2 0 0,0-1 0,-7 33 0,3-32 0,-1 0 0,-1 1 0,-1-2 0,-1 1 0,-1-1 0,-1-1 0,0 0 0,-18 23 0,10-19 0,-1-2 0,-1 0 0,-1-1 0,-1-1 0,-45 30 0,36-30-477,-1-1 0,-1-2 0,0-2 0,-50 16 0,-31 2-4327,-2-8-3486,2-3-6014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2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239 230 12897,'2'-9'248,"15"-79"2567,-2 24 2666,-12 52-3566,-1 0 0,0 0 0,1-17 0,-3 26 27,-4 8-499,-15 27-1341,1 0 1,-26 67-1,-19 83-150,34-91 70,1-6-22,3 1 0,-23 164 0,45-213 0,2 0 0,1 1 0,2-1 0,1 0 0,9 40 0,-9-61 0,1-1 0,0 0 0,0 0 0,2 0 0,0-1 0,0 1 0,2-1 0,-1-1 0,2 0 0,0 0 0,0 0 0,1-1 0,1-1 0,20 18 0,-19-21 0,0 0 0,1 0 0,0-2 0,0 1 0,1-2 0,-1 0 0,1 0 0,0-1 0,1-1 0,-1-1 0,0 0 0,1 0 0,0-2 0,26-1 0,-8-3 0,-1 0 0,-1-2 0,1-2 0,-1-1 0,-1-1 0,1-2 0,-2-1 0,0-1 0,0-1 0,-2-2 0,33-24 0,19-24 0,-3-3 0,80-93 0,-104 106 0,-39 46 0,-7 12 0,-3 12 0,-3-14 0,1 17 0,-1 0 0,-1 1 0,-1-1 0,0 1 0,-2-1 0,-8 29 0,-1 7 0,2 2 8,3 1 0,-1 68-1,8-94-55,2-1 0,1 0-1,2 1 1,0-1 0,17 53-1,-1-22-2635,9 26-9995,-10-49-1474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3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9 15317,'-25'-7'2560,"20"5"-246,4 8-1499,-1-1 1,0 0 0,0 1 0,0-1-1,-5 9 1,5-10-331,-27 42 686,-1-1-1,-3-2 1,-54 57 0,72-82-988,-4 1 10,13-14 92,0 0 1,1 1 0,0 0-1,-5 7 1,8-11 231,4-5-343,3-6-173,0 0 1,1 0 0,0 0 0,1 1-1,0 0 1,0 0 0,1 1 0,0 0-1,0 0 1,1 1 0,9-6 0,-5 4-3,1 1 1,-1 0 0,1 1 0,1 0 0,-1 1-1,1 1 1,20-4 0,-23 7 0,0 1 0,0 0 0,0 0 0,0 1 0,0 1 0,0 0 0,-1 0 0,1 1 0,-1 1 0,0 0 0,1 1 0,-2 0 0,1 0 0,-1 1 0,0 1 0,0-1 0,12 12 0,-10-7 0,1 1 0,-2 0 0,1 1 0,-2 1 0,1-1 0,-2 2 0,0-1 0,-1 1 0,0 1 0,-2-1 0,9 28 0,-10-19 0,-1 0 0,0 1 0,-2-1 0,-1 1 0,-2-1 0,0 1 0,-1-1 0,-1 1 0,-13 43 0,15-62 0,-1 0 0,-1 0 0,1 0 0,-1-1 0,0 1 0,0-1 0,-1 0 0,1 0 0,-1 0 0,0 0 0,-9 7 0,12-11 0,0-1 0,1 1 0,-1 0 0,0-1 0,1 1 0,-1-1 0,0 1 0,0-1 0,1 1 0,-1-1 0,0 0 0,0 1 0,0-1 0,0 0 0,0 0 0,1 0 0,-1 0 0,0 1 0,0-1 0,0 0 0,0-1 0,0 1 0,0 0 0,0 0 0,0 0 0,1 0 0,-1-1 0,0 1 0,0 0 0,-1-1 0,1-1 0,-1 1 0,1-1 0,-1 0 0,1 1 0,-1-1 0,1 0 0,0 0 0,0 0 0,0 0 0,0 0 0,-1-4 0,-1-6 0,0 1 0,1-1 0,-2-15 0,5 6 0,0 0 0,1 0 0,1 0 0,0 0 0,2 0 0,1 1 0,0-1 0,12-21 0,-6 14 0,1 1 0,1 1 0,2 0 0,35-44 0,-44 61 0,11-15 0,2 1 0,0 0 0,2 2 0,46-37 0,-54 48 0,1 1 0,0 1 0,0 0 0,1 1 0,0 0 0,0 1 0,1 1 0,-1 1 0,22-3 0,-27 5 0,0 2 0,-1-1 0,1 1 0,0 1 0,-1 0 0,1 0 0,0 1 0,-1 1 0,0 0 0,0 0 0,0 1 0,0 0 0,10 6 0,-7-2 0,0 1 0,-1 0 0,0 1 0,-1 0 0,0 1 0,0 0 0,-1 1 0,11 17 0,-3-1 0,-2 2 0,-1 0 0,-1 0 0,-2 1 0,-1 1 0,-1 0 0,9 57 0,-14-34-9,-2 0 1,-3 0-1,-7 73 0,1-48-211,-6 28-2173,-6-3-3480,16-92 4913,-1-1-1591,2 1 0,-1 23 0,9 21-10098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3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626 1325 12417,'-161'-67'5409,"149"62"-4703,1 0 1,0 1-1,-1 0 1,0 1-1,0 1 1,0 0 0,0 0-1,-1 1 1,1 1-1,-21 1 1,23 2-315,1 0 1,0 0-1,1 1 0,-1 0 1,1 0-1,-1 1 0,1 0 1,1 1-1,-1 0 0,1 0 1,-10 10-1,-2 4-126,0 1 0,2 0 0,0 1 0,1 1 0,1 1 0,1 0 0,2 1 0,0 0 0,-13 46 0,15-36-295,1 0 1,2 1 0,2 0-1,1 0 1,2 0-1,4 72 1,0-91 28,1 0 1,0-1-1,1 1 0,6 16 1,-7-25-4,1 1 1,0-1 0,0 0 0,1 0-1,0-1 1,0 1 0,0-1 0,14 13-1,-17-19-31,0 1 0,1-1 0,-1 1 0,1-1 0,-1 0 0,1 0 0,-1 0-1,1-1 1,0 1 0,-1-1 0,1 1 0,0-1 0,0 0 0,-1 0 0,1 0-1,0 0 1,0-1 0,-1 1 0,5-2 0,0 1-44,-1-1 0,1-1 0,-1 1 0,0-1 0,0 0 0,-1 0 0,7-5 0,8-8-37,-1-1 1,-1-1 0,0-1 0,-2-1 0,0 0 0,-1-1 0,19-36 0,69-171-134,-100 219 236,71-181-94,53-127 11,337-687 559,-463 1003-460,17-38 284,30-45 0,-47 83-60,-2 7 40,-67 292 934,14-80-1245,32-113 43,-92 549 0,107-549 0,8 128 0,0-211 0,1 0 0,1 1 0,1-1 0,1 0 0,1-1 0,16 38 0,-19-51 0,1 0 0,1-1 0,-1 0 0,1 0 0,1 0 0,-1 0 0,1-1 0,0 0 0,8 6 0,-9-8 0,-1-1 0,1-1 0,0 1 0,0-1 0,0 0 0,0 0 0,0 0 0,0-1 0,0 0 0,1 0 0,-1 0 0,0-1 0,1 1 0,-1-1 0,10-2 0,-6 1-24,0-1 1,0 0-1,0-1 1,0 0-1,0 0 0,-1-1 1,0 0-1,1 0 1,-2-1-1,1 0 1,0-1-1,-1 0 0,0 0 1,-1 0-1,1-1 1,-1 0-1,0 0 0,-1-1 1,0 0-1,0 0 1,4-9-1,7-17-203,-2-2 0,-1 0 1,14-67-1,-18 66 195,10-78-199,-8 42 28,-11 70 175,1 7 28,0-1-1,0 1 1,0-1 0,0 1 0,1-1 0,-1 0-1,1 0 1,0 0 0,4 6 0,0-1-3,7 14-89,1-1 0,0 0 0,2-1 0,30 30 0,-39-43-18,0-1 0,0 0 1,1 0-1,0-1 0,0 0 0,0 0 0,1-1 0,-1 0 1,1 0-1,0-1 0,0 0 0,1-1 0,-1 0 0,0 0 0,12-1 1,-17 0 92,1-1 0,-1 0 0,0 0 0,0-1 0,0 1 0,1-1 0,-1 0 0,0 0 0,0 0 0,0-1 0,-1 0 0,1 1 0,0-1 1,0-1-1,-1 1 0,1 0 0,-1-1 0,0 0 0,0 1 0,0-1 0,0-1 0,0 1 0,-1 0 0,0-1 0,1 1 0,-1-1 0,0 0 0,-1 1 0,1-1 1,-1 0-1,1 0 0,-1 0 0,0-1 0,-1 1 0,1 0 0,-1 0 0,0 0 0,0 0 0,-1-8 0,-2-21 394,1 21-233,0 0 1,1-1 0,1 1-1,0-1 1,3-14 0,-3 24-130,1 0-1,0 0 1,0 0 0,0 1-1,0-1 1,0 0 0,1 1-1,-1-1 1,1 1 0,-1-1-1,1 1 1,0 0 0,0 0-1,0 0 1,0 0 0,1 0-1,-1 0 1,0 0 0,1 1-1,-1-1 1,1 1 0,0 0-1,-1 0 1,1 0 0,0 0-1,0 0 1,3 0 0,4-1-10,0 0 0,0 1 0,1 1 0,-1-1 1,0 1-1,1 1 0,-1 0 0,0 1 0,1 0 0,-1 0 1,0 1-1,-1 0 0,1 1 0,0 0 0,-1 1 0,0 0 1,11 8-1,-13-8-5,0 1 0,-1 0 1,1 0-1,-1 1 0,-1-1 0,1 2 1,-1-1-1,-1 0 0,1 1 0,-1 0 1,0 0-1,-1 0 0,0 0 1,-1 1-1,1-1 0,-1 1 0,-1 0 1,0-1-1,0 1 0,-1 16 0,-3 1-6,-1-1 0,-1 0 0,-1 0 0,-2-1-1,-17 42 1,9-24 33,14-39-24,1 1-1,0-1 1,0 1 0,0-1 0,0 1 0,0 0-1,1-1 1,0 1 0,0 0 0,0 0 0,0-1 0,0 1-1,1 0 1,0-1 0,-1 1 0,1 0 0,1-1-1,-1 1 1,0-1 0,1 1 0,3 4 0,-1-4-1,0 0 0,0-1 0,0 1 0,0-1 0,0 0 0,1 0 0,-1-1 0,1 1 0,0-1 0,0 0 0,-1-1 0,1 1 0,1-1 0,-1 0 0,0 0 0,8 0 0,34 2-11,0-2 0,0-2 0,0-2 0,-1-2 0,1-2 0,-1-3 0,64-20 0,-93 23-636,-1 0 1,0-1-1,26-16 1,-34 18-792,0-1 0,0 0 0,0 0 0,7-9 0,-13 8-3318,-5-4 2543,2 10 549,1-17-6684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4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482 698 9029,'-22'8'2544,"21"-8"-2364,0-1 0,1 0-1,-1 1 1,0-1 0,0 1 0,1-1-1,-1 0 1,0 1 0,1-1 0,-1 0-1,0 0 1,1 0 0,-1 1 0,1-1-1,0 0 1,-1 0 0,1 0 0,0 0 0,-1 0-1,1-2 1,-2-1 435,-11-19 791,9 18-820,0 0 0,1-1 1,0 1-1,0-1 1,0 0-1,1 0 1,0 0-1,0 0 0,1 0 1,-1 0-1,1 0 1,1-1-1,-1-9 0,4-12 650,2 0 0,0 1 0,2-1 0,13-33 0,-11 39-900,1 0 1,24-40-1,-2 13-336,49-70 0,-68 104 0,-1 0 0,2 1 0,0 1 0,1 0 0,23-15 0,-34 25 0,0 0 0,1 0 0,0 0 0,0 1 0,0 0 0,0 0 0,0 0 0,0 1 0,0 0 0,1 0 0,-1 0 0,0 0 0,1 1 0,-1 0 0,1 0 0,-1 1 0,0-1 0,9 3 0,-9-1 0,0 0 0,0 1 0,0-1 0,-1 1 0,1 0 0,-1 0 0,0 1 0,0-1 0,0 1 0,0 0 0,0 0 0,-1 1 0,0-1 0,0 0 0,0 1 0,0 0 0,-1 0 0,2 5 0,1 4 0,0 1 0,-1-1 0,-1 1 0,0 0 0,-1 0 0,-1 0 0,0 0 0,-1 0 0,-1 0 0,0 0 0,-1 0 0,-1 0 0,0 0 0,-1 0 0,-7 15 0,-3 5 0,-1 0 0,-2-1 0,-2-1 0,-42 58 0,31-50 0,-2-1 0,-1-2 0,-2-1 0,-2-2 0,-67 50 0,-76 25 6,83-67-1929,73-34-30,0-2 1,-28 5-1,-11-2-6217,8-1-5668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4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10117,'31'-48'1303,"18"-27"4583,-45 69-5040,3-4 108,-5 4 3520,19 19-1050,-18-9-3183,1 0 0,-1 0-1,0 1 1,0-1-1,-1 1 1,0 0-1,1-1 1,-1 1-1,-1 0 1,1 0-1,1 10 1,4 65 1332,-5-48-1069,2 72-215,-5 1 1,-15 115-1,-47 209-415,19-152 60,33-164-2725,11-75-1678,4-1-4301,2-4-4860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5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14693,'20'-18'3013,"0"-3"-473,11 18-520,-1-6-368,7 6-344,26 3-304,-6 0-496,13 0-1008,14 3-528,10 0-780,3 3-728,4-3-3649,-11 6-5512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5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228 257 14757,'-204'-18'3113,"181"21"9668,36-15-11201,24-15-1044,16 6-536,25-3 0,25-4 0,31 7 0,241-21-700,-140 24-1688,13 3-569,10-3-643,0 3-3217,-4 15-6504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6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940 101 14645,'-81'-82'5916,"79"80"-5473,0 1 0,-1-1 0,0 0 0,1 1 1,-1-1-1,0 1 0,0 0 0,0 0 0,-6-1 1,0 0 165,1 1 1,-1 1 0,-16 0 0,21 0-293,-11 2 110,1 0 0,-1 1 0,1 0 1,0 1-1,0 1 0,1 0 1,-1 1-1,1 0 0,0 1 1,-21 16-1,-6 7-268,-63 60 0,57-43-159,-69 89 0,-24 62 0,31-42 0,97-141-17,0 1 0,-10 21 0,18-26-207,6-8 35,16-16-93,26-29 25,-18 14 103,181-173 880,-206 199-712,1-1-1,0 1 1,-1 0-1,1 0 1,0 0-1,0 0 1,1 0-1,-1 1 0,0 0 1,0-1-1,1 1 1,-1 0-1,1 0 1,-1 1-1,1-1 1,-1 1-1,1 0 1,-1 0-1,1 0 1,-1 0-1,1 1 0,-1-1 1,1 1-1,-1 0 1,1 0-1,-1 0 1,0 0-1,0 1 1,1 0-1,-1-1 1,5 5-1,-3-1-13,0 0 0,0 0 0,-1 0 0,0 0 0,0 1 0,-1 0 0,1 0 0,-1 0 0,0 0 0,-1 0 0,4 13 0,1 7 0,4 45 0,-7-45 0,8 65 0,15 93-3203,-19-145-23,2-2 0,25 65-1,-10-54-3263,2-7-3921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6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3 10373,'-26'-1'5148,"13"-1"-4247,-122 22 4471,90-12-4128,-54 3 1,-11 0 2278,106-10-772,8 0-2397,11 7-277,0-1-1,0 2 1,0 0-1,-1 1 1,-1 0-1,0 1 0,0 1 1,-1 0-1,0 0 1,-1 1-1,-1 1 0,0 0 1,-1 0-1,13 27 1,-11-18-55,-2 1 0,0 0 0,-1 1 1,-2 0-1,-1 0 0,0 0 0,-2 1 1,-1-1-1,-1 35 0,-2-41 9,-1 1-1,0-1 1,-2 0 0,0 0-1,-1 0 1,-1-1-1,0 0 1,-2 0 0,0 0-1,-1-1 1,-1 0 0,-21 29-1,29-44-22,-1-4 10,-1 0-5,2 1-8,0 0-1,0 0 0,1 0 0,-1 0 0,0 0 0,0 0 0,1 0 0,-1-1 0,1 1 0,-1-1 0,-1-2 0,2 2-4,1 0 0,0 0 0,-1 0 0,1 0 0,0 0 0,0 0 0,0 0 0,1 0 1,-1 0-1,0 0 0,1 0 0,-1 0 0,1 0 0,0 1 0,1-4 0,12-31 0,2 1 0,2 0 0,33-49 0,81-90 0,-87 122 0,64-59 0,-88 92 0,2 0 0,0 2 0,2 1 0,-1 0 0,45-19 0,-59 31 0,-1 1 0,1-1 0,0 2 0,0-1 0,0 2 0,0-1 0,0 1 0,0 1 0,0-1 0,0 2 0,0 0 0,15 2 0,-18-1 0,1 1 0,-1-1 0,1 2 0,-1-1 0,0 1 0,0 0 0,-1 0 0,1 0 0,-1 1 0,0 0 0,0 1 0,0-1 0,-1 1 0,0 0 0,0 1 0,5 9 0,-2-2-3,0 1 0,-2 0 1,1 0-1,-2 1 0,0 0 0,-1 0 0,-1 0 1,2 17-1,-1 23 83,-2 59 1,-3-64-1353,8 71 1,12-6-4741,3-42-2811,3-19-3718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7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654 1283 13005,'-16'-50'2874,"16"49"-2785,0 1 0,0-1 0,0 1 0,0 0 0,0-1 0,-1 1 0,1-1 0,0 1 0,0-1 0,0 1 0,0-1 0,0 1 0,-1 0 0,1-1 0,0 1 0,0 0 0,-1-1 0,1 1 0,0-1 0,0 1-1,-1 0 1,1 0 0,0-1 0,-1 1 0,1 0 0,-1 0 0,1-1 0,0 1 0,-2 0 0,-15-6 2815,1 0 0,-24-13 0,32 19-1947,-32 20 278,32-15-1077,-20 12 549,0 2 0,1 1 0,-35 35 0,19-13-670,3 1-1,1 3 1,2 1-1,3 2 1,1 1-1,3 1 1,2 2-1,-22 58 1,45-97-37,1 1 0,0 0 0,-3 22 0,6-30 0,0-1 0,1 1 0,0-1 0,0 0 0,1 1 0,0-1 0,0 0 0,0 1 0,1-1 0,3 9 0,-3-12 0,-1-1 0,1 1 0,0-1 0,-1 0 0,1 0 0,0 0 0,1 0 0,-1 0 0,0 0 0,0-1 0,1 1 0,-1-1 0,1 1 0,-1-1 0,1 0 0,0 0 0,-1 0 0,7 0 0,-3 1 0,1-1 0,-1-1 0,1 1 0,0-1 0,-1 0 0,13-2 0,-4-2 0,-1 0 0,0-1 0,0-1 0,-1 0 0,1-1 0,-1 0 0,-1-1 0,1 0 0,-1-1 0,-1-1 0,0 0 0,10-11 0,8-11 0,-1-2 0,44-69 0,-36 42 0,-3-2 0,37-97 0,32-143 0,-47 133 0,-31 100 0,108-343 0,-70 222 0,-23 74 0,6-3 0,-21 63 0,-17 43 0,-1 13 0,-1 14 0,-4-11 0,2 12 0,1 1 0,-2-1 0,0 1 0,-1-1 0,0 1 0,-1 0 0,-4 28 0,1 13 0,-22 505 0,-1 105 0,26-637 0,0 7 0,1 0 0,6 43 0,-5-70 0,-1-1 0,1 1 0,1-1 0,-1 1 0,2-1 0,-1 0 0,1 0 0,0 0 0,1-1 0,-1 1 0,1-1 0,1 0 0,0-1 0,7 8 0,-9-11 0,-1-1 0,1 0 0,-1 0 0,1-1 0,0 1 0,0-1 0,0 1 0,0-1 0,0 0 0,0-1 0,0 1 0,0-1 0,0 0 0,5 0 0,-1 0 0,0-1 0,-1 0 0,1-1 0,0 1 0,-1-2 0,11-3 0,1-3 0,0-1 0,-1-1 0,0 0 0,20-18 0,63-62 0,-17 15 0,-65 59 0,0 2 0,2 0 0,0 1 0,26-13 0,-38 23 0,0 1 0,0-1 0,0 2 0,0-1 0,0 2 0,1-1 0,-1 1 0,0 0 0,1 1 0,-1 0 0,1 1 0,-1 0 0,0 0 0,1 1 0,11 4 0,-4-1 0,0 1 0,-1 1 0,0 1 0,0 0 0,0 1 0,-1 1 0,-1 0 0,0 1 0,0 0 0,22 26 0,-23-21 0,-1 1 0,0 1 0,-1-1 0,-1 2 0,-1 0 0,-1 0 0,0 0 0,-2 1 0,6 24 0,-10-30 0,0 0 0,-1-1 0,0 1 0,-1 0 0,0 0 0,-2 0 0,1 0 0,-2 0 0,0-1 0,0 1 0,-1-1 0,-1 0 0,0 0 0,-13 22 0,9-20 0,0-1 0,-1 0 0,-1 0 0,0-1 0,-1-1 0,0 0 0,-1 0 0,-1-1 0,1-1 0,-2-1 0,1 0 0,-1 0 0,-23 8 0,32-15-203,1-1 0,-1 0 0,0 0 0,0-1 0,0 1 0,0-1 0,0-1 0,0 1 1,0-1-1,1 0 0,-1 0 0,0-1 0,0 1 0,1-1 0,-1-1 0,-5-2 0,-38-25-4773,5-4-3922,17 6-3561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29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61 363 6561,'0'-2'368,"1"-1"1,-1 0-1,0 0 1,0 0 0,0 0-1,-1 0 1,1 0-1,-1 1 1,1-1 0,-1 0-1,0 0 1,0 1-1,0-1 1,0 1-1,-3-4 1,-6-19 2783,-30-90 8079,40 112-10299,2 7-520,0-1 0,0 0 0,0 0 1,0 0-1,1-1 0,5 6 1,10 11 336,2 17-491,-1 1 1,-3 1 0,0 1-1,10 46 1,-18-62-193,23 82-66,-4 2 0,-5 1 0,-5 1 0,6 162 0,-7-50 0,-16-219 0,1 1 0,-1-1 0,0 0 0,1 1 0,-1-1 0,1 1 0,0-1 0,-1 0 0,1 0 0,0 1 0,0-1 0,1 0 0,-1 0 0,0 0 0,1 0 0,-1 0 0,1-1 0,0 1 0,0 0 0,-1-1 0,1 1 0,0-1 0,0 0 0,1 1 0,-1-1 0,0 0 0,0 0 0,0-1 0,1 1 0,-1 0 0,0-1 0,1 1 0,-1-1 0,1 0 0,-1 0 0,0 0 0,1 0 0,-1 0 0,1 0 0,-1-1 0,0 1 0,4-2 0,5-2 0,1 0 0,-1-1 0,0 0 0,0 0 0,-1-1 0,1-1 0,10-9 0,36-31 0,-2-3 0,61-73 0,88-128 0,-127 153 0,154-212 0,-105 139 0,-86 120-661,3 2 0,1 2 0,3 2 0,74-56 0,-111 93 97,2 0 0,-1 1 0,1 1 1,0 0-1,0 1 0,14-5 0,-20 9-2,-1 0 1,1 0-1,0 0 0,0 1 0,7 0 0,-7 0-570,0 1-1,0 0 0,0 0 0,-1 1 0,8 2 0,26 18-11178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0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1042 11905,'-10'-4'534,"0"0"-1,-1 1 1,1 1-1,0-1 0,-1 2 1,0 0-1,1 0 1,-1 1-1,0 0 1,0 0-1,1 2 1,-1-1-1,-13 5 1,6 0 82,1 2 0,-1 0 0,1 1 0,1 1 1,0 0-1,0 1 0,1 1 0,1 0 0,0 1 0,0 1 0,1 0 1,-16 24-1,10-9-303,1 0 0,1 1 0,2 1 1,1 0-1,1 1 0,-9 38 0,21-68-329,1 1 1,-1-1-1,1 1 0,0 0 0,0-1 0,0 1 1,0 0-1,0-1 0,0 1 0,1 0 1,-1-1-1,1 1 0,0 0 0,-1-1 1,1 1-1,3 3 0,-3-6 11,0 1 1,0-1-1,0 0 0,0 0 1,1 0-1,-1-1 0,0 1 1,0 0-1,0 0 0,0-1 1,0 1-1,0 0 0,0-1 1,0 1-1,0-1 0,0 1 1,0-1-1,0 0 1,0 1-1,0-1 0,1-1 1,5-2 77,13-14 434,-20 39-268,1 0-1,0 0 1,6 22-1,-6-35-222,1-1 0,1 0 0,-1 0 0,1 0 0,0 0 0,1 0 0,-1 0 1,2-1-1,-1 0 0,0 0 0,1 0 0,8 7 0,-5-5-21,1-1 0,0 1 0,0-2 0,0 1 0,1-2 0,0 1 1,0-1-1,1-1 0,0 1 0,-1-2 0,1 0 0,0 0 0,1-1 0,-1 0 0,0-1 0,1 0 1,-1-1-1,0 0 0,13-3 0,3-1-47,-1-1 1,-1-1 0,1-2-1,-1 0 1,-1-2-1,1 0 1,-2-2 0,1-1-1,-2-1 1,0 0 0,20-19-1,-17 8 32,-1-1-1,-2-1 1,-1-1-1,-1-1 1,30-59 0,61-170 84,-75 168 5,38-101 76,87-199 11,-123 310 26,4 2 0,89-127 0,-123 195-121,0 0 0,1 0 0,0 1 0,0 0 0,1 0 0,13-8 0,-21 15-31,1 1 1,-1-1-1,0 1 1,0 0-1,1 0 1,-1 0-1,1 0 1,-1 0-1,1 0 0,-1 1 1,1-1-1,-1 1 1,1 0-1,-1 0 1,1 0-1,0 0 0,-1 0 1,1 0-1,-1 1 1,1-1-1,-1 1 1,1 0-1,-1 0 1,1 0-1,-1 0 0,1 0 1,-1 0-1,0 1 1,0-1-1,0 1 1,0-1-1,0 1 0,0 0 1,0 0-1,-1 0 1,1 0-1,1 3 1,2 3-22,0 0 0,-1 0 0,0 1 0,-1 0 0,0-1 0,0 1 0,-1 0 1,0 0-1,-1 0 0,1 10 0,-1 16-17,-3 48 0,0-60 15,-7 85-7,-38 170 0,-50 104 0,35-146 0,42-162 0,-27 129 0,41-169 0,2-1 0,1 1 0,3 68 0,0-97 0,0 0 0,1 0 0,0 0 0,0 0 0,1 0 0,-1 0 0,1-1 0,0 1 0,0 0 0,0-1 0,1 1 0,0-1 0,0 0 0,0 0 0,0 0 0,1 0 0,-1-1 0,1 1 0,0-1 0,0 0 0,0 0 0,0 0 0,1-1 0,-1 1 0,1-1 0,0 0 0,0 0 0,0-1 0,-1 0 0,1 1 0,0-2 0,1 1 0,-1-1 0,8 1 0,0-2-10,0-1 0,-1 0-1,1 0 1,-1-1 0,1-1 0,-1 0 0,0 0-1,21-13 1,-1-1-296,54-42-1,-34 19-40,-2-4 0,76-85 0,70-118-139,-189 239 483,71-91-50,-64 84 79,0 1-1,1 0 0,29-21 0,-43 35-8,0 1 0,0-1-1,0 1 1,0-1 0,0 1-1,0-1 1,0 1 0,0 0-1,0-1 1,0 1 0,0 0-1,0 0 1,0 0 0,0 0-1,0 0 1,0 0 0,0 0 0,1 0-1,-1 1 1,0-1 0,0 0-1,0 1 1,0-1 0,0 0-1,0 1 1,0-1 0,-1 1-1,1 0 1,0-1 0,0 1 0,0 0-1,0 0 1,0 1 0,2 1 37,0 0 1,-1 1-1,1-1 1,-1 1-1,0 0 1,3 6 0,1 9 140,-1 1 1,-1 0-1,0 0 1,0 32 0,6 28 43,-6-59-237,1 1 1,1-1-1,1-1 1,1 1-1,1-1 1,1-1-1,0 0 0,22 30 1,-26-41-3,1 0 0,0 0 0,0-1-1,1 0 1,0 0 0,0-1 0,1 0 0,-1 0 0,1-1 0,1 0 0,-1-1 0,1 0 0,-1 0 0,1-1 0,0-1-1,1 1 1,-1-2 0,0 1 0,0-1 0,14-1 0,-12-1 0,0 0 0,-1-1 0,0 0 0,1 0 0,-1-2 0,0 1 0,0-1 0,-1-1 0,1 0 0,-1 0 0,0-1 0,14-12 0,2-4 0,-1-2 0,43-51 0,-64 71 0,1-2 0,-1 0 0,2 1 0,-1-1 0,1 1 0,7-5 0,-11 9 0,-1 0 0,0 0 0,0 1 0,1-1 0,-1 1 0,0-1 0,1 1 0,-1-1 0,1 1 0,-1 0 0,1 0 0,-1 0 0,1 0 0,-1 0 0,1 0 0,-1 0 0,0 0 0,1 0 0,-1 1 0,1-1 0,-1 1 0,0-1 0,1 1 0,-1-1 0,0 1 0,1 0 0,-1 0 0,0-1 0,0 1 0,0 0 0,0 0 0,0 0 0,2 2 0,11 15 2,19 31-1,-26-37-27,0 0-1,1-1 0,0 0 0,1 0 1,0-1-1,1 0 0,0-1 0,17 13 1,-16-16-633,0 0 0,1-1 0,-1 0 0,1 0 0,0-1 0,1-1 0,15 2 0,-1-2-3536,1-1 1,33-2-1,-10 0-7495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1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0 664 11917,'2'3'215,"-1"0"-1,1-1 1,-1 1-1,1-1 1,0 1-1,0-1 1,0 1-1,1-1 1,-1 0-1,1 0 1,-1 0-1,1 0 1,-1-1-1,1 1 1,0-1 0,0 0-1,0 1 1,0-1-1,0 0 1,0-1-1,0 1 1,0-1-1,0 1 1,5-1-1,24 0 488,-1-1 0,1-2-1,-1-2 1,0 0 0,48-16 0,-66 17-626,0-1 1,0-1-1,0 0 1,-1 0-1,0-1 1,-1-1-1,1 0 1,-1-1-1,-1 0 1,0 0-1,0-1 1,-1-1-1,0 0 1,14-23-1,-20 28-41,-1 0-1,-1 0 1,1 0 0,-1 0-1,0-1 1,0 1-1,-1 0 1,1-1 0,-2 1-1,1-1 1,-1 1 0,-1-7-1,1 4 40,-1-2 141,0 0-1,-1 1 1,0 0 0,-1-1-1,0 1 1,-1 1-1,0-1 1,0 1 0,-1-1-1,0 1 1,-1 1 0,0-1-1,0 1 1,-1 1-1,0-1 1,0 1 0,-1 1-1,1 0 1,-17-9 0,2 6 698,-26 4 442,48 5-1323,0 0 0,-1 0 0,1 0 0,0 0 0,-1 0 0,1 1 0,0-1 0,0 0 0,-1 1 0,1-1 0,0 1 0,0-1 0,0 1 0,0 0 0,0-1 0,0 1 0,0 0 0,0 0 0,0 0 0,0 0 0,0 0 0,0 0 0,0 0 0,1 0 0,-1 0 0,0 0 0,1 0 0,-1 1 0,1-1 0,0 0 0,-1 0 0,1 0 0,-1 3 0,1-1 9,0 1 1,0 0-1,0-1 0,0 1 1,0 0-1,1-1 0,-1 1 1,1-1-1,2 6 0,0-1-28,1-1 0,-1 0 0,2 0 0,-1 0 0,1 0-1,0-1 1,0 1 0,1-1 0,0-1 0,0 1 0,0-1 0,1 0 0,0 0-1,0-1 1,0 0 0,0 0 0,1-1 0,-1 0 0,1 0 0,0-1 0,0 0-1,12 2 1,-9-3-42,0 0 0,1 0 0,-1-1 0,0-1 0,1 0 0,-1 0 0,0-1 0,0 0 0,0-1 0,0-1 0,0 0 0,-1 0 0,1-1 0,-1 0 0,18-13 0,-5-2 210,0-2 1,-2 0-1,-1-1 1,-1-1 0,0-1-1,-2 0 1,20-42-1,-18 28 49,-16 31-227,0 0-1,0 0 0,1 0 1,0 0-1,1 1 1,0 0-1,0 0 0,0 0 1,1 1-1,0 0 1,9-8-1,-14 13-2,1 0 0,-1 0 0,1 0 0,0 0 0,-1 0 0,1 0 0,0 1 0,0-1 0,0 1 0,0-1 0,-1 1 0,1-1 0,0 1 0,0 0 0,0 0 0,0 0 0,0 0 0,0 1 0,0-1 0,0 0 0,0 1 0,-1-1 0,4 2 0,-3 0 0,1-1 0,-1 1 0,0 0 0,0 1 0,0-1 0,0 0 0,0 0 0,0 1 0,-1-1 0,1 1 0,-1 0 0,1-1 0,0 6 0,3 6 0,-2 1 0,1-1 0,-2 1 0,0 0 0,0 16 0,-3 12 6,-2 0 1,-1 0-1,-2 0 0,-3-1 1,-1 0-1,-1 0 0,-3-1 1,-1-1-1,-3-1 0,0 0 1,-45 66-1,42-73-73,-2-2-1,0 0 1,-2-2-1,-2 0 1,0-2-1,-2-1 1,0-1 0,-2-2-1,0-1 1,-2-1-1,0-2 1,-1-2-1,-65 23 1,-14-8-4385,37-15-3743,-9-7-8073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1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130 109 10441,'-22'-66'5320,"1"23"6487,22 48-10200,5 15-916,-2-1-1,0 1 1,-1 0-1,1 30 1,-7 87-639,0-80 35,-69 656-87,51-552 0,12-61 0,9-98 0,0 1 0,0-1 0,1 0 0,-1 0 0,1 1 0,-1-1 0,1 0 0,0 0 0,0 0 0,0 0 0,0 0 0,0 0 0,1 0 0,-1 0 0,0 0 0,1-1 0,-1 1 0,1 0 0,0-1 0,0 1 0,0-1 0,0 0 0,-1 0 0,2 0 0,-1 0 0,0 0 0,4 1 0,0 0 0,0 0 0,0-1 0,1 0 0,-1 0 0,0 0 0,1-1 0,-1 0 0,0-1 0,7 0 0,44-12 0,-1-3 0,82-35 0,10-2 0,-90 37 0,0 2 0,0 3 0,2 3 0,-1 2 0,65 2 0,-116 4 0,1 1 0,-1-1 0,0 2 0,0-1 0,0 1 0,0 0 0,0 1 0,0 0 0,-1 0 0,11 6 0,-16-7 0,0 0 0,0 0 0,0 0 0,0 0 0,0 0 0,0 0 0,-1 0 0,1 1 0,-1-1 0,1 1 0,-1-1 0,0 1 0,0-1 0,0 1 0,0 0 0,-1-1 0,1 1 0,-1 0 0,0 0 0,1 0 0,-1-1 0,0 1 0,-1 0 0,1 0 0,0 0 0,-1-1 0,-1 6 0,-1 1 0,0-1 0,-1 0 0,0-1 0,0 1 0,0-1 0,-1 1 0,0-1 0,0-1 0,-1 1 0,0-1 0,0 0 0,-12 9 0,-9 4 0,0-1 0,-29 14 0,-37 14 0,-1-3 0,-115 33 0,187-68-27,12-4-65,-1 0 0,1-1 0,-1 0 0,0-1 0,-20 2 0,31-4 21,-1 1-1,0-1 1,0 0 0,1 0 0,-1 0 0,0 0 0,0 0 0,1 0 0,-1 0 0,0 0 0,0-1-1,1 1 1,-1 0 0,0 0 0,1-1 0,-1 1 0,0 0 0,1-1 0,-1 1 0,0 0 0,1-1-1,-2 0 1,11-10-1706,36-13-1012,87-31-8085,-53 23-1254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2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346 219 12233,'-23'16'2411,"22"-16"-2195,0 1 1,1-1-1,-1 0 1,0 1-1,1-1 0,-1 0 1,0 1-1,0-1 1,1 1-1,-1-1 0,1 1 1,-1 0-1,1-1 1,-1 1-1,1-1 0,-1 1 1,1 0-1,-1 1 1,1-1 23,1 0 1,-1 1 0,1-1-1,0 0 1,0 0 0,-1 1 0,1-1-1,0 0 1,0 0 0,0 0 0,0 0-1,0 0 1,0-1 0,1 1 0,-1 0-1,2 1 1,14 8 444,1 0 0,0 0 1,0-2-1,1 0 0,0-1 0,0-1 0,21 3 0,16 2 135,56 4 0,-74-12-670,1-2 0,-1-1 1,0-2-1,0-2 0,55-12 1,-69 11-111,0-3-1,0 0 1,-1-1 0,-1-1 0,1-1 0,-1-1 0,-1-1 0,38-30 0,-31 15 404,-1 0 0,33-45 0,-18 20-239,-28 33-205,-13 19 0,-1 0 0,1-1 0,-1 1 0,1 0 0,-1 0 0,1 0 0,0 0 0,0 0 0,0 0 0,-1 0 0,1 0 0,0 0 0,0 1 0,0-1 0,0 0 0,1 0 0,-1 1 0,0-1 0,0 1 0,2-1 0,3 9 0,-6-8 0,2 5 0,0-1 0,0 1 0,-1 0 0,1-1 0,-1 1 0,0 0 0,-1 0 0,1 0 0,-1 0 0,-1 8 0,-7 58 0,4-51 0,-51 252 0,24-132 0,-129 428 0,-54-17 0,167-444 0,-76 129 0,99-196 0,-2-2 0,-1-1 0,-2-1 0,-2-2 0,-1 0 0,-45 35 0,62-57 0,-1-1 0,0-1 0,-1 0 0,0-1 0,0-1 0,-1 0 0,-1-2 0,1 0 0,-1-1 0,-27 4 0,36-8 0,-1 0 0,0-1 0,1 0 0,-1 0 0,0-1 0,1-1 0,-1 0 0,1 0 0,-1-1 0,1-1 0,0 1 0,0-2 0,1 1 0,-1-1 0,1-1 0,0 0 0,0 0 0,1-1 0,0 0 0,-8-8 0,8 5 0,0 1 0,0-1 0,1 0 0,1 0 0,0-1 0,0 0 0,1 0 0,1-1 0,0 1 0,0-1 0,-1-12 0,2 6 0,1 1 0,1-1 0,0 0 0,2 0 0,0 1 0,7-36 0,1 18 0,2 1 0,1-1 0,1 2 0,2 0 0,2 0 0,0 2 0,23-30 0,4 2 0,2 3 0,63-61 0,123-90 0,-89 92-459,250-151-1,189-40-5207,-327 196 992,-86 49-1732,13 6-5708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2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612 1 12881,'-10'36'2342,"-1"-1"0,-28 62 0,-9 21 1639,-146 364 4156,60-169-7276,28 10-980,82-222 78,-16 143 0,35-192-889,4 70-1,4-81-843,2 0-1,12 51 0,-13-74 416,2 0-1,0 0 1,1 0-1,1-1 1,1 0-1,0-1 1,15 21-1,34 31-10280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3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1 768 11173,'38'-27'981,"3"2"1,0 1-1,1 3 0,57-22 0,250-85 1258,-152 54-1815,-116 42-239,114-65 0,66-59 948,-209 124-123,90-76 0,-144 133 61,-22 92-65,-25 153-192,48-262-798,-11 88-194,3 0-1,5 125 1,7-174-87,-3-21 19,1 0 0,2 0-1,1 0 1,1-1-1,8 27 1,-12-49 200,0-1 0,0 1 0,0-1 0,0 1 1,0-1-1,1 0 0,-1 1 0,1-1 0,0 0 0,0 0 0,-1 0 0,1 0 0,1 0 0,-1 0 0,0-1 0,0 1 0,1-1 1,-1 0-1,0 1 0,6 0 0,-5-1 12,1-1 1,0 1-1,-1-1 0,1-1 1,0 1-1,-1 0 0,1-1 1,0 0-1,-1 0 0,1 0 1,-1 0-1,0 0 0,6-4 1,9-5-43,-1-1 1,-1-1 0,0-1-1,20-20 1,-28 25 12,63-61-97,-38 34 345,1 2 0,2 2 1,69-47-1,-93 70-76,1 1 0,0 1 0,0 0 0,0 1 0,1 0 0,-1 1 0,1 1 0,0 0 0,1 1 0,-1 0 0,0 1 0,1 1 1,-1 0-1,0 1 0,0 1 0,1 0 0,13 4 0,29 13 321,-2 2-1,0 3 1,53 31 0,58 26 104,-136-68-431,1-2-1,0-1 0,51 8 1,-68-15-62,1-2 0,0 1 0,-1-2 0,1 0 0,0-1 0,-1-1 0,1 0 1,-1-1-1,1 0 0,-1-1 0,0-1 0,-1 0 0,1-1 0,-1 0 0,0-1 0,0-1 1,-1 0-1,0-1 0,-1 0 0,0 0 0,0-1 0,16-21 0,25-34 987,-14 17 1017,37-61 0,-75 108-2025,1 0 0,-1 1 0,1-1 1,-1 0-1,1 0 0,-1 0 0,1 0 0,-1 1 0,1-1 1,0 0-1,0 0 0,-1 1 0,1-1 0,0 1 0,0-1 1,0 1-1,0-1 0,-1 1 0,3-1 0,-1 1-16,0 1-1,-1-1 0,1 1 0,0 0 1,0 0-1,-1 0 0,1 0 0,0 0 1,-1 0-1,1 0 0,-1 1 0,0-1 1,1 0-1,-1 1 0,0-1 0,0 1 1,0-1-1,0 1 0,0 0 0,0 0 1,0-1-1,-1 1 0,1 0 0,0 3 1,2 4-6,0 0 1,-1 0 0,-1 0-1,2 14 1,-12 189-1798,1-104-1274,5-46 582,-1 10-2113,2-25-1683,5 5-5242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1 395 5589,'47'-172'860,"-17"103"-676,-3 3-872,-4 15-1085,4 14 585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126 519 7129,'-4'3'218,"1"-1"35,1 0 1,0-1 0,-1 1-1,1-1 1,0 1-1,-1-1 1,0 0-1,1 0 1,-1 0 0,0 0-1,0-1 1,1 1-1,-1-1 1,0 1 0,0-1-1,0 0 1,0 0-1,1-1 1,-1 1-1,0 0 1,0-1 0,-2-1-1,2 1 1529,-1 0-1285,-1-1-1,1 0 1,-1 0-1,1-1 1,-1 0-1,1 1 1,-5-6-1,7 5-380,0 0-1,0 0 1,1-1-1,-1 1 1,1 0-1,0-1 1,0 1-1,0-1 1,1 1-1,-1-1 1,1 0-1,0 1 1,0-1-1,0 1 1,0-1-1,2-4 1,11-56 811,-13 62-902,12-33 624,2 0-1,1 0 1,26-44-1,3-6 842,-9 22-404,-32 58-976,1 0 0,0 0 0,0 1 1,0-1-1,0 1 0,1 0 0,0 0 0,10-7 1,-13 11-76,0-1 1,-1 1 0,1-1-1,0 1 1,0 0 0,0 0-1,-1-1 1,1 1 0,0 1-1,0-1 1,0 0 0,0 0-1,-1 1 1,1-1 0,0 1-1,0-1 1,-1 1-1,1 0 1,0 0 0,-1-1-1,1 1 1,-1 0 0,2 2-1,30 27 371,-32-29-390,7 10 64,0 0 1,-1 1-1,0 0 0,0 1 1,-2-1-1,1 1 0,-2 0 0,5 18 1,2 3 36,11 33 42,-4 1 1,-2 1-1,-3 0 0,-3 1 1,1 96-1,-10-128-434,-3 0 0,-1 0 0,-2-1 1,-1 1-1,-2-1 0,-2 0 0,-1-1 0,-1 0 0,-3-1 1,-1 0-1,-33 53 0,32-66-1134,-2 0 0,-1-1 0,-1-1 0,0-1 0,-28 19 1,-2 3-4487,3-3-4559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4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235 966 13397,'-38'1'674,"-99"-4"3171,83 10 254,49-6 529,9-4-3652,19-12-546,1 1 1,0 1-1,1 2 1,29-10 0,-3 1-182,60-27 127,157-91 1,-234 118-350,-2-1-1,0-2 1,-2-2-1,0-1 1,-2 0-1,-1-3 1,-1 0-1,38-57 1,-51 63-21,-1-1 1,0 1 0,-2-2-1,-2 1 1,10-41-1,-14 47 27,-1 0-1,0 0 1,-2-1-1,0 1 1,-1 0-1,-1 0 1,-1-1-1,-5-27 1,6 44-9,1 1 0,0 0 0,-1-1 0,1 1 0,0 0-1,-1-1 1,0 1 0,1 0 0,-1 0 0,0 0 0,1-1 0,-1 1 0,0 0 0,0 0 0,0 0 0,0 0 0,0 0 0,0 1 0,0-1-1,-1 0 1,1 0 0,0 1 0,0-1 0,-1 1 0,1-1 0,0 1 0,-1-1 0,1 1 0,0 0 0,-1 0 0,-1 0 0,0 0 19,-1 1 1,1-1-1,0 1 0,0 0 1,0 0-1,0 0 1,0 1-1,0-1 0,0 1 1,0-1-1,0 1 1,-4 4-1,-1 2-30,1 0 0,0 1 0,0-1 1,0 1-1,1 1 0,-7 15 0,-209 478-13,79-118 0,-160 700 0,290-1025 0,-69 365 0,71-338 0,3 1 0,7 167 0,3-227 0,1-1 0,13 48 0,-14-64 0,2-2 0,-1 1 0,1 0 0,1-1 0,0 1 0,0-1 0,1 0 0,0-1 0,13 15 0,-17-21 0,0-1 0,1 1 0,-1-1 0,0 1 0,1-1 0,-1 0 0,1 0 0,-1 0 0,1 0 0,0-1 0,-1 1 0,1-1 0,0 1 0,-1-1 0,1 0 0,0 0 0,0 0 0,-1 0 0,1-1 0,0 1 0,-1-1 0,1 0 0,0 1 0,3-3 0,-1 1 0,0 0 0,0-1 0,0 0 0,0 0 0,0 0 0,0-1 0,-1 1 0,1-1 0,-1 0 0,5-7 0,-2 1 0,-1-1 0,-1-1-1,1 1 1,-2-1 0,0 0 0,0 0-1,-1 0 1,-1-1 0,0 1 0,0-1-1,-2 1 1,0-18 0,-1-10-77,-3 0-1,-12-61 1,-118-349-250,73 269 432,50 145-126,1 1-1,2-2 0,1 1 1,-2-59-1,9 76-12,0-1-1,2 0 1,0 0-1,1 1 1,1-1 0,1 1-1,0 0 1,2 0-1,0 1 1,12-21 0,-1 9-103,2 1 1,0 1 0,2 0 0,2 2 0,0 1 0,1 0 0,2 2 0,0 1 0,2 2 0,0 0 0,1 2 0,42-19-1,-18 14-35,0 1-1,2 3 0,0 3 0,1 2 0,1 3 0,89-7 0,-120 16 166,1 1 0,-1 2 0,49 6-1,-67-5 52,-1-1-1,1 2 0,-1-1 0,0 1 0,0 0 0,0 0 0,0 1 0,0 0 1,-1 1-1,0 0 0,0 0 0,0 0 0,0 1 0,-1 0 0,9 11 0,-12-12 11,0 1-1,0 0 0,0 0 0,-1 0 0,0 0 0,0 0 1,-1 1-1,0-1 0,0 1 0,0-1 0,-1 1 0,0-1 1,0 1-1,0-1 0,-1 1 0,0-1 0,-1 1 0,1-1 0,-6 12 1,-3 9 150,-2 0 1,-1-1 0,-18 26 0,27-44-161,-30 45 205,19-31-136,1 1-1,0 1 0,2 0 1,-16 44-1,27-66-102,0 1 0,0-1 0,0 1 0,1-1 1,-1 1-1,1 0 0,0-1 0,0 1 0,0 0 0,0-1 0,0 1 0,0-1 0,1 1 1,-1 0-1,1-1 0,0 1 0,0-1 0,0 0 0,0 1 0,0-1 0,0 0 0,1 1 1,-1-1-1,1 0 0,0 0 0,-1 0 0,1 0 0,0 0 0,0-1 0,0 1 0,0-1 1,1 1-1,-1-1 0,0 0 0,1 0 0,-1 0 0,0 0 0,1 0 0,-1 0 0,1-1 1,4 1-1,8 2 6,0-2 1,0 0-1,1-1 1,-1 0-1,29-5 1,6-3-17,0-3 0,-1-2 0,-1-1 0,0-3 0,-1-2 0,-1-2 0,-1-2 0,-1-2 0,-1-2 0,55-44 0,-86 61-17,-1-1 0,-1 0 1,1-1-1,-2 0 0,1 0 0,-2-1 1,0 0-1,0-1 0,-1 1 0,-1-2 0,0 1 1,-1-1-1,3-17 0,-6 24-221,-1-1 0,0 0 0,0 0-1,-1 0 1,0 0 0,-1 0 0,0 0 0,0 1-1,-1-1 1,0 0 0,-1 1 0,0-1 0,0 1 0,-1 0-1,1 0 1,-2 0 0,1 0 0,-1 1 0,-1 0-1,1 0 1,-1 0 0,0 1 0,-12-10 0,10 10-422,0 0 1,0 1 0,0 0 0,-1 1-1,1 0 1,-1 0 0,-10-3 0,10 5-862,1 0 0,-1 0 0,1 1 1,-14 0-1,-19 5-9433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4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1 187 14453,'2'6'597,"0"0"-1,0-1 1,-1 1-1,0 0 1,0 0-1,0 0 0,-1 0 1,0-1-1,0 8 1,1 12 541,2-5-399,1-1 1,0 0-1,2 1 0,9 22 1,39 72 957,-31-69-1224,21 47 355,35 106 0,-68-163-717,-1 0 0,-1 1 0,-2 0 0,-2 0 0,-1 1 0,-2 54 0,-3-84-52,0 0-1,0 0 1,0 1 0,-1-1-1,0 0 1,-1 0 0,-4 9-1,6-16-15,0 0 0,1 0 0,-1 0 0,0-1-1,0 1 1,0 0 0,1 0 0,-1 0-1,0-1 1,0 1 0,1-1 0,-1 1 0,0 0-1,1-1 1,-1 1 0,0-1 0,1 1-1,-1-1 1,0-1 0,0 2 58,-1-2-30,0 0 1,0 0-1,1 0 1,-1-1 0,0 1-1,1 0 1,0-1-1,-1 1 1,1-1 0,0 1-1,0-1 1,0 0-1,1 1 1,-1-1 0,1 0-1,-1-5 1,1-49 146,1 49-194,1-19-19,2 1-1,1-1 1,1 1 0,1 0 0,14-35-1,-2 19-4,1 1-1,33-51 0,-16 39-68,2 2-1,2 1 1,2 2-1,51-42 1,4 6-2371,112-72 0,-21 43-3022,-149 93 1420,52-17-1,1 10-6966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5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144 232 9529,'-14'-5'706,"8"3"-201,0 0 1,0 1 0,0-1 0,0 1 0,0 0 0,-1 1 0,-9 0 0,4-1 1610,0 0 1,0-1-1,-23-7 7236,36 5-9143,-1-1 0,1 1-1,0 0 1,0 0 0,1 0-1,-1-1 1,1 2 0,0-1-1,3-5 1,-2 4 11,-1 1-183,1 1 0,-1-1 0,1 1-1,0 0 1,0 0 0,0 0 0,1 0 0,-1 0 0,1 1 0,-1 0 0,1-1 0,0 1 0,5-1 0,50-16-77,-59 19 40,9-2 0,0 0 0,0 1 0,0 0 0,0 0 0,0 1 0,0 0 0,0 1 0,0 0 0,0 0 0,0 1 0,0 0 0,0 1 0,-1 0 0,1 0 0,-1 1 0,0 0 0,12 8 0,-12-6 0,0 0 0,0 1 0,-1 0 0,0 0 0,-1 1 0,1 0 0,-1 0 0,-1 1 0,0-1 0,0 1 0,0 0 0,-1 1 0,-1-1 0,0 1 0,3 12 0,-4-7 0,0-1-1,-1 1 1,-1 0-1,0 0 1,-1-1-1,0 1 1,-1 0-1,-1-1 1,-1 1-1,0-1 1,0 0-1,-8 14 1,3-8-53,0-1-1,-2-1 1,0 0-1,-1 0 1,-1-1-1,0 0 1,-27 24 0,37-41 49,0 1 1,0-1-1,0 0 1,1 0-1,-1 0 1,0 0 0,0 0-1,0-1 1,0 1-1,0-1 1,1 0-1,-6-2 1,7 2-1,1 0 1,-1-1-1,0 1 1,1-1-1,-1 1 0,1-1 1,-1 1-1,1-1 1,0 0-1,0 1 1,0-1-1,0 1 0,0-1 1,0 0-1,0 1 1,1-3-1,5-26-14,0 15 50,0 0 1,0 0 0,1 1 0,1 0 0,16-22 0,57-60 153,-66 80-135,7-9-30,2 1-1,1 1 1,1 1-1,1 1 1,45-26-1,-57 39-20,1 1 0,0 0 0,1 1 0,0 1 0,-1 0 0,35-3 0,-46 7 0,0 0 0,0 1 0,0 0 0,0 0 0,1 1 0,-1-1 0,0 1 0,0 0 0,-1 1 0,1-1 0,0 1 0,0 0 0,-1 0 0,1 0 0,5 5 0,-1-2 0,-2-1 2,0 0 0,-1 1-1,1 0 1,-1 0 0,0 1 0,-1 0-1,1 0 1,-1 0 0,0 0 0,-1 1-1,1 0 1,-2 0 0,1 0 0,4 11-1,-4-4-64,1 1-1,-2-1 0,0 1 0,-1 0 1,0 0-1,-1 20 0,-1-31-51,5-7 95,0 0 5,0 0-1,0-1 1,-1 1 0,0-1 0,0 0-1,0 0 1,0-1 0,4-6 0,-7 11 14,26-36 58,-5 8 91,0 1 0,43-40 0,-37 43-118,0 1 0,2 2 0,0 1-1,2 2 1,0 0 0,38-13 0,-48 23-32,1 0 1,1 2-1,-1 1 1,1 1-1,0 1 1,0 1-1,0 1 1,0 1-1,0 1 1,28 4-1,-26 0 2,0 2 0,0 0 0,0 2 0,-1 0 0,0 2 0,-1 1 0,0 1 0,-1 1 0,-1 0 0,0 2 0,34 32 0,-24-16 0,-2 1 0,-2 2 0,-1 1 0,-1 1 0,-2 1 0,24 52 0,46 84-4074,-24-63-7327,-26-46-2907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35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24042,'17'-18'3617,"-17"0"-769,3-1-588,7 7-2260,-3 0 0,13 24 0,7 0-24,-4 7-5457,14 17-2503,-20-3-8310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5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25 11745,'-47'24'2384,"23"-27"465,-2 3-29,2 0 1964,-3-3-2912,1 0-395,9-3-317,0 3 384,-3-6-1540,0 2-1124,6-2-3961,-2 3 1925,9 21-3141,4 4-5704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6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28 14933,'-17'-23'2186,"14"19"2142,1 6-2344,0 0-1674,0 0 0,0 0 1,0 0-1,0 1 0,1-1 0,-1 0 0,1 1 1,0 0-1,-1-1 0,1 1 0,0 0 1,1 0-1,-1-1 0,0 1 0,1 0 1,-1 3-1,5 47 881,-1-32-561,8 101 117,-5 0 0,-10 124 0,-53 285-747,-47 32-6,-15 95 25,36 2-233,73-508-2385,6 0-1,17 160 1,3-200-1481,2-42-2264,8-7-5016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7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741 0 11257,'-157'19'2175,"138"-16"-1456,0 1 0,0 1 0,-23 10 1,21-8 91,17-5-546,-1-1 0,1 1 0,-1 0 0,1 0 0,-1 1 0,1-1 1,0 1-1,0 0 0,1 0 0,-1 1 0,0-1 0,1 1 0,-4 5 0,5-6-98,0 0-1,1 0 1,-1 1-1,1-1 1,0 1-1,0-1 1,0 1-1,0-1 0,1 1 1,-1-1-1,1 1 1,0 0-1,0-1 1,1 6-1,1 1 46,1 0 1,0-1-1,0 0 0,1 1 0,0-1 1,1-1-1,0 1 0,1 0 0,-1-1 1,1 0-1,10 9 0,20 19 212,2-2 1,0-2-1,53 33 1,139 74 365,-205-125-704,195 109 389,130 77 8,-20 26-168,-286-190-271,-1 1 0,-1 3 0,-2 1 0,-3 1 0,38 55-1,-61-74-26,0 0-1,-1 1 0,-2 1 1,-1 0-1,11 37 0,-16-43-7,-1 1-1,-1-1 1,-1 1-1,-1 0 0,-1-1 1,0 1-1,-1 0 0,-6 24 1,1-16-4,-2-2 1,-1 1 0,-1-1-1,-2 0 1,0-1-1,-2-1 1,0 0 0,-2-1-1,0 0 1,-26 26 0,-2-3-39,-3-1 0,-2-3 0,-74 51 0,-2-12-925,-267 128 0,-155 19-3057,343-151 1645,-160 67-7146,236-80 228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7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1 610 14849,'3'-10'460,"1"1"0,0-1 0,1 1-1,0 1 1,0-1 0,1 1-1,0 0 1,0 0 0,1 0 0,0 1-1,1 0 1,-1 0 0,1 1-1,1 0 1,-1 1 0,1 0 0,16-8-1,2 1 438,1 2 1,0 0-1,1 2 0,57-10 0,-18 10-578,-1 2-1,1 4 1,-1 2-1,1 4 1,-1 2 0,0 3-1,0 4 1,-1 2 0,-1 3-1,78 32 1,-108-35-315,-2 1 1,0 2 0,-1 2-1,33 25 1,-51-35-32,-1 1 1,0 1 0,-1 1 0,0-1-1,-1 2 1,0 0 0,-1 0-1,-1 1 1,-1 0 0,0 0-1,6 18 1,-11-26 6,-1 1-1,0 0 1,0 0-1,-1 0 1,0 0-1,-1 0 1,0 1 0,0-1-1,0 0 1,-1 0-1,-1 0 1,-3 14-1,1-11 1,0-1-1,-1 1 0,0-1 1,-1 0-1,0 0 0,-1 0 0,0-1 1,-9 10-1,-2-1-4,0-2 0,-2 0 0,0-1 0,0-1 0,-1-1 0,-1 0 0,-39 15-1,45-21 26,0-1 0,0-1 0,-1-1 0,0 0 0,0-1-1,0-1 1,0-1 0,-33-1 0,44 0 35,0-1 0,0 0 0,0 0 0,0-1 0,0 0 0,0 0 0,1 0 0,-1-1 0,1 1 0,0-1 0,-1-1 0,1 1 0,1-1 1,-1 0-1,0 0 0,1 0 0,0 0 0,0-1 0,0 0 0,1 0 0,-1 0 0,1 0 0,1 0 0,-1-1 0,1 1 0,-1-1 0,2 0 0,-3-9 0,2 3 36,1-1 0,0 1 0,0-1-1,2 1 1,-1-1 0,2 0 0,-1 1 0,7-22 0,38-100 193,-40 118-259,39-90-1458,4 1 0,65-101 0,62-51-10538,-89 147-766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7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15341,'-31'100'3057,"-2"-79"-401,16-9 144,7 6-196,4 3-495,-1-3-417,0 3-328,7 4-276,3 2-1032,-6-3-56,3 0 0,3 3-744,4-6-1264,3 3-817,0-3-807,-3-9-3304,3 0-6702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7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8949,'37'-12'1148,"-14"12"-492,8 3-396,-1 3-272,0 0-208,7 9-464,-7-3-852,3 9-948,4 12-609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8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8141,'3'-4'-749,"3"-3"1933,2 1 5173,2 10-260,-3 6-5376,0 6-514,-1 0 0,0 1 0,-2 0 1,0 0-1,3 30 0,-5-35-188,14 154 453,-12-107-371,20 108 0,-22-162-95,-1 1-1,1-1 1,0 0 0,0 0 0,0 0 0,6 8-1,-7-12-4,-1 0 0,1 0 0,0 0 0,0 0 0,0 0 0,0 0 0,0 0 0,1 0 0,-1 0 0,0 0 0,0-1 0,0 1 0,1 0 0,-1-1 0,0 0 0,1 1 0,-1-1 0,0 0 0,1 1 0,-1-1 0,1 0 0,-1 0 0,1 0 0,-1 0 0,0 0 0,1-1 0,-1 1 0,1 0 0,-1-1 0,0 1 0,1 0 0,-1-1 0,3-1 1,29-18 72,-1-2 0,-1-1 0,-1-1 0,-1-2 0,30-34 0,-27 27 21,1 2 0,2 0 0,52-34 0,-71 55-70,0 1-1,0 1 0,1 0 0,0 1 1,1 0-1,21-4 0,-33 10-24,0 1 0,0-1-1,0 1 1,-1 1 0,1-1-1,0 1 1,0 0 0,-1 0-1,1 1 1,-1-1 0,1 1-1,-1 0 1,10 6 0,5 4 53,0 1 1,20 18 0,-9-7-54,-30-24 0,0 1-1,0-1 1,0 0 0,0 0 0,0 0-1,0 0 1,0 0 0,0 0 0,0 0-1,0 0 1,0 0 0,0 0 0,0 0-1,0-1 1,0 1 0,0 0 0,0-1-1,0 1 1,0-1 0,0 0 0,5-1 20,1 0 111,1-1 0,-1 1 0,1-2 0,-1 1 0,0-1 0,0 0 0,0 0 0,-1-1 0,1 0 0,6-7 0,7-10 681,1 1 0,2 1 1,0 1-1,0 0 0,50-27 0,-69 44-767,-1 1 0,1 0 1,0 0-1,0 0 0,-1 0 0,1 0 0,0 1 0,0 0 1,0 0-1,0 0 0,0 0 0,0 1 0,0-1 0,0 1 0,-1 0 1,1 0-1,0 0 0,0 1 0,-1-1 0,1 1 0,-1 0 1,5 3-1,4 4 32,0 0 0,-1 1 0,0 0 0,11 15 0,-17-19-35,89 114-274,-3-4-2306,-86-111 2378,0-1-1,1 0 1,-1 0 0,1-1-1,9 5 1,-10-5 17,-4-3 127,1 0 0,-1-1-1,0 1 1,0 0 0,0-1-1,0 1 1,0-1 0,0 1-1,0-1 1,0 0 0,0 1-1,0-1 1,0 0 0,-1 0-1,1 0 1,0 1 0,0-1-1,0-1 1,0 1-14,6-8 187,0 1 0,0-1 0,-1-1-1,0 1 1,7-18 0,3-3 790,-8 17-449,20-29 1289,-28 42-1784,0-1 0,0 1 0,0-1 0,1 1-1,-1 0 1,0-1 0,0 1 0,1-1 0,-1 1-1,0-1 1,1 1 0,-1 0 0,0-1 0,1 1-1,-1 0 1,1 0 0,-1-1 0,1 1 0,-1 0 0,1 0-1,-1-1 1,0 1 0,1 0 0,-1 0 0,1 0-1,-1 0 1,1 0 0,0 0 0,-1 0 0,1 0-1,-1 0 1,1 0 0,-1 0 0,1 0 0,-1 0-1,1 0 1,-1 0 0,1 1 0,2 6-12,-1-1 10,0 0 0,-1 1-1,0-1 1,0 0 0,-1 0 0,1 1-1,-1-1 1,-1 0 0,0 10 0,-1 24-144,3-16-1144,2 0 1,6 32 0,1-19-3487,5-1-3856,7 9-3758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8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4 103 15005,'-3'-24'1521,"3"-3"-341,3 11-492,4-2-852,6 9-3081,1 0-1087,16 12-3337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8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15693,'-95'171'3561,"81"-144"-1931,2 1 1,0 0-1,3 1 0,-10 39 0,-4 16 1552,-39 163-954,27-90-2276,25-117-89,-8 67 0,16-31-4231,3-59-161,1 1 0,5 22 0,-1-19-7025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9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13445,'10'-9'588,"0"0"0,1 1 0,0 0-1,0 0 1,1 1 0,0 1 0,0 0-1,0 1 1,1 0 0,0 1 0,0 0-1,0 1 1,0 0 0,0 1 0,1 1-1,-1 0 1,24 2 0,17 1 919,1 2 0,88 20 1,-118-18-1167,0 1 1,0 1 0,-1 1-1,0 1 1,0 2-1,-1 0 1,37 27 0,-50-31-231,0 1 1,-1 0 0,0 1 0,0 0 0,-1 0 0,0 1 0,-1 0 0,0 0 0,-1 1 0,0-1 0,6 23 0,-7-17-112,-1-1-1,0 2 1,-2-1 0,0 0 0,-1 0 0,0 1-1,-2-1 1,-3 23 0,-1 0-525,-12 77-2496,11-87-611,-19 55-1,11-41-3456,8-1-4648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9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8469,'17'-21'1476,"-7"3"-664,3 3-548,8 15-456,-5-6-560,8 12-3344,-1-3 1099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9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107 471 9281,'-10'42'2291,"-22"53"0,17-56 603,2 0 1,1 1 0,-12 81 0,23-113-2639,1 0 0,0 0 0,0 0 0,1 0 0,0 0 0,1 0 0,-1 0 0,1 0 0,1-1 0,0 1 0,6 12 0,-8-17-189,1 0 0,0-1 1,0 1-1,1 0 0,-1-1 0,1 1 0,-1-1 0,1 0 1,-1 0-1,1 0 0,0 0 0,0 0 0,0-1 0,0 1 0,1-1 1,-1 0-1,0 0 0,1 0 0,-1 0 0,0 0 0,1-1 1,-1 0-1,1 0 0,-1 0 0,1 0 0,-1 0 0,0-1 1,1 1-1,5-3 0,0 1 25,0-1 1,-1-1 0,0 0-1,1 0 1,-1 0 0,0-1-1,-1 0 1,0-1-1,1 0 1,-2 0 0,8-8-1,4-7 103,-2 0 0,17-26 0,-33 47-195,25-44-68,-1-2 0,-3 0-1,-1-2 1,13-49 0,3-5-1309,9-21-1239,13-34-2702,-17 56-2358,-5 28-4237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7:59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114 339 8941,'13'-5'298,"13"-7"2049,0 0 0,-1-1-1,37-27 1,-50 31-1714,-2 2 1,1-1-1,-2 0 1,1 0 0,-1-1-1,0 0 1,-1-1 0,0 0-1,-1 0 1,0-1-1,8-15 1,-7 9-78,15-34 1167,-21 47-1560,-1 0 1,0-1-1,0 1 0,0 0 1,0 0-1,0-1 0,-1 1 0,0 0 1,-1-9-1,1 13-131,0-1 0,0 0 0,0 1 0,0-1 0,-1 1 0,1-1 1,0 0-1,0 1 0,-1-1 0,1 1 0,0-1 0,-1 1 0,1-1 0,-1 1 1,1-1-1,-1 1 0,1-1 0,-1 1 0,1 0 0,-1-1 0,1 1 0,-1 0 0,1-1 1,-1 1-1,1 0 0,-1 0 0,0 0 0,1 0 0,-1-1 0,0 1 0,1 0 0,-1 0 1,-26 8 741,16-3-594,1 1 1,0 1-1,-12 9 1,-15 18-162,1 1 0,1 2 0,-48 68 0,64-78-20,1 2 0,1 0 1,2 0-1,1 2 0,1 0 0,-12 48 0,21-62-88,1-1 0,0 1 0,2 0 0,0 0-1,0 0 1,2 0 0,0 0 0,1 0 0,8 30 0,-6-33-339,1-1 0,0 1-1,1-1 1,1-1 0,0 1 0,0-1 0,1-1 0,1 1-1,0-1 1,1-1 0,0 1 0,12 8 0,6 2-587,0-2 1,0-1 0,2-1 0,0-2-1,1-1 1,1-1 0,0-2 0,0-1-1,1-2 1,40 6 0,-33-9 684,-1-2 1,2-1-1,49-5 1,-55 0 1336,1-2 0,-1-2-1,59-19 1,-74 18 36,-1-1-1,21-12 0,7-4-166,-47 24-971,1 1 0,0-1 1,0 0-1,0 1 1,0-1-1,-1 0 1,1 0-1,0 1 0,-1-1 1,1 0-1,0 0 1,-1 0-1,1 0 0,-1 0 1,0 0-1,1 0 1,-1 0-1,1-2 0,1-1-444,-1 1-281,5-9 349,3 7-6158,7 3-1995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1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5464 6 8661,'-14'-3'784,"1"2"0,-1 0 0,-25 1 0,33 0-538,0 1 0,0 1 1,0-1-1,0 1 0,0 0 0,1 0 0,-1 0 1,1 1-1,-1 0 0,1 0 0,-8 7 0,-20 19 658,1 1 0,2 2-1,-43 58 1,-69 121 420,80-115-873,-378 554 997,335-497-1209,-103 200 0,169-275-177,4 0 0,3 3 0,4 0 0,-34 160 0,55-194-41,1 0 0,3 0 0,2 1 0,8 88 0,-4-113-10,1 0-1,1 0 1,0-1 0,2 0-1,1 0 1,0-1 0,2 0-1,0 0 1,2-1 0,0-1-1,1 0 1,16 19 0,-17-27-2,1 0 0,-1 0 1,1-2-1,1 0 0,0 0 1,0-1-1,1-1 0,0 0 1,0-1-1,1-1 0,-1 0 1,1-1-1,0-1 1,0 0-1,1-1 0,16-1 1,14-1 23,0-2 0,-1-2 0,1-2 0,61-17 0,27-15 260,157-68 0,-174 59 216,232-59 1,-315 99-436,1 1 1,0 2 0,-1 2-1,54 2 1,-73 1-43,-1 1 0,0 1 0,1 0 1,-1 1-1,0 0 0,-1 1 0,1 1 0,-1 1 0,0 0 0,0 0 0,-1 1 0,20 17 0,-18-11 2,-2 0 0,0 1-1,0 1 1,-1 0 0,-1 1-1,-1 0 1,-1 0-1,0 1 1,-1 0 0,-1 1-1,0 0 1,-2 0 0,0 0-1,-1 1 1,1 25 0,-1 3 20,-3 1 0,-2 0 0,-2-1 0,-2 1 1,-13 55-1,-9 8 21,-5-3 1,-5 0 0,-67 138-1,-190 292 27,156-326-85,-8-5-1,-201 216 1,128-189-269,-323 265 0,313-317-79,-7-11 0,-8-10 1,-383 188-1,321-207 19,-6-14 1,-563 153-1,650-225 143,-426 49 0,599-101 143,0-2 0,0-2 1,0-2-1,-102-17 0,141 16 27,1-1-1,0-1 1,-1 0 0,1-1 0,1-1 0,-1 1 0,1-2 0,-19-13-1,26 17-4,0-1-1,1 1 0,-1-1 1,1 0-1,0 0 0,0-1 1,0 1-1,1 0 0,-1-1 1,1 0-1,0 1 0,1-1 1,-1 0-1,1 0 0,0 0 1,0 0-1,0 0 0,1 0 1,0 0-1,0-1 0,0 1 0,0 0 1,3-8-1,-1 3 0,1 0-1,0 0 1,0 1-1,1-1 1,1 1-1,0 0 1,0 0-1,0 1 1,8-9-1,-1 3 6,0 1-1,1 0 1,1 1-1,23-17 1,-3 7 45,2 1 1,1 2-1,70-26 1,-64 30 132,2 1 0,0 3 1,0 1-1,1 3 0,0 1 1,0 3-1,0 1 0,82 9 1,-92-2 22,1 1 0,-1 2 1,-1 2-1,1 1 0,-2 2 0,1 1 1,-2 1-1,0 3 0,-1 0 1,-1 2-1,44 37 0,-47-32-20,-2 1 0,0 1 0,-2 1 0,-1 1-1,34 59 1,-32-42 148,-2 2-1,-2 0 0,23 78 1,-17-13 316,-5 2 0,-4 0 0,2 123 0,-13 28-529,-11-1 1,-46 328-1,-135 521-164,161-986 66,-73 495-18,54 5 0,44-452 0,38 273 0,-16-312 0,6-2 0,71 206 0,-46-199-326,7-4 0,5-1-1,6-4 1,6-4 0,6-2 0,5-5-1,5-3 1,5-5 0,154 137 0,-88-110-2224,308 201 0,225 51-7827,-297-202-667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2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0 11645,'-31'1'586,"5"0"548,-1 2 1,-47 9 0,18-5 2709,45-6-2933,0 0 0,1 0 0,-15 5 0,-1 8 2173,25-14-3013,1 0-1,-1 1 1,1-1-1,-1 1 1,1-1-1,-1 1 1,1-1-1,-1 1 1,1-1-1,0 1 1,-1 0-1,1-1 1,0 1-1,-1-1 1,1 1 0,0 0-1,0-1 1,-1 1-1,1 0 1,0-1-1,0 1 1,0 0-1,0 0 1,0-1-1,0 1 1,0 0-1,0-1 1,1 1-1,-1 0 1,0-1-1,0 1 1,0 0 0,1-1-1,-1 1 1,0-1-1,1 1 1,-1 0-1,1-1 1,-1 1-1,0-1 1,2 1-1,4 4 158,1-1 0,0 0-1,0-1 1,0 0 0,1 0 0,-1 0-1,1-1 1,0 0 0,11 1 0,1 1 93,95 16-13,0-5 0,131 1 0,-167-13-233,2080-12-128,-2110 7 1,597-59-5903,-574 45 2931,-44 7-1011,-24 7 1259,-9 1-898,-23-4-6540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3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801 1697 7117,'7'-6'1974,"-6"-3"6669,-7 1-424,0 3-6995,0 0 3973,16-25-4804,25-45-393,-3-1 0,-4-2 0,25-104 0,-19 41 0,59-287 0,-71 297 0,6-174 0,-25 137 0,-2 165 0,-1 1 0,0-1 0,0 1 0,-1 0 0,1-1 0,0 1 0,-1 0 0,1-1 0,-1 1 0,0 0 0,0 0 0,0-1 0,0 1 0,0 0 0,0 0 0,-1 0 0,1 0 0,-1 0 0,-1-1 0,2 2 0,-1 1 0,1-1 0,0 1 0,0-1 0,0 1 0,-1 0 0,1-1 0,0 1 0,0 0 0,-1 0 0,1 0 0,0 0 0,-1 0 0,1 0 0,0 1 0,0-1 0,-1 0 0,1 1 0,0-1 0,0 1 0,0-1 0,-1 1 0,1-1 0,0 1 0,0 0 0,0 0 0,0 0 0,0-1 0,0 1 0,0 0 0,0 1 0,-10 10 0,0 0 0,1 1 0,0 0 0,1 1 0,1 0 0,-9 21 0,-36 99 0,51-127 0,-60 179 0,-65 335 0,109-408 0,4 1 0,6 0 0,4 1 0,17 161 0,-2-190 0,4-1 0,4-2 0,4 1 0,63 152 0,-39-137 0,3-3 0,4-2 0,98 127 0,-118-176 4,92 132-1460,-121-170 1364,-1 1-1,0 0 1,-1 0 0,1 0 0,-1 0 0,-1 0-1,0 1 1,0-1 0,1 11 0,-3-16 63,0 1 0,0 0 0,-1 0 0,1 0-1,-1-1 1,0 1 0,0 0 0,0-1 0,0 1 0,-1-1 0,1 1 0,-1-1 0,0 0 0,0 1 0,0-1 0,-1 0 0,1 0 0,-1-1 0,1 1 0,-1 0 0,0-1 0,0 0 0,-4 3 0,-5 2-20,-1 0 0,0-1 0,-1-1 0,0 0 0,0 0 0,0-1 0,0-1 0,-16 1 0,-123 5-138,140-9 175,-209 0-1041,-287-36 0,481 32 637,-3 1-800,0-2 1,0 0 0,1-3-1,-53-19 1,78 25 276,0 0-1,-1-1 1,2 0-1,-1 0 1,0-1-1,-5-4 1,-10-23-9958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4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7 13541,'5'-6'2603,"-17"9"-243,10-3-2158,0 1 1,1 0-1,-1 0 1,0 0-1,0 0 1,1 0-1,-1 1 1,1-1-1,-1 0 1,1 1-1,0-1 1,-1 1-1,1 0 1,0-1-1,0 1 1,0 0-1,0 0 1,0-1-1,1 1 1,-1 0-1,0 3 1,-3 44 3061,4 90 1,3-30-1422,-77 830-407,22-505-1248,38-216-2480,11 2-5665,5-131 1584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4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47 124 15237,'-37'-27'2977,"27"15"-693,24-4-460,12-5-376,18 9-360,20 3-364,23 0-944,23 6-392,14-6-880,17 3-1080,3 6-3557,7 0-5444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4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1 407 13365,'9'6'1216,"1"0"0,-1 0 0,0 1 0,12 13 0,-9-8-369,-1 1 0,14 20 0,-4 1-24,29 65 0,-42-77-711,0-1-1,-2 1 1,0 1 0,-2-1-1,0 1 1,-2-1 0,0 1 0,-1 0-1,-2 0 1,-5 36-1,1-23-18,-2-1 0,-2 0-1,-1 0 1,-2-1 0,-1 0-1,-19 32 1,29-60 117,0-1 0,0 0 0,-1-1 0,0 1 0,-6 6 0,8-9 442,-2-4-29,2 0-562,0 0 1,-1 1-1,1-2 0,0 1 1,0 0-1,0 0 0,1-1 1,-1 1-1,1-1 1,-1 1-1,1-1 0,0 0 1,0 1-1,0-1 0,0 0 1,0 0-1,1 0 0,-1 0 1,1 1-1,0-1 1,0 0-1,0 0 0,0 0 1,0 0-1,2-5 0,2-10 114,0 0 0,1 0 0,8-19 0,-8 23-109,21-49-182,2 1 0,3 1 1,73-108-1,148-145-4082,-204 260 2280,3 4 1,3 1-1,1 3 1,2 2-1,87-51 1,-81 63-2526,-3 11-2369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4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 9729,'-33'66'2032,"3"-15"32,3-12-152,3-5-195,1 2-13,3-3-492,-20 48 616,23-35-1172,3 5-384,4 0-524,-6-6-628,6-3-1036,-7-5-1376,7 8-1653,16 3-3912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4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13993,'0'0'3265,"10"-6"-2113,3-6-304,-6 24-204,0 3-592,13 9-416,13 18-640,1-2-596,-11 2-385,-6 6-2355,3 9-3337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5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1 175 7901,'5'-17'1266,"2"1"1,0 1 0,0-1 0,1 1-1,19-25 1,-23 35-1036,0 1-1,0-1 1,0 1 0,0 0-1,0 1 1,1-1 0,0 1-1,0-1 1,0 1-1,0 1 1,0-1 0,0 1-1,1 0 1,-1 0 0,1 1-1,0-1 1,-1 1 0,1 0-1,0 1 1,0 0 0,8 0-1,-5 1-161,1 1-1,-1 1 1,1-1-1,-1 2 1,0-1-1,0 1 1,0 0-1,-1 1 1,0 0-1,0 1 1,0 0-1,0 0 1,-1 0-1,0 1 1,0 0 0,-1 0-1,0 1 1,0 0-1,6 11 1,9 18 15,-2 0 0,-1 2 0,14 47-1,-22-59-41,44 146 138,-54-170-178,1 0 0,0 0 0,0-1 0,0 1 0,0 0 0,0 0 0,0-1-1,1 1 1,-1 0 0,1-1 0,0 0 0,0 1 0,0-1 0,0 0 0,0 0 0,0 0 0,1 0 0,-1 0 0,1-1 0,-1 1 0,1-1 0,0 0 0,-1 1 0,1-1 0,0 0 0,0-1 0,0 1 0,0 0 0,0-1 0,0 0 0,0 0 0,0 0 0,0 0 0,0 0 0,0 0 0,0-1 0,-1 1 0,6-3 0,11-2 26,0-2 0,-1-1 0,1 0 0,29-19 1,-27 15 5,109-65 671,148-116 0,-206 145 92,-45 31 124,46-38 0,-91 70-876,2 1-1,0 0 1,0 1-1,2 1 1,0 0-1,-22 40 1,12-6-653,22-48 546,1 1 1,0-1-1,0 0 0,0 0 1,0 0-1,1 1 0,-1-1 1,1 0-1,0 1 1,1-1-1,-1 0 0,1 1 1,0-1-1,0 0 0,0 0 1,0 0-1,1 0 1,0 0-1,-1 0 0,2 0 1,-1 0-1,0-1 0,1 1 1,-1-1-1,1 0 1,0 1-1,0-1 0,1-1 1,-1 1-1,1 0 1,-1-1-1,7 3 0,-3-2 1,1 0 0,-1-1 0,1 0 0,0-1 0,0 1 0,-1-2 0,1 1 0,0-1 0,0 0 0,9-2-1,-2 0 7,1-1-1,-1-1 0,1 0 0,14-7 0,-17 6 88,0-2-1,0 0 1,-1-1-1,0 0 0,0 0 1,-1-1-1,0-1 0,0 0 1,-1-1-1,-1 0 1,1 0-1,-2-1 0,0 0 1,0 0-1,-1-1 0,-1 0 1,0 0-1,-1-1 0,0 0 1,2-14-1,6-15 319,-7 25 119,-1 0 1,-1 0-1,0 0 1,1-25-1,-3 13 532,-4 46-600,-14 84 439,6 1 0,2 147 0,4-65-309,-6 8-205,-8-1 0,-9-1 0,-68 254 0,-85 86-716,136-426-49,-4-1 0,-122 184-1,146-250 210,-2-2 1,-1-1-1,-61 57 0,77-81 163,-1 0 0,0-1 0,0 0 0,0-1 0,-1-1 0,-24 10 1,29-14 33,0 0 0,0 0 1,0-1-1,0 1 0,-1-2 1,1 1-1,0-2 0,-1 1 1,1-1-1,0 0 0,0 0 1,-14-5-1,13 2 17,0 0 1,0-1-1,1 0 1,-1 0-1,1-1 1,0 0-1,1 0 1,-1-1-1,1 0 1,1 0-1,-1-1 1,1 0-1,1 0 0,-1-1 1,1 1-1,1-1 1,0 0-1,-4-13 1,0 0-41,1-1 0,1 0 1,1 0-1,1-1 0,1 1 0,1-40 1,5 21-240,2-1 1,1 1-1,3 1 1,1-1-1,2 1 1,2 1-1,30-62 1,7 3-1903,109-157 0,-95 164-936,5 3 0,84-82 0,23-1-6165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178 317 8101,'-141'-10'6421,"108"0"-2956,30 9-156,10 0-1804,286-30 2111,156 8-2345,-183 11-750,1223-58 118,120-6-4843,-1254 57 1916,243-13-5767,-158 0-3262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8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72 14253,'-34'-15'928,"23"11"-303,0-1 0,0 0 0,1-1 0,0 0 0,-10-8 0,16 11 1541,3 3-1915,0 0 0,0 0 0,0-1 1,0 1-1,0 0 0,1-1 0,-1 1 1,0-1-1,0 1 0,0-1 0,0 0 1,0 1-1,1-1 0,-1 0 0,0 1 1,-1-2-1,-4-3 1970,2 20-928,4 12-695,0-1 1,2 1-1,7 41 0,-2-24-251,4 37 80,22 234 170,-33-196-2029,-5 0 0,-22 122 0,-15-4-3946,-10-1-3933,19-92-1366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0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239 718 10433,'-110'-87'2051,"98"78"-1504,0-1 0,1-1 0,0 0 0,1 0 0,0-1 0,1-1 0,0 1 0,1-2 0,0 1 0,-5-16 0,9 20-258,2 0 0,-1-1 0,1 1 0,0-1 0,1 0 0,0 1 0,1-1 0,0 0 0,0 0 0,1 1 0,1-1 0,-1 0 0,2 1 0,-1-1 0,5-10 0,-1 7-151,1 0-1,0 0 0,1 1 0,1 0 0,0 1 0,0-1 1,1 2-1,0-1 0,1 1 0,0 1 0,1 0 0,0 1 1,0 0-1,14-6 0,14-6-26,1 2 0,0 1 0,58-14 0,-5 9-1142,0 3 0,2 5 0,-1 4 0,192 4 1,-190 13-3111,174 35 1,-86-3-5068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0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1 724 14245,'50'-70'1960,"7"19"-79,13 3-73,4 0-352,13-4-340,17-5-380,26-3-748,14-4-544,14-8-1116,3 0-1304,6 8-2377,7-2-4296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0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86 12837,'-26'2'1636,"2"0"1373,-37 7 1,55-8-2850,0 1 0,0 0 0,0 0 0,0 0 0,1 1 0,-8 4 0,10-5-86,-1-1 1,1 1-1,0-1 1,-1 0-1,0 0 1,1 0-1,-7 0 1,-1 1 106,10-2-140,0 1 0,0-1 0,0 0 0,0 1 0,0-1 0,-1 0 0,1 0-1,0 0 1,0 0 0,0 0 0,0 0 0,0-1 0,0 1 0,0 0 0,0 0 0,0-1-1,0 1 1,-2-2 0,-2 1 148,-1 0 88,0 0 0,-1 0 0,1-1 0,0 1 0,0-1 0,0 0 1,0-1-1,1 0 0,-1 0 0,1 0 0,-1 0 0,1-1 0,0 0 0,1 0 0,-9-8 1,4 4 189,20 22 7,3 4-409,-5 0-57,0-1 0,-1 1 0,-1 1 1,0-1-1,4 25 0,13 97-463,-16 6 92,-3-28 119,-5-116 245,0-1 0,1 1 0,-1-1 0,1 1-1,0 0 1,-1-1 0,1 1 0,0-1 0,0 0 0,0 1 0,0-1 0,0 0 0,0 0 0,0 1 0,1-1 0,-1 0 0,0 0-1,1 0 1,-1-1 0,4 3 0,1-6-9,0 0 0,-1-1 0,1 1 0,0-1 0,-1 0 0,0-1 0,8-7 0,-2 1 20,101-86 258,194-160 450,-240 207-500,3 3-1,131-66 0,-181 103-183,1 2-1,0 0 1,0 1-1,1 1 1,-1 1-1,1 1 1,41-2-1,-52 6-24,1 0 0,0 1 0,0 0 0,-1 1 0,1 1-1,-1-1 1,1 2 0,-1-1 0,0 1 0,-1 1 0,1 0 0,-1 0 0,1 1 0,-2 0 0,1 1 0,-1 0 0,10 10-1,-5-2-49,0 1 0,0 1-1,-2-1 1,15 30-1,29 76-941,-48-105 733,50 161-3174,-12-32-3130,-25-101 613,6-4-3615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0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40 12181,'-23'-40'7081,"6"56"-3507,11-6-3167,0 0-1,1 0 1,0 1 0,1 0-1,0 0 1,1 0-1,0 0 1,-2 17 0,0 0 57,-37 283 2017,26-152-2031,-4 122-2102,16-93-2641,2-76-288,2-39-1704,3 0-3811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0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108 287 14657,'-97'-45'3377,"93"30"-533,-2 0-324,19-4-488,17-11-500,10 9-287,21 3-429,19 0-552,24-3-884,27 0-789,19 0-1119,14 3-264,11 12-3693,9-12-5984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2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91 911 6933,'-20'-6'836,"-22"-9"870,14-4 8336,28 17-9847,0 0-1,1 0 1,-1 0 0,1 0-1,0 0 1,0 0-1,0 0 1,0 0 0,0 0-1,0 1 1,0-1-1,0 0 1,1 1-1,-1-1 1,1 1 0,2-3-1,28-18 509,-12 12-396,1 1 0,0 2 0,1 0 0,-1 1 0,25-3-1,-33 6-203,775-125 2103,16 43-1713,-487 54-350,1771-146-2659,-910 84-12,60-20-1502,-421 17-4326,-518 54 456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3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1104 1913 10869,'-24'-7'403,"-127"-33"3886,143 39-3947,1-1 0,-1 0 0,0-1 0,0 1 0,1-1 0,0-1 0,-1 0 0,1 0 0,1 0 0,-1-1 0,1 0 0,-7-5 0,9 4-237,0 1 1,0-1-1,0 0 0,1 0 1,-1 0-1,2 0 0,-1 0 1,1-1-1,0 0 1,0 1-1,0-1 0,1 0 1,-1-13-1,2-1-1,0-1 0,2 1 0,0 0 0,1 0 0,1 1 0,1-1 0,1 1 0,1 0 0,10-20 0,15-27 73,50-76-1,-71 125-138,60-96 128,2-3 48,66-144 1,-99 173-132,77-180 506,-84 181 320,25-102 0,-29 77 75,-29 111-958,1 0 0,-1 0 0,0 0 0,1 0 0,-1 0 0,0 0 0,0 0 0,0 0 0,0 0 0,0 0 0,0 0 0,0 0 0,0 0 0,0 0-1,-1 0 1,1 0 0,0 0 0,-1 0 0,1 0 0,-1-2 0,0 3-6,0 0 0,1 0-1,-1-1 1,1 1 0,-1 0 0,0 0 0,1 0-1,-1 0 1,0-1 0,1 1 0,-1 0-1,0 0 1,1 1 0,-1-1 0,0 0 0,1 0-1,-1 0 1,0 0 0,1 0 0,-1 1-1,1-1 1,-1 0 0,0 1 0,-4 1 71,1 1-1,0-1 1,0 1 0,0 0 0,0 0-1,0 0 1,-5 7 0,-4 11 280,0 0-1,1 1 1,-14 35-1,11-23-33,-262 663 2054,39 17-2731,165-491 509,-305 1090-169,313-1071 0,-34 142 0,33 1 0,63-356-73,-4 51 189,7-72-270,1-1 0,-1 0-1,1 0 1,0 1 0,1-1 0,0 0-1,0 0 1,4 8 0,-5-14 74,-1 0 1,1 0 0,0 0-1,0 0 1,0 0 0,0-1-1,0 1 1,0 0 0,0 0-1,0-1 1,0 1 0,0-1-1,0 1 1,0-1 0,1 1 0,-1-1-1,0 0 1,0 0 0,0 1-1,1-1 1,-1 0 0,0 0-1,0 0 1,1 0 0,-1-1-1,0 1 1,0 0 0,1 0-1,-1-1 1,0 1 0,0-1-1,0 1 1,0-1 0,0 1 0,1-1-1,0-1 1,5-1-187,0-1 1,-1 0-1,1-1 0,7-6 0,0-4-279,-1 0 0,-1 0 0,0-1 0,-1-1 0,-1 0-1,15-34 1,31-98-1681,-49 128 2055,-2-2-1,0 1 1,-1 0 0,-1-1 0,-1 0-1,-2 1 1,0-1 0,-1 0-1,-1 0 1,-1 1 0,-1-1-1,-1 1 1,-9-24 0,2 17 252,-1 0 0,-1 1 0,-2 0 0,-1 1 0,0 1 0,-2 1 1,-1 0-1,-34-31 0,9 13 320,5 6 78,2-2 0,-43-57 0,76 88-442,0 0 0,0 0 0,0-1 0,1 0 0,0 0 0,1 0 0,0 0 0,1-1 0,-1 1 0,2-1 0,0 0 0,0 1 1,0-1-1,1 0 0,1 0 0,0 1 0,0-1 0,1 0 0,0 1 0,0-1 0,1 1 0,1 0 0,-1 0 0,7-10 0,5-7-12,1 0 0,2 2 0,0 0 0,1 1 0,42-38-1,129-90-428,505-294-2385,-295 201 1025,12-33 359,-29-34 907,-338 268 612,-1-2-1,47-66 0,-74 89 59,-2-1 0,-1 0 0,-1-2 0,-1 1 0,-1-1 0,-1-1 0,11-47 0,-19 61 45,0 0-1,-1 0 1,0 0 0,-1-1 0,-1 1 0,0 0-1,-4-23 1,4 30-117,0 1 0,-1-1 0,1 0 1,-1 1-1,0-1 0,0 1 0,-1-1 0,1 1 0,-1 0 0,0 0 0,0 0 1,-1 1-1,1-1 0,-1 1 0,1 0 0,-1-1 0,0 2 0,0-1 0,0 0 1,-1 1-1,1 0 0,-6-2 0,7 3 27,-1 0 0,1 0 0,-1 0 0,0 1 0,1 0 1,-1 0-1,1 0 0,-1 0 0,0 0 0,1 1 0,-1-1 0,1 1 0,-1 0 0,1 0 0,-6 3 1,4-1 62,-1 0 0,1 0 0,0 1 0,0 0 0,1 0 1,-1 0-1,1 0 0,-6 8 0,-1 4 189,2-1 0,0 1 0,0 0-1,1 1 1,-6 21 0,-4 17 321,3 1 0,-9 62 0,15-70-355,-55 403 1224,31-188-1439,15-143-432,-67 543-6408,79-531 3291,6-116 2477,1-1 1,0 0-1,2 0 0,0 1 1,0-1-1,8 19 1,4-9-3576,-4-14-2376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3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11025,'23'-33'1982,"-19"27"2627,-1 9-3454,5 10-797,-1 1-1,0-1 1,0 1-1,-2 1 1,0-1 0,0 1-1,-1-1 1,-1 1-1,2 19 1,0-4 71,12 38 0,-8-41-250,1-1 0,1 0 0,17 29 0,-24-47-146,1 0 1,1 0 0,0-1-1,0 0 1,0 0 0,1 0-1,0-1 1,0 0-1,1 0 1,0-1 0,0 0-1,0 0 1,12 4 0,-12-6-22,-1-1 0,1 0 0,0-1 0,-1 0 0,1 0 0,0 0 0,0-1 0,0-1 0,0 1 0,0-1 1,0 0-1,-1-1 0,1 0 0,-1 0 0,9-4 0,-11 4-5,0 0 0,0-1 0,0 0 1,-1 0-1,1 0 0,-1 0 0,1-1 0,-1 1 1,0-1-1,-1 0 0,1-1 0,-1 1 0,1 0 1,-1-1-1,-1 0 0,1 0 0,-1 0 0,0 0 1,0 0-1,0 0 0,0-1 0,0-8 0,-1-3-16,-1 0-1,0 1 0,-2-1 0,0 0 1,-1 0-1,0 1 0,-1-1 1,-1 1-1,-1 0 0,0 1 0,-1-1 1,-1 1-1,0 1 0,-1-1 1,-1 1-1,0 1 0,-1 0 0,0 0 1,-1 1-1,-25-20 0,10 13-352,0 2-1,-42-20 1,52 29-1249,0 2 0,-1 0 0,-21-5 1,20 7-3772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3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280 636 10597,'-41'13'2087,"4"-2"858,-46 21 1,74-28-2581,-1 1 1,1 0-1,1 1 1,-1-1-1,1 2 1,0-1-1,0 1 1,0 0-1,-11 15 1,16-15-293,0-1 0,0 0 0,0 0 1,1 1-1,0 0 0,0-1 0,0 1 0,1 0 0,0 0 1,1 0-1,0 8 0,0 6-134,1-1 1,6 31 0,-6-46 54,0-1 1,1 1-1,-1 0 1,1-1-1,0 1 1,0-1-1,0 0 1,1 1-1,-1-1 1,1 0-1,0 0 1,0-1-1,1 1 1,-1-1-1,1 0 0,-1 1 1,1-2-1,0 1 1,1 0-1,-1-1 1,0 0-1,8 3 1,5 0 3,0 0 0,0-1 1,0-1-1,0-1 0,20 0 0,-7-1-86,0-2 0,0-2 0,-1 0 0,1-2 0,-1-1-1,51-18 1,166-80-1024,-216 90 989,66-33-285,128-82 1,-177 97 637,-1-2-1,-2-2 1,-1-2-1,51-59 1,-65 61 472,-1-2 0,-3 0 1,37-74-1,37-134 6163,-93 235-6006,-2 11-151,2 21-452,-4-4-256,-1 1 0,-1 0 0,0-1 0,-6 33 0,1 1 0,0 372-1599,17-284-3975,8 1-5953,-7-76 444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3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0 205 17882,'81'-51'2784,"-54"21"-556,6 12-448,11 0-392,13 3-516,10 0-660,23 2-908,21-2-604,6 0-1024,7 3-1376,3 9-1997,10 6-4748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4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405 299 9237,'-38'2'682,"5"0"548,-1 2 1,-41 9 0,28-6 2886,-1-1-1,-81-1 0,142-15-1831,13-1-1881,0 1-1,1 2 1,0 1 0,54-8 0,-47 9-215,861-96 504,-678 83-1388,456-42-3627,-223 19-2091,-253 24 1809,147-10-7524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5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607 134 10589,'-1'-4'409,"0"-1"0,0 1-1,-1 0 1,1 0 0,-1-1 0,0 1 0,0 1-1,-1-1 1,1 0 0,-1 0 0,0 1 0,0 0-1,0-1 1,0 1 0,0 0 0,-1 1 0,1-1 0,-1 0-1,0 1 1,0 0 0,-4-2 0,-11-8 1007,17 10-1079,0 1 1,0-1-1,1 0 1,-1 0 0,1 1-1,-1-1 1,1-1-1,0 1 1,-1-3 0,-9-10 1837,11 14-2141,-1 1-1,1-1 0,-1 0 1,0 1-1,1-1 0,-1 1 0,0-1 1,1 1-1,-1-1 0,0 1 0,1 0 1,-1-1-1,0 1 0,0 0 0,0 0 1,1 0-1,-1-1 0,0 1 1,0 0-1,0 0 0,0 0 0,1 0 1,-1 0-1,0 0 0,0 1 0,0-1 1,1 0-1,-1 0 0,0 1 1,0-1-1,0 0 0,1 1 0,-1-1 1,0 1-1,1-1 0,-1 1 0,0-1 1,1 1-1,-1-1 0,1 1 1,-1 0-1,1-1 0,-1 1 0,1 0 1,-1-1-1,1 1 0,0 0 0,-1 0 1,1-1-1,-1 3 0,-2 4 337,1 1-1,-1 0 1,-1 15 0,3-22-343,-10 75 1456,-2 138 0,22 76-1455,-1-21-8,-11-165-20,-5 1 0,-29 143 0,27-207 0,6-27-19,0 0 0,2 1 0,-2 19 0,4-31-172,-2-4 166,1 0 0,-1 0 1,1 0-1,0-1 0,0 1 0,0-1 1,0 1-1,0-1 0,0 1 1,0-1-1,0 0 0,1 1 0,-1-1 1,1 0-1,-1 0 0,1 0 1,-1-2-1,3-6-7,1 0 0,0 1 0,0-1 1,9-17-1,-5 11 3,2-5 10,1 1 0,1 0 0,1 1 0,0 0 0,2 1 0,0 0 0,1 1 0,0 1 0,2 0 0,0 1 0,0 1-1,1 1 1,26-14 0,-20 14 9,0 1 0,2 2-1,-1 0 1,1 2-1,0 1 1,1 1-1,0 1 1,0 1-1,0 1 1,42 2 0,-29 3 2,0 2 1,-1 2 0,0 1 0,73 23 0,-89-22 4,0 2 0,0 0 0,-1 1 0,-1 1 0,0 1 0,0 1 0,-1 1 0,-1 1 0,17 18 0,-29-28 0,-1 1 1,0 1-1,0-1 1,0 1 0,-1 0-1,-1 0 1,1 1-1,-1-1 1,-1 1-1,1 0 1,-2 0 0,1 0-1,-1 0 1,0 1-1,-1-1 1,0 0 0,-1 1-1,0-1 1,0 1-1,-1-1 1,0 1 0,-1-1-1,0 0 1,-1 0-1,1 0 1,-2 0 0,-6 14-1,1-7 7,-2-1 0,0 0 0,0 0 0,-2-1-1,1 0 1,-16 12 0,-93 66 29,44-43-91,-160 75 0,-99 7-1949,244-103-443,-1-4 0,-1-4 0,-125 9 0,145-21-3801,33-6-4003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6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132 341 13121,'-9'5'6316,"0"-2"-4028,8-3-2172,-1 1 1,1-1 0,0 0 0,-1 1 0,1 0-1,0-1 1,-1 1 0,1 0 0,0-1 0,0 1-1,-1 0 1,1 0 0,0 0 0,0 0 0,-1 2-1,-1 2 231,0 1-1,0 0 1,0 0-1,1 1 0,0-1 1,0 0-1,0 8 0,-3 4 260,-14 57 1069,2 0 0,-12 141 0,27-178-1579,1 1 1,2-1-1,2 0 1,2 1-1,1-1 1,1-1-1,22 60 1,-21-78-202,0 0 0,2-1 0,0 0 0,1-1 1,1 0-1,1-1 0,0 0 0,1-1 0,1 0 0,0-1 0,1-1 0,0-1 0,32 18 0,-38-24 35,0 0 1,1-1-1,0-1 0,0 0 0,0 0 0,1-1 0,-1 0 0,1-1 0,-1-1 0,1 0 0,0 0 0,0-1 1,-1-1-1,1 0 0,0 0 0,-1-1 0,1-1 0,-1 0 0,0-1 0,1 0 0,-2 0 0,1-1 0,0 0 1,-1-1-1,11-9 0,-12 7 42,0 0 0,0 0 1,-1-1-1,-1-1 0,0 1 1,0-1-1,-1 0 1,0-1-1,0 1 0,-1-1 1,-1 0-1,0-1 0,0 1 1,-1-1-1,-1 1 0,0-1 1,0-14-1,1-19-10,-2-1 0,-3 1-1,-8-52 1,5 46 6,-7-34-19,5 0 0,6-150 1,3 209 43,1 1 1,1-1 0,2 1 0,0 0 0,2 0-1,0 0 1,2 1 0,1 1 0,0 0-1,2 0 1,1 1 0,1 1 0,27-31 0,-29 38 3,1 1 0,1 0 0,0 1 0,1 1 0,0 1 0,1 0 0,0 1 0,0 1 0,1 0 0,0 2 0,34-9 0,-37 12 35,0 0 0,0 2-1,0-1 1,1 2-1,-1 0 1,0 1-1,0 1 1,0 0 0,0 1-1,0 0 1,0 1-1,-1 1 1,1 0-1,-1 1 1,17 10 0,-16-6 79,0 0 1,0 1 0,-1 1 0,0 0 0,-1 1 0,-1 0-1,0 1 1,0 0 0,17 32 0,-17-24 85,-2 1 1,0 0 0,-2 0-1,0 1 1,-2 0 0,6 37-1,-7-11 159,-2 0 0,-3 71-1,-20 92-185,0-82-170,11-77 0,1 0 0,3 1 0,2 55 0,3-103 0,1 0 0,-1 0 0,2 0 0,-1 0 0,1 0 0,0 0 0,0-1 0,1 1 0,0-1 0,0 0 0,0 1 0,1-2 0,0 1 0,0 0 0,1-1 0,-1 1 0,1-1 0,0-1 0,1 1 0,-1-1 0,1 0 0,0 0 0,0 0 0,0-1 0,0 0 0,1 0 0,-1-1 0,1 0 0,0 0 0,0 0 0,-1-1 0,1 0 0,0 0 0,0-1 0,0 0 0,0 0 0,14-2 0,-7 0 0,0-1 0,0 0 0,-1-1 0,1 0 0,-1-1 0,0 0 0,0-1 0,0-1 0,-1 0 0,0-1 0,19-15 0,-17 10 0,0-1 0,-1 0 0,-1-1 0,0 0 0,-2-1 0,1 0 0,15-35 0,-13 17 0,-1 0 0,-2-1 0,-1 0 0,-1-1 0,-3 1 0,0-1 0,-3-1 0,-3-63 0,-1 65 0,-2 0 0,-2 0 0,-1 0 0,-1 1 0,-2 0 0,-2 0 0,-1 1 0,-1 1 0,-2 0 0,-1 1 0,-2 1 0,-1 1 0,-1 0 0,-1 2 0,-1 0 0,-32-27 0,28 31-449,0 1 1,-1 1-1,-1 1 0,-63-31 0,75 43-532,-1 1-1,0 1 1,0 0-1,-1 1 1,0 2-1,1-1 1,-1 2 0,0 1-1,-1 0 1,-32 4-1,44-2-314,0 0 1,0 1-1,1 0 0,-13 4 1,16-4-413,-1 1 0,1 0 1,0 0-1,0 0 0,-6 5 1,10-8 1688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17422,'1'4'3245,"2"22"-132,-1 0-1,-1 38 1,-20 117-321,4-70-2822,-25 374 30,5-66 46,-2 25-648,37-251-5116,2-154 818,11 48 0,11 5-8809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6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131 278 15969,'-57'-76'2741,"33"37"-725,14 9-392,4 15-404,-4-6-192,-4 0-340,11 0-1700,3-1-672,-3 7-6773,-1-3-2692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8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38 813 10357,'-31'26'2527,"25"-21"2315,24-15 74,-1-1-3311,22 0 531,-13 4-895,46-18 1,-6-5-814,-1-3-1,-2-3 1,-1-2 0,-2-3-1,-2-3 1,102-99 0,-143 122-391,0 0 0,-1-1-1,-1-1 1,-1 0 0,-1-1 0,-1-1 0,-1 0 0,11-38 0,-20 55-42,0-1 0,-1 1-1,0-1 1,-1 1 0,0-1 0,0 1-1,0-1 1,-1 0 0,-1 1-1,1-1 1,-1 1 0,-1 0 0,0 0-1,-4-9 1,6 15 4,0 0 0,1 0-1,-1 0 1,-1 0 0,1 0 0,0 1 0,0-1-1,-1 1 1,1-1 0,-1 1 0,1-1 0,-1 1-1,0 0 1,1-1 0,-1 1 0,0 0 0,0 0-1,0 0 1,0 1 0,0-1 0,0 0 0,0 1-1,0-1 1,0 1 0,0 0 0,0 0 0,0 0-1,0 0 1,0 0 0,-1 0 0,1 0 0,0 1-1,-3 0 1,-1 0-1,-10 2 37,1 0 1,-1 2 0,1-1 0,0 2 0,0 0-1,0 1 1,1 0 0,0 1 0,1 1-1,-1 0 1,2 1 0,-14 13 0,-11 13 41,2 1 1,-44 60-1,43-48-77,2 2 0,2 1 0,-25 57 0,41-75 0,3 1 0,0 0 0,3 1 0,0 0 0,3 1 0,-4 42 0,10-61 0,1 0 0,0 0 0,1-1 0,1 1 0,1-1 0,1 1 0,0-1 0,1 0 0,1 0 0,0-1 0,2 0 0,0 0 0,0 0 0,20 26 0,-14-25 0,1-1 0,0 0 0,1-2 0,0 1 0,2-2 0,-1 0 0,2-1 0,-1-1 0,1-1 0,1 0 0,35 11 0,-19-10-134,0-1-1,1-1 1,1-3 0,-1-1 0,1-1-1,0-2 1,0-2 0,0-2 0,-1-1-1,1-1 1,-1-3 0,0-1 0,0-2-1,-1-1 1,0-2 0,-1-1-1,0-2 1,-2-1 0,0-2 0,-1-1-1,-1-2 1,0-1 0,-2-1 0,-1-1-1,36-43 1,-34 30 13,-1-1 1,38-70-1,-55 88 87,-2-1 0,-1 1-1,0-2 1,-2 1 0,-1-1 0,0-1-1,3-33 1,-9 50 29,0 0 0,0 0-1,-1 0 1,0 0 0,0 0 0,-1 0 0,1 0-1,-2 0 1,-2-8 0,3 13 0,1 0 1,-1 0-1,0 0 1,0 0-1,0 0 1,0 0-1,0 0 1,0 1-1,0-1 1,0 1-1,-1 0 1,1-1-1,-1 1 1,1 0-1,-1 0 1,1 1-1,-4-2 1,-39-4-46,36 7 50,1-1 1,-1 1 0,0 1 0,1 0-1,0 0 1,-1 0 0,1 1 0,-11 6-1,-1 0-19,1 2-1,-20 14 1,22-11-308,1 1 1,0 1-1,0 0 1,2 1-1,0 1 1,1 0-1,1 1 0,1 0 1,0 1-1,-10 28 1,12-16-355,9-31 677,0-1 0,-1 0 0,1 0 0,0 0 0,0 0 1,0 0-1,0 0 0,0 1 0,0-1 0,0 0 0,0 0 0,0 0 0,0 0 0,0 0 0,1 0 0,-1 1 0,0-1 0,0 0 0,0 0 0,0 0 0,0 0 0,0 0 0,0 0 0,0 1 1,0-1-1,0 0 0,0 0 0,0 0 0,1 0 0,-1 0 0,0 0 0,0 0 0,0 0 0,0 0 0,0 0 0,0 0 0,0 0 0,1 0 0,-1 0 0,0 1 0,0-1 0,0 0 0,0 0 1,0 0-1,1 0 0,-1 0 0,0 0 0,0-1 0,0 1 0,0 0 0,0 0 0,0 0 0,1 0 0,-1 0 0,0 0 0,0 0 0,0 0 0,0 0 0,0 0 0,0 0 0,0 0 0,1-1 1,12 1 4,1-1 0,-1-1 1,1-1-1,-1 0 1,1 0-1,-1-2 1,-1 1-1,1-2 1,17-9-1,-6 2 641,2 0 1,48-15-1,-59 23-377,0 2 0,0 0 0,0 1 0,1 0 0,-1 1 0,1 1 0,16 1 0,-14 1-169,0 1 0,-1 0 0,1 1 0,-1 1 0,0 1 0,0 0 0,-1 2 0,0-1 0,0 2 0,-1 0 0,22 17 0,-29-20-253,0-1 0,0 0 0,0-1 0,0 1 0,0-2 0,1 1 0,0-1 0,0-1 0,0 0 1,0 0-1,0 0 0,0-1 0,1-1 0,-1 1 0,10-2 0,-7 0 40,0-1-1,-1 0 1,1-1 0,-1 0 0,1 0 0,-1-1 0,0-1 0,-1 0 0,1-1 0,-1 1 0,15-13 0,33-29 596,209-150 1394,-258 190-1864,0 0 1,0 0 0,13-15 0,18-15 164,-38 36 15,-2-18 342,0 19-492,0-1 1,0 1-1,0 0 0,0-1 1,0 1-1,0 0 0,0-1 1,0 1-1,0 0 1,1-1-1,-1 1 0,0 0 1,0-1-1,0 1 0,0 0 1,0-1-1,1 1 0,-1 0 1,0 0-1,0-1 1,1 1-1,-1 0 0,0 0 1,0-1-1,1 1 0,-1 0 1,0 0-1,1 0 0,-1 0 1,0-1-1,1 1 1,-1 0-1,0 0 0,1 0 1,-1 0-1,0 0 0,1 0 1,-1 0-1,0 0 0,1 0 1,-1 0-1,0 0 1,1 0-1,-1 0 0,0 0 1,1 0-1,-1 0 0,0 1 1,1-1-1,-1 0 0,0 0 1,1 0-1,-1 1 0,31 18 481,29 36-353,-46-39-111,0-1 0,-1 2 0,-1-1 0,-1 2 0,0 0 0,-1 0-1,8 22 1,-15-31-41,0 0 0,0 0-1,-1 0 1,-1 0 0,1 0-1,-1 1 1,-1-1 0,0 0-1,0 1 1,-1-1-1,0 0 1,-1 0 0,0 0-1,0 0 1,-1 0 0,0 0-1,0 0 1,-6 10 0,-1-3-40,0-1 0,-1 0 0,0 0 0,-1-1 0,-23 20 0,7-11-564,-57 38-1,-62 38-4387,122-72 1846,28-25 2702,0-1-1,0 0 1,0 1 0,0-1 0,0 0-1,0-1 1,1 1 0,4 0 0,9-5 224,1 0 0,-1-1 1,0 0-1,0-2 0,-1 0 1,20-11-1,5-2 828,-28 15 51,1-1 1,-1-1 0,0 0 0,-1-1 0,0 0 0,0-1-1,18-18 1,3-18 3642,-31 43-4107,16-12-3483,-14 11-423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9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6 6357,'-18'8'2465,"36"-22"11092,-19 17-11984,-3 6-1097,0-1 1,1 1-1,0-1 1,1 1 0,0 0-1,1 0 1,-1 0 0,2 0-1,-1 10 1,9 89 1017,-6-81-1078,0-12-309,5 52 550,-3 97 0,-14 8-321,4-92-543,8-37-10,-1-39 76,1-5-91,5-2 182,-4 2 36,0 0 0,0-1-1,0 1 1,0-1 0,0 0-1,0 0 1,0 0-1,0 0 1,-1-1 0,1 1-1,-1-1 1,0 1 0,0-1-1,3-4 1,16-25-37,114-160-63,-110 161 104,109-122-25,-117 136 49,1 0 0,1 1 0,1 2 1,0 0-1,1 0 0,26-11 0,-42 23 10,-1-1 1,1 1-1,0 1 0,0-1 0,0 1 1,0 0-1,0 0 0,0 0 1,0 1-1,0 0 0,0 0 0,1 0 1,-1 0-1,0 1 0,0 0 0,0 0 1,0 0-1,0 1 0,0 0 0,-1 0 1,1 0-1,0 0 0,-1 1 0,0 0 1,0 0-1,1 0 0,-2 0 0,1 1 1,0-1-1,-1 1 0,1 0 0,-1 0 1,0 0-1,-1 1 0,1-1 1,-1 1-1,1-1 0,1 9 0,5 16 34,-2 1 1,-2 0-1,0 0 0,-2 0 0,-2 0 0,-2 43 1,-33 180-2248,7-80-2804,12-81-115,4-31-2477,7-35-2122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9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828 815 11165,'0'-14'760,"0"1"0,1 0 0,1 0-1,0 0 1,1-1 0,0 2 0,1-1 0,11-24 0,100-213 5196,-73 169-4655,58-84-1,-57 96-733,-27 42-280,0 2 0,25-31 0,-40 56-269,0 0-1,-1 0 1,1 0 0,0 0-1,0 0 1,-1 0 0,1 0-1,0 1 1,0-1-1,-1 0 1,1 0 0,0 1-1,0-1 1,-1 0-1,1 1 1,0-1 0,-1 1-1,1-1 1,-1 1 0,1-1-1,0 1 1,-1-1-1,1 1 1,-1-1 0,1 2-1,-1-2 2,2 3 13,0 0-1,-1-1 1,1 1-1,-1 0 1,1 0 0,-1 0-1,0 0 1,-1 0 0,1 0-1,0 0 1,-1 0-1,0 0 1,1 0 0,-2 6-1,-6 50 295,4-36-178,-10 53 232,-3 0 1,-3-1-1,-4-1 0,-50 114 0,-162 267 327,192-379-611,-55 72 0,74-117-90,-1 0-1,-1-2 0,-1-1 1,-55 42-1,66-60-150,0 0 0,-1 0 0,0-2 0,-1 0 0,0-1 0,0-1 0,-1 0 0,0-2 0,0 0 0,0-1 0,0-1 0,-25 0 0,29-2-286,1 0 1,0-1-1,0-1 0,-1-1 0,1 0 0,0 0 1,1-1-1,-1-1 0,1 0 0,0-1 1,0-1-1,1 0 0,-1-1 0,2 0 0,-1 0 1,1-1-1,-12-14 0,17 17-351,1 0-1,0-1 1,1 0-1,-7-13 0,0-16-4809,12-7-4521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19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0 9553,'-70'6'2112,"50"-3"-96,6 3-232,-2 0-359,-1 3 1723,7 4-2684,-4-4-208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29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1348 1438 9385,'-42'46'3702,"38"-42"-3237,-1 0 0,0-1 1,0 0-1,0 0 1,0 0-1,-1 0 1,1-1-1,-1 0 1,1-1-1,-1 1 1,0-1-1,0 0 0,-7 1 1,-11 2 1754,-15 4 582,35-7 1214,1 0-3513,-1 0 0,0 0 0,0-1 0,0 1 1,0-1-1,1 0 0,-6-1 0,84-109-394,-4 5-117,-28 27 8,40-103 0,18-88 0,-90 241 0,31-103 0,-6-2 0,33-223 0,-66 332 0,-1 1 0,-1-26 0,-1 47 0,1 0 0,-1 0 0,0 0 0,-1 1 0,1-1 0,0 0 0,0 0 0,-1 1 0,1-1 0,-1 0 0,0 1 0,1-1 0,-1 0 0,0 1 0,0-1 0,0 1 0,0-1 0,0 1 0,0 0 0,0-1 0,-1 1 0,1 0 0,-1 0 0,1 0 0,0 0 0,-1 0 0,0 0 0,1 0 0,-1 1 0,1-1 0,-1 0 0,0 1 0,0-1 0,1 1 0,-1 0 0,0 0 0,0 0 0,1-1 0,-1 2 0,0-1 0,0 0 0,1 0 0,-1 0 0,0 1 0,0-1 0,-1 2 0,-6 0 0,1 1 0,0 0 0,0 1 0,0 0 0,0 0 0,0 1 0,-9 8 0,5-3 0,1 0 0,1 2 0,0-1 0,0 1 0,-12 22 0,-30 69 0,41-80 0,-66 155 0,-105 370 0,150-417 0,6 1 0,6 0 0,6 2 0,5 0 0,6 1 0,16 145 0,106 449 0,-58-411 0,-57-298 0,-1 0 0,0 0 0,-2 0 0,-1 36 0,-1-50 0,0 0 0,0-1 0,0 1 0,-1-1 0,0 1 0,0-1 0,0 0 0,-1 0 0,1 0 0,-1 0 0,-1 0 0,1-1 0,-1 1 0,1-1 0,-1 0 0,-1 0 0,1 0 0,0-1 0,-1 1 0,0-1 0,-9 4 0,-3 1 0,0-2 0,0 0 1,-1-1-1,0 0 0,-1-2 0,1 0 0,-19 0 0,-136-3-13,145-1 5,-116-5-1340,0-7-1,-154-33 1,273 41 501,1-2 1,-32-12-1,48 15 310,-1 0 1,1 0-1,0-1 1,0 0-1,1-1 1,-1 1-1,1-1 1,0-1-1,-8-9 1,13 13 18,0 0 0,0 0 1,0 0-1,0 0 1,1 0-1,-1-1 0,1 1 1,0 0-1,0-1 1,0 1-1,1-1 1,-1-3-1,1-3-1689,1 1 0,0-1 0,0 1 1,3-11-1,-3 20 2157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0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382 1 17390,'-8'5'562,"0"0"0,0 0 1,1 1-1,-1 1 0,1-1 1,1 1-1,-1 1 0,-5 8 1,3-2 594,1 1 1,0 1 0,-10 29 0,0 13 718,2 0 0,-11 77 0,-5 123-1819,21-135-57,-22 188 0,-44 343 0,29 60-1484,45-640-1359,1-30-864,1 0-4516,1-20-5303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0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0 121 17498,'0'0'5716,"17"-21"-3536,30-3-520,7 12-203,19 6-457,28 0-520,19-3-556,14 3-924,20-3-360,10 0-777,11 3-835,2 3-3653,-3-6-6212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0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13401,'3'2'2143,"13"12"-279,-7-6-1025,0 0 0,0 0-1,-1 1 1,0 0 0,-1 1-1,9 13 1,14 28 1159,28 70 0,-47-95-1797,-2 1 1,-1 0 0,-2 0 0,0 0 0,2 28-1,-7-15-46,-2-1-1,-1 0 0,-12 63 1,6-53-11,-1-12-51,4-20 31,15-39-67,2-6-51,2 2-1,1-1 1,1 2 0,2 0-1,0 1 1,1 1-1,28-26 1,-2 7 13,1 3 0,85-56 0,-67 54-27,116-55-1,-152 84 25,1 1-1,1 1 1,0 1-1,0 1 0,1 2 1,60-4-1,-83 9-55,0 1-1,1 1 1,-1-1-1,0 1 1,0 0-1,0 1 1,0 0-1,0 0 1,0 1-1,0 0 1,-1 0 0,0 1-1,1 0 1,-1 0-1,-1 1 1,1 0-1,-1 0 1,1 1-1,-1-1 1,-1 1-1,1 0 1,-1 1-1,0 0 1,-1-1 0,0 1-1,0 1 1,0-1-1,-1 1 1,0-1-1,0 1 1,-1 0-1,0 0 1,-1 0-1,1 0 1,-1 0 0,-1 1-1,0 10 1,-2 13-1200,0 1 1,-2-1 0,-16 60 0,-21 28-8374,15-62-1010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1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133 276 13357,'0'-3'472,"0"-1"1,-1 0-1,1 1 0,-1-1 0,0 1 0,0-1 0,0 1 0,0-1 0,-1 1 1,1-1-1,-1 1 0,0 0 0,0 0 0,0 0 0,-1 0 0,1 0 1,-1 1-1,1-1 0,-1 1 0,-7-6 4993,11 6-4367,10-26 433,-10 25-230,3 4-1035,29 4-25,-29-5-300,26 11-225,-27-10 332,22-16-323,29-34 89,-34 30 132,0 1-1,32-22 1,-41 33 36,-1 1 1,1 1-1,0-1 0,0 2 1,0 0-1,1 0 1,0 1-1,-1 0 0,1 1 1,13-1-1,-17 3 11,1 0 0,-1 0-1,1 1 1,-1 1 0,0-1-1,1 1 1,-1 1 0,0-1-1,0 1 1,-1 1 0,1-1-1,0 1 1,-1 1 0,0-1 0,7 7-1,-3-1 8,0 0 0,-1 1-1,0 1 1,-1-1 0,0 2 0,-1-1 0,0 1-1,-1 0 1,9 25 0,1 10-25,16 78-1,1 4-137,-29-116 148,0 1 0,0-1 0,2-1 1,0 1-1,0-1 0,17 22 1,-20-30 8,0-1 0,0 0 0,0-1 0,1 1 0,-1-1 0,1 0 0,0 0 0,0 0-1,0 0 1,1-1 0,-1 0 0,0 0 0,1-1 0,0 0 0,-1 1 0,1-2 0,0 1 0,-1-1 0,1 0 0,0 0 0,10-2 0,9-2 6,1-2-1,-1-1 0,-1-1 1,1-1-1,-1-1 0,-1-1 1,0-1-1,-1-1 1,0-1-1,-1-1 0,28-25 1,-22 15 6,0-1 0,-2-2 0,-1 0 0,-2-1 0,-1-1 0,-1-2 0,25-50 1,-41 73-5,1 0 0,-1 0 0,0-1 0,-1 1 0,0-1 1,-1 0-1,0 0 0,-1 0 0,0 0 0,0 0 0,-2-21 1,1 31-4,0 0 1,0 0-1,0 0 1,0 0-1,0 1 1,0-1-1,0 0 1,0 0-1,0 0 1,0 0-1,0 0 1,0 0 0,0 0-1,0 0 1,0 0-1,0 1 1,-1-1-1,1 0 1,0 0-1,0 0 1,0 0-1,0 0 1,0 0 0,0 0-1,0 0 1,0 0-1,0 0 1,0 0-1,-1 0 1,1 0-1,0 0 1,0 0-1,0 0 1,0 0 0,0 0-1,0 0 1,0 0-1,0 0 1,0 0-1,-1 0 1,1 0-1,0 0 1,0 0-1,0 0 1,0 0-1,0 0 1,0 0 0,0 0-1,0 0 1,0 0-1,-1 0 1,1 0-1,0 0 1,0-1-1,0 1 1,0 0-1,0 0 1,0 0 0,0 0-1,0 0 1,0 0-1,0 0 1,0 0-1,0 0 1,0 0-1,0-1 1,0 1-1,0 0 1,0 0 0,-11 7-38,2 1 1,-1 0 0,1 1-1,0 0 1,0 0 0,1 0-1,-13 22 1,17-25-74,0 1 0,1 0 0,-1 0 1,1 1-1,0-1 0,1 0 0,0 1 0,0 0 0,1 0 0,0-1 0,0 1 1,1 0-1,0 0 0,1 13 0,1-13-30,0 0 1,1-1-1,0 1 0,0 0 1,1-1-1,-1 1 0,2-1 1,-1 0-1,1 0 1,0-1-1,0 0 0,1 0 1,0 0-1,0 0 0,0-1 1,1 0-1,0 0 0,0-1 1,10 5-1,-13-7 97,0 0-1,0-1 1,0 0-1,0 1 1,0-2-1,0 1 1,0 0-1,1-1 1,-1 0-1,0 0 1,1 0-1,-1 0 1,8-2-1,-2 0 53,0-1 0,-1 0 0,1-1 0,11-5 0,-5 0 254,-1 0 1,0-1-1,-1 0 1,0-1-1,14-16 0,60-70 1993,-36 36-246,-43 50-1554,-5 7-356,-1 0 0,0 0 0,1 0 0,0 0 0,0 0 0,7-4 0,-10 8-96,0-1-1,0 1 0,0-1 0,0 1 0,0 0 0,0-1 0,0 1 0,0 0 0,0 0 0,0 0 0,0 0 0,0 0 0,0 0 0,1 0 0,-1 0 0,0 1 1,0-1-1,0 0 0,0 1 0,0-1 0,0 1 0,0-1 0,0 1 0,0-1 0,0 1 0,-1 0 0,1-1 0,0 1 0,0 0 0,0 0 0,-1 0 0,1-1 1,0 1-1,-1 0 0,1 0 0,-1 0 0,1 0 0,-1 0 0,1 1 0,9 19-2,-1-1 0,-1 1 0,0 1 0,-2 0 0,0 0 0,-2 0 0,3 26 0,3 167 0,-10-192 0,0 82-6,-5 0-1,-4 0 1,-5-1 0,-5-1-1,-4 0 1,-4-2 0,-5-1-1,-4-1 1,-98 186 0,56-148-1088,-191 252 1,218-327 467,-3-2 0,-2-3 0,-3-2 0,-2-2 0,-124 80 0,138-105 359,-1-3-1,-1-2 1,-2-2-1,-72 20 1,88-32 246,-1-1 1,1-2-1,-1-2 0,-1-1 0,1-1 1,0-2-1,-54-7 0,73 4 127,0 0 1,0-1-1,1-1 0,0-1 0,0 0 0,0-1 1,1 0-1,-24-17 0,31 18-22,0 0 1,1 0 0,0-1-1,0 0 1,0-1-1,1 0 1,0 0-1,1 0 1,0 0-1,0-1 1,1 0-1,0 0 1,0 0 0,1 0-1,0-1 1,-2-12-1,3 0 29,1 1-1,1-1 0,1 1 1,0-1-1,2 1 1,1 0-1,0 0 0,1 0 1,2 0-1,9-22 1,17-33 170,55-89 0,-84 156-266,79-129 154,6 4 0,131-153-1,250-210-1578,-400 431 837,140-139-1678,-21-11-3904,-136 136-222,-17 12-3868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2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1 148 18986,'13'-15'2396,"-13"-15"-256,0 2-300,7 1-400,3 3-311,-3 12-269,3 0-328,6 15-1328,21 9-505,-10 12-991,10 6-804,-4 16-3357,8 17-5948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2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41 398 13393,'-24'-24'2312,"7"3"5069,27-3-5829,21-13-400,5 7-736,25-3-912,16 0-508,13-12-836,14-3-768,13-1-3405,4-5-5248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68 172 15101,'-67'3'3329,"80"-12"-145,0 0-352,1-6-452,16-6-507,7 6-373,20 3-308,20-6-248,13 6-512,17 0-432,4 3 0,9-3-828,14 3-864,4 3-412,-4-3-761,-10 3-879,-4 9-2625,1 0-5812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3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347 526 9485,'-50'9'1031,"-76"10"2609,105-17-2129,0-1 0,1-1 0,-1-1 0,0 0 0,1-2 1,-21-5-1,36 4-646,21-7 181,27-5-94,1 1 0,0 2 0,83-12 0,1058-95 1254,-794 86-2100,1705-141-104,-605 53-2,-1317 114 0,-170 8-78,0 0 1,1 0-1,-1 0 1,0 1-1,0-1 1,0 1-1,0 0 1,6 3-1,-10-4 33,1 0-1,-1 0 0,0 0 0,1 1 0,-1-1 0,0 0 0,1 1 1,-1-1-1,0 0 0,0 1 0,1-1 0,-1 0 0,0 1 0,0-1 1,1 0-1,-1 1 0,0-1 0,0 1 0,0-1 0,0 0 0,0 1 1,0-1-1,0 1 0,0-1 0,0 0 0,0 1 0,0-1 1,0 1-1,0-1 0,0 1 0,0-1 0,0 0 0,0 1 0,0-1 1,-1 1-1,1-1 0,0 0 0,0 1 0,-1-1 0,1 0 0,-1 1 1,-5 6-629,-1-1 1,0 0 0,0 0-1,0-1 1,-11 7 0,4-3 259,-107 75-10329,52-33-1220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3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13689,'6'63'2620,"-9"-12"301,6 3-277,4 7-80,0 8-388,-7 6-447,3 10-293,4 14-276,-7 7-248,-7 14-236,-6 13-716,3 9-820,-4 14-960,-6 13-885,-13 6-1031,-1 9-3144,-3-21-6622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4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0 670 15257,'54'-7'2908,"97"-26"0,-76 15-1419,164-42 252,236-94 0,-439 141-1658,0-3 0,-1-1-1,38-24 1,-60 32-68,-1 1 0,0-2 1,0 0-1,-1 0 0,-1-1 0,0 0 0,0-1 0,-1 0 1,0 0-1,-1-1 0,7-16 0,-13 25-11,-1 0 0,1 0 0,-1 0 0,0 1 0,0-1 0,0 0 0,0-1 0,-1 1 0,0 0 0,0 0 0,0 0 0,0 0 0,-1 0 0,1 0 0,-1 0 0,0 0 0,0 0 0,-4-6 0,3 5-1,-1 0 0,-1 1 0,1 0 0,0 0 1,-1 0-1,0 0 0,0 0 0,0 1 0,-1 0 1,1 0-1,-1 0 0,0 0 0,1 1 0,-9-3 0,-5-1 17,-1 1 1,1 0-1,-1 2 0,0 0 0,0 1 0,0 1 0,-1 1 0,1 0 0,0 2 0,-19 3 0,1 2 146,1 1 1,0 2-1,0 1 1,-43 21-1,41-12 101,0 1 0,1 2 0,1 2 0,2 1 0,-42 40 0,74-63-249,-22 19 194,0 2 1,2 0-1,1 2 1,1 0-1,1 1 1,1 1-1,2 1 1,-21 49 0,29-59-158,0 0 0,1 0 0,1 1 0,1 0 0,1 0 1,1 1-1,1-1 0,0 0 0,2 1 0,0 0 0,1-1 1,2 1-1,0-1 0,1 0 0,0 0 0,2 0 0,0-1 1,2 1-1,0-2 0,1 1 0,1-1 0,0 0 0,2-1 1,0-1-1,1 1 0,28 27 0,-11-20-315,0-1 0,2-1 1,0-1-1,2-2 0,0-1 0,1-2 0,0-2 1,1-1-1,1-1 0,66 11 0,-36-13-932,1-3-1,0-2 1,0-4 0,0-2-1,85-13 1,-11-12-2837,-48 1-1454,14-9-4764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4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13317,'10'51'1972,"3"-33"-231,14 12-257,-7-9-360,7 3-236,6 6-184,14 1-40,7 5-428,6-3-368,-3-6-612,3-3-796,4-6-712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4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1069 1 12821,'-265'24'3176,"168"9"9,13-3-341,1 3-312,6 1-532,10 2-427,0 9-329,-61 60 244,75-41-1772,12-1-1176,1 0-997,3 7-1223,14-1-3093,16-12-6452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4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647 1 16414,'-104'171'2908,"57"-107"-256,3-4-108,8 0-488,2 1-435,4 8-269,-3 9-284,-4 10-376,-4 2-720,-5 1-936,-1 5-1012,0-3-929,3 7-563,11 5-3025,9-8-5996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5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64 281 18686,'-64'-12'2976,"84"-3"-8,17-10-572,0 4-563,20 0-301,23 3-308,34 3-244,34-3-808,29 0-172,34 0 0,20 3-340,14 3-1448,16-6-668,4 0-1049,-1-4-3739,-13 7-7206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5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11 8621,'0'0'4540,"-2"-1"-2527,0 0-2523,-5-4 899,7 5 95,-1-1 0,0 1 1,1 0-1,-1-1 0,0 1 0,1-1 0,-1 1 1,0 0-1,0 0 0,0 0 0,1-1 0,-1 1 1,0 0-1,0 0 0,0 0 0,1 0 0,-1 0 0,0 0 1,0 1-1,0-1 0,-1 0 0,-6 7 1492,8-6-1886,-1 1 0,1-1 0,0 0 1,-1 1-1,1-1 0,0 0 1,0 0-1,0 1 0,0-1 1,0 0-1,0 1 0,1-1 1,-1 0-1,0 1 0,1-1 1,-1 0-1,1 0 0,-1 0 1,1 1-1,0-1 0,-1 0 1,1 0-1,0 0 0,0 0 0,0 0 1,0 0-1,-1 0 0,1 0 1,1-1-1,0 2 0,40 34 911,-34-30-742,49 33-19,2-2 0,2-2 0,68 27 0,-44-21-173,444 226 227,-164-82-1289,-121-64-2794,-113-59-1472,-58-29-1393,10 7-6724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5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1216 0 14205,'-87'15'2781,"50"0"-41,0 3-304,-3 3-44,-7 10-240,0 8-411,-10 15-297,-6 9-280,-1 13-228,0 17-184,-9 22-728,2 20-336,4 22-1372,-6 12-704,-15 12-897,-5 21 41,-4 21-3213,-14 6-5956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37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27 226 5533,'-1'4'1479,"-7"14"91,-8 23 767,16-39-2213,-1-1 0,1 1 0,0 0 1,-1 0-1,1 0 0,0 0 0,0 0 0,0-1 1,0 1-1,1 0 0,-1 0 0,0 0 1,1 0-1,-1 0 0,1-1 0,0 1 1,-1 0-1,1-1 0,1 3 0,3 1 128,1 0 0,-1 0 0,1 0 0,0 0 0,0-1 0,0 0 0,0-1-1,1 1 1,0-1 0,-1-1 0,1 1 0,10 2 0,8 0 314,1 0 0,39 2 0,263-5 1208,10-24-997,-129 7-413,151-7 65,2652-128 538,-1624 88-2182,-724 32-281,580-30-6563,-639 22-874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4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536 76 4788,'6'1'9244,"-3"-1"-9206,-1 0-1,1 0 0,0 0 1,0-1-1,-1 1 0,1-1 1,0 0-1,-1 0 1,5-2-1,7-5 37,0 1-1,0 0 1,0 1-1,1 1 1,0 0-1,29-5 1,100-5-16,-142 15-55,102-5 38,1 4-1,0 4 1,110 20-1,-147-12-28,-2 3-1,1 3 0,-2 3 1,-1 2-1,109 56 1,-127-51-3,0 1 1,-2 3-1,-2 1 1,0 3-1,-3 1 1,-1 2-1,-1 1 1,-3 2-1,-1 2 1,46 78-1,-6 13 77,97 252 0,16 159-90,-180-527 10,416 1515-5,-331-1073-171,-79-362-15,-3 0 1,-8 171 0,-4-228 128,-2-1 0,-2 1 0,-2-1 1,-1-1-1,-2 1 0,-2-2 0,-21 43 1,20-53 30,-1-1 1,0 0 0,-2-2 0,-1 0 0,-2-1 0,0-1 0,-1 0 0,-1-2 0,-50 35 0,22-25 9,0-3 1,-2-2-1,-1-2 0,-1-3 0,-59 15 1,-294 47-7,-163 3 3,-701 116 27,1238-195-110,-14 3-407,0-3-1,0-1 0,-67-1 0,111-5 357,0 0-351,0 0 0,-1-1 1,1 1-1,0-1 1,-1 0-1,1 0 0,0 0 1,-8-4-1,-8-7-3665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5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1782 0 11665,'-63'7'486,"28"-4"-66,-1 2-1,1 1 1,0 2 0,-40 14-1,-170 85 1870,124-50-1609,-271 143 771,298-144-1011,3 5 1,-84 72-1,129-94-257,3 3 1,1 1-1,3 1 1,-47 69-1,69-88-112,1 1 1,1 1 0,2 0-1,0 2 1,2-1-1,1 1 1,1 0-1,2 1 1,1 0-1,-3 39 1,8-57-51,0 0 0,1 0 0,0 0-1,1 0 1,1 0 0,0 0 0,0-1 0,1 1 0,1-1 0,0 1 0,1-1-1,0 0 1,0-1 0,1 1 0,0-1 0,1 0 0,0-1 0,1 0 0,0 0-1,1 0 1,-1-1 0,13 8 0,4 2 9,1-2-1,0-1 1,1-2 0,1 0 0,57 17-1,155 25 57,317 16-463,6-41-1304,-522-28 1517,1297 45-7491,-1100-39 4920,185 4-4107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1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37 11265,'-2'-1'473,"0"0"-1,-1 0 1,1 0-1,0-1 0,0 1 1,0 0-1,0-1 1,0 0-1,0 1 1,0-1-1,1 0 1,-1 0-1,0 0 1,1 0-1,0 0 1,-1 0-1,-3-8 5947,-12 17-4832,15-5-1514,-1-1 0,1 0-1,0 1 1,-1 0 0,1-1 0,0 1 0,0 0-1,0 0 1,1 0 0,-1 0 0,0 1-1,1-1 1,-1 0 0,1 1 0,0-1-1,0 1 1,-1 2 0,0 1 5,1-1 0,0 0 0,1 0 0,-1 1 0,1-1 1,0 1-1,1-1 0,0 8 0,2 0-250,0 1 1,1-2-1,1 1 1,0 0-1,0-1 1,11 18-1,-12-24-64,57 87-5370,-15-37-2848,-4-19-2381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32 8761,'-28'-5'2497,"28"4"-2250,-1 1 1,1-1-1,0 0 1,0 1-1,0-1 1,-1 0-1,1 0 0,0 1 1,0-1-1,0 0 1,0 0-1,0 1 1,0-1-1,0 0 1,1 0-1,-1 1 1,0-1-1,0 0 1,1 1-1,-1-1 1,0 0-1,1 1 0,-1-1 1,0 0-1,1 1 1,-1-1-1,1 1 1,0-2-1,2-4 3446,-12 15-1536,8-8-2033,0 0 0,1 1 0,-1 0 0,0-1 0,1 1 0,0-1 0,-1 1 0,1 0 0,0-1 0,0 1 0,0 0 1,0-1-1,0 1 0,0 0 0,0-1 0,0 1 0,1-1 0,-1 1 0,1 0 0,-1-1 0,1 1 0,0-1 0,0 1 1,1 1-1,27 45 1007,-21-35-685,8 12 4,12 18 73,26 56-1,25 54-6958,-30-62-3335,-19-38-1496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2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12 12721,'-25'-10'2077,"20"8"2266,5 5-2193,7 57 3444,7 4-3384,-7-35-1738,8 30-381,34 80 0,3 11-8380,-35-96 1256,2 0-4410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4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0 14613,'-42'3'2671,"34"-3"7629,10 2-8993,6 5-1043,0 0 0,-1 1 1,0 0-1,0 1 1,-1 0-1,0 0 0,-1 0 1,0 0-1,0 1 0,-1 0 1,3 12-1,17 32-1647,0-4-1135,7 14-2734,-6-22-2506,2-3-4410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5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17330,'31'13'2978,"-25"-11"43,-1 1 1557,9 14-1403,2 58-1490,2-29-1685,2-1 0,2 0 0,54 80 0,-53-90-1075,1-2 1,33 34-1,4-5-4332,4-3-3451,-7-11-3436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5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10409,'0'0'11446,"-14"4"-7784,13-4-3545,0 0 0,1 1 0,-1-1 0,1 0 0,-1 1 0,0-1 0,1 1 0,-1-1 0,1 1 0,-1-1 0,1 1 0,-1 0 1,1-1-1,0 1 0,-1-1 0,1 1 0,0 0 0,-1-1 0,1 1 0,0 0 0,0 0 0,0-1 0,-1 1 0,1 0 0,0-1 0,0 1 0,0 0 0,0 1 0,6 30 1341,-2-20-1299,1-1 0,-1 0 0,13 19 0,2-5-2126,36 37 0,-22-27-3589,-17-16-402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5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6 16490,'-34'-6'10997,"48"15"-8957,-1 1-328,7 8-368,10 12-1160,-10-6-184,7 3 0,0 0 0,-4 3 0,8 0-2324,-1-5-897,-10 5-1187,10 3-2321,7 3-6372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6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19 13793,'-11'-7'1675,"-11"-5"4231,12 30-1618,9-13-3881,-1 0 0,0 0 0,1 0 0,0 0 0,0 0 0,1 0 1,0 0-1,-1 0 0,2 1 0,-1-1 0,1 0 0,-1 0 0,1 0 0,1 0 0,1 6 1,4 9-820,1 0 1,12 22 0,1-5-4088,-9-18 60,-2 0-3601,-3-6-2940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6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13761,'-20'12'5921,"33"9"-3561,-3 3-376,-10 4-360,7 17-460,-4-6-159,1 3-349,-1 3-648,7 1-1160,0-4-1209,3 3-1527,1 9-2353,-11-5-5616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6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41 12097,'0'0'3931,"1"-3"-2136,1-5-499,1-9-77,-2 5 4861,-21 12-4557,19 0-1448,1 0-1,-1 0 1,0 0-1,1 0 1,-1 0-1,0 0 1,1 0-1,-1 0 1,0 0-1,0 0 0,1 0 1,-1 0-1,0 0 1,1 0-1,-1 1 1,0-1-1,1 0 1,-1 1-1,1-1 1,-1 0-1,0 1 1,1-1-1,-1 1 1,1-1-1,-1 1 1,1-1-1,-1 1 1,1-1-1,0 1 1,-1-1-1,1 1 0,0 0 1,-1-1-1,1 1 1,0 0-1,0-1 1,-1 1-1,1 0 1,0-1-1,0 1 1,0 0-1,0-1 1,0 1-1,0 0 1,0 0-1,0-1 1,0 1-1,1 1 1,-2 4-251,-5 73 1416,2-50-1224,1 0 0,2 0 0,1 0 0,1 1 0,2-1 0,6 28 0,-2-31-413,1-1 0,2 0 0,0-1 0,2 0 1,0-1-1,2 0 0,30 38 0,16 4-4438,5-11-3316,10-9-5471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1 4576,'0'0'18423,"-1"3"-17685,1 13-249,0-1 1,0 1 0,2-1-1,0 1 1,0-1-1,10 29 1,4 25 285,-12-38-569,-1 0 1,-2 0 0,0 1-1,-3-1 1,0 0 0,-2 0-1,-13 49 1,5-39-465,-1 0 0,-3-1 0,-1 0-1,-45 73 1,55-102-61,-1 0-1,-1 0 0,0-1 1,0 0-1,-1 0 1,-17 12-1,-3-1-1169,-36 18 1,-23 15-1440,-18 27-3566,-19-4-4187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9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26 11309,'0'-1'3331,"-6"-11"-1717,6 11-1397,0 1 0,0-1 0,0 1 0,-1-1 0,1 1 0,0-1 0,0 0 0,-1 1 0,1-1 0,0 1-1,-1-1 1,1 1 0,0-1 0,-1 1 0,1 0 0,-1-1 0,1 1 0,-1-1 0,1 1 0,-1 0 0,1-1 0,-1 1 0,1 0 0,-1 0 0,1 0 0,-1-1 0,0 1-1,1 0 1,-1 0 0,1 0 0,-2 0 0,-11 6 3241,4 3-3986,7-6 650,-1 1 0,1-1-1,1 0 1,-1 1-1,0 0 1,1-1-1,0 1 1,0 0-1,0 0 1,0-1 0,1 1-1,-1 0 1,1 0-1,0 0 1,0 5-1,2 9 237,7 36 0,-6-40-231,5 20-410,1 0 1,1-1-1,2 0 1,2-1-1,33 59 1,6-15-4347,8-7-4396,-28-38-1556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9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13365,'-47'24'2348,"24"-12"349,13 3-481,-4 6-300,1-6-368,-1 18-296,8 4-280,2-1-228,78 96-1904,-37-89-1064,-4 5-968,14 0-2885,17-6-5344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49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395 16 14137,'-16'-6'2393,"-1"-4"171,-10 20-296,7-7-320,3 3-360,1-3-344,-1 6-308,0 0-155,-6 3-169,-18 15-124,15 0-200,-4 0-492,3 3-972,0 0-517,-7 1-1067,11 5 132,10 6-3533,9-6-5480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0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12 16842,'-27'-12'7604,"0"18"-5828,4 0-383,9 13-269,-9 14-372,-1-3-612,4 6-1092,-13-3-845,-7 0 33,-11 19-5608,-2-1-7390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3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1 11217,'0'0'9009,"-27"9"-7369,-23 3-116,13 3-160,-6 0-200,-1 3-256,-100 64 777,101-52-1657,-4 0-1024,3 3-629,-3-9-1243,7 9-16,20 13-3101,7-7-5212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3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406 0 11205,'-11'23'2380,"8"-18"-155,2-7-1500,-1 0-1,1 0 1,-1 0-1,0 0 1,0 1-1,1-1 1,-1 1-1,-1-1 1,1 1-1,0 0 1,0 0-1,-3-1 1,-8 4-88,1 2 0,0-1 1,-1 1-1,1 1 0,1 0 0,-1 1 1,-17 11-1,-3 5-116,-38 34 0,51-39-1769,1 0 1,1 2-1,-24 32 0,32-37-1496,0 0-1,0 1 0,-7 20 0,5 5-9670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3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21 11669,'9'-17'2095,"-9"17"-2007,0 0 0,0 0 0,0-1 0,-1 1 0,1 0-1,0 0 1,0 0 0,0-1 0,0 1 0,-1 0 0,1 0 0,0 0 0,0 0 0,0 0 0,-1 0 0,1-1 0,0 1 0,0 0 0,0 0-1,-1 0 1,1 0 0,0 0 0,0 0 0,-1 0 0,1 0 0,0 0 0,0 0 0,-1 0 0,1 0 0,0 0 0,0 0 0,-1 0 0,1 0-1,0 0 1,0 0 0,0 0 0,-1 1 0,1-1 0,-4 1 476,0 1-1,1-1 1,-1 1-1,1 0 1,0 0 0,-1 0-1,1 1 1,-4 3-1,-14 17 1884,-29 41 0,0 1-819,-119 133-1850,155-183-751,-1-1 0,0 0 0,-31 22 0,25-21-1259,-36 35 0,-3 20-4291,3 3-4179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6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43 10705,'5'-18'2666,"0"3"2192,-20 11-651,1 2-2136,9-1 3678,1 4-4506,-46 18-124,26-10-1069,0 0-1,-38 23 1,40-20-104,-13 6-108,0 2 0,1 1 0,2 1 0,-46 41 0,33-21-2833,7-7-1401,5 1-3384,7 8-5968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7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0 15337,'-33'3'8153,"22"9"-5685,1 0-463,0 4-373,-13 5-352,-4 0-220,4 3-248,-11 6-792,4 3-472,0 3-1444,-7 4-1225,7 5-415,0 15-3452,6-3-6802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7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0 11057,'24'36'5385,"-41"-42"-2565,0 0-332,1 12 40,2-3-320,-9 6-415,-14 3-337,7 3-296,3 4-224,-10 2-204,0 9-528,-6-3-524,3 6-1356,-4 6-736,-3 4 323,10 11-5603,-3 0-7902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7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466 6 18066,'-43'-6'2932,"16"27"8,17-5-172,-13-1-431,-4 9-421,7-3-376,-11 6-1272,5 6-268,-4 3 0,-1 7 0,-9-7 0,3 3 0,4 3-1480,-1-9-2088,4 9-297,13 16-3155,11-4-6830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8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5 14385,'-10'-1'773,"5"0"-108,-1 0 1,1 0 0,0 1 0,-1 0-1,1 0 1,-7 1 0,9-1 4108,0 3-2440,-32 34 2310,2 5-3384,-21 24-1323,-24 10-114,-23 27-270,58-46-4267,34-43 1279,1 1 1,-9 19 0,3 8-10708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8:58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479 1 17822,'-60'72'3448,"26"-36"-392,7-3-552,-6-3-547,3 4-393,-7 2-372,-3 3-884,-4-3-1204,1 3-1272,-8 7-45,8 8-5563,6 3-8038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00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3326 276 5000,'12'-14'351,"0"0"-1,0 1 1,1 1-1,1 0 1,0 1-1,0 0 1,22-11-1,48-34 1610,-60 38-1492,0 2 0,2 0 0,37-16 0,-49 26-335,0 1-1,1 0 0,0 1 0,0 1 0,18-2 0,-27 4-105,0 1 0,1 0 0,-1 1 1,0-1-1,1 1 0,-1 0 0,0 1 0,0 0 0,0 0 0,0 0 1,0 0-1,-1 1 0,1 0 0,-1 0 0,6 5 0,5 5 20,-2 1 0,0 1 0,0 0 0,-1 0 0,-1 1 1,-1 1-1,14 25 0,-1 7 54,28 77 1,-39-86-86,-1 2-1,-2-1 1,-1 2 0,-3-1 0,-1 1 0,-2 0 0,-3 0 0,-1-1 0,-1 1 0,-3 0 0,-2-1 0,-1 1 0,-2-2 0,-3 0 0,0 0 0,-34 67 0,0-19 63,-91 129 0,-78 68 277,-63 93 497,248-330-665,2 0 0,-43 105-1,63-132-122,2 0 1,1 0-1,0 1 0,2-1 0,1 1 0,0 0 0,2 0 0,1 0 0,0 0 0,5 30 0,-1-38-43,0 0-1,1-1 1,0 1 0,1-1-1,1 0 1,0-1-1,1 0 1,1 0 0,0 0-1,0-1 1,1-1-1,1 1 1,0-2 0,0 1-1,22 13 1,3 0 2,2-1 0,0-2 0,1-2 1,57 19-1,-4-7-14,2-5 1,0-3 0,184 19-1,299-29 58,-450-19-101,167-29-1,-231 24 27,-2-4 0,0-2 0,-1-2 0,96-47 0,-122 49 36,-2-2 0,52-40 0,-69 48-42,-2-2 0,1 1 0,-2-2 0,0 0 0,0 0 0,-1-1 0,12-22 0,21-54 261,-43 88-146,-2 3-94,0 0 0,0 0 0,0 0-1,0-1 1,0 1 0,0 0 0,0-1-1,0 1 1,0 0 0,0-1 0,0 1 0,0-1-1,0 0 1,0 1 0,0-2 0,0 2-3,1-1 1,0 1 0,-1 0-1,1-1 1,0 1 0,-1 0-1,1-1 1,-1 1 0,1 0-1,-1 0 1,1 0 0,-1-1-1,1 1 1,-1 0 0,1 0-1,-1 0 1,1 0 0,-1 0-1,1 0 1,-1 0 0,1 0-1,-1 0 1,1 0 0,-1 0-1,1 0 1,-1 0 0,1 0-1,-1 0 1,1 1 0,-1-1-1,1 0 1,-1 0 0,1 1-1,-1-1 1,1 0 0,0 1-1,-1-1 1,1 0 0,0 1-1,-1-1 1,1 0 0,0 1-1,-1-1 1,1 1 0,0-1-1,0 1 1,-1-1 0,1 1-1,-26 35 246,1 1-1,2 2 0,2 0 1,-29 72-1,0 1 161,-17 54-52,21-58-347,4 2 0,-37 154 0,-11 240-17,37 167 50,-4 1058 2242,15-852-1694,27-479-483,11 204 167,9-414-140,11 866 1963,18-391-1136,-2-104-448,-27-392-414,-1 346 81,-9-408-130,-5-1 1,-44 195-1,43-256-45,-2-1 0,-2-1 0,-2 0 0,-2-1 0,-1-1 0,-2 0 0,-2-2 0,-1-1 0,-2-1 0,-1-1 0,-2-1 0,-1-2 0,-2-1 0,-1-2 0,-1-1 0,-74 43 0,30-30-20,-1-3 1,-2-3-1,-2-4 0,-168 36 1,-363 15-91,-971-31-4037,791-66-369,5-13-3696,504 17 966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06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8217,'451'-25'3940,"-254"10"-3433,-12 2-227,472-23 271,-1 52-411,-525-4 188,-75-7 7,-41-5-147,0 1 0,20 5 0,12 1 283,-40-7-439,0 1-1,0-1 0,0 2 0,0-1 1,0 1-1,-1 0 0,1 0 0,8 5 1,18 15 337,-2 0 1,0 2-1,39 40 1,-44-37-128,-2 1 0,0 1 0,-2 0 0,-2 2 0,29 57 1,68 201 644,6 77-263,-62-168-281,-9 2 0,-9 3 0,21 251 0,-52-227-298,-6-95 24,-4-79-58,-1-18-17,9 59-1,3-21-117,-3 1-1,0 85 0,-10-122 71,-2 1 0,-2-1 0,-1 0 0,-2 0 1,-1-1-1,-16 44 0,10-42 1,-43 106-203,46-121 213,0 0 1,-2-1-1,-1-1 0,-16 21 1,25-37 31,-7 11-53,-2 0-1,0-1 0,0-1 0,-25 19 1,33-29 54,0-1 1,0 1-1,-1-1 1,1 0 0,-1-1-1,0 0 1,1 0-1,-1 0 1,0-1-1,0 0 1,0 0-1,-1-1 1,1 1 0,0-2-1,0 1 1,0-1-1,-7-2 1,-11-3-77,1-1 0,0-2 0,0 0 0,1-2 0,0 0 1,-29-21-1,7 1-477,-81-72-1,95 72 37,0-1-1,3-2 1,-33-47-1,20 15-1438,-34-72 0,68 124 749,-1-1-1,0 2 0,-11-14 0,7 14-2921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07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31 720 7293,'-26'-3'2005,"21"3"1360,9 0-1928,31-2 148,-1-2 1,52-11-1,-19 2-879,1028-157 1819,-273 45-2197,-581 87-251,740-138 131,-947 168-173,79-16 350,171-62 0,-282 85-369,-1 1 0,0-1 0,0 1 0,0-1 0,0 1 0,0-1 0,0 1-1,0-1 1,0 0 0,0 0 0,0 1 0,0-1 0,0 0 0,-1 0 0,2-1-1,-2 1-13,0 1-1,0-1 0,0 1 1,0-1-1,0 1 0,0-1 0,0 1 1,0-1-1,0 1 0,0-1 1,0 1-1,0 0 0,0-1 0,0 1 1,0-1-1,-1 1 0,1-1 0,0 1 1,0 0-1,0-1 0,-1 1 1,1-1-1,0 1 0,-1 0 0,1-1 1,-3-1-24,1 0 1,-1 0-1,1 1 0,-1-1 1,1 1-1,-1-1 1,0 1-1,-3-1 1,-17-3-735,0 1 0,0 0 1,-37 1-1,43 2 131,-107 3-7920,88-2 123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09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4 2976,'-27'-3'1848,"44"12"-1580,-4 3-236,-6 0-972,0 0-272,9 9 328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09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22 13613,'-17'-21'8892,"17"25"-7117,3 23-603,1 1-1,1-1 1,2-1 0,0 1-1,15 32 1,4 20-180,32 134-760,45 320 1,-3 154-3142,-41-283-5094,-43-291 919,0-16-4703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0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21 261 12693,'-20'-15'8276,"46"23"-6775,-7 0-1131,23 5-127,0 1 1,-1 3-1,-1 1 0,0 2 1,-2 2-1,54 40 0,-44-25-293,-2 2 1,-2 2-1,-1 2 0,45 58 0,-47-47-214,-2 2-1,61 120 1,-85-144 143,-1 0 0,-2 0 0,-1 2 0,-2-1 0,-1 1 0,-2 0 0,4 57 0,-10-51-103,-1-1 0,-2 1 0,-13 62 1,11-81 119,-1 1 0,-1-1 0,-1-1 0,-1 1 0,0-2 0,-2 1 0,-23 32 1,32-49 82,0 0 0,0 0 1,-1-1-1,0 1 1,1-1-1,-1 1 1,0-1-1,0 0 0,0 0 1,0-1-1,-5 3 1,7-4 20,-1 1 1,1-1 0,-1 0 0,1 1-1,-1-1 1,0 0 0,1 0 0,-1 0-1,1 0 1,-1-1 0,1 1 0,-1 0-1,1-1 1,-1 1 0,1-1 0,-1 1-1,1-1 1,-1 0 0,1 1 0,0-1-1,0 0 1,-1 0 0,1 0 0,0 0-1,0 0 1,0 0 0,-1-2 0,-5-5 37,1-1 0,1-1 0,0 1 0,0-1 1,0 1-1,1-2 0,1 1 0,0 0 0,0-1 0,1 1 1,-1-21-1,0-13 213,6-69 1,-3 105-229,10-109 309,32-154 0,51-112-54,-73 311-214,2 1 1,4 1 0,3 1-1,3 1 1,56-89 0,-78 143-57,0 0 1,1 0-1,0 1 1,1 1-1,1 0 1,0 0-1,0 1 1,16-9-1,-21 16-7,-1 0-1,0 0 0,1 1 1,-1 0-1,1 1 0,0 0 1,0 0-1,0 0 0,0 1 1,1 1-1,-1-1 0,0 1 1,0 0-1,0 1 0,0 0 0,1 1 1,-1-1-1,15 7 0,-5 0 13,1 0-1,-1 2 0,-1 0 0,0 1 1,0 1-1,-2 1 0,1 0 0,-1 1 1,18 23-1,2 6-8,-2 1 1,34 62-1,-27-32 1,-3 1 1,50 151-1,21 171 0,5 180-1938,-58-279-3940,-42-238 1083,0-12-2764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0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22 281 12061,'-1'-2'1844,"-1"-9"-864,0 1 1,1 0-1,0-1 1,0 1-1,1-1 1,1 1-1,2-17 0,-2 10-977,6-41 998,-7 53-956,0 0-1,0 0 1,0 0-1,1 0 1,-1 1-1,3-9 1,-2 10-24,0-1 0,0 0 1,-1 1-1,1-1 0,-1 0 0,0 0 0,0 1 1,0-1-1,-2-6 0,-1-5 7,3 12 17,-2 8-44,-6 24 35,2 0-1,0 0 1,2 1 0,2 0-1,1 57 1,24 157 182,-21-232-206,4 31 5,1 0 0,3 0 0,16 44 0,-19-69-39,0 0 1,1 0-1,1-1 1,1 0-1,1 0 0,0-1 1,1 0-1,0-1 1,18 15-1,-27-27 10,0 0 0,0-1 1,0 1-1,0-1 0,0 0 0,0 0 0,1 0 0,-1-1 0,1 1 1,-1-1-1,1 0 0,0 0 0,-1 0 0,1 0 0,0-1 1,0 1-1,0-1 0,-1 0 0,1 0 0,0-1 0,0 1 0,0-1 1,-1 0-1,1 0 0,0 0 0,-1 0 0,1-1 0,-1 1 0,1-1 1,-1 0-1,0 0 0,0 0 0,4-4 0,7-6-2,-1 0-1,0-2 1,-1 1-1,-1-2 1,16-23-1,133-245-44,-147 257 70,2 0 0,1 1 0,1 1 0,1 1 0,1 1 0,24-22-1,-40 41 2,-1 1 0,1 0 0,0 0 0,1 1 0,-1-1 0,0 1 0,1-1 0,-1 1 0,0 0 0,1 0 0,-1 0-1,1 1 1,0-1 0,-1 1 0,1 0 0,-1 0 0,1 0 0,4 1 0,2 1 5,1 1 1,-1-1-1,0 2 1,11 4-1,-15-5-12,-1 0-1,1 1 1,-1 0-1,0-1 1,0 2-1,-1-1 1,1 0-1,-1 1 0,6 9 1,2 0 7,102 115 90,-112-127-112,0-2-4,-1 0 15,1-1 0,0 1 0,-1-1 0,1 0 0,-1 1 0,1-1 0,-1 0 0,1 0 0,-1 0 0,1 0 0,-1 0 0,0 0 0,1 0 0,-1 0 0,0-1 0,1-1 0,15-25 34,-10 8-36,-2 0 1,5-29 0,-7 33-2,0 1 0,1-1 0,0 1-1,1 0 1,9-19 0,-13 33 4,1 1-1,-1-1 0,0 1 1,0 0-1,1-1 0,-1 1 1,0 0-1,0 0 0,1 0 1,-1-1-1,0 1 1,1 1-1,-1-1 0,0 0 1,3 1-1,-2-1-6,10 2-202,-1 0 0,0 1 0,0 0 0,-1 0 0,1 1 0,-1 1 1,0 0-1,0 0 0,11 9 0,4 0-929,-3-1 83,34 16-2940,-19-17-1752,-9-8-952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1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8 100 9661,'-6'-82'1962,"5"65"1505,13 36-845,4 10-1986,-2 1-1,-1 1 0,-1 0 0,9 43 1,-13-47-408,150 633 1934,-143-566-2858,5 110-1,-13-5-4556,-4-118 812,3 11-4767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1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0 173 8917,'7'-12'507,"-1"0"0,2 0-1,0 1 1,0 1 0,1-1 0,0 1 0,0 1 0,1 0 0,1 0 0,0 1-1,0 0 1,0 1 0,1 0 0,0 1 0,0 0 0,1 1 0,0 0 0,0 1 0,20-3-1,-12 4-218,1 2 0,0 1 0,-1 0 0,1 1 0,0 2 0,-1 0 0,0 1 0,22 8 0,-28-7-204,0 1 0,-1 0-1,0 1 1,0 0 0,0 1 0,-1 1-1,-1 0 1,1 1 0,-1 0 0,-1 1-1,0 0 1,9 13 0,-5-4-115,-2 1 1,-1 0-1,0 0 1,-2 2 0,0-1-1,6 25 1,7 48-2873,-10 3-4803,-9-49-1223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1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10 9877,'-20'-9'3108,"40"12"-3204,0 0-572,0 12-4068,0 0 235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2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28 203 9653,'-8'-52'957,"-11"-49"3710,19 65-1425,5 23-1816,-4 13-1406,-1 0-1,1 0 0,-1 0 0,1 1 1,-1-1-1,1 0 0,-1 0 0,1 0 1,-1 1-1,0-1 0,1 0 0,-1 0 1,1 1-1,-1-1 0,0 0 1,1 1-1,-1-1 0,0 0 0,1 1 1,-1-1-1,0 1 0,0-1 0,1 1 1,-1-1-1,0 0 0,0 1 0,0-1 1,0 1-1,0 0 0,21 47 291,-3 1 0,-1 0 0,-3 1 0,-2 1-1,8 79 1,0 265-78,-34 155-2597,-8-183-2926,16-244 625,5-10-2642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8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1 178 11769,'0'0'2204,"3"-18"-240,-3-3 1113,7 9-1953,0-3 652,-1-3-1204,1 3 496,0-3-1404,3 3-628,-20-9-3268,3 2-1133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8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2199 8997,'0'0'4061,"-3"-1"-2152,-31-9 1217,34 10-3048,-1-1 0,1 1 0,-1-1 0,0 0 0,1 1 0,0-1 0,-1 0 0,1 1 0,-1-1 0,1 0 0,0 0 0,-1 1 0,1-1 0,0 0 0,0 0 0,0 1 0,0-1 0,-1 0 0,1 0 0,0 0 0,0 1 0,1-2 0,-1 0 156,-7-50 599,2 1-1,2-1 1,6-70-1,29-155 381,-3 40-53,-9-100-582,-48-658 0,28 993-568,0-1 0,0 0-1,-1 0 1,1 1 0,-1-1-1,0 0 1,1 1 0,-1-1-1,0 1 1,-1-1-1,1 1 1,0-1 0,-1 1-1,1 0 1,-3-3 0,4 5-5,-1 0 0,1-1 0,-1 1 0,1 0 0,-1 0 0,1-1-1,-1 1 1,1 0 0,-1 0 0,1 0 0,-1 0 0,1 0 0,-1 0 0,0 0 0,1 0 0,-1 0 0,1 0 0,-1 0 0,1 0 0,-1 0 0,1 0 0,-1 1 0,1-1 0,-1 0 0,0 1 0,-15 17 108,2 10-22,1 0 0,1 1 0,2 0 1,1 1-1,2 0 0,0 1 1,-1 31-1,-7 225 302,15-268-370,20 464 298,-9-399-299,4 0 0,3-1 0,48 136 1,-56-195-121,2 1 0,0-1 0,1-1 0,1 0 1,1-1-1,2-1 0,0 0 0,1-2 0,0 0 1,23 17-1,-29-26-19,0-2 1,0 0-1,1-1 1,1 0-1,-1 0 1,1-2-1,0 0 1,21 5-1,-23-8 42,-1 0-1,1-1 1,-1-1-1,1 0 0,-1 0 1,1-1-1,-1 0 1,1-1-1,-1-1 0,0 0 1,21-8-1,-17 3 24,-1 1 1,-1-2-1,1 0 0,-2 0 1,1-1-1,-1-1 0,-1 0 1,0-1-1,0 0 0,-1-1 0,-1 0 1,11-18-1,8-21-50,42-107 1,-64 144 93,19-51 17,22-53 220,-45 115-148,0 0-1,0 1 1,1-1-1,-1 1 1,1-1-1,0 1 0,0 0 1,4-4-1,-7 7-76,0 0 1,0 0-1,0 0 0,0 1 0,0-1 1,0 0-1,0 0 0,0 0 0,0 0 0,0 0 1,0 0-1,0 0 0,0 0 0,0 0 1,0 0-1,0 1 0,0-1 0,0 0 1,0 0-1,0 0 0,0 0 0,0 0 0,0 0 1,0 0-1,0 0 0,0 0 0,0 1 1,0-1-1,0 0 0,0 0 0,0 0 1,0 0-1,0 0 0,0 0 0,0 0 0,0 0 1,1 0-1,-1 0 0,0 0 0,0 0 1,0 0-1,0 0 0,0 0 0,0 1 1,0-1-1,0 0 0,0 0 0,0 0 0,1 0 1,-1 0-1,0 0 0,0 0 0,0 0 1,0 0-1,0 0 0,0 0 0,0 0 1,0 0-1,0 0 0,1-1 0,-1 1 0,0 0 1,0 0-1,0 0 0,34 190 719,-14-65-1111,-4-56-556,2 7-2004,-13-22-2474,-5-23-146,3-8-3156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9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7 10501,'-40'-6'3764,"56"12"-3008,1 0-188,-7 6-468,-3 3-724,13-3-568,4 6-936,-8 6-1324,8 19-1857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19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9041,'0'0'3196,"2"3"-1810,6 4-945,0-1 0,-1 2 0,-1-1 0,1 1-1,-1 0 1,0 0 0,-1 1 0,0 0 0,5 12 0,60 212 1251,-41-130-1301,-24-81-376,-1-13 334,6-23-120,8-23 7,21-62 1,-31 74-207,0 1 0,2 1 0,0-1-1,2 2 1,1-1 0,27-35 0,-35 52-28,0 1 0,0 0 1,1 1-1,-1-1 0,1 1 0,0 0 1,0 0-1,1 1 0,-1 0 0,1 0 0,-1 1 1,1-1-1,0 1 0,0 1 0,0-1 1,0 1-1,0 1 0,0-1 0,0 1 0,1 0 1,-1 1-1,0 0 0,0 0 0,0 0 1,0 1-1,0 0 0,-1 1 0,1-1 0,7 5 1,-11-6-7,-1-1 1,1 1 0,-1-1 0,0 0 0,1 0 0,-1 0-1,1-1 1,-1 1 0,0 0 0,1-1 0,-1 0-1,0 1 1,1-1 0,-1 0 0,0 0 0,0 0 0,0-1-1,0 1 1,0 0 0,0-1 0,3-3 0,-1 1 2,0 0 1,-1-1-1,0 0 0,0 1 1,0-1-1,-1 0 1,0-1-1,0 1 1,0 0-1,0-1 1,-1 1-1,0-1 0,0 1 1,-1-1-1,1-7 1,-2-9-2,-1 1 1,-8-38 0,3 18 46,-2 4 73,8 34 36,1 25-52,1-15-97,0-1 1,0 1-1,1-1 0,0 1 0,0-1 0,0 0 0,1 0 0,0 0 1,6 9-1,1 5-44,3 5-980,31 45 1,1-11-6929,-22-34-891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6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544 134 13241,'-6'5'165,"-19"16"1400,0 2 0,2 0-1,-36 45 1,-93 169 4683,115-166-5454,2 0 1,4 3-1,-30 99 0,50-132-625,-16 49 310,-15 104 0,38-167-454,1 1 1,1 1 0,1-1 0,2 0 0,1 0-1,1 0 1,1 0 0,10 34 0,-10-49-155,0-1 0,1-1 0,1 1 0,0-1 0,1 1 0,0-2 0,0 1 0,1-1 0,0 0 0,1-1 0,0 0 0,1 0 0,0-1 0,0 0 0,0-1 0,1 0 0,1-1 0,-1 0 0,24 8 0,-15-7-134,1-2-1,-1-1 1,1 0 0,0-1 0,1-2 0,-1 0 0,0-1 0,0-1-1,1-1 1,-1-1 0,30-8 0,-12-1 73,0-1-1,0-2 1,-1-2 0,-1-1 0,-1-2 0,0-1-1,-2-2 1,-1-2 0,0-1 0,-2-1-1,-1-1 1,40-51 0,-32 29 141,-2-1 0,-2-2 0,-3-1 0,-2-1 0,-3-2 0,-2 0 1,27-102-1,-21 38 659,-6 0 1,-6-2 0,-5 0 0,-2-133-1,-11 234-78,-1 1 0,-1 0 0,-5-24 0,-3 67 797,6-9-1162,2-1 0,0 1 0,0 0 0,1 0-1,1 19 1,9 71 352,-4-60-366,18 125-35,8 0 0,66 205-1,-96-371-127,1 8-71,1 1-1,0-1 0,1 0 0,0 0 1,1 0-1,0 0 0,0-1 0,1 0 1,8 10-1,-12-17 57,1-1-1,-1 1 1,0-1-1,0 1 1,1-1-1,-1 0 1,1 0 0,-1 0-1,1-1 1,-1 1-1,1 0 1,0-1-1,-1 0 1,1 0-1,0 1 1,-1-2 0,1 1-1,0 0 1,-1 0-1,1-1 1,-1 0-1,1 1 1,3-3-1,1 1-11,0-1 1,0 0-1,0-1 0,0 1 0,-1-2 0,11-7 0,10-14-73,-1-1 1,34-47 0,-6 7-16,-13 17-9,-14 18 79,0 0 0,37-32 0,-54 56 54,-1 1 0,1-1 0,1 1 0,-1 1 0,1 0 0,0 1-1,0 0 1,1 0 0,0 1 0,0 1 0,22-4 0,-26 6-1,0 1 1,-1 1-1,1-1 1,0 1-1,0 0 0,-1 1 1,1 0-1,-1 0 1,1 1-1,-1-1 1,0 2-1,0-1 1,11 8-1,6 6 13,-2 0 0,30 30 1,-12-11-41,-21-19-107,1-1 1,0-1-1,1-1 0,1 0 0,42 18 0,-59-30 41,0-1-1,1 1 0,-1-2 0,1 1 0,-1 0 0,1-1 0,0 0 0,-1 0 0,1-1 0,-1 1 0,1-1 0,-1-1 0,11-3 0,-9 3 19,0-1-1,0 0 0,-1-1 0,1 1 1,-1-1-1,1-1 0,-1 1 1,-1-1-1,9-8 0,2-7-53,0-2-1,-2 1 0,0-2 0,19-43 0,-14 20 19,16-60 1,7-89 13,-37 166 98,-4 28 0,-1-1 1,0 0 0,0 0 0,0 0 0,0 0-1,0 0 1,0 0 0,0 0 0,-1 0 0,1 0-1,-1 0 1,1 1 0,-1-1 0,0 0 0,1 0-1,-1 0 1,0 1 0,0-1 0,-1 1 0,1-1-1,0 1 1,0-1 0,-3-2 0,-2-1 7,5 5-7,0 0 1,0 0-1,0 0 1,0 0-1,0 0 1,0 0 0,0 0-1,0 0 1,0 1-1,0-1 1,0 0-1,0 1 1,0-1 0,0 1-1,0-1 1,0 1-1,1-1 1,-1 1-1,0-1 1,0 1 0,-1 1-1,0-1 0,-6 5-4,0 0 1,1 1-1,0 0 0,0 0 0,0 1 0,1 0 1,0 0-1,-8 14 0,-2 9-58,-15 39-1,10-20-155,18-44 171,1 0 1,-1 1 0,1-1-1,1 1 1,-1-1-1,1 1 1,0 0-1,1 0 1,0-1 0,1 13-1,-2-19 46,1 0 0,0 0 0,0 0 0,0 0 0,0 1 0,0-1 0,1 0 0,-1 0 0,0 0 0,0 0 1,0 1-1,0-1 0,0 0 0,0 0 0,0 0 0,0 0 0,0 0 0,0 0 0,0 1 0,0-1 0,0 0 0,1 0 0,-1 0 0,0 0 0,0 0 0,0 0 0,0 0 0,0 0 0,0 1 0,1-1 0,-1 0 0,0 0 0,0 0 0,0 0 0,0 0 0,0 0 0,1 0 1,-1 0-1,0 0 0,0 0 0,0 0 0,0 0 0,1 0 0,-1 0 0,10 1-4,-6 0 39,1 0 0,-1 0-1,1-1 1,-1 0 0,0 0 0,1 0-1,-1 0 1,1-1 0,-1 0 0,8-2-1,14-7 250,1 1 0,0 2 0,0 0 0,0 2 0,1 0 0,0 3-1,56 0 1,-43 9-912,-30-5 89,1 0-1,23 1 0,-5-3-471,70-1-2888,-29-7-4255,-22-1 759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7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47 781 10529,'-4'-19'2793,"4"19"-2657,0 0 0,-1-1 0,1 1 0,0 0 0,0 0 0,0 0 0,-1 0 0,1 0 0,0 0 0,0 0 1,-1 0-1,1 0 0,0 0 0,-1 0 0,1 0 0,0 0 0,0 0 0,-1 0 0,1 0 0,0 0 0,0 0 0,0 0 0,-1 0 0,1 1 1,0-1-1,0 0 0,-1 0 0,1 0 0,0 0 0,0 1 0,0-1 0,-1 0 0,1 0 0,0 0 0,0 0 0,0 1 0,0-1 0,-11 19 4703,8-3-5002,2 9 1185,1 0-1,5 28 1,-2-25-540,-1 34 0,-3-55-422,-14 244 1222,2-187-1002,12-60-174,9-25-86,8-20-119,3 2-1,34-57 0,59-70-1440,-38 59 540,203-295-2372,27 19 1090,-300 377 2295,0 1 0,1 0 0,-1-1 0,1 1 0,1 1 0,-1-1 0,1 1 0,-1 0 0,1 0 0,1 1 0,-1 0 0,13-5 0,-19 8-8,0 0-1,1 0 1,-1 0 0,0 0-1,0 0 1,0 0 0,0 0-1,0 0 1,0 0 0,0 0-1,0 0 1,1 0-1,-1 0 1,0 0 0,0 0-1,0 0 1,0 0 0,0 0-1,0 0 1,0 0 0,0 0-1,1 0 1,-1 0-1,0 0 1,0 0 0,0 0-1,0 0 1,0 0 0,0 0-1,0 1 1,0-1 0,0 0-1,0 0 1,0 0-1,1 0 1,-1 0 0,0 0-1,0 0 1,0 0 0,0 0-1,0 1 1,0-1 0,0 0-1,0 0 1,0 0 0,0 0-1,0 0 1,0 0-1,0 0 1,0 1 0,0-1-1,0 0 1,0 0 0,0 0-1,0 0 1,0 0 0,-1 0-1,1 0 1,0 0-1,0 1 1,0-1 0,0 0-1,0 0 1,-1 16 164,0 0-1,-2 0 1,1 0-1,-2 0 1,-10 26 0,-38 81 350,17-48-327,2 5-197,-75 130 0,106-206-53,0-1-1,0 1 0,0 0 0,0 0 0,1 0 1,0 1-1,0-1 0,0 0 0,0 0 0,1 1 0,-1 6 1,1-9 36,0-1 0,1 0 0,-1 0 0,0 0 0,0 0 0,1 0 0,-1 0 0,1 0 0,-1 0 0,1 0 1,-1 0-1,1 0 0,0 0 0,-1 0 0,1 0 0,0 0 0,0 0 0,0-1 0,0 1 0,-1 0 0,3 0 0,-1 0-13,1 0 0,-1 0 0,1-1 0,0 1 0,-1-1-1,1 0 1,-1 0 0,1 0 0,0 0 0,-1 0 0,1-1-1,-1 1 1,1-1 0,2 0 0,31-10-402,0-1-1,46-23 1,45-20 81,178-89-2879,-194 86 975,-72 40 1602,-1-2 0,0-2 0,-1-1 0,60-52 0,-70 49 2043,23-29 0,-30 33 1018,-16 19-69,-12 12-1346,5-7-922,1 1 0,0 0 1,1-1-1,-1 1 1,0 0-1,1 0 0,0 0 1,-1 0-1,1 0 0,0 0 1,1 0-1,-1 1 0,0-1 1,1 0-1,0 0 0,0 1 1,0 2-1,0-4-132,0 0-1,1-1 1,-1 1 0,0 0-1,1-1 1,-1 1 0,1-1-1,-1 1 1,1-1 0,0 1-1,0-1 1,0 0 0,0 1-1,0-1 1,0 0 0,0 0-1,0 1 1,0-1 0,0 0-1,1 0 1,-1 0 0,1-1-1,-1 1 1,0 0 0,1 0-1,-1-1 1,1 1 0,0-1-1,-1 1 1,1-1 0,-1 0-1,1 0 1,0 0 0,2 0-1,8-1-443,-1-1-1,0 0 1,0-1-1,0 0 0,0-1 1,-1 0-1,1 0 1,14-10-1,35-26-3113,-37 23 1725,31-18-2829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7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7141,'-20'6'5712,"37"-3"-5736,3 3-148,-13 12-492,-1 3-352,-16-5-680,4-1-1032,2 6-841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7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0 712 5104,'5'-15'363,"0"1"-1,1 0 1,1 0-1,0 0 1,0 1-1,2 0 1,13-17-1,3-3 280,21-37 0,-25 36-552,35-43-1,96-80-863,14-17 1510,-165 173-688,-1 0 1,1 0-1,0 0 0,0 0 0,0 0 1,0 0-1,0 0 0,0 0 1,0 0-1,0 0 0,0 1 1,0-1-1,0 1 0,0-1 1,1 0-1,-1 1 0,0 0 1,0-1-1,3 1 0,-3 0 39,1 1 0,0-1 0,-1 1-1,1 0 1,0 0 0,-1 0 0,1 0-1,-1 0 1,0 0 0,1 0 0,2 3-1,-2-2 140,-2-1-216,1-1 1,-1 1-1,0 0 0,0 0 0,1 0 0,-1-1 0,0 1 0,0 0 0,0 0 0,0 0 0,0 0 0,0-1 0,0 1 0,0 0 0,0 0 0,0 0 0,0 0 0,0-1 0,-1 1 0,1 1 0,-1-1-56,1 0-1,-1 1 1,1-1-1,0 0 0,0 0 1,0 1-1,0-1 1,0 0-1,0 1 0,0-1 1,0 0-1,0 1 0,0-1 1,1 0-1,-1 0 1,1 3-1,0-3 4,0 1 0,0-1 0,1 0 0,-1 0 0,0 1 0,0-1 0,0 0 0,1 0 1,-1 0-1,1 0 0,-1 0 0,1 0 0,-1-1 0,1 1 0,0 0 0,-1-1 0,1 1 0,-1-1 0,1 0 0,0 0 0,0 1 0,-1-1 0,1 0 0,0 0 1,-1-1-1,1 1 0,0 0 0,0 0 0,-1-1 0,1 1 0,0-1 0,-1 0 0,1 1 0,-1-1 0,1 0 0,-1 0 0,1 0 0,-1 0 0,0 0 0,1 0 0,-1 0 1,0-1-1,0 1 0,0 0 0,0-1 0,1-1 0,1-3 137,0 0 1,-1 1-1,0-1 1,0 0 0,0 0-1,-1 0 1,0 0-1,0-8 1,2-1 485,-3 12 84,-5 3-143,-1-1 1,0 2-1,1-1 0,-1 1 0,0 0 0,-7 2 0,10-2-376,0 1 0,1-1 0,-1 1 0,1 0 1,0 0-1,-1 0 0,1 0 0,0 0 0,0 0 0,0 0 0,1 1 0,-1-1 1,0 1-1,-1 3 0,-2 4 34,1 0 0,-1 1 0,2-1 0,0 1 0,0 0 0,1 0 0,0 0 0,0 0 0,2 0 1,-1 14-1,2-8-276,1 0 0,1 0-1,0-1 1,1 1 0,12 31 0,-14-41-157,1-1 0,1 0 0,0 1 0,-1-2 0,2 1 0,-1 0 0,1-1 0,-1 0 0,10 8 0,0-3-1406,-1-1 0,1 0 0,17 7 0,8 5-4546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7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7753,'34'24'2181,"0"0"1,-2 3-1,53 54 1,-71-65-1936,-1 1 1,0 0 0,-2 1-1,0 0 1,-1 0-1,-1 1 1,0 1-1,-2 0 1,8 28-1,-10-20 101,-2 0-1,0 0 0,-3 36 0,0-49-109,0-11 244,-2-5-452,0-1-1,0 1 1,0 0 0,0-1-1,0 0 1,1 1-1,-1-1 1,0 0 0,1 0-1,-1 0 1,1 0-1,0 0 1,0 0-1,0 0 1,-1-3 0,3-5-7,0 1 1,1-1 0,0 0-1,1 1 1,0-1 0,6-13-1,-6 16-18,12-26-333,1 0 0,1 2 0,2 0 0,43-55 0,105-96-3834,-158 174 3908,117-112-6114,-63 70 118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29:28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3224,'0'0'1104,"-20"3"-1248,-4 3-1068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8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700 91 4640,'-5'-23'1071,"4"18"-161,-1 0-265,0-1 0,0 1 0,0-1 0,0 1 0,-1 0 0,0 0-1,0 0 1,-6-8 0,5 8-677,2 2 3410,-16 44-2587,3 1 0,1 0 0,-11 54 1,2-4-314,-213 659 933,78-261-3615,19 5-7067,107-364 2905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8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81 419 7601,'-67'25'1096,"53"-20"3706,35-6-3583,-6 1-982,364-48 1561,-186 17-1486,340-48 141,611-117-6200,-903 146 2141,0 6-1575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8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1364 194 5448,'-119'-123'5632,"80"83"-4595,36 37-953,2 1-5,0 0-1,-1 0 1,0 0-1,1 0 1,-1 0 0,0 0-1,0 1 1,0-1-1,0 0 1,0 1 0,-1 0-1,1-1 1,0 1-1,-5-1 1,6 1-28,-1 1 0,0 0-1,0 0 1,0 0 0,0 0 0,0 0 0,0 0 0,0 0 0,0 1-1,0-1 1,0 1 0,0-1 0,0 1 0,1 0 0,-1 0 0,0 0-1,0 0 1,1 0 0,-1 0 0,1 0 0,-1 0 0,1 1 0,-1-1-1,-1 3 1,-2 2 80,1-1 0,0 1-1,0 0 1,1 0 0,-5 12-1,-70 178 1909,-176 413-57,-19-61-2687,-31-16-5291,205-372 2034,12-3-1847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9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941 206 6537,'3'-20'1433,"0"0"0,9-26 0,-10 39-1058,0 0 0,1 1 0,0-1 0,0 1 0,0 0 0,1 0 0,0 0 0,0 0 1,1 1-1,0 0 0,5-6 0,-3 6-182,-1 1-1,1-1 1,0 1 0,0 0 0,1 1-1,-1 0 1,1 0 0,0 0 0,-1 1-1,1 0 1,0 1 0,0 0 0,0 0 0,1 0-1,-1 1 1,0 1 0,0-1 0,0 1-1,0 1 1,0-1 0,9 4 0,7 3-26,0 2 0,-1 0 1,0 1-1,-1 1 0,0 2 0,-1 0 1,0 1-1,28 28 0,-12-7-5,-2 2-1,-1 1 1,33 52-1,-26-28-70,-4 1 0,-2 2-1,-3 2 1,-3 0-1,-3 2 1,-4 1 0,-2 1-1,18 134 1,-29-117-62,-4 0 1,-3 1-1,-5-1 0,-3 1 0,-5-2 1,-3 1-1,-27 87 0,3-50-87,-6-1-1,-5-3 0,-92 164 0,54-136-144,-7-4-1,-125 147 1,133-190-353,-4-4-1,-206 171 1,226-216-527,-2-3 1,-3-3-1,-1-4 1,-2-3-1,-125 46 1,143-68-3103,30-11-2416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9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0 11637,'-101'54'1584,"68"-30"-364,6 1-240,10 5-164,0-3-203,-3 3-89,7 3-208,0 0-204,6 6-504,10 1-580,17-4-445,10-6-2927,11-3-3349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3:59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212 109 13693,'-24'-36'1760,"4"33"-375,4-12-625,-1-1-564,0 7-764,-13-9-841,-7 9-1075,17 6-1380,-10 3-2621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4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84 176 17166,'-30'-33'2460,"10"-1"-452,6 22-340,4-9-324,0 0 488,17 0-1596,0 3-852,26 15-452,27 0-924,-9-6-904,6 9-3085,-4 21-5196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4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27 15105,'-2'-2'107,"1"0"55,-1-1 1,1 1-1,-1 0 0,1 0 1,-1 0-1,1 0 1,-1 1-1,0-1 1,0 0-1,0 1 0,-4-3 1,-3 10 986,-2 15 155,-14 55 2709,-21 110-1,4-11-771,-71 204-1199,-63 234-2530,161-547-1959,-8 78 0,20-108-3249,3 69-1,6-37-7466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5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0 14685,'-36'28'1092,"15"-13"-349,0 1 0,1 1 0,1 1 0,0 0 0,2 2 0,-21 28 0,22-19-517,2 0-1,1 1 1,1 0-1,-8 34 1,-20 131 265,37-156-418,1 1-1,3 41 0,-2 42 65,0-111-116,1 0 0,0 1 1,1-1-1,0 0 0,1 0 1,4 15-1,-5-27-19,0 0 0,0 0 1,0 0-1,0 0 0,1 0 0,-1 0 0,0 0 1,0 0-1,0-1 0,0 1 0,0 0 0,0-1 0,0 1 1,0-1-1,0 1 0,0-1 0,0 0 0,1-1 1,-1 2 0,12-9 33,-1-1 0,0 0 0,-1 0 0,0-1 0,16-23 0,-14 18-33,1 0-1,19-16 1,-24 25 5,0 0 0,0 0 0,1 1 0,-1 1 0,1-1 0,0 2 1,1-1-1,-1 2 0,1-1 0,17-2 0,-21 5-9,0 0 1,0 1-1,0 0 0,-1 1 1,1-1-1,0 1 0,0 1 1,0-1-1,-1 1 0,1 0 1,0 1-1,-1-1 0,0 1 1,0 1-1,0-1 0,0 1 1,0 0-1,5 6 0,6 6 0,-2 0-1,0 1 0,-1 1 0,-1 0 0,-1 1 0,0 1 0,-2 0 0,0 0 0,-1 1 0,-1 0 0,-1 1 1,-1 0-1,-1 0 0,3 22 0,-2 4-10,-3-1 0,-1 0 1,-2 1-1,-3-1 0,-14 81 1,10-90-19,-1 0 1,-3 0 0,-14 35-1,2-39-76,14-21 62,8-14 34,0 1 0,0-1 0,0 1 0,0-1 0,0 0 0,0 1 0,0-1 0,0 0 0,0 0 0,0 1-1,1-1 1,-1 0 0,0 0 0,1 0 0,-1-1 0,1 2 1,-2-4-45,0 1 0,0-1 0,1 0 0,0 0 0,0 0-1,0 0 1,0-1 0,1 1 0,-1 0 0,1-6 0,4-43-513,-3 41 362,4-14-831,0-1 0,1 1 0,2 0 0,14-33 0,-6 13-1205,7-9-2173,11 1-2309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5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0 17594,'-10'10'478,"1"0"1,-1 1 0,1 0 0,1 0 0,0 1-1,1 0 1,0 0 0,1 1 0,0 0 0,1 0 0,1 0-1,-6 28 1,-44 365 5962,18-74-5052,18-134-1662,-2 2-886,-38 287-5273,51-446 5574,-33 252-8863,31-141-500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5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94 302 19130,'-73'-45'5268,"63"33"-3304,0 3-411,20-6-309,17-13-292,13 7-240,27 6-412,26 0-368,25 0-380,26 0-584,27 3-252,13-3-297,13 0-627,1 0-600,0 0-628,-1-3-2013,1-4-4376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5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329 169 13273,'-54'-36'1620,"28"33"-67,-1-3-161,7-9-272,3 0-260,0 3-68,0 0-260,-6 0-280,-7-9-704,16 15-1152,-16-6-1669,4 0-1427,-1 6-3681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6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14325,'-14'58'1293,"2"0"0,2 0 0,-1 84-1,11-3 2406,37 260 0,-9-205-2520,75 386-1451,-76-470-1138,18 72-2980,-22-62-3239,-11-25-3751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7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12273,'-7'54'1636,"4"9"-304,16 4-55,-3 2-213,7 3-136,10 4-128,16 11-124,18 1-112,9 8-160,20 7-36,21 2-84,16-2-88,11-1-388,19 1-504,17-1-644,14-6-688,6 1-3177,14-4-4152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07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958 16 19230,'-211'-15'2116,"141"39"-484,3 15-852,0 6-776,-3 3-344,-7 7-812,-14 5-1020,-13 9 20,4 25-3189,-1-1-4280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7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87 9769,'-8'-5'976,"0"0"0,0-1 0,1-1 0,0 1 0,0-1 0,-10-14 0,15 18-683,0 1 0,1 0 1,-1 0-1,0 0 0,0 0 0,-1 1 1,1-1-1,-4-2 0,-7-6 2008,-10 16-298,20-5-1869,0 1 0,0-1 0,0 1-1,1 0 1,-1 0 0,0 0 0,1 0 0,0 0 0,-1 0-1,1 1 1,0-1 0,0 1 0,0-1 0,1 1 0,-1 0-1,1 0 1,-1 0 0,1 0 0,0 0 0,-1 4 0,-3 11 303,0 1 1,-2 24 0,4-23-51,-16 216 1108,12-105-1108,-25 235-442,31-270-2755,15 125 0,-5-113-2666,-5-64-569,5-6-3712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7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10033,'3'-27'7117,"14"36"-6597,10 9-372,6 6-524,14 0-749,7 9-339,-4 7-928,-3-1-1244,16 0-2205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7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0 8353,'4'80'3574,"-2"-42"-924,-2 50 0,-11 48-855,-10 218-87,18-294-1553,1-40 57,1 0 1,1 1-1,0-1 0,6 27 1,-7-47-199,1 1 0,0-1 0,0 0 1,0 1-1,0-1 0,0 0 1,0 1-1,0-1 0,1 0 0,-1 1 1,0-1-1,0 0 0,0 1 0,0-1 1,0 0-1,0 0 0,1 1 1,-1-1-1,0 0 0,0 1 0,0-1 1,1 0-1,-1 0 0,0 1 1,0-1-1,1 0 0,-1 0 0,0 0 1,0 0-1,1 1 0,-1-1 0,0 0 1,1 0-1,-1 0 0,0 0 1,1 0-1,-1 0 0,0 0 0,1 0 1,-1 0-1,0 0 0,1 0 0,-1 0 1,0 0-1,1 0 0,-1 0 1,0 0-1,1 0 0,16-18 298,13-36 121,57-189 76,-71 196-445,-7 20 5,52-141 233,-47 135 35,1 0-1,32-47 1,-47 79-327,0 1 1,0 0-1,0 0 0,0 0 0,0 0 1,0 0-1,1 0 0,-1-1 1,0 1-1,0 0 0,0 0 1,0 0-1,0 0 0,0 0 0,0 0 1,0 0-1,1 0 0,-1 0 1,0 0-1,0 0 0,0 0 1,0 0-1,0-1 0,0 1 0,1 0 1,-1 0-1,0 0 0,0 0 1,0 0-1,0 0 0,0 0 0,1 0 1,-1 0-1,0 1 0,0-1 1,0 0-1,0 0 0,0 0 1,0 0-1,1 0 0,-1 0 0,0 0 1,0 0-1,0 0 0,0 0 1,0 0-1,0 0 0,0 1 1,0-1-1,0 0 0,1 0 0,2 2 50,1 0 0,-1 1 0,0-1 0,0 1 0,0-1-1,0 1 1,0 0 0,-1 0 0,1 1 0,-1-1 0,0 0-1,0 1 1,0-1 0,0 1 0,-1 0 0,1 0 0,-1 0-1,0 0 1,1 6 0,0 8 61,0 1 1,-1-1-1,-3 23 0,1-3-1,-17 250 480,7-184-684,5 151-1,23-61-1496,-13-164 931,2 0 0,1-1 0,1 1 0,17 38-1,-22-62 317,1 1 0,-1-1-1,1 0 1,0-1-1,1 1 1,-1-1-1,1 0 1,0 0-1,10 8 1,-11-11-167,-1 1 1,1-1-1,0 0 1,0 0-1,0 0 1,0 0-1,0-1 1,1 0-1,-1 1 0,0-2 1,1 1-1,-1 0 1,1-1-1,-1 0 1,0 0-1,8-1 1,31-12-7944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7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12501,'-24'100'2124,"21"-61"-207,-14 0 7,4 9-216,-4 3-240,4 4-252,3 8-244,0 6-256,3 1-104,4 5-96,-4 9-564,10 4-448,7-1-296,-3 1-796,0-7-444,-4-9-432,-3 1-2981,0-10-4380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9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1486 12357,'28'-19'1405,"0"1"0,1 1 0,1 2 1,1 1-1,38-12 0,-11 3-768,223-74 1024,-64 25-1239,-204 67-384,45-16 7,-1-2-1,74-42 1,-116 57-61,-1-2 0,0 1-1,0-1 1,-1-1 0,-1-1 0,0 0 0,0 0 0,-1-1-1,-1 0 1,0-1 0,-1 0 0,0-1 0,10-25-1,-17 36 11,-1 0-1,0 1 1,0-1-1,0 0 1,0 0 0,-1 0-1,1 0 1,-1 0-1,0 0 1,0 0-1,-1 0 1,1 0-1,-1 1 1,0-1-1,0 0 1,0 0-1,0 0 1,-4-5-1,4 6 9,-1 1 0,0 0 0,0 0-1,0 0 1,0 0 0,0 0 0,0 1 0,-1-1 0,1 1 0,-1-1-1,1 1 1,-1 0 0,1 0 0,-1 0 0,0 0 0,1 0-1,-1 1 1,0-1 0,0 1 0,0 0 0,1 0 0,-1 0 0,0 0-1,0 0 1,-5 2 0,-6 1 4,0 1-1,0 0 1,0 1 0,1 1 0,-1 0-1,2 1 1,-1 1 0,1 0-1,0 0 1,0 1 0,1 1-1,0 0 1,1 0 0,0 1-1,-8 12 1,12-14 7,-1 1 0,1 0 0,1 0 0,0 0 0,0 1-1,1-1 1,0 1 0,-4 22 0,7-25-7,0 0 0,1 0 0,0 0 0,0 0 0,0 0 0,1 0 0,1 0 0,-1-1 0,1 1-1,1 0 1,-1 0 0,1-1 0,6 11 0,-2-6 0,0-1 1,1 0-1,0 0 0,0-1 0,1 0 0,0 0 1,1-1-1,0 0 0,1-1 0,0 0 0,0-1 0,16 8 1,-10-8-3,0 0 0,1-1 0,0-1 0,0-1 0,0 0 1,1-1-1,35 0 0,-14-4-7,-1-1-1,0-2 1,39-9 0,105-35-54,-120 27 40,-2-3 1,0-2 0,-1-3-1,56-37 1,-74 39-12,-1-2 0,-2-1 0,-1-3 0,-1 0 0,-2-3 0,31-40-1,-57 64-1,-1-2-1,0 1 0,8-20 0,-15 32 32,-1 1 0,1-1-1,-1 0 1,1 1 0,-1-1 0,0 0-1,1 0 1,-1 1 0,0-1 0,0 0-1,1 0 1,-1 0 0,0 1 0,0-1-1,0 0 1,0 0 0,0 0 0,0 0-1,0 1 1,0-1 0,0 0 0,-1 0-1,1 0 1,0 1 0,0-1 0,-1 0-1,1 0 1,-1 1 0,1-1 0,0 0-1,-1 1 1,1-1 0,-1 0 0,0 1-1,1-1 1,-1 1 0,0-1 0,1 1-1,-1-1 1,0 1 0,1-1 0,-1 1-1,0 0 1,0-1 0,1 1 0,-1 0-1,0 0 1,-1-1 0,-2 1-7,0 0 0,1 0 1,-1 0-1,0 0 0,0 0 1,0 1-1,0 0 0,0 0 1,-5 2-1,-16 8-13,0 1 0,0 1 0,2 1 0,-1 1 0,-26 23 0,14-7-100,2 1-1,-41 51 0,67-75 74,0 2 0,1-1 0,0 1 0,1 0-1,0 0 1,0 1 0,1 0 0,1 0-1,0 0 1,0 0 0,-3 19 0,7-29 43,0 0 1,0 0-1,0 0 0,0 0 1,0 0-1,0 0 1,0 0-1,0 1 1,0-1-1,0 0 0,1 0 1,-1 0-1,1 0 1,-1 0-1,0 0 1,1 0-1,0 0 1,-1 0-1,1-1 0,-1 1 1,1 0-1,0 0 1,0 0-1,0-1 1,-1 1-1,1 0 0,0-1 1,0 1-1,0-1 1,0 1-1,0-1 1,0 1-1,0-1 0,0 0 1,0 1-1,0-1 1,0 0-1,0 0 1,1 0-1,-1 0 0,0 0 1,0 0-1,0 0 1,0 0-1,0 0 1,0-1-1,0 1 1,2-1-1,6-1-11,1-1-1,-1 0 1,0 0 0,13-7-1,2-4 133,0-2-1,-1-1 1,-1 0-1,0-2 1,31-35 0,46-38 747,-88 83-738,1 1 1,0 0 0,0 1-1,1 0 1,0 1 0,0 0-1,16-4 1,-22 8-45,0 0 1,-1 1-1,1 0 1,0 1-1,0-1 1,0 1-1,-1 0 0,1 1 1,0 0-1,0 0 1,-1 0-1,1 1 1,-1 0-1,10 4 1,-8-2 16,1 1 0,-1 0 1,0 1-1,0 0 0,-1 0 1,0 0-1,0 1 1,0 0-1,6 10 0,3 7 60,-1 1-1,-1 0 0,-2 1 1,0 0-1,15 53 1,-11-20-43,-3 1 1,-3 0-1,6 107 1,-25 186-31,-10-131-1258,-10 0 1,-82 312-1,99-492 589,-1 0 0,-2-1-1,-37 69 1,45-96 317,-1 0 1,-1-1-1,0-1 1,-1 1-1,0-1 1,-1-1-1,0 0 1,-1-1-1,0 0 1,-1 0-1,0-1 1,0-1-1,-24 11 1,32-17 190,0 0-1,0-1 1,0 1 0,0-1 0,0 0 0,0 0 0,0-1 0,0 1-1,0-1 1,-1 0 0,1-1 0,0 1 0,0-1 0,0 0 0,0 0-1,0-1 1,0 0 0,0 1 0,0-2 0,1 1 0,-8-5-1,6 2 23,1 0-1,0 0 1,0 0-1,0 0 0,1-1 1,0 0-1,0 1 0,1-2 1,-1 1-1,1 0 0,0-1 1,1 1-1,0-1 0,0 0 1,-1-9-1,-1-9 49,2 0 0,1 0 0,0 0 0,2 0-1,6-36 1,34-128 508,6 29-14,8 1 0,84-169 1,180-293 422,-243 480-726,289-592 2150,-278 527-1411,-86 204-734,-5 4 34,-3 3-180,0 1-1,1 0 0,-1 0 0,1 1 0,0 0 1,1 0-1,0 0 0,0 1 0,0-1 0,1 1 1,-6 16-1,-2 10 24,-13 57-1,24-84-52,-3 12 1,1 1 1,1 0-1,0 0 1,2 0-1,0 1 1,1-1-1,2 0 1,0-1-1,1 1 1,0 0-1,2-1 1,0 0-1,2 0 1,0-1-1,1 0 1,0 0-1,2-1 1,0 0-1,1-1 1,0 0 0,2-1-1,0-1 1,0 0-1,1-1 1,1 0-1,31 19 1,-19-17-70,0-1 0,1-1 1,0-2-1,0-1 1,1-1-1,1-2 1,0-1-1,58 5 1,-67-11-1,0 0 0,0-1 0,0-2 1,0 0-1,0-1 0,-1-1 0,0-1 1,0-1-1,0-1 0,-1-1 1,0 0-1,0-2 0,25-17 0,-30 15-16,-1 0-1,0-1 0,0 0 1,-1-1-1,-1 0 0,-1-1 1,0-1-1,-1 0 0,-1 0 1,0-1-1,8-24 0,-1-7-95,-2 0 0,-2-1 0,5-58 0,2-176-267,-10 87 204,0 158 135,-8 35 70,3 6-6,6 5 15,0-1 0,0 1 1,-1 1-1,1 0 0,-2 0 1,12 13-1,48 68 33,-22-29-67,-11-15 87,-2 1 0,51 94 0,-41-56 542,-42-84-570,0 1-1,0-1 0,0 1 0,0-1 0,0 1 1,-1-1-1,1 0 0,0 1 0,0-1 1,0 0-1,0 0 0,0 0 0,0 0 1,0 0-1,0 0 0,0 0 0,0 0 1,0 0-1,0 0 0,1-1 0,1 0 25,6 0-15,-1 0 1,0-1 0,0 0 0,0-1-1,-1 0 1,1 0 0,-1 0 0,1-1-1,-1 0 1,9-7 0,12-10 16,27-28 1,-42 38-33,56-58 23,-3-3 1,-3-3-1,82-129 1,-139 195-29,0-1 0,0 2 0,1-1 0,0 1 0,0 0 0,1 1 0,10-9 0,-17 16 8,0 0-1,0 0 0,0 0 0,0 0 1,0 0-1,0 0 0,0 0 0,0 0 1,0 0-1,0 0 0,0 1 0,0-1 1,0 0-1,0 1 0,0-1 1,-1 1-1,1-1 0,0 1 0,0-1 1,0 1-1,-1-1 0,2 2 0,0-1 16,2 3 2,-1 0 0,1-1 0,-1 1 0,0 0 0,0 0 1,0 1-1,0-1 0,-1 1 0,0-1 0,0 1 0,0 0 1,0 0-1,-1 0 0,1 5 0,3 15 235,2 40 0,-6-56-192,3 81 501,-3 0-1,-4 1 1,-4-1-1,-4-1 1,-4 0 0,-31 105-1,34-154-492,1-5-678,1 0 0,2 1 0,-5 52 0,8-36-2947,5-52 3401,0 0 0,0 1 1,0-1-1,0 0 0,0 0 0,0 1 1,1-1-1,-1 0 0,0 1 0,0-1 1,0 0-1,1 0 0,-1 1 0,0-1 0,0 0 1,1 0-1,-1 0 0,0 0 0,0 1 1,1-1-1,-1 0 0,0 0 0,1 0 1,-1 0-1,0 0 0,1 0 0,-1 0 0,0 0 1,1 0-1,-1 0 0,0 0 0,1 0 1,-1 0-1,0 0 0,1 0 0,-1 0 1,0 0-1,16-2-2405,-15 2 1736,42-10-8709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9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24 9221,'-13'-12'3880,"-4"6"-2148,3 0-336,-6 9-283,4 6-329,-1-3-152,0 3-328,0 0-432,4 3-708,0 6-764,3-3-3249,-11 4-3816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29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32 10713,'-2'-9'-690,"-2"-8"4632,3 12 621,5 18-2025,40 203 3054,86 336-2514,-87-368-2697,62 228-982,73 147-5518,-95-301-5438,-57-181 2701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30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1218 13009,'-66'87'1687,"62"-82"-1377,0 1 1,0-1-1,0 1 0,1 1 1,0-1-1,0 0 0,1 1 1,0-1-1,0 1 0,0-1 1,1 1-1,0 0 0,1 0 1,-1 0-1,1 0 0,0 0 1,1 0-1,0-1 0,3 14 1,-2-14-195,0 0 0,0 0 0,1 0 1,0 0-1,0 0 0,0 0 0,1-1 1,0 0-1,0 0 0,1 0 0,-1 0 1,1-1-1,0 1 0,0-1 0,0 0 1,1-1-1,-1 0 0,1 1 1,10 3-1,8 2 79,1-1 1,-1-1-1,45 7 1,6-4 11,0-4 0,0-2 0,132-11 0,225-62-475,-291 36 62,-1-7-1,-3-6 1,-2-6-1,-2-5 1,203-122 0,-231 113 101,-3-4 1,-4-5-1,-2-5 1,-5-3 0,-3-4-1,145-187 1,-208 240-177,-2-1 0,21-42 0,-38 66-8,-1-1 1,0 0 0,0 0-1,-2 0 1,1 0-1,-2-1 1,1 0-1,-2 1 1,0-1-1,0 0 1,-2-13-1,1 21-129,-1 1-1,0 0 0,0-1 0,-1 1 1,1 0-1,-1 0 0,0 0 0,0 0 1,0 0-1,0 0 0,-1 1 0,1-1 1,-1 1-1,0-1 0,0 1 0,-1 0 1,-5-5-1,-8 1-7356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30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6 12981,'-1'0'301,"0"-1"-1,0 0 1,0 1-1,0-1 1,0 1 0,0-1-1,0 1 1,0-1-1,0 1 1,0 0-1,0 0 1,0 0-1,-1-1 1,1 1-1,0 0 1,0 0 0,0 0-1,0 1 1,0-1-1,0 0 1,-1 0-1,1 1 1,-1-1-1,1 1-106,0 0 0,0 0-1,0 0 1,0 0-1,0 0 1,0 1-1,0-1 1,0 0 0,1 0-1,-1 1 1,0-1-1,1 0 1,-1 1 0,1-1-1,-1 3 1,0 4 223,0 1 0,0 0-1,1-1 1,0 15 0,8 34 825,2 0-1,26 81 1,-29-111-1026,16 42-59,32 71-1,-39-107-715,2-1 1,1 0-1,1-1 0,2-2 1,31 35-1,42 33-3656,1-8-4803,-49-49-1043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31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14533,'4'12'382,"-1"0"0,2 0 0,0 0 0,0-1 0,1 0-1,0 0 1,1 0 0,0-1 0,1 0 0,0 0 0,1-1 0,0 0-1,0 0 1,21 13 0,34 23 936,2-4-1,128 60 0,157 32-741,-162-82-1075,-152-44 280,1-1 0,0-2 0,45-1-1,-70-4 153,0 0-1,0 0 0,0-2 1,0 1-1,0-2 0,-1 0 1,1 0-1,-1-1 0,0-1 1,0 0-1,-1 0 0,0-1 1,0-1-1,0 0 0,-1 0 1,-1-1-1,1 0 0,-1-1 1,-1 0-1,0-1 0,12-18 1,-20 28 67,1 1 0,-1-1 1,1 1-1,-1 0 0,0-1 1,1 1-1,-1-1 0,1 1 0,-1-1 1,0 1-1,0-1 0,1 1 1,-1-1-1,0 0 0,0 1 1,0-1-1,1 1 0,-1-1 1,0 0-1,0 1 0,0-1 1,0 1-1,0-1 0,0 0 0,0 1 1,-1-1-1,1 0 0,-15 7 44,10-2-33,-1 0 0,1 0-1,0 1 1,0 0 0,-7 9-1,4 0-5,0 0 0,1 0-1,1 1 1,1 0 0,0 0-1,1 0 1,0 1 0,1 0-1,1 0 1,1-1 0,0 1-1,1 0 1,1 0 0,0 0-1,1 0 1,1 0 0,0-1-1,1 1 1,1-1 0,7 16-1,-11-30-5,0 1 1,0-1-1,0 1 0,0-1 0,1 0 0,-1 0 0,0 1 0,1-1 0,-1 0 0,1 0 0,-1 0 0,1-1 0,0 1 0,-1 0 1,1-1-1,0 1 0,-1-1 0,1 1 0,0-1 0,0 0 0,-1 1 0,1-1 0,0 0 0,0 0 0,0-1 0,-1 1 1,1 0-1,3-1 0,1-1 1,1 1 0,-1-1 0,0 0 0,0-1 0,0 0 0,0 0 0,6-4 0,44-30-34,-5 1 41,3 2 1,0 2 0,97-40-1,-114 59-19,-19 7-8,0 0 1,0-1-1,-1-1 1,0-1-1,22-15 0,85-63-146,-116 83 164,-1 0-1,1 0 0,0 1 1,-1 0-1,1 1 0,1 0 0,-1 0 1,0 1-1,17-2 0,2 4 11,48 5-1,-47-2-128,45-1 0,-63-3 33,-1-1 0,0 0 0,1-1 0,-1 0 1,0 0-1,0-1 0,0 0 0,15-8 1,11-10-225,59-49 0,-65 47 479,2 0 0,38-21 0,-63 41-105,0 1 0,0-1 0,0 1 0,1 1 0,-1-1 0,0 1 0,1 0 0,0 1 0,11-1 0,-15 1-51,-2 0 1,1 1-1,0-1 1,-1 0 0,1 0 0,-1 1 0,1-1 0,-1 1 0,1-1 0,-1 1 0,1-1 0,-1 1 0,1 0 0,-1 0 0,2 1-1,17 9 107,-7-8-255,0-1 1,-1 1-1,1-2 0,0 0 0,0-1 0,0 0 0,0 0 1,0-2-1,0 1 0,-1-2 0,1 0 0,-1 0 0,1-1 0,-1-1 1,14-7-1,37-23-2922,-1-3 0,70-55 0,-96 67 457,10-8-2019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31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43 6149,'0'0'2337,"-3"0"-1337,0 1-828,0-1-1,0 0 1,0-1 0,1 1-1,-1 0 1,0-1 0,0 0-1,0 1 1,1-1-1,-1 0 1,0-1 0,1 1-1,-1 0 1,1-1-1,-1 1 1,1-1 0,0 0-1,-1 0 1,-1-3 0,2 3-44,1 2-293,1 0 124,-1 0-1,0 0 1,1 0-1,-1 0 1,0-1-1,1 1 1,-1 0-1,1 0 1,-1-1-1,1 1 1,-1 0-1,0-1 1,1 1-1,-1-1 1,1 1-1,-1-1 1,1 1-1,0-1 1,-1 1-1,1-1 0,0 1 1,-1-1-1,0-1 1,1 2 0,0-1-1,0 1 1,0-1-1,-1 1 1,1 0 0,0-1-1,0 1 1,-1-1-1,1 1 1,0 0 0,-1-1-1,1 1 1,-1 0 0,1-1-1,0 1 1,-1 0-1,1-1 1,-1 1 0,1 0-1,-1 0 1,1 0 0,-1-1-1,1 1 1,-1 0-1,1 0 1,-1 0 0,1 0-1,-1 0 1,1 0-1,-1 0 1,1 0 0,-1 0-1,1 0 1,-1 0 0,1 1-1,-1-1 1,1 0-1,-1 0 1,1 0 0,-1 1-1,1-1 1,0 0-1,-1 0 1,1 1 0,-1-1-1,1 1 1,-51 32-4800,48-31 2725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33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7877,'0'-1'113,"0"1"0,0-1 0,1 1 1,-1-1-1,0 0 0,1 1 0,-1-1 1,0 1-1,1-1 0,-1 1 0,1-1 1,-1 1-1,1-1 0,-1 1 0,1 0 1,-1-1-1,1 1 0,-1 0 0,1-1 1,0 1-1,-1 0 0,1 0 0,0-1 1,-1 1-1,1 0 0,-1 0 0,1 0 1,0 0-1,-1 0 0,1 0 0,0 0 0,-1 0 1,1 0-1,0 0 0,0 1 0,2 0 76,-1 0-1,1 1 0,-1-1 0,0 1 0,1-1 0,-1 1 1,0 0-1,0 0 0,2 3 0,7 8 654,-1 0 0,13 23 0,11 28 208,-2 2-1,-3 1 0,-3 2 0,-3 0 0,19 99 0,-21-41-593,-4 0 1,-2 158 0,-13-187-322,28 185 1,-29-274-157,1 1 0,1-1 0,-1 0 0,2 0-1,-1-1 1,1 1 0,1-1 0,-1 0 0,1 0 0,1 0 0,8 10 0,-8-13-15,-1 0 1,1 0-1,1-1 0,-1 0 1,1 0-1,0 0 0,-1-1 1,2 0-1,-1 0 1,0-1-1,0 0 0,1 0 1,-1-1-1,14 1 0,10-1-135,-1-2 0,0-1-1,46-9 1,17-1-59,-41 7 128,83-4-173,-115 8 213,0 2 0,0 0 1,0 2-1,29 6 0,-45-8 47,0 0 1,0 0-1,0 1 0,0-1 1,0 1-1,0 0 0,0 0 1,-1 0-1,1 1 0,-1-1 1,1 1-1,-1 0 0,0 0 1,0 0-1,0 1 0,-1-1 1,1 0-1,-1 1 1,0 0-1,0 0 0,0 0 1,2 7-1,-2-4-6,-1 0-1,0 0 1,-1 0 0,0 0 0,0 0-1,-1 0 1,1 0 0,-1-1 0,-1 1-1,1 0 1,-1 0 0,-6 12 0,-7 14-49,-2-1 1,-1 0-1,-1-1 1,-44 52-1,-110 96-106,162-169 168,-4 5 7,-1 0 0,0-2-1,-1 0 1,-26 16 0,54-36-7,0 0 0,0-1 0,-1 0 0,0-1 0,9-10 0,11-9 5,299-241-533,4-4-698,267-297-2423,-559 520 3337,59-89 0,-100 139 320,0-1 19,-1 1 0,1-1-1,0 0 1,0 1 0,-1-1 0,1 0-1,0 1 1,-1-1 0,1 1-1,0-1 1,-1 1 0,1-1 0,-1 1-1,1-1 1,-1 1 0,1 0-1,-1-1 1,0 1 0,1-1 0,-1 1-1,1 0 1,-1 0 0,0-1-1,1 1 1,-1 0 0,0 0 0,1 0-1,-2 0 1,0 0 16,0-1-1,-1 1 1,1 0 0,0 1 0,0-1-1,-1 0 1,1 1 0,0-1-1,0 1 1,0 0 0,-1-1 0,1 1-1,0 0 1,0 0 0,0 1-1,0-1 1,-2 2 0,-33 32 441,24-21-300,-13 12 154,2 1 0,-29 42 0,41-52-239,1 2-1,1-1 0,0 2 0,1-1 0,-8 30 0,14-40-33,1 1 0,1 0 0,0 0 0,0 0 0,1 13 0,0-19-37,0 0 0,1 0 0,-1 0 0,1 0 0,0-1 1,0 1-1,0 0 0,1 0 0,-1 0 0,1-1 0,0 1 0,0-1 0,0 1 0,1-1 0,3 5 0,-2-5-12,1 0 1,-1 0-1,1 0 0,0-1 0,0 1 1,0-1-1,0 0 0,0-1 0,0 1 1,0-1-1,9 1 0,59 0-105,-73-2 97,21-1-205,1-2-1,-1 0 1,0-2 0,0 0-1,0-1 1,25-12 0,-14 4-349,1-3 1,54-36-1,-53 27 273,-1-1 1,-1-1-1,-2-2 0,-1-1 0,-1-1 0,-2-2 0,44-72 0,-65 97 253,0 0 1,1 0-1,0 1 0,1-1 1,0 2-1,0-1 1,1 1-1,12-9 0,-13 11 25,1 1 0,-1 1 0,1 0-1,0 0 1,1 0 0,-1 1 0,0 0 0,1 1-1,-1 0 1,17-1 0,30 3 26,0 2 1,102 18-1,105 41-58,-222-50 17,-25-7 23,1-1 0,-1 0 0,1-1 0,0-1 0,0 0 0,20-1 1,-20-1 4,-10 1-14,0-1 0,0 0 0,0-1 0,-1 1 0,1-1 1,0 0-1,0-1 0,-1 1 0,9-4 0,186-84-1772,-157 69-969,73-44 1,-81 43-57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6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347 258 7937,'2'-8'668,"-1"-1"0,0 0 0,-1 1 0,0-1 0,0 1 0,-1-1 0,0 1 0,0-1 0,-1 1 0,0 0 0,-6-14 0,4 9 272,-2 0 0,1 0 0,-1 0 0,-1 1 0,0 0-1,-1 1 1,0 0 0,-1 0 0,-16-15 0,24 25-860,0 0 1,0 1-1,0-1 1,0 0-1,0 1 1,0-1-1,0 1 1,0-1 0,0 1-1,0 0 1,-1-1-1,1 1 1,0 0-1,0 0 1,0 0-1,0 0 1,-1 0-1,1 0 1,0 0 0,0 0-1,0 0 1,-1 1-1,1-1 1,0 0-1,0 1 1,0-1-1,0 1 1,0 0-1,0-1 1,0 1 0,0 0-1,0-1 1,0 1-1,0 0 1,0 0-1,0 0 1,1 0-1,-1 0 1,0 1 0,-5 5 278,1 1 0,0 0 0,0 0 0,-3 10 0,-14 34 493,2 2 0,-18 77 1,-8 117-1012,-7 473 159,59-471-251,0-63-2337,-6-63-286,1 22-2192,2-50-1705,6 0-5462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7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27 11653,'-2'0'137,"0"0"0,-1 0-1,1 0 1,0 0 0,0 0 0,0 1 0,0-1-1,0 1 1,0-1 0,-1 1 0,1 0-1,0 0 1,1 0 0,-1 0 0,0 0 0,0 0-1,0 0 1,1 1 0,-1-1 0,-1 3-1,1-2 74,1 1 0,0 0 1,0 0-1,0 0 0,0 0 0,0 0 0,1 0 0,-1 1 0,1-1 0,0 0 0,0 0 0,0 0 0,0 0 0,1 1 0,0 2 0,3 11 183,0-1 0,0 0 0,2-1 0,0 1 0,1-1 0,0 0 0,16 23 0,80 97 568,-58-80-688,325 362 402,-287-338-1104,4-3 0,178 119 0,-220-167-42,2-2 1,72 31-1,-103-51 406,1 0-1,-1-1 0,1-1 0,0 0 1,0-1-1,0-1 0,0-1 1,0 0-1,0-1 0,0-1 1,29-5-1,-33 2 32,1-1 0,-1 0 1,0-1-1,0 0 0,-1-1 0,0-1 1,0 0-1,0 0 0,-1-1 0,-1-1 1,1 0-1,-2 0 0,18-23 0,-1-6-20,-1-1-1,36-81 0,58-190 398,-24-10 987,-57 186-458,22-102 1803,-59 233-1664,-2 10-57,-56 200 1200,8-38-1583,-23 203-1573,40-190-783,-13 89-2643,20-89-3169,8-41-3332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7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10721,'-55'55'4172,"-10"11"887,62-61-4908,0 0 0,1 0 1,-1 1-1,1-1 0,0 0 1,0 1-1,1 0 0,0-1 1,0 1-1,0 0 0,0 0 1,1 0-1,0-1 0,1 1 1,-1 0-1,3 11 0,-1-2 99,2 12 9,1 1 0,2-1 0,0 0-1,2 0 1,18 39 0,74 118 232,-99-182-488,11 20-86,2 0 1,0-1 0,1 0-1,1-1 1,1-1-1,1-1 1,1-1-1,0 0 1,1-2-1,1 0 1,43 22 0,-58-34 68,0-1 0,0 1 0,0-1 0,0-1 0,0 1 0,0-1 0,0 0 0,0-1 0,1 0 0,-1 0 1,0 0-1,0-1 0,1 0 0,-1-1 0,8-2 0,-5 0-12,0 0 1,0-1-1,-1 0 1,0-1 0,0 0-1,0 0 1,-1-1-1,0 0 1,10-12-1,3-6 281,-2 0 1,-1-2-1,-1 0 1,-2-1-1,24-57 0,-34 69 326,0-1 0,-1 0 0,3-30 0,2-9 758,-7 52-613,-6 5-691,1 1 0,0 0 0,1 0 0,-1 1 0,0-1 0,0 0 0,1 1 0,0 0 0,-1 0-1,1-1 1,0 1 0,0 1 0,-2 4 0,0 3-245,1-1-1,0 1 1,1 0-1,0 0 1,1 0-1,0 0 1,0 14-1,-1 18-1015,-6 54-2211,-2 20-5554,-3-42-2451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8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37 10589,'0'0'3009,"-4"-1"-1650,-1 0-976,-1 0-1,0 0 1,0 0 0,1 1-1,-1 0 1,0 0-1,0 0 1,-11 3-1,-50 16 1880,63-18-2077,1 0 144,1-1 1,0 1-1,-1-1 0,1 0 0,-1 0 0,1 0 0,-1 0 0,1 0 0,-1 0 1,-4-2-1,-14-1 2387,45 29-2143,-13-13-545,-1 0-1,-1 1 1,0 0-1,-1 0 1,0 1 0,-1 0-1,-1 0 1,0 1-1,-1 0 1,-1 0-1,-1 0 1,3 20-1,-3 0-18,-2-1 0,-1 1-1,-1-1 1,-10 57 0,5-52 17,5-27-9,-1 0-1,-1 0 1,-5 17-1,7-27 41,-8-53 278,10 30-263,1 0 0,0 0 0,2 1 1,0-1-1,1 1 0,1 0 0,17-35 1,-7 22-25,1 2 1,2 0-1,1 1 1,26-30-1,-27 37-31,1-3 1,1 2 0,0 1 0,28-21 0,-37 33-18,1 0 1,0 1-1,0 1 0,1 0 0,0 1 1,18-7-1,-28 13 0,1-1 0,0 1 0,-1 0 0,1 0 0,0 0 0,-1 1 0,1 0 0,0 0 0,0 0 0,-1 1 0,1-1 0,0 1 0,-1 0 0,1 0 0,-1 1 0,1-1 0,-1 1 1,1 0-1,-1 0 0,0 1 0,0-1 0,0 1 0,0 0 0,-1 0 0,4 4 0,1 2-1,0 1 0,-1 0 0,0 0 1,-1 1-1,0 0 0,-1 0 0,0 1 1,-1-1-1,0 1 0,-1 0 0,3 16 1,1 18-10,1 76 0,-8-108 8,4 151-247,-4-160 237,24-18-32,-2 1-1,-11 1 49,0 0-1,-1-1 1,0-1-1,12-22 1,6-7 9,123-147 26,-123 159 20,1 2 0,1 1 1,66-46-1,-86 67-49,0 0 0,0 0 0,1 1 0,0 1 1,0 0-1,0 0 0,23-4 0,-28 7-1,0 1 0,0 0 0,0 0 0,0 0 0,-1 0 0,1 1 0,0 0 0,0 1 0,-1-1 0,1 1 0,0 0 0,-1 0 0,0 1 0,1-1 0,-1 1-1,0 1 1,8 6 0,-2 0 5,0 2 0,-1-1 0,0 2 0,-1-1-1,-1 1 1,0 1 0,0-1 0,8 22 0,3 17-54,13 54 1,-30-97 22,99 454-7062,-99-451 6309,-1 0-1,2 0 0,-1 0 0,2-1 0,0 1 1,0-1-1,1 0 0,0 0 0,8 11 0,-2-10-3417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8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496 372 6225,'17'-78'844,"19"-100"2428,-32 149 1149,3-57 1,-26 97-1253,14-5-2903,0-1-1,1 1 1,-1 1-1,1-1 1,1 1-1,-1 0 1,1 0-1,0 0 1,-3 11-1,-1 11 483,-5 34-1,8-40-358,-38 373 3488,30 4-2062,9-253-1644,5 297-158,3-363-13,3 0 0,4-1-1,33 116 1,-38-174 0,1-1 0,0 1 0,2-2 0,1 1 0,25 36 0,-32-50 0,1-1 0,0 0 0,0 0 0,0-1 0,1 0 0,0 0 0,0 0 0,0 0 0,0-1 0,1 0 0,0 0 0,0-1 0,0 0 0,0 0 0,0-1 0,1 0 0,-1 0 0,1-1 0,-1 0 0,1 0 0,10 0 0,-13-2 0,0 1 0,0-1 0,0 0 0,0 0 0,-1-1 0,1 0 0,-1 0 0,1 0 0,-1 0 0,1 0 0,-1-1 0,0 0 0,0 0 0,-1 0 0,1 0 0,0-1 0,-1 1 0,6-9 0,-5 5 0,0 1 0,-1-1 0,1 0 0,-1 0 0,-1-1 0,1 1 0,-1-1 0,-1 1 0,2-15 0,-2 15 0,-1 0 0,-1 1 0,1-1 0,-1 0 0,0 1 0,-1-1 0,1 1 0,-1-1 0,-1 1 0,1 0 0,-1 0 0,-4-7 0,-2-1 0,-1 0 0,0 1 0,-16-15 0,3 6-69,0 1 0,-2 1 1,0 1-1,-1 1 0,-1 1 0,0 2 0,-1 1 0,-1 0 1,0 3-1,-1 0 0,0 2 0,-1 1 0,-48-6 1,62 14-477,1-1 1,-1 2-1,0 0 1,1 2-1,0-1 1,-1 2-1,1 0 1,0 1-1,-28 13 1,32-12-874,0 0-1,1 1 1,-1 1 0,1 0-1,1 0 1,0 1-1,-14 16 1,-12 22-10610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8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149 257 12013,'70'-58'1843,"-62"51"-1316,1 0 0,0 1 0,0 0 0,0 0 0,1 1 0,0 1 0,18-7 0,15-6 641,33-15 257,-46 20-886,0 0-1,46-29 1,-75 40-524,0 1 0,1-1 0,-1 0 0,0 0 0,1 0 0,-1 0 0,0 0 0,0 0 0,0 0 0,0 0 0,0 0 0,0 0 0,0-1 0,0 1 1,0 0-1,-1-1 0,1 1 0,0-2 0,-1 2-6,-1 1 1,1-1-1,0 0 1,-1 1-1,1-1 1,-1 1 0,1-1-1,-1 1 1,1-1-1,-1 1 1,1 0-1,-1-1 1,1 1-1,-1 0 1,0-1-1,1 1 1,-1 0 0,0-1-1,1 1 1,-1 0-1,0 0 1,1 0-1,-1 0 1,0 0-1,1 0 1,-2 0-1,-10-1 108,0 1-1,1 0 0,-15 2 0,13 1 125,0 0 1,0 0-1,1 1 0,-1 1 0,1 0 0,0 1 0,-18 11 0,2 1 558,-46 41 0,44-32-389,2 1 0,0 2 0,2 1 0,1 0 0,-26 46-1,35-49-251,2 0-1,0 1 1,3 0-1,0 1 1,2 0-1,1 1 0,-6 41 1,12-54-201,1-1 0,0 0 1,2 0-1,0 1 0,1-1 1,0 0-1,2 0 0,0 0 0,0-1 1,2 1-1,0-1 0,1 0 1,0-1-1,2 1 0,0-2 1,0 1-1,17 18 0,-6-12-814,0 0 1,1-2-1,2 0 0,0-2 0,0 0 1,2-2-1,0-1 0,0 0 0,48 16 1,27 3-5996,6-5-4511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9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59 254 12549,'0'0'3389,"-1"3"-1901,-2 3-1104,0-1 0,1 1 0,0 1 0,1-1 0,-1 0 0,1 0 0,0 1 0,0 11 0,6 61 553,-1-13-251,-26 242 466,1-67-800,21-235-331,0 0 1,0-1 0,-1 1-1,0 0 1,0 0 0,-4 9-1,5-14-11,0 0-1,1 0 0,-1 0 1,0 0-1,0-1 0,1 1 1,-1 0-1,1 0 1,-1 0-1,1-1 0,-1 1 1,1 0-1,-1-1 1,1 1-1,-1 0 0,1-1 1,0 1-1,0-1 0,-1 1 1,1-1-1,0 1 1,0-1-1,-1 1 0,1-1 1,0 0-1,0 1 0,0-1 1,0 0-1,1 0 1,2-4 46,0 0 1,0 0-1,0-1 1,-1 0 0,5-7-1,14-18 115,363-407 508,-313 362-1814,163-128 0,-153 143-1258,3 4 0,98-48 0,-68 54-2776,-1 14-2860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4:59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701 668 6913,'-3'-2'293,"0"-1"0,0 0 0,0 0 0,0 0 0,0 0 0,1 0-1,0-1 1,-1 1 0,1-1 0,0 1 0,1-1 0,-1 0 0,1 0 0,0 0 0,0 0 0,0 0 0,0 0 0,1 0 0,-1 0 0,1-7 0,-2-10 1142,-16-158 5466,18 155-6376,1 1 0,1 0 0,1 0 0,1 0-1,12-38 1,-12 46-330,2 0 0,0 1-1,1 0 1,1 0-1,0 0 1,0 1 0,1 0-1,1 1 1,20-20 0,-24 26-132,0 1 1,1 0-1,0 0 1,0 0 0,1 1-1,-1 0 1,1 1-1,0 0 1,0 0 0,0 0-1,0 1 1,0 0-1,1 1 1,-1 0 0,1 0-1,-1 1 1,1 0-1,-1 0 1,15 4 0,-7-1 15,-1 2-1,0 0 1,-1 0 0,1 1 0,-1 1 0,-1 1 0,1 0 0,-1 0 0,0 2 0,-1-1 0,0 2 0,-1 0 0,0 0 0,10 14 0,-4-4 20,-2 1 0,-1 0 0,0 2 0,-2-1 1,-1 1-1,-1 1 0,12 40 0,-16-38-34,0 0-1,-2 1 1,-1 0 0,-2-1-1,0 1 1,-2 0 0,0-1-1,-3 1 1,-7 36 0,2-31-12,-2 0 0,0-1 0,-3-1 1,0 0-1,-2 0 0,-1-2 1,-28 37-1,-2-6-475,-3-2 0,-3-3 0,-2-2 0,-2-2 1,-89 60-1,-97 38-4170,-12-28-3833,36-35-3862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0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0 11369,'-2'3'1676,"-7"9"-940,1-1 0,0 1 1,1 1-1,1-1 0,0 1 0,1 0 0,0 0 0,-3 16 0,-56 342 4866,26 5-3775,18-160-1009,-85 660 752,-14 150-1038,97-646-2468,-2 15-5578,15-301 850,5-19-4257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0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9031 566 4892,'-39'-13'1496,"35"11"-1371,0 0-1,0 1 1,0-1-1,0 1 1,0 0 0,0 0-1,0 0 1,0 1-1,-1 0 1,-5 0 0,-12 2 256,-19 2 645,-54 13 0,61-8-502,-72 23 1717,94-27-1684,0 0 0,1 1 0,-1 0 0,1 0 0,1 2 0,-14 10 0,20-15-188,-1 0 0,1 0 0,-1 0 0,0 0 0,0-1 1,0 0-1,-5 1 0,-2 2 243,5-4-484,1 1 0,0-1 0,-1 0 0,1-1 0,-1 0 1,1 0-1,0 0 0,-1-1 0,1 0 0,-1 0 0,-11-4 0,-3 0 83,-647-136 3067,-653-61-1719,-18 65-2120,-437 18-2161,-2 52-2162,728 54-2891,597 21-305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1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4440,'-22'0'342,"-22"-1"1378,-64 9-1,98-7-1312,0 1 0,-1 0 0,1 0 0,0 1 0,1 0 0,-1 1-1,1 0 1,-1 1 0,1 0 0,0 0 0,1 1 0,-11 8 0,18-13-354,1 0-1,-1 0 0,1 0 0,-1 0 1,0 0-1,1 0 0,0 0 0,-1 0 1,1 0-1,-1 0 0,1 0 0,0 0 1,0 0-1,0 0 0,0 0 1,0 0-1,0 0 0,0 0 0,0 1 1,0-1-1,0 0 0,1 0 0,-1 0 1,0 0-1,1 0 0,-1 0 1,1 0-1,-1 0 0,1 0 0,-1 0 1,1 0-1,0-1 0,-1 1 0,1 0 1,0 0-1,0 0 0,0-1 0,1 2 1,4 3 147,0 0 0,0 0 0,1 0 0,8 3 0,4 2 105,1-2-1,1 0 1,-1-2 0,35 7-1,-33-7-155,453 74 1530,11-36-1056,-393-36-532,1577 101 604,11-31-476,-1150-54-195,-420-19-15,4521 173 210,-3282-154-178,-9-54-86,-972 3-3,-63-9 4,-193 20 6,186-52 0,-192 31-2,-96 32 25,0-1 0,-1 0-1,1 0 1,-1-1 0,0 0-1,12-12 1,-20 17 13,1 0 1,-1 0-1,0 0 1,0-1-1,0 1 1,-1-1-1,1 0 1,0 0-1,-1 1 0,0-1 1,0 0-1,0 0 1,0 0-1,0 0 1,0 0-1,-1 0 1,0-1-1,1 1 0,-1 0 1,0 0-1,-1 0 1,1 0-1,0 0 1,-1-1-1,0 1 0,0 0 1,0 0-1,0 0 1,0 1-1,0-1 1,-1 0-1,0 0 1,1 1-1,-3-4 0,-5-4 1,0 0 0,-1 0 0,0 1-1,0 0 1,-1 0 0,-17-9 0,-11-5-23,0 3 0,-1 1 0,-63-21 0,-131-27 35,216 62 1,1 1 1,-1 1-1,0 1 0,0 0 0,-21 1 1,35 1 16,0 0 0,0 0 0,1 1 0,-1-1 0,0 1 0,0 0 0,0 0 1,0 1-1,1-1 0,-1 1 0,0 0 0,1 0 0,0 0 0,-1 0 0,1 1 0,0-1 0,0 1 1,0 0-1,1 0 0,-1 0 0,1 0 0,-1 0 0,1 0 0,0 1 0,0-1 0,1 1 0,-1 0 1,1-1-1,-2 5 0,1 6 170,0 0 1,1 0 0,0 0-1,1 0 1,1 0 0,0 0 0,5 25-1,1 10 307,7 119 99,-7 0 1,-8 0-1,-7 0 1,-8-1-1,-7-1 0,-62 235 1,-21-40-1322,-15-4 0,-299 607 0,-73-83-2751,171-404-450,83-178-2717,33-68-2818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2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2000 169 7433,'-31'-96'2077,"29"93"-1768,1 0 0,0 0 0,0 0 0,0-1 0,0 1 0,0-1 0,1 1 0,-1 0 0,1-1 0,0 1 0,0-1 0,0 1 0,1-1 0,-1 1 0,1-1 0,0 1 0,2-6 0,0 3 1753,-10 29-1439,2 0-1,1 1 0,0-1 1,1 48-1,-1-8-88,-109 959 2738,-87-75-2504,-156 147-1273,-69-26-1238,85-291-1403,-29-20-5760,230-497 1370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3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673 272 5845,'23'-78'1468,"-20"66"-804,0 1 0,-1 0 0,-1-1 0,1-20 0,1-8 1093,3-12 804,-5 29 1556,-15 52-2258,-43 215 1759,44-180-3132,-133 544 1525,-29-6-3841,47-219-2490,31-131-2943,10-41-3382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4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18 9305,'-44'-12'1603,"35"9"834,8 8-1354,-16 74 1666,-11 127 0,13 87-1282,-15 140-412,1-44-597,25-315-386,0-5 45,3 0-1,13 126 0,-10-181-60,1 0 0,0 0 1,9 23-1,-10-34-44,-1 0 0,1 1 0,0-1 0,-1 0 0,1 0 1,1 0-1,-1 0 0,0 0 0,1-1 0,-1 1 0,1-1 0,0 1 0,0-1 0,0 0 0,0 0 0,0 0 0,1-1 0,-1 1 0,6 1 1,-2-2 1,0 0 0,0-1 1,0 1-1,0-1 0,0-1 1,0 0-1,0 0 0,-1 0 1,1 0-1,0-1 1,-1-1-1,1 1 0,8-5 1,10-6 29,46-33 0,-63 41-40,400-320 126,-136 100-1,56-18-1225,397-220 0,24 70-5600,-490 278 1795,5 13-2672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5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1080 428 5300,'4'-27'323,"0"0"397,0 0 0,-2 0 0,-1 0 0,-3-39 1,-29-83 3623,30 141-4066,-1 0-1,-1 0 1,0 1-1,-7-16 1,10 22-241,-1 0 0,1-1 1,-1 1-1,0 0 0,0-1 0,1 1 1,-1 0-1,0 0 0,0 0 0,0-1 1,0 1-1,0 0 0,0 0 0,-1 1 1,1-1-1,0 0 0,0 0 0,-1 0 1,1 1-1,0-1 0,-1 1 0,1-1 1,-1 1-1,1 0 0,-1-1 0,1 1 1,-1 0-1,1 0 0,-1 0 0,1 0 1,-1 0-1,1 0 0,0 1 0,-1-1 1,-1 1-1,-2 3 69,0 0 1,0 0-1,1 1 1,0 0-1,0-1 1,0 1-1,0 1 1,1-1-1,-3 7 1,-4 3 117,-125 233 1859,89-159-1623,27-50-292,-303 557 1676,-15 20-686,281-489-995,50-109-122,0 1 1,1 1-1,1-1 0,-4 37 1,8-52-29,0 1 0,0-1 0,0 1 0,0-1 0,0 0 0,1 1 0,0-1 0,0 1 0,0-1 0,1 0 0,0 0 0,-1 0 0,1 0 0,1 0 0,-1 0 0,5 5 0,-3-5-10,0-1 0,0 1 1,0-1-1,1 0 0,-1-1 1,1 1-1,0-1 0,0 0 1,0 0-1,0 0 0,0-1 1,0 0-1,11 1 0,13 1 3,0-2 0,0-1 0,1-1 0,-1-1-1,0-2 1,29-7 0,178-57 107,-219 63-100,618-227-463,-7-31-634,20-7-1480,-82 49-1711,-188 77-2220,-187 74 244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6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40 5424,'-17'-20'1641,"17"20"-1517,0-1 1,0 0-1,0 0 0,0 1 1,0-1-1,0 0 1,1 1-1,-1-1 1,0 0-1,0 0 1,0 1-1,1-1 1,-1 0-1,0 1 1,1-1-1,-1 0 1,0 1-1,1-1 0,-1 1 1,1-1-1,-1 1 1,1-1-1,0 1 1,-1-1-1,1 1 1,-1-1-1,1 1 1,0 0-1,-1-1 1,1 1-1,0 0 0,-1-1 1,1 1-1,0 0 1,0 0-1,1 0 1,-47 344 4683,-9 103-2468,49-362-2006,3 1 0,5 0 0,3-1 0,3 0-1,5 0 1,3-1 0,41 119 0,-44-163-206,3 0-1,1-1 1,2-1 0,1-1 0,42 54 0,-49-73-81,0-2-1,2 1 1,0-2-1,1 0 1,0-1-1,1-1 1,1 0 0,0-1-1,0-1 1,1-1-1,1-1 1,29 9-1,-18-10 0,1-2 0,0-1-1,55 2 1,102-15 90,-68-5-16,216-54-1,111-71-21,166-108-1001,-13-29-2917,-293 116 328,-110 43-1882,-62 36-1570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70 11913,'-3'-24'2538,"-4"-22"9287,3 66-9171,0 20-1726,1 0 1,2 0-1,6 52 1,-2-6-806,-27 527-621,17-502-652,2 152-7415,5-190 1342,0-16-5124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7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21 275 12389,'-21'-54'2180,"35"17"-376,3 7-283,3-3-297,13 6-248,11 0-168,16 6-192,14 0-120,103-1 72,-73 19-612,13 6-444,1 7-544,9 14-484,3 0-336,-6 9-389,-6 6-2239,-11 12-3465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7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174 528 10685,'-113'47'2104,"107"-44"-1652,0-1 0,1 1-1,-1 1 1,1-1 0,-7 6 0,12-8-157,-1 0 1,0-1-1,0 1 1,0 0-1,0-1 1,1 1-1,-1-1 1,0 1 0,0-1-1,0 0 1,0 1-1,0-1 1,0 0-1,0 0 1,0 0-1,-1 0 1,1 0-1,0 0 1,0 0-1,-1 0 1,24-13 2023,20-5-1986,1 2 0,0 2 0,75-14 1,-45 11-588,456-142-4200,-433 121 1719,-2-4 0,-1-5 0,117-78 0,-86 36-3991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8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600 126 6553,'-2'-3'267,"1"1"0,-1-1 0,1 1 0,-1-1 0,0 1 0,0 0 0,0 0 0,0 0 1,0 0-1,-1 0 0,1 1 0,0-1 0,-1 0 0,1 1 0,-5-2 0,0-1 553,4 3 2755,-15 12-1931,12-6-1453,-1 1 1,2 0 0,-1 0-1,1 0 1,0 1-1,0-1 1,0 1-1,-3 8 1,-26 66 575,14-31-449,-51 119 281,-49 103-185,-40-2-236,135-230-149,-26 52 87,49-89-97,11-18-71,-5 9 41,28-36 25,2 1 0,1 1 1,65-54-1,-72 71 6,1 1 0,0 1 0,2 1 0,1 2 1,0 2-1,42-16 0,-59 27 18,-1 1 1,1 0-1,0 2 0,0-1 0,1 2 1,-1 0-1,0 1 0,0 0 1,1 2-1,-1-1 0,0 2 0,0 0 1,19 7-1,-14-3 19,-1 2 1,0 0-1,0 1 0,-1 0 0,-1 2 1,0 0-1,0 1 0,-1 1 0,17 18 1,-8-5-13,-14-13-16,1-1 0,1 0 1,0-1-1,0-1 1,1 0-1,21 12 0,-32-22-28,1 1 0,0-1 0,0 0 0,0 0 0,0-1 0,1 1 0,-1-1 0,0 0-1,0 0 1,0 0 0,0 0 0,0-1 0,0 0 0,0 0 0,0 0 0,0 0 0,0 0-1,0-1 1,0 0 0,0 0 0,-1 0 0,1 0 0,-1 0 0,4-5 0,7-3 0,-2-1 1,0-1 0,0 0-1,16-22 1,-2-4 1,-2 0 0,34-70 1,25-92 26,-22 52-56,-12 49 309,69-104-1,-96 167-83,-21 34-146,1-1 0,0 1 1,0 0-1,0-1 0,0 1 0,0 0 0,1 0 0,-1 0 1,0 0-1,1 1 0,0-1 0,-1 1 0,1-1 0,0 1 0,3-1 1,-5 2-16,1-1 0,-1 1 0,1 0 0,-1 0 0,1-1 1,-1 1-1,1 0 0,-1 1 0,0-1 0,1 0 0,-1 0 1,1 1-1,-1-1 0,1 0 0,-1 1 0,0 0 0,1-1 1,-1 1-1,0 0 0,1 0 0,-1-1 0,0 1 0,0 0 1,0 0-1,0 0 0,0 0 0,0 1 0,0-1 0,1 1 1,6 14 107,0-1 0,-1 1 0,-1 0 0,0 1 0,-1 0 0,-1 0 1,3 17-1,6 130 336,-5-39-666,1-51-432,12 109-2152,-13-60-2103,-4-66-1085,8-5-3644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9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1063 9577,'23'-10'725,"-1"0"1,0-2-1,0-1 0,21-17 1,16-9 964,252-136 2317,-245 133-3151,-2-2 0,62-58 0,-89 60-158,-67 41-339,17 4-337,1 0 0,-1 1 0,1 0 0,0 1 0,0 0 1,0 1-1,1 1 0,0 0 0,-15 11 0,-6 8 23,-50 52 1,53-48-53,-39 56 1,58-71-205,0 1 0,1 0 0,1 0 0,0 1 0,1 0 0,-5 19 1,11-33 99,0 0 1,0 0 0,1 0-1,-1 1 1,1-1 0,0 0-1,0 1 1,0-1 0,0 0-1,0 1 1,1-1 0,-1 0-1,1 0 1,0 0 0,0 1-1,0-1 1,0 0 0,1 0-1,2 3 1,-2-4-16,0 0 0,0 0 0,1 0 0,-1 0-1,0 0 1,1-1 0,0 1 0,0-1 0,-1 0 0,1 1 0,0-1 0,0-1-1,0 1 1,0 0 0,0-1 0,5 1 0,5-1-164,-1-1 0,0 0 0,0 0 1,0-1-1,0-1 0,-1 0 0,1-1 0,20-9 0,-11 2 133,0-1 1,-1-1-1,0-1 0,-1-1 0,-1-1 0,0 0 0,-1-1 0,-1-1 0,20-29 0,3-13 992,57-118 0,-71 127-246,44-75 1501,-68 126-2022,1 0 1,-1 1-1,0-1 1,0 0-1,1 0 0,-1 1 1,0-1-1,0 1 1,0-1-1,0 1 0,1 0 1,1 1-1,-3-2 5,1 1-43,1 0 0,-1 1 1,1-1-1,-1 0 0,0 0 0,0 1 0,0-1 0,1 1 1,-1-1-1,-1 1 0,1 0 0,0-1 0,0 1 1,-1 0-1,1-1 0,-1 1 0,1 0 0,-1 0 0,0 0 1,1 0-1,-1-1 0,0 1 0,0 0 0,-1 0 0,1 0 1,0 0-1,-1 2 0,0 7 81,-12 478 2252,-11-90-1496,-37-1-269,27-259-520,-6-2 1,-6-2-1,-5-2 1,-7-3-1,-116 194 0,153-290-60,0-2-1,-2 0 0,-2-2 0,-1-1 0,-1 0 0,-44 34 0,69-61-14,0-1-1,1 0 0,-1 1 0,0-1 0,0 0 1,0 0-1,0 0 0,-1-1 0,1 1 0,0 0 1,0-1-1,0 0 0,-1 1 0,1-1 0,0 0 1,0 0-1,-1 0 0,1 0 0,0 0 0,0-1 1,-1 1-1,1-1 0,0 0 0,0 1 0,0-1 0,0 0 1,0 0-1,-3-2 0,2 1-1,1 0 0,-1-1 0,1 1 0,-1-1 0,1 1 0,0-1 1,0 0-1,0 1 0,1-1 0,-1 0 0,1 0 0,-1 0 0,1-1 0,0 1 0,0 0 0,0 0 0,1-1 0,-1-3 0,1-10 2,0 1-1,2-1 0,0 0 0,0 0 1,2 1-1,9-30 0,47-99-26,-45 113-3,239-475-664,28 10-191,-26 46 192,-8-50 295,-200 382 296,-5-2 0,37-170 0,-75 268 128,-2-1 0,1-41 0,-4 64-23,0-1 0,1 0 0,-1 0 0,0 1 0,0-1-1,0 0 1,-1 0 0,1 0 0,0 1 0,-1-1 0,1 0 0,-1 1 0,1-1 0,-1 0 0,0 1 0,0-1 0,0 1 0,0-1 0,0 1 0,0-1-1,0 1 1,0 0 0,-1 0 0,1-1 0,0 1 0,-1 0 0,1 0 0,-1 0 0,1 1 0,-1-1 0,1 0 0,-1 0 0,0 1 0,-2-1 0,1 1 0,0 0 1,-1 0-1,1 0 1,0 1-1,0-1 1,0 1-1,0 0 0,0 0 1,0 0-1,0 1 1,0-1-1,0 1 1,0-1-1,1 1 1,-1 0-1,-3 3 1,0 1 9,1-1 0,0 1 0,1 0-1,-1 0 1,1 1 0,0-1 0,0 1 0,1 0 0,0 0 0,1 0 0,-1 1-1,1-1 1,1 0 0,-1 1 0,1-1 0,0 1 0,1 0 0,0-1 0,1 11-1,0-10-5,0 1 0,1 0-1,0 0 1,0-1-1,1 1 1,0-1-1,0 0 1,1 0-1,0 0 1,1 0 0,-1-1-1,2 0 1,-1 0-1,1 0 1,0 0-1,8 6 1,8 3-1,1 0 0,0-2 0,1 0 1,1-2-1,0-1 0,35 11 0,167 34-599,-143-38-96,-62-11-15,-1 0 0,36 18 0,12 5-2770,-59-27 2116,0 0 1,0 0 0,1-1-1,17 2 1,-3-1-3588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09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151 143 6537,'-50'-15'1880,"26"3"96,11-4-308,3 1 32,-4 3-312,4 0 849,0-3-1429,-3 3 260,9-6-1760,1 3-944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88 10741,'-2'-9'470,"-7"-36"3344,7 11 4944,1 60-5851,1-13-2319,0-1 0,0 1 0,4 18-1,15 87 1288,5 145 0,-18 120-1899,-8-193-695,2 135-4561,14-111-7435,-5-159 1646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4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37 244 12449,'-27'-63'2284,"17"36"-147,10 0-125,4 3-248,-4 3-200,0-1-280,16 1-256,1 6-296,13 0-88,20 6-140,-3 12-420,7 6-592,10 6-180,140 61-3668,-137-37 2332,-3 3-344,-8 0-2497,-15 9-3828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4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16 721 6865,'-15'-1'3158,"19"-3"-1585,37-6-900,-10 2-67,146-34-1160,230-25 0,-5 3-2248,-355 54 2408,-1-1 0,82-32 0,-111 35 486,0-1 1,0 0-1,0-1 0,-2-1 1,1 0-1,-1-1 0,-1-1 1,0 0-1,22-29 0,-3-5 1424,50-94-1,-22 11 5028,-60 126-5529,1 6 39,0 1-868,0 0 1,0 0-1,0 0 0,0 1 1,-1-1-1,0 1 0,0 0 0,0-1 1,0 1-1,0 0 0,-1-1 1,1 1-1,-1 7 0,-8 56 798,4-36-555,-8 64 304,-38 292-453,-18-1-6252,41-265-237,3 0-3986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4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13769,'-25'29'747,"16"-19"-322,0 0-1,1 0 1,1 1-1,0-1 1,0 2-1,1-1 1,0 1-1,-6 19 1,2 6 966,1 1 0,2 0-1,1 0 1,1 43 0,4-29-447,2 1 0,14 80 0,-7-84-667,2-1 1,3 0-1,2 0 1,1-2-1,3 0 1,31 56-1,-36-79-200,1-1 0,0-1 0,2 0-1,1 0 1,31 27 0,-33-35-52,0-1-1,0-1 1,1 0 0,1-1-1,0-1 1,0-1 0,1 0-1,23 6 1,-28-11-39,-1 0 0,1-1 0,0-1 0,0 0 0,0-1 0,0 0 0,0-1 0,0 0 0,0-2 0,0 1 0,25-10 0,-28 8 9,0 0 0,0-1-1,-1-1 1,0 0 0,0 0 0,0-1 0,-1 0 0,0-1 0,0 0-1,-1 0 1,0-1 0,-1 0 0,1 0 0,7-15 0,-6 8 0,-2-1 0,0 0-1,-1 0 1,0-1 0,-2 0 0,0 0 0,-1 0 0,-1 0-1,0-1 1,-2 1 0,0 0 0,-1-1 0,-6-35 0,2 32 3,-1-1 0,-1 1-1,-1 1 1,0-1 0,-2 2 0,0-1 0,-2 1 0,0 1 0,-1 0 0,-28-31-1,16 24-277,-2 1-1,-1 1 1,-1 2-1,0 1 1,-2 1-1,-1 1 1,-57-25-1,81 42-32,1-1-1,-1 1 0,0 0 0,1 0 1,-1 1-1,0 0 0,0 1 0,0 0 1,1 0-1,-1 1 0,0-1 1,0 2-1,0-1 0,-10 4 0,12-3-539,1 1 0,-1-1 0,1 1 0,0 0-1,0 0 1,0 1 0,0 0 0,0-1 0,1 1 0,-1 1-1,-5 7 1,-2 6-9382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5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446 450 12537,'-7'7'560,"-13"12"299,19-19-781,0 1 0,1-1 0,-1 1 0,0-1 1,1 1-1,-1-1 0,0 0 0,0 0 0,1 1 0,-1-1 0,0 0 0,0 0 0,0 0 0,1 0 0,-1 0 0,0 0 0,0 0 0,1 0 0,-1 0 1,0 0-1,0 0 0,0-1 0,1 1 0,-1 0 0,0 0 0,0-1 0,1 1 0,-2-1 0,-2-2 258,0 1 0,0 0 0,0 0 1,0 0-1,0 1 0,0-1 0,-1 1 0,1 0 0,-8-1 0,-45 0 1123,30 1-893,16 1-433,1 0 1,0 1-1,-1 1 0,1-1 0,0 2 1,0-1-1,-15 7 0,-60 31 89,75-34-271,4-2-61,0-1 0,0 2 0,0-1 0,1 1 0,-1 0 0,1 0 0,0 0 0,1 1 0,0 0 0,-1 0 0,2 0 0,-5 8 0,8-13 96,-1 0-1,1 0 1,0 0 0,0 0-1,0 0 1,0 0-1,0 0 1,0 0 0,0 0-1,0 0 1,0 0-1,0 0 1,1 0-1,-1 0 1,0 0 0,1 0-1,-1 0 1,1 0-1,-1 0 1,1 0-1,1 2-26,1 4 27,0 0-1,0-1 0,1 0 1,0 1-1,0-2 0,0 1 1,1 0-1,0-1 0,0 0 1,0 0-1,1 0 0,-1-1 1,1 1-1,0-2 1,1 1-1,-1-1 0,1 1 1,-1-2-1,1 1 0,13 2 1,0 0 44,0-1 0,0-1 0,0 0 1,1-2-1,-1 0 0,26-4 0,1-2-30,0-3 1,0-2-1,-1-2 0,0-2 0,-1-2 0,60-30 1,-56 21 48,-2-3 1,-1-1 0,-1-3 0,-2-1 0,52-52-1,-66 55 252,-2-1 0,-1-2-1,-1 0 1,33-63 0,-39 59 1283,-1-2 1,15-50 0,-31 85-861,-3 8-80,-5 22-321,-1-1-1,-1 0 0,-1 0 1,-13 25-1,-10 25-42,-8 16-531,22-54-549,-13 40 0,-24 114-4736,36-120 1335,7-17-2025,7 0-3769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15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13481,'13'-22'2036,"0"13"-343,8 0-321,2 3-364,0 0-208,14 0-152,20 0-156,-10 0-340,13 0-668,4 0-792,13 0-752,7 3-3233,6 3-4228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0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48 8897,'15'-21'1410,"2"-4"1152,-13 23-760,-7 14 411,1-9-2238,0 1 0,0 0 0,0-1 0,-1 0 0,0 0 0,1 0 1,-1 0-1,0 0 0,-1 0 0,1-1 0,0 1 0,-1-1 1,1 0-1,-1 0 0,0 0 0,0-1 0,-6 3 0,-6 1-159,1 0-1,-29 4 0,40-8-6,1 0-57,-20 4 217,16-2-8843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3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2028 31 8525,'-66'-12'707,"29"5"145,-1 2 0,-70-2 0,55 9 46,0 3-1,0 1 1,1 3-1,0 3 0,1 1 1,-86 35-1,58-13-297,2 3-1,1 3 1,-97 71 0,95-53-266,2 4 1,-118 128-1,99-82-68,-99 149 0,141-178-132,-83 166-1,118-206-131,2 0 0,1 1 0,2 0 1,3 1-1,1 0 0,-6 72 0,14-99-50,1 0-1,1 0 1,0 0-1,1 0 1,0 0-1,1 0 1,1 0-1,0-1 1,10 20-1,-10-25-14,2 1 0,-1-1 0,1 0 0,1-1 0,0 0 0,0 0-1,0 0 1,1-1 0,0 0 0,1 0 0,-1-1 0,1 0 0,1-1 0,11 6 0,1-3-31,1 0 0,0-2 1,0 0-1,0-1 1,1-2-1,0 0 1,0-2-1,0 0 1,-1-2-1,28-3 0,10-5-79,-1-2-1,104-35 0,-62 9-19,-3-6 0,137-79-1,83-86 151,-17-27-49,-114 87 217,-162 128-75,27-22 163,2 2 0,62-33-1,-112 70-140,0 1-1,1-1 0,-1 1 0,1 0 0,-1 0 0,1 1 0,0 0 0,-1 0 0,13-1 0,-16 2-37,1 1-1,-1-1 0,0 0 1,0 1-1,0 0 1,0 0-1,1-1 0,-1 1 1,0 0-1,0 1 0,0-1 1,-1 0-1,1 0 1,0 1-1,0-1 0,-1 1 1,1 0-1,-1-1 0,1 1 1,-1 0-1,0 0 1,0 0-1,0 0 0,0 0 1,0 0-1,0 0 1,0 3-1,2 5 68,-1-1-1,0 1 1,0-1 0,-1 1 0,0 0-1,-1 0 1,-1 12 0,-13 70 491,8-61-383,-37 176 1002,-9 53-94,43-196-842,2 1 0,2 68 0,6-111-215,0 0-1,1 0 1,2 0-1,0-1 0,1 0 1,1 1-1,14 31 1,-15-43-41,0 1 0,1-1 0,1 0 0,0-1 0,0 1 0,0-2 0,1 1 0,1-1 0,-1 0 0,1 0 0,1-1 0,-1-1 0,1 1 0,0-2 0,21 10 0,-12-9-18,1-1 0,0 0-1,0-2 1,0 0 0,0-1 0,1-1 0,-1-1 0,0-1 0,1-1 0,-1 0-1,0-2 1,0 0 0,0-1 0,-1-1 0,31-14 0,-25 9-14,-1-1 1,-1-1 0,0-1-1,-1-1 1,-1-1 0,0-1-1,-1-1 1,-1-1 0,0 0-1,-2-1 1,22-33 0,-27 34 3,-1-2 1,-1 0-1,-1 0 1,-1 0 0,-1-1-1,-1 0 1,0-1-1,-2 1 1,-1-1-1,0 0 1,-2 0-1,-3-39 1,0 42-17,0 0-1,-2 0 1,0 1 0,-1 0 0,-1 0-1,-1 0 1,-1 1 0,-1-1 0,0 2-1,-1 0 1,-1 0 0,0 0 0,-2 2-1,-25-27 1,21 26-108,0 1 0,-2 1 0,0 0 0,0 2 0,-1 0 0,-1 1 0,0 1 0,0 1 0,-1 1 0,-33-8 0,41 14-115,1 0-1,-1 0 1,0 1 0,0 1 0,1 0 0,-1 1 0,0 0 0,1 1-1,-1 1 1,1 0 0,-1 1 0,1 0 0,1 1 0,-1 0 0,1 1 0,0 1-1,0 0 1,-21 17 0,18-12-1087,1 1 0,1 1 0,1 0 1,0 1-1,-16 24 0,-3 20-7459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4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7 620 9629,'-3'-50'2806,"-1"-2"3840,29 74-5847,-8-1-711,-1 0 0,-1 2 0,0 0 0,-2 0 0,0 1 0,11 35 0,-11-30-91,22 37-134,-33-64 131,3-2 1,13-4-5,0 0 0,0-1 0,27-11 0,-43 15 10,0 0 0,0 0 0,0 0 1,0 0-1,0 1 0,0-1 0,0 0 1,0 1-1,0 0 0,0-1 0,0 1 1,0 0-1,4 0 0,3 1-7,1-2 6,0 1 0,1 1 1,-1 0-1,0 0 0,1 1 1,-1 0-1,0 1 0,0 0 1,11 6-1,29 7-10,-28-10 10,0-1-1,0-1 1,0-1 0,1-1 0,-1-1 0,0-1 0,1-1 0,-1-1 0,1-1 0,-1-1 0,0-1 0,-1 0 0,1-2 0,-1-1 0,0 0 0,26-16 0,-25 10 298,0-1 1,-1-2-1,28-27 0,-26 23 412,39-29 1,-58 47-700,0 1 1,0 0-1,1 1 1,-1-1-1,1 1 1,-1 0-1,1 0 1,-1 0-1,1 0 1,0 1-1,0 0 1,7 1-1,59 10-251,-37-5 128,-14-4-11,1-1 1,0-1 0,-1-1-1,1-1 1,28-6 0,-8-2-159,62-23 0,-89 27 253,1-1 0,-1-1 0,-1 0-1,1-1 1,-2 0 0,1-1 0,-1 0-1,-1-1 1,0-1 0,17-22 0,4-10 209,44-86 1,-73 124-145,17-33 545,-2 0 1,-2-2-1,-1 0 0,13-61 0,-28 99 353,0 9 40,-5 99 919,-24 125-1,10-99-1295,-43 268 170,7-60-1756,49-299 310,2 0 0,2 1 1,1-1-1,3 1 1,1-1-1,1 1 0,3-1 1,14 49-1,-19-83 350,1 1 0,-1-1 0,1 0-1,0-1 1,1 1 0,-1 0 0,1-1 0,0 0 0,1 0 0,-1 0 0,9 7 0,-10-10 82,1 0 0,-1 1 0,1-1 0,0 0 0,0-1 0,0 1 0,0-1 0,0 1 0,0-1 0,0-1 0,0 1 0,0 0 0,0-1 0,0 0 0,1 0 0,-1 0 0,0-1 0,0 1 0,7-3 0,-1 0 0,1-1 0,-1-1 0,0 0 0,0-1 0,-1 1 0,1-2 0,-1 0 0,-1 0 0,1 0 0,-1-1 0,13-17 0,7-11-255,37-64-1,-49 73 392,93-156-42,132-203 2779,-218 351-2021,2 2 0,1 0 0,1 2 0,2 1 0,48-39 0,-68 63-437,1 0 0,-1 1 0,1 0 0,0 0 0,0 1 0,0 0 0,1 1 0,-1 0 0,20-2 0,-26 5-116,0-1 0,0 1 0,0 0-1,0 0 1,0 1 0,0-1 0,0 1 0,-1 0 0,1 0 0,0 0-1,0 0 1,-1 0 0,1 1 0,-1 0 0,1 0 0,-1 0 0,0 0-1,0 1 1,0-1 0,0 1 0,0 0 0,0-1 0,-1 1 0,1 1-1,-1-1 1,0 0 0,0 0 0,0 1 0,0-1 0,1 5 0,-2-3-4,1 0 1,-1 0-1,0 1 1,0-1-1,0 0 1,-1 0-1,0 0 1,0 0-1,0 1 1,-1-1-1,0 0 1,0 0-1,-2 8 1,0-4 4,-1-1 0,0 0 0,0 0 0,-1 0 0,0 0 0,0-1 1,-8 9-1,-3 0 24,0 0 1,-1-1 0,-1-1 0,0-1 0,-32 17-1,4-7-3,-1-1-1,-1-3 0,0-2 0,-1-2 1,-68 11-1,109-24-116,0 0 1,0-1-1,0 0 1,-1 0-1,1-1 1,0 0-1,0-1 0,0 0 1,0 0-1,-1 0 1,1-1-1,1 0 1,-1-1-1,-8-3 1,15 5 3,0 0 0,0 0 1,0 0-1,0 0 0,0 0 0,0 0 1,0 0-1,1 0 0,-1 0 0,0-1 1,1 1-1,-1 0 0,1 0 0,-1-1 1,1 1-1,0 0 0,0-1 1,-1 1-1,1 0 0,0-1 0,0 1 1,0 0-1,1-1 0,-1 1 0,0 0 1,0-1-1,1 1 0,-1 0 1,1 0-1,-1-1 0,2-1 0,18-38-671,-19 40 689,12-18-536,1 0 0,0 1 1,33-31-1,62-45-1084,-82 71 1324,464-356-2057,-149 146 4290,-201 151-49,-123 73-1490,0 1 0,1 0 0,0 2 0,1 0 0,36-6 0,-51 11-293,0 1 0,0-1 0,0 1 0,1 0-1,-1 0 1,0 1 0,0 0 0,0-1 0,0 2-1,0-1 1,0 1 0,0-1 0,0 1 0,0 1-1,-1-1 1,1 1 0,-1 0 0,1 0 0,-1 0-1,0 0 1,0 1 0,-1-1 0,1 1 0,-1 0-1,0 0 1,0 1 0,0-1 0,0 1 0,1 5-1,4 11 80,-1 0 0,-1 0 0,-1 0 0,-1 1 0,2 33 0,-4-42-168,11 177-765,-4-46-2045,10-3-4945,0-68-1000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4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143 453 8073,'39'-25'697,"93"-55"2314,121-75 3501,-227 137-5887,-2-1 0,0-1 0,-1-1-1,-1-1 1,30-40 0,-51 61-600,-1 1 1,1-1-1,-1 1 1,0-1-1,1 1 1,-1-1-1,0 1 1,1-1-1,-1 0 0,0 1 1,0-1-1,1 1 1,-1-1-1,0 0 1,0 1-1,0-1 1,0 1-1,0-1 1,0 0-1,0 1 0,0-1 1,0 0-1,0 1 1,0-1-1,0 0 1,0 1-1,-1-1 1,1 1-1,0-1 0,0 0 1,-1 1-1,1-1 1,0 1-1,-1-1 1,1 1-1,-1-1 1,1 1-1,-1-1 0,1 1 1,-1 0-1,1-1 1,-1 1-1,1 0 1,-1-1-1,1 1 1,-1 0-1,0-1 0,-3 0 102,0 0-1,1 0 0,-1 1 0,0-1 0,0 1 0,1 0 0,-8 0 0,-10 3 199,1 0-1,0 2 1,0 0-1,1 1 1,-1 1-1,1 1 1,-20 11-1,-2 4 182,2 1 0,-41 33-1,48-32-285,1 0-1,1 2 1,1 2 0,2 0-1,1 2 1,1 1-1,-27 46 1,46-70-186,-9 17 71,1 0 0,2 0 0,0 1-1,1 0 1,-11 48 0,17-56-72,2 0-1,0 1 1,1-1 0,1 1 0,1 0 0,1 0 0,0-1-1,1 1 1,6 19 0,-6-29-97,0 0 0,2 0 0,-1 0 0,1-1-1,0 0 1,1 0 0,-1 0 0,2 0 0,-1-1 0,1 0 0,0 0 0,1 0 0,-1-1-1,1 0 1,1 0 0,-1-1 0,1 0 0,0 0 0,0-1 0,11 5 0,3-2-210,1-1 0,-1 0 1,1-2-1,0-1 0,1-1 1,-1 0-1,0-2 0,1-1 1,-1-1-1,0-1 0,44-11 1,5-6-245,-1-4 1,94-45-1,280-155-516,-432 217 1003,1 0 0,-1 1 0,1 0-1,22-5 1,-30 9 34,1 1 1,-1 0-1,0 1 0,1-1 0,-1 1 0,1 0 0,-1 1 0,1 0 0,-1 0 1,0 0-1,0 1 0,1 0 0,8 4 0,15 9-518,0 2 0,-1 2-1,-1 0 1,48 44 0,-57-46-1325,36 25-1,0-7-4153,-8-6-2575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5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1163 31 8589,'25'-20'1939,"-23"18"-1721,0 1 1,1 0-1,-1 0 0,1 0 1,-1 0-1,1 0 1,-1 0-1,1 1 1,0-1-1,-1 1 1,1 0-1,0 0 1,-1 0-1,1 0 1,0 0-1,-1 0 1,1 1-1,0-1 0,3 3 1,0-2 143,10 3-84,-1 2 0,0-1 0,-1 2 1,0 0-1,0 1 0,22 15 0,-6-4 76,-2 1-805,-2 0-1,-1 1 1,0 2 0,21 26 0,-38-41-64,-7-7 459,-1-1 1,1 1-1,-1 0 1,1 0-1,-1-1 1,0 1-1,1 0 1,-1 0-1,0-1 1,0 1 0,1 0-1,-1 0 1,0 0-1,0 0 1,0-1-1,0 1 1,0 0-1,0 0 1,0 0-1,-1 0 1,1-1-1,0 1 1,0 0-1,0 0 1,-1 0-1,1-1 1,-1 1 0,1 0-1,0-1 1,-1 1-1,1 0 1,-1-1-1,0 1 1,1 0-1,-1-1 1,1 1-1,-1-1 1,0 1-1,0-1 1,1 1-1,-2-1 1,-39 23 443,-306 114 2403,107-46-2085,-53 25-1271,-184 76-6888,321-123 2111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6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179 978 10181,'0'0'7423,"0"-3"-6979,0-4-378,0 0-1,1 0 1,0 0-1,0 0 1,1 1-1,0-1 1,0 1 0,0-1-1,1 1 1,0 0-1,0 0 1,1 0-1,7-10 1,13-12-43,1 1 1,1 1 0,1 1 0,56-38 0,-24 19 75,133-114-143,-141 112 46,72-85 1,-94 97 274,-2-1 0,-1-2 1,39-75-1,-64 109-233,0 1 1,0-1-1,0 1 1,0-1-1,-1 0 0,1 1 1,-1-1-1,1 0 1,-1 0-1,0 1 0,0-1 1,-1 0-1,1 0 1,0 1-1,-1-1 1,0 0-1,0 1 0,1-1 1,-1 1-1,-1-1 1,1 1-1,0-1 0,-1 1 1,1 0-1,-1-1 1,0 1-1,0 0 1,-3-3-1,1 2 49,0 0 0,0 0 0,0 0 0,-1 0 0,0 1 0,1 0 0,-1-1 0,0 2 0,0-1 1,0 1-1,0-1 0,0 1 0,-11 0 0,-7 1 315,0 2 0,0 1 0,1 0-1,-1 2 1,-38 12 0,11 2 559,-67 34-1,70-28-392,1 2 0,1 2 0,2 2 0,-50 46 0,62-48-209,2 1-1,1 2 1,1 1 0,2 0-1,-40 72 1,56-87-344,0 0 0,1 1 0,1 0 0,1 0 0,1 1 0,0-1 0,2 1 0,0 0 0,1 0 0,1 1 0,1-1 1,1 0-1,0 0 0,2 0 0,0 0 0,2 0 0,0-1 0,1 1 0,1-1 0,0 0 0,2-1 0,13 22 0,1-8-14,1-2 0,1-1 0,2 0 0,1-2 0,1-2 0,1 0 0,1-2 1,1-1-1,1-2 0,35 16 0,22 5-520,0-4 0,172 46 0,-146-55-1216,1-4 1,0-6-1,2-5 1,0-5 0,136-8-1,34-39-7542,-160 15 591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6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12757,'13'0'585,"0"1"0,0 0-1,0 1 1,0 0 0,0 1-1,-1 0 1,1 1 0,-1 1 0,0 0-1,0 0 1,14 10 0,352 217 6812,-19 30-5872,-57-40-4126,-231-171 885,48 33-2328,-36-32-3568,-33-24-2127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6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1528 1 12385,'-197'42'2272,"116"-27"-143,1 9-89,3 0-308,-3 10-292,-8 11-380,-5 15-132,-11 9-204,-3 13-892,-14 8-552,-6 7-1060,-4-7-1008,4 4-2941,13 8-4812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36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82 13561,'0'-18'1956,"0"-3"-395,14 12-309,-4 3 288,-17-7-2616,-3 1-640,-17 9-12378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5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52 12269,'-64'-33'3972,"48"27"-3355,-8-6-569,21 27-1969,-4 3-403,11 9-1368,6 24-2293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 12741,'13'36'1892,"-20"-3"-115,1-9-145,-8 19 96,1-7 24,-4 6-180,0 9-288,-3 10-228,0 8-192,3 9-176,1 1-131,2 11-217,4 13-856,0-1-469,3 4-899,-3-7-1032,4 10-3469,-4-1-5828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7 9957,'-29'6'765,"11"-3"22,0 1-1,0 0 1,0 2 0,1 0 0,0 1 0,-20 11-1,32-15-702,-1 1-1,1-1 0,0 1 1,0-1-1,1 1 0,-1 1 0,1-1 1,0 1-1,0 0 0,0 0 0,1 0 1,0 0-1,0 0 0,0 1 1,0 0-1,1-1 0,0 1 0,-1 7 1,-2 28 270,2-21-178,1 0-1,1 0 1,2 30-1,4 0-113,2 0 0,2 0 0,2-1 0,3 0 0,20 50 0,-1-18 72,-32-80-130,0 0 1,0 1-1,1-1 1,-1 0-1,0 0 1,0-1-1,1 1 1,-1 0-1,0 0 0,1-1 1,-1 1-1,1-1 1,-1 1-1,1-1 1,0 1-1,-1-1 1,1 0-1,-1 0 1,3 0-1,-1-4 12,0-1-1,0 1 1,-1-1 0,1 0-1,-1 1 1,0-1-1,2-10 1,-3 12 8,7-24 323,7-48 0,2-7 226,89-259 1440,-99 321-1769,1 1 1,20-36-1,-23 46-99,1 0 0,0 1 0,0 0 0,1 0 0,0 0 0,1 1 1,12-9-1,-18 14-82,0 1 0,1 1 0,-1-1 0,0 0 0,1 0 0,-1 1 0,1 0 0,-1-1 0,1 1 0,-1 0 0,1 0 0,0 0 0,-1 1 0,1-1 0,-1 1 0,1-1 0,-1 1 0,0 0 0,1 0 0,2 1 0,40 23 330,-44-24-371,7 5 68,0 0-1,0 1 1,0 1 0,-1-1 0,0 1-1,-1 0 1,11 17 0,30 69 300,-26-48-317,23 47-1273,32 105 1,12 104-6523,-63-221 2096,6-5-3348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5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13021,'17'54'1832,"-27"-15"-243,6-2-249,4 2-324,0 3-224,-6 6-172,2 9-112,4 4-336,7-1-472,3 9-792,0 4-756,0 2-3389,-3 3-4192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0 341 13773,'27'-45'1852,"7"12"-331,-1 8-301,11 4-324,-1 3-180,11 0-232,20-6-380,19 0-620,11 3-524,17-3-472,6 0-341,7 0-759,17 5-1172,6-2-2481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6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77 184 8325,'-53'6'1968,"29"-3"3100,34-15-3759,0 0-333,27 0-128,37-6-220,6 6-144,21-6-120,19 3-352,11 0-672,16 0-192,11 0-520,16 0-373,3 0-2715,1-4-3449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6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1534 52 9645,'-60'-40'2144,"56"38"-1905,1 1-1,-1-1 0,1 1 1,-1-1-1,0 1 1,0 1-1,0-1 1,1 0-1,-1 1 1,0 0-1,0 0 1,0 0-1,0 0 1,0 0-1,0 1 1,0 0-1,1 0 1,-1 0-1,0 0 0,1 1 1,-1-1-1,0 1 1,1 0-1,0 0 1,-1 0-1,1 1 1,-3 2-1,-1 2 221,0 0 0,0 1 0,1-1-1,0 1 1,1 1 0,0-1 0,0 1 0,-6 15-1,-7 32 809,2 0-1,3 2 0,-8 82 0,5-35-493,-5 6-580,-4-1-1,-6-2 0,-4-1 0,-5-2 1,-5-1-1,-4-3 0,-90 140 0,-184 197-3228,138-238-792,-16-22-4870,70-83-2727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01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0 349 10713,'1'-30'373,"12"-200"4404,-12 222-4308,1 1 0,-1-1 1,2 1-1,-1 0 0,1 0 0,0 0 1,6-10-1,-9 15-386,1 1-1,0 0 1,0-1-1,0 1 1,0 0 0,0 0-1,0 0 1,0 0-1,0 0 1,1 0 0,-1 0-1,0 0 1,0 0-1,1 0 1,-1 1 0,1-1-1,-1 1 1,1-1-1,-1 1 1,1-1 0,-1 1-1,1 0 1,-1 0-1,1 0 1,-1 0 0,1 0-1,-1 0 1,1 0-1,-1 0 1,1 0 0,0 1-1,-1-1 1,0 1-1,1-1 1,-1 1 0,1 0-1,-1-1 1,0 1-1,1 0 1,-1 0 0,0 0-1,0 0 1,2 2-1,5 5 240,-1 1-1,0 0 0,0 0 0,-1 0 0,0 1 1,6 15-1,-3-9-23,29 68 549,-3 2 0,-4 1 0,20 91 1,55 410 368,-60-279-2571,6 48-2960,-35-116-1551,-12-94-317,1-2-3517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02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1 857 21202,'164'-21'2328,"-117"45"-576,0 3-444,3-24-315,4-21-225,23-9-172,23-15-128,14-13-84,23-8-376,24-12-452,20-7-708,20-11-305,13-4-687,14-11-812,6-7-3445,-6 1-5868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02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15069,'-5'7'354,"1"-1"0,0 1-1,1 0 1,-1 1-1,2-1 1,-1 0-1,1 1 1,0 0 0,0-1-1,1 1 1,-1 13-1,2-17-213,1 0-1,-1 0 0,1 0 0,-1 0 0,1 0 0,1 0 0,-1 0 0,0-1 0,1 1 1,0 0-1,0-1 0,0 0 0,0 1 0,0-1 0,5 4 0,2 3-25,2-1 0,-1 0-1,15 9 1,4 3 150,26 22-11,-1 2 0,74 84 0,-105-102-263,-2 1-1,0 1 0,-2 0 1,-2 2-1,0 0 0,-2 1 0,13 40 1,-17-32-10,-2 0 1,-1 1 0,-2-1-1,-2 1 1,-1 1 0,-3-1-1,-1 0 1,-7 46-1,-8 4 84,-3-1 0,-46 134 0,54-190 69,-9 48 1,22-82-129,-1 1 0,1-1 0,-1 0 0,1 0 0,-1 0 0,1 0 0,-1 0-1,1-1 1,-1 1 0,1 0 0,-1-1 0,1 1 0,-1-1 0,0 1 0,3-2 0,15-8-23,0-1 0,0-1 0,-1 0-1,0-2 1,31-30 0,9-8-181,191-143-1564,41-34-2608,-133 97-976,6-6-3174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02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2940 1 11169,'-506'102'1365,"420"-83"-852,0 4 0,1 3-1,-156 74 1,118-39 182,3 6-1,3 4 0,4 6 0,-122 107 0,119-80-60,5 5-1,4 4 1,-133 185-1,156-175-187,5 4-1,6 2 1,5 4 0,7 3 0,5 2-1,6 3 1,7 2 0,-45 263 0,61-186-4,10 1 0,9 0 1,10 1-1,46 333 0,-20-380-219,7-1 0,8-2 0,7-2 0,95 216 0,-84-256-122,5-2 0,5-3 1,6-3-1,5-4 0,173 191 0,-149-203-438,5-4 0,3-5-1,5-5 1,4-5-1,4-6 1,3-6 0,3-5-1,3-6 1,2-6 0,4-6-1,1-6 1,2-7 0,228 32-1,-238-56-413,1-6-1,0-6 1,0-6-1,0-6 0,0-6 1,260-63-1,-267 42-464,-3-6 0,-2-5-1,-1-6 1,-3-5 0,-3-5-1,-3-6 1,124-96 0,23-52-4621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02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7393 2539 11945,'48'-541'1702,"-46"491"-1316,-2 0 0,-2 0 0,-16-84 0,1 49 206,-3 2 0,-5 0 0,-2 2 0,-58-116 1,53 136-350,-2 1 1,-3 2 0,-3 2 0,-2 1 0,-2 3 0,-61-56 0,23 36-70,-3 4-1,-4 4 1,-2 3-1,-2 5 0,-187-82 1,140 82-58,-3 6-1,-2 7 1,-258-43 0,253 66-37,-213 0 1,-416 39 109,216 47-134,292-12-16,2 12 0,-304 117 0,345-93-324,4 10 0,-357 219-1,440-227-269,4 7 0,5 6 0,-168 170 0,214-183-848,3 3-1,5 4 0,4 4 0,5 2 0,-68 138 0,13 47-5954,123-289 7316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17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11709,'-2'242'4264,"1"51"-279,56 274-1806,-24-325-3970,-1 430 0,-66-220-6027,32-413 6638,-16 137-5393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18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507 0 12185,'-24'140'3010,"-9"49"243,-100 384 463,-56 270-2085,70 7-6143,112-707 1501,6-50-1804,1 0-3658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18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11173,'44'-21'1584,"-4"3"-240,-27 12-200,14-3-260,23-3-179,-3 12-421,10 3 212,7 6-64,13 9-304,6 6-616,8 4-660,3 11-497,-4 0-583,-6 9-1464,3 18-2297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19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1203 6509,'-54'31'2567,"54"-31"-2492,-1 0 0,1 0 0,-1 0 0,1 0 0,0 0 0,-1 0 0,1-1 0,-1 1-1,1 0 1,0 0 0,-1 0 0,1-1 0,-1 1 0,1 0 0,0 0 0,-1-1 0,1 1 0,0 0 0,0-1 0,-1 1 0,1-1 0,0 1-1,0 0 1,-1-1 0,1 1 0,0-1 0,0 1 0,0 0 0,0-1 0,0 0 0,-5-13 475,9 7-431,1 1 0,0 1 0,0-1-1,0 1 1,0 0 0,13-9 0,-5 3 12,340-253-1025,-122 99-812,-52 31 328,248-197 3858,-384 294-1449,46-37 2023,-88 74-2964,0-1 1,1 1-1,-1 0 0,0 0 1,1 0-1,-1 0 1,0 0-1,1 0 1,-1 0-1,0 0 0,0 0 1,1 1-1,-1-1 1,0 0-1,0 1 1,1-1-1,-1 1 0,0 0 1,0-1-1,0 1 1,0 0-1,0 0 1,0 0-1,0-1 0,0 1 1,1 2-1,0 2-2,-1 1-1,0-1 1,-1 1-1,0-1 1,1 1-1,-2-1 1,1 1-1,-2 6 1,0 9 61,7 216 792,-1-196-939,2-1 0,2 0 0,23 69 0,-26-96-61,0 0 0,0-1-1,2 0 1,-1 0 0,2 0 0,-1-1 0,2 0 0,17 19-1,-22-26 33,1 0-1,-1-1 1,1 1-1,0-1 1,0 0-1,0-1 0,0 1 1,0-1-1,1 0 1,-1 0-1,1 0 1,-1-1-1,1 0 0,0 0 1,-1-1-1,1 1 1,0-1-1,0-1 1,-1 1-1,1-1 0,0 0 1,-1 0-1,9-3 1,1-2-9,0 0 1,-1-1 0,0 0-1,0-1 1,-1-1-1,0 0 1,13-13 0,80-85-126,-28 25 139,-34 35-79,-33 34 87,1 0 1,0 1-1,0 1 0,1 0 0,21-14 0,-31 24 36,29-4 28,-28 5-54,1 0-1,-1 0 0,1-1 0,-1 0 1,1 0-1,-1 0 0,0 0 1,1-1-1,-1 1 0,0-1 0,0 0 1,5-4-1,8-8-13,-1-1 0,-1 0 0,16-21 0,18-18 246,-26 25 7,-19 24-199,-1-1-1,1 1 1,0 1-1,1-1 1,6-6-1,-8 9 191,18 5 141,-11-2-314,0 1 1,0 1 0,0-1-1,0 2 1,-1-1 0,11 6 0,-12-5-243,1 0 0,-1 0 0,1-1 0,0-1 0,0 1 0,0-1 0,0-1 0,0 0 0,10 0 0,33-6-467,-1-2 0,0-2 1,-1-2-1,0-3 1,67-28-1,-15 12-133,131-27-2986,-79 4 1729,-97 31 1776,-34 13 867,38-20-1,-58 27 1889,-5 4-2224,-12 11-160,-1-1-1,-16 11 1,-20 2-4240,10-6 159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0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0 244 10789,'10'-9'1624,"24"-18"-524,-4 12-116,10 0-132,4 0-136,-1 0-179,17-6-93,14 0-88,10 3-380,16-6-560,7 2-501,17 7-323,0 0-640,0 9-1536,-3 0-2101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0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594 1 6609,'-315'160'1332,"224"-109"-232,28-15-148,13-3-196,9-6-140,18 0-72,13-15-144,20 7-88,17-4-528,30-18-520,23-6-2692,27-13-1829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7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67 12469,'1'3'362,"0"1"-1,0-1 0,0 1 1,0 0-1,0-1 0,-1 1 1,0 0-1,1-1 0,-1 1 1,-1 0-1,1 0 1,0 0-1,-1-1 0,0 1 1,-2 6-1,-2 2 162,-1 1 0,0-1 0,-10 13 0,-12 26 478,4 17-232,3 1-1,-18 103 1,10 48-439,22-157-448,6-56 98,1 0-1,0 0 1,0 0-1,0 0 1,0 0-1,1 0 1,1 0-1,-1 0 1,1 0-1,5 11 1,-6-16 15,0 0 1,1 1-1,-1-1 1,1 0 0,-1 0-1,1-1 1,0 1-1,0 0 1,0-1-1,0 1 1,0-1-1,0 1 1,0-1-1,1 0 1,-1 0-1,0 0 1,1 0-1,-1 0 1,1-1 0,-1 1-1,1-1 1,-1 0-1,1 1 1,-1-1-1,1 0 1,0-1-1,-1 1 1,1 0-1,-1-1 1,1 1-1,-1-1 1,5-2-1,329-98 38,-108 41-102,-56 14 40,-132 35 25,-1-1 1,-1-3-1,60-31 0,-74 34 0,12-6 139,-1-2 0,-1-1 0,-1-2 0,-1-1 0,-1-2 0,36-38 0,-56 51 31,0 0-1,-1-1 1,0 0 0,-1 0 0,-1-1 0,0-1 0,8-24 0,-13 29-76,0 0-1,-1-1 1,0 1 0,0-1-1,-2 1 1,1-1-1,-1 0 1,-1 0 0,0 1-1,-1-1 1,0 1 0,-4-12-1,0 7-33,0 1-1,-1-1 1,-12-17-1,9 15-268,7 14-65,-1-1 0,1 1-1,-1 0 1,0 0 0,0 0 0,0 0 0,-1 1-1,1-1 1,-1 1 0,0 1 0,-6-4-1,-2 1-4325,0 3-3938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7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16 9621,'15'-7'745,"6"-1"159,-18 7-102,-8 5 529,2 0-1014,0-1 0,1 1 1,-1 0-1,1-1 0,0 1 1,0 0-1,0 0 0,1 1 1,-1-1-1,1 0 1,0 0-1,0 1 0,0 7 1,-4 9 439,-32 124 2672,-13 42-1297,46-175-2048,-111 397 1844,102-349-2061,3 2 1,2-1-1,4 1 1,5 113 0,0-158-9,1-1 1,1 0 0,5 19-1,-6-29 84,0-1 1,1 1-1,-1 0 0,1-1 0,0 0 0,0 0 0,1 0 0,0 0 0,-1 0 0,2-1 0,5 6 1,-8-9 31,1 1 1,-1-1 0,1 0 0,-1 0 0,1 0 0,0 0 0,-1 0-1,1 0 1,0-1 0,0 1 0,0-1 0,-1 0 0,6 0-1,37-6-78,-36 4 46,8-2-32,0 0-1,26-12 1,-26 9 14,0 1 0,34-7 0,-45 12 66,-1 1 0,0-1 0,0 1 0,0 0 0,0 0 0,1 1 0,-1 0 1,0 0-1,0 0 0,0 0 0,0 1 0,0 0 0,-1 0 0,8 4 0,-2 0 4,-1 1 0,0 1-1,-1-1 1,1 1 0,-2 1 0,10 11 0,39 64 9,-7-8-9,-12-24-4,-12-16 16,57 64 0,-74-91-14,1-1-1,0 1 1,1-2 0,0 0-1,0 0 1,0 0-1,1-1 1,0-1 0,0 0-1,1-1 1,20 6-1,-25-9 0,-1 0-1,1-1 0,-1 0 1,1 0-1,-1-1 0,1 1 0,-1-1 1,1-1-1,-1 1 0,1-1 0,-1 0 1,0-1-1,0 0 0,0 0 1,-1 0-1,9-6 0,-1 0 218,-1-1 0,0-1 1,0 0-1,-1-1 0,15-21 0,2-18 1557,-26 48-1348,-3 1-73,-13-24 298,12 24-390,0 2-43,-9 2-173,11-3-23,-1 1-1,0 0 0,1 0 0,-1 0 0,1 0 1,-1 0-1,0 0 0,1 0 0,-1 0 1,1 0-1,-1 0 0,0 0 0,1 1 0,-1-1 1,1 0-1,-1 0 0,1 0 0,-1 1 0,0-1 1,1 0-1,-1 1 0,1-1 0,-1 1 0,1-1 1,0 0-1,-1 1 0,1-1 0,-1 1 0,1-1 1,0 1-1,-1-1 0,1 1 0,0-1 1,0 1-1,0 0 0,-1-1 0,1 1 0,0-1 1,0 1-1,0 0 0,0-1 0,0 1 0,0-1 1,0 1-1,0 0 0,0-1 0,0 1 0,0-1 1,0 1-1,1 0 0,-1 0 0,0 0-10,0 0 0,0-1 0,0 1-1,0 0 1,1-1 0,-1 1 0,0 0 0,0-1-1,0 1 1,1 0 0,-1-1 0,0 1 0,1 0-1,-1-1 1,1 1 0,-1 0 0,0-1 0,1 1-1,-1-1 1,1 1 0,0-1 0,-1 0 0,1 1-1,-1-1 1,1 1 0,0-1 0,-1 0 0,1 1-1,0-1 1,-1 0 0,1 0 0,0 0 0,0 0-1,-1 1 1,1-1 0,0 0 0,-1 0-1,1 0 1,0-1 0,0 1 0,-1 0 0,1 0-1,0 0 1,1-1 0,4 1 3,7-2 3,0 0 1,0-1 0,0 0 0,0-1 0,-1 0-1,0-1 1,1-1 0,-2 0 0,1 0 0,13-11 0,15-12-34,49-49 1,-63 54-15,25-27-85,-3-2-1,-2-3 1,-2-1 0,60-105-1,-88 135 37,-11 19 68,-12 19 59,-28 44 485,3 1 0,2 2 0,-34 93-1,31-57 404,-31 158 0,49-176-549,-4 91 1,17-130-362,2 0 1,1 0-1,2 0 1,12 56-1,-12-79-40,1 0-1,1-1 1,0 0 0,1 0 0,0 0-1,1 0 1,0-1 0,1 0-1,0-1 1,1 0 0,0 0 0,1-1-1,0 0 1,1-1 0,15 11-1,-11-11-153,0 0-1,0-1 1,1-1-1,0 0 0,1-1 1,-1-1-1,1-1 0,0 0 1,0-1-1,0-1 0,1-1 1,20 0-1,-13-3-141,1-1 0,-1 0-1,1-2 1,-1-1 0,-1-1 0,1-2 0,-1 0-1,33-18 1,-30 12 50,-1-1-1,0-1 1,-1-1-1,-1-1 1,-1-2-1,36-40 1,-35 31 131,-1 0-1,-1-2 1,-2-1 0,-1 0 0,-2-2 0,-1 0-1,-2 0 1,-1-1 0,-2-1 0,12-74-1,-19 81 113,-2 0-1,-1 0 0,-1 0 1,-2 1-1,-1-1 0,-1 0 1,-2 1-1,0 0 0,-2 0 1,-2 0-1,0 1 0,-2 1 1,-1 0-1,-26-40 0,27 49 11,-1 2-1,-1 0 0,0 1 1,-1 0-1,-1 1 1,0 1-1,-1 0 1,-1 1-1,0 1 1,0 1-1,-1 0 0,0 2 1,-34-11-1,34 13-381,-1 2 1,-1 0-1,1 1 0,0 1 0,-1 0 0,-21 3 0,25 0-654,0 1 1,0 1-1,0 1 1,0 0-1,0 1 1,1 1-1,-24 11 1,-32 28-8042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8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0 14245,'14'21'4353,"-14"10"-2013,-7 26-240,0-3-224,1 12-360,-8 13-419,4 8-121,-7 16-188,1 8-176,2 16-456,-6 2-692,7 4-868,-7 6-817,-4-4-1047,1-5-3405,-7-3-6300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48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1 398 10809,'12'-9'708,"1"0"0,0 1 0,1 1 0,0 0 0,0 1 0,0 0 0,1 1 0,23-5 0,20-4 212,0-2 0,0-3 0,-2-3 0,88-46 0,-117 50-485,-1-2-1,35-31 0,-2 0 932,-56 48-1181,1 0 1,-1 0-1,1 0 0,-1-1 0,0 1 1,-1-1-1,1 1 0,-1-1 0,1 0 1,2-8-1,-2 7 33,-32 8 1220,14 2-1182,1 1 1,-1 0-1,1 0 1,0 2 0,0 0-1,1 0 1,0 1-1,1 1 1,0 0-1,-16 18 1,-13 18 473,-46 67 0,78-102-646,-19 29 10,2 1 0,-29 61 0,42-75-118,1 2 1,2-1-1,1 1 0,-10 59 1,17-75-246,1 0 1,1 0 0,0 0 0,0 0-1,2 0 1,-1 0 0,2-1 0,0 1-1,0 0 1,1-1 0,0 0 0,10 17-1,-7-16-670,1-1-1,0 0 1,1 0-1,12 13 0,-7-11-1841,0-1 0,32 22-1,35 16-10378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50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196 888 3420,'-5'-25'882,"4"19"794,2 4-1177,1-1 0,0 1 1,-1-1-1,0 0 0,1 1 0,-1-1 0,1-5 1,-5-4 1055,0-1 0,1 1 1,1-1-1,0 0 0,1 1 1,1-14-1,-1 6 789,0 19-2204,0 0 0,0 0 1,0 0-1,0 0 0,0 0 1,-1 0-1,1 0 0,0 0 1,-1 1-1,1-1 0,0 0 1,-1 0-1,1 0 0,-1 0 1,1 1-1,-1-1 0,1 0 1,-1 1-1,0-1 0,1 0 1,-2 0-1,1 0-106,1 1 0,-1 0 0,1 0-1,0 0 1,-1 0 0,1 0 0,0 0 0,-1 0 0,1 0 0,-1 0 0,1 0-1,0 0 1,-1 0 0,1 0 0,-1 0 0,1 0 0,0 0 0,-1 0 0,1 0-1,-1 0 1,1 0 0,0 1 0,-1-1 0,1 0 0,0 0 0,-1 1 0,1-1-1,0 0 1,0 0 0,-1 1 0,1-1 0,0 0 0,0 1 0,-1-1 0,1 0 0,0 1-1,0-1 1,0 0 0,-1 1 0,1-1 0,0 0 0,0 1 0,0 0 0,-3 11 457,0 0 0,1 1 0,0-1 0,1 15 0,-2 10 64,-14 90 940,-9 58-1014,-10-6-481,-39 247 0,74-420 0,1-1 0,-1 1 0,1 0 0,0-1 0,2 10 0,-2-14 0,0-1 0,0 1 0,0 0 0,0-1 0,0 1 0,0 0 0,1 0 0,-1-1 0,0 1 0,0 0 0,1-1 0,-1 1 0,0 0 0,1-1 0,-1 1 0,0-1 0,1 1 0,-1 0 0,1-1 0,-1 1 0,1-1 0,-1 1 0,2-1 0,1 0 0,-1 0 0,1 0 0,0 0 0,-1-1 0,1 1 0,0-1 0,-1 0 0,1 0 0,-1 0 0,1 0 0,3-3 0,30-18 0,-20 10 0,0-2 0,0 0 0,-2-1 0,0 0 0,13-18 0,4-6 0,35-38 0,152-171-419,-149 175 155,101-80 0,-142 130 198,0 1-1,2 2 1,0 1 0,61-28 0,-82 43 57,1 0-1,-1 1 0,1 0 1,0 1-1,0 0 1,0 0-1,0 1 0,0 0 1,0 1-1,1 0 1,-1 1-1,0 0 1,0 1-1,0 0 0,0 0 1,-1 1-1,1 1 1,-1-1-1,1 1 0,-1 1 1,15 10-1,-7-2 12,-2 0 0,0 1 0,-1 1 0,0 0 0,-1 1-1,-1 1 1,11 18 0,65 132 173,-79-147-157,14 29 37,55 103-5,-69-136-39,2-1 0,0 0-1,0 0 1,2-1-1,0-1 1,0 0 0,16 11-1,-24-20-9,0-1 0,-1 0 0,1 0 0,0-1 0,0 1 0,1-1 0,-1 0 0,0 0 0,1-1 0,-1 0 0,1 0 0,0 0 0,-1 0 0,1-1 0,0 0 0,-1 0 0,1-1 0,-1 0 0,1 0 0,0 0 0,9-3 0,7-5-29,0-1 1,0-1 0,-1-1 0,0-1 0,-1-1-1,-1-1 1,0 0 0,-1-1 0,32-37 0,40-57-156,60-65-85,-145 168 253,2 1 1,-1 0-1,1 0 0,-1 1 0,2 0 1,-1 0-1,11-5 0,-15 9 11,1-1 0,0 1 0,0 0 0,1 0 0,-1 1 0,0-1 0,0 1 0,0 0 0,0 0 0,0 0 0,1 1 0,-1-1 0,0 1 0,0 0 0,0 0 0,0 1 0,4 1 0,12 7 0,-1 1 0,0 0 0,0 2 0,17 15 0,-22-16 0,1-1 0,0 0 0,1-1 0,0 0 0,0-1-1,1-1 1,20 6 0,-25-11 3,1-1-1,0 0 1,0-1-1,-1 0 1,1-1-1,0 0 1,0-1-1,23-5 1,-13 3 1,-18 2 8,33-9-62,-17 4 52,-16 6 5,0 0 0,0 1 1,0-1-1,0 1 1,0 1-1,0-1 0,-1 1 1,1-1-1,0 1 0,-1 0 1,1 1-1,-1-1 0,5 4 1,9 8 0,28 26 0,-14-11-154,-21-19-63,0-1 0,0-1 0,1 0 0,0-1 0,1 0 0,24 9 0,-31-14 172,0-1-1,-1 0 1,1 0 0,0 0 0,0-1 0,0 0-1,0 0 1,-1 0 0,1-1 0,0 0 0,0 0 0,0 0-1,-1-1 1,1 0 0,-1 0 0,1 0 0,-1-1-1,0 1 1,0-1 0,5-4 0,5-5 67,-1 0-1,0 0 1,-1-1 0,0-1-1,19-27 1,-26 32 1,0 1-1,0 0 1,1 0 0,-1 0 0,2 1-1,-1 0 1,1 1 0,0-1-1,0 2 1,1-1 0,0 1 0,0 0-1,18-6 1,178-60-131,-163 60 81,1 1-1,0 2 1,54-3-1,-73 12 17,0 0 0,1 2 0,-1 1 0,0 1 0,25 8 0,-8-3 51,-29-7-111,1-2 0,0 1 1,0-2-1,0 0 0,0 0 0,0-1 1,19-4-1,89-27-1350,-83 19 793,-1 0 0,70-38 0,-89 41 482,1-2 0,-2 0 0,0-1 0,0-1 0,-1-1-1,-1 0 1,16-21 0,19-38-510,-3-3-1,53-117 0,-39 72 95,96-216 253,-120 253 1098,-35 78-90,-11 20-64,-14 27 375,7 2-145,1 0 0,2 1 1,-7 48-1,-14 135 1684,32-215-2439,-41 417 2519,39 2-2563,6-404-52,0 0 0,2 0 0,1-1 0,9 27 0,-12-44-38,1-1 0,1 1 0,-1-1 0,1 0 0,1 0 0,-1 0 0,9 9-1,-9-12-45,-1-1 0,0 0-1,1 0 1,0-1-1,0 1 1,-1-1-1,2 1 1,-1-1-1,0-1 1,0 1-1,1-1 1,-1 1-1,0-1 1,8 1 0,0-2-215,0 0 1,-1 0-1,1-1 1,0-1 0,-1 1-1,1-2 1,-1 0-1,0 0 1,1-1 0,-2-1-1,1 0 1,0 0-1,-1-1 1,0 0 0,-1-1-1,1 0 1,13-14-1,0-2-301,-1 0 0,-1-2 1,-1-1-1,-1 0 0,19-38 0,-17 24 24,-2-2 0,-1 0 1,-2-1-1,-3-1 0,16-88 1,-16 40-455,0-175-1,-13 261 805,0 0 0,-1 0-1,1 0 1,-2 1 0,1-1-1,-4-10 1,1 3-534,3 9-705,-9 14-4492,3 4 719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50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256 137 8605,'6'-3'274,"-1"-1"0,0 0 1,0 0-1,-1 0 0,1 0 1,-1-1-1,0 0 0,0 0 0,0 0 1,-1-1-1,4-7 0,15-21 2447,-13 11 1234,-9 23-3904,0-1 1,0 1-1,0-1 0,1 1 1,-1-1-1,0 1 1,0-1-1,0 0 1,0 1-1,0-1 1,0 1-1,0-1 1,0 1-1,-1-1 1,1 0-1,0 1 0,0-1 1,0 1-1,0-1 1,-1 1-1,1-1 1,0 1-1,-1-1 1,1 1-1,0-1 1,-1 1-1,1 0 1,-1-1-1,1 1 0,0 0 1,-1-1-1,1 1 1,-1 0-1,1-1 1,-1 1-1,1 0 1,-1 0-1,0-1 1,-3 2 45,1 1 0,-1-1 1,1 1-1,0-1 1,-1 1-1,1 0 1,0 0-1,0 1 1,0-1-1,-4 5 0,-1 0 109,-20 18 232,2 1-1,1 1 1,1 1-1,1 2 1,2 0-1,-22 39 1,29-42-341,0 1 0,1 0 0,2 1 0,1 0 0,1 1-1,2 0 1,1 0 0,1 0 0,-1 52 0,6-66-274,1 1-1,1 0 0,0 0 1,1-1-1,1 0 1,1 1-1,0-1 0,10 19 1,-9-23-245,1 0 1,1 0-1,-1-1 0,2 0 1,0-1-1,0 0 0,1 0 1,0-1-1,0 0 1,1-1-1,14 9 0,-11-9-1185,0-1-1,1 0 1,0-1-1,29 8 0,15-1-6600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50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122 371 8217,'17'12'616,"0"1"0,-1 1 0,0 0 0,-1 1 0,-1 0 0,-1 1 0,0 1 0,-1 0 0,0 1 0,-2 0 0,0 1 0,11 28 0,-14-25-329,-1 0 0,-1 0 1,-1 0-1,2 38 0,-6-53-228,1 12 43,-1 1 1,-1 0-1,-1-1 0,0 1 0,-2-1 0,0 1 0,-1-1 0,-1-1 0,-1 1 0,-1-1 1,-14 25-1,5-15-30,-1 0 1,-2 0-1,-1-2 1,-1-1-1,-40 36 0,54-54-54,0 0-1,0-1 1,-17 9-1,23-14-14,0 0-1,0 1 0,-1-1 0,1 0 1,0 0-1,-1-1 0,1 1 1,-1-1-1,1 1 0,-1-1 0,1 0 1,-1 1-1,1-1 0,-1 0 0,1-1 1,-1 1-1,1 0 0,-1-1 1,-3-1-1,4 1-1,1 0 1,0 0-1,0 0 1,0 0-1,0 0 1,0-1-1,0 1 1,0 0-1,1-1 1,-1 1-1,0 0 1,1-1-1,-1 1 1,1-1-1,-1 1 1,1-1-1,0 1 1,-1-1-1,1 1 1,0-1-1,0 0 1,0-1-1,5-38-24,-4 36 18,4-16-114,1 0 1,1 1 0,1 0-1,1 0 1,20-34-1,68-87-1537,-9 29-875,155-151-1,126-80-1885,-291 274 3406,-24 21-771,-3 8-96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5:51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4 371 13273,'-4'-18'1964,"11"-15"-303,0 3-305,-4-1-176,0 1-412,1-6-296,2-18-568,1 18-684,3-1-956,-7 16 31,14-3-3095,0 3-3773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1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444 204 11713,'-86'102'4843,"71"-81"-3308,1 1-1,1 1 0,0 0 1,-15 44-1,-28 109 3074,42-129-3939,-107 422 2593,112-427-3262,-56 343 0,59-326 0,3 0 0,2 0 0,3 0 0,15 94 0,-8-105 0,2-1 0,2 0 0,2-1 0,1 0 0,32 58 0,-37-85 0,0-1 0,1-1 0,1 0 0,1-1 0,0 0 0,22 18 0,-25-25 0,1 0 0,0-1 0,0 0 0,1-1 0,0-1 0,0 0 0,1-1 0,0 0 0,0-1 0,17 3 0,-14-5-55,0 0-1,0-1 1,0-1 0,0-1-1,-1 0 1,1-1 0,0-1-1,19-5 1,-13 0-101,0 0 0,-1-1 0,0-2 0,0 0 0,23-17 0,-10 3-58,-2-2-1,-1-1 1,-1-1-1,-2-2 1,-1-1 0,31-45-1,-25 25 73,-2-2-1,-3-1 1,-2-1 0,-3-2-1,27-93 1,-28 64 58,-5-2-1,-3 0 0,4-113 1,-18 140 54,-3 0 0,-3 1 0,-2-1 0,-3 1 0,-28-93 1,26 116 48,-1 1 0,-1 0 1,-2 1-1,-2 1 0,-1 1 1,-40-54-1,55 83-16,-36-52 52,-2 2 0,-3 2 0,-82-75 0,93 98-38,-2 2 0,0 1 0,-2 2 1,-1 2-1,-1 1 0,-63-24 0,87 40-137,1 1 0,-1 1 1,0 0-1,-1 1 0,1 1 0,0 1 0,-25 0 0,34 1-84,0 1 0,1 0-1,-1 0 1,1 0 0,-1 1 0,1 0-1,-1 0 1,1 1 0,0 0 0,0 0-1,0 0 1,1 1 0,-1-1 0,1 1-1,0 1 1,0-1 0,0 1 0,1 0 0,-1 0-1,1 0 1,-3 7 0,2-3-684,0 0 1,1 1-1,1-1 0,0 1 1,0 0-1,1 0 1,0 0-1,0 0 0,1 1 1,1 13-1,4 51-9851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1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42 16450,'-73'-15'2672,"59"3"-588,4-3 2680,23 30-5284,14 12-408,0-6-904,10 10-824,3 2-3293,4 3-5152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1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708 12 10461,'13'-3'1632,"-17"0"408,-22-2 776,23 5-2781,1 0 99,0 1 1,1-1-1,-1 1 1,0-1-1,1 1 1,-1 0-1,0 0 1,1 0-1,-1 0 1,1 0-1,-1 0 1,1 0-1,0 0 1,-1 1-1,1-1 1,0 0-1,0 1 1,-2 2-1,-3 3 325,-23 23 388,2 2 0,1 1 1,-23 38-1,-60 116 1309,86-146-1935,-44 82 362,5 3 0,6 2 0,6 2 0,-58 232 0,90-249-321,4 0 0,2 149 0,11-247-242,1 11-319,1 0 0,0 0 1,2 0-1,1-1 0,2 1 1,11 34-1,-16-56-1171,14-10-3319,-14 6 4504,1-1 0,-1 0 0,0 1-1,1-1 1,-1 0 0,0 0 0,0 0 0,0 0 0,0 0-1,1 0 1,-1 0 0,-1 0 0,1 0 0,0-1-1,0 1 1,0 0 0,-1-1 0,1 1 0,0 0-1,-1-1 1,1 1 0,-1-1 0,0 1 0,0-1-1,1 1 1,-1-1 0,0 1 0,0-3 0,1-4-836,11-47-7639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1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0 323 11893,'80'-78'1984,"-39"45"-204,9-1-255,10 4-201,4 6-180,13 0-392,10 0-136,13 6-136,18 3-192,6-3-456,-4 9-728,-3-3-928,-3 9-905,-13 6-2007,3-3-3713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4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60 8593,'0'0'11116,"-1"-2"-9757,-1-1-945,0-1 0,0 1 0,0 0 0,-1 0 0,1 0 0,-1 0 0,1 1 0,-1-1 0,0 1 0,0 0 0,0-1 0,0 1 0,-1 1 0,1-1 0,0 0-1,-1 1 1,0 0 0,1 0 0,-5-1 0,-3-3-593,14 1-579,21 1 183,-20 4 565,-1 0 0,0 0 0,0 1 0,0-1 0,0 1 0,0-1 1,4 4-1,5 2-32,19 0-500,15-11-8613,-33 2 6599,-10 1-2337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5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3039 4784,'-17'10'938,"-1"1"-1,-28 23 1,40-29-585,0 0 1,0 1-1,1 0 1,0 1-1,0-1 1,0 1-1,1 0 1,0 0-1,0 0 1,1 1-1,-3 9 0,5-15-281,0 2 96,-1 1 0,1 0 0,-1-1-1,1 1 1,1 0 0,-1 0 0,1 0 0,-1 0-1,2-1 1,-1 1 0,0 0 0,1 0 0,0 0-1,0 0 1,0-1 0,1 1 0,4 8 0,-1-6 16,1-1-1,0 0 1,1 0 0,-1 0 0,1-1 0,0 0 0,0 0-1,1-1 1,10 5 0,13 4 418,34 10 0,-55-20-491,51 14 394,0-3 0,1-2 1,124 7-1,190-24 433,-163-10-782,-1-10-1,-1-9 1,-2-9 0,-2-9-1,-2-9 1,-3-8-1,252-127 1,-282 105-116,-3-7 1,-6-8-1,196-165 0,-277 200-39,-3-4-1,-3-3 1,-4-4-1,92-134 0,-127 158 0,-3-2 0,-2-1-1,-4-2 1,-1-1-1,-4-1 1,-3-1-1,-2-1 1,15-118 0,-27 123-85,-2 0-1,-3 0 1,-3-1 0,-2 1 0,-4 0 0,-1 0 0,-4 1 0,-2 1 0,-42-108 0,43 137-302,-1 1 1,-1 0 0,-2 0 0,-1 2 0,-1 0 0,-1 2 0,-33-32-1,33 39-549,0 1-1,-1 1 1,-1 1 0,0 1-1,-1 1 1,-1 1-1,0 1 1,-1 1-1,-33-9 1,-30-1-5223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5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1239 1 9073,'-9'21'891,"4"-9"-331,-2 1-1,1-1 1,-1-1-1,-1 1 1,-12 12-1,-102 136 3736,69-96-2919,-64 60 1,54-60-796,34-34-374,-216 232 1332,20 19-766,54-5-395,139-216-253,4 2 1,-37 115-1,58-151-106,1 0 0,1-1 0,1 2 0,1-1 0,2 0 0,0 0 0,5 40 1,-2-50-19,1 0 1,1-1-1,0 1 1,1-1-1,1 0 1,1 0-1,-1-1 1,2 0-1,0 0 1,1-1-1,0 0 1,1 0-1,18 17 1,-7-12-29,-1-1 1,2-1-1,0-1 1,1-1 0,1-1-1,47 19 1,-16-12-74,0-3 0,73 13 0,-26-14-290,0-5 0,203-2 0,208-50-1711,252-86-2545,-260 14-1479,-183 36-761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8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1450 5597,'0'0'8954,"2"-4"-7840,2-9-728,1 0-1,1 0 0,0 1 0,0 0 0,1 0 1,18-22-1,84-97 778,39-51-288,-112 133-476,55-100 0,-69 106-270,-2 0 1,-2-1-1,-3-1 1,18-79-1,20-189 514,-39 224-230,-11 71-334,0-5 46,1 0-1,12-35 0,-15 55 140,-3 8 243,-46 155 1747,-40 244 0,8 173-571,71-497-1465,3-36-135,-70 910 1163,91-331-772,28-177-246,-28-351-408,3 0-1,50 148 1,-63-229 81,0-1 1,1 0 0,1 0-1,0 0 1,0-1-1,1 0 1,1-1-1,13 14 1,-19-21 4,1 0 1,0-1 0,0 0 0,1 0 0,-1 0-1,1 0 1,0-1 0,-1 1 0,1-1 0,0-1-1,0 1 1,0-1 0,0 1 0,1-2 0,-1 1-1,0 0 1,0-1 0,1 0 0,-1 0 0,0-1-1,1 1 1,-1-1 0,0-1 0,0 1 0,8-4-1,-5 2-69,-1-1-1,0-1 1,0 0-1,0 0 1,-1 0-1,1-1 1,-1 1-1,0-2 0,-1 1 1,0-1-1,0 1 1,0-1-1,-1-1 1,0 1-1,0-1 1,-1 1-1,4-14 1,0 1-72,-2 0 0,0 0 0,-2-1 0,0 1 0,-1-1 0,-1-23 1,-1 31 153,-1 1 1,-1 0 0,0 0 0,-1 0 0,0 0 0,0 0 0,-2 1 0,1-1 0,-1 1-1,-12-18 1,7 15 14,0 1 1,-1 0-1,0 0 0,-2 1 0,1 1 0,-28-19 0,-7 2-3,-1 2 0,-1 2 0,-91-31 1,113 46 52,-11-5 27,10 5 67,1-1 0,1-1 0,0-1 0,-45-29 0,69 40-68,-1-1 0,1 0-1,-1 0 1,1 0-1,0 0 1,0 0-1,0 0 1,0-1-1,0 1 1,0-1-1,0 1 1,1-1-1,0 0 1,-1 0 0,1 1-1,0-1 1,0 0-1,0 0 1,1 0-1,-1 0 1,1 0-1,0 0 1,0 0-1,0 0 1,0-1 0,0 1-1,1 0 1,-1 0-1,1 0 1,0 0-1,0 1 1,1-5-1,4-3 10,0 1 0,0 0 0,0 0 0,1 1 0,1 0 0,-1 0 0,17-12 0,39-30-18,2 2-1,74-38 1,151-68-508,-269 143 431,62-31-315,232-122-2022,-11-22-2191,-171 92-191,-2 1-2797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8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859 1 9553,'-2'2'1631,"-5"11"-676,0 0-1,1 0 0,0 1 0,1-1 0,-3 16 1,-16 80 2063,14-62-1878,-121 419 4266,91-338-4776,-280 811 1471,232-693-1853,-29 112-198,88-247-883,-21 143 0,49-245 724,-3 18-302,2-1 1,0 43 0,2-64 277,0 0 1,1 0-1,-1 0 1,1 1-1,0-1 0,0 0 1,1 0-1,0 0 1,-1-1-1,2 1 1,-1 0-1,0-1 0,1 1 1,0-1-1,0 0 1,0 0-1,1 0 1,-1 0-1,9 6 1,-8-8 25,-1-1 0,1 1 0,0-1 1,0 0-1,0 0 0,0 0 1,1 0-1,-1-1 0,0 1 1,0-1-1,0 0 0,0-1 1,1 1-1,-1-1 0,0 1 1,0-1-1,0 0 0,0-1 1,0 1-1,6-4 0,2-1-157,0-1 0,0 0 1,-1-1-1,0 0 0,12-13 0,25-30-563,-2-2 0,-3-2 0,50-83 0,-41 61 374,-15 22 178,203-273 1011,-227 313-528,1 0 0,0 1 0,1 1 0,0 0 0,33-20 0,-42 30-106,0 0 0,0 0 0,0 0 0,0 1 0,1 0-1,-1 0 1,1 0 0,0 1 0,-1 0 0,1 0 0,0 1 0,0 0-1,0 0 1,-1 1 0,1-1 0,0 1 0,0 1 0,-1 0-1,1 0 1,9 4 0,5 6 148,0 2 0,-1 0-1,-1 1 1,0 1 0,24 27 0,15 12 101,-30-31-224,113 92 309,-117-98-387,1-2 0,1-1 0,0-1 0,30 12 0,-40-20-36,0-1-1,0 0 1,1-1-1,-1 0 1,1-2-1,0 0 1,0-1-1,0 0 1,27-4-1,-36 2-11,1-1 1,0 0-1,-1 0 1,1-1-1,-1 0 1,0-1-1,0 0 1,0 0-1,-1 0 1,1-1-1,-1-1 1,0 1-1,-1-1 1,1 0-1,-1 0 1,0-1-1,-1 0 0,1 0 1,7-15-1,-7 9-3,0-1 0,-1 1-1,0-1 1,-1-1 0,-1 1-1,0 0 1,-1-1 0,-1 0-1,0 1 1,-1-1-1,0 0 1,-1 0 0,-1 1-1,-5-21 1,-2 0-58,-1 0 1,-2 0-1,-1 1 0,-31-54 0,28 60-131,-1 1-1,-1 1 0,-1 1 1,-2 0-1,0 2 0,-2 0 1,0 2-1,-1 0 0,-2 2 1,-42-26-1,35 27-485,0 2 1,-1 1-1,-1 2 1,-1 1-1,1 1 1,-2 3-1,1 1 1,-67-5-1,-4 10-3737,-3 9-2578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9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1200 10 9381,'-71'-4'1478,"35"0"-396,0 2-1,-1 2 1,-41 5-1,43 1-851,1 2-1,-1 2 0,2 0 1,-1 3-1,2 0 1,-1 3-1,2 0 0,0 2 1,2 1-1,0 2 0,-28 25 1,-10 11-590,3 2 0,2 4 1,3 2-1,3 3 0,4 2 0,2 2 1,-52 101-1,99-168 254,0 0 0,1 0 1,0 0-1,0 1 0,1-1 0,-1 0 0,0 8 1,2-12 94,0 0 0,0 0 0,0 0 0,0 0 0,1 0 1,-1 0-1,0 0 0,0 0 0,1 0 0,-1 0 0,0-1 1,1 1-1,-1 0 0,1 0 0,-1 0 0,1-1 0,0 1 1,-1 0-1,1-1 0,-1 1 0,1 0 0,0-1 0,0 1 0,0-1 1,-1 1-1,1-1 0,0 1 0,0-1 0,0 0 0,0 0 1,0 1-1,-1-1 0,1 0 0,0 0 0,0 0 0,0 0 1,0 0-1,0 0 0,0 0 0,2 0 0,9-1 10,-1 0 0,1-1-1,0 0 1,0-1 0,-1 0-1,13-5 1,68-34 407,-63 28-209,5-3 264,0 2 1,1 1 0,71-17-1,-95 28-364,0 1 0,0 1-1,0 0 1,0 1 0,0 0-1,1 1 1,-1 0 0,0 0-1,0 1 1,0 1 0,0 0-1,0 0 1,-1 1 0,0 1 0,1 0-1,-2 0 1,16 11 0,-10-4-5,-1 1 0,-1 0 0,0 1 0,0 0 0,-2 1 0,0 1 0,-1 0 0,0 0 0,8 20 1,8 26-585,22 79 1,-32-91-384,-5-16-48,18 48-1525,-25-73 1203,0 0 0,1-1 0,12 16-1,11 3-4431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9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6521,'0'0'2476,"10"12"-1640,0 3-172,-13 9-188,-4-3-72,4 13-52,-1 29-88,1-12-104,0-3-200,-4 4-184,0 5-132,0 6-204,-16-6-508,-7 7-1876,3-4-1033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29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14 209 4600,'-13'-45'1121,"33"23"-273,0 1-216,4 6-300,12-9-296,-12 6-372,3-6-588,3 0-941,3 9 405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6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57 181 3552,'17'-33'1152,"-21"12"473,11 6-1085,0 0 216,-4-4-460,1-2-84,-14 3-412,3 3-148,-17 3-376,1 3-1285,-4 6 141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6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51 647 5945,'-3'-3'176,"1"1"0,0-1 0,0 0 0,0 0 1,0 0-1,1 0 0,-1 0 0,1 0 1,-1 0-1,1-1 0,0 1 0,1 0 0,-1-1 1,1 1-1,-1 0 0,1-1 0,0 1 1,0-1-1,0 1 0,1-1 0,-1 1 0,1 0 1,0-1-1,0 1 0,2-5 0,7-17 512,2 0 0,0 1 0,2 0 1,0 1-1,2 1 0,0 0 0,2 1 0,0 0 0,1 2 0,22-17 0,-5 6-303,2 2-1,1 2 1,1 1 0,1 2-1,47-18 1,-25 16-183,1 2 0,1 4 1,1 2-1,0 3 0,91-7 0,-108 18-157,0 2 1,0 2-1,-1 2 1,1 3-1,-1 1 0,0 3 1,-1 1-1,53 21 1,-74-22-28,-1 1 1,-1 2-1,1 0 1,-2 1-1,0 2 1,-1 0-1,-1 2 1,0 0-1,-1 1 1,29 37 0,-38-41-22,0 1 0,-2 0 0,1 1 1,-2 0-1,0 1 0,-1-1 0,-1 1 1,-1 1-1,0-1 0,-1 1 0,-2 0 1,1 0-1,-2 0 0,-1 0 0,0 0 1,-4 26-1,-4-5-51,-2 1 0,-1-1 0,-2-1 0,-2 0 0,-1-1 0,-30 50 0,-3-7-254,-102 128 0,29-64-124,-181 166 0,-174 94 18,8-29 203,457-366 214,-14 10 23,0 2 1,-38 41-1,62-61-19,0 0-1,0 0 0,0 1 1,0-1-1,1 0 1,-1 1-1,1 0 1,0-1-1,0 1 1,0 0-1,0 0 0,0 0 1,0 0-1,1 0 1,-1 0-1,1 5 1,1-6-4,-1 0-1,1-1 1,0 1 0,0-1 0,0 1 0,0-1-1,1 1 1,-1-1 0,0 1 0,1-1 0,-1 0 0,0 0-1,1 0 1,0 0 0,-1 0 0,1 0 0,0 0 0,-1 0-1,1-1 1,0 1 0,0-1 0,-1 1 0,1-1 0,0 0-1,0 1 1,0-1 0,4-1 0,27 4 5,1-2 1,0-1 0,40-7-1,108-22-61,-115 17 0,479-97-2107,-186 10-4948,-182 40-538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8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218 493 8081,'-126'-69'2358,"120"65"-2133,0 1 0,0-1 0,0 0 0,0 0 0,1-1 0,-1 1 0,1-1 0,0 0-1,1-1 1,-1 1 0,1-1 0,0 0 0,1 0 0,-1 0 0,1-1 0,1 1 0,-1-1 0,1 0 0,0 0 0,0 0 0,0-11 0,1 9-115,1 0 1,1 1-1,-1-1 0,1 0 1,1 0-1,0 0 1,0 1-1,1-1 1,0 1-1,0-1 0,1 1 1,0 0-1,1 1 1,-1-1-1,2 1 1,9-12-1,-1 6-38,-1 0 0,2 1 1,0 0-1,0 2 0,1 0 0,0 0 0,1 2 1,0 0-1,1 1 0,-1 0 0,1 2 1,28-6-1,-20 6-34,0 2 0,0 0 1,1 2-1,-1 1 0,0 1 1,1 1-1,-1 1 0,34 10 0,-32-5-12,0 1-1,-1 2 0,0 0 1,-1 2-1,0 1 0,-1 2 1,-1 0-1,0 1 0,35 34 1,-34-25-14,-1 1 1,-1 1 0,-1 1 0,-2 1-1,-1 1 1,-1 0 0,16 43 0,-16-28-4,-2 1 1,-2 1-1,-2 0 1,-3 1-1,-1 0 1,-3 0-1,-2 1 1,-2-1-1,-2 1 1,-2-1-1,-17 85 1,2-62 12,-3-1 0,-4-1 0,-2-1 0,-64 115 0,17-61 67,-134 169 1,180-257-74,-18 23 117,-57 94 1,103-152-133,-1 1 1,1-1-1,-1 1 0,1-1 1,-1 1-1,1-1 1,0 1-1,-1 0 0,1-1 1,0 1-1,0-1 1,-1 1-1,1 0 0,0-1 1,0 1-1,0 0 1,0-1-1,0 1 1,0 0-1,0-1 0,0 1 1,0 0-1,0-1 1,0 1-1,0 0 0,0-1 1,0 1-1,1 0 1,-1-1-1,0 1 0,1 0 1,-1-1-1,0 1 1,1-1-1,-1 1 0,1-1 1,-1 1-1,1-1 1,-1 1-1,1-1 0,-1 1 1,1-1-1,-1 0 1,1 1-1,-1-1 0,1 0 1,0 0-1,-1 1 1,1-1-1,0 0 1,-1 0-1,1 0 0,0 0 1,-1 0-1,1 0 1,0 0-1,0 0 0,6 0 0,-1 0-1,1-1 0,-1 1 1,13-4-1,6-4-81,1-1 0,-1-1-1,32-19 1,73-48-797,-53 29 91,274-181-7154,-225 142 1183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8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7365,'3'0'35,"5"-1"157,0-1-1,1 2 1,-1-1 0,0 1 0,1 0 0,-1 1 0,0 0-1,1 0 1,-1 1 0,0 0 0,0 0 0,0 1-1,0 0 1,-1 1 0,9 4 0,8 11 108,-1 0-1,-1 1 1,-1 1 0,-1 0 0,-1 2-1,-1 1 1,-1 0 0,-1 1 0,-1 1-1,19 44 1,-14-21-84,-2 2 1,-2 0-1,-3 1 0,-2 1 0,5 55 0,-10 225 861,-9-248-695,3 0-1,4 1 1,15 86 0,-16-160-342,0 1 0,0 0-1,1-1 1,1 0 0,0 0 0,0-1 0,2 1-1,-1-1 1,1 0 0,1-1 0,0 0 0,0 0 0,1 0-1,0-1 1,1-1 0,0 0 0,0 0 0,1-1-1,0 0 1,0 0 0,1-2 0,0 1 0,0-1-1,0-1 1,0 0 0,1-1 0,13 1 0,7 2-398,1-2-1,0-2 1,0-1 0,0-1 0,0-2-1,-1-2 1,66-14 0,-70 9-873,-1-1 1,0 0-1,0-3 0,-1 0 1,38-26-1,6-11-4317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9841,'0'0'9837,"13"12"-10717,0 0-660,4 6-829,-3 4-1931,16-13-3305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39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68 10669,'-22'-36'3944,"21"33"-2247,-1 1-1323,0 0 0,1 1 0,-1-1 0,1 0-1,0 0 1,-1 0 0,1-1 0,0 1 0,0 0 0,0-3-1,-1 1 4977,11 9-5288,-1 0 1,0 0 0,0 1-1,0 0 1,-1 0 0,0 1-1,0 0 1,9 12 0,44 70-386,-45-65-116,-10-16 241,0 0 0,-1 1 0,0 0 0,-1 0 0,5 17 0,-7-21 140,0 0-1,0 0 0,-1-1 1,1 1-1,-1 0 1,0 0-1,-1 0 1,1-1-1,-1 1 1,0 0-1,0-1 0,-2 7 1,2-10 42,0 0 1,1 1-1,-1-1 1,0 0 0,0 0-1,0 0 1,0 0-1,0 0 1,0 0-1,0 0 1,0 0-1,0-1 1,-3 2-1,-8 9-131,-20-21 42,28 6 98,1 0 0,0 0 0,0-1 0,0 1 0,0-1 0,0 1 0,1-1 0,0 0 0,0 0 0,-1-6 0,-5-10-33,2 8-82,0 1 1,-1 0-1,-13-17 0,17 25-210,-1 0-1,1 0 0,-1 0 1,0 1-1,0 0 1,0-1-1,0 1 0,-1 1 1,1-1-1,-1 1 1,0 0-1,-7-3 0,6 3-305,0 0-571,-3 0-4266,-10-1-2447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0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11417,'5'-9'464,"-1"0"0,2 0-1,-1 0 1,1 1 0,12-14 0,-15 19-276,1 0 0,0 0 0,-1 0 0,1 0 0,1 1 1,-1-1-1,0 1 0,0 0 0,1 0 0,-1 1 1,1-1-1,0 1 0,-1 0 0,10 0 0,13 0 308,-1 2 1,1 0-1,0 2 0,-1 1 0,1 1 0,47 16 0,-25-3 249,-1 2-1,72 42 0,-67-29-150,-2 2 0,-1 2 1,-2 3-1,-2 1 0,-2 3 0,-1 1 0,45 64 0,-41-42-173,-2 1 0,-4 2 0,-3 3 0,-3 0 0,28 86 0,-37-72-158,-3 1-1,-4 1 0,-4 1 0,4 105 1,-20 366-3978,-15-344-2353,9-133-747,0-4-4922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0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14 516 17182,'-13'12'2472,"23"-36"-300,36-12-292,25 12-320,16-3-348,17-3-259,30-3-33,26-7-340,25 1-376,22-3-636,11-6-724,3 2-729,0-2-1263,-10 0-3493,-16 6-6248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1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7937,'8'200'5326,"0"21"-1872,-16 174-842,2 626 400,18-749-3528,82 470 1,-55-560-1232,65 184 0,38-17-5523,-66-202-292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2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15 830 10693,'-8'69'963,"4"0"0,2 0 0,3 0 0,3 0 0,4 0 0,2 0 1,3-1-1,35 103 0,-16-81-447,4 0 0,4-3 1,4-1-1,3-2 0,93 124 1,-106-165-343,1-2 1,2-1-1,2-1 0,61 46 1,-65-59-92,1-3 0,1 0 0,2-3 0,0-1 1,1-2-1,42 13 0,-35-17-33,1-2-1,0-2 1,1-2 0,0-2 0,0-2-1,0-2 1,77-10 0,-62 0-18,0-4 0,-1-2 0,-1-2 0,0-4 0,70-34 0,-46 13-52,-3-4 1,-1-4-1,75-60 0,-60 32-185,152-158 0,-100 66-535,-8-7 0,131-216 0,35-141-3002,-40-17-5574,-206 426 3564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2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1 700 5072,'4'-1'179,"-1"-1"0,1 1 0,0-1 0,0 0 0,0 0-1,-1 0 1,1-1 0,-1 1 0,0-1 0,4-4 0,0-1 436,-1-1 0,0 0 0,6-12 0,39-65 1842,21-38-333,-47 76-1436,33-70 802,12-51 711,-47 94-916,-21 70-684,-2 7-553,1 0 0,-1-1 0,0 1 0,1 0 0,-1 0 0,0 0 0,0 0 0,0 0 1,0 0-1,-1 0 0,1 2 0,-2 10 57,1 6-23,-8 548 858,-18-45-1314,2 47-3298,34-410 1917,-8-160 1743,-1 1 0,1-1 1,-1 0-1,1 0 0,-1 1 0,1-1 1,0 0-1,-1 0 0,1 0 1,-1 1-1,1-1 0,0 0 0,-1 0 1,1 0-1,0 0 0,-1 0 1,1 0-1,0-1 0,-1 1 0,1 0 1,-1 0-1,1 0 0,0-1 0,-1 1 1,2-1-1,-2 1-5,1 0 7,1-1 1,-1 0-1,1 0 1,-1 0-1,1 1 1,-1-1-1,0-1 1,0 1-1,1 0 0,-1 0 1,0 0-1,0-1 1,0 1-1,0-1 1,-1 1-1,1 0 1,0-1-1,1-3 1,8-33-56,-7 24 45,24-90-122,-6 18 75,42-109 0,-52 169 59,2 0-1,0 1 1,1 1-1,2 1 0,0 0 1,2 0-1,0 2 1,33-29-1,-41 42-9,0 1 0,1 0-1,0 1 1,16-8 0,-7 4-48,13-6-140,1 1 1,0 1-1,2 2 1,42-9-1,272-25-3867,-230 34 748,-15 3-416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2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61 2900,'-26'-45'-856,"5"30"200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6:43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4528,'21'7'1229,"-15"11"-341,-2 0 580,9-3-1508,0 0-512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7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174 329 12481,'3'-12'911,"-2"-1"0,1 0 0,-2 1 0,1-1 1,-2 0-1,0 1 0,-3-14 0,2 15-543,1 0-1,0-1 1,1 1 0,0-13 0,1 15-189,-1 0-1,0 1 1,0-1 0,-1 0 0,0 1-1,-1-1 1,-5-16 0,5 19-35,-2-1 31,1-1 1,0 1-1,0-1 1,-2-15-1,-16 23-3,17 1-165,1 0 1,-1-1 0,1 1-1,-1 1 1,0-1 0,1 1 0,0-1-1,-1 1 1,1 0 0,-4 3-1,5-4-18,0 1 82,-16-5 289,16 3-209,1-1 0,0 1 0,0 0 0,-1-1 0,1 1 0,0 0 0,-1 0 0,1 0 0,0 0 0,0 0 0,-1 0 0,1 1 0,0-1 0,-1 0 0,1 1 0,0-1 0,0 1 0,0-1 0,-1 1 0,1-1 0,0 1 0,0 0 0,0 0 0,-1 0 0,0 1-88,0 0 1,0 0-1,0 1 1,0-1 0,0 0-1,1 1 1,-1-1 0,1 1-1,-1-1 1,1 1 0,0 0-1,0 0 1,0-1-1,1 1 1,-1 0 0,0 6-1,2 47 615,0-49-580,4 35 157,3 1-1,1-1 1,2-1 0,1 0 0,3-1-1,1 0 1,2-1 0,2-1-1,39 58 1,-8-25-292,4-2 0,2-3 0,111 99 0,-77-85-78,157 106 0,-195-152-1128,2-2 0,1-3 0,1-3 0,109 36 0,-148-57 423,0-1-1,1-1 0,0 0 0,-1-1 1,30-1-1,-37-2-447,0 0 1,0-1 0,0 0 0,-1 0 0,1-1-1,15-7 1,15-13-8276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7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12637,'-7'4'891,"3"-1"688,0-1 1,0 1-1,0-1 0,0 1 0,0 0 0,1 1 1,-5 4-1,-3 11-1548,-10 50 2969,-25 133-1,-111 702-2424,139-790-1678,-5 158-1,23-221-1105,12 91 1,-6-106 145,1-1 0,2 0-1,19 45 1,-4-34-3759,8-6-3262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7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21 579 12653,'-5'-14'560,"1"0"0,0-1-1,1 1 1,1-1 0,0 0-1,1-17 1,1 26-302,1-1 0,0 1-1,0-1 1,0 1 0,1-1 0,0 1 0,0 0-1,1 0 1,-1 0 0,1 0 0,1 0 0,-1 1 0,1-1-1,0 1 1,0 0 0,10-9 0,5-1 83,0 0 0,1 1 0,1 2 0,0 0 1,29-12-1,123-37 408,-39 24-612,179-25 0,146 5-1021,-445 56 849,541-37-2593,-371 36 68,184 24-1,-233-3 752,-116-15 1334,1 2 0,-1 0 0,0 0 0,28 16 0,-40-19 73,-6-2 255,1-1-1,0 1 1,0 0 0,-1-1-1,1 1 1,-1 0 0,1 0-1,-1 0 1,1 0-1,-1 0 1,1 1 0,-1-1-1,0 0 1,0 1 0,0-1-1,1 0 1,-2 1 0,1-1-1,0 1 1,0 0-1,0-1 1,-1 1 0,1 0-1,-1 0 1,1-1 0,-1 1-1,1 3 1,-6 25-3513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8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26 12061,'38'-26'7687,"-47"57"-4780,-60 222 2203,-112 312-3246,91-277-8023,36-117-3654,27-96-860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8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22 14193,'-27'-21'5529,"30"39"-6053,4-3-1124,-7 9-61,7 21-2915,-4-2-3609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37 263 10737,'-30'-30'3544,"27"15"-2072,-1-4-199,14-2-113,17-9-272,3 9-184,10-3-132,7 3-124,14 0-176,9 6 36,17-6-68,10 9-344,14 3-524,6 6-684,7 6-788,10 6-3081,-4 6-4128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09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84 516 13781,'-67'-27'2168,"50"18"2905,27-6-2849,14-9-372,9 2-408,14-5-323,23-3-225,24-3-248,30-3-452,30 0-544,27 0-784,17-1-429,19-8-883,1-6-788,10 6-2897,6 2-5444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1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1 161 12721,'1'2'1845,"1"1"-1659,-1-1 1,1 1-1,0-1 0,0 1 1,1-1-1,-1 0 0,1 0 1,-1 0-1,1 0 0,-1 0 0,1-1 1,0 1-1,0-1 0,0 0 1,0 0-1,0 0 0,0 0 1,0 0-1,0-1 0,0 1 1,0-1-1,4 0 0,14 1 392,0-1 0,28-4 0,-26 2-84,762-40 3117,159-13-6330,-471-3-4813,-387 46 4569,89-13-5529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1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587 1 13425,'0'0'135,"0"0"0,0 0 0,0 0 0,0 0 0,0 1 0,0-1 0,0 0 0,0 0 0,0 0 0,0 0 0,0 0 0,1 0 0,-2 1 0,1-1 0,0 0 0,0 0 0,0 0 0,0 0 0,0 0 0,0 0 0,0 1 0,0-1 0,0 0 0,0 0 0,0 0 0,0 0 0,0 0 0,0 0 0,0 0 0,0 0 0,0 1 0,-1-1-1,1 0 1,0 0 0,0 0 0,0 0 0,0 0 0,0 0 0,0 0 0,0 0 0,-1 0 0,1 0 0,0 0 0,0 0 0,0 0 0,0 0 0,0 0 0,0 0 0,-1 0 0,1 0 0,0 0 0,0 0 0,0 0 0,0 0 0,0 0 0,0 0 0,0 0 0,-1 0 0,1 0 0,0 0 0,0 0 0,0 0 0,0 0 0,0 0 0,0 0 0,0-1 0,-1 1 0,-2 24 4482,-3 51-2528,2-23-285,-95 546 12,-51-8-2180,85-338-1489,-52 178-4652,21-130-3724,55-164-766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1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61 366 4500,'-28'-3'1205,"22"3"6211,-15 20-3547,20-18-3840,0 0 0,1-1 1,-1 1-1,0 0 0,1 0 1,0 0-1,-1 0 0,1-1 1,0 1-1,0 0 0,0 0 1,0 0-1,0 0 0,0 0 1,1 0-1,-1 0 1,1-1-1,-1 1 0,1 0 1,1 3-1,0-2 20,1-1 1,-1 1-1,0 0 0,1-1 1,-1 0-1,1 1 0,0-1 1,-1 0-1,1 0 0,7 2 1,3 2 74,1-1 0,0-1 0,0 0-1,0-1 1,17 2 0,21 0 126,-1-2 0,71-6 0,108-21 82,-174 17-268,1833-229-827,-628 70-8223,-886 115 1681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6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996 280 7493,'-27'-71'1781,"24"65"-1355,1 0 0,0-1 0,0 1 0,1-1 0,0 1 0,0-1 0,1 0-1,-1-7 1,2 9-113,-1 1-1,-1-1 1,1 0-1,-1 1 1,0-1-1,0 0 1,0 1-1,-2-6 0,-4-8 1089,1-1-1,-3-21 0,7 33-1091,2 6-282,0 1 0,0-1 0,0 1 0,0-1 0,-1 1 0,1-1 0,0 1 0,0-1 0,-1 1 0,1-1 0,0 1 0,0-1-1,-1 1 1,1 0 0,-1-1 0,1 1 0,0 0 0,-1-1 0,1 1 0,-1 0 0,1-1 0,-1 1 0,1 0 0,-1 0 0,1 0 0,-1-1 0,1 1 0,-1 0 0,1 0-1,-1 0 1,1 0 0,-1 0 0,1 0 0,-1 0 0,0 0 0,1 0 0,-1 0 0,1 0 0,-1 0 0,1 1 0,-1-1 0,1 0 0,-1 0 0,1 1 0,-1-1 0,1 0 0,0 0-1,-1 1 1,1-1 0,-1 0 0,1 1 0,0-1 0,-1 1 0,-28 27 1013,-3 17-152,1 2-1,2 2 0,-26 59 1,-59 167 374,106-256-1185,-59 153 334,-212 602-872,109-102-4312,97-217-5942,58-296 1424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7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22 601 12165,'-19'84'1561,"18"-75"-1157,0 1-1,0-1 1,1 0 0,0 0-1,1 0 1,0 1 0,0-1-1,1 0 1,5 14 0,-3-9 233,-3-8-472,1 1 0,1-1 1,-1 0-1,1-1 0,0 1 0,0 0 1,1-1-1,-1 0 0,1 0 1,1 0-1,-1 0 0,9 7 1,-5-6-43,0-1 1,1 1 0,-1-1 0,1-1-1,0 0 1,1 0 0,14 4 0,0-3-29,0-1 1,0-1-1,0-1 1,0-2-1,0 0 1,28-4-1,26-7 9,0-4 0,0-3 0,-2-4 0,139-59 0,-56 6-39,169-109-1,9-34-1250,-116 65-2518,-97 69-2016,-6 10-3542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7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14873,'-7'33'2649,"10"-12"-165,-10 9-292,-3 1-220,14-4-328,-1 0-396,-6 9-75,3 21-397,0-12-212,0 7-476,3-1-700,4 3-688,0 7-577,-1-4-991,-9-9-808,0 6-2081,9 7-4832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7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0 163 15161,'21'-85'2253,"-21"64"-513,3 0-380,4 6-320,3 0 464,6 12-1708,4 0-732,-3 24-712,13 9-692,1 6-2993,-5 13-4280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8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15193,'-28'170'5858,"16"-114"-3101,-7 91 0,17-68-1731,3 0-1,15 108 1,-8-139-833,2 0-1,1 0 1,3-1 0,2-1-1,23 47 1,-14-41-63,3-1 0,36 50 0,-55-88-132,0 0 0,1-1 0,1-1 0,0 0 0,0 0 0,1-1 0,0 0 0,1-1 0,0-1 0,1 0 0,0-1 0,29 12 0,-36-17 0,1 0 1,-1-1 0,1 1 0,-1-1 0,1-1 0,-1 1 0,1-1 0,0-1 0,-1 1 0,1-1 0,-1-1 0,1 1 0,-1-1 0,1-1 0,7-3 0,-7 2-3,0-1 0,-1 0 1,1 0-1,-1-1 0,0 0 0,-1 0 0,0-1 1,0 0-1,0 0 0,-1 0 0,6-10 0,1-6 13,-2 1-1,0-1 0,-2-1 1,-1 0-1,0 0 0,-2 0 1,-1-1-1,2-34 0,-5 16-38,-2 1 0,-1-1-1,-3 1 1,-1 0 0,-2 0-1,-2 1 1,-2 0 0,-1 0-1,-3 2 1,-1 0-1,-1 0 1,-3 2 0,-1 0-1,-1 2 1,-30-34 0,49 64-35,-69-78-1620,64 74 1052,-1 0 1,0 1-1,0 0 1,0 0-1,-1 1 0,-13-5 1,22 10 81,-1 2 0,1-1 0,0 0 0,-1 0 0,1 1 0,0 0 0,-1-1 0,1 1 0,-1 0 0,1 0 0,-1 0 0,-3 1 0,-3 0-2492,-14-1-8278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0 17110,'-54'100'3089,"49"-91"-2497,2 0-1,-1 0 0,1 0 1,0 0-1,1 1 0,0-1 1,1 1-1,0 0 1,0 15-1,0 9 1137,0-23-1203,-12 158 3608,-14 83-3865,16-171-106,-13 90-2452,-6-5-4854,24-120 3098,6-41 3455,-1 0 1,1 1-1,-1-1 0,0 0 1,0 0-1,-1 0 0,0 0 1,0 0-1,-2 5 1,3-8-769,-15-41-335,15 27 1754,1-1 0,0 0 1,1 1-1,0-1 1,1 1-1,0-1 0,1 1 1,0 0-1,1 0 1,1 0-1,0 1 1,7-13-1,-3 8 61,0 0 0,2 1 0,-1 0 0,2 1 0,0 1 0,0 0 0,1 0 0,18-12 0,16-7 33,2 2 1,0 3 0,65-26-1,169-51 84,-159 61-179,-24 8-13,199-78 64,-288 108-66,196-95 1118,-183 86-639,0-1-1,-1-1 1,-1 0 0,0-2 0,-1-1 0,19-23-1,-39 41-468,-1 0 0,1 0 0,0 0 0,-1 0-1,1 0 1,-1 0 0,1 0 0,-1 0 0,0-1-1,1 1 1,-1 0 0,0 0 0,0 0 0,0-1 0,0 1-1,0 0 1,0 0 0,0 0 0,0 0 0,0-1-1,-1 1 1,1 0 0,0 0 0,-1 0 0,1 0-1,-1 0 1,1 0 0,-1 0 0,0 0 0,1 0 0,-1 0-1,0 0 1,0 0 0,0 0 0,1 0 0,-1 1-1,0-1 1,0 0 0,0 1 0,0-1 0,-1 0-1,1 1 1,0 0 0,-1-1 0,-10 0 152,-1 1 0,1 1 0,0 0 0,1 1 0,-1 0 0,-20 6 0,32-8-199,-35 11 395,1 0 0,0 3 0,1 0 0,-60 38 0,24-7 76,-66 59 1,76-54-519,3 3 0,2 2 0,2 2 1,3 3-1,3 2 0,-44 75 1,89-135 31,-1 0 1,1 0-1,0 0 1,0 0 0,0 0-1,0 1 1,0-1 0,1 0-1,-1 1 1,0-1-1,1 1 1,0-1 0,0 0-1,0 1 1,0-1-1,0 1 1,0-1 0,0 1-1,1-1 1,0 0 0,-1 1-1,1-1 1,0 0-1,0 1 1,0-1 0,0 0-1,0 0 1,1 0-1,-1 0 1,1 0 0,-1 0-1,1 0 1,0-1 0,0 1-1,0-1 1,0 1-1,0-1 1,0 1 0,0-1-1,0 0 1,0 0-1,1 0 1,-1-1 0,0 1-1,1 0 1,-1-1 0,0 1-1,1-1 1,-1 0-1,1 0 1,-1 0 0,5-1-1,25-2 144,-1-2 1,1-2-1,-1 0 0,29-13 0,16-3 422,-64 20-522,73-20 618,1 3 0,115-12 0,-175 30-999,0 1 0,-1 0 0,1 3 0,0 0 0,-1 1 0,1 1 0,-1 2 0,0 0 0,0 2 0,-1 1-1,0 0 1,37 22 0,-51-24-444,-1-1 0,0 1-1,0 0 1,12 15 0,-14-15-481,-1 1 0,-1 0 0,1 0 0,-1 1-1,6 14 1,7 27-7398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9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7526 71 10637,'-106'-20'496,"29"6"313,-1 2 1,-153-2 0,21 21 1468,-297 46 1,-208 89-352,324-40-1480,4 16 1,7 17 0,5 17-1,-478 268 1,-175 234 169,731-431-117,-340 333 1,86 41 584,439-454-717,6 5 0,-126 234 0,186-290-182,3 2 0,4 1 1,-44 170-1,70-209-116,2 0-1,3 1 1,2 0-1,3 0 1,2 0 0,3 1-1,2-1 1,13 63 0,-8-85-40,0 0 1,2-1 0,2 0 0,1-1 0,2 0 0,0-1 0,3-1 0,24 31 0,-16-28-4,1-1-1,2-2 0,1-1 1,2-2-1,0-1 1,57 34-1,-12-17 8,2-3-1,2-4 1,1-4 0,1-3 0,159 33-1,-50-28 26,314 16-1,-108-41-47,0-18 1,411-61-1,782-211-1,-626 49-714,1567-594-1,-1656 444 479,-649 265 258,361-247-1,-481 285 96,-5-6-1,176-183 1,-219 201-51,-4-4 1,-3-2-1,-3-2 0,-3-2 1,44-99-1,-69 126-23,-3 0 0,-3-2 0,-1 0 0,-2 0 0,5-59-1,-14 66-13,-1 0 0,-3 0 0,-2 1 0,-2-1-1,-1 0 1,-18-66 0,3 44-13,-3 1-1,-3 1 1,-3 1 0,-2 2-1,-3 1 1,-3 2-1,-2 1 1,-2 2 0,-52-53-1,8 22-4,-3 3 0,-4 4 0,-3 4 0,-143-85 0,59 55-9,-5 9 0,-283-106 0,236 122-367,-433-90 0,370 121-644,-2 13 0,-2 13 0,0 13 1,-366 34-1,-171 95-4056,296 12-1405,159-14-1762,375-116 8106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1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43 14597,'-57'-12'2005,"43"21"499,-9-15-1752,6 3 304,-3-9-984,-3 6-816,-8-7-1120,-15 13-185,15 19-2739,-5-7-3769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878 694 5292,'0'0'66,"0"0"0,-1 1 0,1-1 0,0 0 0,0 0 0,-1 0 0,1 0 0,0 0 0,0 0 0,-1 0 0,1 0 0,0 0 0,0 0 0,-1 0 0,1 0 0,0 0 0,0 0 0,-1 0 0,1 0 0,0 0 0,0 0 0,-1 0 0,1 0 0,0-1 0,0 1 0,-1 0 0,1 0 0,0 0 0,0 0 0,0 0 0,-1-1 0,1 1 0,0 0 0,0 0 0,0 0 0,0-1 0,-1 1 0,1 0 0,0 0 0,0-1 0,0 1 0,0 0 0,0 0 0,0-1 0,0 1 0,0 0 0,0 0 0,0-1 0,0 1 0,0 0 0,0 0 0,0-1 0,0 1 0,0 0 0,0 0 0,0-1 0,0 1 0,0 0 0,-4-19 3095,-14-20 458,16 32-3194,-1-1 0,-1 1-1,0 0 1,0 0 0,0 0 0,-8-8 0,3 3 81,1 0 0,-1-1 0,2 1 1,0-1-1,-9-23 0,9 19-264,5 13-201,1-1 0,0 1 1,0-1-1,0 0 0,1 0 1,0 0-1,0 1 0,0-1 0,0 0 1,1 0-1,0 0 0,0 1 1,0-1-1,0 0 0,1 1 1,0-1-1,0 1 0,0 0 0,4-6 1,4-6 29,1 0-1,0 1 1,21-21 0,-11 15-19,2 1 1,0 1-1,1 1 0,1 1 1,1 1-1,40-18 0,-10 10-28,1 2 0,71-17-1,-72 24 18,85-10-1,-119 23-53,1 0 1,0 2-1,0 0 0,0 2 0,0 0 0,36 9 0,-51-9 7,0 1-1,-1-1 1,1 1 0,-1 0-1,0 1 1,0 0 0,0 0-1,12 10 1,-16-11 3,-1-1 0,0 1 0,0 0 0,1 0 0,-2 0 0,1 0 0,0 0 0,-1 1 0,1-1 1,-1 1-1,0-1 0,0 0 0,0 1 0,-1 0 0,1-1 0,-1 1 0,0-1 0,0 1 0,0 0 0,0-1 0,-1 1 0,-1 5 1,-2 7 4,0-1 0,-2 0 1,1-1-1,-2 1 1,0-1-1,-11 16 1,-63 80 13,51-74-55,-32 55 0,58-84 38,1 1 1,0-1-1,0 1 0,0 0 1,1 0-1,0 0 0,0 0 1,1 1-1,0-1 0,1 0 1,0 0-1,0 1 0,1-1 1,0 0-1,0 1 0,1-1 1,0 0-1,0 0 0,7 14 1,6 8 0,1 0 0,2-2 0,34 46 1,-18-28-4,-3-3-7,-2 2-1,-2 1 1,25 60 0,-44-87 8,-1 0 0,-1 0 1,-1 1-1,-1 0 0,0 0 1,-2 0-1,0 1 0,-1-1 1,-1 0-1,-1 1 0,-6 31 1,2-30 8,-1-1 1,0 0 0,-2 0-1,0-1 1,-2 0-1,0 0 1,-1-1 0,-24 31-1,15-26 14,-1-2 0,0-1 0,-2 0 0,0-2 0,-45 29 0,9-14 36,-2-3 1,-1-3-1,-1-3 1,-2-2-1,-67 14 1,-498 82 52,514-101-109,-27 0-137,118-16-257,1-2-1,0-1 0,-44-7 1,60 7 74,1-1 0,0 0 1,0 0-1,0-1 0,0 0 1,1 0-1,-1 0 0,-7-6 1,12 8-6,0-1 0,0 0 1,0 0-1,0 0 0,0 0 1,0 0-1,0 0 1,1 0-1,-1-1 0,1 1 1,0-1-1,0 1 0,0-1 1,0 0-1,0 1 0,0-1 1,1 0-1,-1 1 0,1-1 1,0 0-1,0 0 0,0 1 1,1-7-1,14-43-8507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8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20302,'11'13'332,"1"-1"208,-1 2 1,15 22-1,-23-30-351,0-1 1,0 1-1,0 1 1,-1-1-1,0 0 1,-1 0-1,1 1 1,-1-1-1,0 1 0,0 9 1,-3 18 1298,-9 56 0,-1-7 239,-69 456 2136,8-82-4264,35-211-3804,19-134-569,3-1-4142,9-49-2709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9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11 181 17942,'-10'-27'4268,"23"18"-2416,14-6-308,0 0-316,16 0-243,14 0-205,17 3-160,20 0-128,16 0-316,17-3-600,18 2-832,5 1-573,1 3-911,0 9-620,3 3-2661,7 3-5252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9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596 121 9685,'4'-1'178,"-1"0"1,1 0 0,-1-1-1,0 1 1,1-1-1,-1 1 1,0-1-1,0 0 1,0 0-1,0 0 1,-1-1-1,1 1 1,0-1 0,3-4-1,24-20 2055,-9 14 402,34-32-1,-53 44-2107,17 0 257,-15 0-613,0 1 0,-1-1 0,1 1-1,0 0 1,0 1 0,-1-1 0,8 2 0,-10-2-161,0 1 1,0-1-1,0 1 0,0-1 1,0 1-1,0-1 1,0 1-1,0 0 1,0 0-1,0-1 1,0 1-1,0 0 0,-1 0 1,1 0-1,0 0 1,-1 0-1,1 0 1,-1 0-1,1 0 0,-1 0 1,1 0-1,-1 0 1,0 0-1,1 0 1,-1 0-1,0 1 0,0-1 1,0 0-1,0 2 1,1 5-34,0-5 78,-6 29-36,1-26-11,0 0 0,-1 0 0,0-1 0,1 1 0,-2-1 0,1 0 0,-1-1 0,-6 5 0,-7 7 34,-66 57 269,-74 72 1093,-35 77 638,150-165-1552,2 2 1,-40 77-1,64-101-327,1 1-1,2 1 1,2 0-1,1 1 1,-9 56-1,16-66-100,3 1-1,0 0 0,2-1 1,0 1-1,3 0 1,0-1-1,2 1 0,11 39 1,0-22 0,2 0 0,1-1 0,3-2 1,2 0-1,30 43 0,160 187 99,-185-238-153,-13-16-9,-2 0 1,1 1-1,-2 1 1,-1 0 0,15 36-1,-26-54-6,1 0 1,-1 0-1,0 0 0,0 1 0,0-1 0,0 0 1,-1 0-1,0 0 0,1 1 0,-1-1 1,0 0-1,0 0 0,-1 1 0,1-1 1,-1 0-1,0 0 0,1 0 0,-1 0 0,-1 0 1,1 0-1,0 0 0,-1 0 0,1 0 1,-1 0-1,0-1 0,0 1 0,0-1 1,0 1-1,-1-1 0,1 0 0,-1 0 0,1 0 1,-1 0-1,0 0 0,0 0 0,1-1 1,-1 0-1,0 1 0,-1-1 0,-4 1 0,-8 2-305,1-1-1,-1 0 0,0-1 1,0-1-1,-1 0 0,1-1 0,-18-3 1,-25-5-2213,-60-15 1,0-10-6213,48 8-2030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39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12049,'0'0'5141,"4"0"-4049,409-12 1998,-193 10-2793,120 1-1359,-134-2-1256,24 1-4713,-93 10-1243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40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0 304 15725,'40'-51'1877,"0"27"-569,17 6-264,7-9-92,6 0-132,11 0-180,9 3-72,14-4-156,13 7-80,11 9-88,5 0-284,8 0-236,-7 3-588,-3 3-628,-1 0-660,-16 6-1001,-7 0-1507,-6 3-3641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40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1689 0 12729,'-37'38'789,"21"-23"28,1 2 1,1 0-1,-23 36 1,21-30 616,2 0 0,0 1 0,2 0 0,0 1 0,-9 32 0,-76 346 5523,47-63-6513,23-129-457,-61 224 0,69-372 13,-2-2 0,-51 102 0,54-127 0,-2 0 0,-2-1 0,-1-1 0,-2-1 0,-1-2 0,-1 0 0,-2-2 0,-1-1 0,-1-1 0,-2-2 0,-50 30 0,48-34-91,-1-1-1,0-3 1,-2 0-1,0-3 1,0-1 0,-76 14-1,79-21-1014,-1-3 1,1 0-1,-38-4 1,42-1-1914,1-1 0,0-2 0,-54-16 0,34 1-9626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7:40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22610,'0'-30'10157,"10"18"-10157,0 0 0,3-9 0,-3 3 0,4 0 0,2 0 0,4 0 0,14-6 0,-21 15-2064,1-6-2369,-1-4-3259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5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601 348 9597,'9'-30'1158,"-5"12"-128,1 0 1,1 1 0,1-1-1,0 1 1,1 0-1,1 1 1,18-24 0,-11 21-572,1 2-1,0 0 1,2 1 0,0 1 0,30-19 0,-40 28-391,0 1-1,1 1 1,0-1 0,0 1 0,0 1 0,0 0-1,0 0 1,1 1 0,-1 0 0,1 1 0,0 1-1,-1-1 1,1 1 0,0 1 0,11 2-1,-17-1-33,0-1-1,1 1 0,-1 1 1,0-1-1,0 1 0,0 0 0,0 0 1,-1 1-1,1-1 0,-1 1 1,0 0-1,0 0 0,0 0 0,-1 1 1,0-1-1,1 1 0,-1 0 1,-1 0-1,1 0 0,3 10 1,-2-3 75,0 0 1,-1 1-1,0 0 1,-1-1 0,0 1-1,-1 0 1,-1 24 0,-3-17 35,0-1 1,-1 1 0,-1-1 0,-1 0 0,-1-1 0,0 0 0,-2 0-1,0 0 1,-1-1 0,0 0 0,-14 15 0,-9 8 125,-1-1 0,-1-2 0,-44 34 0,-408 276 1349,330-243-1305,133-89-256,1 0 0,1 1 1,1 2-1,0 0 0,1 1 1,-22 28-1,41-46-54,0 1 0,0-1-1,0 1 1,1-1 0,-1 1 0,0-1 0,1 1-1,-1 0 1,1 0 0,-1-1 0,1 1-1,0 0 1,0-1 0,0 1 0,0 0 0,0 0-1,0-1 1,0 1 0,0 0 0,1 0 0,-1-1-1,1 1 1,-1 0 0,1-1 0,0 1 0,0-1-1,-1 1 1,1-1 0,0 1 0,0-1-1,1 1 1,-1-1 0,2 2 0,2 2-2,0-1 0,0-1 0,1 1 0,-1-1 0,1 1 0,0-1 0,8 2 0,11 2-102,0-2 0,0 0 0,0-2 0,48 0 1,-60-2 24,135 0-1333,0-7 0,0-6 0,162-34 0,425-146-5706,-610 149 5488,121-59 0,-175 67 1058,-1-3 0,128-95 1,-127 76 1017,-3-4 0,-3-2 0,83-103 1,-51 48 1518,38-48 2460,-133 163-4171,0 0-1,0 1 1,0-1 0,0 1-1,0-1 1,1 1 0,-1 0-1,1 0 1,0 0 0,4-2-1,-6 3-180,-1 1 0,1 0 0,-1 0-1,1 0 1,-1 0 0,1 0 0,-1 0 0,1 0-1,-1 0 1,1 0 0,0 0 0,-1 0-1,1 1 1,-1-1 0,1 0 0,-1 0 0,1 0-1,-1 1 1,0-1 0,1 0 0,-1 1-1,1-1 1,-1 0 0,1 1 0,-1-1-1,0 0 1,1 1 0,-1-1 0,0 1 0,1-1-1,-1 1 1,0-1 0,0 1 0,0-1-1,1 2 1,1 6 336,0 0 0,-1 0 0,0 0 0,0 1 0,-1-1 1,-1 11-1,-7 79 1068,-5-1 1,-27 104 0,25-129-1439,-64 267-4003,50-227-1392,-1-3-3607,15-47-2557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5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0 275 14965,'144'-49'1933,"-73"31"-385,6-3-416,3 6-220,4-3-200,10 6-344,23-9-428,17 3-580,23 0-584,27 0-676,14-3-797,10-4-1659,16 4-3353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5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951 13 13549,'-33'-4'528,"6"0"177,0 1 0,0 2 0,0 0-1,0 2 1,0 1 0,-31 6-1,-8 7 2591,0 2-1,-118 50 1,156-55-2865,0 3 0,1 0 1,0 1-1,1 2 0,2 1 1,-1 0-1,2 2 1,-32 37-1,48-49-430,0 0 0,1 1 0,0 0 0,0 0 0,1 0 0,0 1 0,1-1 0,1 1 0,-1 0 0,2 0 0,-1 1 0,2-1 0,-1 0 0,1 1 0,1-1 0,0 1 0,1-1 0,0 1 0,1-1 0,0 0 0,1 1 0,0-1 0,1-1 0,0 1 0,1 0 0,0-1 0,7 11 0,19 24 0,1-2 0,3-2 0,1 0 0,47 39 0,-42-42 0,-2 1 0,-2 2 0,56 80 0,-88-113-95,-1 0 0,1 0-1,-2 0 1,1 0 0,-1 1 0,0-1 0,-1 1-1,0 0 1,-1 0 0,0 0 0,0 0 0,-1 15-1,0-17-113,-2 0 0,1 0 0,-1-1 0,0 1 0,0-1 0,0 0 0,-1 1 0,0-1 0,-1 0 0,1-1 0,-1 1 0,0 0 0,-1-1 0,1 0 0,-1 0 0,0-1 0,-8 7 0,-8 4-659,-2 0 1,0-2 0,-1-1-1,0 0 1,-1-2 0,-39 11-1,-159 26-9829,154-35 2683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5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1230 10037,'93'-250'2164,"-59"151"-212,-11-1-196,4 1-267,7 2-137,-4 1-488,13 2-140,1 4-164,6 15-128,14 5-312,6 10-656,14 18-656,16 12-712,1 12-1169,6 9-1179,17 18-3257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5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1 205 15577,'63'-36'2021,"11"-12"-477,-7 18-112,10 6-8,10-1-316,10 7-252,21 3-184,22 6-260,24 9-708,7 3-400,0 3-920,3 9-712,-23 3-3645,-10 4-5180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6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1203 83 12837,'-15'-67'4655,"12"59"-4402,-3 1 4618,5 7-4708,1 0 0,-1 0 0,1 0 0,-1 0 0,1 0 0,-1 1 0,1-1 0,-1 0-1,1 0 1,0 1 0,-1-1 0,1 0 0,0 0 0,-1 1 0,1-1 0,0 1 0,-1-1-1,1 0 1,0 1 0,-1-1 0,1 1 0,0-1 0,0 0 0,0 1 0,-1-1 0,1 1-1,0-1 1,0 1 0,0-1 0,0 1 0,0-1 0,0 1 0,0-1 0,0 1 0,0-1-1,0 1 1,0-1 0,0 1 0,1 0 0,-24 235 3614,-29 200-3919,12-251 142,-9-2 0,-7-2 0,-9-3 0,-7-3 0,-187 328 0,245-480 38,-28 47-405,-63 80-1,90-132-289,0 0 0,-1-1 0,-1-1 0,0 0 0,-2-2-1,1 0 1,-2-1 0,0 0 0,-24 10 0,34-19 35,0-1-1,0 0 1,0 0-1,0-1 1,0 0-1,-1-1 1,-14 0-1,16-1-632,1-1 0,-1 0 0,1 0 1,-1-1-1,-10-3 0,-14-10-8751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6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40 15297,'-24'0'15758,"24"-21"-15154,0 3-716,-27 18-28451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7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9186 327 4816,'-19'-10'506,"-1"0"0,0 2 0,-1 0-1,0 2 1,0 0 0,-25-4 0,-88-7 1372,-364-53 1481,-61-11-1914,-313-8-257,629 78-436,-420 33 0,-240 107 347,409-26-507,-912 318 1,1004-262-415,6 17 0,-577 350 0,380-113-19,482-322-103,3 5 0,-187 218-1,248-255-11,3 2-1,3 2 1,2 1 0,3 2-1,3 2 1,-43 131-1,62-153-33,3 0 0,1 1 0,3 0-1,2 1 1,2 0 0,2 0 0,1-1-1,4 1 1,1 0 0,2-1 0,24 82-1,-14-79 4,2-1 1,2-1-1,3-1 0,1-1 0,40 53 0,-20-39 7,3-2 0,3-2 0,63 54 0,4-13 1,4-6 0,4-5 0,142 72 0,4-17-4,564 205-1,337-15 125,-363-166-272,1490 106-1,-440-224-938,-1253-68 731,638-105-1,-579 0 240,-470 76 218,246-98 0,-352 112 1,-1-5 0,-3-3 0,-1-4 0,106-80-1,-147 94-37,-2-2-1,-1-2 1,-2-1 0,-2-2-1,-2-2 1,-1-1-1,-3-2 1,-1-1-1,23-52 1,-32 52-11,-2-2 1,-2 0-1,-3-1 1,-2 0-1,-1-1 1,5-86-1,-14 74-4,-3 0 1,-2-1-1,-4 2 1,-27-123-1,7 91-21,-4 2 0,-5 1 0,-3 2 0,-4 2 0,-3 2 0,-5 2 0,-73-93 0,-8 13-7,-7 6-1,-6 5 0,-7 8 0,-204-150 1,118 123-45,-8 11 0,-385-187 0,191 149-229,-93 13-522,-244-11-1125,230 108-119,-382 59-5475,497 48 329,427-18 7047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8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9245,'8'-12'390,"1"1"1,0 0 0,1 0-1,0 1 1,1 0 0,0 1-1,0 0 1,25-14 0,33-8 796,1 3 0,1 4 0,96-21 1,-163 43-1152,0 1 1,0 0 0,0 1 0,1-1 0,-1 1-1,0-1 1,0 1 0,0 1 0,1-1 0,-1 1 0,0-1-1,0 1 1,0 0 0,0 1 0,0-1 0,0 1-1,0-1 1,0 1 0,-1 1 0,1-1 0,-1 0-1,1 1 1,2 3 0,-1 0-3,-1 0 1,0 0-1,0 1 0,-1 0 1,0 0-1,0 0 0,-1 0 1,0 0-1,0 0 0,0 1 1,0 12-1,4 33 78,-4-24-113,2 0-1,0 0 1,2-1 0,1 0 0,15 38 0,-4-31 9,1-1 0,2 0 0,43 52-1,87 82-238,17 19-368,-159-175 556,0 0 1,-1 0-1,-1 1 0,0-1 0,0 2 1,-1-1-1,-1 1 0,6 20 1,-10-27 34,0 1 0,0-1 1,-1 0-1,0 1 0,0-1 1,-1 1-1,0-1 0,0 0 1,0 0-1,-1 1 0,0-1 1,-1 0-1,0-1 0,0 1 1,0 0-1,-1-1 0,0 0 1,-8 11-1,-2-1 34,-1-2 1,0 0-1,-1 0 1,-1-2-1,0 0 1,0 0-1,-1-2 1,-28 12-1,-161 54 100,205-76-127,-373 109-186,124-44-4121,207-52 223,22-6-2295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8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14177,'-13'19'2024,"3"23"121,6-9-297,-9 3-88,6 3-204,4 0-300,0 7-256,3 5-232,0 3-248,3 0-424,10 4-796,1 2-300,-1-3-696,4 4-636,-7-7-508,-3 0-2705,-1 3-4508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8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1 428 12237,'60'-60'2016,"-13"30"-228,13 6-351,7-6-305,7 5-296,10-2-152,23-6-280,17-3-516,17 0-676,13 0-832,10-4-821,10 10-2091,3 9-3525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9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275 549 13689,'-14'-18'1053,"11"15"-778,0 0 0,1 0-1,-1-1 1,1 1 0,-1-1 0,1 0-1,0 0 1,0 0 0,1 0-1,-1 0 1,1 0 0,0 0 0,-1-6-1,2-5 156,0 0 0,0 0 0,2 0 0,0 0 0,0 0 0,2 0 0,0 1 0,0 0 0,10-21 0,-4 17-200,0 0 0,1 1 0,1 0 0,0 0 0,2 1 0,20-19 0,-10 12-49,1 1 1,1 1 0,1 2-1,39-22 1,-55 35-155,-1 0 0,1 1 1,1 0-1,-1 1 0,1 0 0,0 1 0,-1 1 0,1 0 1,1 0-1,-1 1 0,0 1 0,0 0 0,0 0 1,0 1-1,14 3 0,-20-2-19,0 1 0,0-1 0,-1 1 0,1 0 0,0 1 0,-1-1 0,0 1 0,0 0 0,0 0 1,0 1-1,-1-1 0,0 1 0,0 0 0,0 0 0,0 1 0,-1-1 0,0 1 0,0 0 0,0 0 0,-1 0 0,0 0 0,0 0 0,1 8 0,1 4 4,-2 0-1,0-1 1,0 1 0,-2 0-1,0 0 1,-1 0-1,-4 21 1,-4 6-60,-2 1 1,-2-2-1,-2 1 0,-31 62 0,28-69-176,1 0 0,2 2 0,-17 71 0,29-94 164,1 0 0,0 0 0,1 0 0,1 0 0,0 0 0,1 0 0,1 0 0,1 0 0,1 0 0,0 0 0,1-1 0,7 17 0,3-3-111,32 49 0,-31-56 86,-2 1-1,23 49 1,-36-68 73,1 0 0,-1 0 0,1 1 0,-1-1 0,-1 0 0,1 0-1,-1 0 1,0 1 0,0-1 0,0 0 0,-1 0 0,0 1 0,0-1 0,0 0 0,-1 0 0,0 0-1,1 0 1,-2-1 0,1 1 0,-1 0 0,1-1 0,-1 1 0,-1-1 0,1 0 0,0 0-1,-7 5 1,-3 2 4,0-1-1,-1 0 1,0-1 0,-1 0-1,0-2 1,-25 11-1,-241 75-980,119-44-1769,3 11-5261,102-32-459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9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486 659 12917,'3'4'259,"1"-1"0,-1 1 0,1-1 0,0 0 0,0 0 0,0-1 0,0 1 0,0-1 0,1 0 0,-1 0 0,1 0 0,0 0 0,-1-1 0,1 0 0,0 0 0,0 0 0,0-1 0,6 0 0,51-3 526,0-4 1,69-15 0,-75 11-553,-18 4-112,0-2-1,-1-2 1,0-1 0,64-30-1,-83 32 17,-1 0-1,1-1 0,-2 0 1,1-1-1,-2-1 1,0-1-1,0 0 1,-1-1-1,-1-1 1,22-33-1,-21 22 313,0-1 0,-2-1 0,-1 0 0,12-54 0,11-120 3907,-89 657-2597,39-341-1583,-5 0 0,-5-2 0,-5 0 0,-4-3 0,-6 0 0,-72 136 0,45-121-85,-5-2 1,-5-4-1,-5-4 1,-177 185-1,212-249-793,-2-2 0,-2-2 0,-2-2 0,-96 56 0,135-91-264,-1 0 0,-30 11 1,5-13-2403,37-6 2552,0 0 0,1-1 0,-1 1 0,0-1 0,0 0 0,0 0 0,1 0 0,-5-2 0,-19-18-11662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09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286 115 13125,'-44'-55'2292,"37"34"-307,-6 9-329,-4 0 784,1 3-1656,-1 3-140,7 18-216,-14 9-400,11-12-288,-7 15-688,-10 16-688,10-7-656,-4 6-3153,-6 15-4372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1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245 447 9305,'-3'-5'291,"1"1"1,1-1-1,-1 1 1,1-1-1,-1 0 1,1 0-1,1 1 1,-1-1-1,1 0 1,-1 0-1,2 0 1,-1 0-1,0 0 1,1 0-1,0 1 0,3-10 1,-1 3 174,0-1-46,0 0-1,1 0 0,0 1 0,1-1 0,1 1 0,0 0 0,0 1 0,1-1 1,11-13-1,-1 8-152,0 0 1,1 1 0,0 0 0,1 2-1,1 0 1,0 1 0,28-11-1,14-2 137,81-21 0,-120 39-302,1 1-1,45-5 1,-61 10-84,0 1-1,0 0 1,0 0 0,-1 1 0,1 0 0,0 0 0,-1 1 0,1 0 0,-1 0 0,1 1-1,-1-1 1,0 2 0,7 3 0,-12-5-14,0-1 0,0 1-1,0 0 1,-1-1 0,1 1 0,0 0-1,-1 0 1,1 0 0,-1 0 0,0 0-1,0 1 1,0-1 0,0 0-1,0 1 1,1 3 0,-1 0 6,0 0 0,-1 0 0,1 0 1,-1 0-1,-1 0 0,0 8 0,-4 9 27,-1 0 0,-12 35 0,11-41-28,-44 114-52,-5 20-384,47-124 283,2 0 1,2 1-1,-5 50 0,9-27-34,3 1 1,16 96-1,-15-127 110,-1-11 84,-1-1 1,0 1 0,0-1 0,-1 1 0,0 0 0,-1-1-1,0 1 1,0-1 0,-1 1 0,-1-1 0,1 0 0,-1 1-1,-1-1 1,0-1 0,0 1 0,-1-1 0,0 1 0,0-1-1,-1-1 1,0 1 0,0-1 0,-1 0 0,0 0 0,0-1-1,-1 0 1,0 0 0,-11 6 0,-32 15 205,-1-1-1,-1-3 1,-61 17 0,-174 38-2184,172-50-2644,112-27-353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1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9845,'-7'15'2180,"21"-6"1868,-18 21-2451,-6 15-333,3-9-292,1 16-84,-1 2-260,4 9-128,-4 7-96,4 5-104,-1 0-260,1 1-404,0 2-772,-1 3-664,-2-8-488,-1-1-2757,4-2-4004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2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1 652 12645,'13'-100'2204,"14"58"-291,0-3-137,3 0-584,10 5-248,4 4-176,23-6-188,16 3-284,8-3-324,6-4-408,7 4-436,-1 6-556,8 12-488,-14-6-705,-3 6-1723,-7 6-3345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2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115 198 12413,'-31'-43'2532,"25"35"31,6 8-2406,0 1 1,0-1-1,-1 1 0,1-1 0,0 1 0,0-1 0,-1 0 0,1 1 1,0-1-1,-1 0 0,1 1 0,-1-1 0,1 0 0,0 1 0,-1-1 1,1 0-1,-1 0 0,1 0 0,-1 1 0,1-1 0,-1 0 0,1 0 1,-1 0-1,1 0 0,-2 0 0,1 0 14,1 0 1,-1 1-1,0-1 0,0 0 1,0 0-1,0 1 1,0-1-1,1 1 0,-1-1 1,0 1-1,0-1 1,0 1-1,1-1 0,-1 1 1,0-1-1,1 1 0,-1 0 1,1 0-1,-1-1 1,1 1-1,-2 1 0,-12 54 2651,-9 76 0,10 60-1028,15-91-1812,29 185 1,-22-234 17,2 0 0,23 62 0,-23-85 0,1-1 0,1 0 0,1-1 0,2 0 0,24 31 0,-32-48-10,-1-1 0,2-1 0,-1 1 1,1-1-1,0 0 0,1-1 0,-1 0 0,2-1 0,-1 0 1,1-1-1,-1 0 0,2 0 0,-1-1 0,0-1 0,1 0 0,-1 0 1,1-1-1,0-1 0,0 0 0,0 0 0,0-1 0,0-1 0,0 0 1,0-1-1,-1 0 0,1-1 0,0 0 0,-1 0 0,0-2 1,0 1-1,0-1 0,0-1 0,-1 0 0,13-10 0,-5 2-18,-1-1 1,-1 0-1,0-2 0,-1 1 0,-1-2 0,0 0 0,-1-1 0,-2 0 0,0-1 1,0 0-1,-2-1 0,12-38 0,-9 15 7,-1 0-1,-2-1 1,-3 0-1,-1 0 1,-2-65 0,-5 63 10,-3 0 1,-1 1-1,-3 0 1,-1 1-1,-23-60 0,-105-208-1779,138 313 1780,-10-22-982,-2 1-1,-23-33 0,32 50 542,-1 0 0,1 0-1,0 0 1,-1 0-1,0 1 1,1 0-1,-2 0 1,1 0-1,0 0 1,0 0 0,-1 1-1,0 0 1,1 0-1,-1 0 1,0 1-1,0-1 1,0 1-1,-9-1 1,-6 7-5554,4 10-3519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3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858 697 8609,'-58'-60'2567,"26"29"1084,28 26-3177,0 0-1,1-1 1,-1 1-1,1-1 0,1 0 1,-1 1-1,1-1 1,-3-12-1,-2-4 463,5 17-800,1-1 0,0 0 0,0 1 0,0-1 0,1 0 0,0 0 0,0 0 0,0 1 0,1-1 0,0 0 1,0 0-1,0 1 0,1-1 0,2-5 0,1-2 29,1 1 0,0 0 0,1 1 0,15-22 0,14-9 174,2 2 0,74-61-1,-47 44-238,-63 55-101,20-19 50,1 1 0,1 1 1,46-27-1,-67 44 13,4 14 494,-6-10-514,0 0 1,0 0 0,0 0 0,0 0-1,0 0 1,0 0 0,-1 0 0,1 1 0,0-1-1,-1 0 1,0 0 0,0 0 0,1 1 0,-1-1-1,-1 0 1,1 0 0,0 3 0,-19 59 795,5-20-357,-16 72 803,-14 122 0,-25 462 1089,13-97-1610,-51-7-609,68-455-154,-6-2 0,-71 149 0,85-223-5,-3-1-1,-2-2 1,-3-1 0,-3-2-1,-70 76 1,91-114-516,-1-1 1,-1-1-1,0-1 0,-38 21 0,58-38 282,0 1-1,-1 0 1,1-1-1,-1 0 0,1 0 1,-1 0-1,1 0 0,-1-1 1,0 1-1,1-1 0,-1 0 1,0 0-1,1-1 0,-1 1 1,0-1-1,1 1 1,-1-1-1,1 0 0,-1 0 1,1-1-1,-7-2 0,2-1-524,-1-1 0,1 0 0,0 0 0,0 0 0,0-1 0,-7-9-1,7 7-826,1 1-1,0-2 1,-6-10-1,-13-38-8568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3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3382 3 7485,'-468'-3'1319,"371"4"-477,0 4 1,-148 28-1,129-10-42,2 6 0,1 4 0,2 5 0,-145 72 1,104-31 100,4 6 0,-188 143 0,214-134-383,4 6 1,5 5-1,-120 142 0,161-159-199,3 3-1,5 3 1,4 3-1,4 2 0,-44 110 1,75-149-167,3 2 1,3 1-1,3 0 1,2 1-1,4 1 1,2 0-1,3 0 0,3 0 1,2 1-1,4-1 1,2 0-1,3 0 1,3-1-1,3 0 1,31 82-1,-16-69-22,4-3 0,3-1 0,4-1 0,52 69 0,-31-59-70,3-3 1,142 131 0,-100-119-219,4-5 0,4-4 0,4-6 0,2-5 0,148 62 0,-59-45-640,4-9-1,2-10 1,238 42-1,-187-63-2540,3-12 0,336 2 0,-218-38-4808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3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2740 309 7457,'-1'-158'1125,"1"149"-954,1 0 0,1 0 0,-1 0 0,2 0 0,-1 1 0,1-1 0,0 1-1,6-10 1,0-3 369,-8 18-445,0 0-1,0 1 1,0-1-1,0 1 1,0 0-1,0-1 1,1 1-1,-1 0 1,1 0-1,0 0 1,0 0-1,0 0 1,0 0-1,0 0 1,0 1-1,4-3 1,-5 3-36,1 1 0,0 0 0,-1-1 0,1 1 1,0 0-1,-1 0 0,1 0 0,-1 0 0,1 0 0,0 0 0,-1 0 0,1 1 1,0-1-1,-1 1 0,1-1 0,-1 1 0,1-1 0,-1 1 0,1 0 0,1 1 0,2 2 92,1 1 0,-1 0 0,0 0 0,0 0-1,0 0 1,-1 1 0,0 0 0,0 0 0,0 0-1,-1 0 1,3 7 0,6 26 441,-1-1-1,-1 2 1,4 50-1,-13-86-551,16 140 842,-6 0 0,-6 1 1,-18 181-1,-94 431 896,64-543-1309,-10-2 1,-149 383-1,105-380-143,-10-4 1,-248 364-1,189-350-379,-10-7-1,-224 213 0,307-341-446,-3-5 1,-4-4-1,-113 70 1,140-107-1163,-137 59-1,144-77-903,-1-3 0,-107 23-1,12-21-6684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13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49 10585,'-16'-21'1628,"29"9"1768,-30 3-3280,4 3-476,-7 6-576,0 3-480,-10 3-2360,-21 6-2477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9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38 998 5885,'-37'12'3084,"44"6"-1466,-5-16-1444,-1 1 0,1-1 0,0 0-1,0 1 1,0-1 0,0 0 0,1-1 0,-1 1 0,0 0 0,1-1 0,-1 1-1,1-1 1,0 0 0,-1 0 0,1 0 0,0 0 0,0 0 0,5 1 0,9 0 597,0 0-1,19 0 1,-18-1 152,3-1-262,0-1 0,1 0 0,-1-2 0,30-6 1,82-31 1168,-72 21-968,807-260 4144,-735 237-4731,624-186 810,8 26-727,401 2-6528,-873 170 1372,-97 19-2462,-73 9-1376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0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13745,'-4'18'333,"-3"14"583,1-1 1,1 1-1,0 37 1,-12 290 7100,7-164-6199,-33 411 595,8-129-1988,30-353-1238,6 1 1,5-1-1,6-1 1,29 133-1,22-13-3919,22-9-4008,-38-132-1158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55 131 6465,'-42'-43'3056,"41"41"-2835,0 0 0,-1 0 0,1 0 0,0 0 0,0 0 0,0 0 0,0 0 0,0-1 0,1 1 0,-1 0 0,1-1 0,-1 1 0,1 0 0,0-1 0,0 1 0,0 0 0,0-1 0,0 1 0,1-1 0,-1 1 0,1 0 0,-1 0 0,1-1 0,0 1 0,0 0 0,0 0 0,0 0 0,0 0 0,1 0 0,-1 0 0,1 0 0,-1 0 0,1 0 0,0 1 0,-1-1 0,1 1 0,0-1 0,0 1 0,0 0 0,4-2 0,2 2-23,0 0-1,0 1 1,1-1 0,-1 2 0,0-1 0,0 1-1,0 1 1,15 3 0,6 4 315,31 15 1,1 2-135,-1 2 1,-1 3-1,-2 3 0,-1 2 1,-2 2-1,66 62 1,-74-55-253,-2 3 0,-2 1 1,-3 2-1,-1 2 0,-3 1 0,-3 2 1,-1 1-1,22 63 0,-39-81-91,-1 1 0,-3 0 1,-1 1-1,-2 0 0,3 71 0,-9-80-38,-3-1 0,0 1-1,-2-1 1,-1 0 0,-2 0 0,-1-1-1,-1 0 1,-17 36 0,17-47-15,-2 1-1,0-2 1,0 1 0,-25 27 0,28-37-2,-1 1 0,-1-1 0,0 0 0,0-1 1,-1 0-1,1-1 0,-2 0 0,-17 8 1,26-13 2,0-1 0,0 1 1,-1-1-1,1 0 1,0 0-1,-1-1 0,1 1 1,-1-1-1,1 1 1,-1-1-1,1 0 0,0 0 1,-1-1-1,1 1 1,-1-1-1,1 0 1,0 1-1,-1-1 0,1-1 1,0 1-1,0 0 1,-5-4-1,5 3-4,1-1-1,-1 0 1,1 0 0,-1 0 0,1 0-1,0-1 1,0 1 0,1 0 0,-1-1-1,1 0 1,-1 1 0,1-1 0,0 0-1,1 1 1,-1-1 0,1 0 0,-1 0-1,2-7 1,0-18-95,2 1 1,1-1-1,1 1 0,1 0 0,12-31 1,58-132-606,-76 189 714,63-133-1986,101-166 1,23 32-6234,-93 156 443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1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371 378 9025,'0'0'6262,"-2"-2"-4933,-2-1-925,0 0 0,1 0 1,-1 0-1,0 0 1,1-1-1,0 0 0,0 0 1,0 0-1,0 0 1,1 0-1,0-1 0,-4-8 1,3 1-332,0 0 0,0-1 1,1 1-1,0-15 0,1 10-47,2 1-1,0 0 0,5-24 0,0-7-8,2-6 8,-6 45-6,-1 0 0,0 0 0,0-1 0,-1-11 0,-20 24 22,14 0-26,-1 0 0,0 0 0,1 1-1,0 0 1,0 0 0,1 1 0,-1-1 0,1 1-1,0 0 1,-6 10 0,4-7 10,-71 112 260,15-22 131,48-74-344,0 1 1,-14 36-1,9-19 119,17-35-179,0-1 0,0 1 0,0 0 0,1 0 0,0 1 0,0-1 0,1 0 0,0 0 0,1 1 0,0-1 0,0 1 0,1-1 0,0 0 0,0 0 0,1 1 0,0-1 0,6 15 0,-3-13 0,0 1 1,1-1-1,0-1 0,1 1 0,0-1 0,1 0 0,-1-1 0,1 0 0,1 0 1,0-1-1,0 0 0,14 9 0,21 8-84,0-2 0,1-1 0,2-3-1,71 19 1,-35-18-146,153 15-1,-221-33 180,14 2-154,52-2 1,-73-1 138,1-1 0,-1 0 1,0-1-1,1 0 0,-1 0 0,0-1 1,0 0-1,0-1 0,0 1 1,10-8-1,-16 9 39,0 1 1,0-1-1,-1 1 1,1-1-1,0 1 1,-1-1-1,1 0 0,-1 0 1,0 0-1,0 0 1,0 0-1,0 0 1,0 0-1,0-1 0,0 1 1,-1 0-1,1 0 1,-1-1-1,1 1 1,-1 0-1,0-1 0,0 1 1,0 0-1,0-1 1,-1 1-1,1 0 1,-2-5-1,-2-6-6,0 1 0,-2 0 0,1 0 0,-10-13 1,-8-21-37,7 5 72,1 4 110,2 1-1,-11-55 0,20 73 2,1 6 2671,7 25-1299,7 22-963,-2 0 0,-1 1-1,-2 0 1,2 61-1,-9-6 131,-24 165 0,1-40-807,21-166-488,2 0 1,8 70-1,58 214-5270,-6-115-4643,-33-140 1382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8581,'-4'42'1964,"-2"-24"-1360,2 0 564,4 0-928,4 0-36,-4-2-1232,-4 5-4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3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0 417 7117,'27'19'3306,"47"25"1,92 28 2110,-112-54-4464,2-3 0,-1-3-1,2-2 1,0-2 0,81 0 0,-115-8-760,1-1 0,-1-1 0,1 0 0,-1-2 1,0-1-1,0-1 0,0-1 0,-1-1 0,0-1 1,40-23-1,-49 24-149,-1 0 1,1-1-1,-1-1 1,-1 0-1,0 0 1,0-1-1,-1-1 0,-1 0 1,0 0-1,0-1 1,-1 0-1,-1 0 1,0-1-1,-1 0 0,-1 0 1,0 0-1,-1-1 1,3-16-1,-3 10 5,-1-1 0,-1 0 0,-1 1 0,-2-1 0,1 0 0,-6-25 1,5 41-25,0-1 1,-1 1 0,0 0 0,0 0 0,0 0 0,-1 0-1,0 0 1,0 0 0,0 1 0,-1 0 0,0-1 0,0 1 0,0 1-1,0-1 1,-1 0 0,0 1 0,0 0 0,0 0 0,-1 1 0,1 0-1,-1-1 1,0 2 0,0-1 0,0 1 0,-7-2 0,4 2 37,0 1 1,0 1-1,0-1 1,0 2-1,1-1 1,-1 1-1,0 0 1,0 1-1,1 0 1,-1 1-1,1-1 1,-1 2-1,1-1 1,0 1-1,1 0 1,-1 1-1,-8 6 1,-5 4 198,0 2 1,1 0-1,1 1 0,-26 32 1,19-18-96,2 2 1,1 0 0,1 2-1,2 0 1,2 2 0,2 0-1,1 0 1,-20 81 0,30-95-171,1 1 0,1 0 1,1-1-1,1 1 0,1 0 1,1 0-1,1 0 0,2 0 1,0-1-1,2 1 0,0-1 0,2 0 1,1-1-1,0 0 0,2 0 1,15 23-1,-9-22-42,0-1 1,1-1-1,2 0 0,0-2 1,1 0-1,1-2 0,28 19 1,-16-15-469,1-2 0,1-2 0,1-1 0,60 20 1,-27-18-738,2-3 1,-1-3 0,1-4 0,1-2-1,98-4 1,-65-7-533,1-6 0,-2-4 0,1-4 0,181-58 0,-187 41 1262,-1-5 1,141-78-1,-197 93 1280,-1-3 1,-1-1-1,39-38 1,-37 27 1621,-3-2 1,44-58 0,-78 92-1820,-1 0 0,-1 0 0,1-1 0,-1 0 0,2-9 0,9-16 757,-9 31-1567,-3 3 150,31 0-1888,-32 1 1579,0-1 0,0 1 0,0 0 0,0 0 1,0 0-1,0 0 0,0 0 0,0 0 0,3 3 0,12 9-6187,5-1-4211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5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245 784 10909,'-29'12'1412,"1"-2"0,-42 10 0,31-10 478,-37 19 1698,73-28-1320,70-10-1735,50-13-292,189-60-1,-210 35-302,-82 42 51,-1-1 0,0 0 0,-1-1 0,14-10 0,-23 16 1,32-5 178,-9 14-92,-24-7-108,-12 8-13,9-9 73,1 0 0,0 1 0,-1-1 0,1 0 0,0 0 0,0 0-1,-1 0 1,1 1 0,0-1 0,0 0 0,-1 0 0,1 1 0,0-1 0,0 0 0,0 0 0,-1 1 0,1-1 0,0 0 0,0 0 0,0 1 0,0-1 0,0 0-1,0 1 1,0-1 0,0 0 0,0 1 0,-1-1 0,1 0 0,0 1 0,1-1 0,-1 0 0,0 1 0,0-1 0,0 0 0,0 1 0,0-1 0,0 0 0,0 1 0,0-1-1,0 0 1,1 0 0,-1 1 0,0-1 0,1 1 0,18 3 433,31-6-147,-4-6-35,83-27 0,-44 10-219,357-91 313,357-98-537,-117 20-5399,-418 124-3217,-151 41-697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5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11781,'3'0'45,"15"3"340,0 1-1,-1 1 0,0 0 1,0 1-1,0 1 0,0 0 1,-1 1-1,27 19 0,25 22 1092,-3 2 0,-1 4 0,-4 2 0,59 71 0,-92-95-1239,-2 1 1,-2 2-1,-1 0 0,-2 1 0,-1 2 0,-2-1 0,-1 2 0,-3 0 0,-1 1 0,-2 1 0,-2-1 0,-2 1 0,-1 1 1,-2-1-1,-3 0 0,-8 81 0,-2-62-239,-3-1 0,-3 0 0,-3-1 0,-2-1 1,-2-1-1,-59 101 0,40-90-903,-3-3 1,-2-1 0,-4-3-1,-108 103 1,23-44-2932,46-45-1517,-10 6-4635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5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13481,'0'0'7173,"-13"15"-6829,3-3-540,0 3-780,0 3-748,-17 4-1145,-13 11-1547,13 0-3417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7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85 9189,'-20'-34'3480,"25"28"-2851,0 0 0,1 0 0,0 0-1,0 1 1,0 0 0,1 0 0,9-5 0,-13 8 3478,-3 4-4044,0 0 0,0 0 0,0 0 0,0-1 0,0 1 0,1 0 0,-1 0 0,1 0 0,-1 0 0,1-1 0,1 4 0,2 4 161,30 106 2313,72 166 0,300 526 2055,-241-523-6036,-46-104-5151,-104-157 4625,-9-14-222,0 0 1,0-1 0,12 13 0,13 2-8504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8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1 455 13941,'23'-117'1904,"11"71"-379,6-5-317,7 3-324,7 6-160,9-3-152,18 8-208,16 7-532,13 3-584,14 15-612,17 18-588,3 0-661,-7 18-1495,-3 24-3073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3248 11933,'-61'13'1901,"48"-11"-182,16-6-302,5-6-1038,1 0 0,0 0 0,1 1-1,0 0 1,19-13 0,66-37 183,-77 48-490,175-98-495,111-69-1681,-153 83 923,354-218-1845,221-137 3351,-666 412 957,-2-3 1,-1-3-1,87-86 1,-140 126-1052,-1-1 1,1 1-1,-1 0 0,0-1 1,-1 0-1,5-9 1,-4 8-4,-3 6-222,0 0 1,0 0-1,0 0 1,0-1-1,0 1 0,0 0 1,0 0-1,0 0 1,0 0-1,0 0 1,0 0-1,0 0 0,0 0 1,0-1-1,0 1 1,0 0-1,0 0 1,0 0-1,0 0 1,0 0-1,0 0 0,0 0 1,0-1-1,0 1 1,0 0-1,0 0 1,0 0-1,0 0 0,0 0 1,0 0-1,0 0 1,-1 0-1,1 0 1,0-1-1,0 1 0,0 0 1,0 0-1,0 0 1,0 0-1,0 0 1,0 0-1,0 0 0,0 0 1,-1 0-1,1 0 1,0 0-1,0 0 1,0 0-1,0 0 0,0 0 1,0 0-1,0 0 1,-1 0-1,1 0 1,0 0-1,0 0 0,0 0 1,0 0-1,0 0 1,0 0-1,0 0 1,0 0-1,-1 0 0,1 0 1,-4 0 34,0-1 1,-1 1-1,1 0 1,0 0-1,-1 0 1,1 0-1,0 1 1,-1 0-1,1 0 1,0 0-1,0 0 0,0 1 1,0-1-1,0 1 1,0 0-1,0 0 1,0 1-1,1-1 1,-1 1-1,1 0 1,0 0-1,0 0 1,0 0-1,0 0 1,-2 5-1,-5 6-208,1 0-1,0 1 1,1 0 0,1 0-1,1 1 1,0 0 0,1 0 0,-6 28-1,7-23-60,-2 0 0,0-1 0,-2 1 0,0-2 0,-11 20 0,-24 36 660,41-72-368,1 0 40,-1 0 1,0 0-1,1 0 0,-1 0 0,1 0 0,0 1 1,0-1-1,1 0 0,-1 1 0,1-1 0,-1 5 1,2-6-73,0 0 0,0 0 0,0 0 0,0 0 0,0 0 0,0-1 0,0 1 0,1 0 0,-1 0 0,1-1 1,-1 1-1,1-1 0,0 0 0,0 1 0,0-1 0,-1 0 0,1 0 0,0 0 0,0 0 0,1 0 0,-1-1 0,0 1 1,4 0-1,27 10 119,1-3 0,0 0-1,0-2 1,62 2 0,-25-11-409,-1-3 0,1-3 0,-1-4 0,-1-2 0,0-3 0,-2-4 0,104-47 0,-126 48-76,-1-2 0,-1-2 1,-2-2-1,0-2 1,-2-2-1,50-49 1,-62 47 288,-1 0 1,-1-2-1,-2 0 1,-2-2-1,-1-1 1,-2 0-1,-2-1 0,19-66 1,-2-31 241,21-172 1,-45 252-179,52-443 1469,-39 306-323,-18 155-932,-2 11 23,1 0 0,2 0 0,0 1 0,16-45 0,-21 70-222,0 0 0,1 0 1,-1 0-1,1-1 0,-1 1 0,1 0 1,-1 0-1,1 0 0,-1 0 0,1 0 1,0 0-1,0 0 0,0 0 1,-1 0-1,1 0 0,0 1 0,0-1 1,0 0-1,0 1 0,1-1 0,-1 0 1,0 1-1,0-1 0,0 1 1,0 0-1,0-1 0,1 1 0,-1 0 1,0 0-1,0 0 0,1-1 0,-1 2 1,0-1-1,0 0 0,3 0 1,-1 2 30,0-1 0,0 1 0,0 0 0,0 0 0,0 0 0,0 0 0,0 1 0,-1-1 0,1 1 0,-1-1 0,3 5 0,11 19 141,-1 0 1,-2 1-1,0 0 0,-2 1 0,15 56 1,-17-55-110,78 273 487,95 269-2232,-168-533 1037,3-2 1,1 0 0,1-1-1,38 51 1,-48-75 144,0 0 1,1 0-1,1-1 0,-1 0 1,2-1-1,-1 0 0,1-1 1,1 0-1,-1-1 0,1 0 1,1-1-1,-1-1 0,1 0 1,0-1-1,25 5 0,-23-7-976,0-1-1,27-1 1,36-9-5148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8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39 10597,'-5'-35'2342,"4"34"-2210,1 1 1,-1 0 0,1-1 0,-1 1 0,1 0 0,0-1 0,-1 1 0,1 0 0,-1 0 0,0 0-1,1-1 1,-1 1 0,1 0 0,-1 0 0,1 0 0,-1 0 0,1 0 0,-1 0 0,1 0-1,-1 0 1,0 0 0,1 0 0,-1 0 0,1 1 0,-1-1 0,1 0 0,-1 0 0,1 0 0,-1 1-1,-11 5 1607,8-2 2634,3 6-4068,1-1 0,0 1 0,1-1 0,0 1 0,0-1-1,1 0 1,0 0 0,1 1 0,0-2 0,0 1 0,7 11 0,9 16 229,29 43-1,-36-60-333,-8-13-163,178 296 1142,-172-284-1141,-1 1 0,-1 1 0,-1-1-1,0 1 1,-2 1 0,0-1 0,-1 1-1,2 39 1,-6-46-28,-1 0-1,0-1 1,-1 1-1,-1 0 1,0 0-1,0-1 1,-2 0-1,1 0 1,-2 0-1,0 0 0,0-1 1,-1 0-1,-1 0 1,-10 13-1,4-11-112,-1 0-1,0-1 0,-1-1 1,0 0-1,-1-1 0,0 0 1,-21 8-1,8-3-521,-26 6-2074,54-22 2381,0-1 1,0 1 0,0 0 0,0-1-1,0 0 1,0 1 0,1-1-1,-1 0 1,0 0 0,0 0-1,1 0 1,-1 0 0,1 0 0,-1 0-1,1-1 1,-1 1 0,-1-3-1,3 1-237,0 0-1,1 1 1,-1-1-1,1 0 0,0 0 1,0 0-1,0 1 1,0-1-1,0 0 0,0 1 1,1-1-1,2-2 1,-1 0-859,13-20-6762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9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1 877 12377,'11'-18'1412,"1"0"0,0 0 1,20-20-1,-11 13-113,120-132 2348,-85 98-3213,-2-2 0,59-88 0,-100 129-367,-1-1 1,-2 0 0,0 0-1,12-40 1,-19 53-44,-1 0 0,0-1 0,-1 0 1,0 1-1,0-1 0,0 0 0,-2 1 0,1-1 0,-1 0 0,0 1 1,-1-1-1,0 0 0,0 1 0,-1 0 0,-7-16 0,9 21 37,0 0 0,-1 0-1,0 0 1,1 1 0,-1-1-1,0 0 1,-1 1 0,1 0-1,0-1 1,-1 1 0,-3-2-1,4 3 4,-1 0 0,0 0 0,0 1 0,0-1-1,0 1 1,1 0 0,-1 0 0,0 0 0,0 0-1,0 0 1,0 1 0,-5 1 0,2-1 26,-1 1 1,0-1 0,1 1 0,0 1-1,-1-1 1,1 1 0,0 0-1,0 1 1,1-1 0,-1 1 0,1 0-1,-1 1 1,1-1 0,1 1-1,-1 0 1,1 0 0,0 1-1,0-1 1,0 1 0,-5 11 0,0 2 54,1 1 0,1 0 0,1 0 0,0 0 0,1 1 0,2 0-1,-3 32 1,5-11 38,1 1-1,10 78 0,-3-80-308,2-1 0,1 1 0,2-2-1,2 1 1,2-2 0,1 0-1,2-1 1,2-1 0,40 55-1,-44-69-581,2 1-1,1-2 1,0-1 0,2 0-1,0-2 1,1 0-1,1-2 1,0 0-1,1-2 1,1-1-1,0 0 1,1-2 0,0-2-1,47 12 1,22-6-5176,1-5-3526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9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142 387 8897,'-88'27'2042,"82"-25"-1591,0 0 1,1 0-1,-1 1 1,0-1-1,1 1 1,-8 6-1,10-7-37,3-1-280,-1 0 0,1 0 1,-1 0-1,1 0 1,-1 0-1,1 0 0,0 0 1,0 0-1,0 0 1,0 0-1,0 0 0,0 1 1,0-1-1,0 0 0,0 0 1,0 0-1,0 0 1,1 0-1,-1 0 0,0 0 1,1 0-1,-1 0 1,1 0-1,-1 0 0,1 0 1,-1 0-1,1 0 0,0-1 1,0 1-1,-1 0 1,2 1-1,7 0 45,0 0-1,0 0 1,0-1-1,0 0 1,0 0-1,0-1 1,1 0-1,12-3 1,-11 3-50,80-10 588,129-30 1,-94 14-407,70-9 84,385-84-2610,-243 15-2249,-121 16-1951,-101 33-197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10909,'4'77'1847,"0"-2"1988,15 81 0,91 232 2605,-108-381-6377,8 27 162,-1 0 0,-2 1 0,-1 0 1,-2 0-1,-1 0 0,-2 0 0,-5 47 0,-2-29-377,-3 1 1,-2-2-1,-2 0 1,-23 56-1,-3-4-2000,-68 125 0,46-124-1878,-8-5-3276,34-53-2042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39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82 12961,'-44'-25'2012,"28"22"-435,2-9-209,4 3 436,-10 0-1200,0 0-452,-4 0-2092,8 3-104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40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0 337 9457,'36'-30'647,"-5"4"407,2 0-1,41-24 1,-18 17 302,0 2 0,3 2 0,0 3 0,2 3 0,76-19 0,-110 35-1167,0 2 1,1 1-1,0 1 1,0 1 0,-1 2-1,1 1 1,0 1-1,0 1 1,0 2-1,-1 0 1,0 2 0,0 1-1,-1 2 1,37 17-1,-44-17-87,-2 1-1,1 1 0,-2 1 0,1 0 1,-2 1-1,0 0 0,-1 2 1,0-1-1,-1 2 0,-1 0 1,0 0-1,-2 1 0,0 1 1,-1-1-1,-1 2 0,0-1 0,7 34 1,-6-11-9,-2 0 0,-2 1 0,-1-1-1,-3 1 1,-1 0 0,-3-1 0,-12 70 0,-24 66 200,-71 197-1,-3 8-22,27 24-119,72-309-78,4 1 0,3 116 1,8-181-63,1 0 0,2-1 1,1 1-1,2-1 1,1 0-1,1 0 1,18 39-1,-21-58-11,1 0-1,0-1 0,1 0 1,1-1-1,0 0 0,0 0 1,1-1-1,1 0 0,0-1 1,0 0-1,1 0 0,0-2 1,1 1-1,0-2 1,0 1-1,1-2 0,0 0 1,22 6-1,-12-6-17,1-2-1,0-1 1,0-1 0,0 0 0,0-3 0,0 0-1,0-1 1,-1-1 0,1-2 0,-1 0 0,1-2-1,-2 0 1,27-13 0,2-3 4,-2-3 0,0-2 0,-2-2 0,74-60 0,-53 30 233,-4-2-1,78-95 1,-136 148-147,0 1 1,1 0 0,15-12 0,-23 20-64,1 0 0,0 0-1,-1 0 1,1 0 0,-1 0 0,1 0-1,0 0 1,-1 1 0,1-1 0,-1 0 0,1 0-1,0 0 1,-1 1 0,1-1 0,-1 0-1,1 1 1,-1-1 0,1 0 0,-1 1 0,1-1-1,-1 1 1,1-1 0,-1 1 0,0-1-1,1 1 1,-1-1 0,0 1 0,1-1 0,-1 2-1,1-1 14,1 4 6,1 0 0,-1 1 0,0-1 0,-1 1 0,0-1 1,1 1-1,-2 0 0,1-1 0,-1 1 0,0 0 0,-1 10 0,1-2 6,-9 361 370,1-122-282,-16 480-389,-40-4-309,-32-136 275,56-420 230,-84 231-1,45-207 54,-9-4 1,-8-4-1,-208 306 0,176-324-221,-7-5 0,-7-6-1,-7-6 1,-178 141 0,299-271-201,-98 76-1445,108-86 720,-2-2-1,1 0 1,-2-1-1,-32 12 1,31-17-5012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40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37 10365,'3'-21'10769,"-23"15"-10393,0-3-600,-10 9-1132,-24 9-1232,17 3-2549,-3 0-4084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41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556 1 4224,'-221'18'1184,"161"-9"-411,6-6-361,4 3-296,3-3-336,0-6-552,7-6-937,3 0 685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41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2787 21 9201,'-214'-20'1067,"197"19"-925,0 2-1,0 0 0,-1 0 0,1 2 1,1 0-1,-1 1 0,0 0 1,1 2-1,-29 13 0,33-14-68,-47 22 367,2 4 1,-83 56-1,-99 92 211,186-138-524,-95 73 146,-631 521 656,651-517-854,5 6 1,6 5 0,-174 248-1,245-308-31,4 2-1,-40 92 1,71-138-31,1 1-1,1 0 1,1 1 0,2 0 0,0 0 0,2 0 0,1 1 0,1 0 0,2-1 0,3 37-1,1-45-5,0-1-1,1 1 0,1-1 0,1 0 0,1 0 0,0-1 0,2 0 1,-1-1-1,2 0 0,0 0 0,1-1 0,1 0 0,20 17 0,3 0 9,2-2-1,1-1 1,1-2 0,51 25-1,336 139 63,18-35 18,-51-19-2,227 127 19,-539-221-74,-2 4-1,-2 3 1,-3 3-1,-1 3 1,84 86-1,-122-103-33,-2 1 0,-1 2 0,-2 1 0,-2 2 0,-2 0 0,-2 2 0,-2 1 0,-3 1 0,26 89 0,-35-94 0,-1 1 0,-3 1 0,-2-1 0,-2 1 0,-1 0-1,-3 0 1,-2-1 0,-1 1 0,-3-1 0,-2 0 0,-21 67 0,19-82 1,-1-1-1,-1 0 1,-2-1 0,-30 44-1,39-62-7,-2 0-1,1-1 0,-1 0 0,-1 0 1,1-1-1,-1 0 0,-1 0 0,0-1 1,0-1-1,0 1 0,-1-2 0,0 1 0,0-1 1,0-1-1,-15 4 0,18-7-20,0 0-1,0-1 1,-1 1-1,1-2 1,0 1-1,0-1 1,-1 0-1,1-1 0,0 0 1,0 0-1,-8-4 1,3 0-27,0 0 1,0-2 0,1 1-1,0-1 1,-19-17-1,2-3 23,1-2 0,2 0 0,-34-52 0,56 76 43,-7-9 71,-17-33-1,28 48-78,-1-1 0,1 1 0,0-1 0,-1 1 0,1-1 0,0 1 0,0-1 0,-1 1 0,1-1 0,0 1 0,0-1 0,0 1 0,0-1 0,0 1 0,0-1 0,0 0 0,0 1 0,0-1 0,0 1 0,0-1 0,0 1 0,0-1 0,0 0-1,0 1 1,0-1 0,1 1 0,-1-1 0,0 1 0,1-1 0,-1 1 0,0-1 0,1 1 0,-1-1 0,0 1 0,1 0 0,-1-1 0,1 1 0,-1 0 0,0-1 0,1 1 0,-1 0 0,1-1 0,-1 1 0,1 0 0,0 0 0,-1 0 0,1-1 0,-1 1-1,1 0 1,-1 0 0,1 0 0,0 0 0,3 0 39,-1 0 1,1 0-1,-1 1 0,1-1 0,-1 1 0,1 0 0,4 2 1,21 11 92,0 1 1,-1 1-1,-1 2 1,26 20-1,-35-24-89,67 53-326,-3 3 0,119 132-1,118 185-3724,-164-193-317,-40-61-953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41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221 170 8257,'-77'-61'1380,"44"43"-296,19 6-320,-6-3-340,-3 3-372,6 0-320,7-3-496,-3 3-2476,-1 0-1465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6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189 193 6317,'2'-6'170,"4"-8"385,0 1 1,1-1 0,0 1-1,1 1 1,10-15-1,-15 24-89,0-1 0,-1 0 0,1 0 0,-1 0 0,0 0 0,-1-1 0,1 1 0,-1-1 0,1 1 0,-1-1 0,-1 1 0,1-6 0,8-24 2758,-12 65-1498,3-10-1367,-60 566 3581,20-154-3223,-53 297-239,38-148-1627,44-462 692,-1 37-31,12-155 469,0 1 1,0 0 0,0-1 0,0 1-1,0 0 1,1-1 0,-1 1 0,1-1 0,0 1-1,-1-1 1,1 1 0,2 3 0,-2-6 13,-1 0 1,1 1-1,-1-1 1,0 0-1,1 0 1,-1 1-1,1-1 1,-1 0-1,1 0 1,-1 0-1,1 1 1,0-1-1,-1 0 1,1 0-1,-1 0 1,1 0-1,-1 0 1,1 0-1,-1 0 1,1 0-1,-1 0 1,1 0-1,0-1 1,-1 1-1,1 0 1,-1 0-1,1 0 1,-1-1-1,1 1 0,-1 0 1,0 0-1,1-1 1,0 0-1,6-5-12,0 0-1,-1-1 1,0 0-1,10-14 1,-15 20 18,71-102-5,94-119-303,-107 157 218,2 3-1,133-104 1,-169 148 52,1 1 0,1 2-1,0 0 1,1 2 0,0 0-1,1 3 1,1 0 0,-1 2-1,34-6 1,-46 12 2,0 1 1,-1 0-1,1 1 0,0 1 1,-1 0-1,1 2 0,31 7 1,-36-6 0,0 1 0,0 0 1,-1 0-1,0 2 0,0-1 1,0 1-1,-1 1 1,0-1-1,0 2 0,-1 0 1,11 13-1,-14-15 13,-1 0 0,0 1 0,-1 0 0,0-1 0,0 1 0,-1 1 0,0-1 0,-1 0 1,1 1-1,-1-1 0,-1 1 0,0 0 0,0 0 0,-1-1 0,0 1 0,0 0 0,-1 0 0,0 0 0,-1-1 0,-5 17 0,-5 11-5,-2-1 0,-1 0 0,-32 52 0,22-41-11,18-36 29,3-2 0,0-1 1,0 1-1,0-1 1,-3 14 0,7-20 6,-1 0 0,1 0 1,0 0-1,0 0 1,0 0-1,-1 0 1,1 0-1,0 0 1,0 0-1,1 0 1,-1 0-1,0 0 0,0 0 1,0-1-1,1 1 1,-1 0-1,0 0 1,1 0-1,-1 0 1,1 0-1,-1 0 0,1-1 1,-1 1-1,1 0 1,-1 0-1,1-1 1,0 1-1,0 0 1,-1-1-1,1 1 1,0-1-1,0 1 0,0-1 1,-1 1-1,1-1 1,0 0-1,0 1 1,0-1-1,0 0 1,0 0-1,0 0 0,0 0 1,0 0-1,0 0 1,0 0-1,0 0 1,0 0-1,1 0 1,12-1-4,0-1 0,1 0 0,-2 0 0,1-2 1,0 1-1,-1-2 0,18-7 0,93-54-31,-68 35-25,592-349-835,-554 321 796,128-78-143,-220 136 243,0-1 0,0 1 1,0 0-1,0 0 1,0 1-1,0-1 0,0 0 1,0 1-1,0-1 1,4 0-1,-6 1-2,0 1 0,1-1 0,-1 0 0,0 0 0,0 0 0,1 0 0,-1 0 0,0 1 0,0-1 0,1 0 0,-1 0 0,0 0 0,0 1 0,0-1 0,1 0 0,-1 0 0,0 1 0,0-1 0,0 0 0,0 0 0,0 1 0,1-1 0,-1 0 0,0 1 0,0-1 0,0 0 0,0 0 0,0 1 0,0-1 0,0 0 0,0 1 0,0-1 0,0 0 0,0 1 0,0-1 0,-1 0 0,1 0 1,0 1-1,0-1 0,0 1 0,-22 42-29,18-36 55,-13 20 29,-117 209 304,127-222-347,1-1-1,0 1 1,1 0-1,0 0 1,1 0-1,1 1 1,0 0-1,1 0 0,1-1 1,0 30-1,3-36-2,-1 1-1,1 0 0,1 0 0,0 0 0,0-1 1,1 0-1,0 1 0,0-1 0,1-1 0,0 1 1,0-1-1,1 0 0,0 0 0,0 0 0,0-1 1,1 0-1,14 10 0,-4-6-8,0 0-1,1-1 1,0 0 0,0-2 0,1 0-1,-1-1 1,1-1 0,1-1-1,25 2 1,8-1-59,0-2 0,64-6 0,-53-2-2,0-2 0,-1-3 1,90-26-1,-117 25 54,-2-2 1,1-1-1,-1-2 0,-1-1 1,-1-1-1,-1-2 0,39-32 1,-60 44 7,-1 0 0,0-1 1,0 0-1,-1 0 0,0-1 1,0 0-1,-1-1 0,-1 1 1,0-1-1,0-1 0,-1 1 1,-1-1-1,0 0 0,0 0 1,-1 0-1,-1 0 0,0-1 1,0 1-1,-2-1 0,1 1 1,-2-1-1,1 1 0,-2-1 1,0 1-1,0-1 1,-8-20-1,1 8-6,-2 2 0,0-1 0,-2 2 0,0-1 1,-1 2-1,-2 0 0,0 0 0,-35-32 0,20 25-481,-1 1-1,-1 2 1,-1 1 0,-67-34-1,48 35-2113,18 13-1912,8 6-3137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6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1 11501,'-45'62'929,"-49"76"2201,80-113-2407,0 0 0,2 1 0,0 1-1,2 0 1,1 0 0,1 1 0,-6 42 0,12-48-573,0-1-1,2 1 1,0 0 0,1-1-1,1 1 1,2 0 0,0-1-1,1 0 1,1 0 0,12 28-1,-6-24-105,1-1-1,1-1 1,1 0-1,1-1 1,1-1-1,1 0 1,0-1-1,2-1 1,0-1-1,1-1 1,1-1-1,37 21 1,-38-25-53,0-1 1,1-1-1,0-1 1,1-1-1,-1 0 1,1-2-1,1-1 0,-1-1 1,1-1-1,0-1 1,0-1-1,-1-1 1,1-1-1,38-7 1,-51 6 6,0-1 0,0 0 0,-1-1-1,0 0 1,1-1 0,-1 0 0,-1 0 0,1-1 0,-1 0 0,0-1 0,15-14 0,-19 14-1,0 1-1,0-1 1,0 1 0,-1-1 0,0-1-1,-1 1 1,1 0 0,-1-1 0,-1 0-1,0 0 1,0 1 0,0-1 0,-1-1-1,0 1 1,0 0 0,-1 0 0,-1-9-1,-1 0-43,-1 1-1,0-1 1,-1 1-1,-1-1 1,-1 1-1,-13-28 1,-59-88-744,-34-18-1048,8 13-931,86 110 973,1-1 1,2 0-1,-16-39 0,8-6-5643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6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650 0 9065,'0'1'52,"-1"22"907,0-1 1,-2 0-1,0 0 1,-1 0-1,-2-1 0,0 0 1,-11 27-1,-5 2 968,2 2-1,-21 90 1,13-41-973,-150 536 482,61-208-3895,40-166 77,19-70-987,22-64-1709,4-6-3612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7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575 0 8689,'-3'11'97,"-39"177"1819,20-102-398,13-58-651,-9 51 1,-13 73 524,19-100-916,-12 102 0,17-60-546,7-91-47,4-5-83,-1 0 148,0 0 1,0 0 0,-1 0-1,1-1 1,0 1-1,-1-1 1,3-3-1,-2-2 10,0-1 0,-1 1 0,0 0 1,-1-1-1,1-8 0,0 2-15,1-25-27,-1 1 1,-2 0-1,-2 0 0,-2-1 0,-1 1 1,-2 1-1,-20-65 0,23 89 109,0-1 0,-1 1 0,-1 0 0,0 0-1,-1 1 1,-1-1 0,0 2 0,-19-24 0,25 34-4,1 1 0,-1 0 1,0 0-1,1 1 0,-1-1 0,0 0 0,0 0 0,1 1 1,-1-1-1,0 1 0,0 0 0,0-1 0,0 1 0,0 0 1,0 0-1,0 0 0,0 0 0,0 1 0,0-1 0,1 0 1,-1 1-1,0 0 0,0-1 0,-2 2 0,-38 21 377,30-13-230,1 0-1,0 1 0,0 1 0,2 0 0,-1 0 0,1 1 1,1 0-1,-7 16 0,-2-1 126,-3 6-29,2 2-1,1 0 1,2 1 0,1 0-1,2 1 1,2 1 0,2 0 0,1 0-1,2 0 1,-1 78 0,7-86-188,2 0-1,1 0 1,1 0 0,1-1 0,2 0 0,1 0 0,1-1 0,2 0 0,1 0 0,1-2-1,1 0 1,1 0 0,2-2 0,33 38 0,-25-36-30,1-2 0,2-1 0,0-1 0,61 35 0,-40-31-3,2-1-1,80 26 0,-87-39-29,0-1 0,1-2 0,0-3-1,1-1 1,0-3 0,0-1-1,0-3 1,0-2 0,-1-1 0,1-3-1,45-13 1,-34 5-51,-2-3-1,0-2 1,-2-3-1,0-2 1,-2-3-1,-1-2 1,-1-1-1,61-52 1,-61 38-70,-1-2 1,-3-2-1,74-102 0,-56 55-204,74-146-1,-131 228 226,18-41-163,-23 52 189,-1 0-1,0 0 1,0 0 0,-1 0-1,1-1 1,-1 1-1,0 0 1,1-1-1,-1 1 1,-1 0 0,1 0-1,0-1 1,-1 1-1,-1-4 1,2 6-13,-1 0 0,1 0 0,-1 0 0,0 0 1,1 0-1,-1 0 0,0 0 0,0 1 0,0-1 0,0 0 0,0 0 1,0 1-1,0-1 0,0 0 0,0 1 0,0-1 0,0 1 0,0-1 1,-1 1-1,1 0 0,0-1 0,0 1 0,0 0 0,-1 0 0,1 0 1,0 0-1,0 0 0,-1 0 0,-1 1 0,-39 10-1890,29-7 1131,10-3-76,6 0-191,6 2 898,-6-2 160,1 0 1,-1 0 0,0 0 0,0 0 0,0-1 0,1 1 0,-1-1 0,0 0-1,1 0 1,-1 0 0,0 0 0,1-1 0,-1 0 0,0 1 0,0-1-1,4-1 1,49-22 126,-1-2 0,82-53-1,-1 1 608,-64 39-288,-21 10 113,2 3-1,97-35 1,-119 54-350,0 1-1,52-3 1,-44 6-162,20 2 85,-46 2 56,0-1 0,0-1 0,-1 1 0,1-2 0,-1 0 0,21-6 0,-11 0 36,13-5 75,44-10-1,-68 21-209,0 0 1,0 0-1,0 1 0,0 1 1,0 0-1,0 0 0,0 1 0,19 4 1,-11 1 68,-1 1 0,0 1 0,0 0 1,0 2-1,-1 0 0,0 0 0,-1 2 1,0 0-1,24 24 0,-7-1 200,-2 1 0,53 78 0,-41-50-42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8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1987 235 9249,'2'-20'720,"0"0"0,1 0 1,1 0-1,1 0 0,1 1 0,14-33 1,-16 44 49,-1 0 1,1 0 0,-2 0 0,3-10 0,-2 8-55,-2 6 1396,-2 8-743,-48 199 3698,17-57-3603,-41 107 425,-189 440 1,-186 209-2683,341-708-1614,-149 203 0,180-296 144,-4-3 0,-5-3 0,-141 123 0,47-79-3592,3-13-3299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38:28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0 841 16045,'23'37'626,"-14"-22"-204,0 0 0,1-1 0,1 0 0,0 0-1,24 21 1,-16-20 19,0 0 0,1-1 1,1-1-1,0-1 0,1-1 0,1-1 0,-1-1 0,1-1 0,25 5 0,-1-3-165,0-1 1,1-3-1,79 0 0,-34-9-65,142-22 0,88-37-84,16-2-94,-250 52 46,166-2-1,-70 27-150,42 0 81,-196-14-9,-1-1 0,0-1 0,0-2 0,0 0 0,41-15 0,9-11 17,117-63-1,66-60-90,83-86-1686,-18-27-6842,-265 215 5539,67-56-5881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3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530 0 2564,'-204'67'500,"133"-40"-176,8-12-280,-1 3-568,0 9-332,1-6 200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5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22 10417,'-22'-18'1575,"17"15"2356,7 7-2763,13 36-177,2-1 0,1 0 0,2-2-1,30 42 1,-25-40-567,85 140 972,328 548 831,-179-298-1770,37-26-155,-215-310-258,3-3 0,101 80 0,-111-109-56,3-4-1,3-4 1,108 55-1,-96-65-246,2-4 1,1-3-1,2-5 0,2-5 1,166 24-1,-140-36 78,1-6 1,0-5-1,-1-6 1,152-22-1,-206 14 116,-1-3 0,0-2 0,-1-4 0,0-3-1,-2-3 1,-1-2 0,78-47 0,-131 66-144,0-1 0,0 0 0,-1-1 0,20-23 0,14-23-4885,-21 25-1663,-14 17-1320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5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0 9797,'-1'1'86,"1"0"1,-1-1-1,1 1 1,-1 0-1,1-1 1,0 1-1,0 0 1,-1 0-1,1-1 1,0 1-1,0 0 0,0 0 1,0 0-1,0 0 1,0-1-1,0 1 1,0 0-1,0 1 1,6 21 1032,2 0 1,0-1 0,22 43 0,-10-23-194,6 14-78,105 247 1482,-95-208-1944,30 123 0,-45-128-214,-4 1 0,6 120 0,-21-159-157,-2 0 0,-3-1 0,-1 1 0,-3-1 0,-23 84 0,13-82-67,-2-2 0,-2 0 1,-2-1-1,-3-1 0,-1-1 1,-3-2-1,-2-1 0,-1-1 1,-3-2-1,-1-1 0,-61 51 1,77-75-116,-119 97-474,112-95-286,-1 0 0,0-2 1,-39 17-1,67-33 754,0 0-1,0-1 0,0 1 1,0-1-1,0 1 0,0-1 1,0 1-1,0-1 0,0 0 1,0 1-1,0-1 1,0 0-1,0 0 0,0 0 1,-1 0-1,1 0 0,0 0 1,0 0-1,0 0 1,0 0-1,0 0 0,0-1 1,0 1-1,0 0 0,0-1 1,0 1-1,0-1 0,0 1 1,0-1-1,0 0 1,0 1-1,0-1 0,0 0 1,0 0-1,1 1 0,-1-1 1,0 0-1,1 0 0,-2-2 1,-12-27-6164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5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18 11277,'-27'-18'5117,"50"18"-4869,1 0-697,3 0-671,23 9-884,-7-3-1788,18 0-2501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5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7777,'41'0'1808,"-25"-12"-2796,-2 0-1508,13 6-621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5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1588,'301'-54'-544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6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90 470 9117,'0'0'238,"1"0"1,-1-1-1,0 1 1,1-1-1,-1 1 1,1-1-1,-1 1 1,0-1-1,0 1 1,1-1-1,-1 1 1,0-1-1,0 0 1,0 1-1,0-1 1,1 1-1,-1-1 1,0 0-1,0 1 1,0-1-1,0 1 1,0-1 0,-1-1-1,-12-1 4614,8 2-5286,3 1 686,0 0 0,0 0-1,0-1 1,0 1 0,0-1 0,0 1 0,0-1-1,1 0 1,-1 0 0,0 0 0,0 0 0,1 0-1,-1 0 1,1 0 0,-1 0 0,1-1-1,-1 1 1,1-1 0,0 1 0,0-1 0,-1 1-1,1-1 1,-1-2 0,0-2 427,1-1-1,0 1 1,-1 0 0,2-1-1,-1 1 1,1-1-1,0 1 1,0-1 0,1 1-1,2-10 1,-1 9-679,-1 5 0,-1 0 0,1-1 0,-1 1 0,1 0 0,-1-1 0,0 1 0,0 0 0,0-1 0,0 1 0,0 0 0,-1-1 0,0-3 0,-6-28 0,6 28 0,-1-25 0,3 19 0,-1 9 0,0-1 0,-1 0 0,1 0 0,-1 0 0,1 1 0,-1-1 0,0 0 0,0 1 0,-1-1 0,1 1 0,-1-1 0,-2-3 0,-3-10 0,1-6 0,10 16 0,-2 4 0,1-2-46,0 0 0,0 0 0,0 0 1,1 0-1,0 0 0,0 1 0,0 0 0,10-8 0,15-10-3471,1 3-6098,16-11-6623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6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14617,'-7'65'983,"-5"82"2415,6-23 1015,20 244-1,19 49-2587,-10-86-3597,-14-236 460,13 110-3128,6-72-4030,-2-53-2200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6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1 259 13585,'5'-4'121,"6"-9"269,1 2 0,0-1 0,1 2 0,1 0 0,-1 0 0,1 1 0,25-11 0,28-5 629,1 3 0,88-18 1,150-7 67,120 21-454,-327 28-524,0 4-1,130 25 0,-181-21-68,-1 2-1,0 2 1,-1 2-1,73 37 1,-90-37-25,0 2 1,-1 0-1,-1 2 0,0 1 1,-2 1-1,-1 1 1,36 44-1,-31-28-4,-2 1 0,-2 1 0,-1 2 0,21 53 0,-20-31 7,-3 1 0,17 90 0,-10 27 27,8 236 1,-30-310-33,-6-85 7,12 272-225,-14-242 39,-2 0 0,-3 0 1,-16 74-1,17-113 135,0 0 1,-1 0 0,-1 0 0,0-1-1,-1-1 1,0 1 0,-1-1 0,-1 0 0,0-1-1,-1 0 1,0-1 0,-1 0 0,0-1-1,0 0 1,-17 9 0,-20 10-39,-2-1 1,-96 36-1,127-56 63,-152 60-55,11-6-338,-214 116 0,82 9-2066,113-42-4437,107-74-807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0 15921,'-35'7'711,"2"2"-1,-56 21 1,85-28-623,1 0 0,0 0 0,0 0-1,0 0 1,0 0 0,0 1 0,0 0 0,0-1 0,1 1-1,0 0 1,-1 0 0,1 0 0,0 1 0,1-1 0,-1 1-1,-1 4 1,1 0 129,0 0 0,0 1 0,1-1 0,1 0 0,-1 10 0,1-9 17,-1 172 3992,-49 438 3,28-196-5439,24-143-4706,2-208 2281,1-26-2090,-1-2-4342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7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1246 66 11481,'9'-10'339,"-5"6"-135,-1 0 0,1-1 0,0 2 0,1-1 0,-1 0 0,1 1 0,-1 0 0,1 0 0,0 0 0,0 0 0,0 1 0,0 0 1,1 0-1,-1 1 0,10-3 0,22 1 511,-1 1 1,0 2 0,0 1 0,0 2-1,0 2 1,0 1 0,60 18 0,9 11-456,-1 4 0,-2 5 1,-2 5-1,-2 4 0,-3 3 0,-2 5 1,-3 4-1,96 90 0,-157-127-236,0 3 0,-2 0 0,-2 1 0,-1 2-1,-1 0 1,-2 1 0,-1 2 0,-2 0 0,-2 1-1,-1 0 1,-2 2 0,-2-1 0,-2 1 0,-1 1-1,-2 0 1,-2 0 0,-1 0 0,-7 80-1,-10-23-35,-5-2 0,-4 0-1,-69 178 1,-17-13-745,86-213 419,-2-1-1,-2-2 0,-45 57 1,55-83 256,0-1-1,-2 0 1,0-1 0,-1-2 0,0 0 0,-2-1 0,1-1 0,-2 0 0,0-2 0,0-1-1,-28 8 1,-32 6 200,-166 23 0,196-38 16,-313 44 582,-106 18-129,285-29-585,-197 70 0,304-87-370,-110 43-1882,54-19-4907,57-23-2220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8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25 4588,'0'-1'30,"0"1"-1,0-1 0,-1 1 0,1-1 1,0 1-1,0-1 0,0 1 0,0-1 1,0 1-1,0-1 0,0 1 0,0-1 1,0 1-1,0-1 0,0 0 0,0 1 1,0-1-1,0 1 0,0-1 0,1 1 1,-1-1-1,0 1 0,0-1 0,1 1 0,-1 0 1,0-1-1,1 1 0,-1-1 0,0 1 1,2-1-1,1-2 2689,0-2 4074,12 20-4605,-9-10-1959,1 0 1,0-1 0,0 1 0,0-2 0,0 1-1,1-1 1,0 0 0,-1 0 0,1-1 0,16 2 0,-6 0-28,132 25 811,271 15 0,-347-39-892,1031 54 557,6-29-464,-548-16-132,1643 6 39,-1799-33-94,-13-35-46,-342 35-2,-39 4 18,-13 2 3,-9 1-3,6 4-4,0 1 0,-1-1-1,1 0 1,-1 1 0,1 0 0,-1 0-1,1 0 1,-1 0 0,0 0 0,0 1-1,1 0 1,-1 0 0,0 0-1,-6 1 1,-63 12-803,35-5-681,-9-5-2048,21-5-2578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38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43 1396,'-27'-43'-480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0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10997,'-64'398'10898,"21"-172"-8374,-21 282-2298,54-393-1599,-4 58-2136,12-58-3465,5-38-2831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0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94 9449,'18'-13'508,"0"2"0,2 1 0,-1 0-1,1 1 1,1 1 0,-1 1 0,1 1 0,41-6 0,-2 7-21,0 2 0,1 4 1,-1 2-1,0 2 0,62 15 0,293 87 177,11 31-358,-268-85-263,473 191 126,-552-206-158,-2 4-1,-2 3 1,-2 3 0,-2 3-1,109 102 1,-151-122-3,0 0 0,-2 2 0,-1 1 0,-2 1 0,-2 1 0,21 44 0,-31-53-5,-1 0 1,-2 1-1,0 1 0,-2 0 1,-1 0-1,-2 0 1,0 0-1,-2 1 1,-3 48-1,-4-33 3,-3 0 0,-1-1 0,-3 0 0,-1-1-1,-2 0 1,-2-1 0,-2-1 0,-28 46 0,-9 4 20,-5-2-1,-94 106 1,-334 302-236,-48-49-1,447-378 205,-128 77 0,188-129-20,-1-2 0,-1-1 0,0-2 0,-1-1 1,0-1-1,0-2 0,-2-1 0,-59 5 0,-73-11-275,-177-23 0,7 0-1014,107 21-932,79 2-2256,42 2-1589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7505,'0'0'2632,"17"12"-9785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2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36 408 8941,'-26'-48'1684,"25"45"-1486,-1 0-1,1 1 1,0-1-1,0 0 1,0 0 0,0-1-1,1 1 1,-1 0-1,1 0 1,0 0-1,0 0 1,0-1 0,0 1-1,0 0 1,1 0-1,-1 0 1,1 0 0,0 0-1,0 0 1,0 0-1,0 0 1,1 0 0,-1 0-1,1 0 1,0 1-1,2-4 1,3-2 20,0 1 0,1 0 0,0 0 1,0 1-1,17-11 0,5 0 39,1 1 1,1 2-1,0 1 0,0 2 0,61-13 1,174-16-36,-262 39-221,638-62-5026,-461 46 85,-71 10-1147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3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6653,'-37'114'1596,"27"-68"-148,3 2-304,4 0-252,-7 6-8,10 1-336,-4 8-116,4 9-348,4 7-672,-8-1-572,4 3-2344,4 13-1941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44:4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76 9417,'-5'2'204,"1"1"1,0 0 0,0 0-1,0 0 1,1 0 0,-1 1-1,1 0 1,-1-1-1,1 1 1,1 0 0,-1 1-1,0-1 1,1 0 0,0 1-1,0 0 1,0-1-1,1 1 1,0 0 0,0 0-1,0 0 1,0 0 0,0 9-1,2-7-197,0-1 0,0 1 0,0 0 0,1-1 0,0 0 0,0 1-1,0-1 1,1 0 0,0 0 0,0-1 0,1 1 0,-1 0 0,1-1 0,1 0 0,-1 0 0,1 0-1,6 5 1,4 1-376,0-1 0,1 0 0,0-1 0,1 0 0,0-1 0,0-2 0,1 1 0,21 4 0,-6-4-220,0-1 0,1-2-1,53 1 1,-72-4 497,1-2-1,0 0 1,0-1 0,-1 0-1,1-1 1,-1-1 0,0 0 0,0-1-1,0-1 1,0 0 0,-1-1-1,0-1 1,-1 0 0,0-1 0,0 0-1,16-16 1,15-20-6,79-71-109,-107 103 215,1 1-1,0 1 1,1 0 0,0 1-1,0 1 1,26-8 0,130-31 1650,-170 47-707,-67 4-4773,39-3 1270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6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175 172 7117,'-82'-90'5070,"56"64"67,-37-27-1,60 50-2190,26 11-159,8 5-1425,-1 2 0,45 30 1,-25-15-971,131 83-288,16 10-113,603 283-1296,-525-287-4303,1-7-6401,-168-71 1148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6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 14509,'-5'3'425,"1"0"0,0 1 0,-1-1 0,1 1 0,0 0 0,1 1 0,-1-1 0,1 1-1,0-1 1,0 1 0,0 0 0,-2 7 0,-4 10 1071,-10 34-1,19-55-1440,-6 24 766,1 0-1,1 0 1,-2 49 0,11 82 749,-1-79-951,37 745 1597,-3-459-3461,31 68-2421,-64-400 3060,34 169-2484,-28-154-112,2 0-1,22 51 0,-5-36-6365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6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34 690 12561,'-3'-1'211,"0"-1"0,0 0 0,0 0 1,0 0-1,1 0 0,-1 0 0,1 0 0,0-1 0,0 1 0,0-1 0,-3-4 0,5 5-87,-1 0-1,1 0 1,0 0-1,0-1 1,0 1-1,1 0 1,-1 0-1,0 0 1,1 0-1,-1 0 1,1 0-1,0 0 1,0 0-1,0 0 1,0 0-1,0 0 1,0 1-1,0-1 1,1 0-1,2-2 1,4-5 137,0 0 0,1 1 0,0 0 0,0 0 0,1 1 0,0 0 0,0 1 0,0 0 0,22-9 0,13-2 273,58-14 1,426-84 800,10 29-934,489-42-450,8 31-720,-601 58 139,25 20-1090,-457 19 1666,6 0-260,0 0 0,-1 0-1,1 0 1,-1 2-1,1-1 1,0 1-1,9 3 1,-17-4 34,-1 0 0,0 0 0,0-1 0,1 1 0,-1 0-1,0 0 1,0 0 0,0 0 0,0-1 0,0 1 0,0 0 0,0 0 0,-1 0 0,1 0 0,0 0 0,0-1 0,-1 1 0,1 0 0,0 0 0,-1-1 0,1 1 0,-1 0 0,0 0 0,1 0-17,-17 24-7067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7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28 187 11341,'-23'10'2286,"19"-8"3884,7-4-4174,2-3-1634,1 1 1,0 0 0,1 1 0,-1-1-1,1 1 1,-1 0 0,1 1 0,0-1-1,0 1 1,14-1 0,9-1 232,42 0 0,-9 2 43,351-45-438,-2-17-8694,-281 43 2159,5 2-3663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13573,'0'0'5013,"3"3"-2375,18 22-534,-1 0 1,-1 1-1,16 29 1,-14-17-639,30 76 0,-33-61-1418,-2 1 0,-2 1 1,12 108-1,-19-61-396,-5 0 0,-4 0 0,-22 149 0,-29 24-5020,-24-7-6187,30-137 87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8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379 104 10737,'-208'-39'3867,"37"-2"5375,175 41-9024,0 0 1,0 0 0,0 0 0,0 0 0,0-1-1,7-1 1,17-2 50,673-12 1550,-482 17-1606,1313 16 347,-342-1-4082,-867-22-285,-116 2-4055,-100 5-2201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8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563 93 9637,'28'-61'2126,"-27"58"-1861,0 1-1,0 0 1,1 0 0,-1 0-1,0 1 1,1-1 0,0 0-1,-1 0 1,1 1-1,0-1 1,0 1 0,0 0-1,0-1 1,0 1 0,0 0-1,0 0 1,0 0-1,0 1 1,1-1 0,-1 0-1,0 1 1,1 0 0,-1-1-1,3 1 1,1 0 33,0 1-1,-1 0 1,1 0-1,-1 0 1,0 1 0,1-1-1,5 4 1,3 3 124,0 0 1,0 1-1,-1 0 1,0 1-1,-1 1 1,0 0-1,-1 0 1,16 22-1,3 1 220,22 21 166,-4 2 0,-2 3 0,-2 1-1,47 91 1,-71-113-542,-2 1-1,-2 1 1,-2 0 0,-2 1-1,-1 0 1,-2 1 0,-2 0 0,2 87-1,-11-81-137,-1 0 0,-3-1 1,-2 1-1,-1-1 0,-3-1 0,-2 0 0,-25 55 0,10-40-106,-2-1-1,-3-2 1,-2-1-1,-72 87 1,-250 234-705,215-236-2322,-129 167 0,250-281 842,-34 63-1,19-7-4416,10 2-5603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25 8737,'-30'12'-132,"23"-27"-1260,-13 6-705,3-3-35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168 415 13549,'-2'3'255,"0"0"1,0-1-1,0 0 0,-1 1 0,1-1 1,-1 0-1,1 0 0,-1 0 0,0 0 1,0-1-1,-3 2 0,3-1-56,0 0-1,1 0 1,-1 0-1,1 1 1,-1-1-1,1 0 1,0 1-1,0 0 1,0-1-1,0 1 1,1 0-1,-1 0 1,-1 4-1,-6 8 281,-2 3-205,1-1 0,1 2 0,0-1 0,1 1-1,2 0 1,-1 1 0,-3 27 0,2 1 66,-4 95 0,8 171-184,4-311-159,1 0 1,-1 0 0,0 0 0,1 0-1,0 0 1,-1 0 0,1 0-1,0 0 1,1 0 0,-1 0-1,0 0 1,1-1 0,0 1-1,-1-1 1,1 1 0,4 3-1,-6-6 2,1 0 0,0 1 0,0-1 0,0 0 0,0 1 0,0-1 0,0 0 0,-1 0-1,1 0 1,0 0 0,0 0 0,0 0 0,0 0 0,0 0 0,0 0 0,0 0 0,0-1-1,0 1 1,-1 0 0,1-1 0,1 1 0,-1-1-1,16-3-6,-1 0 1,0-1 0,-1-1-1,26-13 1,10-4 10,188-61-129,-141 54-80,-3-5-1,135-69 0,-195 83 171,-2-1-1,0-2 0,-2-1 1,0-1-1,-2-2 1,49-60-1,-44 43 30,-3-2-1,-2-1 1,-1-1 0,30-76 0,-53 110 2,2 0 1,0 0-1,1 0 1,0 1-1,1 0 1,0 1 0,1 0-1,1 1 1,0-1-1,1 2 1,0 0-1,1 1 1,0 0-1,22-13 1,24-4 8,1 2 1,110-29-1,-23 9-41,-140 42 35,-1 1 0,1 1 0,0-1 0,0 1 0,13-1 0,-19 2 2,0 0 0,1 0 0,-1 0 0,0 0 0,1 0 0,-1 0 0,0 1 0,0-1 0,0 0 0,1 1 1,-1-1-1,0 1 0,0-1 0,0 1 0,0 0 0,0-1 0,0 1 0,0 0 0,0 0 0,0 0 0,0 0 0,0 0 0,0 0 0,-1 0 0,1 0 0,0 0 0,-1 0 0,1 0 0,-1 0 0,1 0 0,-1 1 0,0-1 0,1 0 0,-1 0 0,0 1 0,0-1 0,0 0 0,0 0 0,0 1 0,0-1 0,0 1 0,-12 58-23,8-47-67,1 1-1,1-1 1,-2 27 0,4-24-272,1 0 1,0 1 0,2-1 0,0-1 0,0 1 0,2 0 0,0-1 0,1 0 0,0 0-1,1 0 1,1-1 0,0 0 0,12 15 0,-8-15-375,0 0 0,1-1 1,0-1-1,1 0 0,1-1 0,0 0 1,0-1-1,1-1 0,0 0 1,1-1-1,28 9 0,23 2-3668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1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6825,'0'0'7924,"8"-1"-7400,164-10-606,285-39-4182,-428 46 4057,49-3-619,-97 0-193,5 1 367,-28-1-1677,20 6-581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1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2029 13029,'1'0'448,"0"-1"0,0 1 0,0-1 0,0 1 1,0-1-1,0 1 0,0-1 0,0 1 0,0-1 0,0 0 0,0 0 0,-1 1 0,1-1 0,0 0 0,0 0 0,-1 0 0,1 0 1,-1 0-1,1 0 0,-1 0 0,1 0 0,-1 0 0,1 0 0,-1 0 0,0-2 0,0-11-821,0 6 710,0 0 0,1 1 0,-1-1 0,2 0 1,-1 0-1,1 1 0,0-1 0,6-12 0,2-2 93,20-31-1,2-1 168,95-165 110,-62 72-638,82-273 0,-19-83-27,-109 393 164,6-150 0,-24 247-71,-1 0 0,0 1 0,-1-1 0,0 0 0,-1 1 1,-1-1-1,-5-18 0,8 31-124,0 0 0,0 0 1,0 0-1,0-1 1,0 1-1,0 0 1,0 0-1,-1 0 0,1 0 1,0 0-1,0 0 1,0 0-1,0 0 1,0-1-1,0 1 1,0 0-1,0 0 0,0 0 1,0 0-1,0 0 1,-1 0-1,1 0 1,0 0-1,0 0 1,0 0-1,0 0 0,0 0 1,0 0-1,-1 0 1,1-1-1,0 1 1,0 0-1,0 0 1,0 0-1,0 0 0,0 0 1,-1 1-1,1-1 1,0 0-1,0 0 1,0 0-1,0 0 0,0 0 1,0 0-1,0 0 1,-1 0-1,1 0 1,0 0-1,0 0 1,0 0-1,0 0 0,0 0 1,0 0-1,0 1 1,0-1-1,0 0 1,0 0-1,-1 0 1,1 0-1,0 0 0,0 0 1,0 1-1,-11 6 52,1 1 0,0 0 0,0 0 0,1 1 0,0 1 0,1 0 0,0 0 0,0 0 0,1 1 0,0 0 0,1 1 0,1-1 0,0 1 0,-6 18 0,-1 11-82,1 0 1,3 1-1,-5 51 1,10-51 8,1-1-1,2 1 1,2 0 0,1-1-1,3 0 1,1 0 0,2 0-1,2-1 1,1 0 0,2-1-1,2-1 1,2 0 0,1-1 0,2-1-1,1-1 1,2-1 0,1-1-1,2-1 1,1-2 0,2 0-1,0-2 1,44 30 0,-28-27-1339,1-3 1,1-1-1,103 39 0,59-2-9449,-85-36-2555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2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3 246 12929,'-1'-4'168,"1"-1"-1,-1 0 0,1 1 1,0-1-1,0 0 0,1 0 1,-1 1-1,1-1 1,0 0-1,0 1 0,1-1 1,-1 1-1,1-1 1,0 1-1,0 0 0,1 0 1,-1 0-1,1 0 0,0 0 1,5-5-1,12-13 1460,39-33 0,-49 47-1357,0 1 0,0 0-1,1 1 1,0 0-1,0 1 1,0 0 0,16-4-1,-6 4-108,0 1 1,0 0-1,0 2 0,0 0 0,1 2 0,-1 0 0,0 2 0,1 0 0,-1 1 0,25 7 0,-32-6-113,-1 0-1,0 1 1,0 0 0,0 1-1,-1 0 1,0 1-1,0 1 1,-1 0-1,1 0 1,-2 1-1,1 0 1,-2 1-1,1 1 1,-1-1-1,-1 1 1,13 21 0,-14-18-5,-1-1 0,0 2 0,-1-1 0,-1 0 0,0 1 0,-1 0 0,-1 0 1,0 0-1,-1 21 0,-1-13 8,-2 0 0,-1 0 0,-1 0 0,-1 0-1,-11 32 1,-8 3 99,-2-1-1,-2-1 0,-57 84 0,-35 28 168,61-88-3,-49 88-1,99-153-265,2 0 0,0 0 0,0 0 0,2 1-1,0 0 1,-6 32 0,10-42-59,1-1 0,0 1 0,0-1 0,0 1 0,0-1 0,1 1 0,0-1 0,0 0 0,0 1 0,1-1 0,0 0 0,0 0 1,0 0-1,1 0 0,-1 0 0,1 0 0,0-1 0,1 1 0,-1-1 0,1 0 0,0 0 0,0 0 0,0-1 0,7 5 0,4 0-243,0 0 0,1-2 0,0 0 0,1 0 0,-1-2 0,1 0 0,0-1 0,32 2 0,30 2-2346,134-6 1,-14-16-3704,11-12-3699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2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0 272 12817,'34'-30'1972,"6"6"-335,-13 3-309,-1 3-320,1-4-280,7-2-784,13-12-1240,3 3-725,3 6-2699,4-9-3693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2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124 492 13713,'-63'-88'2769,"46"70"-105,-7-9-440,11-3-300,6 18-396,7-18-288,10-18-300,10 11-347,14 1-645,26 0-797,21 3-355,22-6-888,15 9-624,9 12-3417,4 8-5432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2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1 384 11901,'3'-22'3800,"34"22"-2083,33-12-541,7-6-280,17-9-268,33-6-620,37-9-740,27-3-728,24-13-637,19-5-2527,11 0-3605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3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16289,'0'0'2499,"2"2"-102,21 17-325,0-1 0,1-1 0,43 22 0,88 33-616,-92-45-713,384 175-975,0 4-6964,-317-148 2884,-41-22-3270,-35-14-1784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3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1523 9465,'42'-92'2647,"-40"87"-2304,-1 1 0,1 0 0,-1-1 0,0 1 0,0-1 0,-1 1 1,1-1-1,-1 1 0,0-1 0,0-5 0,-1 2 602,1 3 2845,2 11-1986,14 55 197,-2 2 0,8 102-1,-7 137-751,-11-175-623,-5 213 236,1 0-2297,2-297 157,1-1-1,3 1 0,18 67 0,-24-108 1093,0-1 1,1 1-1,-1 0 0,1-1 0,0 1 0,-1-1 0,1 1 0,0-1 0,0 1 1,0-1-1,0 0 0,0 0 0,0 1 0,1-1 0,-1 0 0,0 0 0,1 0 1,-1 0-1,3 1 0,-3-2 94,0 0 0,-1 0 0,1 0-1,0 0 1,0 0 0,0 0 0,0-1 0,-1 1 0,1 0 0,0 0 0,0-1 0,-1 1 0,1-1 0,0 1-1,0-1 1,-1 1 0,1-1 0,0 1 0,-1-1 0,1 1 0,-1-1 0,1 0 0,-1 1 0,1-1 0,-1 0-1,1 0 1,-1 1 0,0-1 0,1 0 0,-1 0 0,0 0 0,0 1 0,0-1 0,0 0 0,1-1 0,1-10-318,1 1 0,-1-1 1,-1 0-1,0 0 1,-1-1-1,-1-11 0,-12-79-866,4 35 792,-49-311-160,-11-121 2041,61 374-740,6 0-1,21-184 0,-10 238-312,3 1 0,4 1 0,3 0 0,2 1 0,56-120 0,-54 148-257,1 1-1,2 0 1,1 2-1,3 1 1,1 2-1,1 0 1,2 3 0,1 0-1,1 3 1,62-39-1,-31 29 7,2 3 0,1 3 0,1 3 0,2 3 0,127-28 0,19 12-201,1 10 0,396-9 0,-98 54-2128,-369 1-1839,214 47 0,-239-30-1481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21 302 12293,'-20'-3'6353,"23"-21"-4473,4 3-304,20 9-280,26-9-252,11 2-208,20 4-192,19-6-420,28 6-756,13-3-404,3-12-812,18 0-748,-5-3-3569,-6-7-5320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3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12853,'-27'21'2392,"0"-5"793,17 14-245,0 9-80,-3 6-384,-1 12-455,1 22-341,-4 8-320,4 16-360,3 5-1000,0 13 0,3 5 0,3 1-612,4-6-2516,0-1-677,7 4-3591,-7-19-7446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4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11961,'7'71'2187,"-7"-69"-2002,0 0 0,1 0 1,-1 0-1,1 0 0,-1 0 0,1 1 1,0-1-1,0 0 0,0-1 0,0 1 1,0 0-1,0 0 0,1 0 0,-1 0 1,1-1-1,-1 1 0,4 2 0,6 7 931,12 16 275,2-1-1,0-1 1,2-2-1,45 33 1,56 20 88,211 93 0,-297-150-1477,69 30-1698,178 52 0,-150-66-2317,-1-10-3524,-57-15-3048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4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382 1 10209,'0'0'3900,"-6"24"-2172,2-3-223,-6 3-257,-3 15-320,-4-6-188,-3 13-152,-4 5-100,1 9-108,0 10-204,-4-1-484,0 6-500,-3 1-624,0 2-504,-7-9-777,-54 79-8996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5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1804 13981,'-3'14'503,"1"-10"-316,2 0-1,-1 0 1,0 0-1,1 0 1,-1 0-1,1 0 1,0-1 0,1 1-1,-1 0 1,1 0-1,-1 0 1,1 0-1,0 0 1,3 5-1,3 11 594,-3-10-309,0 0-1,0 0 1,1 0-1,10 15 1,11 4 8,0-1 0,2-1 0,54 39 0,-51-41-323,28 18 127,2-3 0,98 47-1,-48-28-168,-80-41-102,14 9-113,2-2 1,1-3-1,65 23 1,-109-44 84,0 0 0,-1 0 0,1 0 0,0 0 0,0 0 0,0-1 0,0 0 0,0 0 0,0 0 0,0 0 0,0-1 0,0 0 0,0 1 0,-1-1 0,1-1 0,0 1 0,0 0-1,-1-1 1,1 0 0,4-3 0,-4 1-2,-1 1-1,0-1 0,0 0 1,0 0-1,-1 0 0,1 0 0,-1 0 1,0 0-1,0-1 0,-1 1 1,1-1-1,-1 1 0,0-1 0,1-7 1,-1-12-59,0 1 1,-1-1 0,-2 0 0,0 1-1,-8-34 1,-6-11-58,-4 0 0,-2 2-1,-36-76 1,-115-179-120,100 208 181,-26-43 102,83 126 18,1 1-1,2-2 1,-15-48-1,25 64-33,0 0 1,1 0-1,1 0 0,1-1 0,0 1 0,1-1 0,0 1 0,1 0 0,1 0 0,0 0 1,1 0-1,1 0 0,0 1 0,1 0 0,14-24 0,11-12 25,1 1-1,69-78 1,-89 112-27,72-85 41,4 3 0,186-159 0,-251 238-36,0-2 3,2 1 0,0 1 0,1 2 0,53-26 0,-44 29-18,1 2 0,0 1-1,0 2 1,1 1 0,0 2 0,0 2 0,1 1-1,-1 2 1,0 1 0,38 7 0,29 9-938,-1 4-1,129 45 1,48 30-6761,-142-45-753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5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9529,'0'0'127,"-1"0"-1,1 1 1,-1-1 0,0 0 0,1 0 0,-1 0-1,1 1 1,-1-1 0,1 0 0,-1 1 0,1-1-1,-1 0 1,1 1 0,-1-1 0,1 1 0,-1-1-1,1 1 1,0-1 0,-1 1 0,1-1 0,0 1-1,-1-1 1,1 1 0,0-1 0,0 1 0,-1-1-1,1 1 1,0 0 0,0 0 0,8 18 3506,-4-13-3494,13 26 2550,-5-8-1892,2 0 0,0-1-1,1-1 1,36 39 0,11-1-1687,105 76-1,0-19-9479,-113-78 1727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5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1 262 13149,'63'-69'2120,"-36"39"-163,3 9-261,7-3-416,10 9-244,6 2-228,11 1-404,10-3-380,6-3-704,4 0-1020,-4 6-1056,1 6-2377,2-3-4088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6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13121,'31'30'2088,"-21"-9"-163,-4 24-113,-2-3-412,2 4-180,-2 8-256,2 6-116,-2 9-348,-1 7-688,-3 2-656,-13-2-1040,3 11-352,0 9-3349,-11-8-4572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6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121 531 11445,'-111'-60'2332,"101"48"-412,14-15-347,2-3-273,1-4-336,13-20-176,10 12-172,17 3-152,23 0-184,21-4-352,9 1-488,18 9-396,16 3-712,10 3-368,0 12-585,3 12-1355,-3 15-2833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6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57 9425,'-111'40'3320,"91"-34"-1932,4 0 676,32-9-1383,31-6-757,20-9-957,20-4-915,41-2-2040,26-9-2861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6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58 127 11701,'-57'39'8193,"73"-36"-6277,21-3-276,14-3-328,16 0-268,23-6-252,20 0-360,28-3-880,9 0-368,11-6-708,9-3-920,-6 0-644,6-6-2493,1-6-4564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6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16482,'-54'84'3240,"51"-45"-68,-4 9-240,1 10-483,2 8-353,1 12-416,3 10-964,7 11-716,3 10 0,0 5 0,7 4 0,6 3 0,4-4-124,0 1-2988,-11-10-1437,-6 1-2783,0-10-7334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7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4015 347 6537,'-147'-143'1851,"125"123"-1234,-2 0 1,0 1-1,-1 2 0,-1 1 1,-1 0-1,0 2 0,-50-18 1,44 21-80,0 1 0,-1 1 0,0 2 0,0 2 0,0 1 1,-1 1-1,-36 3 0,-4 4 171,0 3-1,-85 21 1,66-6 15,0 5 0,2 4 1,-174 86-1,-236 183 1515,250-120-1593,9 11 1,7 10-1,10 11 0,-208 251 1,338-348-379,-161 250 0,225-312-213,3 2 0,2 0 0,3 2 0,2 1 0,3 0 0,2 2 0,-14 96 0,29-128-38,0 0 0,2 0 0,1 1 0,1-1 0,1 0 0,2 0-1,1-1 1,0 1 0,3-1 0,16 39 0,-10-37-35,1 0 0,1-1 0,1-1 0,2-1-1,0-1 1,2 0 0,1-2 0,46 38 0,-17-22-81,3-2 1,0-3-1,99 44 0,197 52-396,-128-67 121,360 54 0,244-46 27,-568-69 222,328-38 0,-374 7 169,402-107 0,-504 103 95,-1-5 0,-3-5 0,-1-4 0,194-121 0,-243 129-17,-2-4 1,-1-1 0,81-89 0,-99 91-44,-1-2 0,-3-2 0,-1 0 0,-3-2 0,28-63 0,-36 62-14,-3 0 0,-1-1 0,-3 0-1,-2-2 1,-2 1 0,4-83 0,-12 70 34,-3-1 1,-3 0-1,-2 1 1,-31-119 0,13 97-8,-5 1 1,-4 1 0,-3 2-1,-3 2 1,-4 1-1,-4 2 1,-112-138 0,86 132-66,-5 4 0,-2 3 1,-4 3-1,-3 5 0,-2 3 1,-4 4-1,-2 4 0,-2 5 1,-169-64-1,222 100-346,0 2 0,-1 1-1,0 3 1,-1 2 0,-68-3 0,91 11-178,1 1 0,-1 1 0,0 1 0,0 1 0,-28 9 0,36-8-140,0 1-1,1 0 0,0 2 1,0 0-1,0 0 1,1 1-1,0 1 1,-15 14-1,22-17-179,-1 0 1,2 1-1,-1-1 0,1 1 0,0 0 0,1 1 0,-6 10 1,7-8-1274,0 1-1,1-1 1,1 1 0,-3 24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6:57:27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52 14337,'-90'-6'1400,"56"0"-936,-3-13-1384,-6 1-1576,6 15-1224,-23 3-2361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7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608 354 6313,'4'-9'579,"0"0"0,-1-1 1,0 1-1,-1-1 0,3-15 1,-3 14 40,0 0 0,1 0 0,6-16 0,68-130 6005,-60 126-5350,-15 26-1038,0 1 1,0-1-1,1 1 0,-1 0 0,7-7 1,-6 10 200,-2 8-100,-5 22 136,-12 41 347,-8-6 15,-2-1 0,-39 63 1,17-33-249,2-1-133,-181 380 941,40 16-731,111-203-410,60-208-164,-10 136 0,24-185-72,2 1 0,1-1 0,1 1 0,2-1 0,1 0 0,1 0 0,1-1 0,1 1 0,2-2 0,22 44 0,-21-50-52,1-1 1,1 0 0,1-1-1,1 0 1,0-1 0,1-1-1,1-1 1,0 0 0,1-1-1,1-1 1,0-1 0,1 0-1,38 15 1,-2-7-428,0-3-1,2-2 1,-1-3-1,2-2 1,-1-3-1,1-2 1,0-3-1,72-7 1,-66 0 33,-1-3 1,0-2 0,0-4-1,-2-2 1,0-3 0,0-3-1,-2-2 1,-1-3 0,-1-3-1,-2-2 1,68-50 0,-100 62 918,-1-1 1,-1-2 0,-1 0-1,0-2 1,-2 0-1,-1-1 1,-1 0-1,26-57 1,-35 66 413,1 1-1,1 0 1,19-25-1,-28 41-851,1 1-1,-1-1 0,0 0 0,0 1 1,1-1-1,-1 1 0,0-1 1,0 1-1,0 0 0,0-1 1,0 1-1,0 0 0,0 0 0,1 1 1,-1-2 12,1 3-26,1-1 1,-1 0 0,0 1-1,0 0 1,0 0 0,0 0-1,0 0 1,-1 0-1,1 0 1,-1 0 0,0 0-1,0 0 1,0 1 0,0-1-1,0 6 1,3 59 193,-4-44-206,14 238-6519,-8-164-3403,-3-54-780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7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13 9413,'-13'-12'4216,"26"24"-9520,17 9-37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1580 10949,'14'-15'1300,"0"-1"0,-1 0 0,-1-1-1,20-34 1,17-24 287,52-52-509,42-59-362,-115 145-596,-2-1 0,37-83 0,-21 17 245,-5-2 0,-4-2 0,-6-1 1,17-151-1,-36 107 789,-8 152-591,-4 10 182,-4 3-551,2 1-1,-1 0 1,1 0 0,1 0-1,-1 1 1,2 0-1,-1 0 1,1 0 0,-4 19-1,-2 17 337,-4 49-1,8-54-240,-13 98 396,-37 228 457,29-224-899,-95 526 617,27 4-249,57-363-536,-11 124-1251,36-1-2520,30-135 239,-15-276 3139,-1-18 41,0-8 59,6-16 125,0 0 1,-2 0-1,-1-1 1,0 0 0,0-36-1,-7-113-25,-38-284-36,-7-160-21,48 572 179,4-265 100,0 258-77,2 0 1,2 0-1,2 0 1,19-52-1,-22 82-20,1 0 1,1 0-1,0 1 0,1 1 0,2-1 1,-1 2-1,2 0 0,0 0 0,1 1 1,24-20-1,-17 18-4,2 2-1,0 0 1,0 1 0,2 2-1,-1 0 1,2 2 0,34-11-1,18 1-10,0 3 0,92-7 0,161 1-167,107-8-176,-341 23 279,-79 7 62,1-1-1,-1-1 0,0 0 0,0-2 0,0 0 0,-1-1 1,0 0-1,30-17 0,-45 22 19,-1 0-1,0-1 1,1 1-1,-1-1 1,0 1-1,0-1 1,0 1 0,0-1-1,0 1 1,0-1-1,0 0 1,0 0-1,-1 1 1,1-1-1,-1 0 1,1 0 0,-1 0-1,0 0 1,1 0-1,-1 0 1,0 1-1,-1-1 1,1 0 0,0 0-1,0 0 1,-1 0-1,0-3 1,-1-1 24,0 1 0,0 0 0,0-1 1,-1 1-1,0 0 0,0 0 0,-7-9 0,1 5 139,0 0 0,-1 0-1,0 1 1,0 0-1,0 1 1,-1 0-1,-1 0 1,1 1 0,-1 1-1,0 0 1,-23-6-1,16 7 185,0 1-1,-1 0 1,1 2-1,-1 0 1,1 1-1,-1 1 1,-22 4-1,35-4-221,0 0-1,1 1 0,-1 0 1,1 0-1,-1 0 0,1 1 0,0 0 1,0 0-1,0 1 0,0 0 1,0 0-1,1 0 0,0 1 1,0 0-1,0 0 0,-5 7 0,7-8-66,0 1 0,1 0-1,-1-1 1,1 1 0,0 0-1,0 0 1,1 0-1,0 0 1,-1 1 0,2-1-1,-1 0 1,1 1 0,0-1-1,0 0 1,0 0 0,0 1-1,1-1 1,0 0 0,1 0-1,-1 1 1,4 7-1,4 6-38,1 0 0,1-1-1,0-1 1,1 0 0,1-1-1,1 0 1,0-1 0,1 0-1,26 20 1,-1-6-739,1-2-1,86 43 1,-40-31-1746,124 37 1,97 6-7542,-140-46-1138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8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1058 12869,'0'-4'2114,"0"-31"1587,-1 35-3519,0 0 0,1 0 0,-1 0 0,0 0 0,0 1 0,1-1 1,-1 0-1,0 1 0,1-1 0,-1 0 0,0 1 0,1-1 0,-1 1 0,1-1 0,-1 1 1,1-1-1,-1 1 0,1-1 0,-2 2 0,0 2 132,-1 0-1,0 1 1,1 0 0,0-1 0,0 1-1,0 0 1,1 0 0,0 0-1,-1 5 1,-5 54 1349,4-28-942,-1 15-285,2 0 1,2 1-1,2-1 0,2 0 1,3 0-1,2 0 1,21 66-1,-7-48-353,2-1 0,4-2 0,3-1 0,65 100 0,-81-141-193,0-2 1,2 0 0,1 0-1,0-2 1,23 19-1,-34-33 37,0 1-1,1-1 1,-1 0 0,1-1-1,1 0 1,-1 0 0,1-1-1,-1-1 1,1 1-1,0-1 1,1-1 0,-1 0-1,0-1 1,1 1 0,-1-2-1,18-1 1,-19 0 6,0-2 1,0 1-1,-1-1 1,1 0-1,-1-1 1,1 0-1,-1-1 1,-1 1-1,1-2 1,-1 1-1,1-1 1,-1 0-1,-1 0 1,0-1-1,1 0 1,-2 0-1,9-14 1,-4 5-34,0-1 0,-2 1 1,0-2-1,-1 1 0,-1-1 0,0 0 1,4-31-1,-7 22 0,-1 0 1,-1 0-1,-1 0 1,-7-42-1,-30-107-140,23 130 141,-20-47 0,-77-164-222,75 177 255,-58-140-27,77 173 25,3-1-1,-11-69 0,18 75 12,2 0 0,2 0 0,2-44 1,3 64 40,0 1 0,1-1 0,1 1 0,1 0 1,1 1-1,1-1 0,16-34 0,-9 30-15,1 1-1,2 0 1,0 1-1,1 0 1,1 2 0,1 0-1,1 2 1,1 0-1,1 1 1,0 1-1,28-14 1,-26 17 24,-1 2 0,2 1 0,-1 1 1,1 1-1,1 1 0,0 1 0,0 2 1,0 0-1,0 2 0,1 1 0,44 3 1,-52 2 93,0 0 1,-1 2-1,1 0 1,-1 1 0,0 1-1,-1 0 1,1 2-1,-1 0 1,-1 1 0,0 1-1,-1 1 1,0 0-1,0 1 1,25 28 0,-6 0 223,-1 1 1,-2 2-1,-2 1 1,32 65-1,-26-34-31,-2 2 0,-5 1 0,-2 2-1,-4 1 1,-4 0 0,10 101 0,-8 35 158,-10 260 0,-86 722-43,56-981-580,11-111-593,9 207 0,3-270 250,1-1 0,3 0 0,2-1 0,1 0 0,3 0 0,1-1 0,30 58 0,-37-86 186,0-1 0,1 0-1,0 0 1,1-1 0,0 0 0,1-1-1,0 0 1,1-1 0,19 13-1,-28-21 213,0-1 0,1 0-1,-1 0 1,0 0-1,1 0 1,-1 0-1,0-1 1,1 0 0,-1 1-1,1-1 1,-1 0-1,1-1 1,-1 1 0,0-1-1,1 1 1,-1-1-1,0 0 1,1 0 0,3-3-1,4 0-177,-1-2-1,0 1 1,15-12-1,-16 11 138,0-2-1,-1 1 1,0-1-1,0 0 1,0-1-1,-1 0 1,-1 0 0,1 0-1,-2-1 1,1 0-1,-1 0 1,-1-1-1,0 1 1,0-1-1,-1 0 1,0 0 0,-1 0-1,0 0 1,-1-1-1,0-13 1,-2 3 204,-1 1-1,-1-1 1,0 1 0,-2 0-1,0 1 1,-2-1 0,0 1 0,-1 0-1,-19-33 1,-1 8 391,-1 1-1,-2 2 1,-40-42-1,-121-108 1537,58 61-828,111 107-929,-172-184 1582,155 159-1211,1-1 0,-47-81-1,75 111-449,1-1-1,1 0 0,0 0 1,2-1-1,-7-29 0,12 38-110,0-1-1,0 1 0,2-1 0,-1 1 0,2-1 1,0 1-1,0-1 0,2 1 0,-1 0 0,8-19 1,-4 15-107,2 1 1,0 0 0,1 1 0,1 0 0,0 0-1,1 1 1,1 0 0,0 1 0,27-23-1,-3 8-549,2 1-1,72-39 1,-23 23-2284,1 4 1,139-41-1,18 9-6834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9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838 413 4148,'53'-19'3851,"-52"18"-3729,-1 1 1,1-1 0,0 1 0,-1-1-1,1 1 1,0-1 0,-1 1 0,1-1-1,-1 1 1,1-1 0,-1 0 0,0 1-1,1-1 1,-1 0 0,1 1 0,-1-1-1,0 0 1,0 1 0,1-3 0,1-2 362,11-18 1654,-2 0 1,13-34-1,-21 48-1768,-1 0 0,1 0 0,-1-1 0,-1 1 0,0 0 0,0-1-1,-1 1 1,0 0 0,-1-1 0,-2-12 0,1 15-143,-1 0-1,1-1 0,-1 1 0,-1 0 0,1 0 1,-1 1-1,-1-1 0,1 1 0,-1 0 0,0 0 1,0 0-1,-1 1 0,1 0 0,-1 0 0,-1 0 1,1 1-1,-1 0 0,-11-6 0,3 3 0,0 1 0,-1 0 0,0 2 0,0-1 0,0 2-1,-1 0 1,-27-1 0,4 4 40,0 1-1,-1 2 1,1 2-1,1 1 1,-75 23-1,83-19-173,1 1 0,1 2 0,0 1 0,1 1 1,0 1-1,2 2 0,-48 40 0,61-46-60,1 1 1,0 0-1,1 1 1,0 0-1,1 1 1,1 0-1,-10 22 1,16-31-26,0 1 0,0 0-1,1 0 1,0 0 0,0 1 0,1-1 0,0 0 0,0 1 0,1-1 0,0 1 0,0-1 0,1 0 0,0 1-1,0-1 1,0 0 0,1 1 0,0-1 0,1 0 0,0 0 0,3 7 0,2-4-4,0 1 1,0-1 0,1-1-1,0 1 1,0-1-1,1-1 1,1 0 0,-1 0-1,1-1 1,1 0-1,-1-1 1,1-1 0,0 0-1,0 0 1,25 5-1,-3-2-1,0-2 0,0-2 0,1-1 0,66-2 0,-5-11-10,-1-4 0,162-46 0,-53 10 176,-190 47-164,-3 0 11,0 1-1,0 0 0,0 0 1,0 2-1,13-1 0,-21 1-15,-1 1 0,1-1 0,-1 1 0,1-1 0,-1 1 0,1 0 0,-1 0 0,1 0 1,-1 0-1,0 0 0,0 1 0,1-1 0,-1 1 0,0-1 0,0 1 0,-1 0 0,1 0 0,0 0 0,0 0 0,-1 0 0,0 0 0,1 0 0,-1 0 0,0 1 0,0-1 0,0 0 0,1 4 0,4 24-628,-1-1 0,-1 1 1,-2 0-1,-1 0 0,-3 37 1,1-3-966,3 56-3009,4-39-1343,6 27-5846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49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 10157,'-3'-12'3150,"11"14"-298,-1 1-2727,-5-3-5,-1 1 0,0 0 0,0-1 0,0 1 1,0 0-1,0 0 0,0 0 0,0 0 0,0 0 0,0 0 0,0 0 0,0 0 0,-1 0 0,1 0 0,0 1 0,-1-1 0,1 0 1,-1 0-1,1 1 0,-1-1 0,0 0 0,0 0 0,1 1 0,-1 1 0,0 40 1339,-1-25-839,35 378 4760,-17-245-4551,-10-80-514,69 513 1328,-73-570-1582,0 0 0,1 0 0,1 0 0,12 24 0,-16-34-41,1-1 0,-1 0 0,1-1 0,0 1 0,0 0 1,1 0-1,-1-1 0,0 0 0,1 1 0,0-1 0,-1 0 0,1 0 0,0 0 0,0-1 0,0 1 0,0-1 1,0 1-1,1-1 0,-1 0 0,0 0 0,1-1 0,-1 1 0,0-1 0,1 1 0,4-1 0,-2-1 14,0 0 1,0 0-1,0-1 0,0 0 0,0 0 0,-1 0 0,1-1 0,-1 0 0,0 0 0,1 0 0,7-7 0,4-6 102,28-31 0,-34 36-74,203-260 536,-134 166-554,9-13-666,215-266-2399,-135 209-1738,-108 120 298,67-47-1,-23 30-6973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0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1047 0 10461,'-11'6'598,"-1"-2"-1,0 1 1,0-1 0,0-1-1,-1 0 1,-17 1 0,-29 7 1175,50-9-1520,-36 8 768,1 2-1,1 2 0,-58 27 1,41-9-815,2 2 1,1 2 0,2 3 0,2 2-1,1 3 1,3 2 0,1 2 0,3 2-1,1 2 1,-61 99 0,102-148-208,1 1 1,0 0-1,0-1 1,0 1-1,1 0 1,-1 1-1,1-1 1,0 0 0,0 0-1,0 5 1,1-8 0,0 0-1,0 0 1,0-1 0,1 1 0,-1 0 0,0 0 0,0-1 0,1 1 0,-1 0 0,0 0 0,1-1-1,-1 1 1,0 0 0,1-1 0,-1 1 0,1 0 0,0-1 0,-1 1 0,1-1 0,-1 1 0,2 0-1,0 0 1,0 0 0,0-1 0,0 1 0,0-1-1,0 1 1,0-1 0,0 0 0,0 0 0,0 1-1,0-1 1,0-1 0,2 1 0,14-4 8,0-1-1,-1-1 1,0 0 0,0-1 0,0-1-1,-1 0 1,20-14 0,16-8 37,-45 26-40,-1 1 1,1 0-1,0 1 0,-1-1 0,1 1 1,0 1-1,1-1 0,8 0 0,-13 2-8,0 1-1,0-1 0,0 0 0,0 1 0,0-1 1,0 1-1,-1 0 0,1 0 0,0 0 0,0 1 1,-1-1-1,1 1 0,0-1 0,-1 1 0,0 0 1,1 0-1,-1 0 0,0 0 0,0 0 0,0 0 1,0 1-1,1 2 0,6 10-193,-1 0 0,0 0 0,-1 0 0,-1 1-1,4 17 1,16 86-1912,-11-49 65,15 49-5173,-13-66-330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0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6609,'6'-11'449,"20"-33"1068,-25 42-1343,1 0 0,-1-1 0,1 2 0,0-1 0,0 0 0,0 0 0,0 1 0,0-1 0,0 1 0,1-1 0,-1 1 0,0 0 0,1 0 0,-1 0 0,1 0 0,-1 1 0,5-2 0,3 3 69,-1 0 0,0 0-1,0 1 1,0 0 0,1 0 0,-2 1-1,1 0 1,0 1 0,-1 0 0,1 0 0,-1 1-1,0 0 1,-1 1 0,1-1 0,12 14-1,7 7 229,-2 2 0,37 50 0,-27-28-272,-1 1 0,-4 2 0,-1 1 1,-3 1-1,26 81 0,-39-96 40,-3 1-1,-1 0 1,-2 1-1,-1-1 1,-3 1-1,-1 0 1,-3 0-1,-8 69 1,8-107 285,-1-7-8,0 0-451,0 1 0,0-2-1,1 1 1,-1 0 0,1 0 0,0 0-1,0-1 1,0 1 0,0 0 0,0-1 0,1 1-1,-1-1 1,1 1 0,0-1 0,0 1-1,1-1 1,-1 1 0,1-1 0,1-4 0,3-10 131,0 0 0,13-26 1,-14 34-111,29-60-4,2 1 0,4 2 1,3 2-1,2 2 0,3 1 0,3 3 1,2 2-1,2 2 0,121-92 1,-158 135-153,-1 1 1,2 0-1,-1 1 1,1 1-1,1 1 1,0 1-1,0 0 1,23-4-1,-36 10 26,0 0 0,0 0 0,0 0 0,0 1 0,0 0 0,0 0 0,0 1 0,0-1 0,0 1 0,0 1 0,0-1 0,0 1 0,-1 0 0,1 0 0,-1 1 0,1 0 0,-1 0-1,0 0 1,0 1 0,0-1 0,0 1 0,-1 0 0,1 0 0,-1 1 0,0 0 0,-1-1 0,1 1 0,-1 0 0,0 1 0,4 8 0,-2-3-104,-1 1 1,0 0-1,-1 1 1,0-1-1,-1 1 1,0-1-1,-1 26 1,-11 91-1465,5-81 727,-15 73-2176,1-7-3672,18-69 999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20 259 8441,'-20'-105'2328,"23"69"-316,-3 0-448,4 15-284,-4-1-279,10 4-313,-4 0-492,15 15-908,19 6-745,-20 6-1131,20 12-1124,37 10-2345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1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11029,'-33'2'768,"19"-2"-228,-1 1-1,1 1 1,0 0 0,0 1 0,0 0-1,0 1 1,-15 6 0,16-3 79,1 0 0,-1 1 0,1 0 0,1 0 1,0 2-1,0-1 0,0 1 0,1 1 0,1 0 0,0 0 0,0 1 1,1 0-1,1 1 0,-6 13 0,5-10-357,1 0 1,1 1-1,0 0 0,2 0 0,0 1 0,0 0 1,2-1-1,0 1 0,1 0 0,3 32 1,-2-46-243,0 0 0,1 0 1,-1 0-1,1 0 1,0 0-1,1 0 0,-1 0 1,0-1-1,1 1 1,0 0-1,0-1 0,0 0 1,0 1-1,1-1 1,-1 0-1,1 0 1,0 0-1,0-1 0,0 1 1,0 0-1,0-1 1,5 3-1,-4-4-28,0 0-1,1 0 1,-1 0-1,1-1 1,-1 0 0,1 1-1,-1-1 1,0-1 0,1 1-1,-1-1 1,1 0-1,-1 0 1,0 0 0,1 0-1,-1-1 1,0 1-1,0-1 1,0 0 0,0-1-1,6-4 1,24-19-165,53-51 1,-56 48-853,-29 29 961,-1-1 0,0 1 0,1-1 0,-1 1 0,0 0 0,1 0 0,-1 0 0,0 0 0,1 0 0,-1 0 0,1 0 0,-1 0-1,0 1 1,1-1 0,-1 1 0,2 0 0,0-1-115,0 1 91,0 0-1,0 0 0,0 0 0,-1 0 1,1 1-1,0-1 0,-1 1 0,1-1 1,-1 1-1,0 0 0,1 0 0,-1 0 1,0 0-1,0 1 0,0-1 0,-1 0 1,1 1-1,2 4 0,3 7-411,1 1-1,5 18 1,-10-26 272,36 115-3137,3 7-138,-34-109 1907,1 0-1,0-1 1,2 0-1,14 20 1,-14-25-3097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1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0 933 7045,'33'-132'541,"-29"119"-399,1 1 1,1 0-1,0 0 1,0 0-1,1 1 1,1-1-1,0 2 1,0-1-1,15-13 1,8-10 398,112-147 1881,133-149 2341,-236 284-3723,-29 31-525,2 1 0,0 1 0,0 0-1,18-13 1,-32 26-501,1 0-1,0 0 1,0 0 0,0 0-1,0 1 1,0-1-1,0 0 1,0 0-1,0 0 1,0 0 0,0 0-1,0 0 1,0 0-1,0 0 1,0 0 0,0 1-1,0-1 1,0 0-1,0 0 1,0 0 0,0 0-1,0 0 1,0 0-1,0 0 1,0 0-1,0 0 1,0 1 0,0-1-1,0 0 1,0 0-1,0 0 1,1 0 0,-1 0-1,0 0 1,0 0-1,0 0 1,0 0 0,0 0-1,0 0 1,0 0-1,0 0 1,0 0-1,0 0 1,0 1 0,1-1-1,-1 0 1,0 0-1,0 0 1,0 0 0,0 0-1,0 0 1,0 0-1,0 0 1,0 0 0,0 0-1,1 0 1,-1 0-1,-2 35 597,-2 0 0,-1 0 0,-2 0 0,-1-1-1,-20 54 1,-80 322 1449,40 9-1151,59-352-825,3 0 1,4 0 0,2 0-1,3 0 1,19 108 0,-17-152-185,1 0 1,1 0-1,2-1 0,14 29 1,-16-37-60,1-1 1,1 0-1,0 0 0,0-1 0,1 0 1,1 0-1,17 14 0,-24-23 114,-1-1-1,0 1 0,1-1 0,0 1 0,-1-1 0,1-1 0,0 1 0,0 0 0,0-1 0,0 0 0,0 0 0,0 0 0,1 0 0,-1-1 0,0 0 0,0 0 0,1 0 1,-1 0-1,0 0 0,0-1 0,1 0 0,6-2 0,-5 0-6,-1 0 0,1 0 0,0-1 0,-1 0 0,0 0-1,0 0 1,0 0 0,0-1 0,-1 0 0,0 0 0,0 0 0,0-1 0,-1 1 0,5-10 0,0-1 5,-1-1 1,-1 0-1,-1-1 1,0 1-1,-1-1 0,-1 0 1,0 0-1,-2 0 1,0-1-1,-1 1 0,-1 0 1,-3-23-1,-1 15 12,0 1 0,-2 0-1,-1 0 1,0 1 0,-2 0-1,-1 1 1,-1 0 0,-16-25-1,8 18-616,-1 0 0,-1 1-1,-1 1 1,-2 1 0,-1 1-1,-33-26 1,55 50-245,0-1 1,0 1-1,0 0 0,0 0 1,0 0-1,-1 1 0,-7-3 1,6 3-878,1 0-5377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1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10257,'-10'117'1784,"-4"-59"-164,-3 5-276,4 6-308,3 4-159,0-4-169,7 15-148,3 10-336,-4 2-532,-2 7-540,2-1-345,4-5-151,7-13-264,3-9-2200,13-8-2509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1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0 476 6901,'23'-10'1197,"0"-1"1,-1-1 0,0-1-1,29-24 1,30-18 1767,-55 40-2118,-1-2-1,0-1 0,32-30 1,-53 43-752,0 0 0,0-1 0,0 1 0,0-1 0,-1 0 1,0 0-1,0 0 0,-1 0 0,1 0 0,-1-1 0,-1 1 0,1-1 0,-1 0 1,0 1-1,-1-1 0,0 0 0,0 1 0,-1-13 0,0 14-14,0-1-1,0 0 1,-1 1-1,1-1 1,-1 1 0,-1 0-1,1 0 1,-1 0-1,1 0 1,-2 0-1,1 0 1,0 1-1,-1-1 1,0 1 0,0 0-1,0 0 1,0 0-1,-1 1 1,0 0-1,1 0 1,-11-5-1,11 6-13,1 1-1,-1 1 1,0-1-1,0 0 1,1 1-1,-1-1 1,0 1-1,0 0 1,1 1-1,-1-1 1,0 1-1,0-1 1,1 1-1,-1 0 1,1 0-1,-1 1 1,-5 2-1,3-1 10,0 1 1,0-1-1,1 1 0,-1 0 0,1 1 0,0-1 0,0 1 0,-6 8 0,3-1 6,0 1 0,0-1 0,1 1 0,1 0 0,0 0 0,1 1 0,0 0 1,1 0-1,1 0 0,0 0 0,-1 25 0,4-20-166,1 1 1,0-1-1,1 1 0,1-1 1,1 0-1,1 0 1,14 36-1,-4-24-640,0 0 1,2 0-1,2-2 0,0 0 1,2-2-1,1 0 0,1-1 1,2-1-1,39 31 0,-23-25-3077,52 29 0,-26-23-3393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2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38 12317,'0'-2'148,"0"1"0,0 0-1,0-1 1,0 1 0,0 0 0,0-1 0,0 1-1,0 0 1,1 0 0,-1-1 0,1 1 0,-1 0-1,1-1 1,-1 1 0,1 0 0,-1 0 0,1 0-1,0 0 1,0 0 0,0 0 0,0 0-1,0 0 1,0 0 0,0 0 0,0 0 0,0 1-1,0-1 1,0 0 0,0 1 0,1-1 0,-1 1-1,0-1 1,0 1 0,3-1 0,0-1 208,-3 2-245,0 1 0,0-1 0,-1 0 0,1 0 0,0 1-1,-1-1 1,1 1 0,0-1 0,-1 1 0,1-1 0,-1 1-1,1-1 1,-1 1 0,1-1 0,-1 1 0,1 0 0,-1-1-1,1 1 1,-1 0 0,0-1 0,1 1 0,-1 0 0,0 0 0,0-1-1,0 2 1,1 0 242,3 7 99,-1 1 0,0-1-1,-1 1 1,0 0-1,-1 0 1,1 18 0,-6 71 1032,1-46-927,-6 304 1268,-9 201-2138,-39-3-4670,-7-174-4573,31-206-717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2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167 646 14845,'-114'-44'1881,"110"43"-1644,1-1 0,-1 1 0,0-1 0,1 0 1,0 0-1,-1 0 0,1-1 0,0 1 1,-3-4-1,5 4-113,0 1 0,0 0 0,0-1 0,1 1 0,-1-1 0,0 1 0,1-1 1,0 1-1,-1-1 0,1 0 0,0 1 0,-1-3 0,-1-9 843,1 9-815,0 0 1,0 0-1,0 0 1,0-1-1,1 1 0,0 0 1,0 0-1,0 0 1,0 0-1,1 0 0,-1 0 1,1 0-1,0 0 1,0 0-1,1 0 1,-1 0-1,1 0 0,0 1 1,0-1-1,0 0 1,0 1-1,1 0 0,0 0 1,-1-1-1,1 2 1,0-1-1,0 0 0,7-4 1,4-2 21,1 0 0,0 1 1,1 1-1,0 0 0,26-7 0,11-1-14,1 3 0,0 2 0,1 3 0,0 1 0,1 4 0,-1 1 0,94 13 0,-43 4-87,0 4 0,-1 6 0,104 39 0,-75-13 9,-2 5 0,215 128 0,214 202-8,-484-328-53,266 195-705,17-31-464,-322-203 1038,0-2-1,2-1 0,0-2 1,62 15-1,-85-27 82,0-1 0,1 0 0,-1-1 0,0-1 0,33-3 0,-39 1 13,1-1-1,-1 1 0,0-2 0,0 0 0,0 0 1,0-1-1,-1 0 0,0-1 0,16-11 1,-7 1-8,-2 0 0,1-1 1,-2-1-1,0 0 1,-2-2-1,0 1 0,-1-2 1,14-28-1,6-23-25,27-89 1,-40 105 27,39-112-357,123-315-2442,-143 394 200,5 3 1,3 1-1,76-103 0,-5 37-6718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3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0 12053,'-84'42'1920,"70"-36"-112,-19-6-271,6 3-293,4-3-328,3 6-172,0 4-208,3 2-416,3 3-680,4 0-1284,4 3-132,2-6-2873,14 6-3816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83 106 5120,'25'-8'937,"-20"7"1744,-7 2-2473,0 0-232,0 1 0,0-1-1,1 1 1,-1-1 0,1 1-1,-1 0 1,1-1 0,-1 1-1,1 0 1,0 0 0,0 0 0,0 0-1,0 0 1,0 0 0,1 0-1,-1 1 1,1-1 0,-1 0-1,1 0 1,0 0 0,0 1 0,0-1-1,0 0 1,0 0 0,0 1-1,0-1 1,1 0 0,0 0 0,-1 0-1,1 0 1,0 1 0,0-1-1,0 0 1,0 0 0,1 1-1,9 17-220,1-1 0,21 27 15435,-44-51-13931,11 5-1214,-1-1 1,0 1 0,1-1 0,-1 1 0,0-1-1,0 1 1,1 0 0,-1-1 0,0 1 0,0 0-1,0 0 1,0-1 0,1 1 0,-1 0 0,0 0-1,0 0 1,0 0 0,0 0 0,-1 0 0,-8 3 336,-1-1 1,1 1 0,-1 1 0,1 0 0,0 1 0,1 0 0,-17 10 0,24-13-127,-11 2 128,12-3-365,1-1-1,0 0 1,0 0-1,0 1 1,-1-1-1,1 0 1,0 0-1,0 1 1,-1-1-1,1 0 1,0 0-1,0 0 1,-1 0-1,1 0 1,0 1-1,-1-1 1,1 0-1,0 0 1,0 0-1,-1 0 1,1 0-1,0 0 1,-1 0-1,1 0 1,0 0-1,-1 0 1,1 0-1,0 0 0,-1 0 1,1 0-1,0-1 1,0 1-1,-1 0 1,1 0-1,0 0 1,0 0-1,-1 0 1,1-1-1,0 1 1,0 0-1,-1 0 1,1 0-1,0-1 1,5-15 658,-2 9-866,56-145 265,-11 42-50,-48 110-30,0-1 0,0 1 0,1 0 0,-1-1-1,0 1 1,0 0 0,0-1 0,0 1-1,0 0 1,0-1 0,1 1 0,-1 0 0,0-1-1,0 1 1,0 0 0,1-1 0,-1 1-1,0 0 1,0 0 0,1-1 0,-1 1 0,0 0-1,1 0 1,-1 0 0,0-1 0,1 1-1,-1 0 1,0 0 0,1 0 0,-1 0 0,0 0-1,1 0 1,-1 0 0,1 0 0,-1 0-1,1 0 1,6 13-37,1 25 43,-6 20 0,-9 83 0,1-6-17,11 33-52,8 0 0,40 191 0,8-111-2187,-31-141 485,17 63-3277,-11-58-4776,-20-72 2051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9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7 4744,'-1'-1'49,"1"0"-1,-1 1 0,1-1 0,-1 1 1,0-1-1,1 1 0,-1 0 0,0-1 1,1 1-1,-1 0 0,0-1 0,1 1 1,-1 0-1,0 0 0,0-1 0,0 1 1,1 0-1,-1 0 0,0 0 0,0 0 1,1 0-1,-1 0 0,0 0 0,0 0 1,0 1-1,1-1 0,-1 0 0,0 0 1,0 1-1,1-1 0,-1 0 0,0 1 1,1-1-1,-1 1 0,0-1 0,1 1 1,-1-1-1,1 1 0,-1-1 0,1 1 1,-1 0-1,1-1 0,-1 1 0,1 0 1,0-1-1,-1 1 0,1 1 0,-1-1-7,-1 1 991,2 1-947,0 1 0,0 0 0,1 0 0,-1-1 0,1 1 0,-1 0 1,1-1-1,0 1 0,1-1 0,-1 1 0,1-1 0,-1 1 0,1-1 0,0 0 0,0 0 1,0 0-1,1 0 0,-1 0 0,1 0 0,0-1 0,-1 0 0,1 1 0,0-1 0,1 0 1,5 3-1,-5-3 110,0 0 1,0 0-1,0 0 1,0 0-1,0-1 1,0 0-1,0 0 0,1 0 1,-1 0-1,1-1 1,-1 1-1,0-1 1,1 0-1,8-2 1,-2-1 311,0 0 0,0 0 0,-1-1 0,13-7 1,14-5 898,-18 6-398,-18 10-1039,0-1 0,-1 1 0,1-1 0,0 1 0,0 0 0,-1-1 1,1 1-1,0 0 0,0-1 0,0 1 0,-1 0 0,1 0 0,0 0 0,0 0 0,0 0 0,0 0 0,-1 0 1,1 0-1,0 0 0,0 0 0,0 0 0,0 1 0,-1-1 0,1 0 0,0 0 0,0 1 0,-1-1 0,1 1 0,0-1 1,0 1-1,-1-1 0,1 1 0,1 0 0,0 1-488,0 0 0,0-1-1,0 1 1,0 0 0,0 0 0,0 0 0,-1 0 0,1 0-1,-1 0 1,1 1 0,-1-1 0,0 1 0,0-1 0,2 6 0,-2-5 265,12 27-5898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2:59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45 7409,'-7'-5'514,"0"-1"0,0 1 1,0 0-1,-1 1 1,0-1-1,-16-5 0,19 9-285,1 0 0,0 0 0,-1 0-1,1 1 1,-1-1 0,1 1 0,0 0 0,-1 1-1,1-1 1,-1 1 0,1 0 0,-1 0 0,1 0-1,0 0 1,0 1 0,-6 3 0,-10 6 256,2 1 0,0 0 0,0 2 0,-18 18 0,-64 71 995,40-38-772,-81 88 105,8 6 0,6 5 0,7 6 0,-138 263 0,107-104-369,127-262-361,3 0-1,3 1 1,-10 78 0,24-118-58,2 0 0,1 1 0,1-1 1,2 0-1,0 0 0,2 1 0,1-2 1,2 1-1,11 32 0,-10-39-49,1-1 1,1 0-1,0-1 1,2 0-1,0-1 1,1 0-1,1-1 0,0-1 1,1 0-1,1-1 1,1 0-1,26 18 1,-10-14-77,0-1-1,2-1 1,0-2 0,0-2 0,1-1 0,1-1 0,0-2 0,0-2 0,75 4 0,-40-8-149,0-4-1,0-3 1,0-4-1,97-21 1,-61 1-73,-1-4 0,-2-5 1,-2-5-1,-1-4 0,134-82 0,-92 35-203,-4-5-1,232-214 1,-262 205 400,-5-5 0,-4-5 0,-6-3 0,-5-5 1,83-153-1,-87 117 870,110-288 0,-103 187 833,-92 259-1504,0 0 0,0 0 0,0 0 0,0 0 0,-1 0 0,1-1 0,-1 1 0,0 0 0,0-4-1,0 7-61,0-1 0,0 1 0,0 0 0,0 0 0,0-1 0,0 1 0,0 0 0,0 0 0,-1-1 0,1 1 0,0 0 0,0 0 0,0-1 0,0 1 0,0 0 0,-1 0 0,1 0 0,0 0 0,0-1 0,0 1 0,0 0 0,-1 0 0,1 0 0,0 0 0,0 0 0,-1-1 0,1 1 0,0 0 0,0 0 0,-1 0 0,1 0 0,0 0 0,0 0 0,-1 0 0,1 0 0,0 0 0,-15 11 358,4 2-226,1 0 0,1 1-1,0 0 1,1 1 0,1-1-1,-6 18 1,-32 103 405,36-106-440,-18 75 150,4 2 0,5 1 0,-6 138 1,21-173-370,2 0 1,4 0-1,3-1 0,3 1 1,24 92-1,-29-146 28,2-1 0,0 1-1,1-1 1,1 0-1,16 26 1,-21-38 60,1-1 0,-1 1 0,1-1 0,1 1 0,-1-1 0,0 0 0,1-1 0,0 1 0,0-1 0,0 0 0,0 0 0,0-1 0,1 1 0,-1-1 0,1 0 0,0-1 0,-1 1 0,1-1 0,0 0 0,0-1 0,11 1-1,-1-2-7,0-1 0,0-1-1,-1 0 1,1-1-1,-1 0 1,0-1 0,28-14-1,1-5-27,49-36 0,-64 40 45,0 0 0,2 2 1,0 1-1,48-17 0,-67 30 13,0 1 0,0 1 0,0 0 0,0 1 0,1 0 0,-1 1-1,0 1 1,1-1 0,-1 2 0,0 0 0,0 0 0,20 8 0,6 5 2,0 1-1,52 32 1,-18-9-1,98 37-89,-150-69 73,-1-1 1,2-1 0,-1 0 0,1-2 0,-1 0 0,39 0-1,-54-4 17,1 1 0,-1-1-1,0-1 1,0 1-1,0 0 1,1-1 0,-1 0-1,-1-1 1,1 1-1,0-1 1,-1 0-1,1 0 1,-1 0 0,0 0-1,0-1 1,0 0-1,0 0 1,-1 0 0,1 0-1,3-8 1,-5 9 19,-1 0 1,0 0 0,0 0 0,0-1-1,-1 1 1,1-1 0,-1 1-1,0 0 1,0-1 0,0 1-1,0-1 1,-1 1 0,1 0-1,-1-1 1,-1-5 0,-20-45 209,21 50-207,-9-13 77,0 0-1,0 1 0,-2 0 1,0 0-1,0 1 0,-2 1 1,0 0-1,-29-23 0,9 13-35,-1 2-1,0 1 0,-42-18 0,50 28-659,-1 0 1,0 1-1,0 2 0,-1 1 1,1 1-1,-33-2 1,41 4-677,-7-1-1269,11 7-2312,5 10-4008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0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1385 11793,'-17'-48'782,"7"19"177,0-1 0,-6-39 1,13 37-138,1 1-1,1-1 1,2 0 0,5-39 0,0 10-162,1-18-236,4 0-1,3 1 1,4 0 0,3 1 0,3 1 0,4 2-1,51-100 1,-62 139-304,2 0 0,1 1 0,2 1 0,36-42 0,-56 73-116,-1 0 1,1 0-1,0 0 1,0 0-1,0 0 1,1 0-1,-1 1 1,0-1-1,1 1 1,-1 0-1,1 0 1,3-2 0,-5 3-4,-1 0 0,1 0 0,-1 1 0,1-1 1,-1 0-1,1 0 0,-1 0 0,1 0 1,-1 1-1,1-1 0,-1 0 0,1 1 0,-1-1 1,1 0-1,-1 1 0,0-1 0,1 0 1,-1 1-1,0-1 0,1 1 0,-1-1 0,0 0 1,1 1-1,-1-1 0,0 1 0,0-1 1,0 1-1,1 0 0,-1-1 0,0 1 0,0-1 1,0 1-1,0-1 0,0 2 0,0 8 10,0 0 0,0 1 0,-1-1 0,-4 15 0,5-24-11,-47 219 63,24-126-33,5 0 1,-9 117-1,25-174-31,0-3 19,1 37 0,2-62-9,0-1 0,0 1 0,0-1 1,1 1-1,0-1 0,1 0 0,0 0 0,0 0 0,7 11 0,-9-17-8,0-1 0,1 1 0,-1 0 0,1-1 1,0 1-1,0-1 0,-1 1 0,1-1 0,0 0 0,0 0 0,0 0 0,0 0 0,0 0 0,1 0 0,-1 0 0,0-1 0,0 1 0,1-1 0,-1 0 0,0 0 0,0 1 0,5-2 0,-1 1 4,1-1 0,-1 0-1,0-1 1,0 1 0,0-1-1,1 0 1,5-4 0,8-5 47,0-1-1,-1-1 1,0-1 0,-1-1 0,-1 0 0,25-28 0,86-118 298,-120 150-335,373-489 325,-378 496-339,5-9 2,2 1 0,-1-1 0,1 1 0,1 1 0,0 0 0,1 1-1,16-12 1,-27 21 0,0 1-1,0-1 0,0 1 0,0 0 1,0-1-1,-1 1 0,1 0 0,0-1 1,0 1-1,0 0 0,0 0 0,0 0 1,0 0-1,0 0 0,0 0 1,0 0-1,0 0 0,0 0 0,0 0 1,0 1-1,0-1 0,0 0 0,0 1 1,-1-1-1,1 1 0,0-1 0,0 1 1,0-1-1,-1 1 0,1 0 0,0-1 1,0 1-1,-1 0 0,1-1 0,-1 1 1,1 0-1,0 0 0,-1 0 0,1 1 1,1 3 1,1 0 1,-1 0 0,0 0 0,-1 1-1,2 7 1,2 23 12,-2 0 0,-2 0-1,-4 60 1,1-66-11,-7 92 120,-6-1 0,-6 0 0,-4-1 0,-6-1 0,-4-2 0,-6-2 0,-100 198 0,80-208-43,-125 162 1,65-100-235,111-152-78,0 0 0,2 1 0,0-1 0,-7 21 0,14-33 149,-2 17-740,3-20 770,1 1 1,-1-1-1,1 1 0,-1 0 1,1-1-1,0 1 0,-1-1 1,1 1-1,0-1 0,-1 1 1,1-1-1,0 0 1,0 1-1,-1-1 0,1 0 1,0 0-1,0 0 0,0 1 1,0-1-1,-1 0 0,1 0 1,0 0-1,1-1 1,9 2-323,0-1 0,0 0 0,0-1 0,0-1 1,0 0-1,13-4 0,66-26-1778,-61 20 1470,211-92-6966,-85 31-73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0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0 9033,'-67'24'1879,"2"3"1,2 2-1,0 3 0,-102 71 1,119-70-1254,2 2 1,2 3 0,-65 71 0,90-88-504,1 1 0,0 0 1,2 2-1,1-1 0,1 2 0,1 0 1,1 0-1,1 1 0,-11 50 0,16-54-172,1-1-1,1 0 1,1 1-1,0 0 1,2-1-1,0 1 1,2-1-1,0 1 0,2-1 1,0 0-1,1 0 1,1-1-1,1 0 1,1 0-1,20 32 1,-11-26-550,0-2 1,2 0-1,0 0 1,2-2-1,45 36 1,-18-23-1898,2-2 1,58 29 0,16 1-4821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0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31 13977,'-18'-1'-719,"6"2"7262,40 3-1888,261 23-1835,152 0-3122,-418-26 222,587 11-3631,-306-32-199,-2-24-3428,-129 6-1613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1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768 34 8961,'-23'-28'1803,"19"23"-277,2 173 5340,0 2-4577,-2 16-469,-7 1 0,-52 269 0,36-338-1617,-6-1 0,-83 199 0,-148 197-4552,215-429 2731,-58 99-6379,45-70-2569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1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76 13581,'10'-33'3541,"-20"18"-2245,-4 3 420,1 3-1116,-4 3-228,-6 15-424,-17 9-564,6 0-912,-9-3-868,-1 9-2453,-6 6-3832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07:13:02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816 850 12621,'-13'18'379,"-15"24"1787,1 1 0,-22 48 0,-56 175 4411,58-139-4896,-90 172 0,120-267-1553,-8 13 3,-43 58 0,-68 81-907,124-166 354,-2 0 0,0 0 0,-27 24 0,39-40 337,-1 1-83,0 0-1,0-1 1,0 0 0,0 0 0,-1 0 0,1 0-1,0 0 1,-8 2 0,10-4 139,0 0 0,0 1 0,0-1 0,0 0-1,-1 0 1,1 0 0,0 0 0,0 0 0,0-1 0,0 1 0,0 0 0,0 0 0,0-1 0,0 1-1,0-1 1,0 1 0,0-1 0,0 1 0,0-1 0,1 0 0,-1 1 0,0-1 0,0 0 0,0 1-1,1-1 1,-1 0 0,0 0 0,1 0 0,-1 0 0,1 0 0,-1 0 0,0-2 0,-2-5-49,0-1 1,1 0 0,0 1 0,0-1 0,1 0 0,0 0 0,1 0 0,0 0-1,0-1 1,2-10 0,3-14-107,14-48 0,3 11 51,45-101 0,47-65-33,-109 226 156,280-488-163,36 24 99,-263 393 46,5 3 0,2 3 0,4 2 1,100-82-1,-156 145 21,26-17-11,-37 27 15,0 0 0,-1 0 1,1 0-1,0 1 0,0-1 0,0 0 1,0 1-1,0 0 0,0-1 0,0 1 1,0 0-1,0 0 0,0 0 0,0 0 1,0 0-1,0 1 0,0-1 0,0 1 1,2 0-1,-2 0 3,-1 0 0,0 0 0,0 0 0,0 0 1,0 1-1,0-1 0,0 0 0,0 0 0,0 1 0,0-1 1,-1 0-1,1 1 0,-1-1 0,1 1 0,-1-1 0,1 1 1,-1-1-1,0 1 0,0-1 0,1 1 0,-1 0 0,0-1 1,-1 1-1,1-1 0,0 1 0,0-1 0,-1 1 0,1-1 1,-1 1-1,1-1 0,-2 3 0,-23 53-6,23-53-1,-20 34 7,-2-1-1,-57 66 0,55-72-12,-129 142-276,92-107-110,3 3-1,-59 87 1,113-147 360,0 0 1,1 1 0,0-1-1,1 1 1,0 0 0,-3 14 0,6-18 19,0-1 1,0 1-1,1-1 1,0 1-1,0-1 1,0 1-1,1-1 1,0 1 0,0-1-1,0 0 1,0 1-1,1-1 1,0 0-1,4 7 1,2 1-5,1 0 0,0-1-1,1 1 1,0-2 0,1 0 0,0 0 0,1-1 0,18 12-1,13 7-24,58 28 0,375 165-48,43 22-74,-292-121 258,-217-118 32,0 0 1,1-1 0,-1-1 0,1 0 0,0 0-1,0-1 1,1 0 0,-1-1 0,0-1 0,0 1-1,13-3 1,-4 2 24,0 1 0,27 3 0,75 22 91,-66-13-184,1-1 0,1-4 0,59 2 0,-81-10-42,0-2 1,0-1 0,0-2-1,0-1 1,-1-2-1,0-2 1,0-1-1,43-20 1,215-135-7,-8 4-1,-80 71-986,321-94 0,234-3-5105,-687 174 5714,620-153-4655,-667 159 5438,-1-1 0,1-1-1,-1-2 1,-1 0 0,35-24-1,-21 1 3182,-37 35-3525,0-1 0,-1 0-1,1 0 1,0 0 0,0 0 0,0 1 0,1-1-1,-1 0 1,0 1 0,0-1 0,0 1-1,0-1 1,1 1 0,-1 0 0,0-1 0,0 1-1,1 0 1,-1 0 0,0 0 0,0 0-1,1 0 1,-1 0 0,0 0 0,1 0 0,-1 1-1,0-1 1,0 0 0,0 1 0,1-1-1,-1 1 1,0 0 0,0-1 0,2 2 0,5 4-777,0-1 0,-1 2 0,13 11 1,1 2-4341,13 5-1424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B563-F473-DC01-BC9D-492613211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C8278-EC45-4812-2AE5-FFC01F8A0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840EB-D83D-EED7-608F-4506D195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EBDA-E597-6F0F-E8B9-E4993B5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F1203-8B54-436D-84BB-CA523E32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75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731E-0405-BFCC-7656-D3624427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6A8F-2964-A2E5-255B-862040CA2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C6436-FFC9-4F04-FBB1-F96EFFFA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157D-560E-5BAE-7E00-41B7CF79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D096A-8610-5AD6-52FD-05822666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54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4EEB-BF61-63D4-ACB3-0E9C73D8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155C7-F71B-99ED-3754-63CE9DDB6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74224-1CDE-58D3-498D-6ECC9753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30EE-B173-2C0A-A27F-37DC380D6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D956-8579-107B-80BA-55476161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2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73E6-A8E6-7E9C-2435-26E01697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931FB-8611-D578-E914-A723DF752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F6473-79B1-F4C3-F964-314C40327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9C1A0-F803-0F54-D4D3-A4B3DF1C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9DB95-3AEE-463D-8F2D-5A60C4B4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3717A-958A-3801-9C8B-20EB8384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5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0FC8-BFC7-9AD0-5ADD-1179DDB6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3C48C-E88D-FE97-6814-C72D0B9ED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DF0FC-318F-AD70-BF61-73D2AFA74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CC050-159A-7229-9571-D414E82E5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1807A-F17C-ECF5-D32A-ACB68B741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F2F78-8614-35D4-BF08-E8CF16A3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E0CD6-4691-7A4B-5CC7-2DA51758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D930D-443A-FDF1-3783-3BA4A839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815E-F028-E02D-AD8D-5930B823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4A9B9-5B9B-B53B-8743-F71127C0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62E7C-0A6F-5223-A095-710F12E3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34B95-C2E7-C642-23A2-46128AF7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2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639F2-6EED-FEEB-B840-9849279E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B1DEF-D0D5-BE75-A0D8-C8D0A8AB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5133A-DF5B-49DA-E421-5F3CEC11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25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FD50-8BC4-03E7-3E13-479A8FB2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45E1-8A12-5108-A865-7BA085AE2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C7FFC-E86C-815A-FDE0-225D95A9F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8BEC-BBAB-E8B7-399D-2EF60D11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FA5D4-6681-65B6-9F52-22ED89EB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0AB59-A17E-DC95-4D83-17C17119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84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C803-7AFF-5141-C7D1-8900C582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4D1A6-954B-1EC8-581D-4F281074C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ABB00-0813-CB8D-7060-340DA2EE3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E5221-B9E8-EC5A-F50D-6BE2C304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26836-D26F-3B00-43E6-C4C2AFC0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D12CD-20A7-0F58-3C82-F8753F6D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7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9E9A-B32A-51C8-26F9-CB575EC1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8882C-39B4-90ED-4E78-CF9632489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6466F-84AC-920B-F249-E03AC8E1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D7799-8F44-F63C-3AF0-F9147C3D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CBE2D-9C08-CB1C-3358-CB2E9D9E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0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89BF0-60A0-876A-5E9D-538DB122A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86C89-0F50-55D7-AD27-2A1169BF1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F0F0-28D1-B501-742A-3682B7BD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11D91-F9C1-620F-B536-49498CFF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03FC-8C8A-8975-19BB-98302ABA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42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E877A-3ED8-9DBC-F41B-F289D837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EBE9C-BA46-D1B7-82E1-7FF8C8EC8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B6B07-799E-16B1-15DF-96FB10891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5C54B-E8D2-4CA7-9EE5-5594F98DDFE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6A97B-3813-DF86-AB61-ACA1EBCB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6E14-69AD-E946-5FBC-E202CA825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17025-56A5-4253-B8F7-A9B7FD380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4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3.png"/><Relationship Id="rId21" Type="http://schemas.openxmlformats.org/officeDocument/2006/relationships/image" Target="../media/image55.png"/><Relationship Id="rId42" Type="http://schemas.openxmlformats.org/officeDocument/2006/relationships/customXml" Target="../ink/ink66.xml"/><Relationship Id="rId63" Type="http://schemas.openxmlformats.org/officeDocument/2006/relationships/image" Target="../media/image76.png"/><Relationship Id="rId84" Type="http://schemas.openxmlformats.org/officeDocument/2006/relationships/customXml" Target="../ink/ink87.xml"/><Relationship Id="rId138" Type="http://schemas.openxmlformats.org/officeDocument/2006/relationships/customXml" Target="../ink/ink114.xml"/><Relationship Id="rId107" Type="http://schemas.openxmlformats.org/officeDocument/2006/relationships/image" Target="../media/image98.png"/><Relationship Id="rId11" Type="http://schemas.openxmlformats.org/officeDocument/2006/relationships/image" Target="../media/image50.png"/><Relationship Id="rId32" Type="http://schemas.openxmlformats.org/officeDocument/2006/relationships/customXml" Target="../ink/ink61.xml"/><Relationship Id="rId53" Type="http://schemas.openxmlformats.org/officeDocument/2006/relationships/image" Target="../media/image71.png"/><Relationship Id="rId74" Type="http://schemas.openxmlformats.org/officeDocument/2006/relationships/customXml" Target="../ink/ink82.xml"/><Relationship Id="rId128" Type="http://schemas.openxmlformats.org/officeDocument/2006/relationships/customXml" Target="../ink/ink109.xml"/><Relationship Id="rId149" Type="http://schemas.openxmlformats.org/officeDocument/2006/relationships/image" Target="../media/image119.png"/><Relationship Id="rId5" Type="http://schemas.openxmlformats.org/officeDocument/2006/relationships/image" Target="../media/image47.png"/><Relationship Id="rId95" Type="http://schemas.openxmlformats.org/officeDocument/2006/relationships/image" Target="../media/image92.png"/><Relationship Id="rId22" Type="http://schemas.openxmlformats.org/officeDocument/2006/relationships/customXml" Target="../ink/ink56.xml"/><Relationship Id="rId27" Type="http://schemas.openxmlformats.org/officeDocument/2006/relationships/image" Target="../media/image58.png"/><Relationship Id="rId43" Type="http://schemas.openxmlformats.org/officeDocument/2006/relationships/image" Target="../media/image66.png"/><Relationship Id="rId48" Type="http://schemas.openxmlformats.org/officeDocument/2006/relationships/customXml" Target="../ink/ink69.xml"/><Relationship Id="rId64" Type="http://schemas.openxmlformats.org/officeDocument/2006/relationships/customXml" Target="../ink/ink77.xml"/><Relationship Id="rId69" Type="http://schemas.openxmlformats.org/officeDocument/2006/relationships/image" Target="../media/image79.png"/><Relationship Id="rId113" Type="http://schemas.openxmlformats.org/officeDocument/2006/relationships/image" Target="../media/image101.png"/><Relationship Id="rId118" Type="http://schemas.openxmlformats.org/officeDocument/2006/relationships/customXml" Target="../ink/ink104.xml"/><Relationship Id="rId134" Type="http://schemas.openxmlformats.org/officeDocument/2006/relationships/customXml" Target="../ink/ink112.xml"/><Relationship Id="rId139" Type="http://schemas.openxmlformats.org/officeDocument/2006/relationships/image" Target="../media/image114.png"/><Relationship Id="rId80" Type="http://schemas.openxmlformats.org/officeDocument/2006/relationships/customXml" Target="../ink/ink85.xml"/><Relationship Id="rId85" Type="http://schemas.openxmlformats.org/officeDocument/2006/relationships/image" Target="../media/image87.png"/><Relationship Id="rId12" Type="http://schemas.openxmlformats.org/officeDocument/2006/relationships/customXml" Target="../ink/ink51.xml"/><Relationship Id="rId17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customXml" Target="../ink/ink64.xml"/><Relationship Id="rId59" Type="http://schemas.openxmlformats.org/officeDocument/2006/relationships/image" Target="../media/image74.png"/><Relationship Id="rId103" Type="http://schemas.openxmlformats.org/officeDocument/2006/relationships/image" Target="../media/image96.png"/><Relationship Id="rId108" Type="http://schemas.openxmlformats.org/officeDocument/2006/relationships/customXml" Target="../ink/ink99.xml"/><Relationship Id="rId124" Type="http://schemas.openxmlformats.org/officeDocument/2006/relationships/customXml" Target="../ink/ink107.xml"/><Relationship Id="rId129" Type="http://schemas.openxmlformats.org/officeDocument/2006/relationships/image" Target="../media/image109.png"/><Relationship Id="rId54" Type="http://schemas.openxmlformats.org/officeDocument/2006/relationships/customXml" Target="../ink/ink72.xml"/><Relationship Id="rId70" Type="http://schemas.openxmlformats.org/officeDocument/2006/relationships/customXml" Target="../ink/ink80.xml"/><Relationship Id="rId75" Type="http://schemas.openxmlformats.org/officeDocument/2006/relationships/image" Target="../media/image82.png"/><Relationship Id="rId91" Type="http://schemas.openxmlformats.org/officeDocument/2006/relationships/image" Target="../media/image90.png"/><Relationship Id="rId96" Type="http://schemas.openxmlformats.org/officeDocument/2006/relationships/customXml" Target="../ink/ink93.xml"/><Relationship Id="rId140" Type="http://schemas.openxmlformats.org/officeDocument/2006/relationships/customXml" Target="../ink/ink115.xml"/><Relationship Id="rId145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23" Type="http://schemas.openxmlformats.org/officeDocument/2006/relationships/image" Target="../media/image56.png"/><Relationship Id="rId28" Type="http://schemas.openxmlformats.org/officeDocument/2006/relationships/customXml" Target="../ink/ink59.xml"/><Relationship Id="rId49" Type="http://schemas.openxmlformats.org/officeDocument/2006/relationships/image" Target="../media/image69.png"/><Relationship Id="rId114" Type="http://schemas.openxmlformats.org/officeDocument/2006/relationships/customXml" Target="../ink/ink102.xml"/><Relationship Id="rId119" Type="http://schemas.openxmlformats.org/officeDocument/2006/relationships/image" Target="../media/image104.png"/><Relationship Id="rId44" Type="http://schemas.openxmlformats.org/officeDocument/2006/relationships/customXml" Target="../ink/ink67.xml"/><Relationship Id="rId60" Type="http://schemas.openxmlformats.org/officeDocument/2006/relationships/customXml" Target="../ink/ink75.xml"/><Relationship Id="rId65" Type="http://schemas.openxmlformats.org/officeDocument/2006/relationships/image" Target="../media/image77.png"/><Relationship Id="rId81" Type="http://schemas.openxmlformats.org/officeDocument/2006/relationships/image" Target="../media/image85.png"/><Relationship Id="rId86" Type="http://schemas.openxmlformats.org/officeDocument/2006/relationships/customXml" Target="../ink/ink88.xml"/><Relationship Id="rId130" Type="http://schemas.openxmlformats.org/officeDocument/2006/relationships/customXml" Target="../ink/ink110.xml"/><Relationship Id="rId135" Type="http://schemas.openxmlformats.org/officeDocument/2006/relationships/image" Target="../media/image112.png"/><Relationship Id="rId13" Type="http://schemas.openxmlformats.org/officeDocument/2006/relationships/image" Target="../media/image51.png"/><Relationship Id="rId18" Type="http://schemas.openxmlformats.org/officeDocument/2006/relationships/customXml" Target="../ink/ink54.xml"/><Relationship Id="rId39" Type="http://schemas.openxmlformats.org/officeDocument/2006/relationships/image" Target="../media/image64.png"/><Relationship Id="rId109" Type="http://schemas.openxmlformats.org/officeDocument/2006/relationships/image" Target="../media/image99.png"/><Relationship Id="rId34" Type="http://schemas.openxmlformats.org/officeDocument/2006/relationships/customXml" Target="../ink/ink62.xml"/><Relationship Id="rId50" Type="http://schemas.openxmlformats.org/officeDocument/2006/relationships/customXml" Target="../ink/ink70.xml"/><Relationship Id="rId55" Type="http://schemas.openxmlformats.org/officeDocument/2006/relationships/image" Target="../media/image72.png"/><Relationship Id="rId76" Type="http://schemas.openxmlformats.org/officeDocument/2006/relationships/customXml" Target="../ink/ink83.xml"/><Relationship Id="rId97" Type="http://schemas.openxmlformats.org/officeDocument/2006/relationships/image" Target="../media/image93.png"/><Relationship Id="rId104" Type="http://schemas.openxmlformats.org/officeDocument/2006/relationships/customXml" Target="../ink/ink97.xml"/><Relationship Id="rId120" Type="http://schemas.openxmlformats.org/officeDocument/2006/relationships/customXml" Target="../ink/ink105.xml"/><Relationship Id="rId125" Type="http://schemas.openxmlformats.org/officeDocument/2006/relationships/image" Target="../media/image107.png"/><Relationship Id="rId141" Type="http://schemas.openxmlformats.org/officeDocument/2006/relationships/image" Target="../media/image115.png"/><Relationship Id="rId146" Type="http://schemas.openxmlformats.org/officeDocument/2006/relationships/customXml" Target="../ink/ink118.xml"/><Relationship Id="rId7" Type="http://schemas.openxmlformats.org/officeDocument/2006/relationships/image" Target="../media/image48.png"/><Relationship Id="rId71" Type="http://schemas.openxmlformats.org/officeDocument/2006/relationships/image" Target="../media/image80.png"/><Relationship Id="rId92" Type="http://schemas.openxmlformats.org/officeDocument/2006/relationships/customXml" Target="../ink/ink91.xml"/><Relationship Id="rId2" Type="http://schemas.openxmlformats.org/officeDocument/2006/relationships/customXml" Target="../ink/ink46.xml"/><Relationship Id="rId29" Type="http://schemas.openxmlformats.org/officeDocument/2006/relationships/image" Target="../media/image59.png"/><Relationship Id="rId24" Type="http://schemas.openxmlformats.org/officeDocument/2006/relationships/customXml" Target="../ink/ink57.xml"/><Relationship Id="rId40" Type="http://schemas.openxmlformats.org/officeDocument/2006/relationships/customXml" Target="../ink/ink65.xml"/><Relationship Id="rId45" Type="http://schemas.openxmlformats.org/officeDocument/2006/relationships/image" Target="../media/image67.png"/><Relationship Id="rId66" Type="http://schemas.openxmlformats.org/officeDocument/2006/relationships/customXml" Target="../ink/ink78.xml"/><Relationship Id="rId87" Type="http://schemas.openxmlformats.org/officeDocument/2006/relationships/image" Target="../media/image88.png"/><Relationship Id="rId110" Type="http://schemas.openxmlformats.org/officeDocument/2006/relationships/customXml" Target="../ink/ink100.xml"/><Relationship Id="rId115" Type="http://schemas.openxmlformats.org/officeDocument/2006/relationships/image" Target="../media/image102.png"/><Relationship Id="rId131" Type="http://schemas.openxmlformats.org/officeDocument/2006/relationships/image" Target="../media/image110.png"/><Relationship Id="rId136" Type="http://schemas.openxmlformats.org/officeDocument/2006/relationships/customXml" Target="../ink/ink113.xml"/><Relationship Id="rId61" Type="http://schemas.openxmlformats.org/officeDocument/2006/relationships/image" Target="../media/image75.png"/><Relationship Id="rId82" Type="http://schemas.openxmlformats.org/officeDocument/2006/relationships/customXml" Target="../ink/ink86.xml"/><Relationship Id="rId19" Type="http://schemas.openxmlformats.org/officeDocument/2006/relationships/image" Target="../media/image54.png"/><Relationship Id="rId14" Type="http://schemas.openxmlformats.org/officeDocument/2006/relationships/customXml" Target="../ink/ink52.xml"/><Relationship Id="rId30" Type="http://schemas.openxmlformats.org/officeDocument/2006/relationships/customXml" Target="../ink/ink60.xml"/><Relationship Id="rId35" Type="http://schemas.openxmlformats.org/officeDocument/2006/relationships/image" Target="../media/image62.png"/><Relationship Id="rId56" Type="http://schemas.openxmlformats.org/officeDocument/2006/relationships/customXml" Target="../ink/ink73.xml"/><Relationship Id="rId77" Type="http://schemas.openxmlformats.org/officeDocument/2006/relationships/image" Target="../media/image83.png"/><Relationship Id="rId100" Type="http://schemas.openxmlformats.org/officeDocument/2006/relationships/customXml" Target="../ink/ink95.xml"/><Relationship Id="rId105" Type="http://schemas.openxmlformats.org/officeDocument/2006/relationships/image" Target="../media/image97.png"/><Relationship Id="rId126" Type="http://schemas.openxmlformats.org/officeDocument/2006/relationships/customXml" Target="../ink/ink108.xml"/><Relationship Id="rId147" Type="http://schemas.openxmlformats.org/officeDocument/2006/relationships/image" Target="../media/image118.png"/><Relationship Id="rId8" Type="http://schemas.openxmlformats.org/officeDocument/2006/relationships/customXml" Target="../ink/ink49.xml"/><Relationship Id="rId51" Type="http://schemas.openxmlformats.org/officeDocument/2006/relationships/image" Target="../media/image70.png"/><Relationship Id="rId72" Type="http://schemas.openxmlformats.org/officeDocument/2006/relationships/customXml" Target="../ink/ink81.xml"/><Relationship Id="rId93" Type="http://schemas.openxmlformats.org/officeDocument/2006/relationships/image" Target="../media/image91.png"/><Relationship Id="rId98" Type="http://schemas.openxmlformats.org/officeDocument/2006/relationships/customXml" Target="../ink/ink94.xml"/><Relationship Id="rId121" Type="http://schemas.openxmlformats.org/officeDocument/2006/relationships/image" Target="../media/image105.png"/><Relationship Id="rId142" Type="http://schemas.openxmlformats.org/officeDocument/2006/relationships/customXml" Target="../ink/ink116.xml"/><Relationship Id="rId3" Type="http://schemas.openxmlformats.org/officeDocument/2006/relationships/image" Target="../media/image46.png"/><Relationship Id="rId25" Type="http://schemas.openxmlformats.org/officeDocument/2006/relationships/image" Target="../media/image57.png"/><Relationship Id="rId46" Type="http://schemas.openxmlformats.org/officeDocument/2006/relationships/customXml" Target="../ink/ink68.xml"/><Relationship Id="rId67" Type="http://schemas.openxmlformats.org/officeDocument/2006/relationships/image" Target="../media/image78.png"/><Relationship Id="rId116" Type="http://schemas.openxmlformats.org/officeDocument/2006/relationships/customXml" Target="../ink/ink103.xml"/><Relationship Id="rId137" Type="http://schemas.openxmlformats.org/officeDocument/2006/relationships/image" Target="../media/image113.png"/><Relationship Id="rId20" Type="http://schemas.openxmlformats.org/officeDocument/2006/relationships/customXml" Target="../ink/ink55.xml"/><Relationship Id="rId41" Type="http://schemas.openxmlformats.org/officeDocument/2006/relationships/image" Target="../media/image65.png"/><Relationship Id="rId62" Type="http://schemas.openxmlformats.org/officeDocument/2006/relationships/customXml" Target="../ink/ink76.xml"/><Relationship Id="rId83" Type="http://schemas.openxmlformats.org/officeDocument/2006/relationships/image" Target="../media/image86.png"/><Relationship Id="rId88" Type="http://schemas.openxmlformats.org/officeDocument/2006/relationships/customXml" Target="../ink/ink89.xml"/><Relationship Id="rId111" Type="http://schemas.openxmlformats.org/officeDocument/2006/relationships/image" Target="../media/image100.png"/><Relationship Id="rId132" Type="http://schemas.openxmlformats.org/officeDocument/2006/relationships/customXml" Target="../ink/ink111.xml"/><Relationship Id="rId15" Type="http://schemas.openxmlformats.org/officeDocument/2006/relationships/image" Target="../media/image52.png"/><Relationship Id="rId36" Type="http://schemas.openxmlformats.org/officeDocument/2006/relationships/customXml" Target="../ink/ink63.xml"/><Relationship Id="rId57" Type="http://schemas.openxmlformats.org/officeDocument/2006/relationships/image" Target="../media/image73.png"/><Relationship Id="rId106" Type="http://schemas.openxmlformats.org/officeDocument/2006/relationships/customXml" Target="../ink/ink98.xml"/><Relationship Id="rId127" Type="http://schemas.openxmlformats.org/officeDocument/2006/relationships/image" Target="../media/image108.png"/><Relationship Id="rId10" Type="http://schemas.openxmlformats.org/officeDocument/2006/relationships/customXml" Target="../ink/ink50.xml"/><Relationship Id="rId31" Type="http://schemas.openxmlformats.org/officeDocument/2006/relationships/image" Target="../media/image60.png"/><Relationship Id="rId52" Type="http://schemas.openxmlformats.org/officeDocument/2006/relationships/customXml" Target="../ink/ink71.xml"/><Relationship Id="rId73" Type="http://schemas.openxmlformats.org/officeDocument/2006/relationships/image" Target="../media/image81.png"/><Relationship Id="rId78" Type="http://schemas.openxmlformats.org/officeDocument/2006/relationships/customXml" Target="../ink/ink84.xml"/><Relationship Id="rId94" Type="http://schemas.openxmlformats.org/officeDocument/2006/relationships/customXml" Target="../ink/ink92.xml"/><Relationship Id="rId99" Type="http://schemas.openxmlformats.org/officeDocument/2006/relationships/image" Target="../media/image94.png"/><Relationship Id="rId101" Type="http://schemas.openxmlformats.org/officeDocument/2006/relationships/image" Target="../media/image95.png"/><Relationship Id="rId122" Type="http://schemas.openxmlformats.org/officeDocument/2006/relationships/customXml" Target="../ink/ink106.xml"/><Relationship Id="rId143" Type="http://schemas.openxmlformats.org/officeDocument/2006/relationships/image" Target="../media/image116.png"/><Relationship Id="rId148" Type="http://schemas.openxmlformats.org/officeDocument/2006/relationships/customXml" Target="../ink/ink119.xml"/><Relationship Id="rId4" Type="http://schemas.openxmlformats.org/officeDocument/2006/relationships/customXml" Target="../ink/ink47.xml"/><Relationship Id="rId9" Type="http://schemas.openxmlformats.org/officeDocument/2006/relationships/image" Target="../media/image49.png"/><Relationship Id="rId26" Type="http://schemas.openxmlformats.org/officeDocument/2006/relationships/customXml" Target="../ink/ink58.xml"/><Relationship Id="rId47" Type="http://schemas.openxmlformats.org/officeDocument/2006/relationships/image" Target="../media/image68.png"/><Relationship Id="rId68" Type="http://schemas.openxmlformats.org/officeDocument/2006/relationships/customXml" Target="../ink/ink79.xml"/><Relationship Id="rId89" Type="http://schemas.openxmlformats.org/officeDocument/2006/relationships/image" Target="../media/image89.png"/><Relationship Id="rId112" Type="http://schemas.openxmlformats.org/officeDocument/2006/relationships/customXml" Target="../ink/ink101.xml"/><Relationship Id="rId133" Type="http://schemas.openxmlformats.org/officeDocument/2006/relationships/image" Target="../media/image111.png"/><Relationship Id="rId16" Type="http://schemas.openxmlformats.org/officeDocument/2006/relationships/customXml" Target="../ink/ink53.xml"/><Relationship Id="rId37" Type="http://schemas.openxmlformats.org/officeDocument/2006/relationships/image" Target="../media/image63.png"/><Relationship Id="rId58" Type="http://schemas.openxmlformats.org/officeDocument/2006/relationships/customXml" Target="../ink/ink74.xml"/><Relationship Id="rId79" Type="http://schemas.openxmlformats.org/officeDocument/2006/relationships/image" Target="../media/image84.png"/><Relationship Id="rId102" Type="http://schemas.openxmlformats.org/officeDocument/2006/relationships/customXml" Target="../ink/ink96.xml"/><Relationship Id="rId123" Type="http://schemas.openxmlformats.org/officeDocument/2006/relationships/image" Target="../media/image106.png"/><Relationship Id="rId144" Type="http://schemas.openxmlformats.org/officeDocument/2006/relationships/customXml" Target="../ink/ink117.xml"/><Relationship Id="rId90" Type="http://schemas.openxmlformats.org/officeDocument/2006/relationships/customXml" Target="../ink/ink90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customXml" Target="../ink/ink128.xml"/><Relationship Id="rId26" Type="http://schemas.openxmlformats.org/officeDocument/2006/relationships/customXml" Target="../ink/ink132.xml"/><Relationship Id="rId39" Type="http://schemas.openxmlformats.org/officeDocument/2006/relationships/image" Target="../media/image138.png"/><Relationship Id="rId21" Type="http://schemas.openxmlformats.org/officeDocument/2006/relationships/image" Target="../media/image129.png"/><Relationship Id="rId34" Type="http://schemas.openxmlformats.org/officeDocument/2006/relationships/customXml" Target="../ink/ink136.xml"/><Relationship Id="rId42" Type="http://schemas.openxmlformats.org/officeDocument/2006/relationships/customXml" Target="../ink/ink140.xml"/><Relationship Id="rId47" Type="http://schemas.openxmlformats.org/officeDocument/2006/relationships/image" Target="../media/image142.png"/><Relationship Id="rId50" Type="http://schemas.openxmlformats.org/officeDocument/2006/relationships/customXml" Target="../ink/ink144.xml"/><Relationship Id="rId55" Type="http://schemas.openxmlformats.org/officeDocument/2006/relationships/image" Target="../media/image146.png"/><Relationship Id="rId7" Type="http://schemas.openxmlformats.org/officeDocument/2006/relationships/image" Target="../media/image122.png"/><Relationship Id="rId2" Type="http://schemas.openxmlformats.org/officeDocument/2006/relationships/customXml" Target="../ink/ink120.xml"/><Relationship Id="rId16" Type="http://schemas.openxmlformats.org/officeDocument/2006/relationships/customXml" Target="../ink/ink127.xml"/><Relationship Id="rId29" Type="http://schemas.openxmlformats.org/officeDocument/2006/relationships/image" Target="../media/image133.png"/><Relationship Id="rId11" Type="http://schemas.openxmlformats.org/officeDocument/2006/relationships/image" Target="../media/image124.png"/><Relationship Id="rId24" Type="http://schemas.openxmlformats.org/officeDocument/2006/relationships/customXml" Target="../ink/ink131.xml"/><Relationship Id="rId32" Type="http://schemas.openxmlformats.org/officeDocument/2006/relationships/customXml" Target="../ink/ink135.xml"/><Relationship Id="rId37" Type="http://schemas.openxmlformats.org/officeDocument/2006/relationships/image" Target="../media/image137.png"/><Relationship Id="rId40" Type="http://schemas.openxmlformats.org/officeDocument/2006/relationships/customXml" Target="../ink/ink139.xml"/><Relationship Id="rId45" Type="http://schemas.openxmlformats.org/officeDocument/2006/relationships/image" Target="../media/image141.png"/><Relationship Id="rId53" Type="http://schemas.openxmlformats.org/officeDocument/2006/relationships/image" Target="../media/image145.png"/><Relationship Id="rId5" Type="http://schemas.openxmlformats.org/officeDocument/2006/relationships/image" Target="../media/image121.png"/><Relationship Id="rId10" Type="http://schemas.openxmlformats.org/officeDocument/2006/relationships/customXml" Target="../ink/ink124.xml"/><Relationship Id="rId19" Type="http://schemas.openxmlformats.org/officeDocument/2006/relationships/image" Target="../media/image128.png"/><Relationship Id="rId31" Type="http://schemas.openxmlformats.org/officeDocument/2006/relationships/image" Target="../media/image134.png"/><Relationship Id="rId44" Type="http://schemas.openxmlformats.org/officeDocument/2006/relationships/customXml" Target="../ink/ink141.xml"/><Relationship Id="rId52" Type="http://schemas.openxmlformats.org/officeDocument/2006/relationships/customXml" Target="../ink/ink145.xml"/><Relationship Id="rId4" Type="http://schemas.openxmlformats.org/officeDocument/2006/relationships/customXml" Target="../ink/ink121.xml"/><Relationship Id="rId9" Type="http://schemas.openxmlformats.org/officeDocument/2006/relationships/image" Target="../media/image123.png"/><Relationship Id="rId14" Type="http://schemas.openxmlformats.org/officeDocument/2006/relationships/customXml" Target="../ink/ink126.xml"/><Relationship Id="rId22" Type="http://schemas.openxmlformats.org/officeDocument/2006/relationships/customXml" Target="../ink/ink130.xml"/><Relationship Id="rId27" Type="http://schemas.openxmlformats.org/officeDocument/2006/relationships/image" Target="../media/image132.png"/><Relationship Id="rId30" Type="http://schemas.openxmlformats.org/officeDocument/2006/relationships/customXml" Target="../ink/ink134.xml"/><Relationship Id="rId35" Type="http://schemas.openxmlformats.org/officeDocument/2006/relationships/image" Target="../media/image136.png"/><Relationship Id="rId43" Type="http://schemas.openxmlformats.org/officeDocument/2006/relationships/image" Target="../media/image140.png"/><Relationship Id="rId48" Type="http://schemas.openxmlformats.org/officeDocument/2006/relationships/customXml" Target="../ink/ink143.xml"/><Relationship Id="rId8" Type="http://schemas.openxmlformats.org/officeDocument/2006/relationships/customXml" Target="../ink/ink123.xml"/><Relationship Id="rId51" Type="http://schemas.openxmlformats.org/officeDocument/2006/relationships/image" Target="../media/image144.png"/><Relationship Id="rId3" Type="http://schemas.openxmlformats.org/officeDocument/2006/relationships/image" Target="../media/image120.png"/><Relationship Id="rId12" Type="http://schemas.openxmlformats.org/officeDocument/2006/relationships/customXml" Target="../ink/ink125.xml"/><Relationship Id="rId17" Type="http://schemas.openxmlformats.org/officeDocument/2006/relationships/image" Target="../media/image127.png"/><Relationship Id="rId25" Type="http://schemas.openxmlformats.org/officeDocument/2006/relationships/image" Target="../media/image131.png"/><Relationship Id="rId33" Type="http://schemas.openxmlformats.org/officeDocument/2006/relationships/image" Target="../media/image135.png"/><Relationship Id="rId38" Type="http://schemas.openxmlformats.org/officeDocument/2006/relationships/customXml" Target="../ink/ink138.xml"/><Relationship Id="rId46" Type="http://schemas.openxmlformats.org/officeDocument/2006/relationships/customXml" Target="../ink/ink142.xml"/><Relationship Id="rId20" Type="http://schemas.openxmlformats.org/officeDocument/2006/relationships/customXml" Target="../ink/ink129.xml"/><Relationship Id="rId41" Type="http://schemas.openxmlformats.org/officeDocument/2006/relationships/image" Target="../media/image139.png"/><Relationship Id="rId54" Type="http://schemas.openxmlformats.org/officeDocument/2006/relationships/customXml" Target="../ink/ink1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15" Type="http://schemas.openxmlformats.org/officeDocument/2006/relationships/image" Target="../media/image126.png"/><Relationship Id="rId23" Type="http://schemas.openxmlformats.org/officeDocument/2006/relationships/image" Target="../media/image130.png"/><Relationship Id="rId28" Type="http://schemas.openxmlformats.org/officeDocument/2006/relationships/customXml" Target="../ink/ink133.xml"/><Relationship Id="rId36" Type="http://schemas.openxmlformats.org/officeDocument/2006/relationships/customXml" Target="../ink/ink137.xml"/><Relationship Id="rId49" Type="http://schemas.openxmlformats.org/officeDocument/2006/relationships/image" Target="../media/image143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9.xml"/><Relationship Id="rId21" Type="http://schemas.openxmlformats.org/officeDocument/2006/relationships/image" Target="../media/image156.png"/><Relationship Id="rId34" Type="http://schemas.openxmlformats.org/officeDocument/2006/relationships/customXml" Target="../ink/ink163.xml"/><Relationship Id="rId42" Type="http://schemas.openxmlformats.org/officeDocument/2006/relationships/customXml" Target="../ink/ink167.xml"/><Relationship Id="rId47" Type="http://schemas.openxmlformats.org/officeDocument/2006/relationships/image" Target="../media/image169.png"/><Relationship Id="rId50" Type="http://schemas.openxmlformats.org/officeDocument/2006/relationships/customXml" Target="../ink/ink171.xml"/><Relationship Id="rId55" Type="http://schemas.openxmlformats.org/officeDocument/2006/relationships/image" Target="../media/image173.png"/><Relationship Id="rId63" Type="http://schemas.openxmlformats.org/officeDocument/2006/relationships/image" Target="../media/image177.png"/><Relationship Id="rId7" Type="http://schemas.openxmlformats.org/officeDocument/2006/relationships/image" Target="../media/image149.png"/><Relationship Id="rId2" Type="http://schemas.openxmlformats.org/officeDocument/2006/relationships/customXml" Target="../ink/ink147.xml"/><Relationship Id="rId16" Type="http://schemas.openxmlformats.org/officeDocument/2006/relationships/customXml" Target="../ink/ink154.xml"/><Relationship Id="rId29" Type="http://schemas.openxmlformats.org/officeDocument/2006/relationships/image" Target="../media/image160.png"/><Relationship Id="rId11" Type="http://schemas.openxmlformats.org/officeDocument/2006/relationships/image" Target="../media/image151.png"/><Relationship Id="rId24" Type="http://schemas.openxmlformats.org/officeDocument/2006/relationships/customXml" Target="../ink/ink158.xml"/><Relationship Id="rId32" Type="http://schemas.openxmlformats.org/officeDocument/2006/relationships/customXml" Target="../ink/ink162.xml"/><Relationship Id="rId37" Type="http://schemas.openxmlformats.org/officeDocument/2006/relationships/image" Target="../media/image164.png"/><Relationship Id="rId40" Type="http://schemas.openxmlformats.org/officeDocument/2006/relationships/customXml" Target="../ink/ink166.xml"/><Relationship Id="rId45" Type="http://schemas.openxmlformats.org/officeDocument/2006/relationships/image" Target="../media/image168.png"/><Relationship Id="rId53" Type="http://schemas.openxmlformats.org/officeDocument/2006/relationships/image" Target="../media/image172.png"/><Relationship Id="rId58" Type="http://schemas.openxmlformats.org/officeDocument/2006/relationships/customXml" Target="../ink/ink175.xml"/><Relationship Id="rId66" Type="http://schemas.openxmlformats.org/officeDocument/2006/relationships/customXml" Target="../ink/ink179.xml"/><Relationship Id="rId5" Type="http://schemas.openxmlformats.org/officeDocument/2006/relationships/image" Target="../media/image148.png"/><Relationship Id="rId61" Type="http://schemas.openxmlformats.org/officeDocument/2006/relationships/image" Target="../media/image176.png"/><Relationship Id="rId19" Type="http://schemas.openxmlformats.org/officeDocument/2006/relationships/image" Target="../media/image155.png"/><Relationship Id="rId14" Type="http://schemas.openxmlformats.org/officeDocument/2006/relationships/customXml" Target="../ink/ink153.xml"/><Relationship Id="rId22" Type="http://schemas.openxmlformats.org/officeDocument/2006/relationships/customXml" Target="../ink/ink157.xml"/><Relationship Id="rId27" Type="http://schemas.openxmlformats.org/officeDocument/2006/relationships/image" Target="../media/image159.png"/><Relationship Id="rId30" Type="http://schemas.openxmlformats.org/officeDocument/2006/relationships/customXml" Target="../ink/ink161.xml"/><Relationship Id="rId35" Type="http://schemas.openxmlformats.org/officeDocument/2006/relationships/image" Target="../media/image163.png"/><Relationship Id="rId43" Type="http://schemas.openxmlformats.org/officeDocument/2006/relationships/image" Target="../media/image167.png"/><Relationship Id="rId48" Type="http://schemas.openxmlformats.org/officeDocument/2006/relationships/customXml" Target="../ink/ink170.xml"/><Relationship Id="rId56" Type="http://schemas.openxmlformats.org/officeDocument/2006/relationships/customXml" Target="../ink/ink174.xml"/><Relationship Id="rId64" Type="http://schemas.openxmlformats.org/officeDocument/2006/relationships/customXml" Target="../ink/ink178.xml"/><Relationship Id="rId8" Type="http://schemas.openxmlformats.org/officeDocument/2006/relationships/customXml" Target="../ink/ink150.xml"/><Relationship Id="rId51" Type="http://schemas.openxmlformats.org/officeDocument/2006/relationships/image" Target="../media/image171.png"/><Relationship Id="rId3" Type="http://schemas.openxmlformats.org/officeDocument/2006/relationships/image" Target="../media/image147.png"/><Relationship Id="rId12" Type="http://schemas.openxmlformats.org/officeDocument/2006/relationships/customXml" Target="../ink/ink152.xml"/><Relationship Id="rId17" Type="http://schemas.openxmlformats.org/officeDocument/2006/relationships/image" Target="../media/image154.png"/><Relationship Id="rId25" Type="http://schemas.openxmlformats.org/officeDocument/2006/relationships/image" Target="../media/image158.png"/><Relationship Id="rId33" Type="http://schemas.openxmlformats.org/officeDocument/2006/relationships/image" Target="../media/image162.png"/><Relationship Id="rId38" Type="http://schemas.openxmlformats.org/officeDocument/2006/relationships/customXml" Target="../ink/ink165.xml"/><Relationship Id="rId46" Type="http://schemas.openxmlformats.org/officeDocument/2006/relationships/customXml" Target="../ink/ink169.xml"/><Relationship Id="rId59" Type="http://schemas.openxmlformats.org/officeDocument/2006/relationships/image" Target="../media/image175.png"/><Relationship Id="rId67" Type="http://schemas.openxmlformats.org/officeDocument/2006/relationships/image" Target="../media/image179.png"/><Relationship Id="rId20" Type="http://schemas.openxmlformats.org/officeDocument/2006/relationships/customXml" Target="../ink/ink156.xml"/><Relationship Id="rId41" Type="http://schemas.openxmlformats.org/officeDocument/2006/relationships/image" Target="../media/image166.png"/><Relationship Id="rId54" Type="http://schemas.openxmlformats.org/officeDocument/2006/relationships/customXml" Target="../ink/ink173.xml"/><Relationship Id="rId62" Type="http://schemas.openxmlformats.org/officeDocument/2006/relationships/customXml" Target="../ink/ink1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9.xml"/><Relationship Id="rId15" Type="http://schemas.openxmlformats.org/officeDocument/2006/relationships/image" Target="../media/image153.png"/><Relationship Id="rId23" Type="http://schemas.openxmlformats.org/officeDocument/2006/relationships/image" Target="../media/image157.png"/><Relationship Id="rId28" Type="http://schemas.openxmlformats.org/officeDocument/2006/relationships/customXml" Target="../ink/ink160.xml"/><Relationship Id="rId36" Type="http://schemas.openxmlformats.org/officeDocument/2006/relationships/customXml" Target="../ink/ink164.xml"/><Relationship Id="rId49" Type="http://schemas.openxmlformats.org/officeDocument/2006/relationships/image" Target="../media/image170.png"/><Relationship Id="rId57" Type="http://schemas.openxmlformats.org/officeDocument/2006/relationships/image" Target="../media/image174.png"/><Relationship Id="rId10" Type="http://schemas.openxmlformats.org/officeDocument/2006/relationships/customXml" Target="../ink/ink151.xml"/><Relationship Id="rId31" Type="http://schemas.openxmlformats.org/officeDocument/2006/relationships/image" Target="../media/image161.png"/><Relationship Id="rId44" Type="http://schemas.openxmlformats.org/officeDocument/2006/relationships/customXml" Target="../ink/ink168.xml"/><Relationship Id="rId52" Type="http://schemas.openxmlformats.org/officeDocument/2006/relationships/customXml" Target="../ink/ink172.xml"/><Relationship Id="rId60" Type="http://schemas.openxmlformats.org/officeDocument/2006/relationships/customXml" Target="../ink/ink176.xml"/><Relationship Id="rId65" Type="http://schemas.openxmlformats.org/officeDocument/2006/relationships/image" Target="../media/image178.png"/><Relationship Id="rId4" Type="http://schemas.openxmlformats.org/officeDocument/2006/relationships/customXml" Target="../ink/ink148.xml"/><Relationship Id="rId9" Type="http://schemas.openxmlformats.org/officeDocument/2006/relationships/image" Target="../media/image150.png"/><Relationship Id="rId13" Type="http://schemas.openxmlformats.org/officeDocument/2006/relationships/image" Target="../media/image152.png"/><Relationship Id="rId18" Type="http://schemas.openxmlformats.org/officeDocument/2006/relationships/customXml" Target="../ink/ink155.xml"/><Relationship Id="rId39" Type="http://schemas.openxmlformats.org/officeDocument/2006/relationships/image" Target="../media/image16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2.xml"/><Relationship Id="rId21" Type="http://schemas.openxmlformats.org/officeDocument/2006/relationships/image" Target="../media/image189.png"/><Relationship Id="rId42" Type="http://schemas.openxmlformats.org/officeDocument/2006/relationships/customXml" Target="../ink/ink200.xml"/><Relationship Id="rId47" Type="http://schemas.openxmlformats.org/officeDocument/2006/relationships/image" Target="../media/image202.png"/><Relationship Id="rId63" Type="http://schemas.openxmlformats.org/officeDocument/2006/relationships/image" Target="../media/image210.png"/><Relationship Id="rId68" Type="http://schemas.openxmlformats.org/officeDocument/2006/relationships/customXml" Target="../ink/ink213.xml"/><Relationship Id="rId16" Type="http://schemas.openxmlformats.org/officeDocument/2006/relationships/customXml" Target="../ink/ink187.xml"/><Relationship Id="rId11" Type="http://schemas.openxmlformats.org/officeDocument/2006/relationships/image" Target="../media/image184.png"/><Relationship Id="rId24" Type="http://schemas.openxmlformats.org/officeDocument/2006/relationships/customXml" Target="../ink/ink191.xml"/><Relationship Id="rId32" Type="http://schemas.openxmlformats.org/officeDocument/2006/relationships/customXml" Target="../ink/ink195.xml"/><Relationship Id="rId37" Type="http://schemas.openxmlformats.org/officeDocument/2006/relationships/image" Target="../media/image197.png"/><Relationship Id="rId40" Type="http://schemas.openxmlformats.org/officeDocument/2006/relationships/customXml" Target="../ink/ink199.xml"/><Relationship Id="rId45" Type="http://schemas.openxmlformats.org/officeDocument/2006/relationships/image" Target="../media/image201.png"/><Relationship Id="rId53" Type="http://schemas.openxmlformats.org/officeDocument/2006/relationships/image" Target="../media/image205.png"/><Relationship Id="rId58" Type="http://schemas.openxmlformats.org/officeDocument/2006/relationships/customXml" Target="../ink/ink208.xml"/><Relationship Id="rId66" Type="http://schemas.openxmlformats.org/officeDocument/2006/relationships/customXml" Target="../ink/ink212.xml"/><Relationship Id="rId74" Type="http://schemas.openxmlformats.org/officeDocument/2006/relationships/customXml" Target="../ink/ink216.xml"/><Relationship Id="rId5" Type="http://schemas.openxmlformats.org/officeDocument/2006/relationships/image" Target="../media/image181.png"/><Relationship Id="rId61" Type="http://schemas.openxmlformats.org/officeDocument/2006/relationships/image" Target="../media/image209.png"/><Relationship Id="rId19" Type="http://schemas.openxmlformats.org/officeDocument/2006/relationships/image" Target="../media/image188.png"/><Relationship Id="rId14" Type="http://schemas.openxmlformats.org/officeDocument/2006/relationships/customXml" Target="../ink/ink186.xml"/><Relationship Id="rId22" Type="http://schemas.openxmlformats.org/officeDocument/2006/relationships/customXml" Target="../ink/ink190.xml"/><Relationship Id="rId27" Type="http://schemas.openxmlformats.org/officeDocument/2006/relationships/image" Target="../media/image192.png"/><Relationship Id="rId30" Type="http://schemas.openxmlformats.org/officeDocument/2006/relationships/customXml" Target="../ink/ink194.xml"/><Relationship Id="rId35" Type="http://schemas.openxmlformats.org/officeDocument/2006/relationships/image" Target="../media/image196.png"/><Relationship Id="rId43" Type="http://schemas.openxmlformats.org/officeDocument/2006/relationships/image" Target="../media/image200.png"/><Relationship Id="rId48" Type="http://schemas.openxmlformats.org/officeDocument/2006/relationships/customXml" Target="../ink/ink203.xml"/><Relationship Id="rId56" Type="http://schemas.openxmlformats.org/officeDocument/2006/relationships/customXml" Target="../ink/ink207.xml"/><Relationship Id="rId64" Type="http://schemas.openxmlformats.org/officeDocument/2006/relationships/customXml" Target="../ink/ink211.xml"/><Relationship Id="rId69" Type="http://schemas.openxmlformats.org/officeDocument/2006/relationships/image" Target="../media/image213.png"/><Relationship Id="rId77" Type="http://schemas.openxmlformats.org/officeDocument/2006/relationships/image" Target="../media/image217.png"/><Relationship Id="rId8" Type="http://schemas.openxmlformats.org/officeDocument/2006/relationships/customXml" Target="../ink/ink183.xml"/><Relationship Id="rId51" Type="http://schemas.openxmlformats.org/officeDocument/2006/relationships/image" Target="../media/image204.png"/><Relationship Id="rId72" Type="http://schemas.openxmlformats.org/officeDocument/2006/relationships/customXml" Target="../ink/ink215.xml"/><Relationship Id="rId3" Type="http://schemas.openxmlformats.org/officeDocument/2006/relationships/image" Target="../media/image180.png"/><Relationship Id="rId12" Type="http://schemas.openxmlformats.org/officeDocument/2006/relationships/customXml" Target="../ink/ink185.xml"/><Relationship Id="rId17" Type="http://schemas.openxmlformats.org/officeDocument/2006/relationships/image" Target="../media/image187.png"/><Relationship Id="rId25" Type="http://schemas.openxmlformats.org/officeDocument/2006/relationships/image" Target="../media/image191.png"/><Relationship Id="rId33" Type="http://schemas.openxmlformats.org/officeDocument/2006/relationships/image" Target="../media/image195.png"/><Relationship Id="rId38" Type="http://schemas.openxmlformats.org/officeDocument/2006/relationships/customXml" Target="../ink/ink198.xml"/><Relationship Id="rId46" Type="http://schemas.openxmlformats.org/officeDocument/2006/relationships/customXml" Target="../ink/ink202.xml"/><Relationship Id="rId59" Type="http://schemas.openxmlformats.org/officeDocument/2006/relationships/image" Target="../media/image208.png"/><Relationship Id="rId67" Type="http://schemas.openxmlformats.org/officeDocument/2006/relationships/image" Target="../media/image212.png"/><Relationship Id="rId20" Type="http://schemas.openxmlformats.org/officeDocument/2006/relationships/customXml" Target="../ink/ink189.xml"/><Relationship Id="rId41" Type="http://schemas.openxmlformats.org/officeDocument/2006/relationships/image" Target="../media/image199.png"/><Relationship Id="rId54" Type="http://schemas.openxmlformats.org/officeDocument/2006/relationships/customXml" Target="../ink/ink206.xml"/><Relationship Id="rId62" Type="http://schemas.openxmlformats.org/officeDocument/2006/relationships/customXml" Target="../ink/ink210.xml"/><Relationship Id="rId70" Type="http://schemas.openxmlformats.org/officeDocument/2006/relationships/customXml" Target="../ink/ink214.xml"/><Relationship Id="rId75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2.xml"/><Relationship Id="rId15" Type="http://schemas.openxmlformats.org/officeDocument/2006/relationships/image" Target="../media/image186.png"/><Relationship Id="rId23" Type="http://schemas.openxmlformats.org/officeDocument/2006/relationships/image" Target="../media/image190.png"/><Relationship Id="rId28" Type="http://schemas.openxmlformats.org/officeDocument/2006/relationships/customXml" Target="../ink/ink193.xml"/><Relationship Id="rId36" Type="http://schemas.openxmlformats.org/officeDocument/2006/relationships/customXml" Target="../ink/ink197.xml"/><Relationship Id="rId49" Type="http://schemas.openxmlformats.org/officeDocument/2006/relationships/image" Target="../media/image203.png"/><Relationship Id="rId57" Type="http://schemas.openxmlformats.org/officeDocument/2006/relationships/image" Target="../media/image207.png"/><Relationship Id="rId10" Type="http://schemas.openxmlformats.org/officeDocument/2006/relationships/customXml" Target="../ink/ink184.xml"/><Relationship Id="rId31" Type="http://schemas.openxmlformats.org/officeDocument/2006/relationships/image" Target="../media/image194.png"/><Relationship Id="rId44" Type="http://schemas.openxmlformats.org/officeDocument/2006/relationships/customXml" Target="../ink/ink201.xml"/><Relationship Id="rId52" Type="http://schemas.openxmlformats.org/officeDocument/2006/relationships/customXml" Target="../ink/ink205.xml"/><Relationship Id="rId60" Type="http://schemas.openxmlformats.org/officeDocument/2006/relationships/customXml" Target="../ink/ink209.xml"/><Relationship Id="rId65" Type="http://schemas.openxmlformats.org/officeDocument/2006/relationships/image" Target="../media/image211.png"/><Relationship Id="rId73" Type="http://schemas.openxmlformats.org/officeDocument/2006/relationships/image" Target="../media/image215.png"/><Relationship Id="rId4" Type="http://schemas.openxmlformats.org/officeDocument/2006/relationships/customXml" Target="../ink/ink181.xml"/><Relationship Id="rId9" Type="http://schemas.openxmlformats.org/officeDocument/2006/relationships/image" Target="../media/image183.png"/><Relationship Id="rId13" Type="http://schemas.openxmlformats.org/officeDocument/2006/relationships/image" Target="../media/image185.png"/><Relationship Id="rId18" Type="http://schemas.openxmlformats.org/officeDocument/2006/relationships/customXml" Target="../ink/ink188.xml"/><Relationship Id="rId39" Type="http://schemas.openxmlformats.org/officeDocument/2006/relationships/image" Target="../media/image198.png"/><Relationship Id="rId34" Type="http://schemas.openxmlformats.org/officeDocument/2006/relationships/customXml" Target="../ink/ink196.xml"/><Relationship Id="rId50" Type="http://schemas.openxmlformats.org/officeDocument/2006/relationships/customXml" Target="../ink/ink204.xml"/><Relationship Id="rId55" Type="http://schemas.openxmlformats.org/officeDocument/2006/relationships/image" Target="../media/image206.png"/><Relationship Id="rId76" Type="http://schemas.openxmlformats.org/officeDocument/2006/relationships/customXml" Target="../ink/ink217.xml"/><Relationship Id="rId7" Type="http://schemas.openxmlformats.org/officeDocument/2006/relationships/image" Target="../media/image182.png"/><Relationship Id="rId71" Type="http://schemas.openxmlformats.org/officeDocument/2006/relationships/image" Target="../media/image214.png"/><Relationship Id="rId2" Type="http://schemas.openxmlformats.org/officeDocument/2006/relationships/customXml" Target="../ink/ink180.xml"/><Relationship Id="rId29" Type="http://schemas.openxmlformats.org/officeDocument/2006/relationships/image" Target="../media/image19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3.png"/><Relationship Id="rId18" Type="http://schemas.openxmlformats.org/officeDocument/2006/relationships/customXml" Target="../ink/ink226.xml"/><Relationship Id="rId26" Type="http://schemas.openxmlformats.org/officeDocument/2006/relationships/customXml" Target="../ink/ink230.xml"/><Relationship Id="rId3" Type="http://schemas.openxmlformats.org/officeDocument/2006/relationships/image" Target="../media/image218.png"/><Relationship Id="rId21" Type="http://schemas.openxmlformats.org/officeDocument/2006/relationships/image" Target="../media/image227.png"/><Relationship Id="rId34" Type="http://schemas.openxmlformats.org/officeDocument/2006/relationships/customXml" Target="../ink/ink234.xml"/><Relationship Id="rId7" Type="http://schemas.openxmlformats.org/officeDocument/2006/relationships/image" Target="../media/image220.png"/><Relationship Id="rId12" Type="http://schemas.openxmlformats.org/officeDocument/2006/relationships/customXml" Target="../ink/ink223.xml"/><Relationship Id="rId17" Type="http://schemas.openxmlformats.org/officeDocument/2006/relationships/image" Target="../media/image225.png"/><Relationship Id="rId25" Type="http://schemas.openxmlformats.org/officeDocument/2006/relationships/image" Target="../media/image229.png"/><Relationship Id="rId33" Type="http://schemas.openxmlformats.org/officeDocument/2006/relationships/image" Target="../media/image233.png"/><Relationship Id="rId2" Type="http://schemas.openxmlformats.org/officeDocument/2006/relationships/customXml" Target="../ink/ink218.xml"/><Relationship Id="rId16" Type="http://schemas.openxmlformats.org/officeDocument/2006/relationships/customXml" Target="../ink/ink225.xml"/><Relationship Id="rId20" Type="http://schemas.openxmlformats.org/officeDocument/2006/relationships/customXml" Target="../ink/ink227.xml"/><Relationship Id="rId29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0.xml"/><Relationship Id="rId11" Type="http://schemas.openxmlformats.org/officeDocument/2006/relationships/image" Target="../media/image222.png"/><Relationship Id="rId24" Type="http://schemas.openxmlformats.org/officeDocument/2006/relationships/customXml" Target="../ink/ink229.xml"/><Relationship Id="rId32" Type="http://schemas.openxmlformats.org/officeDocument/2006/relationships/customXml" Target="../ink/ink233.xml"/><Relationship Id="rId5" Type="http://schemas.openxmlformats.org/officeDocument/2006/relationships/image" Target="../media/image219.png"/><Relationship Id="rId15" Type="http://schemas.openxmlformats.org/officeDocument/2006/relationships/image" Target="../media/image224.png"/><Relationship Id="rId23" Type="http://schemas.openxmlformats.org/officeDocument/2006/relationships/image" Target="../media/image228.png"/><Relationship Id="rId28" Type="http://schemas.openxmlformats.org/officeDocument/2006/relationships/customXml" Target="../ink/ink231.xml"/><Relationship Id="rId10" Type="http://schemas.openxmlformats.org/officeDocument/2006/relationships/customXml" Target="../ink/ink222.xml"/><Relationship Id="rId19" Type="http://schemas.openxmlformats.org/officeDocument/2006/relationships/image" Target="../media/image226.png"/><Relationship Id="rId31" Type="http://schemas.openxmlformats.org/officeDocument/2006/relationships/image" Target="../media/image232.png"/><Relationship Id="rId4" Type="http://schemas.openxmlformats.org/officeDocument/2006/relationships/customXml" Target="../ink/ink219.xml"/><Relationship Id="rId9" Type="http://schemas.openxmlformats.org/officeDocument/2006/relationships/image" Target="../media/image221.png"/><Relationship Id="rId14" Type="http://schemas.openxmlformats.org/officeDocument/2006/relationships/customXml" Target="../ink/ink224.xml"/><Relationship Id="rId22" Type="http://schemas.openxmlformats.org/officeDocument/2006/relationships/customXml" Target="../ink/ink228.xml"/><Relationship Id="rId27" Type="http://schemas.openxmlformats.org/officeDocument/2006/relationships/image" Target="../media/image230.png"/><Relationship Id="rId30" Type="http://schemas.openxmlformats.org/officeDocument/2006/relationships/customXml" Target="../ink/ink232.xml"/><Relationship Id="rId35" Type="http://schemas.openxmlformats.org/officeDocument/2006/relationships/image" Target="../media/image234.png"/><Relationship Id="rId8" Type="http://schemas.openxmlformats.org/officeDocument/2006/relationships/customXml" Target="../ink/ink22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7.xml"/><Relationship Id="rId117" Type="http://schemas.openxmlformats.org/officeDocument/2006/relationships/image" Target="../media/image292.png"/><Relationship Id="rId21" Type="http://schemas.openxmlformats.org/officeDocument/2006/relationships/image" Target="../media/image244.png"/><Relationship Id="rId42" Type="http://schemas.openxmlformats.org/officeDocument/2006/relationships/customXml" Target="../ink/ink255.xml"/><Relationship Id="rId47" Type="http://schemas.openxmlformats.org/officeDocument/2006/relationships/image" Target="../media/image257.png"/><Relationship Id="rId63" Type="http://schemas.openxmlformats.org/officeDocument/2006/relationships/image" Target="../media/image265.png"/><Relationship Id="rId68" Type="http://schemas.openxmlformats.org/officeDocument/2006/relationships/customXml" Target="../ink/ink268.xml"/><Relationship Id="rId84" Type="http://schemas.openxmlformats.org/officeDocument/2006/relationships/customXml" Target="../ink/ink276.xml"/><Relationship Id="rId89" Type="http://schemas.openxmlformats.org/officeDocument/2006/relationships/image" Target="../media/image278.png"/><Relationship Id="rId112" Type="http://schemas.openxmlformats.org/officeDocument/2006/relationships/customXml" Target="../ink/ink290.xml"/><Relationship Id="rId16" Type="http://schemas.openxmlformats.org/officeDocument/2006/relationships/customXml" Target="../ink/ink242.xml"/><Relationship Id="rId107" Type="http://schemas.openxmlformats.org/officeDocument/2006/relationships/image" Target="../media/image287.png"/><Relationship Id="rId11" Type="http://schemas.openxmlformats.org/officeDocument/2006/relationships/image" Target="../media/image239.png"/><Relationship Id="rId32" Type="http://schemas.openxmlformats.org/officeDocument/2006/relationships/customXml" Target="../ink/ink250.xml"/><Relationship Id="rId37" Type="http://schemas.openxmlformats.org/officeDocument/2006/relationships/image" Target="../media/image252.png"/><Relationship Id="rId53" Type="http://schemas.openxmlformats.org/officeDocument/2006/relationships/image" Target="../media/image260.png"/><Relationship Id="rId58" Type="http://schemas.openxmlformats.org/officeDocument/2006/relationships/customXml" Target="../ink/ink263.xml"/><Relationship Id="rId74" Type="http://schemas.openxmlformats.org/officeDocument/2006/relationships/customXml" Target="../ink/ink271.xml"/><Relationship Id="rId79" Type="http://schemas.openxmlformats.org/officeDocument/2006/relationships/image" Target="../media/image273.png"/><Relationship Id="rId102" Type="http://schemas.openxmlformats.org/officeDocument/2006/relationships/customXml" Target="../ink/ink285.xml"/><Relationship Id="rId5" Type="http://schemas.openxmlformats.org/officeDocument/2006/relationships/image" Target="../media/image236.png"/><Relationship Id="rId90" Type="http://schemas.openxmlformats.org/officeDocument/2006/relationships/customXml" Target="../ink/ink279.xml"/><Relationship Id="rId95" Type="http://schemas.openxmlformats.org/officeDocument/2006/relationships/image" Target="../media/image281.png"/><Relationship Id="rId22" Type="http://schemas.openxmlformats.org/officeDocument/2006/relationships/customXml" Target="../ink/ink245.xml"/><Relationship Id="rId27" Type="http://schemas.openxmlformats.org/officeDocument/2006/relationships/image" Target="../media/image247.png"/><Relationship Id="rId43" Type="http://schemas.openxmlformats.org/officeDocument/2006/relationships/image" Target="../media/image255.png"/><Relationship Id="rId48" Type="http://schemas.openxmlformats.org/officeDocument/2006/relationships/customXml" Target="../ink/ink258.xml"/><Relationship Id="rId64" Type="http://schemas.openxmlformats.org/officeDocument/2006/relationships/customXml" Target="../ink/ink266.xml"/><Relationship Id="rId69" Type="http://schemas.openxmlformats.org/officeDocument/2006/relationships/image" Target="../media/image268.png"/><Relationship Id="rId113" Type="http://schemas.openxmlformats.org/officeDocument/2006/relationships/image" Target="../media/image290.png"/><Relationship Id="rId118" Type="http://schemas.openxmlformats.org/officeDocument/2006/relationships/customXml" Target="../ink/ink293.xml"/><Relationship Id="rId80" Type="http://schemas.openxmlformats.org/officeDocument/2006/relationships/customXml" Target="../ink/ink274.xml"/><Relationship Id="rId85" Type="http://schemas.openxmlformats.org/officeDocument/2006/relationships/image" Target="../media/image276.png"/><Relationship Id="rId12" Type="http://schemas.openxmlformats.org/officeDocument/2006/relationships/customXml" Target="../ink/ink240.xml"/><Relationship Id="rId17" Type="http://schemas.openxmlformats.org/officeDocument/2006/relationships/image" Target="../media/image242.png"/><Relationship Id="rId33" Type="http://schemas.openxmlformats.org/officeDocument/2006/relationships/image" Target="../media/image250.png"/><Relationship Id="rId38" Type="http://schemas.openxmlformats.org/officeDocument/2006/relationships/customXml" Target="../ink/ink253.xml"/><Relationship Id="rId59" Type="http://schemas.openxmlformats.org/officeDocument/2006/relationships/image" Target="../media/image263.png"/><Relationship Id="rId103" Type="http://schemas.openxmlformats.org/officeDocument/2006/relationships/image" Target="../media/image285.png"/><Relationship Id="rId108" Type="http://schemas.openxmlformats.org/officeDocument/2006/relationships/customXml" Target="../ink/ink288.xml"/><Relationship Id="rId54" Type="http://schemas.openxmlformats.org/officeDocument/2006/relationships/customXml" Target="../ink/ink261.xml"/><Relationship Id="rId70" Type="http://schemas.openxmlformats.org/officeDocument/2006/relationships/customXml" Target="../ink/ink269.xml"/><Relationship Id="rId75" Type="http://schemas.openxmlformats.org/officeDocument/2006/relationships/image" Target="../media/image271.png"/><Relationship Id="rId91" Type="http://schemas.openxmlformats.org/officeDocument/2006/relationships/image" Target="../media/image279.png"/><Relationship Id="rId96" Type="http://schemas.openxmlformats.org/officeDocument/2006/relationships/customXml" Target="../ink/ink2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7.xml"/><Relationship Id="rId23" Type="http://schemas.openxmlformats.org/officeDocument/2006/relationships/image" Target="../media/image245.png"/><Relationship Id="rId28" Type="http://schemas.openxmlformats.org/officeDocument/2006/relationships/customXml" Target="../ink/ink248.xml"/><Relationship Id="rId49" Type="http://schemas.openxmlformats.org/officeDocument/2006/relationships/image" Target="../media/image258.png"/><Relationship Id="rId114" Type="http://schemas.openxmlformats.org/officeDocument/2006/relationships/customXml" Target="../ink/ink291.xml"/><Relationship Id="rId119" Type="http://schemas.openxmlformats.org/officeDocument/2006/relationships/image" Target="../media/image293.png"/><Relationship Id="rId44" Type="http://schemas.openxmlformats.org/officeDocument/2006/relationships/customXml" Target="../ink/ink256.xml"/><Relationship Id="rId60" Type="http://schemas.openxmlformats.org/officeDocument/2006/relationships/customXml" Target="../ink/ink264.xml"/><Relationship Id="rId65" Type="http://schemas.openxmlformats.org/officeDocument/2006/relationships/image" Target="../media/image266.png"/><Relationship Id="rId81" Type="http://schemas.openxmlformats.org/officeDocument/2006/relationships/image" Target="../media/image274.png"/><Relationship Id="rId86" Type="http://schemas.openxmlformats.org/officeDocument/2006/relationships/customXml" Target="../ink/ink277.xml"/><Relationship Id="rId4" Type="http://schemas.openxmlformats.org/officeDocument/2006/relationships/customXml" Target="../ink/ink236.xml"/><Relationship Id="rId9" Type="http://schemas.openxmlformats.org/officeDocument/2006/relationships/image" Target="../media/image238.png"/><Relationship Id="rId13" Type="http://schemas.openxmlformats.org/officeDocument/2006/relationships/image" Target="../media/image240.png"/><Relationship Id="rId18" Type="http://schemas.openxmlformats.org/officeDocument/2006/relationships/customXml" Target="../ink/ink243.xml"/><Relationship Id="rId39" Type="http://schemas.openxmlformats.org/officeDocument/2006/relationships/image" Target="../media/image253.png"/><Relationship Id="rId109" Type="http://schemas.openxmlformats.org/officeDocument/2006/relationships/image" Target="../media/image288.png"/><Relationship Id="rId34" Type="http://schemas.openxmlformats.org/officeDocument/2006/relationships/customXml" Target="../ink/ink251.xml"/><Relationship Id="rId50" Type="http://schemas.openxmlformats.org/officeDocument/2006/relationships/customXml" Target="../ink/ink259.xml"/><Relationship Id="rId55" Type="http://schemas.openxmlformats.org/officeDocument/2006/relationships/image" Target="../media/image261.png"/><Relationship Id="rId76" Type="http://schemas.openxmlformats.org/officeDocument/2006/relationships/customXml" Target="../ink/ink272.xml"/><Relationship Id="rId97" Type="http://schemas.openxmlformats.org/officeDocument/2006/relationships/image" Target="../media/image282.png"/><Relationship Id="rId104" Type="http://schemas.openxmlformats.org/officeDocument/2006/relationships/customXml" Target="../ink/ink286.xml"/><Relationship Id="rId120" Type="http://schemas.openxmlformats.org/officeDocument/2006/relationships/customXml" Target="../ink/ink294.xml"/><Relationship Id="rId7" Type="http://schemas.openxmlformats.org/officeDocument/2006/relationships/image" Target="../media/image237.png"/><Relationship Id="rId71" Type="http://schemas.openxmlformats.org/officeDocument/2006/relationships/image" Target="../media/image269.png"/><Relationship Id="rId92" Type="http://schemas.openxmlformats.org/officeDocument/2006/relationships/customXml" Target="../ink/ink280.xml"/><Relationship Id="rId2" Type="http://schemas.openxmlformats.org/officeDocument/2006/relationships/customXml" Target="../ink/ink235.xml"/><Relationship Id="rId29" Type="http://schemas.openxmlformats.org/officeDocument/2006/relationships/image" Target="../media/image248.png"/><Relationship Id="rId24" Type="http://schemas.openxmlformats.org/officeDocument/2006/relationships/customXml" Target="../ink/ink246.xml"/><Relationship Id="rId40" Type="http://schemas.openxmlformats.org/officeDocument/2006/relationships/customXml" Target="../ink/ink254.xml"/><Relationship Id="rId45" Type="http://schemas.openxmlformats.org/officeDocument/2006/relationships/image" Target="../media/image256.png"/><Relationship Id="rId66" Type="http://schemas.openxmlformats.org/officeDocument/2006/relationships/customXml" Target="../ink/ink267.xml"/><Relationship Id="rId87" Type="http://schemas.openxmlformats.org/officeDocument/2006/relationships/image" Target="../media/image277.png"/><Relationship Id="rId110" Type="http://schemas.openxmlformats.org/officeDocument/2006/relationships/customXml" Target="../ink/ink289.xml"/><Relationship Id="rId115" Type="http://schemas.openxmlformats.org/officeDocument/2006/relationships/image" Target="../media/image291.png"/><Relationship Id="rId61" Type="http://schemas.openxmlformats.org/officeDocument/2006/relationships/image" Target="../media/image264.png"/><Relationship Id="rId82" Type="http://schemas.openxmlformats.org/officeDocument/2006/relationships/customXml" Target="../ink/ink275.xml"/><Relationship Id="rId19" Type="http://schemas.openxmlformats.org/officeDocument/2006/relationships/image" Target="../media/image243.png"/><Relationship Id="rId14" Type="http://schemas.openxmlformats.org/officeDocument/2006/relationships/customXml" Target="../ink/ink241.xml"/><Relationship Id="rId30" Type="http://schemas.openxmlformats.org/officeDocument/2006/relationships/customXml" Target="../ink/ink249.xml"/><Relationship Id="rId35" Type="http://schemas.openxmlformats.org/officeDocument/2006/relationships/image" Target="../media/image251.png"/><Relationship Id="rId56" Type="http://schemas.openxmlformats.org/officeDocument/2006/relationships/customXml" Target="../ink/ink262.xml"/><Relationship Id="rId77" Type="http://schemas.openxmlformats.org/officeDocument/2006/relationships/image" Target="../media/image272.png"/><Relationship Id="rId100" Type="http://schemas.openxmlformats.org/officeDocument/2006/relationships/customXml" Target="../ink/ink284.xml"/><Relationship Id="rId105" Type="http://schemas.openxmlformats.org/officeDocument/2006/relationships/image" Target="../media/image286.png"/><Relationship Id="rId8" Type="http://schemas.openxmlformats.org/officeDocument/2006/relationships/customXml" Target="../ink/ink238.xml"/><Relationship Id="rId51" Type="http://schemas.openxmlformats.org/officeDocument/2006/relationships/image" Target="../media/image259.png"/><Relationship Id="rId72" Type="http://schemas.openxmlformats.org/officeDocument/2006/relationships/customXml" Target="../ink/ink270.xml"/><Relationship Id="rId93" Type="http://schemas.openxmlformats.org/officeDocument/2006/relationships/image" Target="../media/image280.png"/><Relationship Id="rId98" Type="http://schemas.openxmlformats.org/officeDocument/2006/relationships/customXml" Target="../ink/ink283.xml"/><Relationship Id="rId121" Type="http://schemas.openxmlformats.org/officeDocument/2006/relationships/image" Target="../media/image294.png"/><Relationship Id="rId3" Type="http://schemas.openxmlformats.org/officeDocument/2006/relationships/image" Target="../media/image235.png"/><Relationship Id="rId25" Type="http://schemas.openxmlformats.org/officeDocument/2006/relationships/image" Target="../media/image246.png"/><Relationship Id="rId46" Type="http://schemas.openxmlformats.org/officeDocument/2006/relationships/customXml" Target="../ink/ink257.xml"/><Relationship Id="rId67" Type="http://schemas.openxmlformats.org/officeDocument/2006/relationships/image" Target="../media/image267.png"/><Relationship Id="rId116" Type="http://schemas.openxmlformats.org/officeDocument/2006/relationships/customXml" Target="../ink/ink292.xml"/><Relationship Id="rId20" Type="http://schemas.openxmlformats.org/officeDocument/2006/relationships/customXml" Target="../ink/ink244.xml"/><Relationship Id="rId41" Type="http://schemas.openxmlformats.org/officeDocument/2006/relationships/image" Target="../media/image254.png"/><Relationship Id="rId62" Type="http://schemas.openxmlformats.org/officeDocument/2006/relationships/customXml" Target="../ink/ink265.xml"/><Relationship Id="rId83" Type="http://schemas.openxmlformats.org/officeDocument/2006/relationships/image" Target="../media/image275.png"/><Relationship Id="rId88" Type="http://schemas.openxmlformats.org/officeDocument/2006/relationships/customXml" Target="../ink/ink278.xml"/><Relationship Id="rId111" Type="http://schemas.openxmlformats.org/officeDocument/2006/relationships/image" Target="../media/image289.png"/><Relationship Id="rId15" Type="http://schemas.openxmlformats.org/officeDocument/2006/relationships/image" Target="../media/image241.png"/><Relationship Id="rId36" Type="http://schemas.openxmlformats.org/officeDocument/2006/relationships/customXml" Target="../ink/ink252.xml"/><Relationship Id="rId57" Type="http://schemas.openxmlformats.org/officeDocument/2006/relationships/image" Target="../media/image262.png"/><Relationship Id="rId106" Type="http://schemas.openxmlformats.org/officeDocument/2006/relationships/customXml" Target="../ink/ink287.xml"/><Relationship Id="rId10" Type="http://schemas.openxmlformats.org/officeDocument/2006/relationships/customXml" Target="../ink/ink239.xml"/><Relationship Id="rId31" Type="http://schemas.openxmlformats.org/officeDocument/2006/relationships/image" Target="../media/image249.png"/><Relationship Id="rId52" Type="http://schemas.openxmlformats.org/officeDocument/2006/relationships/customXml" Target="../ink/ink260.xml"/><Relationship Id="rId73" Type="http://schemas.openxmlformats.org/officeDocument/2006/relationships/image" Target="../media/image270.png"/><Relationship Id="rId78" Type="http://schemas.openxmlformats.org/officeDocument/2006/relationships/customXml" Target="../ink/ink273.xml"/><Relationship Id="rId94" Type="http://schemas.openxmlformats.org/officeDocument/2006/relationships/customXml" Target="../ink/ink281.xml"/><Relationship Id="rId99" Type="http://schemas.openxmlformats.org/officeDocument/2006/relationships/image" Target="../media/image283.png"/><Relationship Id="rId101" Type="http://schemas.openxmlformats.org/officeDocument/2006/relationships/image" Target="../media/image284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7.xml"/><Relationship Id="rId21" Type="http://schemas.openxmlformats.org/officeDocument/2006/relationships/image" Target="../media/image304.png"/><Relationship Id="rId42" Type="http://schemas.openxmlformats.org/officeDocument/2006/relationships/customXml" Target="../ink/ink315.xml"/><Relationship Id="rId47" Type="http://schemas.openxmlformats.org/officeDocument/2006/relationships/image" Target="../media/image317.png"/><Relationship Id="rId63" Type="http://schemas.openxmlformats.org/officeDocument/2006/relationships/image" Target="../media/image325.png"/><Relationship Id="rId68" Type="http://schemas.openxmlformats.org/officeDocument/2006/relationships/customXml" Target="../ink/ink328.xml"/><Relationship Id="rId84" Type="http://schemas.openxmlformats.org/officeDocument/2006/relationships/customXml" Target="../ink/ink336.xml"/><Relationship Id="rId89" Type="http://schemas.openxmlformats.org/officeDocument/2006/relationships/image" Target="../media/image338.png"/><Relationship Id="rId16" Type="http://schemas.openxmlformats.org/officeDocument/2006/relationships/customXml" Target="../ink/ink302.xml"/><Relationship Id="rId107" Type="http://schemas.openxmlformats.org/officeDocument/2006/relationships/image" Target="../media/image347.png"/><Relationship Id="rId11" Type="http://schemas.openxmlformats.org/officeDocument/2006/relationships/image" Target="../media/image299.png"/><Relationship Id="rId32" Type="http://schemas.openxmlformats.org/officeDocument/2006/relationships/customXml" Target="../ink/ink310.xml"/><Relationship Id="rId37" Type="http://schemas.openxmlformats.org/officeDocument/2006/relationships/image" Target="../media/image312.png"/><Relationship Id="rId53" Type="http://schemas.openxmlformats.org/officeDocument/2006/relationships/image" Target="../media/image320.png"/><Relationship Id="rId58" Type="http://schemas.openxmlformats.org/officeDocument/2006/relationships/customXml" Target="../ink/ink323.xml"/><Relationship Id="rId74" Type="http://schemas.openxmlformats.org/officeDocument/2006/relationships/customXml" Target="../ink/ink331.xml"/><Relationship Id="rId79" Type="http://schemas.openxmlformats.org/officeDocument/2006/relationships/image" Target="../media/image333.png"/><Relationship Id="rId102" Type="http://schemas.openxmlformats.org/officeDocument/2006/relationships/customXml" Target="../ink/ink345.xml"/><Relationship Id="rId5" Type="http://schemas.openxmlformats.org/officeDocument/2006/relationships/image" Target="../media/image296.png"/><Relationship Id="rId90" Type="http://schemas.openxmlformats.org/officeDocument/2006/relationships/customXml" Target="../ink/ink339.xml"/><Relationship Id="rId95" Type="http://schemas.openxmlformats.org/officeDocument/2006/relationships/image" Target="../media/image341.png"/><Relationship Id="rId22" Type="http://schemas.openxmlformats.org/officeDocument/2006/relationships/customXml" Target="../ink/ink305.xml"/><Relationship Id="rId27" Type="http://schemas.openxmlformats.org/officeDocument/2006/relationships/image" Target="../media/image307.png"/><Relationship Id="rId43" Type="http://schemas.openxmlformats.org/officeDocument/2006/relationships/image" Target="../media/image315.png"/><Relationship Id="rId48" Type="http://schemas.openxmlformats.org/officeDocument/2006/relationships/customXml" Target="../ink/ink318.xml"/><Relationship Id="rId64" Type="http://schemas.openxmlformats.org/officeDocument/2006/relationships/customXml" Target="../ink/ink326.xml"/><Relationship Id="rId69" Type="http://schemas.openxmlformats.org/officeDocument/2006/relationships/image" Target="../media/image328.png"/><Relationship Id="rId80" Type="http://schemas.openxmlformats.org/officeDocument/2006/relationships/customXml" Target="../ink/ink334.xml"/><Relationship Id="rId85" Type="http://schemas.openxmlformats.org/officeDocument/2006/relationships/image" Target="../media/image336.png"/><Relationship Id="rId12" Type="http://schemas.openxmlformats.org/officeDocument/2006/relationships/customXml" Target="../ink/ink300.xml"/><Relationship Id="rId17" Type="http://schemas.openxmlformats.org/officeDocument/2006/relationships/image" Target="../media/image302.png"/><Relationship Id="rId33" Type="http://schemas.openxmlformats.org/officeDocument/2006/relationships/image" Target="../media/image310.png"/><Relationship Id="rId38" Type="http://schemas.openxmlformats.org/officeDocument/2006/relationships/customXml" Target="../ink/ink313.xml"/><Relationship Id="rId59" Type="http://schemas.openxmlformats.org/officeDocument/2006/relationships/image" Target="../media/image323.png"/><Relationship Id="rId103" Type="http://schemas.openxmlformats.org/officeDocument/2006/relationships/image" Target="../media/image345.png"/><Relationship Id="rId108" Type="http://schemas.openxmlformats.org/officeDocument/2006/relationships/customXml" Target="../ink/ink348.xml"/><Relationship Id="rId54" Type="http://schemas.openxmlformats.org/officeDocument/2006/relationships/customXml" Target="../ink/ink321.xml"/><Relationship Id="rId70" Type="http://schemas.openxmlformats.org/officeDocument/2006/relationships/customXml" Target="../ink/ink329.xml"/><Relationship Id="rId75" Type="http://schemas.openxmlformats.org/officeDocument/2006/relationships/image" Target="../media/image331.png"/><Relationship Id="rId91" Type="http://schemas.openxmlformats.org/officeDocument/2006/relationships/image" Target="../media/image339.png"/><Relationship Id="rId96" Type="http://schemas.openxmlformats.org/officeDocument/2006/relationships/customXml" Target="../ink/ink3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7.xml"/><Relationship Id="rId15" Type="http://schemas.openxmlformats.org/officeDocument/2006/relationships/image" Target="../media/image301.png"/><Relationship Id="rId23" Type="http://schemas.openxmlformats.org/officeDocument/2006/relationships/image" Target="../media/image305.png"/><Relationship Id="rId28" Type="http://schemas.openxmlformats.org/officeDocument/2006/relationships/customXml" Target="../ink/ink308.xml"/><Relationship Id="rId36" Type="http://schemas.openxmlformats.org/officeDocument/2006/relationships/customXml" Target="../ink/ink312.xml"/><Relationship Id="rId49" Type="http://schemas.openxmlformats.org/officeDocument/2006/relationships/image" Target="../media/image318.png"/><Relationship Id="rId57" Type="http://schemas.openxmlformats.org/officeDocument/2006/relationships/image" Target="../media/image322.png"/><Relationship Id="rId106" Type="http://schemas.openxmlformats.org/officeDocument/2006/relationships/customXml" Target="../ink/ink347.xml"/><Relationship Id="rId10" Type="http://schemas.openxmlformats.org/officeDocument/2006/relationships/customXml" Target="../ink/ink299.xml"/><Relationship Id="rId31" Type="http://schemas.openxmlformats.org/officeDocument/2006/relationships/image" Target="../media/image309.png"/><Relationship Id="rId44" Type="http://schemas.openxmlformats.org/officeDocument/2006/relationships/customXml" Target="../ink/ink316.xml"/><Relationship Id="rId52" Type="http://schemas.openxmlformats.org/officeDocument/2006/relationships/customXml" Target="../ink/ink320.xml"/><Relationship Id="rId60" Type="http://schemas.openxmlformats.org/officeDocument/2006/relationships/customXml" Target="../ink/ink324.xml"/><Relationship Id="rId65" Type="http://schemas.openxmlformats.org/officeDocument/2006/relationships/image" Target="../media/image326.png"/><Relationship Id="rId73" Type="http://schemas.openxmlformats.org/officeDocument/2006/relationships/image" Target="../media/image330.png"/><Relationship Id="rId78" Type="http://schemas.openxmlformats.org/officeDocument/2006/relationships/customXml" Target="../ink/ink333.xml"/><Relationship Id="rId81" Type="http://schemas.openxmlformats.org/officeDocument/2006/relationships/image" Target="../media/image334.png"/><Relationship Id="rId86" Type="http://schemas.openxmlformats.org/officeDocument/2006/relationships/customXml" Target="../ink/ink337.xml"/><Relationship Id="rId94" Type="http://schemas.openxmlformats.org/officeDocument/2006/relationships/customXml" Target="../ink/ink341.xml"/><Relationship Id="rId99" Type="http://schemas.openxmlformats.org/officeDocument/2006/relationships/image" Target="../media/image343.png"/><Relationship Id="rId101" Type="http://schemas.openxmlformats.org/officeDocument/2006/relationships/image" Target="../media/image344.png"/><Relationship Id="rId4" Type="http://schemas.openxmlformats.org/officeDocument/2006/relationships/customXml" Target="../ink/ink296.xml"/><Relationship Id="rId9" Type="http://schemas.openxmlformats.org/officeDocument/2006/relationships/image" Target="../media/image298.png"/><Relationship Id="rId13" Type="http://schemas.openxmlformats.org/officeDocument/2006/relationships/image" Target="../media/image300.png"/><Relationship Id="rId18" Type="http://schemas.openxmlformats.org/officeDocument/2006/relationships/customXml" Target="../ink/ink303.xml"/><Relationship Id="rId39" Type="http://schemas.openxmlformats.org/officeDocument/2006/relationships/image" Target="../media/image313.png"/><Relationship Id="rId109" Type="http://schemas.openxmlformats.org/officeDocument/2006/relationships/image" Target="../media/image348.png"/><Relationship Id="rId34" Type="http://schemas.openxmlformats.org/officeDocument/2006/relationships/customXml" Target="../ink/ink311.xml"/><Relationship Id="rId50" Type="http://schemas.openxmlformats.org/officeDocument/2006/relationships/customXml" Target="../ink/ink319.xml"/><Relationship Id="rId55" Type="http://schemas.openxmlformats.org/officeDocument/2006/relationships/image" Target="../media/image321.png"/><Relationship Id="rId76" Type="http://schemas.openxmlformats.org/officeDocument/2006/relationships/customXml" Target="../ink/ink332.xml"/><Relationship Id="rId97" Type="http://schemas.openxmlformats.org/officeDocument/2006/relationships/image" Target="../media/image342.png"/><Relationship Id="rId104" Type="http://schemas.openxmlformats.org/officeDocument/2006/relationships/customXml" Target="../ink/ink346.xml"/><Relationship Id="rId7" Type="http://schemas.openxmlformats.org/officeDocument/2006/relationships/image" Target="../media/image297.png"/><Relationship Id="rId71" Type="http://schemas.openxmlformats.org/officeDocument/2006/relationships/image" Target="../media/image329.png"/><Relationship Id="rId92" Type="http://schemas.openxmlformats.org/officeDocument/2006/relationships/customXml" Target="../ink/ink340.xml"/><Relationship Id="rId2" Type="http://schemas.openxmlformats.org/officeDocument/2006/relationships/customXml" Target="../ink/ink295.xml"/><Relationship Id="rId29" Type="http://schemas.openxmlformats.org/officeDocument/2006/relationships/image" Target="../media/image308.png"/><Relationship Id="rId24" Type="http://schemas.openxmlformats.org/officeDocument/2006/relationships/customXml" Target="../ink/ink306.xml"/><Relationship Id="rId40" Type="http://schemas.openxmlformats.org/officeDocument/2006/relationships/customXml" Target="../ink/ink314.xml"/><Relationship Id="rId45" Type="http://schemas.openxmlformats.org/officeDocument/2006/relationships/image" Target="../media/image316.png"/><Relationship Id="rId66" Type="http://schemas.openxmlformats.org/officeDocument/2006/relationships/customXml" Target="../ink/ink327.xml"/><Relationship Id="rId87" Type="http://schemas.openxmlformats.org/officeDocument/2006/relationships/image" Target="../media/image337.png"/><Relationship Id="rId110" Type="http://schemas.openxmlformats.org/officeDocument/2006/relationships/customXml" Target="../ink/ink349.xml"/><Relationship Id="rId61" Type="http://schemas.openxmlformats.org/officeDocument/2006/relationships/image" Target="../media/image324.png"/><Relationship Id="rId82" Type="http://schemas.openxmlformats.org/officeDocument/2006/relationships/customXml" Target="../ink/ink335.xml"/><Relationship Id="rId19" Type="http://schemas.openxmlformats.org/officeDocument/2006/relationships/image" Target="../media/image303.png"/><Relationship Id="rId14" Type="http://schemas.openxmlformats.org/officeDocument/2006/relationships/customXml" Target="../ink/ink301.xml"/><Relationship Id="rId30" Type="http://schemas.openxmlformats.org/officeDocument/2006/relationships/customXml" Target="../ink/ink309.xml"/><Relationship Id="rId35" Type="http://schemas.openxmlformats.org/officeDocument/2006/relationships/image" Target="../media/image311.png"/><Relationship Id="rId56" Type="http://schemas.openxmlformats.org/officeDocument/2006/relationships/customXml" Target="../ink/ink322.xml"/><Relationship Id="rId77" Type="http://schemas.openxmlformats.org/officeDocument/2006/relationships/image" Target="../media/image332.png"/><Relationship Id="rId100" Type="http://schemas.openxmlformats.org/officeDocument/2006/relationships/customXml" Target="../ink/ink344.xml"/><Relationship Id="rId105" Type="http://schemas.openxmlformats.org/officeDocument/2006/relationships/image" Target="../media/image346.png"/><Relationship Id="rId8" Type="http://schemas.openxmlformats.org/officeDocument/2006/relationships/customXml" Target="../ink/ink298.xml"/><Relationship Id="rId51" Type="http://schemas.openxmlformats.org/officeDocument/2006/relationships/image" Target="../media/image319.png"/><Relationship Id="rId72" Type="http://schemas.openxmlformats.org/officeDocument/2006/relationships/customXml" Target="../ink/ink330.xml"/><Relationship Id="rId93" Type="http://schemas.openxmlformats.org/officeDocument/2006/relationships/image" Target="../media/image340.png"/><Relationship Id="rId98" Type="http://schemas.openxmlformats.org/officeDocument/2006/relationships/customXml" Target="../ink/ink343.xml"/><Relationship Id="rId3" Type="http://schemas.openxmlformats.org/officeDocument/2006/relationships/image" Target="../media/image295.png"/><Relationship Id="rId25" Type="http://schemas.openxmlformats.org/officeDocument/2006/relationships/image" Target="../media/image306.png"/><Relationship Id="rId46" Type="http://schemas.openxmlformats.org/officeDocument/2006/relationships/customXml" Target="../ink/ink317.xml"/><Relationship Id="rId67" Type="http://schemas.openxmlformats.org/officeDocument/2006/relationships/image" Target="../media/image327.png"/><Relationship Id="rId20" Type="http://schemas.openxmlformats.org/officeDocument/2006/relationships/customXml" Target="../ink/ink304.xml"/><Relationship Id="rId41" Type="http://schemas.openxmlformats.org/officeDocument/2006/relationships/image" Target="../media/image314.png"/><Relationship Id="rId62" Type="http://schemas.openxmlformats.org/officeDocument/2006/relationships/customXml" Target="../ink/ink325.xml"/><Relationship Id="rId83" Type="http://schemas.openxmlformats.org/officeDocument/2006/relationships/image" Target="../media/image335.png"/><Relationship Id="rId88" Type="http://schemas.openxmlformats.org/officeDocument/2006/relationships/customXml" Target="../ink/ink338.xml"/><Relationship Id="rId111" Type="http://schemas.openxmlformats.org/officeDocument/2006/relationships/image" Target="../media/image34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7.png"/><Relationship Id="rId21" Type="http://schemas.openxmlformats.org/officeDocument/2006/relationships/image" Target="../media/image359.png"/><Relationship Id="rId42" Type="http://schemas.openxmlformats.org/officeDocument/2006/relationships/customXml" Target="../ink/ink370.xml"/><Relationship Id="rId63" Type="http://schemas.openxmlformats.org/officeDocument/2006/relationships/image" Target="../media/image380.png"/><Relationship Id="rId84" Type="http://schemas.openxmlformats.org/officeDocument/2006/relationships/customXml" Target="../ink/ink391.xml"/><Relationship Id="rId138" Type="http://schemas.openxmlformats.org/officeDocument/2006/relationships/customXml" Target="../ink/ink418.xml"/><Relationship Id="rId16" Type="http://schemas.openxmlformats.org/officeDocument/2006/relationships/customXml" Target="../ink/ink357.xml"/><Relationship Id="rId107" Type="http://schemas.openxmlformats.org/officeDocument/2006/relationships/image" Target="../media/image402.png"/><Relationship Id="rId11" Type="http://schemas.openxmlformats.org/officeDocument/2006/relationships/image" Target="../media/image354.png"/><Relationship Id="rId32" Type="http://schemas.openxmlformats.org/officeDocument/2006/relationships/customXml" Target="../ink/ink365.xml"/><Relationship Id="rId37" Type="http://schemas.openxmlformats.org/officeDocument/2006/relationships/image" Target="../media/image367.png"/><Relationship Id="rId53" Type="http://schemas.openxmlformats.org/officeDocument/2006/relationships/image" Target="../media/image375.png"/><Relationship Id="rId58" Type="http://schemas.openxmlformats.org/officeDocument/2006/relationships/customXml" Target="../ink/ink378.xml"/><Relationship Id="rId74" Type="http://schemas.openxmlformats.org/officeDocument/2006/relationships/customXml" Target="../ink/ink386.xml"/><Relationship Id="rId79" Type="http://schemas.openxmlformats.org/officeDocument/2006/relationships/image" Target="../media/image388.png"/><Relationship Id="rId102" Type="http://schemas.openxmlformats.org/officeDocument/2006/relationships/customXml" Target="../ink/ink400.xml"/><Relationship Id="rId123" Type="http://schemas.openxmlformats.org/officeDocument/2006/relationships/image" Target="../media/image410.png"/><Relationship Id="rId128" Type="http://schemas.openxmlformats.org/officeDocument/2006/relationships/customXml" Target="../ink/ink413.xml"/><Relationship Id="rId5" Type="http://schemas.openxmlformats.org/officeDocument/2006/relationships/image" Target="../media/image351.png"/><Relationship Id="rId90" Type="http://schemas.openxmlformats.org/officeDocument/2006/relationships/customXml" Target="../ink/ink394.xml"/><Relationship Id="rId95" Type="http://schemas.openxmlformats.org/officeDocument/2006/relationships/image" Target="../media/image396.png"/><Relationship Id="rId22" Type="http://schemas.openxmlformats.org/officeDocument/2006/relationships/customXml" Target="../ink/ink360.xml"/><Relationship Id="rId27" Type="http://schemas.openxmlformats.org/officeDocument/2006/relationships/image" Target="../media/image362.png"/><Relationship Id="rId43" Type="http://schemas.openxmlformats.org/officeDocument/2006/relationships/image" Target="../media/image370.png"/><Relationship Id="rId48" Type="http://schemas.openxmlformats.org/officeDocument/2006/relationships/customXml" Target="../ink/ink373.xml"/><Relationship Id="rId64" Type="http://schemas.openxmlformats.org/officeDocument/2006/relationships/customXml" Target="../ink/ink381.xml"/><Relationship Id="rId69" Type="http://schemas.openxmlformats.org/officeDocument/2006/relationships/image" Target="../media/image383.png"/><Relationship Id="rId113" Type="http://schemas.openxmlformats.org/officeDocument/2006/relationships/image" Target="../media/image405.png"/><Relationship Id="rId118" Type="http://schemas.openxmlformats.org/officeDocument/2006/relationships/customXml" Target="../ink/ink408.xml"/><Relationship Id="rId134" Type="http://schemas.openxmlformats.org/officeDocument/2006/relationships/customXml" Target="../ink/ink416.xml"/><Relationship Id="rId139" Type="http://schemas.openxmlformats.org/officeDocument/2006/relationships/image" Target="../media/image418.png"/><Relationship Id="rId80" Type="http://schemas.openxmlformats.org/officeDocument/2006/relationships/customXml" Target="../ink/ink389.xml"/><Relationship Id="rId85" Type="http://schemas.openxmlformats.org/officeDocument/2006/relationships/image" Target="../media/image391.png"/><Relationship Id="rId12" Type="http://schemas.openxmlformats.org/officeDocument/2006/relationships/customXml" Target="../ink/ink355.xml"/><Relationship Id="rId17" Type="http://schemas.openxmlformats.org/officeDocument/2006/relationships/image" Target="../media/image357.png"/><Relationship Id="rId33" Type="http://schemas.openxmlformats.org/officeDocument/2006/relationships/image" Target="../media/image365.png"/><Relationship Id="rId38" Type="http://schemas.openxmlformats.org/officeDocument/2006/relationships/customXml" Target="../ink/ink368.xml"/><Relationship Id="rId59" Type="http://schemas.openxmlformats.org/officeDocument/2006/relationships/image" Target="../media/image378.png"/><Relationship Id="rId103" Type="http://schemas.openxmlformats.org/officeDocument/2006/relationships/image" Target="../media/image400.png"/><Relationship Id="rId108" Type="http://schemas.openxmlformats.org/officeDocument/2006/relationships/customXml" Target="../ink/ink403.xml"/><Relationship Id="rId124" Type="http://schemas.openxmlformats.org/officeDocument/2006/relationships/customXml" Target="../ink/ink411.xml"/><Relationship Id="rId129" Type="http://schemas.openxmlformats.org/officeDocument/2006/relationships/image" Target="../media/image413.png"/><Relationship Id="rId54" Type="http://schemas.openxmlformats.org/officeDocument/2006/relationships/customXml" Target="../ink/ink376.xml"/><Relationship Id="rId70" Type="http://schemas.openxmlformats.org/officeDocument/2006/relationships/customXml" Target="../ink/ink384.xml"/><Relationship Id="rId75" Type="http://schemas.openxmlformats.org/officeDocument/2006/relationships/image" Target="../media/image386.png"/><Relationship Id="rId91" Type="http://schemas.openxmlformats.org/officeDocument/2006/relationships/image" Target="../media/image394.png"/><Relationship Id="rId96" Type="http://schemas.openxmlformats.org/officeDocument/2006/relationships/customXml" Target="../ink/ink39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2.xml"/><Relationship Id="rId23" Type="http://schemas.openxmlformats.org/officeDocument/2006/relationships/image" Target="../media/image360.png"/><Relationship Id="rId28" Type="http://schemas.openxmlformats.org/officeDocument/2006/relationships/customXml" Target="../ink/ink363.xml"/><Relationship Id="rId49" Type="http://schemas.openxmlformats.org/officeDocument/2006/relationships/image" Target="../media/image373.png"/><Relationship Id="rId114" Type="http://schemas.openxmlformats.org/officeDocument/2006/relationships/customXml" Target="../ink/ink406.xml"/><Relationship Id="rId119" Type="http://schemas.openxmlformats.org/officeDocument/2006/relationships/image" Target="../media/image408.png"/><Relationship Id="rId44" Type="http://schemas.openxmlformats.org/officeDocument/2006/relationships/customXml" Target="../ink/ink371.xml"/><Relationship Id="rId60" Type="http://schemas.openxmlformats.org/officeDocument/2006/relationships/customXml" Target="../ink/ink379.xml"/><Relationship Id="rId65" Type="http://schemas.openxmlformats.org/officeDocument/2006/relationships/image" Target="../media/image381.png"/><Relationship Id="rId81" Type="http://schemas.openxmlformats.org/officeDocument/2006/relationships/image" Target="../media/image389.png"/><Relationship Id="rId86" Type="http://schemas.openxmlformats.org/officeDocument/2006/relationships/customXml" Target="../ink/ink392.xml"/><Relationship Id="rId130" Type="http://schemas.openxmlformats.org/officeDocument/2006/relationships/customXml" Target="../ink/ink414.xml"/><Relationship Id="rId135" Type="http://schemas.openxmlformats.org/officeDocument/2006/relationships/image" Target="../media/image416.png"/><Relationship Id="rId13" Type="http://schemas.openxmlformats.org/officeDocument/2006/relationships/image" Target="../media/image355.png"/><Relationship Id="rId18" Type="http://schemas.openxmlformats.org/officeDocument/2006/relationships/customXml" Target="../ink/ink358.xml"/><Relationship Id="rId39" Type="http://schemas.openxmlformats.org/officeDocument/2006/relationships/image" Target="../media/image368.png"/><Relationship Id="rId109" Type="http://schemas.openxmlformats.org/officeDocument/2006/relationships/image" Target="../media/image403.png"/><Relationship Id="rId34" Type="http://schemas.openxmlformats.org/officeDocument/2006/relationships/customXml" Target="../ink/ink366.xml"/><Relationship Id="rId50" Type="http://schemas.openxmlformats.org/officeDocument/2006/relationships/customXml" Target="../ink/ink374.xml"/><Relationship Id="rId55" Type="http://schemas.openxmlformats.org/officeDocument/2006/relationships/image" Target="../media/image376.png"/><Relationship Id="rId76" Type="http://schemas.openxmlformats.org/officeDocument/2006/relationships/customXml" Target="../ink/ink387.xml"/><Relationship Id="rId97" Type="http://schemas.openxmlformats.org/officeDocument/2006/relationships/image" Target="../media/image397.png"/><Relationship Id="rId104" Type="http://schemas.openxmlformats.org/officeDocument/2006/relationships/customXml" Target="../ink/ink401.xml"/><Relationship Id="rId120" Type="http://schemas.openxmlformats.org/officeDocument/2006/relationships/customXml" Target="../ink/ink409.xml"/><Relationship Id="rId125" Type="http://schemas.openxmlformats.org/officeDocument/2006/relationships/image" Target="../media/image411.png"/><Relationship Id="rId7" Type="http://schemas.openxmlformats.org/officeDocument/2006/relationships/image" Target="../media/image352.png"/><Relationship Id="rId71" Type="http://schemas.openxmlformats.org/officeDocument/2006/relationships/image" Target="../media/image384.png"/><Relationship Id="rId92" Type="http://schemas.openxmlformats.org/officeDocument/2006/relationships/customXml" Target="../ink/ink395.xml"/><Relationship Id="rId2" Type="http://schemas.openxmlformats.org/officeDocument/2006/relationships/customXml" Target="../ink/ink350.xml"/><Relationship Id="rId29" Type="http://schemas.openxmlformats.org/officeDocument/2006/relationships/image" Target="../media/image363.png"/><Relationship Id="rId24" Type="http://schemas.openxmlformats.org/officeDocument/2006/relationships/customXml" Target="../ink/ink361.xml"/><Relationship Id="rId40" Type="http://schemas.openxmlformats.org/officeDocument/2006/relationships/customXml" Target="../ink/ink369.xml"/><Relationship Id="rId45" Type="http://schemas.openxmlformats.org/officeDocument/2006/relationships/image" Target="../media/image371.png"/><Relationship Id="rId66" Type="http://schemas.openxmlformats.org/officeDocument/2006/relationships/customXml" Target="../ink/ink382.xml"/><Relationship Id="rId87" Type="http://schemas.openxmlformats.org/officeDocument/2006/relationships/image" Target="../media/image392.png"/><Relationship Id="rId110" Type="http://schemas.openxmlformats.org/officeDocument/2006/relationships/customXml" Target="../ink/ink404.xml"/><Relationship Id="rId115" Type="http://schemas.openxmlformats.org/officeDocument/2006/relationships/image" Target="../media/image406.png"/><Relationship Id="rId131" Type="http://schemas.openxmlformats.org/officeDocument/2006/relationships/image" Target="../media/image414.png"/><Relationship Id="rId136" Type="http://schemas.openxmlformats.org/officeDocument/2006/relationships/customXml" Target="../ink/ink417.xml"/><Relationship Id="rId61" Type="http://schemas.openxmlformats.org/officeDocument/2006/relationships/image" Target="../media/image379.png"/><Relationship Id="rId82" Type="http://schemas.openxmlformats.org/officeDocument/2006/relationships/customXml" Target="../ink/ink390.xml"/><Relationship Id="rId19" Type="http://schemas.openxmlformats.org/officeDocument/2006/relationships/image" Target="../media/image358.png"/><Relationship Id="rId14" Type="http://schemas.openxmlformats.org/officeDocument/2006/relationships/customXml" Target="../ink/ink356.xml"/><Relationship Id="rId30" Type="http://schemas.openxmlformats.org/officeDocument/2006/relationships/customXml" Target="../ink/ink364.xml"/><Relationship Id="rId35" Type="http://schemas.openxmlformats.org/officeDocument/2006/relationships/image" Target="../media/image366.png"/><Relationship Id="rId56" Type="http://schemas.openxmlformats.org/officeDocument/2006/relationships/customXml" Target="../ink/ink377.xml"/><Relationship Id="rId77" Type="http://schemas.openxmlformats.org/officeDocument/2006/relationships/image" Target="../media/image387.png"/><Relationship Id="rId100" Type="http://schemas.openxmlformats.org/officeDocument/2006/relationships/customXml" Target="../ink/ink399.xml"/><Relationship Id="rId105" Type="http://schemas.openxmlformats.org/officeDocument/2006/relationships/image" Target="../media/image401.png"/><Relationship Id="rId126" Type="http://schemas.openxmlformats.org/officeDocument/2006/relationships/customXml" Target="../ink/ink412.xml"/><Relationship Id="rId8" Type="http://schemas.openxmlformats.org/officeDocument/2006/relationships/customXml" Target="../ink/ink353.xml"/><Relationship Id="rId51" Type="http://schemas.openxmlformats.org/officeDocument/2006/relationships/image" Target="../media/image374.png"/><Relationship Id="rId72" Type="http://schemas.openxmlformats.org/officeDocument/2006/relationships/customXml" Target="../ink/ink385.xml"/><Relationship Id="rId93" Type="http://schemas.openxmlformats.org/officeDocument/2006/relationships/image" Target="../media/image395.png"/><Relationship Id="rId98" Type="http://schemas.openxmlformats.org/officeDocument/2006/relationships/customXml" Target="../ink/ink398.xml"/><Relationship Id="rId121" Type="http://schemas.openxmlformats.org/officeDocument/2006/relationships/image" Target="../media/image409.png"/><Relationship Id="rId3" Type="http://schemas.openxmlformats.org/officeDocument/2006/relationships/image" Target="../media/image350.png"/><Relationship Id="rId25" Type="http://schemas.openxmlformats.org/officeDocument/2006/relationships/image" Target="../media/image361.png"/><Relationship Id="rId46" Type="http://schemas.openxmlformats.org/officeDocument/2006/relationships/customXml" Target="../ink/ink372.xml"/><Relationship Id="rId67" Type="http://schemas.openxmlformats.org/officeDocument/2006/relationships/image" Target="../media/image382.png"/><Relationship Id="rId116" Type="http://schemas.openxmlformats.org/officeDocument/2006/relationships/customXml" Target="../ink/ink407.xml"/><Relationship Id="rId137" Type="http://schemas.openxmlformats.org/officeDocument/2006/relationships/image" Target="../media/image417.png"/><Relationship Id="rId20" Type="http://schemas.openxmlformats.org/officeDocument/2006/relationships/customXml" Target="../ink/ink359.xml"/><Relationship Id="rId41" Type="http://schemas.openxmlformats.org/officeDocument/2006/relationships/image" Target="../media/image369.png"/><Relationship Id="rId62" Type="http://schemas.openxmlformats.org/officeDocument/2006/relationships/customXml" Target="../ink/ink380.xml"/><Relationship Id="rId83" Type="http://schemas.openxmlformats.org/officeDocument/2006/relationships/image" Target="../media/image390.png"/><Relationship Id="rId88" Type="http://schemas.openxmlformats.org/officeDocument/2006/relationships/customXml" Target="../ink/ink393.xml"/><Relationship Id="rId111" Type="http://schemas.openxmlformats.org/officeDocument/2006/relationships/image" Target="../media/image404.png"/><Relationship Id="rId132" Type="http://schemas.openxmlformats.org/officeDocument/2006/relationships/customXml" Target="../ink/ink415.xml"/><Relationship Id="rId15" Type="http://schemas.openxmlformats.org/officeDocument/2006/relationships/image" Target="../media/image356.png"/><Relationship Id="rId36" Type="http://schemas.openxmlformats.org/officeDocument/2006/relationships/customXml" Target="../ink/ink367.xml"/><Relationship Id="rId57" Type="http://schemas.openxmlformats.org/officeDocument/2006/relationships/image" Target="../media/image377.png"/><Relationship Id="rId106" Type="http://schemas.openxmlformats.org/officeDocument/2006/relationships/customXml" Target="../ink/ink402.xml"/><Relationship Id="rId127" Type="http://schemas.openxmlformats.org/officeDocument/2006/relationships/image" Target="../media/image412.png"/><Relationship Id="rId10" Type="http://schemas.openxmlformats.org/officeDocument/2006/relationships/customXml" Target="../ink/ink354.xml"/><Relationship Id="rId31" Type="http://schemas.openxmlformats.org/officeDocument/2006/relationships/image" Target="../media/image364.png"/><Relationship Id="rId52" Type="http://schemas.openxmlformats.org/officeDocument/2006/relationships/customXml" Target="../ink/ink375.xml"/><Relationship Id="rId73" Type="http://schemas.openxmlformats.org/officeDocument/2006/relationships/image" Target="../media/image385.png"/><Relationship Id="rId78" Type="http://schemas.openxmlformats.org/officeDocument/2006/relationships/customXml" Target="../ink/ink388.xml"/><Relationship Id="rId94" Type="http://schemas.openxmlformats.org/officeDocument/2006/relationships/customXml" Target="../ink/ink396.xml"/><Relationship Id="rId99" Type="http://schemas.openxmlformats.org/officeDocument/2006/relationships/image" Target="../media/image398.png"/><Relationship Id="rId101" Type="http://schemas.openxmlformats.org/officeDocument/2006/relationships/image" Target="../media/image399.png"/><Relationship Id="rId122" Type="http://schemas.openxmlformats.org/officeDocument/2006/relationships/customXml" Target="../ink/ink410.xml"/><Relationship Id="rId4" Type="http://schemas.openxmlformats.org/officeDocument/2006/relationships/customXml" Target="../ink/ink351.xml"/><Relationship Id="rId9" Type="http://schemas.openxmlformats.org/officeDocument/2006/relationships/image" Target="../media/image353.png"/><Relationship Id="rId26" Type="http://schemas.openxmlformats.org/officeDocument/2006/relationships/customXml" Target="../ink/ink362.xml"/><Relationship Id="rId47" Type="http://schemas.openxmlformats.org/officeDocument/2006/relationships/image" Target="../media/image372.png"/><Relationship Id="rId68" Type="http://schemas.openxmlformats.org/officeDocument/2006/relationships/customXml" Target="../ink/ink383.xml"/><Relationship Id="rId89" Type="http://schemas.openxmlformats.org/officeDocument/2006/relationships/image" Target="../media/image393.png"/><Relationship Id="rId112" Type="http://schemas.openxmlformats.org/officeDocument/2006/relationships/customXml" Target="../ink/ink405.xml"/><Relationship Id="rId133" Type="http://schemas.openxmlformats.org/officeDocument/2006/relationships/image" Target="../media/image415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31.xml"/><Relationship Id="rId117" Type="http://schemas.openxmlformats.org/officeDocument/2006/relationships/image" Target="../media/image476.png"/><Relationship Id="rId21" Type="http://schemas.openxmlformats.org/officeDocument/2006/relationships/image" Target="../media/image428.png"/><Relationship Id="rId42" Type="http://schemas.openxmlformats.org/officeDocument/2006/relationships/customXml" Target="../ink/ink439.xml"/><Relationship Id="rId47" Type="http://schemas.openxmlformats.org/officeDocument/2006/relationships/image" Target="../media/image441.png"/><Relationship Id="rId63" Type="http://schemas.openxmlformats.org/officeDocument/2006/relationships/image" Target="../media/image449.png"/><Relationship Id="rId68" Type="http://schemas.openxmlformats.org/officeDocument/2006/relationships/customXml" Target="../ink/ink452.xml"/><Relationship Id="rId84" Type="http://schemas.openxmlformats.org/officeDocument/2006/relationships/customXml" Target="../ink/ink460.xml"/><Relationship Id="rId89" Type="http://schemas.openxmlformats.org/officeDocument/2006/relationships/image" Target="../media/image462.png"/><Relationship Id="rId112" Type="http://schemas.openxmlformats.org/officeDocument/2006/relationships/customXml" Target="../ink/ink474.xml"/><Relationship Id="rId16" Type="http://schemas.openxmlformats.org/officeDocument/2006/relationships/customXml" Target="../ink/ink426.xml"/><Relationship Id="rId107" Type="http://schemas.openxmlformats.org/officeDocument/2006/relationships/image" Target="../media/image471.png"/><Relationship Id="rId11" Type="http://schemas.openxmlformats.org/officeDocument/2006/relationships/image" Target="../media/image423.png"/><Relationship Id="rId32" Type="http://schemas.openxmlformats.org/officeDocument/2006/relationships/customXml" Target="../ink/ink434.xml"/><Relationship Id="rId37" Type="http://schemas.openxmlformats.org/officeDocument/2006/relationships/image" Target="../media/image436.png"/><Relationship Id="rId53" Type="http://schemas.openxmlformats.org/officeDocument/2006/relationships/image" Target="../media/image444.png"/><Relationship Id="rId58" Type="http://schemas.openxmlformats.org/officeDocument/2006/relationships/customXml" Target="../ink/ink447.xml"/><Relationship Id="rId74" Type="http://schemas.openxmlformats.org/officeDocument/2006/relationships/customXml" Target="../ink/ink455.xml"/><Relationship Id="rId79" Type="http://schemas.openxmlformats.org/officeDocument/2006/relationships/image" Target="../media/image457.png"/><Relationship Id="rId102" Type="http://schemas.openxmlformats.org/officeDocument/2006/relationships/customXml" Target="../ink/ink469.xml"/><Relationship Id="rId123" Type="http://schemas.openxmlformats.org/officeDocument/2006/relationships/image" Target="../media/image479.png"/><Relationship Id="rId5" Type="http://schemas.openxmlformats.org/officeDocument/2006/relationships/image" Target="../media/image420.png"/><Relationship Id="rId90" Type="http://schemas.openxmlformats.org/officeDocument/2006/relationships/customXml" Target="../ink/ink463.xml"/><Relationship Id="rId95" Type="http://schemas.openxmlformats.org/officeDocument/2006/relationships/image" Target="../media/image465.png"/><Relationship Id="rId22" Type="http://schemas.openxmlformats.org/officeDocument/2006/relationships/customXml" Target="../ink/ink429.xml"/><Relationship Id="rId27" Type="http://schemas.openxmlformats.org/officeDocument/2006/relationships/image" Target="../media/image431.png"/><Relationship Id="rId43" Type="http://schemas.openxmlformats.org/officeDocument/2006/relationships/image" Target="../media/image439.png"/><Relationship Id="rId48" Type="http://schemas.openxmlformats.org/officeDocument/2006/relationships/customXml" Target="../ink/ink442.xml"/><Relationship Id="rId64" Type="http://schemas.openxmlformats.org/officeDocument/2006/relationships/customXml" Target="../ink/ink450.xml"/><Relationship Id="rId69" Type="http://schemas.openxmlformats.org/officeDocument/2006/relationships/image" Target="../media/image452.png"/><Relationship Id="rId113" Type="http://schemas.openxmlformats.org/officeDocument/2006/relationships/image" Target="../media/image474.png"/><Relationship Id="rId118" Type="http://schemas.openxmlformats.org/officeDocument/2006/relationships/customXml" Target="../ink/ink477.xml"/><Relationship Id="rId80" Type="http://schemas.openxmlformats.org/officeDocument/2006/relationships/customXml" Target="../ink/ink458.xml"/><Relationship Id="rId85" Type="http://schemas.openxmlformats.org/officeDocument/2006/relationships/image" Target="../media/image460.png"/><Relationship Id="rId12" Type="http://schemas.openxmlformats.org/officeDocument/2006/relationships/customXml" Target="../ink/ink424.xml"/><Relationship Id="rId17" Type="http://schemas.openxmlformats.org/officeDocument/2006/relationships/image" Target="../media/image426.png"/><Relationship Id="rId33" Type="http://schemas.openxmlformats.org/officeDocument/2006/relationships/image" Target="../media/image434.png"/><Relationship Id="rId38" Type="http://schemas.openxmlformats.org/officeDocument/2006/relationships/customXml" Target="../ink/ink437.xml"/><Relationship Id="rId59" Type="http://schemas.openxmlformats.org/officeDocument/2006/relationships/image" Target="../media/image447.png"/><Relationship Id="rId103" Type="http://schemas.openxmlformats.org/officeDocument/2006/relationships/image" Target="../media/image469.png"/><Relationship Id="rId108" Type="http://schemas.openxmlformats.org/officeDocument/2006/relationships/customXml" Target="../ink/ink472.xml"/><Relationship Id="rId124" Type="http://schemas.openxmlformats.org/officeDocument/2006/relationships/customXml" Target="../ink/ink480.xml"/><Relationship Id="rId54" Type="http://schemas.openxmlformats.org/officeDocument/2006/relationships/customXml" Target="../ink/ink445.xml"/><Relationship Id="rId70" Type="http://schemas.openxmlformats.org/officeDocument/2006/relationships/customXml" Target="../ink/ink453.xml"/><Relationship Id="rId75" Type="http://schemas.openxmlformats.org/officeDocument/2006/relationships/image" Target="../media/image455.png"/><Relationship Id="rId91" Type="http://schemas.openxmlformats.org/officeDocument/2006/relationships/image" Target="../media/image463.png"/><Relationship Id="rId96" Type="http://schemas.openxmlformats.org/officeDocument/2006/relationships/customXml" Target="../ink/ink4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1.xml"/><Relationship Id="rId23" Type="http://schemas.openxmlformats.org/officeDocument/2006/relationships/image" Target="../media/image429.png"/><Relationship Id="rId28" Type="http://schemas.openxmlformats.org/officeDocument/2006/relationships/customXml" Target="../ink/ink432.xml"/><Relationship Id="rId49" Type="http://schemas.openxmlformats.org/officeDocument/2006/relationships/image" Target="../media/image442.png"/><Relationship Id="rId114" Type="http://schemas.openxmlformats.org/officeDocument/2006/relationships/customXml" Target="../ink/ink475.xml"/><Relationship Id="rId119" Type="http://schemas.openxmlformats.org/officeDocument/2006/relationships/image" Target="../media/image477.png"/><Relationship Id="rId44" Type="http://schemas.openxmlformats.org/officeDocument/2006/relationships/customXml" Target="../ink/ink440.xml"/><Relationship Id="rId60" Type="http://schemas.openxmlformats.org/officeDocument/2006/relationships/customXml" Target="../ink/ink448.xml"/><Relationship Id="rId65" Type="http://schemas.openxmlformats.org/officeDocument/2006/relationships/image" Target="../media/image450.png"/><Relationship Id="rId81" Type="http://schemas.openxmlformats.org/officeDocument/2006/relationships/image" Target="../media/image458.png"/><Relationship Id="rId86" Type="http://schemas.openxmlformats.org/officeDocument/2006/relationships/customXml" Target="../ink/ink461.xml"/><Relationship Id="rId13" Type="http://schemas.openxmlformats.org/officeDocument/2006/relationships/image" Target="../media/image424.png"/><Relationship Id="rId18" Type="http://schemas.openxmlformats.org/officeDocument/2006/relationships/customXml" Target="../ink/ink427.xml"/><Relationship Id="rId39" Type="http://schemas.openxmlformats.org/officeDocument/2006/relationships/image" Target="../media/image437.png"/><Relationship Id="rId109" Type="http://schemas.openxmlformats.org/officeDocument/2006/relationships/image" Target="../media/image472.png"/><Relationship Id="rId34" Type="http://schemas.openxmlformats.org/officeDocument/2006/relationships/customXml" Target="../ink/ink435.xml"/><Relationship Id="rId50" Type="http://schemas.openxmlformats.org/officeDocument/2006/relationships/customXml" Target="../ink/ink443.xml"/><Relationship Id="rId55" Type="http://schemas.openxmlformats.org/officeDocument/2006/relationships/image" Target="../media/image445.png"/><Relationship Id="rId76" Type="http://schemas.openxmlformats.org/officeDocument/2006/relationships/customXml" Target="../ink/ink456.xml"/><Relationship Id="rId97" Type="http://schemas.openxmlformats.org/officeDocument/2006/relationships/image" Target="../media/image466.png"/><Relationship Id="rId104" Type="http://schemas.openxmlformats.org/officeDocument/2006/relationships/customXml" Target="../ink/ink470.xml"/><Relationship Id="rId120" Type="http://schemas.openxmlformats.org/officeDocument/2006/relationships/customXml" Target="../ink/ink478.xml"/><Relationship Id="rId125" Type="http://schemas.openxmlformats.org/officeDocument/2006/relationships/image" Target="../media/image480.png"/><Relationship Id="rId7" Type="http://schemas.openxmlformats.org/officeDocument/2006/relationships/image" Target="../media/image421.png"/><Relationship Id="rId71" Type="http://schemas.openxmlformats.org/officeDocument/2006/relationships/image" Target="../media/image453.png"/><Relationship Id="rId92" Type="http://schemas.openxmlformats.org/officeDocument/2006/relationships/customXml" Target="../ink/ink464.xml"/><Relationship Id="rId2" Type="http://schemas.openxmlformats.org/officeDocument/2006/relationships/customXml" Target="../ink/ink419.xml"/><Relationship Id="rId29" Type="http://schemas.openxmlformats.org/officeDocument/2006/relationships/image" Target="../media/image432.png"/><Relationship Id="rId24" Type="http://schemas.openxmlformats.org/officeDocument/2006/relationships/customXml" Target="../ink/ink430.xml"/><Relationship Id="rId40" Type="http://schemas.openxmlformats.org/officeDocument/2006/relationships/customXml" Target="../ink/ink438.xml"/><Relationship Id="rId45" Type="http://schemas.openxmlformats.org/officeDocument/2006/relationships/image" Target="../media/image440.png"/><Relationship Id="rId66" Type="http://schemas.openxmlformats.org/officeDocument/2006/relationships/customXml" Target="../ink/ink451.xml"/><Relationship Id="rId87" Type="http://schemas.openxmlformats.org/officeDocument/2006/relationships/image" Target="../media/image461.png"/><Relationship Id="rId110" Type="http://schemas.openxmlformats.org/officeDocument/2006/relationships/customXml" Target="../ink/ink473.xml"/><Relationship Id="rId115" Type="http://schemas.openxmlformats.org/officeDocument/2006/relationships/image" Target="../media/image475.png"/><Relationship Id="rId61" Type="http://schemas.openxmlformats.org/officeDocument/2006/relationships/image" Target="../media/image448.png"/><Relationship Id="rId82" Type="http://schemas.openxmlformats.org/officeDocument/2006/relationships/customXml" Target="../ink/ink459.xml"/><Relationship Id="rId19" Type="http://schemas.openxmlformats.org/officeDocument/2006/relationships/image" Target="../media/image427.png"/><Relationship Id="rId14" Type="http://schemas.openxmlformats.org/officeDocument/2006/relationships/customXml" Target="../ink/ink425.xml"/><Relationship Id="rId30" Type="http://schemas.openxmlformats.org/officeDocument/2006/relationships/customXml" Target="../ink/ink433.xml"/><Relationship Id="rId35" Type="http://schemas.openxmlformats.org/officeDocument/2006/relationships/image" Target="../media/image435.png"/><Relationship Id="rId56" Type="http://schemas.openxmlformats.org/officeDocument/2006/relationships/customXml" Target="../ink/ink446.xml"/><Relationship Id="rId77" Type="http://schemas.openxmlformats.org/officeDocument/2006/relationships/image" Target="../media/image456.png"/><Relationship Id="rId100" Type="http://schemas.openxmlformats.org/officeDocument/2006/relationships/customXml" Target="../ink/ink468.xml"/><Relationship Id="rId105" Type="http://schemas.openxmlformats.org/officeDocument/2006/relationships/image" Target="../media/image470.png"/><Relationship Id="rId8" Type="http://schemas.openxmlformats.org/officeDocument/2006/relationships/customXml" Target="../ink/ink422.xml"/><Relationship Id="rId51" Type="http://schemas.openxmlformats.org/officeDocument/2006/relationships/image" Target="../media/image443.png"/><Relationship Id="rId72" Type="http://schemas.openxmlformats.org/officeDocument/2006/relationships/customXml" Target="../ink/ink454.xml"/><Relationship Id="rId93" Type="http://schemas.openxmlformats.org/officeDocument/2006/relationships/image" Target="../media/image464.png"/><Relationship Id="rId98" Type="http://schemas.openxmlformats.org/officeDocument/2006/relationships/customXml" Target="../ink/ink467.xml"/><Relationship Id="rId121" Type="http://schemas.openxmlformats.org/officeDocument/2006/relationships/image" Target="../media/image478.png"/><Relationship Id="rId3" Type="http://schemas.openxmlformats.org/officeDocument/2006/relationships/image" Target="../media/image419.png"/><Relationship Id="rId25" Type="http://schemas.openxmlformats.org/officeDocument/2006/relationships/image" Target="../media/image430.png"/><Relationship Id="rId46" Type="http://schemas.openxmlformats.org/officeDocument/2006/relationships/customXml" Target="../ink/ink441.xml"/><Relationship Id="rId67" Type="http://schemas.openxmlformats.org/officeDocument/2006/relationships/image" Target="../media/image451.png"/><Relationship Id="rId116" Type="http://schemas.openxmlformats.org/officeDocument/2006/relationships/customXml" Target="../ink/ink476.xml"/><Relationship Id="rId20" Type="http://schemas.openxmlformats.org/officeDocument/2006/relationships/customXml" Target="../ink/ink428.xml"/><Relationship Id="rId41" Type="http://schemas.openxmlformats.org/officeDocument/2006/relationships/image" Target="../media/image438.png"/><Relationship Id="rId62" Type="http://schemas.openxmlformats.org/officeDocument/2006/relationships/customXml" Target="../ink/ink449.xml"/><Relationship Id="rId83" Type="http://schemas.openxmlformats.org/officeDocument/2006/relationships/image" Target="../media/image459.png"/><Relationship Id="rId88" Type="http://schemas.openxmlformats.org/officeDocument/2006/relationships/customXml" Target="../ink/ink462.xml"/><Relationship Id="rId111" Type="http://schemas.openxmlformats.org/officeDocument/2006/relationships/image" Target="../media/image473.png"/><Relationship Id="rId15" Type="http://schemas.openxmlformats.org/officeDocument/2006/relationships/image" Target="../media/image425.png"/><Relationship Id="rId36" Type="http://schemas.openxmlformats.org/officeDocument/2006/relationships/customXml" Target="../ink/ink436.xml"/><Relationship Id="rId57" Type="http://schemas.openxmlformats.org/officeDocument/2006/relationships/image" Target="../media/image446.png"/><Relationship Id="rId106" Type="http://schemas.openxmlformats.org/officeDocument/2006/relationships/customXml" Target="../ink/ink471.xml"/><Relationship Id="rId10" Type="http://schemas.openxmlformats.org/officeDocument/2006/relationships/customXml" Target="../ink/ink423.xml"/><Relationship Id="rId31" Type="http://schemas.openxmlformats.org/officeDocument/2006/relationships/image" Target="../media/image433.png"/><Relationship Id="rId52" Type="http://schemas.openxmlformats.org/officeDocument/2006/relationships/customXml" Target="../ink/ink444.xml"/><Relationship Id="rId73" Type="http://schemas.openxmlformats.org/officeDocument/2006/relationships/image" Target="../media/image454.png"/><Relationship Id="rId78" Type="http://schemas.openxmlformats.org/officeDocument/2006/relationships/customXml" Target="../ink/ink457.xml"/><Relationship Id="rId94" Type="http://schemas.openxmlformats.org/officeDocument/2006/relationships/customXml" Target="../ink/ink465.xml"/><Relationship Id="rId99" Type="http://schemas.openxmlformats.org/officeDocument/2006/relationships/image" Target="../media/image467.png"/><Relationship Id="rId101" Type="http://schemas.openxmlformats.org/officeDocument/2006/relationships/image" Target="../media/image468.png"/><Relationship Id="rId122" Type="http://schemas.openxmlformats.org/officeDocument/2006/relationships/customXml" Target="../ink/ink479.xml"/><Relationship Id="rId4" Type="http://schemas.openxmlformats.org/officeDocument/2006/relationships/customXml" Target="../ink/ink420.xml"/><Relationship Id="rId9" Type="http://schemas.openxmlformats.org/officeDocument/2006/relationships/image" Target="../media/image42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3.xml"/><Relationship Id="rId21" Type="http://schemas.openxmlformats.org/officeDocument/2006/relationships/image" Target="../media/image490.png"/><Relationship Id="rId42" Type="http://schemas.openxmlformats.org/officeDocument/2006/relationships/customXml" Target="../ink/ink501.xml"/><Relationship Id="rId47" Type="http://schemas.openxmlformats.org/officeDocument/2006/relationships/image" Target="../media/image503.png"/><Relationship Id="rId63" Type="http://schemas.openxmlformats.org/officeDocument/2006/relationships/image" Target="../media/image511.png"/><Relationship Id="rId68" Type="http://schemas.openxmlformats.org/officeDocument/2006/relationships/customXml" Target="../ink/ink514.xml"/><Relationship Id="rId84" Type="http://schemas.openxmlformats.org/officeDocument/2006/relationships/customXml" Target="../ink/ink522.xml"/><Relationship Id="rId16" Type="http://schemas.openxmlformats.org/officeDocument/2006/relationships/customXml" Target="../ink/ink488.xml"/><Relationship Id="rId11" Type="http://schemas.openxmlformats.org/officeDocument/2006/relationships/image" Target="../media/image485.png"/><Relationship Id="rId32" Type="http://schemas.openxmlformats.org/officeDocument/2006/relationships/customXml" Target="../ink/ink496.xml"/><Relationship Id="rId37" Type="http://schemas.openxmlformats.org/officeDocument/2006/relationships/image" Target="../media/image498.png"/><Relationship Id="rId53" Type="http://schemas.openxmlformats.org/officeDocument/2006/relationships/image" Target="../media/image506.png"/><Relationship Id="rId58" Type="http://schemas.openxmlformats.org/officeDocument/2006/relationships/customXml" Target="../ink/ink509.xml"/><Relationship Id="rId74" Type="http://schemas.openxmlformats.org/officeDocument/2006/relationships/customXml" Target="../ink/ink517.xml"/><Relationship Id="rId79" Type="http://schemas.openxmlformats.org/officeDocument/2006/relationships/image" Target="../media/image519.png"/><Relationship Id="rId5" Type="http://schemas.openxmlformats.org/officeDocument/2006/relationships/image" Target="../media/image482.png"/><Relationship Id="rId19" Type="http://schemas.openxmlformats.org/officeDocument/2006/relationships/image" Target="../media/image489.png"/><Relationship Id="rId14" Type="http://schemas.openxmlformats.org/officeDocument/2006/relationships/customXml" Target="../ink/ink487.xml"/><Relationship Id="rId22" Type="http://schemas.openxmlformats.org/officeDocument/2006/relationships/customXml" Target="../ink/ink491.xml"/><Relationship Id="rId27" Type="http://schemas.openxmlformats.org/officeDocument/2006/relationships/image" Target="../media/image493.png"/><Relationship Id="rId30" Type="http://schemas.openxmlformats.org/officeDocument/2006/relationships/customXml" Target="../ink/ink495.xml"/><Relationship Id="rId35" Type="http://schemas.openxmlformats.org/officeDocument/2006/relationships/image" Target="../media/image497.png"/><Relationship Id="rId43" Type="http://schemas.openxmlformats.org/officeDocument/2006/relationships/image" Target="../media/image501.png"/><Relationship Id="rId48" Type="http://schemas.openxmlformats.org/officeDocument/2006/relationships/customXml" Target="../ink/ink504.xml"/><Relationship Id="rId56" Type="http://schemas.openxmlformats.org/officeDocument/2006/relationships/customXml" Target="../ink/ink508.xml"/><Relationship Id="rId64" Type="http://schemas.openxmlformats.org/officeDocument/2006/relationships/customXml" Target="../ink/ink512.xml"/><Relationship Id="rId69" Type="http://schemas.openxmlformats.org/officeDocument/2006/relationships/image" Target="../media/image514.png"/><Relationship Id="rId77" Type="http://schemas.openxmlformats.org/officeDocument/2006/relationships/image" Target="../media/image518.png"/><Relationship Id="rId8" Type="http://schemas.openxmlformats.org/officeDocument/2006/relationships/customXml" Target="../ink/ink484.xml"/><Relationship Id="rId51" Type="http://schemas.openxmlformats.org/officeDocument/2006/relationships/image" Target="../media/image505.png"/><Relationship Id="rId72" Type="http://schemas.openxmlformats.org/officeDocument/2006/relationships/customXml" Target="../ink/ink516.xml"/><Relationship Id="rId80" Type="http://schemas.openxmlformats.org/officeDocument/2006/relationships/customXml" Target="../ink/ink520.xml"/><Relationship Id="rId85" Type="http://schemas.openxmlformats.org/officeDocument/2006/relationships/image" Target="../media/image522.png"/><Relationship Id="rId3" Type="http://schemas.openxmlformats.org/officeDocument/2006/relationships/image" Target="../media/image481.png"/><Relationship Id="rId12" Type="http://schemas.openxmlformats.org/officeDocument/2006/relationships/customXml" Target="../ink/ink486.xml"/><Relationship Id="rId17" Type="http://schemas.openxmlformats.org/officeDocument/2006/relationships/image" Target="../media/image488.png"/><Relationship Id="rId25" Type="http://schemas.openxmlformats.org/officeDocument/2006/relationships/image" Target="../media/image492.png"/><Relationship Id="rId33" Type="http://schemas.openxmlformats.org/officeDocument/2006/relationships/image" Target="../media/image496.png"/><Relationship Id="rId38" Type="http://schemas.openxmlformats.org/officeDocument/2006/relationships/customXml" Target="../ink/ink499.xml"/><Relationship Id="rId46" Type="http://schemas.openxmlformats.org/officeDocument/2006/relationships/customXml" Target="../ink/ink503.xml"/><Relationship Id="rId59" Type="http://schemas.openxmlformats.org/officeDocument/2006/relationships/image" Target="../media/image509.png"/><Relationship Id="rId67" Type="http://schemas.openxmlformats.org/officeDocument/2006/relationships/image" Target="../media/image513.png"/><Relationship Id="rId20" Type="http://schemas.openxmlformats.org/officeDocument/2006/relationships/customXml" Target="../ink/ink490.xml"/><Relationship Id="rId41" Type="http://schemas.openxmlformats.org/officeDocument/2006/relationships/image" Target="../media/image500.png"/><Relationship Id="rId54" Type="http://schemas.openxmlformats.org/officeDocument/2006/relationships/customXml" Target="../ink/ink507.xml"/><Relationship Id="rId62" Type="http://schemas.openxmlformats.org/officeDocument/2006/relationships/customXml" Target="../ink/ink511.xml"/><Relationship Id="rId70" Type="http://schemas.openxmlformats.org/officeDocument/2006/relationships/customXml" Target="../ink/ink515.xml"/><Relationship Id="rId75" Type="http://schemas.openxmlformats.org/officeDocument/2006/relationships/image" Target="../media/image517.png"/><Relationship Id="rId83" Type="http://schemas.openxmlformats.org/officeDocument/2006/relationships/image" Target="../media/image52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3.xml"/><Relationship Id="rId15" Type="http://schemas.openxmlformats.org/officeDocument/2006/relationships/image" Target="../media/image487.png"/><Relationship Id="rId23" Type="http://schemas.openxmlformats.org/officeDocument/2006/relationships/image" Target="../media/image491.png"/><Relationship Id="rId28" Type="http://schemas.openxmlformats.org/officeDocument/2006/relationships/customXml" Target="../ink/ink494.xml"/><Relationship Id="rId36" Type="http://schemas.openxmlformats.org/officeDocument/2006/relationships/customXml" Target="../ink/ink498.xml"/><Relationship Id="rId49" Type="http://schemas.openxmlformats.org/officeDocument/2006/relationships/image" Target="../media/image504.png"/><Relationship Id="rId57" Type="http://schemas.openxmlformats.org/officeDocument/2006/relationships/image" Target="../media/image508.png"/><Relationship Id="rId10" Type="http://schemas.openxmlformats.org/officeDocument/2006/relationships/customXml" Target="../ink/ink485.xml"/><Relationship Id="rId31" Type="http://schemas.openxmlformats.org/officeDocument/2006/relationships/image" Target="../media/image495.png"/><Relationship Id="rId44" Type="http://schemas.openxmlformats.org/officeDocument/2006/relationships/customXml" Target="../ink/ink502.xml"/><Relationship Id="rId52" Type="http://schemas.openxmlformats.org/officeDocument/2006/relationships/customXml" Target="../ink/ink506.xml"/><Relationship Id="rId60" Type="http://schemas.openxmlformats.org/officeDocument/2006/relationships/customXml" Target="../ink/ink510.xml"/><Relationship Id="rId65" Type="http://schemas.openxmlformats.org/officeDocument/2006/relationships/image" Target="../media/image512.png"/><Relationship Id="rId73" Type="http://schemas.openxmlformats.org/officeDocument/2006/relationships/image" Target="../media/image516.png"/><Relationship Id="rId78" Type="http://schemas.openxmlformats.org/officeDocument/2006/relationships/customXml" Target="../ink/ink519.xml"/><Relationship Id="rId81" Type="http://schemas.openxmlformats.org/officeDocument/2006/relationships/image" Target="../media/image520.png"/><Relationship Id="rId86" Type="http://schemas.openxmlformats.org/officeDocument/2006/relationships/customXml" Target="../ink/ink523.xml"/><Relationship Id="rId4" Type="http://schemas.openxmlformats.org/officeDocument/2006/relationships/customXml" Target="../ink/ink482.xml"/><Relationship Id="rId9" Type="http://schemas.openxmlformats.org/officeDocument/2006/relationships/image" Target="../media/image484.png"/><Relationship Id="rId13" Type="http://schemas.openxmlformats.org/officeDocument/2006/relationships/image" Target="../media/image486.png"/><Relationship Id="rId18" Type="http://schemas.openxmlformats.org/officeDocument/2006/relationships/customXml" Target="../ink/ink489.xml"/><Relationship Id="rId39" Type="http://schemas.openxmlformats.org/officeDocument/2006/relationships/image" Target="../media/image499.png"/><Relationship Id="rId34" Type="http://schemas.openxmlformats.org/officeDocument/2006/relationships/customXml" Target="../ink/ink497.xml"/><Relationship Id="rId50" Type="http://schemas.openxmlformats.org/officeDocument/2006/relationships/customXml" Target="../ink/ink505.xml"/><Relationship Id="rId55" Type="http://schemas.openxmlformats.org/officeDocument/2006/relationships/image" Target="../media/image507.png"/><Relationship Id="rId76" Type="http://schemas.openxmlformats.org/officeDocument/2006/relationships/customXml" Target="../ink/ink518.xml"/><Relationship Id="rId7" Type="http://schemas.openxmlformats.org/officeDocument/2006/relationships/image" Target="../media/image483.png"/><Relationship Id="rId71" Type="http://schemas.openxmlformats.org/officeDocument/2006/relationships/image" Target="../media/image515.png"/><Relationship Id="rId2" Type="http://schemas.openxmlformats.org/officeDocument/2006/relationships/customXml" Target="../ink/ink481.xml"/><Relationship Id="rId29" Type="http://schemas.openxmlformats.org/officeDocument/2006/relationships/image" Target="../media/image494.png"/><Relationship Id="rId24" Type="http://schemas.openxmlformats.org/officeDocument/2006/relationships/customXml" Target="../ink/ink492.xml"/><Relationship Id="rId40" Type="http://schemas.openxmlformats.org/officeDocument/2006/relationships/customXml" Target="../ink/ink500.xml"/><Relationship Id="rId45" Type="http://schemas.openxmlformats.org/officeDocument/2006/relationships/image" Target="../media/image502.png"/><Relationship Id="rId66" Type="http://schemas.openxmlformats.org/officeDocument/2006/relationships/customXml" Target="../ink/ink513.xml"/><Relationship Id="rId87" Type="http://schemas.openxmlformats.org/officeDocument/2006/relationships/image" Target="../media/image523.png"/><Relationship Id="rId61" Type="http://schemas.openxmlformats.org/officeDocument/2006/relationships/image" Target="../media/image510.png"/><Relationship Id="rId82" Type="http://schemas.openxmlformats.org/officeDocument/2006/relationships/customXml" Target="../ink/ink521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1.png"/><Relationship Id="rId21" Type="http://schemas.openxmlformats.org/officeDocument/2006/relationships/image" Target="../media/image533.png"/><Relationship Id="rId42" Type="http://schemas.openxmlformats.org/officeDocument/2006/relationships/customXml" Target="../ink/ink544.xml"/><Relationship Id="rId47" Type="http://schemas.openxmlformats.org/officeDocument/2006/relationships/image" Target="../media/image546.png"/><Relationship Id="rId63" Type="http://schemas.openxmlformats.org/officeDocument/2006/relationships/image" Target="../media/image554.png"/><Relationship Id="rId68" Type="http://schemas.openxmlformats.org/officeDocument/2006/relationships/customXml" Target="../ink/ink557.xml"/><Relationship Id="rId84" Type="http://schemas.openxmlformats.org/officeDocument/2006/relationships/customXml" Target="../ink/ink565.xml"/><Relationship Id="rId89" Type="http://schemas.openxmlformats.org/officeDocument/2006/relationships/image" Target="../media/image567.png"/><Relationship Id="rId112" Type="http://schemas.openxmlformats.org/officeDocument/2006/relationships/customXml" Target="../ink/ink579.xml"/><Relationship Id="rId16" Type="http://schemas.openxmlformats.org/officeDocument/2006/relationships/customXml" Target="../ink/ink531.xml"/><Relationship Id="rId107" Type="http://schemas.openxmlformats.org/officeDocument/2006/relationships/image" Target="../media/image576.png"/><Relationship Id="rId11" Type="http://schemas.openxmlformats.org/officeDocument/2006/relationships/image" Target="../media/image528.png"/><Relationship Id="rId32" Type="http://schemas.openxmlformats.org/officeDocument/2006/relationships/customXml" Target="../ink/ink539.xml"/><Relationship Id="rId37" Type="http://schemas.openxmlformats.org/officeDocument/2006/relationships/image" Target="../media/image541.png"/><Relationship Id="rId53" Type="http://schemas.openxmlformats.org/officeDocument/2006/relationships/image" Target="../media/image549.png"/><Relationship Id="rId58" Type="http://schemas.openxmlformats.org/officeDocument/2006/relationships/customXml" Target="../ink/ink552.xml"/><Relationship Id="rId74" Type="http://schemas.openxmlformats.org/officeDocument/2006/relationships/customXml" Target="../ink/ink560.xml"/><Relationship Id="rId79" Type="http://schemas.openxmlformats.org/officeDocument/2006/relationships/image" Target="../media/image562.png"/><Relationship Id="rId102" Type="http://schemas.openxmlformats.org/officeDocument/2006/relationships/customXml" Target="../ink/ink574.xml"/><Relationship Id="rId123" Type="http://schemas.openxmlformats.org/officeDocument/2006/relationships/image" Target="../media/image584.png"/><Relationship Id="rId128" Type="http://schemas.openxmlformats.org/officeDocument/2006/relationships/customXml" Target="../ink/ink587.xml"/><Relationship Id="rId5" Type="http://schemas.openxmlformats.org/officeDocument/2006/relationships/image" Target="../media/image525.png"/><Relationship Id="rId90" Type="http://schemas.openxmlformats.org/officeDocument/2006/relationships/customXml" Target="../ink/ink568.xml"/><Relationship Id="rId95" Type="http://schemas.openxmlformats.org/officeDocument/2006/relationships/image" Target="../media/image570.png"/><Relationship Id="rId22" Type="http://schemas.openxmlformats.org/officeDocument/2006/relationships/customXml" Target="../ink/ink534.xml"/><Relationship Id="rId27" Type="http://schemas.openxmlformats.org/officeDocument/2006/relationships/image" Target="../media/image536.png"/><Relationship Id="rId43" Type="http://schemas.openxmlformats.org/officeDocument/2006/relationships/image" Target="../media/image544.png"/><Relationship Id="rId48" Type="http://schemas.openxmlformats.org/officeDocument/2006/relationships/customXml" Target="../ink/ink547.xml"/><Relationship Id="rId64" Type="http://schemas.openxmlformats.org/officeDocument/2006/relationships/customXml" Target="../ink/ink555.xml"/><Relationship Id="rId69" Type="http://schemas.openxmlformats.org/officeDocument/2006/relationships/image" Target="../media/image557.png"/><Relationship Id="rId113" Type="http://schemas.openxmlformats.org/officeDocument/2006/relationships/image" Target="../media/image579.png"/><Relationship Id="rId118" Type="http://schemas.openxmlformats.org/officeDocument/2006/relationships/customXml" Target="../ink/ink582.xml"/><Relationship Id="rId80" Type="http://schemas.openxmlformats.org/officeDocument/2006/relationships/customXml" Target="../ink/ink563.xml"/><Relationship Id="rId85" Type="http://schemas.openxmlformats.org/officeDocument/2006/relationships/image" Target="../media/image565.png"/><Relationship Id="rId12" Type="http://schemas.openxmlformats.org/officeDocument/2006/relationships/customXml" Target="../ink/ink529.xml"/><Relationship Id="rId17" Type="http://schemas.openxmlformats.org/officeDocument/2006/relationships/image" Target="../media/image531.png"/><Relationship Id="rId33" Type="http://schemas.openxmlformats.org/officeDocument/2006/relationships/image" Target="../media/image539.png"/><Relationship Id="rId38" Type="http://schemas.openxmlformats.org/officeDocument/2006/relationships/customXml" Target="../ink/ink542.xml"/><Relationship Id="rId59" Type="http://schemas.openxmlformats.org/officeDocument/2006/relationships/image" Target="../media/image552.png"/><Relationship Id="rId103" Type="http://schemas.openxmlformats.org/officeDocument/2006/relationships/image" Target="../media/image574.png"/><Relationship Id="rId108" Type="http://schemas.openxmlformats.org/officeDocument/2006/relationships/customXml" Target="../ink/ink577.xml"/><Relationship Id="rId124" Type="http://schemas.openxmlformats.org/officeDocument/2006/relationships/customXml" Target="../ink/ink585.xml"/><Relationship Id="rId129" Type="http://schemas.openxmlformats.org/officeDocument/2006/relationships/image" Target="../media/image587.png"/><Relationship Id="rId54" Type="http://schemas.openxmlformats.org/officeDocument/2006/relationships/customXml" Target="../ink/ink550.xml"/><Relationship Id="rId70" Type="http://schemas.openxmlformats.org/officeDocument/2006/relationships/customXml" Target="../ink/ink558.xml"/><Relationship Id="rId75" Type="http://schemas.openxmlformats.org/officeDocument/2006/relationships/image" Target="../media/image560.png"/><Relationship Id="rId91" Type="http://schemas.openxmlformats.org/officeDocument/2006/relationships/image" Target="../media/image568.png"/><Relationship Id="rId96" Type="http://schemas.openxmlformats.org/officeDocument/2006/relationships/customXml" Target="../ink/ink5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6.xml"/><Relationship Id="rId23" Type="http://schemas.openxmlformats.org/officeDocument/2006/relationships/image" Target="../media/image534.png"/><Relationship Id="rId28" Type="http://schemas.openxmlformats.org/officeDocument/2006/relationships/customXml" Target="../ink/ink537.xml"/><Relationship Id="rId49" Type="http://schemas.openxmlformats.org/officeDocument/2006/relationships/image" Target="../media/image547.png"/><Relationship Id="rId114" Type="http://schemas.openxmlformats.org/officeDocument/2006/relationships/customXml" Target="../ink/ink580.xml"/><Relationship Id="rId119" Type="http://schemas.openxmlformats.org/officeDocument/2006/relationships/image" Target="../media/image582.png"/><Relationship Id="rId44" Type="http://schemas.openxmlformats.org/officeDocument/2006/relationships/customXml" Target="../ink/ink545.xml"/><Relationship Id="rId60" Type="http://schemas.openxmlformats.org/officeDocument/2006/relationships/customXml" Target="../ink/ink553.xml"/><Relationship Id="rId65" Type="http://schemas.openxmlformats.org/officeDocument/2006/relationships/image" Target="../media/image555.png"/><Relationship Id="rId81" Type="http://schemas.openxmlformats.org/officeDocument/2006/relationships/image" Target="../media/image563.png"/><Relationship Id="rId86" Type="http://schemas.openxmlformats.org/officeDocument/2006/relationships/customXml" Target="../ink/ink566.xml"/><Relationship Id="rId130" Type="http://schemas.openxmlformats.org/officeDocument/2006/relationships/customXml" Target="../ink/ink588.xml"/><Relationship Id="rId13" Type="http://schemas.openxmlformats.org/officeDocument/2006/relationships/image" Target="../media/image529.png"/><Relationship Id="rId18" Type="http://schemas.openxmlformats.org/officeDocument/2006/relationships/customXml" Target="../ink/ink532.xml"/><Relationship Id="rId39" Type="http://schemas.openxmlformats.org/officeDocument/2006/relationships/image" Target="../media/image542.png"/><Relationship Id="rId109" Type="http://schemas.openxmlformats.org/officeDocument/2006/relationships/image" Target="../media/image577.png"/><Relationship Id="rId34" Type="http://schemas.openxmlformats.org/officeDocument/2006/relationships/customXml" Target="../ink/ink540.xml"/><Relationship Id="rId50" Type="http://schemas.openxmlformats.org/officeDocument/2006/relationships/customXml" Target="../ink/ink548.xml"/><Relationship Id="rId55" Type="http://schemas.openxmlformats.org/officeDocument/2006/relationships/image" Target="../media/image550.png"/><Relationship Id="rId76" Type="http://schemas.openxmlformats.org/officeDocument/2006/relationships/customXml" Target="../ink/ink561.xml"/><Relationship Id="rId97" Type="http://schemas.openxmlformats.org/officeDocument/2006/relationships/image" Target="../media/image571.png"/><Relationship Id="rId104" Type="http://schemas.openxmlformats.org/officeDocument/2006/relationships/customXml" Target="../ink/ink575.xml"/><Relationship Id="rId120" Type="http://schemas.openxmlformats.org/officeDocument/2006/relationships/customXml" Target="../ink/ink583.xml"/><Relationship Id="rId125" Type="http://schemas.openxmlformats.org/officeDocument/2006/relationships/image" Target="../media/image585.png"/><Relationship Id="rId7" Type="http://schemas.openxmlformats.org/officeDocument/2006/relationships/image" Target="../media/image526.png"/><Relationship Id="rId71" Type="http://schemas.openxmlformats.org/officeDocument/2006/relationships/image" Target="../media/image558.png"/><Relationship Id="rId92" Type="http://schemas.openxmlformats.org/officeDocument/2006/relationships/customXml" Target="../ink/ink569.xml"/><Relationship Id="rId2" Type="http://schemas.openxmlformats.org/officeDocument/2006/relationships/customXml" Target="../ink/ink524.xml"/><Relationship Id="rId29" Type="http://schemas.openxmlformats.org/officeDocument/2006/relationships/image" Target="../media/image537.png"/><Relationship Id="rId24" Type="http://schemas.openxmlformats.org/officeDocument/2006/relationships/customXml" Target="../ink/ink535.xml"/><Relationship Id="rId40" Type="http://schemas.openxmlformats.org/officeDocument/2006/relationships/customXml" Target="../ink/ink543.xml"/><Relationship Id="rId45" Type="http://schemas.openxmlformats.org/officeDocument/2006/relationships/image" Target="../media/image545.png"/><Relationship Id="rId66" Type="http://schemas.openxmlformats.org/officeDocument/2006/relationships/customXml" Target="../ink/ink556.xml"/><Relationship Id="rId87" Type="http://schemas.openxmlformats.org/officeDocument/2006/relationships/image" Target="../media/image566.png"/><Relationship Id="rId110" Type="http://schemas.openxmlformats.org/officeDocument/2006/relationships/customXml" Target="../ink/ink578.xml"/><Relationship Id="rId115" Type="http://schemas.openxmlformats.org/officeDocument/2006/relationships/image" Target="../media/image580.png"/><Relationship Id="rId131" Type="http://schemas.openxmlformats.org/officeDocument/2006/relationships/image" Target="../media/image588.png"/><Relationship Id="rId61" Type="http://schemas.openxmlformats.org/officeDocument/2006/relationships/image" Target="../media/image553.png"/><Relationship Id="rId82" Type="http://schemas.openxmlformats.org/officeDocument/2006/relationships/customXml" Target="../ink/ink564.xml"/><Relationship Id="rId19" Type="http://schemas.openxmlformats.org/officeDocument/2006/relationships/image" Target="../media/image532.png"/><Relationship Id="rId14" Type="http://schemas.openxmlformats.org/officeDocument/2006/relationships/customXml" Target="../ink/ink530.xml"/><Relationship Id="rId30" Type="http://schemas.openxmlformats.org/officeDocument/2006/relationships/customXml" Target="../ink/ink538.xml"/><Relationship Id="rId35" Type="http://schemas.openxmlformats.org/officeDocument/2006/relationships/image" Target="../media/image540.png"/><Relationship Id="rId56" Type="http://schemas.openxmlformats.org/officeDocument/2006/relationships/customXml" Target="../ink/ink551.xml"/><Relationship Id="rId77" Type="http://schemas.openxmlformats.org/officeDocument/2006/relationships/image" Target="../media/image561.png"/><Relationship Id="rId100" Type="http://schemas.openxmlformats.org/officeDocument/2006/relationships/customXml" Target="../ink/ink573.xml"/><Relationship Id="rId105" Type="http://schemas.openxmlformats.org/officeDocument/2006/relationships/image" Target="../media/image575.png"/><Relationship Id="rId126" Type="http://schemas.openxmlformats.org/officeDocument/2006/relationships/customXml" Target="../ink/ink586.xml"/><Relationship Id="rId8" Type="http://schemas.openxmlformats.org/officeDocument/2006/relationships/customXml" Target="../ink/ink527.xml"/><Relationship Id="rId51" Type="http://schemas.openxmlformats.org/officeDocument/2006/relationships/image" Target="../media/image548.png"/><Relationship Id="rId72" Type="http://schemas.openxmlformats.org/officeDocument/2006/relationships/customXml" Target="../ink/ink559.xml"/><Relationship Id="rId93" Type="http://schemas.openxmlformats.org/officeDocument/2006/relationships/image" Target="../media/image569.png"/><Relationship Id="rId98" Type="http://schemas.openxmlformats.org/officeDocument/2006/relationships/customXml" Target="../ink/ink572.xml"/><Relationship Id="rId121" Type="http://schemas.openxmlformats.org/officeDocument/2006/relationships/image" Target="../media/image583.png"/><Relationship Id="rId3" Type="http://schemas.openxmlformats.org/officeDocument/2006/relationships/image" Target="../media/image524.png"/><Relationship Id="rId25" Type="http://schemas.openxmlformats.org/officeDocument/2006/relationships/image" Target="../media/image535.png"/><Relationship Id="rId46" Type="http://schemas.openxmlformats.org/officeDocument/2006/relationships/customXml" Target="../ink/ink546.xml"/><Relationship Id="rId67" Type="http://schemas.openxmlformats.org/officeDocument/2006/relationships/image" Target="../media/image556.png"/><Relationship Id="rId116" Type="http://schemas.openxmlformats.org/officeDocument/2006/relationships/customXml" Target="../ink/ink581.xml"/><Relationship Id="rId20" Type="http://schemas.openxmlformats.org/officeDocument/2006/relationships/customXml" Target="../ink/ink533.xml"/><Relationship Id="rId41" Type="http://schemas.openxmlformats.org/officeDocument/2006/relationships/image" Target="../media/image543.png"/><Relationship Id="rId62" Type="http://schemas.openxmlformats.org/officeDocument/2006/relationships/customXml" Target="../ink/ink554.xml"/><Relationship Id="rId83" Type="http://schemas.openxmlformats.org/officeDocument/2006/relationships/image" Target="../media/image564.png"/><Relationship Id="rId88" Type="http://schemas.openxmlformats.org/officeDocument/2006/relationships/customXml" Target="../ink/ink567.xml"/><Relationship Id="rId111" Type="http://schemas.openxmlformats.org/officeDocument/2006/relationships/image" Target="../media/image578.png"/><Relationship Id="rId15" Type="http://schemas.openxmlformats.org/officeDocument/2006/relationships/image" Target="../media/image530.png"/><Relationship Id="rId36" Type="http://schemas.openxmlformats.org/officeDocument/2006/relationships/customXml" Target="../ink/ink541.xml"/><Relationship Id="rId57" Type="http://schemas.openxmlformats.org/officeDocument/2006/relationships/image" Target="../media/image551.png"/><Relationship Id="rId106" Type="http://schemas.openxmlformats.org/officeDocument/2006/relationships/customXml" Target="../ink/ink576.xml"/><Relationship Id="rId127" Type="http://schemas.openxmlformats.org/officeDocument/2006/relationships/image" Target="../media/image586.png"/><Relationship Id="rId10" Type="http://schemas.openxmlformats.org/officeDocument/2006/relationships/customXml" Target="../ink/ink528.xml"/><Relationship Id="rId31" Type="http://schemas.openxmlformats.org/officeDocument/2006/relationships/image" Target="../media/image538.png"/><Relationship Id="rId52" Type="http://schemas.openxmlformats.org/officeDocument/2006/relationships/customXml" Target="../ink/ink549.xml"/><Relationship Id="rId73" Type="http://schemas.openxmlformats.org/officeDocument/2006/relationships/image" Target="../media/image559.png"/><Relationship Id="rId78" Type="http://schemas.openxmlformats.org/officeDocument/2006/relationships/customXml" Target="../ink/ink562.xml"/><Relationship Id="rId94" Type="http://schemas.openxmlformats.org/officeDocument/2006/relationships/customXml" Target="../ink/ink570.xml"/><Relationship Id="rId99" Type="http://schemas.openxmlformats.org/officeDocument/2006/relationships/image" Target="../media/image572.png"/><Relationship Id="rId101" Type="http://schemas.openxmlformats.org/officeDocument/2006/relationships/image" Target="../media/image573.png"/><Relationship Id="rId122" Type="http://schemas.openxmlformats.org/officeDocument/2006/relationships/customXml" Target="../ink/ink584.xml"/><Relationship Id="rId4" Type="http://schemas.openxmlformats.org/officeDocument/2006/relationships/customXml" Target="../ink/ink525.xml"/><Relationship Id="rId9" Type="http://schemas.openxmlformats.org/officeDocument/2006/relationships/image" Target="../media/image527.png"/><Relationship Id="rId26" Type="http://schemas.openxmlformats.org/officeDocument/2006/relationships/customXml" Target="../ink/ink536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4.png"/><Relationship Id="rId18" Type="http://schemas.openxmlformats.org/officeDocument/2006/relationships/customXml" Target="../ink/ink597.xml"/><Relationship Id="rId26" Type="http://schemas.openxmlformats.org/officeDocument/2006/relationships/customXml" Target="../ink/ink601.xml"/><Relationship Id="rId39" Type="http://schemas.openxmlformats.org/officeDocument/2006/relationships/image" Target="../media/image607.png"/><Relationship Id="rId21" Type="http://schemas.openxmlformats.org/officeDocument/2006/relationships/image" Target="../media/image598.png"/><Relationship Id="rId34" Type="http://schemas.openxmlformats.org/officeDocument/2006/relationships/customXml" Target="../ink/ink605.xml"/><Relationship Id="rId42" Type="http://schemas.openxmlformats.org/officeDocument/2006/relationships/customXml" Target="../ink/ink609.xml"/><Relationship Id="rId47" Type="http://schemas.openxmlformats.org/officeDocument/2006/relationships/image" Target="../media/image611.png"/><Relationship Id="rId50" Type="http://schemas.openxmlformats.org/officeDocument/2006/relationships/customXml" Target="../ink/ink613.xml"/><Relationship Id="rId55" Type="http://schemas.openxmlformats.org/officeDocument/2006/relationships/image" Target="../media/image615.png"/><Relationship Id="rId7" Type="http://schemas.openxmlformats.org/officeDocument/2006/relationships/image" Target="../media/image591.png"/><Relationship Id="rId2" Type="http://schemas.openxmlformats.org/officeDocument/2006/relationships/customXml" Target="../ink/ink589.xml"/><Relationship Id="rId16" Type="http://schemas.openxmlformats.org/officeDocument/2006/relationships/customXml" Target="../ink/ink596.xml"/><Relationship Id="rId29" Type="http://schemas.openxmlformats.org/officeDocument/2006/relationships/image" Target="../media/image602.png"/><Relationship Id="rId11" Type="http://schemas.openxmlformats.org/officeDocument/2006/relationships/image" Target="../media/image593.png"/><Relationship Id="rId24" Type="http://schemas.openxmlformats.org/officeDocument/2006/relationships/customXml" Target="../ink/ink600.xml"/><Relationship Id="rId32" Type="http://schemas.openxmlformats.org/officeDocument/2006/relationships/customXml" Target="../ink/ink604.xml"/><Relationship Id="rId37" Type="http://schemas.openxmlformats.org/officeDocument/2006/relationships/image" Target="../media/image606.png"/><Relationship Id="rId40" Type="http://schemas.openxmlformats.org/officeDocument/2006/relationships/customXml" Target="../ink/ink608.xml"/><Relationship Id="rId45" Type="http://schemas.openxmlformats.org/officeDocument/2006/relationships/image" Target="../media/image610.png"/><Relationship Id="rId53" Type="http://schemas.openxmlformats.org/officeDocument/2006/relationships/image" Target="../media/image614.png"/><Relationship Id="rId5" Type="http://schemas.openxmlformats.org/officeDocument/2006/relationships/image" Target="../media/image590.png"/><Relationship Id="rId10" Type="http://schemas.openxmlformats.org/officeDocument/2006/relationships/customXml" Target="../ink/ink593.xml"/><Relationship Id="rId19" Type="http://schemas.openxmlformats.org/officeDocument/2006/relationships/image" Target="../media/image597.png"/><Relationship Id="rId31" Type="http://schemas.openxmlformats.org/officeDocument/2006/relationships/image" Target="../media/image603.png"/><Relationship Id="rId44" Type="http://schemas.openxmlformats.org/officeDocument/2006/relationships/customXml" Target="../ink/ink610.xml"/><Relationship Id="rId52" Type="http://schemas.openxmlformats.org/officeDocument/2006/relationships/customXml" Target="../ink/ink614.xml"/><Relationship Id="rId4" Type="http://schemas.openxmlformats.org/officeDocument/2006/relationships/customXml" Target="../ink/ink590.xml"/><Relationship Id="rId9" Type="http://schemas.openxmlformats.org/officeDocument/2006/relationships/image" Target="../media/image592.png"/><Relationship Id="rId14" Type="http://schemas.openxmlformats.org/officeDocument/2006/relationships/customXml" Target="../ink/ink595.xml"/><Relationship Id="rId22" Type="http://schemas.openxmlformats.org/officeDocument/2006/relationships/customXml" Target="../ink/ink599.xml"/><Relationship Id="rId27" Type="http://schemas.openxmlformats.org/officeDocument/2006/relationships/image" Target="../media/image601.png"/><Relationship Id="rId30" Type="http://schemas.openxmlformats.org/officeDocument/2006/relationships/customXml" Target="../ink/ink603.xml"/><Relationship Id="rId35" Type="http://schemas.openxmlformats.org/officeDocument/2006/relationships/image" Target="../media/image605.png"/><Relationship Id="rId43" Type="http://schemas.openxmlformats.org/officeDocument/2006/relationships/image" Target="../media/image609.png"/><Relationship Id="rId48" Type="http://schemas.openxmlformats.org/officeDocument/2006/relationships/customXml" Target="../ink/ink612.xml"/><Relationship Id="rId8" Type="http://schemas.openxmlformats.org/officeDocument/2006/relationships/customXml" Target="../ink/ink592.xml"/><Relationship Id="rId51" Type="http://schemas.openxmlformats.org/officeDocument/2006/relationships/image" Target="../media/image613.png"/><Relationship Id="rId3" Type="http://schemas.openxmlformats.org/officeDocument/2006/relationships/image" Target="../media/image589.png"/><Relationship Id="rId12" Type="http://schemas.openxmlformats.org/officeDocument/2006/relationships/customXml" Target="../ink/ink594.xml"/><Relationship Id="rId17" Type="http://schemas.openxmlformats.org/officeDocument/2006/relationships/image" Target="../media/image596.png"/><Relationship Id="rId25" Type="http://schemas.openxmlformats.org/officeDocument/2006/relationships/image" Target="../media/image600.png"/><Relationship Id="rId33" Type="http://schemas.openxmlformats.org/officeDocument/2006/relationships/image" Target="../media/image604.png"/><Relationship Id="rId38" Type="http://schemas.openxmlformats.org/officeDocument/2006/relationships/customXml" Target="../ink/ink607.xml"/><Relationship Id="rId46" Type="http://schemas.openxmlformats.org/officeDocument/2006/relationships/customXml" Target="../ink/ink611.xml"/><Relationship Id="rId20" Type="http://schemas.openxmlformats.org/officeDocument/2006/relationships/customXml" Target="../ink/ink598.xml"/><Relationship Id="rId41" Type="http://schemas.openxmlformats.org/officeDocument/2006/relationships/image" Target="../media/image608.png"/><Relationship Id="rId54" Type="http://schemas.openxmlformats.org/officeDocument/2006/relationships/customXml" Target="../ink/ink6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1.xml"/><Relationship Id="rId15" Type="http://schemas.openxmlformats.org/officeDocument/2006/relationships/image" Target="../media/image595.png"/><Relationship Id="rId23" Type="http://schemas.openxmlformats.org/officeDocument/2006/relationships/image" Target="../media/image599.png"/><Relationship Id="rId28" Type="http://schemas.openxmlformats.org/officeDocument/2006/relationships/customXml" Target="../ink/ink602.xml"/><Relationship Id="rId36" Type="http://schemas.openxmlformats.org/officeDocument/2006/relationships/customXml" Target="../ink/ink606.xml"/><Relationship Id="rId49" Type="http://schemas.openxmlformats.org/officeDocument/2006/relationships/image" Target="../media/image612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8.xml"/><Relationship Id="rId21" Type="http://schemas.openxmlformats.org/officeDocument/2006/relationships/image" Target="../media/image625.png"/><Relationship Id="rId42" Type="http://schemas.openxmlformats.org/officeDocument/2006/relationships/customXml" Target="../ink/ink636.xml"/><Relationship Id="rId47" Type="http://schemas.openxmlformats.org/officeDocument/2006/relationships/image" Target="../media/image638.png"/><Relationship Id="rId63" Type="http://schemas.openxmlformats.org/officeDocument/2006/relationships/image" Target="../media/image646.png"/><Relationship Id="rId68" Type="http://schemas.openxmlformats.org/officeDocument/2006/relationships/customXml" Target="../ink/ink649.xml"/><Relationship Id="rId2" Type="http://schemas.openxmlformats.org/officeDocument/2006/relationships/customXml" Target="../ink/ink616.xml"/><Relationship Id="rId16" Type="http://schemas.openxmlformats.org/officeDocument/2006/relationships/customXml" Target="../ink/ink623.xml"/><Relationship Id="rId29" Type="http://schemas.openxmlformats.org/officeDocument/2006/relationships/image" Target="../media/image629.png"/><Relationship Id="rId11" Type="http://schemas.openxmlformats.org/officeDocument/2006/relationships/image" Target="../media/image620.png"/><Relationship Id="rId24" Type="http://schemas.openxmlformats.org/officeDocument/2006/relationships/customXml" Target="../ink/ink627.xml"/><Relationship Id="rId32" Type="http://schemas.openxmlformats.org/officeDocument/2006/relationships/customXml" Target="../ink/ink631.xml"/><Relationship Id="rId37" Type="http://schemas.openxmlformats.org/officeDocument/2006/relationships/image" Target="../media/image633.png"/><Relationship Id="rId40" Type="http://schemas.openxmlformats.org/officeDocument/2006/relationships/customXml" Target="../ink/ink635.xml"/><Relationship Id="rId45" Type="http://schemas.openxmlformats.org/officeDocument/2006/relationships/image" Target="../media/image637.png"/><Relationship Id="rId53" Type="http://schemas.openxmlformats.org/officeDocument/2006/relationships/image" Target="../media/image641.png"/><Relationship Id="rId58" Type="http://schemas.openxmlformats.org/officeDocument/2006/relationships/customXml" Target="../ink/ink644.xml"/><Relationship Id="rId66" Type="http://schemas.openxmlformats.org/officeDocument/2006/relationships/customXml" Target="../ink/ink648.xml"/><Relationship Id="rId74" Type="http://schemas.openxmlformats.org/officeDocument/2006/relationships/customXml" Target="../ink/ink652.xml"/><Relationship Id="rId5" Type="http://schemas.openxmlformats.org/officeDocument/2006/relationships/image" Target="../media/image617.png"/><Relationship Id="rId61" Type="http://schemas.openxmlformats.org/officeDocument/2006/relationships/image" Target="../media/image645.png"/><Relationship Id="rId19" Type="http://schemas.openxmlformats.org/officeDocument/2006/relationships/image" Target="../media/image624.png"/><Relationship Id="rId14" Type="http://schemas.openxmlformats.org/officeDocument/2006/relationships/customXml" Target="../ink/ink622.xml"/><Relationship Id="rId22" Type="http://schemas.openxmlformats.org/officeDocument/2006/relationships/customXml" Target="../ink/ink626.xml"/><Relationship Id="rId27" Type="http://schemas.openxmlformats.org/officeDocument/2006/relationships/image" Target="../media/image628.png"/><Relationship Id="rId30" Type="http://schemas.openxmlformats.org/officeDocument/2006/relationships/customXml" Target="../ink/ink630.xml"/><Relationship Id="rId35" Type="http://schemas.openxmlformats.org/officeDocument/2006/relationships/image" Target="../media/image632.png"/><Relationship Id="rId43" Type="http://schemas.openxmlformats.org/officeDocument/2006/relationships/image" Target="../media/image636.png"/><Relationship Id="rId48" Type="http://schemas.openxmlformats.org/officeDocument/2006/relationships/customXml" Target="../ink/ink639.xml"/><Relationship Id="rId56" Type="http://schemas.openxmlformats.org/officeDocument/2006/relationships/customXml" Target="../ink/ink643.xml"/><Relationship Id="rId64" Type="http://schemas.openxmlformats.org/officeDocument/2006/relationships/customXml" Target="../ink/ink647.xml"/><Relationship Id="rId69" Type="http://schemas.openxmlformats.org/officeDocument/2006/relationships/image" Target="../media/image649.png"/><Relationship Id="rId8" Type="http://schemas.openxmlformats.org/officeDocument/2006/relationships/customXml" Target="../ink/ink619.xml"/><Relationship Id="rId51" Type="http://schemas.openxmlformats.org/officeDocument/2006/relationships/image" Target="../media/image640.png"/><Relationship Id="rId72" Type="http://schemas.openxmlformats.org/officeDocument/2006/relationships/customXml" Target="../ink/ink651.xml"/><Relationship Id="rId3" Type="http://schemas.openxmlformats.org/officeDocument/2006/relationships/image" Target="../media/image616.png"/><Relationship Id="rId12" Type="http://schemas.openxmlformats.org/officeDocument/2006/relationships/customXml" Target="../ink/ink621.xml"/><Relationship Id="rId17" Type="http://schemas.openxmlformats.org/officeDocument/2006/relationships/image" Target="../media/image623.png"/><Relationship Id="rId25" Type="http://schemas.openxmlformats.org/officeDocument/2006/relationships/image" Target="../media/image627.png"/><Relationship Id="rId33" Type="http://schemas.openxmlformats.org/officeDocument/2006/relationships/image" Target="../media/image631.png"/><Relationship Id="rId38" Type="http://schemas.openxmlformats.org/officeDocument/2006/relationships/customXml" Target="../ink/ink634.xml"/><Relationship Id="rId46" Type="http://schemas.openxmlformats.org/officeDocument/2006/relationships/customXml" Target="../ink/ink638.xml"/><Relationship Id="rId59" Type="http://schemas.openxmlformats.org/officeDocument/2006/relationships/image" Target="../media/image644.png"/><Relationship Id="rId67" Type="http://schemas.openxmlformats.org/officeDocument/2006/relationships/image" Target="../media/image648.png"/><Relationship Id="rId20" Type="http://schemas.openxmlformats.org/officeDocument/2006/relationships/customXml" Target="../ink/ink625.xml"/><Relationship Id="rId41" Type="http://schemas.openxmlformats.org/officeDocument/2006/relationships/image" Target="../media/image635.png"/><Relationship Id="rId54" Type="http://schemas.openxmlformats.org/officeDocument/2006/relationships/customXml" Target="../ink/ink642.xml"/><Relationship Id="rId62" Type="http://schemas.openxmlformats.org/officeDocument/2006/relationships/customXml" Target="../ink/ink646.xml"/><Relationship Id="rId70" Type="http://schemas.openxmlformats.org/officeDocument/2006/relationships/customXml" Target="../ink/ink650.xml"/><Relationship Id="rId75" Type="http://schemas.openxmlformats.org/officeDocument/2006/relationships/image" Target="../media/image65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8.xml"/><Relationship Id="rId15" Type="http://schemas.openxmlformats.org/officeDocument/2006/relationships/image" Target="../media/image622.png"/><Relationship Id="rId23" Type="http://schemas.openxmlformats.org/officeDocument/2006/relationships/image" Target="../media/image626.png"/><Relationship Id="rId28" Type="http://schemas.openxmlformats.org/officeDocument/2006/relationships/customXml" Target="../ink/ink629.xml"/><Relationship Id="rId36" Type="http://schemas.openxmlformats.org/officeDocument/2006/relationships/customXml" Target="../ink/ink633.xml"/><Relationship Id="rId49" Type="http://schemas.openxmlformats.org/officeDocument/2006/relationships/image" Target="../media/image639.png"/><Relationship Id="rId57" Type="http://schemas.openxmlformats.org/officeDocument/2006/relationships/image" Target="../media/image643.png"/><Relationship Id="rId10" Type="http://schemas.openxmlformats.org/officeDocument/2006/relationships/customXml" Target="../ink/ink620.xml"/><Relationship Id="rId31" Type="http://schemas.openxmlformats.org/officeDocument/2006/relationships/image" Target="../media/image630.png"/><Relationship Id="rId44" Type="http://schemas.openxmlformats.org/officeDocument/2006/relationships/customXml" Target="../ink/ink637.xml"/><Relationship Id="rId52" Type="http://schemas.openxmlformats.org/officeDocument/2006/relationships/customXml" Target="../ink/ink641.xml"/><Relationship Id="rId60" Type="http://schemas.openxmlformats.org/officeDocument/2006/relationships/customXml" Target="../ink/ink645.xml"/><Relationship Id="rId65" Type="http://schemas.openxmlformats.org/officeDocument/2006/relationships/image" Target="../media/image647.png"/><Relationship Id="rId73" Type="http://schemas.openxmlformats.org/officeDocument/2006/relationships/image" Target="../media/image651.png"/><Relationship Id="rId4" Type="http://schemas.openxmlformats.org/officeDocument/2006/relationships/customXml" Target="../ink/ink617.xml"/><Relationship Id="rId9" Type="http://schemas.openxmlformats.org/officeDocument/2006/relationships/image" Target="../media/image619.png"/><Relationship Id="rId13" Type="http://schemas.openxmlformats.org/officeDocument/2006/relationships/image" Target="../media/image621.png"/><Relationship Id="rId18" Type="http://schemas.openxmlformats.org/officeDocument/2006/relationships/customXml" Target="../ink/ink624.xml"/><Relationship Id="rId39" Type="http://schemas.openxmlformats.org/officeDocument/2006/relationships/image" Target="../media/image634.png"/><Relationship Id="rId34" Type="http://schemas.openxmlformats.org/officeDocument/2006/relationships/customXml" Target="../ink/ink632.xml"/><Relationship Id="rId50" Type="http://schemas.openxmlformats.org/officeDocument/2006/relationships/customXml" Target="../ink/ink640.xml"/><Relationship Id="rId55" Type="http://schemas.openxmlformats.org/officeDocument/2006/relationships/image" Target="../media/image642.png"/><Relationship Id="rId7" Type="http://schemas.openxmlformats.org/officeDocument/2006/relationships/image" Target="../media/image618.png"/><Relationship Id="rId71" Type="http://schemas.openxmlformats.org/officeDocument/2006/relationships/image" Target="../media/image650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5.xml"/><Relationship Id="rId21" Type="http://schemas.openxmlformats.org/officeDocument/2006/relationships/image" Target="../media/image662.png"/><Relationship Id="rId42" Type="http://schemas.openxmlformats.org/officeDocument/2006/relationships/customXml" Target="../ink/ink673.xml"/><Relationship Id="rId47" Type="http://schemas.openxmlformats.org/officeDocument/2006/relationships/image" Target="../media/image675.png"/><Relationship Id="rId63" Type="http://schemas.openxmlformats.org/officeDocument/2006/relationships/image" Target="../media/image683.png"/><Relationship Id="rId68" Type="http://schemas.openxmlformats.org/officeDocument/2006/relationships/customXml" Target="../ink/ink686.xml"/><Relationship Id="rId84" Type="http://schemas.openxmlformats.org/officeDocument/2006/relationships/customXml" Target="../ink/ink694.xml"/><Relationship Id="rId89" Type="http://schemas.openxmlformats.org/officeDocument/2006/relationships/image" Target="../media/image696.png"/><Relationship Id="rId16" Type="http://schemas.openxmlformats.org/officeDocument/2006/relationships/customXml" Target="../ink/ink660.xml"/><Relationship Id="rId11" Type="http://schemas.openxmlformats.org/officeDocument/2006/relationships/image" Target="../media/image657.png"/><Relationship Id="rId32" Type="http://schemas.openxmlformats.org/officeDocument/2006/relationships/customXml" Target="../ink/ink668.xml"/><Relationship Id="rId37" Type="http://schemas.openxmlformats.org/officeDocument/2006/relationships/image" Target="../media/image670.png"/><Relationship Id="rId53" Type="http://schemas.openxmlformats.org/officeDocument/2006/relationships/image" Target="../media/image678.png"/><Relationship Id="rId58" Type="http://schemas.openxmlformats.org/officeDocument/2006/relationships/customXml" Target="../ink/ink681.xml"/><Relationship Id="rId74" Type="http://schemas.openxmlformats.org/officeDocument/2006/relationships/customXml" Target="../ink/ink689.xml"/><Relationship Id="rId79" Type="http://schemas.openxmlformats.org/officeDocument/2006/relationships/image" Target="../media/image691.png"/><Relationship Id="rId102" Type="http://schemas.openxmlformats.org/officeDocument/2006/relationships/customXml" Target="../ink/ink703.xml"/><Relationship Id="rId5" Type="http://schemas.openxmlformats.org/officeDocument/2006/relationships/image" Target="../media/image654.png"/><Relationship Id="rId90" Type="http://schemas.openxmlformats.org/officeDocument/2006/relationships/customXml" Target="../ink/ink697.xml"/><Relationship Id="rId95" Type="http://schemas.openxmlformats.org/officeDocument/2006/relationships/image" Target="../media/image699.png"/><Relationship Id="rId22" Type="http://schemas.openxmlformats.org/officeDocument/2006/relationships/customXml" Target="../ink/ink663.xml"/><Relationship Id="rId27" Type="http://schemas.openxmlformats.org/officeDocument/2006/relationships/image" Target="../media/image665.png"/><Relationship Id="rId43" Type="http://schemas.openxmlformats.org/officeDocument/2006/relationships/image" Target="../media/image673.png"/><Relationship Id="rId48" Type="http://schemas.openxmlformats.org/officeDocument/2006/relationships/customXml" Target="../ink/ink676.xml"/><Relationship Id="rId64" Type="http://schemas.openxmlformats.org/officeDocument/2006/relationships/customXml" Target="../ink/ink684.xml"/><Relationship Id="rId69" Type="http://schemas.openxmlformats.org/officeDocument/2006/relationships/image" Target="../media/image686.png"/><Relationship Id="rId80" Type="http://schemas.openxmlformats.org/officeDocument/2006/relationships/customXml" Target="../ink/ink692.xml"/><Relationship Id="rId85" Type="http://schemas.openxmlformats.org/officeDocument/2006/relationships/image" Target="../media/image694.png"/><Relationship Id="rId12" Type="http://schemas.openxmlformats.org/officeDocument/2006/relationships/customXml" Target="../ink/ink658.xml"/><Relationship Id="rId17" Type="http://schemas.openxmlformats.org/officeDocument/2006/relationships/image" Target="../media/image660.png"/><Relationship Id="rId25" Type="http://schemas.openxmlformats.org/officeDocument/2006/relationships/image" Target="../media/image664.png"/><Relationship Id="rId33" Type="http://schemas.openxmlformats.org/officeDocument/2006/relationships/image" Target="../media/image668.png"/><Relationship Id="rId38" Type="http://schemas.openxmlformats.org/officeDocument/2006/relationships/customXml" Target="../ink/ink671.xml"/><Relationship Id="rId46" Type="http://schemas.openxmlformats.org/officeDocument/2006/relationships/customXml" Target="../ink/ink675.xml"/><Relationship Id="rId59" Type="http://schemas.openxmlformats.org/officeDocument/2006/relationships/image" Target="../media/image681.png"/><Relationship Id="rId67" Type="http://schemas.openxmlformats.org/officeDocument/2006/relationships/image" Target="../media/image685.png"/><Relationship Id="rId103" Type="http://schemas.openxmlformats.org/officeDocument/2006/relationships/image" Target="../media/image703.png"/><Relationship Id="rId20" Type="http://schemas.openxmlformats.org/officeDocument/2006/relationships/customXml" Target="../ink/ink662.xml"/><Relationship Id="rId41" Type="http://schemas.openxmlformats.org/officeDocument/2006/relationships/image" Target="../media/image672.png"/><Relationship Id="rId54" Type="http://schemas.openxmlformats.org/officeDocument/2006/relationships/customXml" Target="../ink/ink679.xml"/><Relationship Id="rId62" Type="http://schemas.openxmlformats.org/officeDocument/2006/relationships/customXml" Target="../ink/ink683.xml"/><Relationship Id="rId70" Type="http://schemas.openxmlformats.org/officeDocument/2006/relationships/customXml" Target="../ink/ink687.xml"/><Relationship Id="rId75" Type="http://schemas.openxmlformats.org/officeDocument/2006/relationships/image" Target="../media/image689.png"/><Relationship Id="rId83" Type="http://schemas.openxmlformats.org/officeDocument/2006/relationships/image" Target="../media/image693.png"/><Relationship Id="rId88" Type="http://schemas.openxmlformats.org/officeDocument/2006/relationships/customXml" Target="../ink/ink696.xml"/><Relationship Id="rId91" Type="http://schemas.openxmlformats.org/officeDocument/2006/relationships/image" Target="../media/image697.png"/><Relationship Id="rId96" Type="http://schemas.openxmlformats.org/officeDocument/2006/relationships/customXml" Target="../ink/ink7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5.xml"/><Relationship Id="rId15" Type="http://schemas.openxmlformats.org/officeDocument/2006/relationships/image" Target="../media/image659.png"/><Relationship Id="rId23" Type="http://schemas.openxmlformats.org/officeDocument/2006/relationships/image" Target="../media/image663.png"/><Relationship Id="rId28" Type="http://schemas.openxmlformats.org/officeDocument/2006/relationships/customXml" Target="../ink/ink666.xml"/><Relationship Id="rId36" Type="http://schemas.openxmlformats.org/officeDocument/2006/relationships/customXml" Target="../ink/ink670.xml"/><Relationship Id="rId49" Type="http://schemas.openxmlformats.org/officeDocument/2006/relationships/image" Target="../media/image676.png"/><Relationship Id="rId57" Type="http://schemas.openxmlformats.org/officeDocument/2006/relationships/image" Target="../media/image680.png"/><Relationship Id="rId10" Type="http://schemas.openxmlformats.org/officeDocument/2006/relationships/customXml" Target="../ink/ink657.xml"/><Relationship Id="rId31" Type="http://schemas.openxmlformats.org/officeDocument/2006/relationships/image" Target="../media/image667.png"/><Relationship Id="rId44" Type="http://schemas.openxmlformats.org/officeDocument/2006/relationships/customXml" Target="../ink/ink674.xml"/><Relationship Id="rId52" Type="http://schemas.openxmlformats.org/officeDocument/2006/relationships/customXml" Target="../ink/ink678.xml"/><Relationship Id="rId60" Type="http://schemas.openxmlformats.org/officeDocument/2006/relationships/customXml" Target="../ink/ink682.xml"/><Relationship Id="rId65" Type="http://schemas.openxmlformats.org/officeDocument/2006/relationships/image" Target="../media/image684.png"/><Relationship Id="rId73" Type="http://schemas.openxmlformats.org/officeDocument/2006/relationships/image" Target="../media/image688.png"/><Relationship Id="rId78" Type="http://schemas.openxmlformats.org/officeDocument/2006/relationships/customXml" Target="../ink/ink691.xml"/><Relationship Id="rId81" Type="http://schemas.openxmlformats.org/officeDocument/2006/relationships/image" Target="../media/image692.png"/><Relationship Id="rId86" Type="http://schemas.openxmlformats.org/officeDocument/2006/relationships/customXml" Target="../ink/ink695.xml"/><Relationship Id="rId94" Type="http://schemas.openxmlformats.org/officeDocument/2006/relationships/customXml" Target="../ink/ink699.xml"/><Relationship Id="rId99" Type="http://schemas.openxmlformats.org/officeDocument/2006/relationships/image" Target="../media/image701.png"/><Relationship Id="rId101" Type="http://schemas.openxmlformats.org/officeDocument/2006/relationships/image" Target="../media/image702.png"/><Relationship Id="rId4" Type="http://schemas.openxmlformats.org/officeDocument/2006/relationships/customXml" Target="../ink/ink654.xml"/><Relationship Id="rId9" Type="http://schemas.openxmlformats.org/officeDocument/2006/relationships/image" Target="../media/image656.png"/><Relationship Id="rId13" Type="http://schemas.openxmlformats.org/officeDocument/2006/relationships/image" Target="../media/image658.png"/><Relationship Id="rId18" Type="http://schemas.openxmlformats.org/officeDocument/2006/relationships/customXml" Target="../ink/ink661.xml"/><Relationship Id="rId39" Type="http://schemas.openxmlformats.org/officeDocument/2006/relationships/image" Target="../media/image671.png"/><Relationship Id="rId34" Type="http://schemas.openxmlformats.org/officeDocument/2006/relationships/customXml" Target="../ink/ink669.xml"/><Relationship Id="rId50" Type="http://schemas.openxmlformats.org/officeDocument/2006/relationships/customXml" Target="../ink/ink677.xml"/><Relationship Id="rId55" Type="http://schemas.openxmlformats.org/officeDocument/2006/relationships/image" Target="../media/image679.png"/><Relationship Id="rId76" Type="http://schemas.openxmlformats.org/officeDocument/2006/relationships/customXml" Target="../ink/ink690.xml"/><Relationship Id="rId97" Type="http://schemas.openxmlformats.org/officeDocument/2006/relationships/image" Target="../media/image700.png"/><Relationship Id="rId7" Type="http://schemas.openxmlformats.org/officeDocument/2006/relationships/image" Target="../media/image655.png"/><Relationship Id="rId71" Type="http://schemas.openxmlformats.org/officeDocument/2006/relationships/image" Target="../media/image687.png"/><Relationship Id="rId92" Type="http://schemas.openxmlformats.org/officeDocument/2006/relationships/customXml" Target="../ink/ink698.xml"/><Relationship Id="rId2" Type="http://schemas.openxmlformats.org/officeDocument/2006/relationships/customXml" Target="../ink/ink653.xml"/><Relationship Id="rId29" Type="http://schemas.openxmlformats.org/officeDocument/2006/relationships/image" Target="../media/image666.png"/><Relationship Id="rId24" Type="http://schemas.openxmlformats.org/officeDocument/2006/relationships/customXml" Target="../ink/ink664.xml"/><Relationship Id="rId40" Type="http://schemas.openxmlformats.org/officeDocument/2006/relationships/customXml" Target="../ink/ink672.xml"/><Relationship Id="rId45" Type="http://schemas.openxmlformats.org/officeDocument/2006/relationships/image" Target="../media/image674.png"/><Relationship Id="rId66" Type="http://schemas.openxmlformats.org/officeDocument/2006/relationships/customXml" Target="../ink/ink685.xml"/><Relationship Id="rId87" Type="http://schemas.openxmlformats.org/officeDocument/2006/relationships/image" Target="../media/image695.png"/><Relationship Id="rId61" Type="http://schemas.openxmlformats.org/officeDocument/2006/relationships/image" Target="../media/image682.png"/><Relationship Id="rId82" Type="http://schemas.openxmlformats.org/officeDocument/2006/relationships/customXml" Target="../ink/ink693.xml"/><Relationship Id="rId19" Type="http://schemas.openxmlformats.org/officeDocument/2006/relationships/image" Target="../media/image661.png"/><Relationship Id="rId14" Type="http://schemas.openxmlformats.org/officeDocument/2006/relationships/customXml" Target="../ink/ink659.xml"/><Relationship Id="rId30" Type="http://schemas.openxmlformats.org/officeDocument/2006/relationships/customXml" Target="../ink/ink667.xml"/><Relationship Id="rId35" Type="http://schemas.openxmlformats.org/officeDocument/2006/relationships/image" Target="../media/image669.png"/><Relationship Id="rId56" Type="http://schemas.openxmlformats.org/officeDocument/2006/relationships/customXml" Target="../ink/ink680.xml"/><Relationship Id="rId77" Type="http://schemas.openxmlformats.org/officeDocument/2006/relationships/image" Target="../media/image690.png"/><Relationship Id="rId100" Type="http://schemas.openxmlformats.org/officeDocument/2006/relationships/customXml" Target="../ink/ink702.xml"/><Relationship Id="rId8" Type="http://schemas.openxmlformats.org/officeDocument/2006/relationships/customXml" Target="../ink/ink656.xml"/><Relationship Id="rId51" Type="http://schemas.openxmlformats.org/officeDocument/2006/relationships/image" Target="../media/image677.png"/><Relationship Id="rId72" Type="http://schemas.openxmlformats.org/officeDocument/2006/relationships/customXml" Target="../ink/ink688.xml"/><Relationship Id="rId93" Type="http://schemas.openxmlformats.org/officeDocument/2006/relationships/image" Target="../media/image698.png"/><Relationship Id="rId98" Type="http://schemas.openxmlformats.org/officeDocument/2006/relationships/customXml" Target="../ink/ink701.xml"/><Relationship Id="rId3" Type="http://schemas.openxmlformats.org/officeDocument/2006/relationships/image" Target="../media/image653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6.xml"/><Relationship Id="rId21" Type="http://schemas.openxmlformats.org/officeDocument/2006/relationships/image" Target="../media/image713.png"/><Relationship Id="rId42" Type="http://schemas.openxmlformats.org/officeDocument/2006/relationships/customXml" Target="../ink/ink724.xml"/><Relationship Id="rId47" Type="http://schemas.openxmlformats.org/officeDocument/2006/relationships/image" Target="../media/image726.png"/><Relationship Id="rId63" Type="http://schemas.openxmlformats.org/officeDocument/2006/relationships/image" Target="../media/image734.png"/><Relationship Id="rId68" Type="http://schemas.openxmlformats.org/officeDocument/2006/relationships/customXml" Target="../ink/ink737.xml"/><Relationship Id="rId84" Type="http://schemas.openxmlformats.org/officeDocument/2006/relationships/customXml" Target="../ink/ink745.xml"/><Relationship Id="rId89" Type="http://schemas.openxmlformats.org/officeDocument/2006/relationships/image" Target="../media/image747.png"/><Relationship Id="rId16" Type="http://schemas.openxmlformats.org/officeDocument/2006/relationships/customXml" Target="../ink/ink711.xml"/><Relationship Id="rId11" Type="http://schemas.openxmlformats.org/officeDocument/2006/relationships/image" Target="../media/image708.png"/><Relationship Id="rId32" Type="http://schemas.openxmlformats.org/officeDocument/2006/relationships/customXml" Target="../ink/ink719.xml"/><Relationship Id="rId37" Type="http://schemas.openxmlformats.org/officeDocument/2006/relationships/image" Target="../media/image721.png"/><Relationship Id="rId53" Type="http://schemas.openxmlformats.org/officeDocument/2006/relationships/image" Target="../media/image729.png"/><Relationship Id="rId58" Type="http://schemas.openxmlformats.org/officeDocument/2006/relationships/customXml" Target="../ink/ink732.xml"/><Relationship Id="rId74" Type="http://schemas.openxmlformats.org/officeDocument/2006/relationships/customXml" Target="../ink/ink740.xml"/><Relationship Id="rId79" Type="http://schemas.openxmlformats.org/officeDocument/2006/relationships/image" Target="../media/image742.png"/><Relationship Id="rId5" Type="http://schemas.openxmlformats.org/officeDocument/2006/relationships/image" Target="../media/image705.png"/><Relationship Id="rId90" Type="http://schemas.openxmlformats.org/officeDocument/2006/relationships/customXml" Target="../ink/ink748.xml"/><Relationship Id="rId95" Type="http://schemas.openxmlformats.org/officeDocument/2006/relationships/image" Target="../media/image750.png"/><Relationship Id="rId22" Type="http://schemas.openxmlformats.org/officeDocument/2006/relationships/customXml" Target="../ink/ink714.xml"/><Relationship Id="rId27" Type="http://schemas.openxmlformats.org/officeDocument/2006/relationships/image" Target="../media/image716.png"/><Relationship Id="rId43" Type="http://schemas.openxmlformats.org/officeDocument/2006/relationships/image" Target="../media/image724.png"/><Relationship Id="rId48" Type="http://schemas.openxmlformats.org/officeDocument/2006/relationships/customXml" Target="../ink/ink727.xml"/><Relationship Id="rId64" Type="http://schemas.openxmlformats.org/officeDocument/2006/relationships/customXml" Target="../ink/ink735.xml"/><Relationship Id="rId69" Type="http://schemas.openxmlformats.org/officeDocument/2006/relationships/image" Target="../media/image737.png"/><Relationship Id="rId80" Type="http://schemas.openxmlformats.org/officeDocument/2006/relationships/customXml" Target="../ink/ink743.xml"/><Relationship Id="rId85" Type="http://schemas.openxmlformats.org/officeDocument/2006/relationships/image" Target="../media/image745.png"/><Relationship Id="rId3" Type="http://schemas.openxmlformats.org/officeDocument/2006/relationships/image" Target="../media/image704.png"/><Relationship Id="rId12" Type="http://schemas.openxmlformats.org/officeDocument/2006/relationships/customXml" Target="../ink/ink709.xml"/><Relationship Id="rId17" Type="http://schemas.openxmlformats.org/officeDocument/2006/relationships/image" Target="../media/image711.png"/><Relationship Id="rId25" Type="http://schemas.openxmlformats.org/officeDocument/2006/relationships/image" Target="../media/image715.png"/><Relationship Id="rId33" Type="http://schemas.openxmlformats.org/officeDocument/2006/relationships/image" Target="../media/image719.png"/><Relationship Id="rId38" Type="http://schemas.openxmlformats.org/officeDocument/2006/relationships/customXml" Target="../ink/ink722.xml"/><Relationship Id="rId46" Type="http://schemas.openxmlformats.org/officeDocument/2006/relationships/customXml" Target="../ink/ink726.xml"/><Relationship Id="rId59" Type="http://schemas.openxmlformats.org/officeDocument/2006/relationships/image" Target="../media/image732.png"/><Relationship Id="rId67" Type="http://schemas.openxmlformats.org/officeDocument/2006/relationships/image" Target="../media/image736.png"/><Relationship Id="rId20" Type="http://schemas.openxmlformats.org/officeDocument/2006/relationships/customXml" Target="../ink/ink713.xml"/><Relationship Id="rId41" Type="http://schemas.openxmlformats.org/officeDocument/2006/relationships/image" Target="../media/image723.png"/><Relationship Id="rId54" Type="http://schemas.openxmlformats.org/officeDocument/2006/relationships/customXml" Target="../ink/ink730.xml"/><Relationship Id="rId62" Type="http://schemas.openxmlformats.org/officeDocument/2006/relationships/customXml" Target="../ink/ink734.xml"/><Relationship Id="rId70" Type="http://schemas.openxmlformats.org/officeDocument/2006/relationships/customXml" Target="../ink/ink738.xml"/><Relationship Id="rId75" Type="http://schemas.openxmlformats.org/officeDocument/2006/relationships/image" Target="../media/image740.png"/><Relationship Id="rId83" Type="http://schemas.openxmlformats.org/officeDocument/2006/relationships/image" Target="../media/image744.png"/><Relationship Id="rId88" Type="http://schemas.openxmlformats.org/officeDocument/2006/relationships/customXml" Target="../ink/ink747.xml"/><Relationship Id="rId91" Type="http://schemas.openxmlformats.org/officeDocument/2006/relationships/image" Target="../media/image748.png"/><Relationship Id="rId96" Type="http://schemas.openxmlformats.org/officeDocument/2006/relationships/customXml" Target="../ink/ink7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6.xml"/><Relationship Id="rId15" Type="http://schemas.openxmlformats.org/officeDocument/2006/relationships/image" Target="../media/image710.png"/><Relationship Id="rId23" Type="http://schemas.openxmlformats.org/officeDocument/2006/relationships/image" Target="../media/image714.png"/><Relationship Id="rId28" Type="http://schemas.openxmlformats.org/officeDocument/2006/relationships/customXml" Target="../ink/ink717.xml"/><Relationship Id="rId36" Type="http://schemas.openxmlformats.org/officeDocument/2006/relationships/customXml" Target="../ink/ink721.xml"/><Relationship Id="rId49" Type="http://schemas.openxmlformats.org/officeDocument/2006/relationships/image" Target="../media/image727.png"/><Relationship Id="rId57" Type="http://schemas.openxmlformats.org/officeDocument/2006/relationships/image" Target="../media/image731.png"/><Relationship Id="rId10" Type="http://schemas.openxmlformats.org/officeDocument/2006/relationships/customXml" Target="../ink/ink708.xml"/><Relationship Id="rId31" Type="http://schemas.openxmlformats.org/officeDocument/2006/relationships/image" Target="../media/image718.png"/><Relationship Id="rId44" Type="http://schemas.openxmlformats.org/officeDocument/2006/relationships/customXml" Target="../ink/ink725.xml"/><Relationship Id="rId52" Type="http://schemas.openxmlformats.org/officeDocument/2006/relationships/customXml" Target="../ink/ink729.xml"/><Relationship Id="rId60" Type="http://schemas.openxmlformats.org/officeDocument/2006/relationships/customXml" Target="../ink/ink733.xml"/><Relationship Id="rId65" Type="http://schemas.openxmlformats.org/officeDocument/2006/relationships/image" Target="../media/image735.png"/><Relationship Id="rId73" Type="http://schemas.openxmlformats.org/officeDocument/2006/relationships/image" Target="../media/image739.png"/><Relationship Id="rId78" Type="http://schemas.openxmlformats.org/officeDocument/2006/relationships/customXml" Target="../ink/ink742.xml"/><Relationship Id="rId81" Type="http://schemas.openxmlformats.org/officeDocument/2006/relationships/image" Target="../media/image743.png"/><Relationship Id="rId86" Type="http://schemas.openxmlformats.org/officeDocument/2006/relationships/customXml" Target="../ink/ink746.xml"/><Relationship Id="rId94" Type="http://schemas.openxmlformats.org/officeDocument/2006/relationships/customXml" Target="../ink/ink750.xml"/><Relationship Id="rId4" Type="http://schemas.openxmlformats.org/officeDocument/2006/relationships/customXml" Target="../ink/ink705.xml"/><Relationship Id="rId9" Type="http://schemas.openxmlformats.org/officeDocument/2006/relationships/image" Target="../media/image707.png"/><Relationship Id="rId13" Type="http://schemas.openxmlformats.org/officeDocument/2006/relationships/image" Target="../media/image709.png"/><Relationship Id="rId18" Type="http://schemas.openxmlformats.org/officeDocument/2006/relationships/customXml" Target="../ink/ink712.xml"/><Relationship Id="rId39" Type="http://schemas.openxmlformats.org/officeDocument/2006/relationships/image" Target="../media/image722.png"/><Relationship Id="rId34" Type="http://schemas.openxmlformats.org/officeDocument/2006/relationships/customXml" Target="../ink/ink720.xml"/><Relationship Id="rId50" Type="http://schemas.openxmlformats.org/officeDocument/2006/relationships/customXml" Target="../ink/ink728.xml"/><Relationship Id="rId55" Type="http://schemas.openxmlformats.org/officeDocument/2006/relationships/image" Target="../media/image730.png"/><Relationship Id="rId76" Type="http://schemas.openxmlformats.org/officeDocument/2006/relationships/customXml" Target="../ink/ink741.xml"/><Relationship Id="rId97" Type="http://schemas.openxmlformats.org/officeDocument/2006/relationships/image" Target="../media/image751.png"/><Relationship Id="rId7" Type="http://schemas.openxmlformats.org/officeDocument/2006/relationships/image" Target="../media/image706.png"/><Relationship Id="rId71" Type="http://schemas.openxmlformats.org/officeDocument/2006/relationships/image" Target="../media/image738.png"/><Relationship Id="rId92" Type="http://schemas.openxmlformats.org/officeDocument/2006/relationships/customXml" Target="../ink/ink749.xml"/><Relationship Id="rId2" Type="http://schemas.openxmlformats.org/officeDocument/2006/relationships/customXml" Target="../ink/ink704.xml"/><Relationship Id="rId29" Type="http://schemas.openxmlformats.org/officeDocument/2006/relationships/image" Target="../media/image717.png"/><Relationship Id="rId24" Type="http://schemas.openxmlformats.org/officeDocument/2006/relationships/customXml" Target="../ink/ink715.xml"/><Relationship Id="rId40" Type="http://schemas.openxmlformats.org/officeDocument/2006/relationships/customXml" Target="../ink/ink723.xml"/><Relationship Id="rId45" Type="http://schemas.openxmlformats.org/officeDocument/2006/relationships/image" Target="../media/image725.png"/><Relationship Id="rId66" Type="http://schemas.openxmlformats.org/officeDocument/2006/relationships/customXml" Target="../ink/ink736.xml"/><Relationship Id="rId87" Type="http://schemas.openxmlformats.org/officeDocument/2006/relationships/image" Target="../media/image746.png"/><Relationship Id="rId61" Type="http://schemas.openxmlformats.org/officeDocument/2006/relationships/image" Target="../media/image733.png"/><Relationship Id="rId82" Type="http://schemas.openxmlformats.org/officeDocument/2006/relationships/customXml" Target="../ink/ink744.xml"/><Relationship Id="rId19" Type="http://schemas.openxmlformats.org/officeDocument/2006/relationships/image" Target="../media/image712.png"/><Relationship Id="rId14" Type="http://schemas.openxmlformats.org/officeDocument/2006/relationships/customXml" Target="../ink/ink710.xml"/><Relationship Id="rId30" Type="http://schemas.openxmlformats.org/officeDocument/2006/relationships/customXml" Target="../ink/ink718.xml"/><Relationship Id="rId35" Type="http://schemas.openxmlformats.org/officeDocument/2006/relationships/image" Target="../media/image720.png"/><Relationship Id="rId56" Type="http://schemas.openxmlformats.org/officeDocument/2006/relationships/customXml" Target="../ink/ink731.xml"/><Relationship Id="rId77" Type="http://schemas.openxmlformats.org/officeDocument/2006/relationships/image" Target="../media/image741.png"/><Relationship Id="rId8" Type="http://schemas.openxmlformats.org/officeDocument/2006/relationships/customXml" Target="../ink/ink707.xml"/><Relationship Id="rId51" Type="http://schemas.openxmlformats.org/officeDocument/2006/relationships/image" Target="../media/image728.png"/><Relationship Id="rId72" Type="http://schemas.openxmlformats.org/officeDocument/2006/relationships/customXml" Target="../ink/ink739.xml"/><Relationship Id="rId93" Type="http://schemas.openxmlformats.org/officeDocument/2006/relationships/image" Target="../media/image74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4.xml"/><Relationship Id="rId21" Type="http://schemas.openxmlformats.org/officeDocument/2006/relationships/image" Target="../media/image761.png"/><Relationship Id="rId42" Type="http://schemas.openxmlformats.org/officeDocument/2006/relationships/customXml" Target="../ink/ink772.xml"/><Relationship Id="rId47" Type="http://schemas.openxmlformats.org/officeDocument/2006/relationships/image" Target="../media/image774.png"/><Relationship Id="rId63" Type="http://schemas.openxmlformats.org/officeDocument/2006/relationships/image" Target="../media/image782.png"/><Relationship Id="rId68" Type="http://schemas.openxmlformats.org/officeDocument/2006/relationships/customXml" Target="../ink/ink785.xml"/><Relationship Id="rId84" Type="http://schemas.openxmlformats.org/officeDocument/2006/relationships/customXml" Target="../ink/ink793.xml"/><Relationship Id="rId89" Type="http://schemas.openxmlformats.org/officeDocument/2006/relationships/image" Target="../media/image24.png"/><Relationship Id="rId16" Type="http://schemas.openxmlformats.org/officeDocument/2006/relationships/customXml" Target="../ink/ink759.xml"/><Relationship Id="rId11" Type="http://schemas.openxmlformats.org/officeDocument/2006/relationships/image" Target="../media/image756.png"/><Relationship Id="rId32" Type="http://schemas.openxmlformats.org/officeDocument/2006/relationships/customXml" Target="../ink/ink767.xml"/><Relationship Id="rId37" Type="http://schemas.openxmlformats.org/officeDocument/2006/relationships/image" Target="../media/image769.png"/><Relationship Id="rId53" Type="http://schemas.openxmlformats.org/officeDocument/2006/relationships/image" Target="../media/image777.png"/><Relationship Id="rId58" Type="http://schemas.openxmlformats.org/officeDocument/2006/relationships/customXml" Target="../ink/ink780.xml"/><Relationship Id="rId74" Type="http://schemas.openxmlformats.org/officeDocument/2006/relationships/customXml" Target="../ink/ink788.xml"/><Relationship Id="rId79" Type="http://schemas.openxmlformats.org/officeDocument/2006/relationships/image" Target="../media/image790.png"/><Relationship Id="rId5" Type="http://schemas.openxmlformats.org/officeDocument/2006/relationships/image" Target="../media/image753.png"/><Relationship Id="rId90" Type="http://schemas.openxmlformats.org/officeDocument/2006/relationships/customXml" Target="../ink/ink796.xml"/><Relationship Id="rId95" Type="http://schemas.openxmlformats.org/officeDocument/2006/relationships/image" Target="../media/image797.png"/><Relationship Id="rId22" Type="http://schemas.openxmlformats.org/officeDocument/2006/relationships/customXml" Target="../ink/ink762.xml"/><Relationship Id="rId27" Type="http://schemas.openxmlformats.org/officeDocument/2006/relationships/image" Target="../media/image764.png"/><Relationship Id="rId43" Type="http://schemas.openxmlformats.org/officeDocument/2006/relationships/image" Target="../media/image772.png"/><Relationship Id="rId48" Type="http://schemas.openxmlformats.org/officeDocument/2006/relationships/customXml" Target="../ink/ink775.xml"/><Relationship Id="rId64" Type="http://schemas.openxmlformats.org/officeDocument/2006/relationships/customXml" Target="../ink/ink783.xml"/><Relationship Id="rId69" Type="http://schemas.openxmlformats.org/officeDocument/2006/relationships/image" Target="../media/image785.png"/><Relationship Id="rId8" Type="http://schemas.openxmlformats.org/officeDocument/2006/relationships/customXml" Target="../ink/ink755.xml"/><Relationship Id="rId51" Type="http://schemas.openxmlformats.org/officeDocument/2006/relationships/image" Target="../media/image776.png"/><Relationship Id="rId72" Type="http://schemas.openxmlformats.org/officeDocument/2006/relationships/customXml" Target="../ink/ink787.xml"/><Relationship Id="rId80" Type="http://schemas.openxmlformats.org/officeDocument/2006/relationships/customXml" Target="../ink/ink791.xml"/><Relationship Id="rId85" Type="http://schemas.openxmlformats.org/officeDocument/2006/relationships/image" Target="../media/image793.png"/><Relationship Id="rId93" Type="http://schemas.openxmlformats.org/officeDocument/2006/relationships/image" Target="../media/image796.png"/><Relationship Id="rId3" Type="http://schemas.openxmlformats.org/officeDocument/2006/relationships/image" Target="../media/image752.png"/><Relationship Id="rId12" Type="http://schemas.openxmlformats.org/officeDocument/2006/relationships/customXml" Target="../ink/ink757.xml"/><Relationship Id="rId17" Type="http://schemas.openxmlformats.org/officeDocument/2006/relationships/image" Target="../media/image759.png"/><Relationship Id="rId25" Type="http://schemas.openxmlformats.org/officeDocument/2006/relationships/image" Target="../media/image763.png"/><Relationship Id="rId33" Type="http://schemas.openxmlformats.org/officeDocument/2006/relationships/image" Target="../media/image767.png"/><Relationship Id="rId38" Type="http://schemas.openxmlformats.org/officeDocument/2006/relationships/customXml" Target="../ink/ink770.xml"/><Relationship Id="rId46" Type="http://schemas.openxmlformats.org/officeDocument/2006/relationships/customXml" Target="../ink/ink774.xml"/><Relationship Id="rId59" Type="http://schemas.openxmlformats.org/officeDocument/2006/relationships/image" Target="../media/image780.png"/><Relationship Id="rId67" Type="http://schemas.openxmlformats.org/officeDocument/2006/relationships/image" Target="../media/image784.png"/><Relationship Id="rId20" Type="http://schemas.openxmlformats.org/officeDocument/2006/relationships/customXml" Target="../ink/ink761.xml"/><Relationship Id="rId41" Type="http://schemas.openxmlformats.org/officeDocument/2006/relationships/image" Target="../media/image771.png"/><Relationship Id="rId54" Type="http://schemas.openxmlformats.org/officeDocument/2006/relationships/customXml" Target="../ink/ink778.xml"/><Relationship Id="rId62" Type="http://schemas.openxmlformats.org/officeDocument/2006/relationships/customXml" Target="../ink/ink782.xml"/><Relationship Id="rId70" Type="http://schemas.openxmlformats.org/officeDocument/2006/relationships/customXml" Target="../ink/ink786.xml"/><Relationship Id="rId75" Type="http://schemas.openxmlformats.org/officeDocument/2006/relationships/image" Target="../media/image788.png"/><Relationship Id="rId83" Type="http://schemas.openxmlformats.org/officeDocument/2006/relationships/image" Target="../media/image792.png"/><Relationship Id="rId88" Type="http://schemas.openxmlformats.org/officeDocument/2006/relationships/customXml" Target="../ink/ink795.xml"/><Relationship Id="rId91" Type="http://schemas.openxmlformats.org/officeDocument/2006/relationships/image" Target="../media/image7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4.xml"/><Relationship Id="rId15" Type="http://schemas.openxmlformats.org/officeDocument/2006/relationships/image" Target="../media/image758.png"/><Relationship Id="rId23" Type="http://schemas.openxmlformats.org/officeDocument/2006/relationships/image" Target="../media/image762.png"/><Relationship Id="rId28" Type="http://schemas.openxmlformats.org/officeDocument/2006/relationships/customXml" Target="../ink/ink765.xml"/><Relationship Id="rId36" Type="http://schemas.openxmlformats.org/officeDocument/2006/relationships/customXml" Target="../ink/ink769.xml"/><Relationship Id="rId49" Type="http://schemas.openxmlformats.org/officeDocument/2006/relationships/image" Target="../media/image775.png"/><Relationship Id="rId57" Type="http://schemas.openxmlformats.org/officeDocument/2006/relationships/image" Target="../media/image779.png"/><Relationship Id="rId10" Type="http://schemas.openxmlformats.org/officeDocument/2006/relationships/customXml" Target="../ink/ink756.xml"/><Relationship Id="rId31" Type="http://schemas.openxmlformats.org/officeDocument/2006/relationships/image" Target="../media/image766.png"/><Relationship Id="rId44" Type="http://schemas.openxmlformats.org/officeDocument/2006/relationships/customXml" Target="../ink/ink773.xml"/><Relationship Id="rId52" Type="http://schemas.openxmlformats.org/officeDocument/2006/relationships/customXml" Target="../ink/ink777.xml"/><Relationship Id="rId60" Type="http://schemas.openxmlformats.org/officeDocument/2006/relationships/customXml" Target="../ink/ink781.xml"/><Relationship Id="rId65" Type="http://schemas.openxmlformats.org/officeDocument/2006/relationships/image" Target="../media/image783.png"/><Relationship Id="rId73" Type="http://schemas.openxmlformats.org/officeDocument/2006/relationships/image" Target="../media/image787.png"/><Relationship Id="rId78" Type="http://schemas.openxmlformats.org/officeDocument/2006/relationships/customXml" Target="../ink/ink790.xml"/><Relationship Id="rId81" Type="http://schemas.openxmlformats.org/officeDocument/2006/relationships/image" Target="../media/image791.png"/><Relationship Id="rId86" Type="http://schemas.openxmlformats.org/officeDocument/2006/relationships/customXml" Target="../ink/ink794.xml"/><Relationship Id="rId94" Type="http://schemas.openxmlformats.org/officeDocument/2006/relationships/customXml" Target="../ink/ink798.xml"/><Relationship Id="rId4" Type="http://schemas.openxmlformats.org/officeDocument/2006/relationships/customXml" Target="../ink/ink753.xml"/><Relationship Id="rId9" Type="http://schemas.openxmlformats.org/officeDocument/2006/relationships/image" Target="../media/image755.png"/><Relationship Id="rId13" Type="http://schemas.openxmlformats.org/officeDocument/2006/relationships/image" Target="../media/image757.png"/><Relationship Id="rId18" Type="http://schemas.openxmlformats.org/officeDocument/2006/relationships/customXml" Target="../ink/ink760.xml"/><Relationship Id="rId39" Type="http://schemas.openxmlformats.org/officeDocument/2006/relationships/image" Target="../media/image770.png"/><Relationship Id="rId34" Type="http://schemas.openxmlformats.org/officeDocument/2006/relationships/customXml" Target="../ink/ink768.xml"/><Relationship Id="rId50" Type="http://schemas.openxmlformats.org/officeDocument/2006/relationships/customXml" Target="../ink/ink776.xml"/><Relationship Id="rId55" Type="http://schemas.openxmlformats.org/officeDocument/2006/relationships/image" Target="../media/image778.png"/><Relationship Id="rId76" Type="http://schemas.openxmlformats.org/officeDocument/2006/relationships/customXml" Target="../ink/ink789.xml"/><Relationship Id="rId7" Type="http://schemas.openxmlformats.org/officeDocument/2006/relationships/image" Target="../media/image754.png"/><Relationship Id="rId71" Type="http://schemas.openxmlformats.org/officeDocument/2006/relationships/image" Target="../media/image786.png"/><Relationship Id="rId92" Type="http://schemas.openxmlformats.org/officeDocument/2006/relationships/customXml" Target="../ink/ink797.xml"/><Relationship Id="rId2" Type="http://schemas.openxmlformats.org/officeDocument/2006/relationships/customXml" Target="../ink/ink752.xml"/><Relationship Id="rId29" Type="http://schemas.openxmlformats.org/officeDocument/2006/relationships/image" Target="../media/image765.png"/><Relationship Id="rId24" Type="http://schemas.openxmlformats.org/officeDocument/2006/relationships/customXml" Target="../ink/ink763.xml"/><Relationship Id="rId40" Type="http://schemas.openxmlformats.org/officeDocument/2006/relationships/customXml" Target="../ink/ink771.xml"/><Relationship Id="rId45" Type="http://schemas.openxmlformats.org/officeDocument/2006/relationships/image" Target="../media/image773.png"/><Relationship Id="rId66" Type="http://schemas.openxmlformats.org/officeDocument/2006/relationships/customXml" Target="../ink/ink784.xml"/><Relationship Id="rId87" Type="http://schemas.openxmlformats.org/officeDocument/2006/relationships/image" Target="../media/image794.png"/><Relationship Id="rId61" Type="http://schemas.openxmlformats.org/officeDocument/2006/relationships/image" Target="../media/image781.png"/><Relationship Id="rId82" Type="http://schemas.openxmlformats.org/officeDocument/2006/relationships/customXml" Target="../ink/ink792.xml"/><Relationship Id="rId19" Type="http://schemas.openxmlformats.org/officeDocument/2006/relationships/image" Target="../media/image760.png"/><Relationship Id="rId14" Type="http://schemas.openxmlformats.org/officeDocument/2006/relationships/customXml" Target="../ink/ink758.xml"/><Relationship Id="rId30" Type="http://schemas.openxmlformats.org/officeDocument/2006/relationships/customXml" Target="../ink/ink766.xml"/><Relationship Id="rId35" Type="http://schemas.openxmlformats.org/officeDocument/2006/relationships/image" Target="../media/image768.png"/><Relationship Id="rId56" Type="http://schemas.openxmlformats.org/officeDocument/2006/relationships/customXml" Target="../ink/ink779.xml"/><Relationship Id="rId77" Type="http://schemas.openxmlformats.org/officeDocument/2006/relationships/image" Target="../media/image78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3.png"/><Relationship Id="rId18" Type="http://schemas.openxmlformats.org/officeDocument/2006/relationships/customXml" Target="../ink/ink807.xml"/><Relationship Id="rId26" Type="http://schemas.openxmlformats.org/officeDocument/2006/relationships/customXml" Target="../ink/ink811.xml"/><Relationship Id="rId39" Type="http://schemas.openxmlformats.org/officeDocument/2006/relationships/image" Target="../media/image816.png"/><Relationship Id="rId21" Type="http://schemas.openxmlformats.org/officeDocument/2006/relationships/image" Target="../media/image807.png"/><Relationship Id="rId34" Type="http://schemas.openxmlformats.org/officeDocument/2006/relationships/customXml" Target="../ink/ink815.xml"/><Relationship Id="rId42" Type="http://schemas.openxmlformats.org/officeDocument/2006/relationships/customXml" Target="../ink/ink819.xml"/><Relationship Id="rId47" Type="http://schemas.openxmlformats.org/officeDocument/2006/relationships/image" Target="../media/image820.png"/><Relationship Id="rId50" Type="http://schemas.openxmlformats.org/officeDocument/2006/relationships/customXml" Target="../ink/ink823.xml"/><Relationship Id="rId55" Type="http://schemas.openxmlformats.org/officeDocument/2006/relationships/image" Target="../media/image824.png"/><Relationship Id="rId63" Type="http://schemas.openxmlformats.org/officeDocument/2006/relationships/image" Target="../media/image828.png"/><Relationship Id="rId7" Type="http://schemas.openxmlformats.org/officeDocument/2006/relationships/image" Target="../media/image800.png"/><Relationship Id="rId2" Type="http://schemas.openxmlformats.org/officeDocument/2006/relationships/customXml" Target="../ink/ink799.xml"/><Relationship Id="rId16" Type="http://schemas.openxmlformats.org/officeDocument/2006/relationships/customXml" Target="../ink/ink806.xml"/><Relationship Id="rId29" Type="http://schemas.openxmlformats.org/officeDocument/2006/relationships/image" Target="../media/image811.png"/><Relationship Id="rId11" Type="http://schemas.openxmlformats.org/officeDocument/2006/relationships/image" Target="../media/image802.png"/><Relationship Id="rId24" Type="http://schemas.openxmlformats.org/officeDocument/2006/relationships/customXml" Target="../ink/ink810.xml"/><Relationship Id="rId32" Type="http://schemas.openxmlformats.org/officeDocument/2006/relationships/customXml" Target="../ink/ink814.xml"/><Relationship Id="rId37" Type="http://schemas.openxmlformats.org/officeDocument/2006/relationships/image" Target="../media/image815.png"/><Relationship Id="rId40" Type="http://schemas.openxmlformats.org/officeDocument/2006/relationships/customXml" Target="../ink/ink818.xml"/><Relationship Id="rId45" Type="http://schemas.openxmlformats.org/officeDocument/2006/relationships/image" Target="../media/image819.png"/><Relationship Id="rId53" Type="http://schemas.openxmlformats.org/officeDocument/2006/relationships/image" Target="../media/image823.png"/><Relationship Id="rId58" Type="http://schemas.openxmlformats.org/officeDocument/2006/relationships/customXml" Target="../ink/ink827.xml"/><Relationship Id="rId5" Type="http://schemas.openxmlformats.org/officeDocument/2006/relationships/image" Target="../media/image799.png"/><Relationship Id="rId61" Type="http://schemas.openxmlformats.org/officeDocument/2006/relationships/image" Target="../media/image827.png"/><Relationship Id="rId19" Type="http://schemas.openxmlformats.org/officeDocument/2006/relationships/image" Target="../media/image806.png"/><Relationship Id="rId14" Type="http://schemas.openxmlformats.org/officeDocument/2006/relationships/customXml" Target="../ink/ink805.xml"/><Relationship Id="rId22" Type="http://schemas.openxmlformats.org/officeDocument/2006/relationships/customXml" Target="../ink/ink809.xml"/><Relationship Id="rId27" Type="http://schemas.openxmlformats.org/officeDocument/2006/relationships/image" Target="../media/image810.png"/><Relationship Id="rId30" Type="http://schemas.openxmlformats.org/officeDocument/2006/relationships/customXml" Target="../ink/ink813.xml"/><Relationship Id="rId35" Type="http://schemas.openxmlformats.org/officeDocument/2006/relationships/image" Target="../media/image814.png"/><Relationship Id="rId43" Type="http://schemas.openxmlformats.org/officeDocument/2006/relationships/image" Target="../media/image818.png"/><Relationship Id="rId48" Type="http://schemas.openxmlformats.org/officeDocument/2006/relationships/customXml" Target="../ink/ink822.xml"/><Relationship Id="rId56" Type="http://schemas.openxmlformats.org/officeDocument/2006/relationships/customXml" Target="../ink/ink826.xml"/><Relationship Id="rId8" Type="http://schemas.openxmlformats.org/officeDocument/2006/relationships/customXml" Target="../ink/ink802.xml"/><Relationship Id="rId51" Type="http://schemas.openxmlformats.org/officeDocument/2006/relationships/image" Target="../media/image822.png"/><Relationship Id="rId3" Type="http://schemas.openxmlformats.org/officeDocument/2006/relationships/image" Target="../media/image798.png"/><Relationship Id="rId12" Type="http://schemas.openxmlformats.org/officeDocument/2006/relationships/customXml" Target="../ink/ink804.xml"/><Relationship Id="rId17" Type="http://schemas.openxmlformats.org/officeDocument/2006/relationships/image" Target="../media/image805.png"/><Relationship Id="rId25" Type="http://schemas.openxmlformats.org/officeDocument/2006/relationships/image" Target="../media/image809.png"/><Relationship Id="rId33" Type="http://schemas.openxmlformats.org/officeDocument/2006/relationships/image" Target="../media/image813.png"/><Relationship Id="rId38" Type="http://schemas.openxmlformats.org/officeDocument/2006/relationships/customXml" Target="../ink/ink817.xml"/><Relationship Id="rId46" Type="http://schemas.openxmlformats.org/officeDocument/2006/relationships/customXml" Target="../ink/ink821.xml"/><Relationship Id="rId59" Type="http://schemas.openxmlformats.org/officeDocument/2006/relationships/image" Target="../media/image826.png"/><Relationship Id="rId20" Type="http://schemas.openxmlformats.org/officeDocument/2006/relationships/customXml" Target="../ink/ink808.xml"/><Relationship Id="rId41" Type="http://schemas.openxmlformats.org/officeDocument/2006/relationships/image" Target="../media/image817.png"/><Relationship Id="rId54" Type="http://schemas.openxmlformats.org/officeDocument/2006/relationships/customXml" Target="../ink/ink825.xml"/><Relationship Id="rId62" Type="http://schemas.openxmlformats.org/officeDocument/2006/relationships/customXml" Target="../ink/ink8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1.xml"/><Relationship Id="rId15" Type="http://schemas.openxmlformats.org/officeDocument/2006/relationships/image" Target="../media/image804.png"/><Relationship Id="rId23" Type="http://schemas.openxmlformats.org/officeDocument/2006/relationships/image" Target="../media/image808.png"/><Relationship Id="rId28" Type="http://schemas.openxmlformats.org/officeDocument/2006/relationships/customXml" Target="../ink/ink812.xml"/><Relationship Id="rId36" Type="http://schemas.openxmlformats.org/officeDocument/2006/relationships/customXml" Target="../ink/ink816.xml"/><Relationship Id="rId49" Type="http://schemas.openxmlformats.org/officeDocument/2006/relationships/image" Target="../media/image821.png"/><Relationship Id="rId57" Type="http://schemas.openxmlformats.org/officeDocument/2006/relationships/image" Target="../media/image825.png"/><Relationship Id="rId10" Type="http://schemas.openxmlformats.org/officeDocument/2006/relationships/customXml" Target="../ink/ink803.xml"/><Relationship Id="rId31" Type="http://schemas.openxmlformats.org/officeDocument/2006/relationships/image" Target="../media/image812.png"/><Relationship Id="rId44" Type="http://schemas.openxmlformats.org/officeDocument/2006/relationships/customXml" Target="../ink/ink820.xml"/><Relationship Id="rId52" Type="http://schemas.openxmlformats.org/officeDocument/2006/relationships/customXml" Target="../ink/ink824.xml"/><Relationship Id="rId60" Type="http://schemas.openxmlformats.org/officeDocument/2006/relationships/customXml" Target="../ink/ink828.xml"/><Relationship Id="rId4" Type="http://schemas.openxmlformats.org/officeDocument/2006/relationships/customXml" Target="../ink/ink800.xml"/><Relationship Id="rId9" Type="http://schemas.openxmlformats.org/officeDocument/2006/relationships/image" Target="../media/image80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4.png"/><Relationship Id="rId18" Type="http://schemas.openxmlformats.org/officeDocument/2006/relationships/customXml" Target="../ink/ink838.xml"/><Relationship Id="rId26" Type="http://schemas.openxmlformats.org/officeDocument/2006/relationships/customXml" Target="../ink/ink842.xml"/><Relationship Id="rId39" Type="http://schemas.openxmlformats.org/officeDocument/2006/relationships/image" Target="../media/image847.png"/><Relationship Id="rId21" Type="http://schemas.openxmlformats.org/officeDocument/2006/relationships/image" Target="../media/image838.png"/><Relationship Id="rId34" Type="http://schemas.openxmlformats.org/officeDocument/2006/relationships/customXml" Target="../ink/ink846.xml"/><Relationship Id="rId42" Type="http://schemas.openxmlformats.org/officeDocument/2006/relationships/customXml" Target="../ink/ink850.xml"/><Relationship Id="rId47" Type="http://schemas.openxmlformats.org/officeDocument/2006/relationships/image" Target="../media/image851.png"/><Relationship Id="rId50" Type="http://schemas.openxmlformats.org/officeDocument/2006/relationships/customXml" Target="../ink/ink854.xml"/><Relationship Id="rId7" Type="http://schemas.openxmlformats.org/officeDocument/2006/relationships/image" Target="../media/image831.png"/><Relationship Id="rId2" Type="http://schemas.openxmlformats.org/officeDocument/2006/relationships/customXml" Target="../ink/ink830.xml"/><Relationship Id="rId16" Type="http://schemas.openxmlformats.org/officeDocument/2006/relationships/customXml" Target="../ink/ink837.xml"/><Relationship Id="rId29" Type="http://schemas.openxmlformats.org/officeDocument/2006/relationships/image" Target="../media/image842.png"/><Relationship Id="rId11" Type="http://schemas.openxmlformats.org/officeDocument/2006/relationships/image" Target="../media/image833.png"/><Relationship Id="rId24" Type="http://schemas.openxmlformats.org/officeDocument/2006/relationships/customXml" Target="../ink/ink841.xml"/><Relationship Id="rId32" Type="http://schemas.openxmlformats.org/officeDocument/2006/relationships/customXml" Target="../ink/ink845.xml"/><Relationship Id="rId37" Type="http://schemas.openxmlformats.org/officeDocument/2006/relationships/image" Target="../media/image846.png"/><Relationship Id="rId40" Type="http://schemas.openxmlformats.org/officeDocument/2006/relationships/customXml" Target="../ink/ink849.xml"/><Relationship Id="rId45" Type="http://schemas.openxmlformats.org/officeDocument/2006/relationships/image" Target="../media/image850.png"/><Relationship Id="rId5" Type="http://schemas.openxmlformats.org/officeDocument/2006/relationships/image" Target="../media/image830.png"/><Relationship Id="rId15" Type="http://schemas.openxmlformats.org/officeDocument/2006/relationships/image" Target="../media/image835.png"/><Relationship Id="rId23" Type="http://schemas.openxmlformats.org/officeDocument/2006/relationships/image" Target="../media/image839.png"/><Relationship Id="rId28" Type="http://schemas.openxmlformats.org/officeDocument/2006/relationships/customXml" Target="../ink/ink843.xml"/><Relationship Id="rId36" Type="http://schemas.openxmlformats.org/officeDocument/2006/relationships/customXml" Target="../ink/ink847.xml"/><Relationship Id="rId49" Type="http://schemas.openxmlformats.org/officeDocument/2006/relationships/image" Target="../media/image852.png"/><Relationship Id="rId10" Type="http://schemas.openxmlformats.org/officeDocument/2006/relationships/customXml" Target="../ink/ink834.xml"/><Relationship Id="rId19" Type="http://schemas.openxmlformats.org/officeDocument/2006/relationships/image" Target="../media/image837.png"/><Relationship Id="rId31" Type="http://schemas.openxmlformats.org/officeDocument/2006/relationships/image" Target="../media/image843.png"/><Relationship Id="rId44" Type="http://schemas.openxmlformats.org/officeDocument/2006/relationships/customXml" Target="../ink/ink851.xml"/><Relationship Id="rId4" Type="http://schemas.openxmlformats.org/officeDocument/2006/relationships/customXml" Target="../ink/ink831.xml"/><Relationship Id="rId9" Type="http://schemas.openxmlformats.org/officeDocument/2006/relationships/image" Target="../media/image832.png"/><Relationship Id="rId14" Type="http://schemas.openxmlformats.org/officeDocument/2006/relationships/customXml" Target="../ink/ink836.xml"/><Relationship Id="rId22" Type="http://schemas.openxmlformats.org/officeDocument/2006/relationships/customXml" Target="../ink/ink840.xml"/><Relationship Id="rId27" Type="http://schemas.openxmlformats.org/officeDocument/2006/relationships/image" Target="../media/image841.png"/><Relationship Id="rId30" Type="http://schemas.openxmlformats.org/officeDocument/2006/relationships/customXml" Target="../ink/ink844.xml"/><Relationship Id="rId35" Type="http://schemas.openxmlformats.org/officeDocument/2006/relationships/image" Target="../media/image845.png"/><Relationship Id="rId43" Type="http://schemas.openxmlformats.org/officeDocument/2006/relationships/image" Target="../media/image849.png"/><Relationship Id="rId48" Type="http://schemas.openxmlformats.org/officeDocument/2006/relationships/customXml" Target="../ink/ink853.xml"/><Relationship Id="rId8" Type="http://schemas.openxmlformats.org/officeDocument/2006/relationships/customXml" Target="../ink/ink833.xml"/><Relationship Id="rId51" Type="http://schemas.openxmlformats.org/officeDocument/2006/relationships/image" Target="../media/image853.png"/><Relationship Id="rId3" Type="http://schemas.openxmlformats.org/officeDocument/2006/relationships/image" Target="../media/image829.png"/><Relationship Id="rId12" Type="http://schemas.openxmlformats.org/officeDocument/2006/relationships/customXml" Target="../ink/ink835.xml"/><Relationship Id="rId17" Type="http://schemas.openxmlformats.org/officeDocument/2006/relationships/image" Target="../media/image836.png"/><Relationship Id="rId25" Type="http://schemas.openxmlformats.org/officeDocument/2006/relationships/image" Target="../media/image840.png"/><Relationship Id="rId33" Type="http://schemas.openxmlformats.org/officeDocument/2006/relationships/image" Target="../media/image844.png"/><Relationship Id="rId38" Type="http://schemas.openxmlformats.org/officeDocument/2006/relationships/customXml" Target="../ink/ink848.xml"/><Relationship Id="rId46" Type="http://schemas.openxmlformats.org/officeDocument/2006/relationships/customXml" Target="../ink/ink852.xml"/><Relationship Id="rId20" Type="http://schemas.openxmlformats.org/officeDocument/2006/relationships/customXml" Target="../ink/ink839.xml"/><Relationship Id="rId41" Type="http://schemas.openxmlformats.org/officeDocument/2006/relationships/image" Target="../media/image84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FC4C0DD0-B766-1F43-22BC-F4E2BB565FD4}"/>
              </a:ext>
            </a:extLst>
          </p:cNvPr>
          <p:cNvGrpSpPr/>
          <p:nvPr/>
        </p:nvGrpSpPr>
        <p:grpSpPr>
          <a:xfrm>
            <a:off x="1203278" y="289820"/>
            <a:ext cx="10828080" cy="4976280"/>
            <a:chOff x="1203278" y="289820"/>
            <a:chExt cx="10828080" cy="49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43DE671-3EFC-2855-6904-7719C3ABFECC}"/>
                    </a:ext>
                  </a:extLst>
                </p14:cNvPr>
                <p14:cNvContentPartPr/>
                <p14:nvPr/>
              </p14:nvContentPartPr>
              <p14:xfrm>
                <a:off x="11132438" y="1359380"/>
                <a:ext cx="796320" cy="20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43DE671-3EFC-2855-6904-7719C3ABFE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28118" y="1355060"/>
                  <a:ext cx="804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F91EAB0-4E4E-6BFE-F9CB-53D51BDBB73F}"/>
                    </a:ext>
                  </a:extLst>
                </p14:cNvPr>
                <p14:cNvContentPartPr/>
                <p14:nvPr/>
              </p14:nvContentPartPr>
              <p14:xfrm>
                <a:off x="1666958" y="2975060"/>
                <a:ext cx="1005840" cy="269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F91EAB0-4E4E-6BFE-F9CB-53D51BDBB7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2638" y="2970740"/>
                  <a:ext cx="10144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1AEE57F-8868-6E77-5BE7-0048B06516A1}"/>
                    </a:ext>
                  </a:extLst>
                </p14:cNvPr>
                <p14:cNvContentPartPr/>
                <p14:nvPr/>
              </p14:nvContentPartPr>
              <p14:xfrm>
                <a:off x="2214158" y="3338660"/>
                <a:ext cx="691200" cy="1036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AEE57F-8868-6E77-5BE7-0048B06516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9838" y="3334340"/>
                  <a:ext cx="699840" cy="10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3A07EB-E37D-A547-9E06-79F389AB67CC}"/>
                    </a:ext>
                  </a:extLst>
                </p14:cNvPr>
                <p14:cNvContentPartPr/>
                <p14:nvPr/>
              </p14:nvContentPartPr>
              <p14:xfrm>
                <a:off x="2991038" y="3275300"/>
                <a:ext cx="889200" cy="936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3A07EB-E37D-A547-9E06-79F389AB67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6718" y="3270980"/>
                  <a:ext cx="89784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8AB828-24B4-D6FF-B758-6AAE103EE23A}"/>
                    </a:ext>
                  </a:extLst>
                </p14:cNvPr>
                <p14:cNvContentPartPr/>
                <p14:nvPr/>
              </p14:nvContentPartPr>
              <p14:xfrm>
                <a:off x="3681878" y="3580580"/>
                <a:ext cx="224640" cy="33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8AB828-24B4-D6FF-B758-6AAE103EE2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7558" y="3576260"/>
                  <a:ext cx="2332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EBCF2A-C746-4F1C-3838-F370A58D726D}"/>
                    </a:ext>
                  </a:extLst>
                </p14:cNvPr>
                <p14:cNvContentPartPr/>
                <p14:nvPr/>
              </p14:nvContentPartPr>
              <p14:xfrm>
                <a:off x="4021718" y="3000260"/>
                <a:ext cx="543240" cy="55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EBCF2A-C746-4F1C-3838-F370A58D72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17398" y="2995940"/>
                  <a:ext cx="5518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939A7F-F536-DFD8-F65E-89036CAE0DD3}"/>
                    </a:ext>
                  </a:extLst>
                </p14:cNvPr>
                <p14:cNvContentPartPr/>
                <p14:nvPr/>
              </p14:nvContentPartPr>
              <p14:xfrm>
                <a:off x="4319798" y="3147860"/>
                <a:ext cx="356040" cy="10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939A7F-F536-DFD8-F65E-89036CAE0D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15478" y="3143540"/>
                  <a:ext cx="364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38F75C-8C59-E325-DD32-782A4C5553C9}"/>
                    </a:ext>
                  </a:extLst>
                </p14:cNvPr>
                <p14:cNvContentPartPr/>
                <p14:nvPr/>
              </p14:nvContentPartPr>
              <p14:xfrm>
                <a:off x="9341798" y="289820"/>
                <a:ext cx="903240" cy="100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38F75C-8C59-E325-DD32-782A4C5553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37478" y="285500"/>
                  <a:ext cx="91188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A8F7FD-E085-ED7D-3A98-D5A9558BD308}"/>
                    </a:ext>
                  </a:extLst>
                </p14:cNvPr>
                <p14:cNvContentPartPr/>
                <p14:nvPr/>
              </p14:nvContentPartPr>
              <p14:xfrm>
                <a:off x="7512278" y="1089020"/>
                <a:ext cx="1013400" cy="133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A8F7FD-E085-ED7D-3A98-D5A9558BD3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07958" y="1084700"/>
                  <a:ext cx="1022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967067-61D3-B59D-BD27-9B9270178334}"/>
                    </a:ext>
                  </a:extLst>
                </p14:cNvPr>
                <p14:cNvContentPartPr/>
                <p14:nvPr/>
              </p14:nvContentPartPr>
              <p14:xfrm>
                <a:off x="8657078" y="502940"/>
                <a:ext cx="794520" cy="982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967067-61D3-B59D-BD27-9B92701783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52758" y="498620"/>
                  <a:ext cx="80316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AB7E3C-A51B-C6DA-F4DD-10C2BF0EE344}"/>
                    </a:ext>
                  </a:extLst>
                </p14:cNvPr>
                <p14:cNvContentPartPr/>
                <p14:nvPr/>
              </p14:nvContentPartPr>
              <p14:xfrm>
                <a:off x="7367918" y="756020"/>
                <a:ext cx="912240" cy="788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AB7E3C-A51B-C6DA-F4DD-10C2BF0EE3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63598" y="751700"/>
                  <a:ext cx="92088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FED1C83-F5C4-0A44-EC54-29023ABFE038}"/>
                    </a:ext>
                  </a:extLst>
                </p14:cNvPr>
                <p14:cNvContentPartPr/>
                <p14:nvPr/>
              </p14:nvContentPartPr>
              <p14:xfrm>
                <a:off x="2371478" y="893900"/>
                <a:ext cx="55440" cy="1458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FED1C83-F5C4-0A44-EC54-29023ABFE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7158" y="889580"/>
                  <a:ext cx="64080" cy="14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4B2A33-8F2D-1019-770E-DB62FBF3BEC1}"/>
                    </a:ext>
                  </a:extLst>
                </p14:cNvPr>
                <p14:cNvContentPartPr/>
                <p14:nvPr/>
              </p14:nvContentPartPr>
              <p14:xfrm>
                <a:off x="1203278" y="786620"/>
                <a:ext cx="2157120" cy="335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4B2A33-8F2D-1019-770E-DB62FBF3BE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8958" y="782300"/>
                  <a:ext cx="21657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860D60-4D4C-DA47-A389-C4B97334FB77}"/>
                    </a:ext>
                  </a:extLst>
                </p14:cNvPr>
                <p14:cNvContentPartPr/>
                <p14:nvPr/>
              </p14:nvContentPartPr>
              <p14:xfrm>
                <a:off x="1894838" y="2179820"/>
                <a:ext cx="775800" cy="304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860D60-4D4C-DA47-A389-C4B97334FB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90518" y="2175500"/>
                  <a:ext cx="7844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02732F-61C6-D91F-461E-C1CE40B10F0F}"/>
                    </a:ext>
                  </a:extLst>
                </p14:cNvPr>
                <p14:cNvContentPartPr/>
                <p14:nvPr/>
              </p14:nvContentPartPr>
              <p14:xfrm>
                <a:off x="5763038" y="742700"/>
                <a:ext cx="254880" cy="96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02732F-61C6-D91F-461E-C1CE40B10F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58718" y="738380"/>
                  <a:ext cx="26352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ADE179-0F8C-B39E-04EC-A4465DE5A88F}"/>
                    </a:ext>
                  </a:extLst>
                </p14:cNvPr>
                <p14:cNvContentPartPr/>
                <p14:nvPr/>
              </p14:nvContentPartPr>
              <p14:xfrm>
                <a:off x="5895878" y="413660"/>
                <a:ext cx="406800" cy="79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ADE179-0F8C-B39E-04EC-A4465DE5A8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91558" y="409340"/>
                  <a:ext cx="41544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48D265-FB6B-DEDC-C29C-37264AAB80A5}"/>
                    </a:ext>
                  </a:extLst>
                </p14:cNvPr>
                <p14:cNvContentPartPr/>
                <p14:nvPr/>
              </p14:nvContentPartPr>
              <p14:xfrm>
                <a:off x="4308278" y="1419140"/>
                <a:ext cx="859320" cy="21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48D265-FB6B-DEDC-C29C-37264AAB80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03958" y="1414820"/>
                  <a:ext cx="867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F14431-5D7E-A7C9-A25A-29EB1E51F0E0}"/>
                    </a:ext>
                  </a:extLst>
                </p14:cNvPr>
                <p14:cNvContentPartPr/>
                <p14:nvPr/>
              </p14:nvContentPartPr>
              <p14:xfrm>
                <a:off x="4723718" y="939260"/>
                <a:ext cx="702000" cy="1033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F14431-5D7E-A7C9-A25A-29EB1E51F0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19398" y="934940"/>
                  <a:ext cx="71064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198E7B-ED77-BECD-B658-F4FFCE0D38C3}"/>
                    </a:ext>
                  </a:extLst>
                </p14:cNvPr>
                <p14:cNvContentPartPr/>
                <p14:nvPr/>
              </p14:nvContentPartPr>
              <p14:xfrm>
                <a:off x="3483878" y="1306100"/>
                <a:ext cx="934920" cy="57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198E7B-ED77-BECD-B658-F4FFCE0D38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79558" y="1301780"/>
                  <a:ext cx="94356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280BD9-F2A1-E58C-3133-DB68B21C41B2}"/>
                    </a:ext>
                  </a:extLst>
                </p14:cNvPr>
                <p14:cNvContentPartPr/>
                <p14:nvPr/>
              </p14:nvContentPartPr>
              <p14:xfrm>
                <a:off x="6297278" y="1834580"/>
                <a:ext cx="1041120" cy="289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280BD9-F2A1-E58C-3133-DB68B21C41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92958" y="1830260"/>
                  <a:ext cx="1049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FBD37A-C8B1-86AA-3C12-DFDEFE4FED21}"/>
                    </a:ext>
                  </a:extLst>
                </p14:cNvPr>
                <p14:cNvContentPartPr/>
                <p14:nvPr/>
              </p14:nvContentPartPr>
              <p14:xfrm>
                <a:off x="2164838" y="2265140"/>
                <a:ext cx="2059920" cy="48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FBD37A-C8B1-86AA-3C12-DFDEFE4FED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60518" y="2260820"/>
                  <a:ext cx="20685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FDED9F-C060-016C-C0C2-A2AB395BF116}"/>
                    </a:ext>
                  </a:extLst>
                </p14:cNvPr>
                <p14:cNvContentPartPr/>
                <p14:nvPr/>
              </p14:nvContentPartPr>
              <p14:xfrm>
                <a:off x="6361358" y="1760780"/>
                <a:ext cx="1219320" cy="24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FDED9F-C060-016C-C0C2-A2AB395BF1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57038" y="1756460"/>
                  <a:ext cx="1227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7AB6124-FA13-C939-C1DE-C27E956EE1B3}"/>
                    </a:ext>
                  </a:extLst>
                </p14:cNvPr>
                <p14:cNvContentPartPr/>
                <p14:nvPr/>
              </p14:nvContentPartPr>
              <p14:xfrm>
                <a:off x="9571118" y="1537220"/>
                <a:ext cx="64440" cy="1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7AB6124-FA13-C939-C1DE-C27E956EE1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66798" y="1532900"/>
                  <a:ext cx="73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52D4FB-D58D-D1E4-72CB-76254D5A2848}"/>
                    </a:ext>
                  </a:extLst>
                </p14:cNvPr>
                <p14:cNvContentPartPr/>
                <p14:nvPr/>
              </p14:nvContentPartPr>
              <p14:xfrm>
                <a:off x="10344038" y="1496180"/>
                <a:ext cx="8640" cy="4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52D4FB-D58D-D1E4-72CB-76254D5A28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39718" y="1491860"/>
                  <a:ext cx="172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F04606-18C3-6FCA-6137-6644B9EEDF8A}"/>
                    </a:ext>
                  </a:extLst>
                </p14:cNvPr>
                <p14:cNvContentPartPr/>
                <p14:nvPr/>
              </p14:nvContentPartPr>
              <p14:xfrm>
                <a:off x="5188118" y="2993780"/>
                <a:ext cx="371880" cy="160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F04606-18C3-6FCA-6137-6644B9EEDF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83798" y="2989460"/>
                  <a:ext cx="380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BD6BF7-AED3-FBE4-4505-41D8ECD8DA92}"/>
                    </a:ext>
                  </a:extLst>
                </p14:cNvPr>
                <p14:cNvContentPartPr/>
                <p14:nvPr/>
              </p14:nvContentPartPr>
              <p14:xfrm>
                <a:off x="5818118" y="2687420"/>
                <a:ext cx="269640" cy="885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BD6BF7-AED3-FBE4-4505-41D8ECD8DA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13798" y="2683100"/>
                  <a:ext cx="27828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CDEBD05-AA16-3561-6504-BD668694B16A}"/>
                    </a:ext>
                  </a:extLst>
                </p14:cNvPr>
                <p14:cNvContentPartPr/>
                <p14:nvPr/>
              </p14:nvContentPartPr>
              <p14:xfrm>
                <a:off x="5706518" y="2408420"/>
                <a:ext cx="496440" cy="77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CDEBD05-AA16-3561-6504-BD668694B1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02198" y="2404100"/>
                  <a:ext cx="50508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F22A7D-20F0-4DD8-5007-F1A07608D1A2}"/>
                    </a:ext>
                  </a:extLst>
                </p14:cNvPr>
                <p14:cNvContentPartPr/>
                <p14:nvPr/>
              </p14:nvContentPartPr>
              <p14:xfrm>
                <a:off x="6220238" y="2830700"/>
                <a:ext cx="350640" cy="463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F22A7D-20F0-4DD8-5007-F1A07608D1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15918" y="2826380"/>
                  <a:ext cx="3592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39A254-1C5D-0D5E-82E9-518A2D856BC2}"/>
                    </a:ext>
                  </a:extLst>
                </p14:cNvPr>
                <p14:cNvContentPartPr/>
                <p14:nvPr/>
              </p14:nvContentPartPr>
              <p14:xfrm>
                <a:off x="6787238" y="2598140"/>
                <a:ext cx="310320" cy="482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39A254-1C5D-0D5E-82E9-518A2D856B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82918" y="2593820"/>
                  <a:ext cx="3189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3E0387E-F472-7A73-106A-07F2BE2E3EB0}"/>
                    </a:ext>
                  </a:extLst>
                </p14:cNvPr>
                <p14:cNvContentPartPr/>
                <p14:nvPr/>
              </p14:nvContentPartPr>
              <p14:xfrm>
                <a:off x="7208798" y="2343620"/>
                <a:ext cx="1237680" cy="599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3E0387E-F472-7A73-106A-07F2BE2E3E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04478" y="2339300"/>
                  <a:ext cx="12463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80ED65-82AB-A114-06A2-F5357A67CC48}"/>
                    </a:ext>
                  </a:extLst>
                </p14:cNvPr>
                <p14:cNvContentPartPr/>
                <p14:nvPr/>
              </p14:nvContentPartPr>
              <p14:xfrm>
                <a:off x="9327398" y="2298980"/>
                <a:ext cx="631080" cy="208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80ED65-82AB-A114-06A2-F5357A67CC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23078" y="2294660"/>
                  <a:ext cx="639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C4B465-E57C-AE57-1939-9987124D284E}"/>
                    </a:ext>
                  </a:extLst>
                </p14:cNvPr>
                <p14:cNvContentPartPr/>
                <p14:nvPr/>
              </p14:nvContentPartPr>
              <p14:xfrm>
                <a:off x="10133078" y="1766180"/>
                <a:ext cx="280080" cy="718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C4B465-E57C-AE57-1939-9987124D284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28758" y="1761860"/>
                  <a:ext cx="28872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8E80AE-9370-508B-7AA5-5A7B5EDDB60D}"/>
                    </a:ext>
                  </a:extLst>
                </p14:cNvPr>
                <p14:cNvContentPartPr/>
                <p14:nvPr/>
              </p14:nvContentPartPr>
              <p14:xfrm>
                <a:off x="10434398" y="1428860"/>
                <a:ext cx="750240" cy="69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8E80AE-9370-508B-7AA5-5A7B5EDDB60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30078" y="1424540"/>
                  <a:ext cx="7588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23B966-9466-5C38-1EB0-512837B0D0D3}"/>
                    </a:ext>
                  </a:extLst>
                </p14:cNvPr>
                <p14:cNvContentPartPr/>
                <p14:nvPr/>
              </p14:nvContentPartPr>
              <p14:xfrm>
                <a:off x="11035958" y="1140860"/>
                <a:ext cx="584280" cy="48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23B966-9466-5C38-1EB0-512837B0D0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31638" y="1136540"/>
                  <a:ext cx="5929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6105D91-79B7-898B-5629-3460FB7F5A58}"/>
                    </a:ext>
                  </a:extLst>
                </p14:cNvPr>
                <p14:cNvContentPartPr/>
                <p14:nvPr/>
              </p14:nvContentPartPr>
              <p14:xfrm>
                <a:off x="11476238" y="1229780"/>
                <a:ext cx="544320" cy="354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6105D91-79B7-898B-5629-3460FB7F5A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71918" y="1225460"/>
                  <a:ext cx="5529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E80D59-F95A-C5A0-48C0-9FEEBC84857E}"/>
                    </a:ext>
                  </a:extLst>
                </p14:cNvPr>
                <p14:cNvContentPartPr/>
                <p14:nvPr/>
              </p14:nvContentPartPr>
              <p14:xfrm>
                <a:off x="12006878" y="1155260"/>
                <a:ext cx="24480" cy="84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E80D59-F95A-C5A0-48C0-9FEEBC8485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02558" y="1150940"/>
                  <a:ext cx="33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59266B-32E4-B14F-C8AE-E5B8A515EFE3}"/>
                    </a:ext>
                  </a:extLst>
                </p14:cNvPr>
                <p14:cNvContentPartPr/>
                <p14:nvPr/>
              </p14:nvContentPartPr>
              <p14:xfrm>
                <a:off x="3316838" y="4206620"/>
                <a:ext cx="1013040" cy="518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59266B-32E4-B14F-C8AE-E5B8A515EF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12518" y="4202300"/>
                  <a:ext cx="10216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5134BF-0ADE-5D87-9DB3-60498C0B73A6}"/>
                    </a:ext>
                  </a:extLst>
                </p14:cNvPr>
                <p14:cNvContentPartPr/>
                <p14:nvPr/>
              </p14:nvContentPartPr>
              <p14:xfrm>
                <a:off x="4176158" y="4381580"/>
                <a:ext cx="506520" cy="745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5134BF-0ADE-5D87-9DB3-60498C0B73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71838" y="4377260"/>
                  <a:ext cx="51516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817ED5-229B-306C-3A14-0EAED9B8B875}"/>
                    </a:ext>
                  </a:extLst>
                </p14:cNvPr>
                <p14:cNvContentPartPr/>
                <p14:nvPr/>
              </p14:nvContentPartPr>
              <p14:xfrm>
                <a:off x="5771678" y="3956060"/>
                <a:ext cx="188640" cy="936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817ED5-229B-306C-3A14-0EAED9B8B87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67358" y="3951740"/>
                  <a:ext cx="19728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42DEE0-EFF0-8D46-3419-721C75F12EA2}"/>
                    </a:ext>
                  </a:extLst>
                </p14:cNvPr>
                <p14:cNvContentPartPr/>
                <p14:nvPr/>
              </p14:nvContentPartPr>
              <p14:xfrm>
                <a:off x="5390438" y="3309140"/>
                <a:ext cx="2952360" cy="1956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42DEE0-EFF0-8D46-3419-721C75F12E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86118" y="3304820"/>
                  <a:ext cx="2961000" cy="19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5B7AF2-07CB-E3A7-42E1-AE180522F0EC}"/>
                    </a:ext>
                  </a:extLst>
                </p14:cNvPr>
                <p14:cNvContentPartPr/>
                <p14:nvPr/>
              </p14:nvContentPartPr>
              <p14:xfrm>
                <a:off x="8942918" y="3183500"/>
                <a:ext cx="1655640" cy="528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5B7AF2-07CB-E3A7-42E1-AE180522F0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38598" y="3179180"/>
                  <a:ext cx="16642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49EFAD-B9A8-9BBA-CA6C-D43915E0AABF}"/>
                    </a:ext>
                  </a:extLst>
                </p14:cNvPr>
                <p14:cNvContentPartPr/>
                <p14:nvPr/>
              </p14:nvContentPartPr>
              <p14:xfrm>
                <a:off x="10183478" y="2668340"/>
                <a:ext cx="718920" cy="1323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49EFAD-B9A8-9BBA-CA6C-D43915E0AA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79158" y="2664020"/>
                  <a:ext cx="727560" cy="13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F9E68C-6213-6A61-7FC4-1DB71D2C21DB}"/>
                    </a:ext>
                  </a:extLst>
                </p14:cNvPr>
                <p14:cNvContentPartPr/>
                <p14:nvPr/>
              </p14:nvContentPartPr>
              <p14:xfrm>
                <a:off x="11360318" y="2179820"/>
                <a:ext cx="259560" cy="696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F9E68C-6213-6A61-7FC4-1DB71D2C21D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55998" y="2175500"/>
                  <a:ext cx="26820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87C4D67-333E-E847-7839-0E2DFC542FC0}"/>
                    </a:ext>
                  </a:extLst>
                </p14:cNvPr>
                <p14:cNvContentPartPr/>
                <p14:nvPr/>
              </p14:nvContentPartPr>
              <p14:xfrm>
                <a:off x="10913918" y="2110340"/>
                <a:ext cx="907560" cy="1446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87C4D67-333E-E847-7839-0E2DFC542F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09598" y="2106020"/>
                  <a:ext cx="916200" cy="14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76C09E-6008-D4E1-74A2-CE5176AC186E}"/>
                    </a:ext>
                  </a:extLst>
                </p14:cNvPr>
                <p14:cNvContentPartPr/>
                <p14:nvPr/>
              </p14:nvContentPartPr>
              <p14:xfrm>
                <a:off x="11624558" y="2366300"/>
                <a:ext cx="55800" cy="53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76C09E-6008-D4E1-74A2-CE5176AC18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20238" y="2361980"/>
                  <a:ext cx="64440" cy="53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230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8DBCA61B-1D93-1FF3-62CF-F609E88C4F2C}"/>
              </a:ext>
            </a:extLst>
          </p:cNvPr>
          <p:cNvGrpSpPr/>
          <p:nvPr/>
        </p:nvGrpSpPr>
        <p:grpSpPr>
          <a:xfrm>
            <a:off x="424958" y="104060"/>
            <a:ext cx="11117520" cy="6226200"/>
            <a:chOff x="424958" y="104060"/>
            <a:chExt cx="11117520" cy="622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D14E92-743E-D44C-B2F3-140F096C8F7A}"/>
                    </a:ext>
                  </a:extLst>
                </p14:cNvPr>
                <p14:cNvContentPartPr/>
                <p14:nvPr/>
              </p14:nvContentPartPr>
              <p14:xfrm>
                <a:off x="1147478" y="531380"/>
                <a:ext cx="261720" cy="2969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D14E92-743E-D44C-B2F3-140F096C8F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3158" y="527060"/>
                  <a:ext cx="270360" cy="29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633348-1595-AB7D-0228-0E8E1A8A5E05}"/>
                    </a:ext>
                  </a:extLst>
                </p14:cNvPr>
                <p14:cNvContentPartPr/>
                <p14:nvPr/>
              </p14:nvContentPartPr>
              <p14:xfrm>
                <a:off x="1046678" y="413300"/>
                <a:ext cx="1983240" cy="3021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633348-1595-AB7D-0228-0E8E1A8A5E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2358" y="408980"/>
                  <a:ext cx="1991880" cy="30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867099-AD4C-13AA-2740-8D1E56A8ABED}"/>
                    </a:ext>
                  </a:extLst>
                </p14:cNvPr>
                <p14:cNvContentPartPr/>
                <p14:nvPr/>
              </p14:nvContentPartPr>
              <p14:xfrm>
                <a:off x="1422878" y="958700"/>
                <a:ext cx="2223360" cy="22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867099-AD4C-13AA-2740-8D1E56A8A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8558" y="954380"/>
                  <a:ext cx="2232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5B708D-513F-4013-93A6-0AFECAB7A033}"/>
                    </a:ext>
                  </a:extLst>
                </p14:cNvPr>
                <p14:cNvContentPartPr/>
                <p14:nvPr/>
              </p14:nvContentPartPr>
              <p14:xfrm>
                <a:off x="1287158" y="1657820"/>
                <a:ext cx="2193840" cy="173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5B708D-513F-4013-93A6-0AFECAB7A0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2838" y="1653500"/>
                  <a:ext cx="2202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66AC3C-13D4-5DA7-41EA-64D968B0E52E}"/>
                    </a:ext>
                  </a:extLst>
                </p14:cNvPr>
                <p14:cNvContentPartPr/>
                <p14:nvPr/>
              </p14:nvContentPartPr>
              <p14:xfrm>
                <a:off x="1194278" y="2526860"/>
                <a:ext cx="2198520" cy="21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66AC3C-13D4-5DA7-41EA-64D968B0E5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9958" y="2522540"/>
                  <a:ext cx="2207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A74A31-640A-7217-DE0D-410D51F1AA5F}"/>
                    </a:ext>
                  </a:extLst>
                </p14:cNvPr>
                <p14:cNvContentPartPr/>
                <p14:nvPr/>
              </p14:nvContentPartPr>
              <p14:xfrm>
                <a:off x="1197878" y="2225180"/>
                <a:ext cx="1927080" cy="107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A74A31-640A-7217-DE0D-410D51F1AA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93558" y="2220860"/>
                  <a:ext cx="1935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B10C75-886F-4D5D-6C76-5F397D280D1D}"/>
                    </a:ext>
                  </a:extLst>
                </p14:cNvPr>
                <p14:cNvContentPartPr/>
                <p14:nvPr/>
              </p14:nvContentPartPr>
              <p14:xfrm>
                <a:off x="643478" y="2629100"/>
                <a:ext cx="399240" cy="36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B10C75-886F-4D5D-6C76-5F397D280D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9158" y="2624780"/>
                  <a:ext cx="4078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08EC78-D96C-BC71-6566-4CADDE1E57A1}"/>
                    </a:ext>
                  </a:extLst>
                </p14:cNvPr>
                <p14:cNvContentPartPr/>
                <p14:nvPr/>
              </p14:nvContentPartPr>
              <p14:xfrm>
                <a:off x="424958" y="1909820"/>
                <a:ext cx="613080" cy="280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08EC78-D96C-BC71-6566-4CADDE1E57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0638" y="1905500"/>
                  <a:ext cx="621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312AA0-49D2-2DAE-E77F-A88CA14EFE42}"/>
                    </a:ext>
                  </a:extLst>
                </p14:cNvPr>
                <p14:cNvContentPartPr/>
                <p14:nvPr/>
              </p14:nvContentPartPr>
              <p14:xfrm>
                <a:off x="526478" y="1196660"/>
                <a:ext cx="559800" cy="30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312AA0-49D2-2DAE-E77F-A88CA14EFE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2158" y="1192340"/>
                  <a:ext cx="5684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DB95CF-E503-0CF2-C5F5-7A1EBF338AD4}"/>
                    </a:ext>
                  </a:extLst>
                </p14:cNvPr>
                <p14:cNvContentPartPr/>
                <p14:nvPr/>
              </p14:nvContentPartPr>
              <p14:xfrm>
                <a:off x="614318" y="255620"/>
                <a:ext cx="699840" cy="56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DB95CF-E503-0CF2-C5F5-7A1EBF338A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9998" y="251300"/>
                  <a:ext cx="7084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A6D2CA-3B89-52BE-9FAF-03BF8E0B0AED}"/>
                    </a:ext>
                  </a:extLst>
                </p14:cNvPr>
                <p14:cNvContentPartPr/>
                <p14:nvPr/>
              </p14:nvContentPartPr>
              <p14:xfrm>
                <a:off x="846518" y="104060"/>
                <a:ext cx="448560" cy="19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A6D2CA-3B89-52BE-9FAF-03BF8E0B0A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2198" y="99740"/>
                  <a:ext cx="457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197D82-0F5D-BA57-14C9-8FB53DD5A0AC}"/>
                    </a:ext>
                  </a:extLst>
                </p14:cNvPr>
                <p14:cNvContentPartPr/>
                <p14:nvPr/>
              </p14:nvContentPartPr>
              <p14:xfrm>
                <a:off x="1416398" y="222140"/>
                <a:ext cx="12240" cy="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197D82-0F5D-BA57-14C9-8FB53DD5A0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12078" y="217820"/>
                  <a:ext cx="208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FB5439-8927-8644-CEEF-EF253CC1FFD3}"/>
                    </a:ext>
                  </a:extLst>
                </p14:cNvPr>
                <p14:cNvContentPartPr/>
                <p14:nvPr/>
              </p14:nvContentPartPr>
              <p14:xfrm>
                <a:off x="669398" y="3540620"/>
                <a:ext cx="498240" cy="115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FB5439-8927-8644-CEEF-EF253CC1FF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078" y="3536300"/>
                  <a:ext cx="50688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0B67AC2-937E-23EA-C6AB-D864AB0EF876}"/>
                    </a:ext>
                  </a:extLst>
                </p14:cNvPr>
                <p14:cNvContentPartPr/>
                <p14:nvPr/>
              </p14:nvContentPartPr>
              <p14:xfrm>
                <a:off x="1404878" y="3683900"/>
                <a:ext cx="121320" cy="72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0B67AC2-937E-23EA-C6AB-D864AB0EF8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00558" y="3679580"/>
                  <a:ext cx="12996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72736D-EFF5-61C1-0109-B1E827E0D5D9}"/>
                    </a:ext>
                  </a:extLst>
                </p14:cNvPr>
                <p14:cNvContentPartPr/>
                <p14:nvPr/>
              </p14:nvContentPartPr>
              <p14:xfrm>
                <a:off x="1445558" y="3921500"/>
                <a:ext cx="520920" cy="32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72736D-EFF5-61C1-0109-B1E827E0D5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41238" y="3917180"/>
                  <a:ext cx="529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09C41FE-9EB4-E59E-B25B-1CBF8B44AC73}"/>
                    </a:ext>
                  </a:extLst>
                </p14:cNvPr>
                <p14:cNvContentPartPr/>
                <p14:nvPr/>
              </p14:nvContentPartPr>
              <p14:xfrm>
                <a:off x="2120918" y="3753380"/>
                <a:ext cx="1028160" cy="407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09C41FE-9EB4-E59E-B25B-1CBF8B44AC7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6598" y="3749060"/>
                  <a:ext cx="10368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DAEC80-B3C4-E24D-085A-725F81DCFAFD}"/>
                    </a:ext>
                  </a:extLst>
                </p14:cNvPr>
                <p14:cNvContentPartPr/>
                <p14:nvPr/>
              </p14:nvContentPartPr>
              <p14:xfrm>
                <a:off x="3422678" y="3866060"/>
                <a:ext cx="55800" cy="4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DAEC80-B3C4-E24D-085A-725F81DCFA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8358" y="3861740"/>
                  <a:ext cx="64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5F3116-579C-D55A-7900-6A0BC92B7AE1}"/>
                    </a:ext>
                  </a:extLst>
                </p14:cNvPr>
                <p14:cNvContentPartPr/>
                <p14:nvPr/>
              </p14:nvContentPartPr>
              <p14:xfrm>
                <a:off x="1869638" y="3486260"/>
                <a:ext cx="23400" cy="319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5F3116-579C-D55A-7900-6A0BC92B7AE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65318" y="3481940"/>
                  <a:ext cx="32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48F3B8-9618-8C02-886C-89223A62E4CB}"/>
                    </a:ext>
                  </a:extLst>
                </p14:cNvPr>
                <p14:cNvContentPartPr/>
                <p14:nvPr/>
              </p14:nvContentPartPr>
              <p14:xfrm>
                <a:off x="1731038" y="3515780"/>
                <a:ext cx="84600" cy="140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48F3B8-9618-8C02-886C-89223A62E4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26718" y="3511460"/>
                  <a:ext cx="93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DDAA29-9266-A380-CCB0-071E93E659D3}"/>
                    </a:ext>
                  </a:extLst>
                </p14:cNvPr>
                <p14:cNvContentPartPr/>
                <p14:nvPr/>
              </p14:nvContentPartPr>
              <p14:xfrm>
                <a:off x="2203718" y="3470060"/>
                <a:ext cx="124560" cy="124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DDAA29-9266-A380-CCB0-071E93E659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99398" y="3465740"/>
                  <a:ext cx="133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78582D-D9C0-EB6B-877E-4311C980D5D8}"/>
                    </a:ext>
                  </a:extLst>
                </p14:cNvPr>
                <p14:cNvContentPartPr/>
                <p14:nvPr/>
              </p14:nvContentPartPr>
              <p14:xfrm>
                <a:off x="2019038" y="3520100"/>
                <a:ext cx="322200" cy="198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78582D-D9C0-EB6B-877E-4311C980D5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14718" y="3515780"/>
                  <a:ext cx="330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AC935D-3013-55CA-EABB-5E258BAA8054}"/>
                    </a:ext>
                  </a:extLst>
                </p14:cNvPr>
                <p14:cNvContentPartPr/>
                <p14:nvPr/>
              </p14:nvContentPartPr>
              <p14:xfrm>
                <a:off x="4670798" y="501860"/>
                <a:ext cx="316440" cy="1826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AC935D-3013-55CA-EABB-5E258BAA80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66478" y="497540"/>
                  <a:ext cx="325080" cy="18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43B528-5555-59E3-B866-185921549B7F}"/>
                    </a:ext>
                  </a:extLst>
                </p14:cNvPr>
                <p14:cNvContentPartPr/>
                <p14:nvPr/>
              </p14:nvContentPartPr>
              <p14:xfrm>
                <a:off x="4247078" y="522020"/>
                <a:ext cx="1611720" cy="1803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43B528-5555-59E3-B866-185921549B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42758" y="517700"/>
                  <a:ext cx="1620360" cy="18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F6895B-44D7-EAE1-15B2-BF0BD8BA160D}"/>
                    </a:ext>
                  </a:extLst>
                </p14:cNvPr>
                <p14:cNvContentPartPr/>
                <p14:nvPr/>
              </p14:nvContentPartPr>
              <p14:xfrm>
                <a:off x="6918278" y="491060"/>
                <a:ext cx="143640" cy="1784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F6895B-44D7-EAE1-15B2-BF0BD8BA16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13958" y="486740"/>
                  <a:ext cx="152280" cy="17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25D681-4D8F-666C-5839-84BFF0646A8F}"/>
                    </a:ext>
                  </a:extLst>
                </p14:cNvPr>
                <p14:cNvContentPartPr/>
                <p14:nvPr/>
              </p14:nvContentPartPr>
              <p14:xfrm>
                <a:off x="6906038" y="294860"/>
                <a:ext cx="1490400" cy="1955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25D681-4D8F-666C-5839-84BFF0646A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01718" y="290540"/>
                  <a:ext cx="1499040" cy="19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02FAB3-5DEC-CABB-52D0-9633E53E78BA}"/>
                    </a:ext>
                  </a:extLst>
                </p14:cNvPr>
                <p14:cNvContentPartPr/>
                <p14:nvPr/>
              </p14:nvContentPartPr>
              <p14:xfrm>
                <a:off x="8883878" y="327260"/>
                <a:ext cx="274320" cy="157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02FAB3-5DEC-CABB-52D0-9633E53E78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79558" y="322940"/>
                  <a:ext cx="282960" cy="15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EF9907-0737-5ED3-1B67-DF1AB6E69D4E}"/>
                    </a:ext>
                  </a:extLst>
                </p14:cNvPr>
                <p14:cNvContentPartPr/>
                <p14:nvPr/>
              </p14:nvContentPartPr>
              <p14:xfrm>
                <a:off x="8850038" y="129980"/>
                <a:ext cx="1861920" cy="1770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EF9907-0737-5ED3-1B67-DF1AB6E69D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45718" y="125660"/>
                  <a:ext cx="1870560" cy="17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F0458A-1F65-85E2-188F-A3B9A3D208FE}"/>
                    </a:ext>
                  </a:extLst>
                </p14:cNvPr>
                <p14:cNvContentPartPr/>
                <p14:nvPr/>
              </p14:nvContentPartPr>
              <p14:xfrm>
                <a:off x="5638478" y="947900"/>
                <a:ext cx="1951560" cy="248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F0458A-1F65-85E2-188F-A3B9A3D208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34158" y="943580"/>
                  <a:ext cx="1960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BE34AA-EE12-D948-0E1E-4D7C2E890DC3}"/>
                    </a:ext>
                  </a:extLst>
                </p14:cNvPr>
                <p14:cNvContentPartPr/>
                <p14:nvPr/>
              </p14:nvContentPartPr>
              <p14:xfrm>
                <a:off x="7000358" y="731900"/>
                <a:ext cx="267480" cy="569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BE34AA-EE12-D948-0E1E-4D7C2E890D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96038" y="727580"/>
                  <a:ext cx="27612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B117F8-0556-D3A1-2290-992F3F27F52D}"/>
                    </a:ext>
                  </a:extLst>
                </p14:cNvPr>
                <p14:cNvContentPartPr/>
                <p14:nvPr/>
              </p14:nvContentPartPr>
              <p14:xfrm>
                <a:off x="8366198" y="913340"/>
                <a:ext cx="818280" cy="10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B117F8-0556-D3A1-2290-992F3F27F5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1878" y="909020"/>
                  <a:ext cx="826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FD98B9-49B6-CBB5-DD6A-9F71C7550719}"/>
                    </a:ext>
                  </a:extLst>
                </p14:cNvPr>
                <p14:cNvContentPartPr/>
                <p14:nvPr/>
              </p14:nvContentPartPr>
              <p14:xfrm>
                <a:off x="8765438" y="622460"/>
                <a:ext cx="232920" cy="681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FD98B9-49B6-CBB5-DD6A-9F71C75507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61118" y="618140"/>
                  <a:ext cx="24156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BDE3E6-2AD9-C957-81FA-0F1A10C732A8}"/>
                    </a:ext>
                  </a:extLst>
                </p14:cNvPr>
                <p14:cNvContentPartPr/>
                <p14:nvPr/>
              </p14:nvContentPartPr>
              <p14:xfrm>
                <a:off x="10535918" y="823340"/>
                <a:ext cx="958680" cy="76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BDE3E6-2AD9-C957-81FA-0F1A10C732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31598" y="819020"/>
                  <a:ext cx="967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4503D1-E2C8-92F9-15E3-3F01D97474A0}"/>
                    </a:ext>
                  </a:extLst>
                </p14:cNvPr>
                <p14:cNvContentPartPr/>
                <p14:nvPr/>
              </p14:nvContentPartPr>
              <p14:xfrm>
                <a:off x="11178518" y="516620"/>
                <a:ext cx="363960" cy="684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4503D1-E2C8-92F9-15E3-3F01D97474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174198" y="512300"/>
                  <a:ext cx="37260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3FDFAB-59BC-DDBB-8C65-33806C1B28F8}"/>
                    </a:ext>
                  </a:extLst>
                </p14:cNvPr>
                <p14:cNvContentPartPr/>
                <p14:nvPr/>
              </p14:nvContentPartPr>
              <p14:xfrm>
                <a:off x="6758078" y="2886500"/>
                <a:ext cx="327240" cy="75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3FDFAB-59BC-DDBB-8C65-33806C1B28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3758" y="2882180"/>
                  <a:ext cx="3358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4C2689-4AD5-CFAE-4A66-7717087AC402}"/>
                    </a:ext>
                  </a:extLst>
                </p14:cNvPr>
                <p14:cNvContentPartPr/>
                <p14:nvPr/>
              </p14:nvContentPartPr>
              <p14:xfrm>
                <a:off x="7195838" y="3019700"/>
                <a:ext cx="257040" cy="394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4C2689-4AD5-CFAE-4A66-7717087AC4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91518" y="3015380"/>
                  <a:ext cx="2656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F3F1FB-D0F2-9FA5-AC4F-1399C571F3B6}"/>
                    </a:ext>
                  </a:extLst>
                </p14:cNvPr>
                <p14:cNvContentPartPr/>
                <p14:nvPr/>
              </p14:nvContentPartPr>
              <p14:xfrm>
                <a:off x="7902158" y="2571860"/>
                <a:ext cx="1263960" cy="73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F3F1FB-D0F2-9FA5-AC4F-1399C571F3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97838" y="2567540"/>
                  <a:ext cx="127260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489B7F-0EF0-342C-E2B3-7CC5784EDCAF}"/>
                    </a:ext>
                  </a:extLst>
                </p14:cNvPr>
                <p14:cNvContentPartPr/>
                <p14:nvPr/>
              </p14:nvContentPartPr>
              <p14:xfrm>
                <a:off x="8937878" y="2692460"/>
                <a:ext cx="528840" cy="45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489B7F-0EF0-342C-E2B3-7CC5784EDC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33558" y="2688140"/>
                  <a:ext cx="5374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96DCB7-CD9D-AC6D-176D-B071DEB85405}"/>
                    </a:ext>
                  </a:extLst>
                </p14:cNvPr>
                <p14:cNvContentPartPr/>
                <p14:nvPr/>
              </p14:nvContentPartPr>
              <p14:xfrm>
                <a:off x="8581478" y="3922580"/>
                <a:ext cx="32760" cy="91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96DCB7-CD9D-AC6D-176D-B071DEB854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77158" y="3918260"/>
                  <a:ext cx="41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50A651-C500-47FB-054D-7FA8733A76EF}"/>
                    </a:ext>
                  </a:extLst>
                </p14:cNvPr>
                <p14:cNvContentPartPr/>
                <p14:nvPr/>
              </p14:nvContentPartPr>
              <p14:xfrm>
                <a:off x="8571758" y="4050020"/>
                <a:ext cx="97920" cy="3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50A651-C500-47FB-054D-7FA8733A76E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67438" y="4045700"/>
                  <a:ext cx="106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8039C2-B229-060D-69AA-8B17F90E3B32}"/>
                    </a:ext>
                  </a:extLst>
                </p14:cNvPr>
                <p14:cNvContentPartPr/>
                <p14:nvPr/>
              </p14:nvContentPartPr>
              <p14:xfrm>
                <a:off x="8943998" y="3734660"/>
                <a:ext cx="61920" cy="804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8039C2-B229-060D-69AA-8B17F90E3B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39678" y="3730340"/>
                  <a:ext cx="7056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5BBC21-2016-8E95-058A-72E2A6AC9718}"/>
                    </a:ext>
                  </a:extLst>
                </p14:cNvPr>
                <p14:cNvContentPartPr/>
                <p14:nvPr/>
              </p14:nvContentPartPr>
              <p14:xfrm>
                <a:off x="9132278" y="3893060"/>
                <a:ext cx="229320" cy="339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5BBC21-2016-8E95-058A-72E2A6AC971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27958" y="3888740"/>
                  <a:ext cx="2379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79B91E-DF64-4017-895B-3074532CCC9B}"/>
                    </a:ext>
                  </a:extLst>
                </p14:cNvPr>
                <p14:cNvContentPartPr/>
                <p14:nvPr/>
              </p14:nvContentPartPr>
              <p14:xfrm>
                <a:off x="9444038" y="3436580"/>
                <a:ext cx="1179000" cy="834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79B91E-DF64-4017-895B-3074532CCC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39718" y="3432260"/>
                  <a:ext cx="118764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E2C3BE-7EB2-A83C-8A38-C61832228F61}"/>
                    </a:ext>
                  </a:extLst>
                </p14:cNvPr>
                <p14:cNvContentPartPr/>
                <p14:nvPr/>
              </p14:nvContentPartPr>
              <p14:xfrm>
                <a:off x="8265038" y="5034260"/>
                <a:ext cx="90720" cy="17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0E2C3BE-7EB2-A83C-8A38-C61832228F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60718" y="5029940"/>
                  <a:ext cx="99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B96ADAC-5B74-4544-95ED-3DED48B267FC}"/>
                    </a:ext>
                  </a:extLst>
                </p14:cNvPr>
                <p14:cNvContentPartPr/>
                <p14:nvPr/>
              </p14:nvContentPartPr>
              <p14:xfrm>
                <a:off x="9026078" y="4682180"/>
                <a:ext cx="475560" cy="45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B96ADAC-5B74-4544-95ED-3DED48B267F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21758" y="4677860"/>
                  <a:ext cx="4842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C69A20-86DD-73F0-9A9B-C41E6A988364}"/>
                    </a:ext>
                  </a:extLst>
                </p14:cNvPr>
                <p14:cNvContentPartPr/>
                <p14:nvPr/>
              </p14:nvContentPartPr>
              <p14:xfrm>
                <a:off x="9672638" y="4551860"/>
                <a:ext cx="219960" cy="812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C69A20-86DD-73F0-9A9B-C41E6A98836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68318" y="4547540"/>
                  <a:ext cx="22860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9B84FC-5904-991C-3E41-0C7388BF932E}"/>
                    </a:ext>
                  </a:extLst>
                </p14:cNvPr>
                <p14:cNvContentPartPr/>
                <p14:nvPr/>
              </p14:nvContentPartPr>
              <p14:xfrm>
                <a:off x="10363478" y="4835180"/>
                <a:ext cx="431280" cy="47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9B84FC-5904-991C-3E41-0C7388BF932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59158" y="4830860"/>
                  <a:ext cx="4399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736534-917F-8887-4AE8-0FA1C87DC3B3}"/>
                    </a:ext>
                  </a:extLst>
                </p14:cNvPr>
                <p14:cNvContentPartPr/>
                <p14:nvPr/>
              </p14:nvContentPartPr>
              <p14:xfrm>
                <a:off x="4040078" y="4754900"/>
                <a:ext cx="28080" cy="53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736534-917F-8887-4AE8-0FA1C87DC3B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35758" y="4750580"/>
                  <a:ext cx="36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2D1A69-A9A9-AD68-4CB2-E92C1DA222AE}"/>
                    </a:ext>
                  </a:extLst>
                </p14:cNvPr>
                <p14:cNvContentPartPr/>
                <p14:nvPr/>
              </p14:nvContentPartPr>
              <p14:xfrm>
                <a:off x="4611758" y="4216700"/>
                <a:ext cx="86040" cy="642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2D1A69-A9A9-AD68-4CB2-E92C1DA222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07438" y="4212380"/>
                  <a:ext cx="9468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8BCA4C-6029-E7CE-88E4-D4E3B80DF95E}"/>
                    </a:ext>
                  </a:extLst>
                </p14:cNvPr>
                <p14:cNvContentPartPr/>
                <p14:nvPr/>
              </p14:nvContentPartPr>
              <p14:xfrm>
                <a:off x="4713998" y="4375100"/>
                <a:ext cx="160560" cy="29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8BCA4C-6029-E7CE-88E4-D4E3B80DF9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09678" y="4370780"/>
                  <a:ext cx="169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69B9AA-8837-EBB6-32E8-34B9D3483D70}"/>
                    </a:ext>
                  </a:extLst>
                </p14:cNvPr>
                <p14:cNvContentPartPr/>
                <p14:nvPr/>
              </p14:nvContentPartPr>
              <p14:xfrm>
                <a:off x="5020358" y="4107980"/>
                <a:ext cx="1237680" cy="955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69B9AA-8837-EBB6-32E8-34B9D3483D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16038" y="4103660"/>
                  <a:ext cx="124632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85D2D9D-8BEA-A7E3-B33E-DD32944022A5}"/>
                    </a:ext>
                  </a:extLst>
                </p14:cNvPr>
                <p14:cNvContentPartPr/>
                <p14:nvPr/>
              </p14:nvContentPartPr>
              <p14:xfrm>
                <a:off x="6993158" y="5178260"/>
                <a:ext cx="25560" cy="54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85D2D9D-8BEA-A7E3-B33E-DD32944022A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88838" y="5173940"/>
                  <a:ext cx="34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AE278C-8CB3-6E79-8E03-C6E9FAEDA2D2}"/>
                    </a:ext>
                  </a:extLst>
                </p14:cNvPr>
                <p14:cNvContentPartPr/>
                <p14:nvPr/>
              </p14:nvContentPartPr>
              <p14:xfrm>
                <a:off x="7341638" y="4399940"/>
                <a:ext cx="894960" cy="618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AE278C-8CB3-6E79-8E03-C6E9FAEDA2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37318" y="4395620"/>
                  <a:ext cx="9036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2FF5CB-67E0-9077-5A07-A4739448E5BA}"/>
                    </a:ext>
                  </a:extLst>
                </p14:cNvPr>
                <p14:cNvContentPartPr/>
                <p14:nvPr/>
              </p14:nvContentPartPr>
              <p14:xfrm>
                <a:off x="8271158" y="4411460"/>
                <a:ext cx="564840" cy="300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2FF5CB-67E0-9077-5A07-A4739448E5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66838" y="4407140"/>
                  <a:ext cx="573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000087D-0D1C-3BAC-F49B-4C208680AE8C}"/>
                    </a:ext>
                  </a:extLst>
                </p14:cNvPr>
                <p14:cNvContentPartPr/>
                <p14:nvPr/>
              </p14:nvContentPartPr>
              <p14:xfrm>
                <a:off x="8946518" y="4378340"/>
                <a:ext cx="42480" cy="43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000087D-0D1C-3BAC-F49B-4C208680AE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42198" y="4374020"/>
                  <a:ext cx="51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5AE868-3724-D848-25A6-2E5E552FB8C4}"/>
                    </a:ext>
                  </a:extLst>
                </p14:cNvPr>
                <p14:cNvContentPartPr/>
                <p14:nvPr/>
              </p14:nvContentPartPr>
              <p14:xfrm>
                <a:off x="7058318" y="3633860"/>
                <a:ext cx="1918080" cy="1823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5AE868-3724-D848-25A6-2E5E552FB8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53998" y="3629540"/>
                  <a:ext cx="1926720" cy="18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F8B5E56-D545-DB03-2541-D2EAE75AC939}"/>
                    </a:ext>
                  </a:extLst>
                </p14:cNvPr>
                <p14:cNvContentPartPr/>
                <p14:nvPr/>
              </p14:nvContentPartPr>
              <p14:xfrm>
                <a:off x="8675078" y="4703780"/>
                <a:ext cx="1620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F8B5E56-D545-DB03-2541-D2EAE75AC93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70758" y="4699460"/>
                  <a:ext cx="24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3883CC-2EE9-5616-2165-2CD8A55C00CB}"/>
                    </a:ext>
                  </a:extLst>
                </p14:cNvPr>
                <p14:cNvContentPartPr/>
                <p14:nvPr/>
              </p14:nvContentPartPr>
              <p14:xfrm>
                <a:off x="3862238" y="3866780"/>
                <a:ext cx="238320" cy="127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3883CC-2EE9-5616-2165-2CD8A55C00C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57918" y="3862460"/>
                  <a:ext cx="246960" cy="12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0812998-0A12-4E53-1CE3-54BB4F224246}"/>
                    </a:ext>
                  </a:extLst>
                </p14:cNvPr>
                <p14:cNvContentPartPr/>
                <p14:nvPr/>
              </p14:nvContentPartPr>
              <p14:xfrm>
                <a:off x="3744518" y="2100620"/>
                <a:ext cx="7670520" cy="3508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0812998-0A12-4E53-1CE3-54BB4F2242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40198" y="2096300"/>
                  <a:ext cx="7679160" cy="35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6D0ABF7-CFE2-DF63-78B4-0F23AC5B6EF0}"/>
                    </a:ext>
                  </a:extLst>
                </p14:cNvPr>
                <p14:cNvContentPartPr/>
                <p14:nvPr/>
              </p14:nvContentPartPr>
              <p14:xfrm>
                <a:off x="4919198" y="1480700"/>
                <a:ext cx="1032480" cy="449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6D0ABF7-CFE2-DF63-78B4-0F23AC5B6E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878" y="1476380"/>
                  <a:ext cx="1041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825919-560A-B97B-AF42-386567C07C5A}"/>
                    </a:ext>
                  </a:extLst>
                </p14:cNvPr>
                <p14:cNvContentPartPr/>
                <p14:nvPr/>
              </p14:nvContentPartPr>
              <p14:xfrm>
                <a:off x="2296598" y="1189820"/>
                <a:ext cx="813240" cy="350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825919-560A-B97B-AF42-386567C07C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92278" y="1185500"/>
                  <a:ext cx="8218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C69323-2BBE-1887-4E82-FB7C3DC743A0}"/>
                    </a:ext>
                  </a:extLst>
                </p14:cNvPr>
                <p14:cNvContentPartPr/>
                <p14:nvPr/>
              </p14:nvContentPartPr>
              <p14:xfrm>
                <a:off x="685958" y="5492900"/>
                <a:ext cx="990720" cy="83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C69323-2BBE-1887-4E82-FB7C3DC743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1638" y="5488580"/>
                  <a:ext cx="9993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7D4FC90-D41E-F4D6-BC51-96DC90BBC75E}"/>
                    </a:ext>
                  </a:extLst>
                </p14:cNvPr>
                <p14:cNvContentPartPr/>
                <p14:nvPr/>
              </p14:nvContentPartPr>
              <p14:xfrm>
                <a:off x="1867118" y="5699180"/>
                <a:ext cx="410400" cy="440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7D4FC90-D41E-F4D6-BC51-96DC90BBC75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62798" y="5694860"/>
                  <a:ext cx="4190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BFA51B-1B9A-46A3-46C4-1DA4EEF7EC8D}"/>
                    </a:ext>
                  </a:extLst>
                </p14:cNvPr>
                <p14:cNvContentPartPr/>
                <p14:nvPr/>
              </p14:nvContentPartPr>
              <p14:xfrm>
                <a:off x="2664158" y="5495060"/>
                <a:ext cx="381240" cy="515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BFA51B-1B9A-46A3-46C4-1DA4EEF7EC8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59838" y="5490740"/>
                  <a:ext cx="38988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45B632-6CD7-1B12-3903-709136B837F4}"/>
                    </a:ext>
                  </a:extLst>
                </p14:cNvPr>
                <p14:cNvContentPartPr/>
                <p14:nvPr/>
              </p14:nvContentPartPr>
              <p14:xfrm>
                <a:off x="3154838" y="5526380"/>
                <a:ext cx="16200" cy="29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45B632-6CD7-1B12-3903-709136B837F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50518" y="5522060"/>
                  <a:ext cx="2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9AF829-A79B-9FA4-A9DB-EDEEF2A18CCB}"/>
                    </a:ext>
                  </a:extLst>
                </p14:cNvPr>
                <p14:cNvContentPartPr/>
                <p14:nvPr/>
              </p14:nvContentPartPr>
              <p14:xfrm>
                <a:off x="3254558" y="5714300"/>
                <a:ext cx="204120" cy="276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9AF829-A79B-9FA4-A9DB-EDEEF2A18C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50238" y="5709980"/>
                  <a:ext cx="212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B5CF56-9697-2483-5E32-6118E31A2D47}"/>
                    </a:ext>
                  </a:extLst>
                </p14:cNvPr>
                <p14:cNvContentPartPr/>
                <p14:nvPr/>
              </p14:nvContentPartPr>
              <p14:xfrm>
                <a:off x="3638678" y="5702420"/>
                <a:ext cx="585000" cy="283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B5CF56-9697-2483-5E32-6118E31A2D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34358" y="5698100"/>
                  <a:ext cx="593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E60BD24-B33F-33CE-0D30-420F76648ABF}"/>
                    </a:ext>
                  </a:extLst>
                </p14:cNvPr>
                <p14:cNvContentPartPr/>
                <p14:nvPr/>
              </p14:nvContentPartPr>
              <p14:xfrm>
                <a:off x="4412678" y="5825900"/>
                <a:ext cx="36360" cy="76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E60BD24-B33F-33CE-0D30-420F76648AB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08358" y="5821580"/>
                  <a:ext cx="45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1B8A4E-E531-8886-0F83-D350C0900CDE}"/>
                    </a:ext>
                  </a:extLst>
                </p14:cNvPr>
                <p14:cNvContentPartPr/>
                <p14:nvPr/>
              </p14:nvContentPartPr>
              <p14:xfrm>
                <a:off x="5019278" y="5780540"/>
                <a:ext cx="1339920" cy="102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1B8A4E-E531-8886-0F83-D350C0900CD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14958" y="5776220"/>
                  <a:ext cx="1348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1E1718-369E-DD6F-ECBD-ECC018152A9D}"/>
                    </a:ext>
                  </a:extLst>
                </p14:cNvPr>
                <p14:cNvContentPartPr/>
                <p14:nvPr/>
              </p14:nvContentPartPr>
              <p14:xfrm>
                <a:off x="6159038" y="5368340"/>
                <a:ext cx="266040" cy="722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1E1718-369E-DD6F-ECBD-ECC018152A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54718" y="5364020"/>
                  <a:ext cx="27468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315485-CF65-EF79-6665-8036EA3107DA}"/>
                    </a:ext>
                  </a:extLst>
                </p14:cNvPr>
                <p14:cNvContentPartPr/>
                <p14:nvPr/>
              </p14:nvContentPartPr>
              <p14:xfrm>
                <a:off x="7037798" y="5914100"/>
                <a:ext cx="8856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315485-CF65-EF79-6665-8036EA3107D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33478" y="5909780"/>
                  <a:ext cx="97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E86E831-B9FD-5E45-17DD-3C1D626E4E9C}"/>
                    </a:ext>
                  </a:extLst>
                </p14:cNvPr>
                <p14:cNvContentPartPr/>
                <p14:nvPr/>
              </p14:nvContentPartPr>
              <p14:xfrm>
                <a:off x="7338038" y="6067100"/>
                <a:ext cx="43920" cy="50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E86E831-B9FD-5E45-17DD-3C1D626E4E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33718" y="6062780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CEB800-C488-5C40-16F5-445F780C591B}"/>
                    </a:ext>
                  </a:extLst>
                </p14:cNvPr>
                <p14:cNvContentPartPr/>
                <p14:nvPr/>
              </p14:nvContentPartPr>
              <p14:xfrm>
                <a:off x="7097918" y="5508740"/>
                <a:ext cx="1013040" cy="742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CEB800-C488-5C40-16F5-445F780C59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93598" y="5504420"/>
                  <a:ext cx="102168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BBAAAA7-1580-8F26-A04B-87FA036C73E2}"/>
                    </a:ext>
                  </a:extLst>
                </p14:cNvPr>
                <p14:cNvContentPartPr/>
                <p14:nvPr/>
              </p14:nvContentPartPr>
              <p14:xfrm>
                <a:off x="7728638" y="5525300"/>
                <a:ext cx="262080" cy="231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BBAAAA7-1580-8F26-A04B-87FA036C73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24318" y="5520980"/>
                  <a:ext cx="270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517DE43-DF6C-51C5-B723-1630BF4BE9D4}"/>
                    </a:ext>
                  </a:extLst>
                </p14:cNvPr>
                <p14:cNvContentPartPr/>
                <p14:nvPr/>
              </p14:nvContentPartPr>
              <p14:xfrm>
                <a:off x="8285558" y="5454740"/>
                <a:ext cx="217440" cy="289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517DE43-DF6C-51C5-B723-1630BF4BE9D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81238" y="5450420"/>
                  <a:ext cx="226080" cy="29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887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4C823E-96C8-5FFC-9B71-E6BF0A717E82}"/>
              </a:ext>
            </a:extLst>
          </p:cNvPr>
          <p:cNvGrpSpPr/>
          <p:nvPr/>
        </p:nvGrpSpPr>
        <p:grpSpPr>
          <a:xfrm>
            <a:off x="761558" y="77420"/>
            <a:ext cx="5339520" cy="2530440"/>
            <a:chOff x="761558" y="77420"/>
            <a:chExt cx="5339520" cy="253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CA3DE2F-9EBF-66D6-6525-49DCC216190B}"/>
                    </a:ext>
                  </a:extLst>
                </p14:cNvPr>
                <p14:cNvContentPartPr/>
                <p14:nvPr/>
              </p14:nvContentPartPr>
              <p14:xfrm>
                <a:off x="1512518" y="582860"/>
                <a:ext cx="783000" cy="1367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CA3DE2F-9EBF-66D6-6525-49DCC21619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8198" y="578540"/>
                  <a:ext cx="791640" cy="13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512E1C-70A7-3B0F-D66F-EDC9D5F6E6F4}"/>
                    </a:ext>
                  </a:extLst>
                </p14:cNvPr>
                <p14:cNvContentPartPr/>
                <p14:nvPr/>
              </p14:nvContentPartPr>
              <p14:xfrm>
                <a:off x="3150158" y="1410140"/>
                <a:ext cx="181080" cy="415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512E1C-70A7-3B0F-D66F-EDC9D5F6E6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5838" y="1405820"/>
                  <a:ext cx="1897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E9466AF-77D1-B3EB-0E40-05107507670B}"/>
                    </a:ext>
                  </a:extLst>
                </p14:cNvPr>
                <p14:cNvContentPartPr/>
                <p14:nvPr/>
              </p14:nvContentPartPr>
              <p14:xfrm>
                <a:off x="4496918" y="316460"/>
                <a:ext cx="229320" cy="921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E9466AF-77D1-B3EB-0E40-0510750767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2598" y="312140"/>
                  <a:ext cx="23796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2BBD21-2C94-C683-0A78-C425252EC085}"/>
                    </a:ext>
                  </a:extLst>
                </p14:cNvPr>
                <p14:cNvContentPartPr/>
                <p14:nvPr/>
              </p14:nvContentPartPr>
              <p14:xfrm>
                <a:off x="761558" y="77420"/>
                <a:ext cx="5339520" cy="2530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2BBD21-2C94-C683-0A78-C425252EC0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7238" y="73100"/>
                  <a:ext cx="5348160" cy="253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BD889E-2FFA-990A-6443-D9B13C2E76E2}"/>
              </a:ext>
            </a:extLst>
          </p:cNvPr>
          <p:cNvGrpSpPr/>
          <p:nvPr/>
        </p:nvGrpSpPr>
        <p:grpSpPr>
          <a:xfrm>
            <a:off x="7444598" y="156980"/>
            <a:ext cx="3456000" cy="1690920"/>
            <a:chOff x="7444598" y="156980"/>
            <a:chExt cx="3456000" cy="169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5661E0-D1AD-4D7D-3600-9A73B9FDF97D}"/>
                    </a:ext>
                  </a:extLst>
                </p14:cNvPr>
                <p14:cNvContentPartPr/>
                <p14:nvPr/>
              </p14:nvContentPartPr>
              <p14:xfrm>
                <a:off x="7444598" y="507620"/>
                <a:ext cx="630360" cy="1340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5661E0-D1AD-4D7D-3600-9A73B9FDF9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40278" y="503300"/>
                  <a:ext cx="639000" cy="13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C6C3C74-D71C-C543-13D7-CBABC541BBFB}"/>
                    </a:ext>
                  </a:extLst>
                </p14:cNvPr>
                <p14:cNvContentPartPr/>
                <p14:nvPr/>
              </p14:nvContentPartPr>
              <p14:xfrm>
                <a:off x="7835918" y="909020"/>
                <a:ext cx="708120" cy="111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C6C3C74-D71C-C543-13D7-CBABC541BB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31598" y="904700"/>
                  <a:ext cx="716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822BAEE-EC7C-8D49-5837-96F3DC172B63}"/>
                    </a:ext>
                  </a:extLst>
                </p14:cNvPr>
                <p14:cNvContentPartPr/>
                <p14:nvPr/>
              </p14:nvContentPartPr>
              <p14:xfrm>
                <a:off x="8991158" y="914420"/>
                <a:ext cx="740880" cy="119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822BAEE-EC7C-8D49-5837-96F3DC172B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86838" y="910100"/>
                  <a:ext cx="749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A70E33B-FDF8-B729-C9DA-05B83294754D}"/>
                    </a:ext>
                  </a:extLst>
                </p14:cNvPr>
                <p14:cNvContentPartPr/>
                <p14:nvPr/>
              </p14:nvContentPartPr>
              <p14:xfrm>
                <a:off x="9946238" y="156980"/>
                <a:ext cx="954360" cy="1367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A70E33B-FDF8-B729-C9DA-05B8329475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41918" y="152660"/>
                  <a:ext cx="963000" cy="13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BF162C5-6E83-65B0-8E62-27456604406D}"/>
                    </a:ext>
                  </a:extLst>
                </p14:cNvPr>
                <p14:cNvContentPartPr/>
                <p14:nvPr/>
              </p14:nvContentPartPr>
              <p14:xfrm>
                <a:off x="10312718" y="1446140"/>
                <a:ext cx="81000" cy="43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BF162C5-6E83-65B0-8E62-2745660440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08398" y="1441820"/>
                  <a:ext cx="896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913DAC-AA19-FF80-08E5-7BC19E9D9603}"/>
              </a:ext>
            </a:extLst>
          </p:cNvPr>
          <p:cNvGrpSpPr/>
          <p:nvPr/>
        </p:nvGrpSpPr>
        <p:grpSpPr>
          <a:xfrm>
            <a:off x="6895238" y="2330300"/>
            <a:ext cx="808560" cy="1343160"/>
            <a:chOff x="6895238" y="2330300"/>
            <a:chExt cx="808560" cy="13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97C691-1698-0E38-4C68-0F80B969F974}"/>
                    </a:ext>
                  </a:extLst>
                </p14:cNvPr>
                <p14:cNvContentPartPr/>
                <p14:nvPr/>
              </p14:nvContentPartPr>
              <p14:xfrm>
                <a:off x="6895238" y="2645300"/>
                <a:ext cx="149760" cy="1028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97C691-1698-0E38-4C68-0F80B969F9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0918" y="2640980"/>
                  <a:ext cx="15840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1DE96A-E54C-37DC-7830-F36537C9E9C3}"/>
                    </a:ext>
                  </a:extLst>
                </p14:cNvPr>
                <p14:cNvContentPartPr/>
                <p14:nvPr/>
              </p14:nvContentPartPr>
              <p14:xfrm>
                <a:off x="7431278" y="2330300"/>
                <a:ext cx="272520" cy="1171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1DE96A-E54C-37DC-7830-F36537C9E9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6958" y="2325980"/>
                  <a:ext cx="281160" cy="11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DD4C72-206E-FA3C-02C7-0A89E6582322}"/>
              </a:ext>
            </a:extLst>
          </p:cNvPr>
          <p:cNvGrpSpPr/>
          <p:nvPr/>
        </p:nvGrpSpPr>
        <p:grpSpPr>
          <a:xfrm>
            <a:off x="838238" y="4036700"/>
            <a:ext cx="1657440" cy="1023480"/>
            <a:chOff x="838238" y="4036700"/>
            <a:chExt cx="1657440" cy="10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7814B61-97E7-5652-E250-A5B8BD1DC6DA}"/>
                    </a:ext>
                  </a:extLst>
                </p14:cNvPr>
                <p14:cNvContentPartPr/>
                <p14:nvPr/>
              </p14:nvContentPartPr>
              <p14:xfrm>
                <a:off x="838238" y="4036700"/>
                <a:ext cx="856800" cy="102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7814B61-97E7-5652-E250-A5B8BD1DC6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918" y="4032380"/>
                  <a:ext cx="865440" cy="10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75C212-F97E-571B-E025-7EADDD2CD85D}"/>
                    </a:ext>
                  </a:extLst>
                </p14:cNvPr>
                <p14:cNvContentPartPr/>
                <p14:nvPr/>
              </p14:nvContentPartPr>
              <p14:xfrm>
                <a:off x="1658678" y="4356740"/>
                <a:ext cx="282240" cy="41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75C212-F97E-571B-E025-7EADDD2CD8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54358" y="4352420"/>
                  <a:ext cx="2908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25C947-9F81-3DDB-AC38-E2AABE026E47}"/>
                    </a:ext>
                  </a:extLst>
                </p14:cNvPr>
                <p14:cNvContentPartPr/>
                <p14:nvPr/>
              </p14:nvContentPartPr>
              <p14:xfrm>
                <a:off x="2208398" y="4290500"/>
                <a:ext cx="287280" cy="40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25C947-9F81-3DDB-AC38-E2AABE026E4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04078" y="4286180"/>
                  <a:ext cx="295920" cy="41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C2370DF-F9B3-14E5-A8B6-EF12CEE9C493}"/>
              </a:ext>
            </a:extLst>
          </p:cNvPr>
          <p:cNvGrpSpPr/>
          <p:nvPr/>
        </p:nvGrpSpPr>
        <p:grpSpPr>
          <a:xfrm>
            <a:off x="2931998" y="4021220"/>
            <a:ext cx="669600" cy="764280"/>
            <a:chOff x="2931998" y="4021220"/>
            <a:chExt cx="669600" cy="76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3CB9B1-6B39-EA3F-E328-71B2273E8D72}"/>
                    </a:ext>
                  </a:extLst>
                </p14:cNvPr>
                <p14:cNvContentPartPr/>
                <p14:nvPr/>
              </p14:nvContentPartPr>
              <p14:xfrm>
                <a:off x="2931998" y="4388060"/>
                <a:ext cx="35280" cy="39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3CB9B1-6B39-EA3F-E328-71B2273E8D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27678" y="4383740"/>
                  <a:ext cx="439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4F5A82-65AF-0696-4016-3FAD8E4A824B}"/>
                    </a:ext>
                  </a:extLst>
                </p14:cNvPr>
                <p14:cNvContentPartPr/>
                <p14:nvPr/>
              </p14:nvContentPartPr>
              <p14:xfrm>
                <a:off x="3028478" y="4021220"/>
                <a:ext cx="76320" cy="7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4F5A82-65AF-0696-4016-3FAD8E4A82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24158" y="4016900"/>
                  <a:ext cx="84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3F9135E-F6DC-9484-929A-F98DE7A4C64E}"/>
                    </a:ext>
                  </a:extLst>
                </p14:cNvPr>
                <p14:cNvContentPartPr/>
                <p14:nvPr/>
              </p14:nvContentPartPr>
              <p14:xfrm>
                <a:off x="3388838" y="4238300"/>
                <a:ext cx="212760" cy="434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3F9135E-F6DC-9484-929A-F98DE7A4C6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4518" y="4233980"/>
                  <a:ext cx="22140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AD2E1F-220C-DCE1-833E-5F16856E9C47}"/>
              </a:ext>
            </a:extLst>
          </p:cNvPr>
          <p:cNvGrpSpPr/>
          <p:nvPr/>
        </p:nvGrpSpPr>
        <p:grpSpPr>
          <a:xfrm>
            <a:off x="3944678" y="4026620"/>
            <a:ext cx="1203840" cy="840240"/>
            <a:chOff x="3944678" y="4026620"/>
            <a:chExt cx="1203840" cy="84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31CB8C-205A-FFC1-CFA9-E5D2A1DAC9CA}"/>
                    </a:ext>
                  </a:extLst>
                </p14:cNvPr>
                <p14:cNvContentPartPr/>
                <p14:nvPr/>
              </p14:nvContentPartPr>
              <p14:xfrm>
                <a:off x="3944678" y="4119500"/>
                <a:ext cx="327240" cy="747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31CB8C-205A-FFC1-CFA9-E5D2A1DAC9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0358" y="4115180"/>
                  <a:ext cx="33588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47F5C6-DC25-FFA3-D58F-54D4CF8EBE9D}"/>
                    </a:ext>
                  </a:extLst>
                </p14:cNvPr>
                <p14:cNvContentPartPr/>
                <p14:nvPr/>
              </p14:nvContentPartPr>
              <p14:xfrm>
                <a:off x="4592318" y="4026620"/>
                <a:ext cx="556200" cy="703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47F5C6-DC25-FFA3-D58F-54D4CF8EBE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87998" y="4022300"/>
                  <a:ext cx="564840" cy="71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28C4168-7BBA-83CF-FBCD-0F5C9A5BA4F9}"/>
                  </a:ext>
                </a:extLst>
              </p14:cNvPr>
              <p14:cNvContentPartPr/>
              <p14:nvPr/>
            </p14:nvContentPartPr>
            <p14:xfrm>
              <a:off x="7848518" y="4226060"/>
              <a:ext cx="21600" cy="351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28C4168-7BBA-83CF-FBCD-0F5C9A5BA4F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44198" y="4221740"/>
                <a:ext cx="302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AA494BC-CBDE-A637-08AA-A952E90678BB}"/>
                  </a:ext>
                </a:extLst>
              </p14:cNvPr>
              <p14:cNvContentPartPr/>
              <p14:nvPr/>
            </p14:nvContentPartPr>
            <p14:xfrm>
              <a:off x="7853918" y="3764180"/>
              <a:ext cx="60480" cy="18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AA494BC-CBDE-A637-08AA-A952E90678B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49598" y="3759860"/>
                <a:ext cx="691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AD0290D-FF49-74F5-4803-E52913697875}"/>
                  </a:ext>
                </a:extLst>
              </p14:cNvPr>
              <p14:cNvContentPartPr/>
              <p14:nvPr/>
            </p14:nvContentPartPr>
            <p14:xfrm>
              <a:off x="8230118" y="4406780"/>
              <a:ext cx="117000" cy="230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AD0290D-FF49-74F5-4803-E5291369787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225798" y="4402460"/>
                <a:ext cx="1256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820525B-5CB8-789A-6869-830CEA7B9614}"/>
                  </a:ext>
                </a:extLst>
              </p14:cNvPr>
              <p14:cNvContentPartPr/>
              <p14:nvPr/>
            </p14:nvContentPartPr>
            <p14:xfrm>
              <a:off x="9588398" y="3958580"/>
              <a:ext cx="409680" cy="338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820525B-5CB8-789A-6869-830CEA7B96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84078" y="3954260"/>
                <a:ext cx="418320" cy="34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796E884-DD5B-69CC-3FCA-32027EAA188D}"/>
              </a:ext>
            </a:extLst>
          </p:cNvPr>
          <p:cNvGrpSpPr/>
          <p:nvPr/>
        </p:nvGrpSpPr>
        <p:grpSpPr>
          <a:xfrm>
            <a:off x="10543838" y="3859220"/>
            <a:ext cx="1387440" cy="1029240"/>
            <a:chOff x="10543838" y="3859220"/>
            <a:chExt cx="1387440" cy="10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B9851E-1AE0-0D71-3163-C141768769FD}"/>
                    </a:ext>
                  </a:extLst>
                </p14:cNvPr>
                <p14:cNvContentPartPr/>
                <p14:nvPr/>
              </p14:nvContentPartPr>
              <p14:xfrm>
                <a:off x="10543838" y="3895580"/>
                <a:ext cx="325080" cy="351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B9851E-1AE0-0D71-3163-C141768769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39518" y="3891260"/>
                  <a:ext cx="3337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C41DCA-617E-8A5E-6418-A7EA24B6CBB9}"/>
                    </a:ext>
                  </a:extLst>
                </p14:cNvPr>
                <p14:cNvContentPartPr/>
                <p14:nvPr/>
              </p14:nvContentPartPr>
              <p14:xfrm>
                <a:off x="11075198" y="3859220"/>
                <a:ext cx="439920" cy="102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C41DCA-617E-8A5E-6418-A7EA24B6CB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70878" y="3854900"/>
                  <a:ext cx="448560" cy="10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CCBF33-FF12-F87F-F2BD-F57F1F8FE298}"/>
                    </a:ext>
                  </a:extLst>
                </p14:cNvPr>
                <p14:cNvContentPartPr/>
                <p14:nvPr/>
              </p14:nvContentPartPr>
              <p14:xfrm>
                <a:off x="11538878" y="4071260"/>
                <a:ext cx="196920" cy="21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CCBF33-FF12-F87F-F2BD-F57F1F8FE2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534558" y="4066940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15C9C4-AA73-D4AA-4C39-C20190E63C95}"/>
                    </a:ext>
                  </a:extLst>
                </p14:cNvPr>
                <p14:cNvContentPartPr/>
                <p14:nvPr/>
              </p14:nvContentPartPr>
              <p14:xfrm>
                <a:off x="11829398" y="4158020"/>
                <a:ext cx="101880" cy="12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15C9C4-AA73-D4AA-4C39-C20190E63C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25078" y="4153700"/>
                  <a:ext cx="110520" cy="13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905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0D32E69-D558-A36C-4128-56D19DDC52DE}"/>
              </a:ext>
            </a:extLst>
          </p:cNvPr>
          <p:cNvGrpSpPr/>
          <p:nvPr/>
        </p:nvGrpSpPr>
        <p:grpSpPr>
          <a:xfrm>
            <a:off x="2395238" y="474860"/>
            <a:ext cx="5606280" cy="2450880"/>
            <a:chOff x="2395238" y="474860"/>
            <a:chExt cx="5606280" cy="24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6577AB-7772-BC32-C0DA-801F06011755}"/>
                    </a:ext>
                  </a:extLst>
                </p14:cNvPr>
                <p14:cNvContentPartPr/>
                <p14:nvPr/>
              </p14:nvContentPartPr>
              <p14:xfrm>
                <a:off x="2814278" y="774380"/>
                <a:ext cx="1416600" cy="1117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6577AB-7772-BC32-C0DA-801F060117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09958" y="770060"/>
                  <a:ext cx="1425240" cy="11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85CED83-78F5-BFF9-E398-4D4A9B033143}"/>
                    </a:ext>
                  </a:extLst>
                </p14:cNvPr>
                <p14:cNvContentPartPr/>
                <p14:nvPr/>
              </p14:nvContentPartPr>
              <p14:xfrm>
                <a:off x="4330598" y="1133660"/>
                <a:ext cx="399600" cy="103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85CED83-78F5-BFF9-E398-4D4A9B0331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26278" y="1129340"/>
                  <a:ext cx="408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D46F88-2D44-1BC9-BE8D-BCD656F45799}"/>
                    </a:ext>
                  </a:extLst>
                </p14:cNvPr>
                <p14:cNvContentPartPr/>
                <p14:nvPr/>
              </p14:nvContentPartPr>
              <p14:xfrm>
                <a:off x="4401878" y="1468820"/>
                <a:ext cx="572040" cy="14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D46F88-2D44-1BC9-BE8D-BCD656F457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97558" y="1464500"/>
                  <a:ext cx="580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F36BFB-E0C7-9971-A9AF-3CC222B7D0E4}"/>
                    </a:ext>
                  </a:extLst>
                </p14:cNvPr>
                <p14:cNvContentPartPr/>
                <p14:nvPr/>
              </p14:nvContentPartPr>
              <p14:xfrm>
                <a:off x="6408878" y="474860"/>
                <a:ext cx="465480" cy="127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F36BFB-E0C7-9971-A9AF-3CC222B7D0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04558" y="470540"/>
                  <a:ext cx="474120" cy="12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B80E45-96EA-3729-79C4-6EA6D601EAFF}"/>
                    </a:ext>
                  </a:extLst>
                </p14:cNvPr>
                <p14:cNvContentPartPr/>
                <p14:nvPr/>
              </p14:nvContentPartPr>
              <p14:xfrm>
                <a:off x="6714878" y="509420"/>
                <a:ext cx="1254960" cy="101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B80E45-96EA-3729-79C4-6EA6D601EA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10558" y="505100"/>
                  <a:ext cx="1263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AA271F-0DA7-FAFA-D926-BD6F53CECCBE}"/>
                    </a:ext>
                  </a:extLst>
                </p14:cNvPr>
                <p14:cNvContentPartPr/>
                <p14:nvPr/>
              </p14:nvContentPartPr>
              <p14:xfrm>
                <a:off x="2395238" y="2045180"/>
                <a:ext cx="5606280" cy="880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AA271F-0DA7-FAFA-D926-BD6F53CECC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90918" y="2040860"/>
                  <a:ext cx="5614920" cy="88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3B24F7-AF41-B4D1-CDF7-F126DDB76FFA}"/>
                  </a:ext>
                </a:extLst>
              </p14:cNvPr>
              <p14:cNvContentPartPr/>
              <p14:nvPr/>
            </p14:nvContentPartPr>
            <p14:xfrm>
              <a:off x="2102198" y="3826100"/>
              <a:ext cx="45720" cy="553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3B24F7-AF41-B4D1-CDF7-F126DDB76F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97878" y="3821780"/>
                <a:ext cx="5436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22C16B3-C3B6-4476-037E-9D6F44F4692F}"/>
                  </a:ext>
                </a:extLst>
              </p14:cNvPr>
              <p14:cNvContentPartPr/>
              <p14:nvPr/>
            </p14:nvContentPartPr>
            <p14:xfrm>
              <a:off x="2046758" y="3683900"/>
              <a:ext cx="1898280" cy="455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22C16B3-C3B6-4476-037E-9D6F44F4692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42438" y="3679580"/>
                <a:ext cx="1906920" cy="46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EC9235-F5BA-84C3-8C13-424FCD823ACA}"/>
              </a:ext>
            </a:extLst>
          </p:cNvPr>
          <p:cNvGrpSpPr/>
          <p:nvPr/>
        </p:nvGrpSpPr>
        <p:grpSpPr>
          <a:xfrm>
            <a:off x="7210238" y="2781740"/>
            <a:ext cx="551160" cy="239400"/>
            <a:chOff x="7210238" y="2781740"/>
            <a:chExt cx="55116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32B897-F21F-B1A0-AFAB-2CA8D8635A28}"/>
                    </a:ext>
                  </a:extLst>
                </p14:cNvPr>
                <p14:cNvContentPartPr/>
                <p14:nvPr/>
              </p14:nvContentPartPr>
              <p14:xfrm>
                <a:off x="7210238" y="2781740"/>
                <a:ext cx="184680" cy="239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32B897-F21F-B1A0-AFAB-2CA8D8635A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05918" y="2777420"/>
                  <a:ext cx="1933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4E177D-55BF-13AC-A17A-4339FDB05E00}"/>
                    </a:ext>
                  </a:extLst>
                </p14:cNvPr>
                <p14:cNvContentPartPr/>
                <p14:nvPr/>
              </p14:nvContentPartPr>
              <p14:xfrm>
                <a:off x="7557278" y="2795060"/>
                <a:ext cx="204120" cy="10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4E177D-55BF-13AC-A17A-4339FDB05E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2958" y="2790740"/>
                  <a:ext cx="21276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E0CCCF2-AAEE-B4FC-5816-D7FFF372E8CE}"/>
                  </a:ext>
                </a:extLst>
              </p14:cNvPr>
              <p14:cNvContentPartPr/>
              <p14:nvPr/>
            </p14:nvContentPartPr>
            <p14:xfrm>
              <a:off x="9398678" y="2186300"/>
              <a:ext cx="5040" cy="10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E0CCCF2-AAEE-B4FC-5816-D7FFF372E8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94358" y="2181980"/>
                <a:ext cx="1368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19AF6FA-21B9-769E-D84C-6D3B0DF08C9D}"/>
              </a:ext>
            </a:extLst>
          </p:cNvPr>
          <p:cNvGrpSpPr/>
          <p:nvPr/>
        </p:nvGrpSpPr>
        <p:grpSpPr>
          <a:xfrm>
            <a:off x="10503518" y="1682660"/>
            <a:ext cx="166680" cy="559080"/>
            <a:chOff x="10503518" y="1682660"/>
            <a:chExt cx="16668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9B31A7-67F3-8304-53D0-66D9EECD3D8A}"/>
                    </a:ext>
                  </a:extLst>
                </p14:cNvPr>
                <p14:cNvContentPartPr/>
                <p14:nvPr/>
              </p14:nvContentPartPr>
              <p14:xfrm>
                <a:off x="10503518" y="1682660"/>
                <a:ext cx="28800" cy="362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9B31A7-67F3-8304-53D0-66D9EECD3D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499198" y="1678340"/>
                  <a:ext cx="37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A1441A0-120A-74C1-0329-7B4FB5EECB9B}"/>
                    </a:ext>
                  </a:extLst>
                </p14:cNvPr>
                <p14:cNvContentPartPr/>
                <p14:nvPr/>
              </p14:nvContentPartPr>
              <p14:xfrm>
                <a:off x="10550318" y="1921340"/>
                <a:ext cx="119880" cy="320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A1441A0-120A-74C1-0329-7B4FB5EECB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45998" y="1917020"/>
                  <a:ext cx="12852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6EBD47-DABD-9871-3D01-59AE692FB1B9}"/>
              </a:ext>
            </a:extLst>
          </p:cNvPr>
          <p:cNvGrpSpPr/>
          <p:nvPr/>
        </p:nvGrpSpPr>
        <p:grpSpPr>
          <a:xfrm>
            <a:off x="8656358" y="2714780"/>
            <a:ext cx="1121400" cy="418320"/>
            <a:chOff x="8656358" y="2714780"/>
            <a:chExt cx="112140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1A6959-769D-3958-EA7E-E3EB80E24FC3}"/>
                    </a:ext>
                  </a:extLst>
                </p14:cNvPr>
                <p14:cNvContentPartPr/>
                <p14:nvPr/>
              </p14:nvContentPartPr>
              <p14:xfrm>
                <a:off x="8656358" y="2714780"/>
                <a:ext cx="924480" cy="418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1A6959-769D-3958-EA7E-E3EB80E24F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52038" y="2710460"/>
                  <a:ext cx="9331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D31FDA-8C4B-F814-FBCC-484088437FCC}"/>
                    </a:ext>
                  </a:extLst>
                </p14:cNvPr>
                <p14:cNvContentPartPr/>
                <p14:nvPr/>
              </p14:nvContentPartPr>
              <p14:xfrm>
                <a:off x="9742478" y="2752580"/>
                <a:ext cx="35280" cy="7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D31FDA-8C4B-F814-FBCC-484088437F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38158" y="2748260"/>
                  <a:ext cx="439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261455B-CFDF-80D6-D87E-C4001E881DB3}"/>
              </a:ext>
            </a:extLst>
          </p:cNvPr>
          <p:cNvGrpSpPr/>
          <p:nvPr/>
        </p:nvGrpSpPr>
        <p:grpSpPr>
          <a:xfrm>
            <a:off x="4705718" y="3512540"/>
            <a:ext cx="2444400" cy="1307880"/>
            <a:chOff x="4705718" y="3512540"/>
            <a:chExt cx="2444400" cy="13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37E894-3C53-3AB7-897C-EE199B1AC8D6}"/>
                    </a:ext>
                  </a:extLst>
                </p14:cNvPr>
                <p14:cNvContentPartPr/>
                <p14:nvPr/>
              </p14:nvContentPartPr>
              <p14:xfrm>
                <a:off x="4705718" y="3523340"/>
                <a:ext cx="246240" cy="90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37E894-3C53-3AB7-897C-EE199B1AC8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01398" y="3519020"/>
                  <a:ext cx="254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E07CCC-27DC-3DE7-C178-A10230B465D3}"/>
                    </a:ext>
                  </a:extLst>
                </p14:cNvPr>
                <p14:cNvContentPartPr/>
                <p14:nvPr/>
              </p14:nvContentPartPr>
              <p14:xfrm>
                <a:off x="5100998" y="3512540"/>
                <a:ext cx="386280" cy="156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E07CCC-27DC-3DE7-C178-A10230B465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96678" y="3508220"/>
                  <a:ext cx="394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D9DE32-4AE8-5C99-7106-9A310A365DDA}"/>
                    </a:ext>
                  </a:extLst>
                </p14:cNvPr>
                <p14:cNvContentPartPr/>
                <p14:nvPr/>
              </p14:nvContentPartPr>
              <p14:xfrm>
                <a:off x="4905878" y="4041020"/>
                <a:ext cx="66600" cy="696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D9DE32-4AE8-5C99-7106-9A310A365D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1558" y="4036700"/>
                  <a:ext cx="7524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5A9DF1-B627-9E86-0CEF-1519719865AC}"/>
                    </a:ext>
                  </a:extLst>
                </p14:cNvPr>
                <p14:cNvContentPartPr/>
                <p14:nvPr/>
              </p14:nvContentPartPr>
              <p14:xfrm>
                <a:off x="5016758" y="3692180"/>
                <a:ext cx="634680" cy="1128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5A9DF1-B627-9E86-0CEF-1519719865A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12438" y="3687860"/>
                  <a:ext cx="643320" cy="11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7D6DCC-5910-4BDA-40E6-F9CAEB0C7E4C}"/>
                    </a:ext>
                  </a:extLst>
                </p14:cNvPr>
                <p14:cNvContentPartPr/>
                <p14:nvPr/>
              </p14:nvContentPartPr>
              <p14:xfrm>
                <a:off x="5885078" y="4153700"/>
                <a:ext cx="58320" cy="331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7D6DCC-5910-4BDA-40E6-F9CAEB0C7E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80758" y="4149380"/>
                  <a:ext cx="669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E10F1B-BC08-AE98-2EDC-A9EF82BAA493}"/>
                    </a:ext>
                  </a:extLst>
                </p14:cNvPr>
                <p14:cNvContentPartPr/>
                <p14:nvPr/>
              </p14:nvContentPartPr>
              <p14:xfrm>
                <a:off x="5924678" y="3807380"/>
                <a:ext cx="134280" cy="56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E10F1B-BC08-AE98-2EDC-A9EF82BAA4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20358" y="3803060"/>
                  <a:ext cx="142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9DFC30-B9D9-5D7C-27F8-B13E4E10F9F9}"/>
                    </a:ext>
                  </a:extLst>
                </p14:cNvPr>
                <p14:cNvContentPartPr/>
                <p14:nvPr/>
              </p14:nvContentPartPr>
              <p14:xfrm>
                <a:off x="6580598" y="3540620"/>
                <a:ext cx="19800" cy="691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9DFC30-B9D9-5D7C-27F8-B13E4E10F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76278" y="3536300"/>
                  <a:ext cx="2844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BCF538C-6D81-6DC9-67A5-45459E5E1B89}"/>
                    </a:ext>
                  </a:extLst>
                </p14:cNvPr>
                <p14:cNvContentPartPr/>
                <p14:nvPr/>
              </p14:nvContentPartPr>
              <p14:xfrm>
                <a:off x="6335798" y="3925820"/>
                <a:ext cx="375480" cy="217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BCF538C-6D81-6DC9-67A5-45459E5E1B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31478" y="3921500"/>
                  <a:ext cx="384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DD2B3F4-5573-D378-54BA-46B9EB94FEF1}"/>
                    </a:ext>
                  </a:extLst>
                </p14:cNvPr>
                <p14:cNvContentPartPr/>
                <p14:nvPr/>
              </p14:nvContentPartPr>
              <p14:xfrm>
                <a:off x="6769958" y="3708740"/>
                <a:ext cx="380160" cy="678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DD2B3F4-5573-D378-54BA-46B9EB94FE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65638" y="3704420"/>
                  <a:ext cx="388800" cy="68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99EA9CE-F71E-AF2F-4234-E4A806488C5E}"/>
                  </a:ext>
                </a:extLst>
              </p14:cNvPr>
              <p14:cNvContentPartPr/>
              <p14:nvPr/>
            </p14:nvContentPartPr>
            <p14:xfrm>
              <a:off x="5895518" y="5144420"/>
              <a:ext cx="1354680" cy="146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99EA9CE-F71E-AF2F-4234-E4A806488C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891198" y="5140100"/>
                <a:ext cx="136332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21CACE0-89D3-9726-0A46-1AAB9AABE524}"/>
              </a:ext>
            </a:extLst>
          </p:cNvPr>
          <p:cNvGrpSpPr/>
          <p:nvPr/>
        </p:nvGrpSpPr>
        <p:grpSpPr>
          <a:xfrm>
            <a:off x="8499398" y="3345140"/>
            <a:ext cx="2795040" cy="2178360"/>
            <a:chOff x="8499398" y="3345140"/>
            <a:chExt cx="2795040" cy="21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A6E459-6759-971E-959B-962FD0536D8B}"/>
                    </a:ext>
                  </a:extLst>
                </p14:cNvPr>
                <p14:cNvContentPartPr/>
                <p14:nvPr/>
              </p14:nvContentPartPr>
              <p14:xfrm>
                <a:off x="8662838" y="3345140"/>
                <a:ext cx="328320" cy="602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A6E459-6759-971E-959B-962FD0536D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58518" y="3340820"/>
                  <a:ext cx="33696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1A1EEE3-126C-2055-D344-6C74A2162477}"/>
                    </a:ext>
                  </a:extLst>
                </p14:cNvPr>
                <p14:cNvContentPartPr/>
                <p14:nvPr/>
              </p14:nvContentPartPr>
              <p14:xfrm>
                <a:off x="8682638" y="3507860"/>
                <a:ext cx="399240" cy="439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1A1EEE3-126C-2055-D344-6C74A21624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78318" y="3503540"/>
                  <a:ext cx="4078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1261E6F-55EC-610D-F8DF-3EB7E440A258}"/>
                    </a:ext>
                  </a:extLst>
                </p14:cNvPr>
                <p14:cNvContentPartPr/>
                <p14:nvPr/>
              </p14:nvContentPartPr>
              <p14:xfrm>
                <a:off x="8499398" y="4325420"/>
                <a:ext cx="183240" cy="462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1261E6F-55EC-610D-F8DF-3EB7E440A25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95078" y="4321100"/>
                  <a:ext cx="1918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2CDD2D-B5BF-9B0F-2427-62CF40ED3B8F}"/>
                    </a:ext>
                  </a:extLst>
                </p14:cNvPr>
                <p14:cNvContentPartPr/>
                <p14:nvPr/>
              </p14:nvContentPartPr>
              <p14:xfrm>
                <a:off x="8799998" y="4011140"/>
                <a:ext cx="349560" cy="81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2CDD2D-B5BF-9B0F-2427-62CF40ED3B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95678" y="4006820"/>
                  <a:ext cx="35820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FD7830-0145-341C-1A02-9C7BA7CC72AD}"/>
                    </a:ext>
                  </a:extLst>
                </p14:cNvPr>
                <p14:cNvContentPartPr/>
                <p14:nvPr/>
              </p14:nvContentPartPr>
              <p14:xfrm>
                <a:off x="9457718" y="4010420"/>
                <a:ext cx="1059120" cy="1513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FD7830-0145-341C-1A02-9C7BA7CC72A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53398" y="4006100"/>
                  <a:ext cx="1067760" cy="15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6BA72AF-2791-6AD5-DACB-330F999E0359}"/>
                    </a:ext>
                  </a:extLst>
                </p14:cNvPr>
                <p14:cNvContentPartPr/>
                <p14:nvPr/>
              </p14:nvContentPartPr>
              <p14:xfrm>
                <a:off x="10340078" y="4254860"/>
                <a:ext cx="847800" cy="462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6BA72AF-2791-6AD5-DACB-330F999E03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35758" y="4250540"/>
                  <a:ext cx="8564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5C1B82-BBD4-E5B7-2869-35779C8B4E15}"/>
                    </a:ext>
                  </a:extLst>
                </p14:cNvPr>
                <p14:cNvContentPartPr/>
                <p14:nvPr/>
              </p14:nvContentPartPr>
              <p14:xfrm>
                <a:off x="11259158" y="4573820"/>
                <a:ext cx="35280" cy="20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5C1B82-BBD4-E5B7-2869-35779C8B4E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54838" y="4569500"/>
                  <a:ext cx="43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0D4810-0B40-D6D9-D5CE-B84AA8F28456}"/>
                    </a:ext>
                  </a:extLst>
                </p14:cNvPr>
                <p14:cNvContentPartPr/>
                <p14:nvPr/>
              </p14:nvContentPartPr>
              <p14:xfrm>
                <a:off x="8642318" y="5282300"/>
                <a:ext cx="1668240" cy="139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0D4810-0B40-D6D9-D5CE-B84AA8F284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7998" y="5277980"/>
                  <a:ext cx="1676880" cy="14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589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B7F1877A-FCBC-1371-9E3A-18205F4A7D8E}"/>
              </a:ext>
            </a:extLst>
          </p:cNvPr>
          <p:cNvGrpSpPr/>
          <p:nvPr/>
        </p:nvGrpSpPr>
        <p:grpSpPr>
          <a:xfrm>
            <a:off x="1201478" y="312860"/>
            <a:ext cx="10182600" cy="4979160"/>
            <a:chOff x="1201478" y="312860"/>
            <a:chExt cx="10182600" cy="49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135047F-C1E6-4854-676E-EAD19ED39718}"/>
                    </a:ext>
                  </a:extLst>
                </p14:cNvPr>
                <p14:cNvContentPartPr/>
                <p14:nvPr/>
              </p14:nvContentPartPr>
              <p14:xfrm>
                <a:off x="1201478" y="497900"/>
                <a:ext cx="1159920" cy="1120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135047F-C1E6-4854-676E-EAD19ED397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158" y="493580"/>
                  <a:ext cx="116856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D806C5-01F5-DE9B-A0D7-62D2A942E3F3}"/>
                    </a:ext>
                  </a:extLst>
                </p14:cNvPr>
                <p14:cNvContentPartPr/>
                <p14:nvPr/>
              </p14:nvContentPartPr>
              <p14:xfrm>
                <a:off x="2655878" y="867620"/>
                <a:ext cx="956520" cy="1114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D806C5-01F5-DE9B-A0D7-62D2A942E3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1558" y="863300"/>
                  <a:ext cx="96516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ED4F352-CB47-285F-A180-B0320686C697}"/>
                    </a:ext>
                  </a:extLst>
                </p14:cNvPr>
                <p14:cNvContentPartPr/>
                <p14:nvPr/>
              </p14:nvContentPartPr>
              <p14:xfrm>
                <a:off x="3627518" y="1142300"/>
                <a:ext cx="468720" cy="27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ED4F352-CB47-285F-A180-B0320686C6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23198" y="1137980"/>
                  <a:ext cx="477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1BF484-E499-4681-BDF5-843DE8DA4995}"/>
                    </a:ext>
                  </a:extLst>
                </p14:cNvPr>
                <p14:cNvContentPartPr/>
                <p14:nvPr/>
              </p14:nvContentPartPr>
              <p14:xfrm>
                <a:off x="4205318" y="658100"/>
                <a:ext cx="34200" cy="264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1BF484-E499-4681-BDF5-843DE8DA49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0998" y="653780"/>
                  <a:ext cx="42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D155E3-4A4D-FDAB-0642-C201BF39F706}"/>
                    </a:ext>
                  </a:extLst>
                </p14:cNvPr>
                <p14:cNvContentPartPr/>
                <p14:nvPr/>
              </p14:nvContentPartPr>
              <p14:xfrm>
                <a:off x="4450118" y="824420"/>
                <a:ext cx="44280" cy="339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D155E3-4A4D-FDAB-0642-C201BF39F7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45798" y="820100"/>
                  <a:ext cx="529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9BA122-06E9-4EE1-9B1C-1107194D9B60}"/>
                    </a:ext>
                  </a:extLst>
                </p14:cNvPr>
                <p14:cNvContentPartPr/>
                <p14:nvPr/>
              </p14:nvContentPartPr>
              <p14:xfrm>
                <a:off x="4703198" y="700580"/>
                <a:ext cx="1109520" cy="74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59BA122-06E9-4EE1-9B1C-1107194D9B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98878" y="696260"/>
                  <a:ext cx="111816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E67147-AFB4-7C71-4E6F-B7D6E83BF690}"/>
                    </a:ext>
                  </a:extLst>
                </p14:cNvPr>
                <p14:cNvContentPartPr/>
                <p14:nvPr/>
              </p14:nvContentPartPr>
              <p14:xfrm>
                <a:off x="6110438" y="826220"/>
                <a:ext cx="1549080" cy="821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E67147-AFB4-7C71-4E6F-B7D6E83BF6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06118" y="821900"/>
                  <a:ext cx="155772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2507D5-A20A-E03C-8D0C-B028F14B48E3}"/>
                    </a:ext>
                  </a:extLst>
                </p14:cNvPr>
                <p14:cNvContentPartPr/>
                <p14:nvPr/>
              </p14:nvContentPartPr>
              <p14:xfrm>
                <a:off x="8091518" y="1398260"/>
                <a:ext cx="13680" cy="66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82507D5-A20A-E03C-8D0C-B028F14B48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87198" y="1393940"/>
                  <a:ext cx="223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EB6AC5-942F-6F87-A702-4CFAFA77F5C9}"/>
                    </a:ext>
                  </a:extLst>
                </p14:cNvPr>
                <p14:cNvContentPartPr/>
                <p14:nvPr/>
              </p14:nvContentPartPr>
              <p14:xfrm>
                <a:off x="8959478" y="312860"/>
                <a:ext cx="959760" cy="1007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EB6AC5-942F-6F87-A702-4CFAFA77F5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55158" y="308540"/>
                  <a:ext cx="96840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1426866-EF13-C288-FB51-48DF5BF3EB68}"/>
                    </a:ext>
                  </a:extLst>
                </p14:cNvPr>
                <p14:cNvContentPartPr/>
                <p14:nvPr/>
              </p14:nvContentPartPr>
              <p14:xfrm>
                <a:off x="10016078" y="451100"/>
                <a:ext cx="1096200" cy="842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1426866-EF13-C288-FB51-48DF5BF3EB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11758" y="446780"/>
                  <a:ext cx="110484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6473F0-A611-F7AE-7EA2-321D9A3DFA01}"/>
                    </a:ext>
                  </a:extLst>
                </p14:cNvPr>
                <p14:cNvContentPartPr/>
                <p14:nvPr/>
              </p14:nvContentPartPr>
              <p14:xfrm>
                <a:off x="9469238" y="1253900"/>
                <a:ext cx="325080" cy="893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6473F0-A611-F7AE-7EA2-321D9A3DFA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64918" y="1249580"/>
                  <a:ext cx="333720" cy="9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AEA46F-330D-EEE1-4793-F2548BAE3890}"/>
                    </a:ext>
                  </a:extLst>
                </p14:cNvPr>
                <p14:cNvContentPartPr/>
                <p14:nvPr/>
              </p14:nvContentPartPr>
              <p14:xfrm>
                <a:off x="9618638" y="1239860"/>
                <a:ext cx="1343160" cy="750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AEA46F-330D-EEE1-4793-F2548BAE38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14318" y="1235540"/>
                  <a:ext cx="135180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5E503D-98C7-21BE-2C48-072F50F3B563}"/>
                    </a:ext>
                  </a:extLst>
                </p14:cNvPr>
                <p14:cNvContentPartPr/>
                <p14:nvPr/>
              </p14:nvContentPartPr>
              <p14:xfrm>
                <a:off x="6990638" y="2091620"/>
                <a:ext cx="2199600" cy="682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5E503D-98C7-21BE-2C48-072F50F3B5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86318" y="2087300"/>
                  <a:ext cx="220824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E6B5DC-3A18-A51C-D327-8261DF179276}"/>
                    </a:ext>
                  </a:extLst>
                </p14:cNvPr>
                <p14:cNvContentPartPr/>
                <p14:nvPr/>
              </p14:nvContentPartPr>
              <p14:xfrm>
                <a:off x="6483758" y="2197100"/>
                <a:ext cx="1509120" cy="946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E6B5DC-3A18-A51C-D327-8261DF1792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79438" y="2192780"/>
                  <a:ext cx="1517760" cy="9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1DA042-34D8-DFFD-AC92-0D5FCD5E7A68}"/>
                    </a:ext>
                  </a:extLst>
                </p14:cNvPr>
                <p14:cNvContentPartPr/>
                <p14:nvPr/>
              </p14:nvContentPartPr>
              <p14:xfrm>
                <a:off x="9325238" y="2288180"/>
                <a:ext cx="5040" cy="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1DA042-34D8-DFFD-AC92-0D5FCD5E7A6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20918" y="2283860"/>
                  <a:ext cx="13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2F98D1-AC5E-E6C7-5516-341ACCDC1946}"/>
                    </a:ext>
                  </a:extLst>
                </p14:cNvPr>
                <p14:cNvContentPartPr/>
                <p14:nvPr/>
              </p14:nvContentPartPr>
              <p14:xfrm>
                <a:off x="2555798" y="3978020"/>
                <a:ext cx="94320" cy="62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2F98D1-AC5E-E6C7-5516-341ACCDC19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51478" y="3973700"/>
                  <a:ext cx="102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61C788-7424-86C1-37A1-CE2A4356193C}"/>
                    </a:ext>
                  </a:extLst>
                </p14:cNvPr>
                <p14:cNvContentPartPr/>
                <p14:nvPr/>
              </p14:nvContentPartPr>
              <p14:xfrm>
                <a:off x="3171038" y="3641060"/>
                <a:ext cx="613800" cy="52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61C788-7424-86C1-37A1-CE2A435619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66718" y="3636740"/>
                  <a:ext cx="6224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3A0C2C-3BE7-022E-7E87-E67E95346C84}"/>
                    </a:ext>
                  </a:extLst>
                </p14:cNvPr>
                <p14:cNvContentPartPr/>
                <p14:nvPr/>
              </p14:nvContentPartPr>
              <p14:xfrm>
                <a:off x="3963038" y="3550340"/>
                <a:ext cx="446760" cy="446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3A0C2C-3BE7-022E-7E87-E67E95346C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8718" y="3546020"/>
                  <a:ext cx="4554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A44F3E-1AEF-CE33-F78A-20FDB1B1E4F6}"/>
                    </a:ext>
                  </a:extLst>
                </p14:cNvPr>
                <p14:cNvContentPartPr/>
                <p14:nvPr/>
              </p14:nvContentPartPr>
              <p14:xfrm>
                <a:off x="4695998" y="3202580"/>
                <a:ext cx="471960" cy="63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A44F3E-1AEF-CE33-F78A-20FDB1B1E4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91678" y="3198260"/>
                  <a:ext cx="48060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63A166-0971-9FD2-F392-A5B00F86506A}"/>
                    </a:ext>
                  </a:extLst>
                </p14:cNvPr>
                <p14:cNvContentPartPr/>
                <p14:nvPr/>
              </p14:nvContentPartPr>
              <p14:xfrm>
                <a:off x="1502438" y="2138420"/>
                <a:ext cx="4806360" cy="248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63A166-0971-9FD2-F392-A5B00F8650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98118" y="2134100"/>
                  <a:ext cx="4815000" cy="24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2FE32C6-BB03-190A-98C3-2B2F8A881A90}"/>
                    </a:ext>
                  </a:extLst>
                </p14:cNvPr>
                <p14:cNvContentPartPr/>
                <p14:nvPr/>
              </p14:nvContentPartPr>
              <p14:xfrm>
                <a:off x="5889758" y="3523340"/>
                <a:ext cx="1505160" cy="12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2FE32C6-BB03-190A-98C3-2B2F8A881A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85438" y="3519020"/>
                  <a:ext cx="1513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298709-5F13-AB4C-0936-C2B9CAFED8E0}"/>
                    </a:ext>
                  </a:extLst>
                </p14:cNvPr>
                <p14:cNvContentPartPr/>
                <p14:nvPr/>
              </p14:nvContentPartPr>
              <p14:xfrm>
                <a:off x="7246238" y="3096740"/>
                <a:ext cx="488520" cy="889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298709-5F13-AB4C-0936-C2B9CAFED8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41918" y="3092420"/>
                  <a:ext cx="49716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FF64EF-74C6-5F7F-05B8-A61C769C3994}"/>
                    </a:ext>
                  </a:extLst>
                </p14:cNvPr>
                <p14:cNvContentPartPr/>
                <p14:nvPr/>
              </p14:nvContentPartPr>
              <p14:xfrm>
                <a:off x="8173598" y="3094940"/>
                <a:ext cx="661320" cy="60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FF64EF-74C6-5F7F-05B8-A61C769C39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69278" y="3090620"/>
                  <a:ext cx="66996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FC6E02-76F4-3102-3DD6-5F3A8E43C5CF}"/>
                    </a:ext>
                  </a:extLst>
                </p14:cNvPr>
                <p14:cNvContentPartPr/>
                <p14:nvPr/>
              </p14:nvContentPartPr>
              <p14:xfrm>
                <a:off x="8960918" y="3075140"/>
                <a:ext cx="496080" cy="36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FC6E02-76F4-3102-3DD6-5F3A8E43C5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56598" y="3070820"/>
                  <a:ext cx="504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93A7FA-38E5-5F39-EEDA-3C727610A8C1}"/>
                    </a:ext>
                  </a:extLst>
                </p14:cNvPr>
                <p14:cNvContentPartPr/>
                <p14:nvPr/>
              </p14:nvContentPartPr>
              <p14:xfrm>
                <a:off x="9000878" y="3119420"/>
                <a:ext cx="410400" cy="362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93A7FA-38E5-5F39-EEDA-3C727610A8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96558" y="3115100"/>
                  <a:ext cx="4190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05ECD-5B44-6491-EE53-7CCB89C5873E}"/>
                    </a:ext>
                  </a:extLst>
                </p14:cNvPr>
                <p14:cNvContentPartPr/>
                <p14:nvPr/>
              </p14:nvContentPartPr>
              <p14:xfrm>
                <a:off x="9607118" y="2779220"/>
                <a:ext cx="1776960" cy="59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05ECD-5B44-6491-EE53-7CCB89C587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2798" y="2774900"/>
                  <a:ext cx="17856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9B4232-A825-0148-D399-D885463811C5}"/>
                    </a:ext>
                  </a:extLst>
                </p14:cNvPr>
                <p14:cNvContentPartPr/>
                <p14:nvPr/>
              </p14:nvContentPartPr>
              <p14:xfrm>
                <a:off x="10930118" y="2577980"/>
                <a:ext cx="191160" cy="549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9B4232-A825-0148-D399-D885463811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25798" y="2573660"/>
                  <a:ext cx="19980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346836E-E47F-BC4D-BD22-388131497047}"/>
                    </a:ext>
                  </a:extLst>
                </p14:cNvPr>
                <p14:cNvContentPartPr/>
                <p14:nvPr/>
              </p14:nvContentPartPr>
              <p14:xfrm>
                <a:off x="5433998" y="3564380"/>
                <a:ext cx="104040" cy="6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346836E-E47F-BC4D-BD22-3881314970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29678" y="3560060"/>
                  <a:ext cx="112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AAFE66F-F838-C1DA-4771-41353526E291}"/>
                    </a:ext>
                  </a:extLst>
                </p14:cNvPr>
                <p14:cNvContentPartPr/>
                <p14:nvPr/>
              </p14:nvContentPartPr>
              <p14:xfrm>
                <a:off x="5397638" y="3949580"/>
                <a:ext cx="713160" cy="936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AAFE66F-F838-C1DA-4771-41353526E2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93318" y="3945260"/>
                  <a:ext cx="72180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B98132-5E75-9D57-F5AF-F2045D8300B6}"/>
                    </a:ext>
                  </a:extLst>
                </p14:cNvPr>
                <p14:cNvContentPartPr/>
                <p14:nvPr/>
              </p14:nvContentPartPr>
              <p14:xfrm>
                <a:off x="5500598" y="4661660"/>
                <a:ext cx="885240" cy="40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B98132-5E75-9D57-F5AF-F2045D8300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96278" y="4657340"/>
                  <a:ext cx="8938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D5AC71-1B26-3AFC-591E-7073BA75216F}"/>
                    </a:ext>
                  </a:extLst>
                </p14:cNvPr>
                <p14:cNvContentPartPr/>
                <p14:nvPr/>
              </p14:nvContentPartPr>
              <p14:xfrm>
                <a:off x="7671758" y="4431260"/>
                <a:ext cx="542880" cy="860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D5AC71-1B26-3AFC-591E-7073BA7521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67438" y="4426940"/>
                  <a:ext cx="551520" cy="8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58EA9F4-0AA1-07B3-D519-DB38E5761CC4}"/>
                    </a:ext>
                  </a:extLst>
                </p14:cNvPr>
                <p14:cNvContentPartPr/>
                <p14:nvPr/>
              </p14:nvContentPartPr>
              <p14:xfrm>
                <a:off x="8726198" y="4687580"/>
                <a:ext cx="980280" cy="306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58EA9F4-0AA1-07B3-D519-DB38E5761C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21878" y="4683260"/>
                  <a:ext cx="988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AD5622-6097-D2A6-39B4-2CE904E626CF}"/>
                    </a:ext>
                  </a:extLst>
                </p14:cNvPr>
                <p14:cNvContentPartPr/>
                <p14:nvPr/>
              </p14:nvContentPartPr>
              <p14:xfrm>
                <a:off x="9788198" y="4699460"/>
                <a:ext cx="148680" cy="106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AD5622-6097-D2A6-39B4-2CE904E626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83878" y="4695140"/>
                  <a:ext cx="157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AAB383-9769-5512-458E-4BF62447AC0E}"/>
                    </a:ext>
                  </a:extLst>
                </p14:cNvPr>
                <p14:cNvContentPartPr/>
                <p14:nvPr/>
              </p14:nvContentPartPr>
              <p14:xfrm>
                <a:off x="10497038" y="4653020"/>
                <a:ext cx="14760" cy="40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AAB383-9769-5512-458E-4BF62447AC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92718" y="4648700"/>
                  <a:ext cx="23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FB0F4E7-5416-AB2D-2496-2E042CC37876}"/>
                    </a:ext>
                  </a:extLst>
                </p14:cNvPr>
                <p14:cNvContentPartPr/>
                <p14:nvPr/>
              </p14:nvContentPartPr>
              <p14:xfrm>
                <a:off x="2749838" y="2397980"/>
                <a:ext cx="3666240" cy="2196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FB0F4E7-5416-AB2D-2496-2E042CC3787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45518" y="2393660"/>
                  <a:ext cx="3674880" cy="22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6536D3-099F-51F6-50C8-A98B3D7B0E4C}"/>
                    </a:ext>
                  </a:extLst>
                </p14:cNvPr>
                <p14:cNvContentPartPr/>
                <p14:nvPr/>
              </p14:nvContentPartPr>
              <p14:xfrm>
                <a:off x="5225198" y="2400140"/>
                <a:ext cx="1578600" cy="73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6536D3-099F-51F6-50C8-A98B3D7B0E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20878" y="2395820"/>
                  <a:ext cx="158724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A679BA-EB1F-7EAB-C780-D1312AF93AD8}"/>
                    </a:ext>
                  </a:extLst>
                </p14:cNvPr>
                <p14:cNvContentPartPr/>
                <p14:nvPr/>
              </p14:nvContentPartPr>
              <p14:xfrm>
                <a:off x="4623638" y="2178740"/>
                <a:ext cx="234360" cy="1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A679BA-EB1F-7EAB-C780-D1312AF93A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19318" y="2174420"/>
                  <a:ext cx="243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4230D57-B6B0-8C28-1B3B-4039277F0B8B}"/>
                    </a:ext>
                  </a:extLst>
                </p14:cNvPr>
                <p14:cNvContentPartPr/>
                <p14:nvPr/>
              </p14:nvContentPartPr>
              <p14:xfrm>
                <a:off x="2143238" y="3643580"/>
                <a:ext cx="18360" cy="99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4230D57-B6B0-8C28-1B3B-4039277F0B8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38918" y="3639260"/>
                  <a:ext cx="27000" cy="10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118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DDACFF5-D564-B285-380E-E7BA70CE320A}"/>
              </a:ext>
            </a:extLst>
          </p:cNvPr>
          <p:cNvGrpSpPr/>
          <p:nvPr/>
        </p:nvGrpSpPr>
        <p:grpSpPr>
          <a:xfrm>
            <a:off x="222638" y="-48940"/>
            <a:ext cx="9897120" cy="4648023"/>
            <a:chOff x="222638" y="-48940"/>
            <a:chExt cx="9897120" cy="464802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6A39E25-F79C-E43E-129A-BC01904D6DDD}"/>
                    </a:ext>
                  </a:extLst>
                </p14:cNvPr>
                <p14:cNvContentPartPr/>
                <p14:nvPr/>
              </p14:nvContentPartPr>
              <p14:xfrm>
                <a:off x="596318" y="959780"/>
                <a:ext cx="173880" cy="767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6A39E25-F79C-E43E-129A-BC01904D6D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1998" y="955460"/>
                  <a:ext cx="18252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D6950A-60EA-22FA-E935-10124D24E8E9}"/>
                    </a:ext>
                  </a:extLst>
                </p14:cNvPr>
                <p14:cNvContentPartPr/>
                <p14:nvPr/>
              </p14:nvContentPartPr>
              <p14:xfrm>
                <a:off x="222638" y="698420"/>
                <a:ext cx="866160" cy="306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D6950A-60EA-22FA-E935-10124D24E8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318" y="694100"/>
                  <a:ext cx="8748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444048-698E-5D22-2C7D-165A13973EE3}"/>
                    </a:ext>
                  </a:extLst>
                </p14:cNvPr>
                <p14:cNvContentPartPr/>
                <p14:nvPr/>
              </p14:nvContentPartPr>
              <p14:xfrm>
                <a:off x="571118" y="1395740"/>
                <a:ext cx="1380960" cy="606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444048-698E-5D22-2C7D-165A13973E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798" y="1391420"/>
                  <a:ext cx="138960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B79AA5-0CCF-9E65-3BB3-0D1283D0B673}"/>
                    </a:ext>
                  </a:extLst>
                </p14:cNvPr>
                <p14:cNvContentPartPr/>
                <p14:nvPr/>
              </p14:nvContentPartPr>
              <p14:xfrm>
                <a:off x="1914998" y="1325900"/>
                <a:ext cx="409680" cy="16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B79AA5-0CCF-9E65-3BB3-0D1283D0B6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0678" y="1321580"/>
                  <a:ext cx="418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27BA80-4C00-0BBF-6B4F-203FC538EAC1}"/>
                    </a:ext>
                  </a:extLst>
                </p14:cNvPr>
                <p14:cNvContentPartPr/>
                <p14:nvPr/>
              </p14:nvContentPartPr>
              <p14:xfrm>
                <a:off x="3075278" y="853220"/>
                <a:ext cx="1294920" cy="984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27BA80-4C00-0BBF-6B4F-203FC538EA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70958" y="848900"/>
                  <a:ext cx="130356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0F92AF-2AAC-C3AA-B1CA-7CF69F4E555F}"/>
                    </a:ext>
                  </a:extLst>
                </p14:cNvPr>
                <p14:cNvContentPartPr/>
                <p14:nvPr/>
              </p14:nvContentPartPr>
              <p14:xfrm>
                <a:off x="5795078" y="853940"/>
                <a:ext cx="104760" cy="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0F92AF-2AAC-C3AA-B1CA-7CF69F4E55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90758" y="849620"/>
                  <a:ext cx="1134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763476-B3E3-F8AD-5F23-FF5ACFF76238}"/>
                    </a:ext>
                  </a:extLst>
                </p14:cNvPr>
                <p14:cNvContentPartPr/>
                <p14:nvPr/>
              </p14:nvContentPartPr>
              <p14:xfrm>
                <a:off x="6459998" y="408980"/>
                <a:ext cx="471960" cy="509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763476-B3E3-F8AD-5F23-FF5ACFF762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55678" y="404660"/>
                  <a:ext cx="48060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5C8144-6685-E075-4648-BBE07C5BD35F}"/>
                    </a:ext>
                  </a:extLst>
                </p14:cNvPr>
                <p14:cNvContentPartPr/>
                <p14:nvPr/>
              </p14:nvContentPartPr>
              <p14:xfrm>
                <a:off x="7288358" y="472700"/>
                <a:ext cx="289800" cy="35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5C8144-6685-E075-4648-BBE07C5BD3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84038" y="468380"/>
                  <a:ext cx="298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745CD9-0387-BDA8-3F9B-7E5A05642A61}"/>
                    </a:ext>
                  </a:extLst>
                </p14:cNvPr>
                <p14:cNvContentPartPr/>
                <p14:nvPr/>
              </p14:nvContentPartPr>
              <p14:xfrm>
                <a:off x="4988678" y="-48940"/>
                <a:ext cx="4341240" cy="161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745CD9-0387-BDA8-3F9B-7E5A05642A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84358" y="-53260"/>
                  <a:ext cx="4349880" cy="16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2C7363-111A-FF48-2CF5-69FD15B0F07D}"/>
                    </a:ext>
                  </a:extLst>
                </p14:cNvPr>
                <p14:cNvContentPartPr/>
                <p14:nvPr/>
              </p14:nvContentPartPr>
              <p14:xfrm>
                <a:off x="8044718" y="428123"/>
                <a:ext cx="711720" cy="56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2C7363-111A-FF48-2CF5-69FD15B0F0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0398" y="423803"/>
                  <a:ext cx="72036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E0321F-1152-5E11-83FE-97B43E07A5BC}"/>
                    </a:ext>
                  </a:extLst>
                </p14:cNvPr>
                <p14:cNvContentPartPr/>
                <p14:nvPr/>
              </p14:nvContentPartPr>
              <p14:xfrm>
                <a:off x="8812598" y="724043"/>
                <a:ext cx="75240" cy="3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E0321F-1152-5E11-83FE-97B43E07A5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08278" y="719723"/>
                  <a:ext cx="83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45FE1F-34DB-0F97-7DB8-C0E8176A91F0}"/>
                    </a:ext>
                  </a:extLst>
                </p14:cNvPr>
                <p14:cNvContentPartPr/>
                <p14:nvPr/>
              </p14:nvContentPartPr>
              <p14:xfrm>
                <a:off x="6245438" y="1665803"/>
                <a:ext cx="77400" cy="34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45FE1F-34DB-0F97-7DB8-C0E8176A91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41118" y="1661483"/>
                  <a:ext cx="86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A1DA66-E780-AC17-5AF2-701CF31775DC}"/>
                    </a:ext>
                  </a:extLst>
                </p14:cNvPr>
                <p14:cNvContentPartPr/>
                <p14:nvPr/>
              </p14:nvContentPartPr>
              <p14:xfrm>
                <a:off x="8082158" y="1031123"/>
                <a:ext cx="367920" cy="1832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A1DA66-E780-AC17-5AF2-701CF31775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77838" y="1026803"/>
                  <a:ext cx="376560" cy="18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80E997-7BF7-26DE-E126-D5DB546AF762}"/>
                    </a:ext>
                  </a:extLst>
                </p14:cNvPr>
                <p14:cNvContentPartPr/>
                <p14:nvPr/>
              </p14:nvContentPartPr>
              <p14:xfrm>
                <a:off x="7036358" y="1971083"/>
                <a:ext cx="1944000" cy="1299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80E997-7BF7-26DE-E126-D5DB546AF7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32038" y="1966763"/>
                  <a:ext cx="1952640" cy="13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B721C8-48E4-EDF3-A465-6F050BF00106}"/>
                    </a:ext>
                  </a:extLst>
                </p14:cNvPr>
                <p14:cNvContentPartPr/>
                <p14:nvPr/>
              </p14:nvContentPartPr>
              <p14:xfrm>
                <a:off x="6987398" y="3768203"/>
                <a:ext cx="106200" cy="650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B721C8-48E4-EDF3-A465-6F050BF001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3078" y="3763883"/>
                  <a:ext cx="11484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6447B1-0BEB-E6AF-12C7-EC04F42BFA19}"/>
                    </a:ext>
                  </a:extLst>
                </p14:cNvPr>
                <p14:cNvContentPartPr/>
                <p14:nvPr/>
              </p14:nvContentPartPr>
              <p14:xfrm>
                <a:off x="7017638" y="3538883"/>
                <a:ext cx="2220840" cy="106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6447B1-0BEB-E6AF-12C7-EC04F42BFA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13318" y="3534563"/>
                  <a:ext cx="2229480" cy="10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A10CCF-8D66-B31E-EDB0-2885C7336125}"/>
                    </a:ext>
                  </a:extLst>
                </p14:cNvPr>
                <p14:cNvContentPartPr/>
                <p14:nvPr/>
              </p14:nvContentPartPr>
              <p14:xfrm>
                <a:off x="9810878" y="3285803"/>
                <a:ext cx="308880" cy="340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A10CCF-8D66-B31E-EDB0-2885C73361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06558" y="3281483"/>
                  <a:ext cx="31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119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D78431DB-536B-0013-29A4-C09C28B2FD6B}"/>
              </a:ext>
            </a:extLst>
          </p:cNvPr>
          <p:cNvGrpSpPr/>
          <p:nvPr/>
        </p:nvGrpSpPr>
        <p:grpSpPr>
          <a:xfrm>
            <a:off x="1244318" y="382700"/>
            <a:ext cx="10537200" cy="3969720"/>
            <a:chOff x="1244318" y="382700"/>
            <a:chExt cx="10537200" cy="39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B19D03-80B0-0D00-9653-2ACCC45B1ADF}"/>
                    </a:ext>
                  </a:extLst>
                </p14:cNvPr>
                <p14:cNvContentPartPr/>
                <p14:nvPr/>
              </p14:nvContentPartPr>
              <p14:xfrm>
                <a:off x="8846798" y="382700"/>
                <a:ext cx="1098360" cy="888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B19D03-80B0-0D00-9653-2ACCC45B1AD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42478" y="378380"/>
                  <a:ext cx="110700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F790C1-922F-9A77-0E43-C4674910079D}"/>
                    </a:ext>
                  </a:extLst>
                </p14:cNvPr>
                <p14:cNvContentPartPr/>
                <p14:nvPr/>
              </p14:nvContentPartPr>
              <p14:xfrm>
                <a:off x="10104638" y="707780"/>
                <a:ext cx="281160" cy="648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F790C1-922F-9A77-0E43-C467491007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00318" y="703460"/>
                  <a:ext cx="2898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6639EA-974A-84FC-65DA-F1931B321054}"/>
                    </a:ext>
                  </a:extLst>
                </p14:cNvPr>
                <p14:cNvContentPartPr/>
                <p14:nvPr/>
              </p14:nvContentPartPr>
              <p14:xfrm>
                <a:off x="10634198" y="434540"/>
                <a:ext cx="327600" cy="85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6639EA-974A-84FC-65DA-F1931B3210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29878" y="430220"/>
                  <a:ext cx="33624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46650C-40BC-B3E6-9FB1-3787364780FF}"/>
                    </a:ext>
                  </a:extLst>
                </p14:cNvPr>
                <p14:cNvContentPartPr/>
                <p14:nvPr/>
              </p14:nvContentPartPr>
              <p14:xfrm>
                <a:off x="11001398" y="779780"/>
                <a:ext cx="676440" cy="391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46650C-40BC-B3E6-9FB1-3787364780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97078" y="775460"/>
                  <a:ext cx="6850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981D9F-6460-1323-D9EF-3DE9AB89EE96}"/>
                    </a:ext>
                  </a:extLst>
                </p14:cNvPr>
                <p14:cNvContentPartPr/>
                <p14:nvPr/>
              </p14:nvContentPartPr>
              <p14:xfrm>
                <a:off x="11745878" y="1133660"/>
                <a:ext cx="35640" cy="42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981D9F-6460-1323-D9EF-3DE9AB89EE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41558" y="1129340"/>
                  <a:ext cx="44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03A764-4B12-0E4F-0905-B12AC06074A8}"/>
                    </a:ext>
                  </a:extLst>
                </p14:cNvPr>
                <p14:cNvContentPartPr/>
                <p14:nvPr/>
              </p14:nvContentPartPr>
              <p14:xfrm>
                <a:off x="8935358" y="2507780"/>
                <a:ext cx="1218600" cy="98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03A764-4B12-0E4F-0905-B12AC06074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31038" y="2503460"/>
                  <a:ext cx="122724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4105DD-885D-2111-86E6-59B3D916E799}"/>
                    </a:ext>
                  </a:extLst>
                </p14:cNvPr>
                <p14:cNvContentPartPr/>
                <p14:nvPr/>
              </p14:nvContentPartPr>
              <p14:xfrm>
                <a:off x="8092238" y="1918100"/>
                <a:ext cx="2792160" cy="1995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4105DD-885D-2111-86E6-59B3D916E7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87918" y="1913780"/>
                  <a:ext cx="2800800" cy="20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C7FFCCE-EA7E-B641-C9F9-54B2D82D4C1D}"/>
                    </a:ext>
                  </a:extLst>
                </p14:cNvPr>
                <p14:cNvContentPartPr/>
                <p14:nvPr/>
              </p14:nvContentPartPr>
              <p14:xfrm>
                <a:off x="10305518" y="2715860"/>
                <a:ext cx="3960" cy="31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C7FFCCE-EA7E-B641-C9F9-54B2D82D4C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01198" y="2711540"/>
                  <a:ext cx="12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028BA4-6A2D-C907-1EB1-A21297B52D7D}"/>
                    </a:ext>
                  </a:extLst>
                </p14:cNvPr>
                <p14:cNvContentPartPr/>
                <p14:nvPr/>
              </p14:nvContentPartPr>
              <p14:xfrm>
                <a:off x="10426838" y="2317700"/>
                <a:ext cx="1006560" cy="478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028BA4-6A2D-C907-1EB1-A21297B52D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22518" y="2313380"/>
                  <a:ext cx="10152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BA14EA2-7D6E-D91A-D964-1564F110509A}"/>
                    </a:ext>
                  </a:extLst>
                </p14:cNvPr>
                <p14:cNvContentPartPr/>
                <p14:nvPr/>
              </p14:nvContentPartPr>
              <p14:xfrm>
                <a:off x="1244318" y="576740"/>
                <a:ext cx="887400" cy="1735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A14EA2-7D6E-D91A-D964-1564F11050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39998" y="572420"/>
                  <a:ext cx="896040" cy="17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AF48AB-F250-661D-C8AE-1E50E16F97F8}"/>
                    </a:ext>
                  </a:extLst>
                </p14:cNvPr>
                <p14:cNvContentPartPr/>
                <p14:nvPr/>
              </p14:nvContentPartPr>
              <p14:xfrm>
                <a:off x="2349518" y="1314740"/>
                <a:ext cx="726120" cy="38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AF48AB-F250-661D-C8AE-1E50E16F97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45198" y="1310420"/>
                  <a:ext cx="7347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2C5724-4DE5-290A-F8C1-438809AECE0B}"/>
                    </a:ext>
                  </a:extLst>
                </p14:cNvPr>
                <p14:cNvContentPartPr/>
                <p14:nvPr/>
              </p14:nvContentPartPr>
              <p14:xfrm>
                <a:off x="3093638" y="1119620"/>
                <a:ext cx="118440" cy="68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2C5724-4DE5-290A-F8C1-438809AECE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89318" y="1115300"/>
                  <a:ext cx="127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9A478B-9755-167D-4C85-C2A3F15AE372}"/>
                    </a:ext>
                  </a:extLst>
                </p14:cNvPr>
                <p14:cNvContentPartPr/>
                <p14:nvPr/>
              </p14:nvContentPartPr>
              <p14:xfrm>
                <a:off x="3409718" y="763580"/>
                <a:ext cx="840240" cy="84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9A478B-9755-167D-4C85-C2A3F15AE3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5398" y="759260"/>
                  <a:ext cx="84888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BC7225-13C1-6B9B-2CBE-0061BA17DD5C}"/>
                    </a:ext>
                  </a:extLst>
                </p14:cNvPr>
                <p14:cNvContentPartPr/>
                <p14:nvPr/>
              </p14:nvContentPartPr>
              <p14:xfrm>
                <a:off x="5896958" y="660980"/>
                <a:ext cx="1004760" cy="845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BC7225-13C1-6B9B-2CBE-0061BA17DD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92638" y="656660"/>
                  <a:ext cx="101340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66EC6E-15A8-A240-6683-9D865162AAC3}"/>
                    </a:ext>
                  </a:extLst>
                </p14:cNvPr>
                <p14:cNvContentPartPr/>
                <p14:nvPr/>
              </p14:nvContentPartPr>
              <p14:xfrm>
                <a:off x="6750878" y="956540"/>
                <a:ext cx="453600" cy="419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66EC6E-15A8-A240-6683-9D865162AA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46558" y="952220"/>
                  <a:ext cx="4622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0387B8-E3B7-725D-5BB3-22C137F818F6}"/>
                    </a:ext>
                  </a:extLst>
                </p14:cNvPr>
                <p14:cNvContentPartPr/>
                <p14:nvPr/>
              </p14:nvContentPartPr>
              <p14:xfrm>
                <a:off x="7335518" y="945380"/>
                <a:ext cx="462240" cy="547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0387B8-E3B7-725D-5BB3-22C137F818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31198" y="941060"/>
                  <a:ext cx="47088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9402B8-E4D1-6584-1F2F-029D56983372}"/>
                    </a:ext>
                  </a:extLst>
                </p14:cNvPr>
                <p14:cNvContentPartPr/>
                <p14:nvPr/>
              </p14:nvContentPartPr>
              <p14:xfrm>
                <a:off x="2626718" y="1739180"/>
                <a:ext cx="108360" cy="109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9402B8-E4D1-6584-1F2F-029D569833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22398" y="1734860"/>
                  <a:ext cx="117000" cy="11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3819A2-5543-6C13-6EAC-94178C1BA9C7}"/>
                    </a:ext>
                  </a:extLst>
                </p14:cNvPr>
                <p14:cNvContentPartPr/>
                <p14:nvPr/>
              </p14:nvContentPartPr>
              <p14:xfrm>
                <a:off x="2111918" y="2802620"/>
                <a:ext cx="506880" cy="164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3819A2-5543-6C13-6EAC-94178C1BA9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07598" y="2798300"/>
                  <a:ext cx="515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35DD73-D325-FA49-AFF8-4320DCFDD738}"/>
                    </a:ext>
                  </a:extLst>
                </p14:cNvPr>
                <p14:cNvContentPartPr/>
                <p14:nvPr/>
              </p14:nvContentPartPr>
              <p14:xfrm>
                <a:off x="3005438" y="2741780"/>
                <a:ext cx="210240" cy="428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35DD73-D325-FA49-AFF8-4320DCFDD7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01118" y="2737460"/>
                  <a:ext cx="2188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E16E56-F584-281E-1EDD-8256E7FF067C}"/>
                    </a:ext>
                  </a:extLst>
                </p14:cNvPr>
                <p14:cNvContentPartPr/>
                <p14:nvPr/>
              </p14:nvContentPartPr>
              <p14:xfrm>
                <a:off x="1860638" y="3396260"/>
                <a:ext cx="47880" cy="66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E16E56-F584-281E-1EDD-8256E7FF06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56318" y="3391940"/>
                  <a:ext cx="5652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561AC0-1AD1-8BF2-D1E7-C4887E179F46}"/>
                    </a:ext>
                  </a:extLst>
                </p14:cNvPr>
                <p14:cNvContentPartPr/>
                <p14:nvPr/>
              </p14:nvContentPartPr>
              <p14:xfrm>
                <a:off x="1931198" y="3059660"/>
                <a:ext cx="406800" cy="79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561AC0-1AD1-8BF2-D1E7-C4887E179F4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6878" y="3055340"/>
                  <a:ext cx="41544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CE3C34-A29D-BF64-8CD7-DF4B60602AAC}"/>
                    </a:ext>
                  </a:extLst>
                </p14:cNvPr>
                <p14:cNvContentPartPr/>
                <p14:nvPr/>
              </p14:nvContentPartPr>
              <p14:xfrm>
                <a:off x="2488478" y="3283580"/>
                <a:ext cx="785160" cy="1068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CE3C34-A29D-BF64-8CD7-DF4B60602AA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84158" y="3279260"/>
                  <a:ext cx="79380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F792FB-B9B1-D106-E0B5-61CF8C235D1D}"/>
                    </a:ext>
                  </a:extLst>
                </p14:cNvPr>
                <p14:cNvContentPartPr/>
                <p14:nvPr/>
              </p14:nvContentPartPr>
              <p14:xfrm>
                <a:off x="3186878" y="3395900"/>
                <a:ext cx="1096200" cy="30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F792FB-B9B1-D106-E0B5-61CF8C235D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2558" y="3391580"/>
                  <a:ext cx="1104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4B94D9-56D2-DE4F-E201-B0367C0E802C}"/>
                    </a:ext>
                  </a:extLst>
                </p14:cNvPr>
                <p14:cNvContentPartPr/>
                <p14:nvPr/>
              </p14:nvContentPartPr>
              <p14:xfrm>
                <a:off x="4498718" y="3496340"/>
                <a:ext cx="327960" cy="23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4B94D9-56D2-DE4F-E201-B0367C0E80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94398" y="3492020"/>
                  <a:ext cx="336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640659-B8B0-C1BA-53E9-3EEFDC9145A9}"/>
                    </a:ext>
                  </a:extLst>
                </p14:cNvPr>
                <p14:cNvContentPartPr/>
                <p14:nvPr/>
              </p14:nvContentPartPr>
              <p14:xfrm>
                <a:off x="5368838" y="3536300"/>
                <a:ext cx="1389600" cy="10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640659-B8B0-C1BA-53E9-3EEFDC9145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64518" y="3531980"/>
                  <a:ext cx="1398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DA4CAF-2D53-8944-1D05-D720458C74A2}"/>
                    </a:ext>
                  </a:extLst>
                </p14:cNvPr>
                <p14:cNvContentPartPr/>
                <p14:nvPr/>
              </p14:nvContentPartPr>
              <p14:xfrm>
                <a:off x="6759158" y="3042380"/>
                <a:ext cx="290520" cy="82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DA4CAF-2D53-8944-1D05-D720458C74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54838" y="3038060"/>
                  <a:ext cx="29916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A335A9-7403-8C9B-5946-05549EFDDDE5}"/>
                    </a:ext>
                  </a:extLst>
                </p14:cNvPr>
                <p14:cNvContentPartPr/>
                <p14:nvPr/>
              </p14:nvContentPartPr>
              <p14:xfrm>
                <a:off x="7245158" y="3645740"/>
                <a:ext cx="5580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A335A9-7403-8C9B-5946-05549EFDDD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40838" y="3641420"/>
                  <a:ext cx="64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0E45B9A-F334-CF24-863D-C1CE4B5879BB}"/>
                    </a:ext>
                  </a:extLst>
                </p14:cNvPr>
                <p14:cNvContentPartPr/>
                <p14:nvPr/>
              </p14:nvContentPartPr>
              <p14:xfrm>
                <a:off x="3785918" y="1612100"/>
                <a:ext cx="2580840" cy="353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0E45B9A-F334-CF24-863D-C1CE4B5879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81598" y="1607780"/>
                  <a:ext cx="25894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F249BD1-9FC8-6BFB-E3DF-41DEB6733F79}"/>
                    </a:ext>
                  </a:extLst>
                </p14:cNvPr>
                <p14:cNvContentPartPr/>
                <p14:nvPr/>
              </p14:nvContentPartPr>
              <p14:xfrm>
                <a:off x="5696798" y="1783460"/>
                <a:ext cx="1987560" cy="77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F249BD1-9FC8-6BFB-E3DF-41DEB6733F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92478" y="1779140"/>
                  <a:ext cx="199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AEB0D7-7FF1-07DD-05BB-35666990AA01}"/>
                    </a:ext>
                  </a:extLst>
                </p14:cNvPr>
                <p14:cNvContentPartPr/>
                <p14:nvPr/>
              </p14:nvContentPartPr>
              <p14:xfrm>
                <a:off x="5166518" y="1941140"/>
                <a:ext cx="51840" cy="82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AEB0D7-7FF1-07DD-05BB-35666990AA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62198" y="1936820"/>
                  <a:ext cx="6048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155264-A558-B250-6DC5-A4D467D53CAC}"/>
                    </a:ext>
                  </a:extLst>
                </p14:cNvPr>
                <p14:cNvContentPartPr/>
                <p14:nvPr/>
              </p14:nvContentPartPr>
              <p14:xfrm>
                <a:off x="5089838" y="1706420"/>
                <a:ext cx="736200" cy="1202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155264-A558-B250-6DC5-A4D467D53CA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85518" y="1702100"/>
                  <a:ext cx="74484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346B0F-6438-C445-5D6D-D09C600C9ECA}"/>
                    </a:ext>
                  </a:extLst>
                </p14:cNvPr>
                <p14:cNvContentPartPr/>
                <p14:nvPr/>
              </p14:nvContentPartPr>
              <p14:xfrm>
                <a:off x="5790038" y="2112500"/>
                <a:ext cx="1135440" cy="70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346B0F-6438-C445-5D6D-D09C600C9E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5718" y="2108180"/>
                  <a:ext cx="114408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09EB27-9D74-5D70-9C3B-D64043A7CA3E}"/>
                    </a:ext>
                  </a:extLst>
                </p14:cNvPr>
                <p14:cNvContentPartPr/>
                <p14:nvPr/>
              </p14:nvContentPartPr>
              <p14:xfrm>
                <a:off x="7110878" y="2158220"/>
                <a:ext cx="688320" cy="486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09EB27-9D74-5D70-9C3B-D64043A7CA3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06558" y="2153900"/>
                  <a:ext cx="6969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5EC0B1-7AFD-7396-9ECE-D2D169862F6B}"/>
                    </a:ext>
                  </a:extLst>
                </p14:cNvPr>
                <p14:cNvContentPartPr/>
                <p14:nvPr/>
              </p14:nvContentPartPr>
              <p14:xfrm>
                <a:off x="4571438" y="1233380"/>
                <a:ext cx="4461120" cy="205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5EC0B1-7AFD-7396-9ECE-D2D169862F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67118" y="1229060"/>
                  <a:ext cx="4469760" cy="20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B11943-A30B-EB7B-204B-D294F07B1634}"/>
                    </a:ext>
                  </a:extLst>
                </p14:cNvPr>
                <p14:cNvContentPartPr/>
                <p14:nvPr/>
              </p14:nvContentPartPr>
              <p14:xfrm>
                <a:off x="9121478" y="2089460"/>
                <a:ext cx="93240" cy="28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B11943-A30B-EB7B-204B-D294F07B16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17158" y="2085140"/>
                  <a:ext cx="10188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D225887-306D-2BD1-6590-A65D26EF0E81}"/>
                  </a:ext>
                </a:extLst>
              </p14:cNvPr>
              <p14:cNvContentPartPr/>
              <p14:nvPr/>
            </p14:nvContentPartPr>
            <p14:xfrm>
              <a:off x="8689118" y="4684340"/>
              <a:ext cx="678600" cy="4046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D225887-306D-2BD1-6590-A65D26EF0E8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84798" y="4680020"/>
                <a:ext cx="68724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0B5427A-E91F-B5F5-852D-3F2A8462430B}"/>
                  </a:ext>
                </a:extLst>
              </p14:cNvPr>
              <p14:cNvContentPartPr/>
              <p14:nvPr/>
            </p14:nvContentPartPr>
            <p14:xfrm>
              <a:off x="9501998" y="4673540"/>
              <a:ext cx="264240" cy="3819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0B5427A-E91F-B5F5-852D-3F2A8462430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497678" y="4669220"/>
                <a:ext cx="2728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2A5DEEF-B694-F273-31A3-7DAE6CA35F65}"/>
                  </a:ext>
                </a:extLst>
              </p14:cNvPr>
              <p14:cNvContentPartPr/>
              <p14:nvPr/>
            </p14:nvContentPartPr>
            <p14:xfrm>
              <a:off x="9904838" y="4615940"/>
              <a:ext cx="309240" cy="498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2A5DEEF-B694-F273-31A3-7DAE6CA35F6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00518" y="4611620"/>
                <a:ext cx="31788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93C052D-8503-9ACA-720D-E3FAB8AAD591}"/>
                  </a:ext>
                </a:extLst>
              </p14:cNvPr>
              <p14:cNvContentPartPr/>
              <p14:nvPr/>
            </p14:nvContentPartPr>
            <p14:xfrm>
              <a:off x="10492358" y="4268900"/>
              <a:ext cx="849240" cy="10659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93C052D-8503-9ACA-720D-E3FAB8AAD59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488038" y="4264580"/>
                <a:ext cx="857880" cy="107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3B2CF66-4286-43FB-E122-3B276726DE56}"/>
              </a:ext>
            </a:extLst>
          </p:cNvPr>
          <p:cNvGrpSpPr/>
          <p:nvPr/>
        </p:nvGrpSpPr>
        <p:grpSpPr>
          <a:xfrm>
            <a:off x="838598" y="4434860"/>
            <a:ext cx="7278480" cy="1860480"/>
            <a:chOff x="838598" y="4434860"/>
            <a:chExt cx="7278480" cy="18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ED5AAF1-C320-78D4-8C2D-D66157A804F2}"/>
                    </a:ext>
                  </a:extLst>
                </p14:cNvPr>
                <p14:cNvContentPartPr/>
                <p14:nvPr/>
              </p14:nvContentPartPr>
              <p14:xfrm>
                <a:off x="838598" y="4492820"/>
                <a:ext cx="1586160" cy="81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ED5AAF1-C320-78D4-8C2D-D66157A804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278" y="4488500"/>
                  <a:ext cx="159480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69E05C-D77A-1A36-5F9A-147E036A8C44}"/>
                    </a:ext>
                  </a:extLst>
                </p14:cNvPr>
                <p14:cNvContentPartPr/>
                <p14:nvPr/>
              </p14:nvContentPartPr>
              <p14:xfrm>
                <a:off x="2742638" y="4998980"/>
                <a:ext cx="534600" cy="432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69E05C-D77A-1A36-5F9A-147E036A8C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38318" y="4994660"/>
                  <a:ext cx="5432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7D7E11-6BF3-6E0F-F08B-0C397C0804AA}"/>
                    </a:ext>
                  </a:extLst>
                </p14:cNvPr>
                <p14:cNvContentPartPr/>
                <p14:nvPr/>
              </p14:nvContentPartPr>
              <p14:xfrm>
                <a:off x="3622838" y="5104460"/>
                <a:ext cx="1092960" cy="92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7D7E11-6BF3-6E0F-F08B-0C397C0804A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18518" y="5100140"/>
                  <a:ext cx="1101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9EAC9F-F1D7-2DCE-11C2-C0BBC9D04C03}"/>
                    </a:ext>
                  </a:extLst>
                </p14:cNvPr>
                <p14:cNvContentPartPr/>
                <p14:nvPr/>
              </p14:nvContentPartPr>
              <p14:xfrm>
                <a:off x="4485758" y="4647620"/>
                <a:ext cx="320400" cy="959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9EAC9F-F1D7-2DCE-11C2-C0BBC9D04C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81438" y="4643300"/>
                  <a:ext cx="32904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CCB519-4DD5-68F3-9478-798A47ACE487}"/>
                    </a:ext>
                  </a:extLst>
                </p14:cNvPr>
                <p14:cNvContentPartPr/>
                <p14:nvPr/>
              </p14:nvContentPartPr>
              <p14:xfrm>
                <a:off x="4998758" y="5323700"/>
                <a:ext cx="137880" cy="29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CCB519-4DD5-68F3-9478-798A47ACE4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94438" y="5319380"/>
                  <a:ext cx="146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0B6BE1-6E7E-7274-8F4C-0EDF17B87B2F}"/>
                    </a:ext>
                  </a:extLst>
                </p14:cNvPr>
                <p14:cNvContentPartPr/>
                <p14:nvPr/>
              </p14:nvContentPartPr>
              <p14:xfrm>
                <a:off x="5816318" y="4434860"/>
                <a:ext cx="857880" cy="93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0B6BE1-6E7E-7274-8F4C-0EDF17B87B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11998" y="4430540"/>
                  <a:ext cx="86652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1D2114-7FA1-431E-7336-95D2D56E353C}"/>
                    </a:ext>
                  </a:extLst>
                </p14:cNvPr>
                <p14:cNvContentPartPr/>
                <p14:nvPr/>
              </p14:nvContentPartPr>
              <p14:xfrm>
                <a:off x="7029158" y="4719620"/>
                <a:ext cx="1087920" cy="28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1D2114-7FA1-431E-7336-95D2D56E35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24838" y="4715300"/>
                  <a:ext cx="1096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087514-9DFA-F764-A866-AA911307447A}"/>
                    </a:ext>
                  </a:extLst>
                </p14:cNvPr>
                <p14:cNvContentPartPr/>
                <p14:nvPr/>
              </p14:nvContentPartPr>
              <p14:xfrm>
                <a:off x="1931558" y="5811860"/>
                <a:ext cx="748800" cy="433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087514-9DFA-F764-A866-AA911307447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27238" y="5807540"/>
                  <a:ext cx="7574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0C9800A-0AD0-2605-B3F4-B3386E48D256}"/>
                    </a:ext>
                  </a:extLst>
                </p14:cNvPr>
                <p14:cNvContentPartPr/>
                <p14:nvPr/>
              </p14:nvContentPartPr>
              <p14:xfrm>
                <a:off x="2918678" y="6034340"/>
                <a:ext cx="132840" cy="213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0C9800A-0AD0-2605-B3F4-B3386E48D25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14358" y="6030020"/>
                  <a:ext cx="141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9B534C-42A2-54E3-D6EF-D1B57DE1210C}"/>
                    </a:ext>
                  </a:extLst>
                </p14:cNvPr>
                <p14:cNvContentPartPr/>
                <p14:nvPr/>
              </p14:nvContentPartPr>
              <p14:xfrm>
                <a:off x="3132878" y="5479580"/>
                <a:ext cx="657720" cy="737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9B534C-42A2-54E3-D6EF-D1B57DE121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8558" y="5475260"/>
                  <a:ext cx="66636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D7C633-3619-B8D5-4FD7-F01758842B0D}"/>
                    </a:ext>
                  </a:extLst>
                </p14:cNvPr>
                <p14:cNvContentPartPr/>
                <p14:nvPr/>
              </p14:nvContentPartPr>
              <p14:xfrm>
                <a:off x="4647758" y="5702060"/>
                <a:ext cx="88560" cy="447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D7C633-3619-B8D5-4FD7-F01758842B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43438" y="5697740"/>
                  <a:ext cx="972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5F44EA3-092D-9D1D-7B05-A8D610050EEF}"/>
                    </a:ext>
                  </a:extLst>
                </p14:cNvPr>
                <p14:cNvContentPartPr/>
                <p14:nvPr/>
              </p14:nvContentPartPr>
              <p14:xfrm>
                <a:off x="4156718" y="5352860"/>
                <a:ext cx="679320" cy="798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5F44EA3-092D-9D1D-7B05-A8D610050E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52398" y="5348540"/>
                  <a:ext cx="687960" cy="80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739FDD-1BAD-D149-F9EE-1C34D163C3B8}"/>
                    </a:ext>
                  </a:extLst>
                </p14:cNvPr>
                <p14:cNvContentPartPr/>
                <p14:nvPr/>
              </p14:nvContentPartPr>
              <p14:xfrm>
                <a:off x="5122598" y="5955140"/>
                <a:ext cx="269640" cy="340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739FDD-1BAD-D149-F9EE-1C34D163C3B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18278" y="5950820"/>
                  <a:ext cx="278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9857E7-0CDF-4B8B-E305-542006D76393}"/>
                    </a:ext>
                  </a:extLst>
                </p14:cNvPr>
                <p14:cNvContentPartPr/>
                <p14:nvPr/>
              </p14:nvContentPartPr>
              <p14:xfrm>
                <a:off x="7352078" y="5921660"/>
                <a:ext cx="537480" cy="333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9857E7-0CDF-4B8B-E305-542006D763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47758" y="5917340"/>
                  <a:ext cx="54612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C4CBCAC-B582-1996-29C6-8C8884DB6D64}"/>
              </a:ext>
            </a:extLst>
          </p:cNvPr>
          <p:cNvGrpSpPr/>
          <p:nvPr/>
        </p:nvGrpSpPr>
        <p:grpSpPr>
          <a:xfrm>
            <a:off x="8779118" y="5435300"/>
            <a:ext cx="3170160" cy="1071360"/>
            <a:chOff x="8779118" y="5435300"/>
            <a:chExt cx="3170160" cy="10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D0CF7D0-DC4A-1651-AF28-B98C139E0F27}"/>
                    </a:ext>
                  </a:extLst>
                </p14:cNvPr>
                <p14:cNvContentPartPr/>
                <p14:nvPr/>
              </p14:nvContentPartPr>
              <p14:xfrm>
                <a:off x="8779118" y="5597300"/>
                <a:ext cx="499680" cy="684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D0CF7D0-DC4A-1651-AF28-B98C139E0F2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74798" y="5592980"/>
                  <a:ext cx="5083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B650C44-5991-A4D2-A298-2AEBE6262A87}"/>
                    </a:ext>
                  </a:extLst>
                </p14:cNvPr>
                <p14:cNvContentPartPr/>
                <p14:nvPr/>
              </p14:nvContentPartPr>
              <p14:xfrm>
                <a:off x="9475358" y="5833100"/>
                <a:ext cx="923040" cy="260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B650C44-5991-A4D2-A298-2AEBE6262A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71038" y="5828780"/>
                  <a:ext cx="9316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185D5B-CBDF-083C-20B3-1CFCFB468500}"/>
                    </a:ext>
                  </a:extLst>
                </p14:cNvPr>
                <p14:cNvContentPartPr/>
                <p14:nvPr/>
              </p14:nvContentPartPr>
              <p14:xfrm>
                <a:off x="10505678" y="5435300"/>
                <a:ext cx="38880" cy="90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185D5B-CBDF-083C-20B3-1CFCFB4685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01358" y="5430980"/>
                  <a:ext cx="47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594A19E-CFE1-B6F6-07AA-EE3B1074E281}"/>
                    </a:ext>
                  </a:extLst>
                </p14:cNvPr>
                <p14:cNvContentPartPr/>
                <p14:nvPr/>
              </p14:nvContentPartPr>
              <p14:xfrm>
                <a:off x="10268078" y="5513780"/>
                <a:ext cx="693360" cy="605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594A19E-CFE1-B6F6-07AA-EE3B1074E2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63758" y="5509460"/>
                  <a:ext cx="70200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77C33C3-3B78-9931-2618-305009C44C81}"/>
                    </a:ext>
                  </a:extLst>
                </p14:cNvPr>
                <p14:cNvContentPartPr/>
                <p14:nvPr/>
              </p14:nvContentPartPr>
              <p14:xfrm>
                <a:off x="11259158" y="5592620"/>
                <a:ext cx="374040" cy="914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77C33C3-3B78-9931-2618-305009C44C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54838" y="5588300"/>
                  <a:ext cx="38268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44982E-2FD7-C324-C7B3-1712BA34C205}"/>
                    </a:ext>
                  </a:extLst>
                </p14:cNvPr>
                <p14:cNvContentPartPr/>
                <p14:nvPr/>
              </p14:nvContentPartPr>
              <p14:xfrm>
                <a:off x="11796998" y="5884580"/>
                <a:ext cx="14760" cy="42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44982E-2FD7-C324-C7B3-1712BA34C20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792678" y="5880260"/>
                  <a:ext cx="23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09F32D1-BAFB-3E66-B923-EEB05B17BFA2}"/>
                    </a:ext>
                  </a:extLst>
                </p14:cNvPr>
                <p14:cNvContentPartPr/>
                <p14:nvPr/>
              </p14:nvContentPartPr>
              <p14:xfrm>
                <a:off x="11915078" y="5909780"/>
                <a:ext cx="34200" cy="18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09F32D1-BAFB-3E66-B923-EEB05B17BF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910758" y="5905460"/>
                  <a:ext cx="42840" cy="2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750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E4529B16-DBD5-D40F-9F83-7A17922A3CD7}"/>
              </a:ext>
            </a:extLst>
          </p:cNvPr>
          <p:cNvGrpSpPr/>
          <p:nvPr/>
        </p:nvGrpSpPr>
        <p:grpSpPr>
          <a:xfrm>
            <a:off x="595238" y="191540"/>
            <a:ext cx="11299680" cy="5724000"/>
            <a:chOff x="595238" y="191540"/>
            <a:chExt cx="11299680" cy="57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82FEF68-8F7C-E31C-856B-EC4260088C51}"/>
                    </a:ext>
                  </a:extLst>
                </p14:cNvPr>
                <p14:cNvContentPartPr/>
                <p14:nvPr/>
              </p14:nvContentPartPr>
              <p14:xfrm>
                <a:off x="595238" y="191540"/>
                <a:ext cx="159480" cy="959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82FEF68-8F7C-E31C-856B-EC4260088C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0918" y="187220"/>
                  <a:ext cx="168120" cy="9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148BB2-13C7-F63E-3DE8-0AB89247D376}"/>
                    </a:ext>
                  </a:extLst>
                </p14:cNvPr>
                <p14:cNvContentPartPr/>
                <p14:nvPr/>
              </p14:nvContentPartPr>
              <p14:xfrm>
                <a:off x="699278" y="363980"/>
                <a:ext cx="628200" cy="827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148BB2-13C7-F63E-3DE8-0AB89247D3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4958" y="359660"/>
                  <a:ext cx="63684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38A274-C96F-B92B-17C4-9BF5575E88D4}"/>
                    </a:ext>
                  </a:extLst>
                </p14:cNvPr>
                <p14:cNvContentPartPr/>
                <p14:nvPr/>
              </p14:nvContentPartPr>
              <p14:xfrm>
                <a:off x="1533398" y="744140"/>
                <a:ext cx="413640" cy="301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38A274-C96F-B92B-17C4-9BF5575E88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29078" y="739820"/>
                  <a:ext cx="4222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44232B-08B0-BA85-FF64-F8E6CE160B10}"/>
                    </a:ext>
                  </a:extLst>
                </p14:cNvPr>
                <p14:cNvContentPartPr/>
                <p14:nvPr/>
              </p14:nvContentPartPr>
              <p14:xfrm>
                <a:off x="1830038" y="592940"/>
                <a:ext cx="721440" cy="1481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44232B-08B0-BA85-FF64-F8E6CE160B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25718" y="588620"/>
                  <a:ext cx="730080" cy="14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3A0A52-E25F-A2D7-BBF2-9FFE57CC3F8F}"/>
                    </a:ext>
                  </a:extLst>
                </p14:cNvPr>
                <p14:cNvContentPartPr/>
                <p14:nvPr/>
              </p14:nvContentPartPr>
              <p14:xfrm>
                <a:off x="2741198" y="640820"/>
                <a:ext cx="677160" cy="428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3A0A52-E25F-A2D7-BBF2-9FFE57CC3F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6878" y="636500"/>
                  <a:ext cx="6858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ED91E6-2867-E4CD-A386-C8A0D11B64FB}"/>
                    </a:ext>
                  </a:extLst>
                </p14:cNvPr>
                <p14:cNvContentPartPr/>
                <p14:nvPr/>
              </p14:nvContentPartPr>
              <p14:xfrm>
                <a:off x="3380558" y="673580"/>
                <a:ext cx="364320" cy="447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ED91E6-2867-E4CD-A386-C8A0D11B64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76238" y="669260"/>
                  <a:ext cx="3729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0E0DB0-122A-916F-E2FC-C9A81072D0B6}"/>
                    </a:ext>
                  </a:extLst>
                </p14:cNvPr>
                <p14:cNvContentPartPr/>
                <p14:nvPr/>
              </p14:nvContentPartPr>
              <p14:xfrm>
                <a:off x="3942518" y="645140"/>
                <a:ext cx="265680" cy="454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0E0DB0-122A-916F-E2FC-C9A81072D0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38198" y="640820"/>
                  <a:ext cx="2743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54AECE-5CB2-8235-2160-3B92E0922DF1}"/>
                    </a:ext>
                  </a:extLst>
                </p14:cNvPr>
                <p14:cNvContentPartPr/>
                <p14:nvPr/>
              </p14:nvContentPartPr>
              <p14:xfrm>
                <a:off x="4347878" y="338060"/>
                <a:ext cx="909720" cy="803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54AECE-5CB2-8235-2160-3B92E0922D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43558" y="333740"/>
                  <a:ext cx="91836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C13972-6C0B-DE7D-C059-5DAF36D42360}"/>
                    </a:ext>
                  </a:extLst>
                </p14:cNvPr>
                <p14:cNvContentPartPr/>
                <p14:nvPr/>
              </p14:nvContentPartPr>
              <p14:xfrm>
                <a:off x="5997038" y="988220"/>
                <a:ext cx="1063800" cy="51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C13972-6C0B-DE7D-C059-5DAF36D423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92718" y="983900"/>
                  <a:ext cx="1072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CB7FF3-C48D-BB7A-028E-81A1EB705CBC}"/>
                    </a:ext>
                  </a:extLst>
                </p14:cNvPr>
                <p14:cNvContentPartPr/>
                <p14:nvPr/>
              </p14:nvContentPartPr>
              <p14:xfrm>
                <a:off x="6593918" y="385220"/>
                <a:ext cx="685080" cy="1079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CB7FF3-C48D-BB7A-028E-81A1EB705C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89598" y="380900"/>
                  <a:ext cx="69372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6885D5-43B6-3CAF-901C-3D6D61D920B9}"/>
                    </a:ext>
                  </a:extLst>
                </p14:cNvPr>
                <p14:cNvContentPartPr/>
                <p14:nvPr/>
              </p14:nvContentPartPr>
              <p14:xfrm>
                <a:off x="8033918" y="309620"/>
                <a:ext cx="147240" cy="101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6885D5-43B6-3CAF-901C-3D6D61D920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29598" y="305300"/>
                  <a:ext cx="155880" cy="10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494F6A-40BD-DDB4-1E88-F73529EBCD72}"/>
                    </a:ext>
                  </a:extLst>
                </p14:cNvPr>
                <p14:cNvContentPartPr/>
                <p14:nvPr/>
              </p14:nvContentPartPr>
              <p14:xfrm>
                <a:off x="7702358" y="218900"/>
                <a:ext cx="2930040" cy="1806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494F6A-40BD-DDB4-1E88-F73529EBCD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98038" y="214580"/>
                  <a:ext cx="2938680" cy="18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466CBC-EA67-DDDD-698D-97664B71B1DC}"/>
                    </a:ext>
                  </a:extLst>
                </p14:cNvPr>
                <p14:cNvContentPartPr/>
                <p14:nvPr/>
              </p14:nvContentPartPr>
              <p14:xfrm>
                <a:off x="869558" y="2042660"/>
                <a:ext cx="442080" cy="44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466CBC-EA67-DDDD-698D-97664B71B1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5238" y="2038340"/>
                  <a:ext cx="4507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C94FA0-ADF4-5C24-F463-F5A710623756}"/>
                    </a:ext>
                  </a:extLst>
                </p14:cNvPr>
                <p14:cNvContentPartPr/>
                <p14:nvPr/>
              </p14:nvContentPartPr>
              <p14:xfrm>
                <a:off x="1500638" y="2142740"/>
                <a:ext cx="300600" cy="42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C94FA0-ADF4-5C24-F463-F5A7106237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96318" y="2138420"/>
                  <a:ext cx="30924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69040C-CCAB-2427-5C19-56B46283BDEE}"/>
                    </a:ext>
                  </a:extLst>
                </p14:cNvPr>
                <p14:cNvContentPartPr/>
                <p14:nvPr/>
              </p14:nvContentPartPr>
              <p14:xfrm>
                <a:off x="1993838" y="2199620"/>
                <a:ext cx="396000" cy="39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69040C-CCAB-2427-5C19-56B46283BD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89518" y="2195300"/>
                  <a:ext cx="4046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DEA853-E01A-12D5-B18E-6216B6D0FDB6}"/>
                    </a:ext>
                  </a:extLst>
                </p14:cNvPr>
                <p14:cNvContentPartPr/>
                <p14:nvPr/>
              </p14:nvContentPartPr>
              <p14:xfrm>
                <a:off x="3530678" y="1932140"/>
                <a:ext cx="739800" cy="626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DEA853-E01A-12D5-B18E-6216B6D0FD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26358" y="1927820"/>
                  <a:ext cx="7484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2687AE9-1B67-846F-FD47-871B7CA9F6AE}"/>
                    </a:ext>
                  </a:extLst>
                </p14:cNvPr>
                <p14:cNvContentPartPr/>
                <p14:nvPr/>
              </p14:nvContentPartPr>
              <p14:xfrm>
                <a:off x="4357598" y="1984340"/>
                <a:ext cx="300240" cy="43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2687AE9-1B67-846F-FD47-871B7CA9F6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53278" y="1980020"/>
                  <a:ext cx="3088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E5A310-C4D1-11C3-0EF7-2EFA3EC44B13}"/>
                    </a:ext>
                  </a:extLst>
                </p14:cNvPr>
                <p14:cNvContentPartPr/>
                <p14:nvPr/>
              </p14:nvContentPartPr>
              <p14:xfrm>
                <a:off x="4832078" y="2020700"/>
                <a:ext cx="327600" cy="48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E5A310-C4D1-11C3-0EF7-2EFA3EC44B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27758" y="2016380"/>
                  <a:ext cx="3362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DA3EF8-DF33-37BB-D03C-BE82B69AD056}"/>
                    </a:ext>
                  </a:extLst>
                </p14:cNvPr>
                <p14:cNvContentPartPr/>
                <p14:nvPr/>
              </p14:nvContentPartPr>
              <p14:xfrm>
                <a:off x="5565398" y="1885700"/>
                <a:ext cx="709200" cy="535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DA3EF8-DF33-37BB-D03C-BE82B69AD0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61078" y="1881380"/>
                  <a:ext cx="7178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6E98C82-B48E-38E8-8156-1135C35F0840}"/>
                    </a:ext>
                  </a:extLst>
                </p14:cNvPr>
                <p14:cNvContentPartPr/>
                <p14:nvPr/>
              </p14:nvContentPartPr>
              <p14:xfrm>
                <a:off x="6465038" y="2027900"/>
                <a:ext cx="545400" cy="418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6E98C82-B48E-38E8-8156-1135C35F08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60718" y="2023580"/>
                  <a:ext cx="5540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006C95-9517-8FD2-F334-AAC1AA516981}"/>
                    </a:ext>
                  </a:extLst>
                </p14:cNvPr>
                <p14:cNvContentPartPr/>
                <p14:nvPr/>
              </p14:nvContentPartPr>
              <p14:xfrm>
                <a:off x="7165598" y="1803620"/>
                <a:ext cx="606600" cy="597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006C95-9517-8FD2-F334-AAC1AA5169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61278" y="1799300"/>
                  <a:ext cx="6152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EEB0D-07BB-25AA-EA42-9A41233AEB7A}"/>
                    </a:ext>
                  </a:extLst>
                </p14:cNvPr>
                <p14:cNvContentPartPr/>
                <p14:nvPr/>
              </p14:nvContentPartPr>
              <p14:xfrm>
                <a:off x="8913038" y="1990820"/>
                <a:ext cx="661320" cy="517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EEB0D-07BB-25AA-EA42-9A41233AEB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08718" y="1986500"/>
                  <a:ext cx="6699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B584D5-A3EE-7293-C742-8DA63471E95C}"/>
                    </a:ext>
                  </a:extLst>
                </p14:cNvPr>
                <p14:cNvContentPartPr/>
                <p14:nvPr/>
              </p14:nvContentPartPr>
              <p14:xfrm>
                <a:off x="9792158" y="2252180"/>
                <a:ext cx="216000" cy="309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B584D5-A3EE-7293-C742-8DA63471E9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87838" y="2247860"/>
                  <a:ext cx="224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2F57B2-6ED4-D9CB-EDF6-60436FD4A681}"/>
                    </a:ext>
                  </a:extLst>
                </p14:cNvPr>
                <p14:cNvContentPartPr/>
                <p14:nvPr/>
              </p14:nvContentPartPr>
              <p14:xfrm>
                <a:off x="10146038" y="2151380"/>
                <a:ext cx="341640" cy="38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2F57B2-6ED4-D9CB-EDF6-60436FD4A6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41718" y="2147060"/>
                  <a:ext cx="3502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30A08E-85EA-E021-1AF1-EFB7998561E5}"/>
                    </a:ext>
                  </a:extLst>
                </p14:cNvPr>
                <p14:cNvContentPartPr/>
                <p14:nvPr/>
              </p14:nvContentPartPr>
              <p14:xfrm>
                <a:off x="10730678" y="1605980"/>
                <a:ext cx="866520" cy="1100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30A08E-85EA-E021-1AF1-EFB7998561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726358" y="1601660"/>
                  <a:ext cx="875160" cy="11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18C7884-80AA-96AE-A34A-BCBE0B8151BA}"/>
                    </a:ext>
                  </a:extLst>
                </p14:cNvPr>
                <p14:cNvContentPartPr/>
                <p14:nvPr/>
              </p14:nvContentPartPr>
              <p14:xfrm>
                <a:off x="11661998" y="2532260"/>
                <a:ext cx="59400" cy="1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18C7884-80AA-96AE-A34A-BCBE0B8151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657678" y="2527940"/>
                  <a:ext cx="68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A99E6F-2F49-C607-6A11-8E9603BC6845}"/>
                    </a:ext>
                  </a:extLst>
                </p14:cNvPr>
                <p14:cNvContentPartPr/>
                <p14:nvPr/>
              </p14:nvContentPartPr>
              <p14:xfrm>
                <a:off x="948398" y="3539540"/>
                <a:ext cx="279000" cy="602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A99E6F-2F49-C607-6A11-8E9603BC68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078" y="3535220"/>
                  <a:ext cx="28764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8022EA-911F-8890-ADA5-7F4C9B15506F}"/>
                    </a:ext>
                  </a:extLst>
                </p14:cNvPr>
                <p14:cNvContentPartPr/>
                <p14:nvPr/>
              </p14:nvContentPartPr>
              <p14:xfrm>
                <a:off x="1543118" y="3581660"/>
                <a:ext cx="391320" cy="45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8022EA-911F-8890-ADA5-7F4C9B1550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38798" y="3577340"/>
                  <a:ext cx="3999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6DE693-BE17-5150-0760-DD9C648647C1}"/>
                    </a:ext>
                  </a:extLst>
                </p14:cNvPr>
                <p14:cNvContentPartPr/>
                <p14:nvPr/>
              </p14:nvContentPartPr>
              <p14:xfrm>
                <a:off x="2532038" y="3071900"/>
                <a:ext cx="209520" cy="917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6DE693-BE17-5150-0760-DD9C648647C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27718" y="3067580"/>
                  <a:ext cx="21816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CDA765-E783-840B-586B-EDE867B4CE50}"/>
                    </a:ext>
                  </a:extLst>
                </p14:cNvPr>
                <p14:cNvContentPartPr/>
                <p14:nvPr/>
              </p14:nvContentPartPr>
              <p14:xfrm>
                <a:off x="2319638" y="3321740"/>
                <a:ext cx="1729080" cy="1149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CDA765-E783-840B-586B-EDE867B4CE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15318" y="3317420"/>
                  <a:ext cx="173772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9976F9-D5B7-05A9-2190-2004FC7F17B2}"/>
                    </a:ext>
                  </a:extLst>
                </p14:cNvPr>
                <p14:cNvContentPartPr/>
                <p14:nvPr/>
              </p14:nvContentPartPr>
              <p14:xfrm>
                <a:off x="5357678" y="3096020"/>
                <a:ext cx="690120" cy="719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9976F9-D5B7-05A9-2190-2004FC7F17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53358" y="3091700"/>
                  <a:ext cx="69876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61E800-C193-6D51-DF74-9DFFD2EDFFD1}"/>
                    </a:ext>
                  </a:extLst>
                </p14:cNvPr>
                <p14:cNvContentPartPr/>
                <p14:nvPr/>
              </p14:nvContentPartPr>
              <p14:xfrm>
                <a:off x="6264878" y="3414620"/>
                <a:ext cx="608040" cy="280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61E800-C193-6D51-DF74-9DFFD2EDFF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60558" y="3410300"/>
                  <a:ext cx="6166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F6848B-3C5F-3C64-EF33-E77F6518A092}"/>
                    </a:ext>
                  </a:extLst>
                </p14:cNvPr>
                <p14:cNvContentPartPr/>
                <p14:nvPr/>
              </p14:nvContentPartPr>
              <p14:xfrm>
                <a:off x="647798" y="4637540"/>
                <a:ext cx="419040" cy="109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F6848B-3C5F-3C64-EF33-E77F6518A0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478" y="4633220"/>
                  <a:ext cx="42768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CAF914-7EAA-66BB-15A6-4F935F780215}"/>
                    </a:ext>
                  </a:extLst>
                </p14:cNvPr>
                <p14:cNvContentPartPr/>
                <p14:nvPr/>
              </p14:nvContentPartPr>
              <p14:xfrm>
                <a:off x="1513238" y="4707740"/>
                <a:ext cx="191520" cy="1011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CAF914-7EAA-66BB-15A6-4F935F78021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8918" y="4703420"/>
                  <a:ext cx="200160" cy="10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7E7715-6058-692A-3684-1C160B304F44}"/>
                    </a:ext>
                  </a:extLst>
                </p14:cNvPr>
                <p14:cNvContentPartPr/>
                <p14:nvPr/>
              </p14:nvContentPartPr>
              <p14:xfrm>
                <a:off x="1561478" y="5005820"/>
                <a:ext cx="229680" cy="31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7E7715-6058-692A-3684-1C160B304F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57158" y="5001500"/>
                  <a:ext cx="238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7A06A1-8BEF-033F-C011-86F16654723D}"/>
                    </a:ext>
                  </a:extLst>
                </p14:cNvPr>
                <p14:cNvContentPartPr/>
                <p14:nvPr/>
              </p14:nvContentPartPr>
              <p14:xfrm>
                <a:off x="2146838" y="4905020"/>
                <a:ext cx="355320" cy="414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7A06A1-8BEF-033F-C011-86F16654723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42518" y="4900700"/>
                  <a:ext cx="3639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0502F0-173D-3AF1-8F44-9942F70D1F45}"/>
                    </a:ext>
                  </a:extLst>
                </p14:cNvPr>
                <p14:cNvContentPartPr/>
                <p14:nvPr/>
              </p14:nvContentPartPr>
              <p14:xfrm>
                <a:off x="2675318" y="4967300"/>
                <a:ext cx="475920" cy="28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0502F0-173D-3AF1-8F44-9942F70D1F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70998" y="4962980"/>
                  <a:ext cx="4845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38EE24-D805-E8EF-7C36-9322D0EC6F92}"/>
                    </a:ext>
                  </a:extLst>
                </p14:cNvPr>
                <p14:cNvContentPartPr/>
                <p14:nvPr/>
              </p14:nvContentPartPr>
              <p14:xfrm>
                <a:off x="3186518" y="4560860"/>
                <a:ext cx="79920" cy="9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38EE24-D805-E8EF-7C36-9322D0EC6F9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82198" y="4556540"/>
                  <a:ext cx="88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D40A9FE-A0E6-3BBA-F7F0-D2C5BA5F589E}"/>
                    </a:ext>
                  </a:extLst>
                </p14:cNvPr>
                <p14:cNvContentPartPr/>
                <p14:nvPr/>
              </p14:nvContentPartPr>
              <p14:xfrm>
                <a:off x="3480638" y="4509020"/>
                <a:ext cx="582480" cy="1406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D40A9FE-A0E6-3BBA-F7F0-D2C5BA5F589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76318" y="4504700"/>
                  <a:ext cx="591120" cy="14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092533-30FD-DA77-9D2A-1FACC2320EA0}"/>
                    </a:ext>
                  </a:extLst>
                </p14:cNvPr>
                <p14:cNvContentPartPr/>
                <p14:nvPr/>
              </p14:nvContentPartPr>
              <p14:xfrm>
                <a:off x="4305398" y="4621340"/>
                <a:ext cx="79920" cy="31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092533-30FD-DA77-9D2A-1FACC2320E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1078" y="4617020"/>
                  <a:ext cx="88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1A2328-70A9-B379-EC20-F8725E1DE0EC}"/>
                    </a:ext>
                  </a:extLst>
                </p14:cNvPr>
                <p14:cNvContentPartPr/>
                <p14:nvPr/>
              </p14:nvContentPartPr>
              <p14:xfrm>
                <a:off x="4315478" y="5031740"/>
                <a:ext cx="285480" cy="470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1A2328-70A9-B379-EC20-F8725E1DE0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11158" y="5027420"/>
                  <a:ext cx="2941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B4518F-34D3-DEAE-2C5B-A328BE6F8968}"/>
                    </a:ext>
                  </a:extLst>
                </p14:cNvPr>
                <p14:cNvContentPartPr/>
                <p14:nvPr/>
              </p14:nvContentPartPr>
              <p14:xfrm>
                <a:off x="7219958" y="4308140"/>
                <a:ext cx="143280" cy="917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B4518F-34D3-DEAE-2C5B-A328BE6F89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15638" y="4303820"/>
                  <a:ext cx="15192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41EB85-40C1-9A1A-0D0B-6E85EB08EC87}"/>
                    </a:ext>
                  </a:extLst>
                </p14:cNvPr>
                <p14:cNvContentPartPr/>
                <p14:nvPr/>
              </p14:nvContentPartPr>
              <p14:xfrm>
                <a:off x="7091078" y="4695860"/>
                <a:ext cx="1608120" cy="520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41EB85-40C1-9A1A-0D0B-6E85EB08EC8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86758" y="4691540"/>
                  <a:ext cx="16167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F5723-C74E-7F58-6B53-F2D19784A00C}"/>
                    </a:ext>
                  </a:extLst>
                </p14:cNvPr>
                <p14:cNvContentPartPr/>
                <p14:nvPr/>
              </p14:nvContentPartPr>
              <p14:xfrm>
                <a:off x="9366278" y="4242980"/>
                <a:ext cx="905760" cy="1071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F5723-C74E-7F58-6B53-F2D19784A0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61958" y="4238660"/>
                  <a:ext cx="91440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50BFA1-ED3E-6DD4-C7FE-6908233D72B1}"/>
                    </a:ext>
                  </a:extLst>
                </p14:cNvPr>
                <p14:cNvContentPartPr/>
                <p14:nvPr/>
              </p14:nvContentPartPr>
              <p14:xfrm>
                <a:off x="10483718" y="5136860"/>
                <a:ext cx="12240" cy="32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50BFA1-ED3E-6DD4-C7FE-6908233D72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79398" y="5132540"/>
                  <a:ext cx="20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662075-1CB4-0031-D1B4-A7CFB30C7F03}"/>
                    </a:ext>
                  </a:extLst>
                </p14:cNvPr>
                <p14:cNvContentPartPr/>
                <p14:nvPr/>
              </p14:nvContentPartPr>
              <p14:xfrm>
                <a:off x="7488518" y="2763020"/>
                <a:ext cx="510480" cy="126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662075-1CB4-0031-D1B4-A7CFB30C7F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84198" y="2758700"/>
                  <a:ext cx="519120" cy="12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F871A9-32AE-524E-1E08-472C6D3CFA8E}"/>
                    </a:ext>
                  </a:extLst>
                </p14:cNvPr>
                <p14:cNvContentPartPr/>
                <p14:nvPr/>
              </p14:nvContentPartPr>
              <p14:xfrm>
                <a:off x="7945718" y="3032660"/>
                <a:ext cx="318960" cy="474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F871A9-32AE-524E-1E08-472C6D3CFA8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41398" y="3028340"/>
                  <a:ext cx="3276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13F4C2-18A1-04DA-568A-DB983992410C}"/>
                    </a:ext>
                  </a:extLst>
                </p14:cNvPr>
                <p14:cNvContentPartPr/>
                <p14:nvPr/>
              </p14:nvContentPartPr>
              <p14:xfrm>
                <a:off x="8288078" y="3096740"/>
                <a:ext cx="336600" cy="510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13F4C2-18A1-04DA-568A-DB983992410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83758" y="3092420"/>
                  <a:ext cx="3452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6913ED-9126-BB99-6A74-2197547B9C31}"/>
                    </a:ext>
                  </a:extLst>
                </p14:cNvPr>
                <p14:cNvContentPartPr/>
                <p14:nvPr/>
              </p14:nvContentPartPr>
              <p14:xfrm>
                <a:off x="8976398" y="3017540"/>
                <a:ext cx="274320" cy="482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6913ED-9126-BB99-6A74-2197547B9C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72078" y="3013220"/>
                  <a:ext cx="2829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88D9FB-492C-A4D6-63BD-22ADBCF36EEA}"/>
                    </a:ext>
                  </a:extLst>
                </p14:cNvPr>
                <p14:cNvContentPartPr/>
                <p14:nvPr/>
              </p14:nvContentPartPr>
              <p14:xfrm>
                <a:off x="9442958" y="2866700"/>
                <a:ext cx="655200" cy="1200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88D9FB-492C-A4D6-63BD-22ADBCF36E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38638" y="2862380"/>
                  <a:ext cx="663840" cy="12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9C38864-F455-B28A-956D-FB8BE2F55595}"/>
                    </a:ext>
                  </a:extLst>
                </p14:cNvPr>
                <p14:cNvContentPartPr/>
                <p14:nvPr/>
              </p14:nvContentPartPr>
              <p14:xfrm>
                <a:off x="10315598" y="3183860"/>
                <a:ext cx="374760" cy="453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9C38864-F455-B28A-956D-FB8BE2F555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11278" y="3179540"/>
                  <a:ext cx="3834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E12C9D6-84D8-3DA4-4285-FEC8DC5C5909}"/>
                    </a:ext>
                  </a:extLst>
                </p14:cNvPr>
                <p14:cNvContentPartPr/>
                <p14:nvPr/>
              </p14:nvContentPartPr>
              <p14:xfrm>
                <a:off x="10854878" y="3165140"/>
                <a:ext cx="817920" cy="460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E12C9D6-84D8-3DA4-4285-FEC8DC5C59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50558" y="3160820"/>
                  <a:ext cx="8265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E49A93-3407-0B8B-D5AC-B0C54F815D5B}"/>
                    </a:ext>
                  </a:extLst>
                </p14:cNvPr>
                <p14:cNvContentPartPr/>
                <p14:nvPr/>
              </p14:nvContentPartPr>
              <p14:xfrm>
                <a:off x="11817518" y="3399500"/>
                <a:ext cx="77400" cy="49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EE49A93-3407-0B8B-D5AC-B0C54F815D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813198" y="3395180"/>
                  <a:ext cx="86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3DD684-7544-F869-B157-4C48CA6871F9}"/>
                    </a:ext>
                  </a:extLst>
                </p14:cNvPr>
                <p14:cNvContentPartPr/>
                <p14:nvPr/>
              </p14:nvContentPartPr>
              <p14:xfrm>
                <a:off x="2117318" y="4083140"/>
                <a:ext cx="1641960" cy="210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3DD684-7544-F869-B157-4C48CA6871F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12998" y="4078820"/>
                  <a:ext cx="1650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3F4C8A-79E3-E24E-076E-65C27CEB94CC}"/>
                    </a:ext>
                  </a:extLst>
                </p14:cNvPr>
                <p14:cNvContentPartPr/>
                <p14:nvPr/>
              </p14:nvContentPartPr>
              <p14:xfrm>
                <a:off x="5465318" y="4245860"/>
                <a:ext cx="3420000" cy="66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B3F4C8A-79E3-E24E-076E-65C27CEB94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60998" y="4241540"/>
                  <a:ext cx="3428640" cy="7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345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A9F32C5A-4DE6-547B-209A-53F682C5BF6B}"/>
              </a:ext>
            </a:extLst>
          </p:cNvPr>
          <p:cNvGrpSpPr/>
          <p:nvPr/>
        </p:nvGrpSpPr>
        <p:grpSpPr>
          <a:xfrm>
            <a:off x="341438" y="124220"/>
            <a:ext cx="11681280" cy="6010920"/>
            <a:chOff x="341438" y="124220"/>
            <a:chExt cx="11681280" cy="601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D901679-2994-79B1-1B25-003252FFE91A}"/>
                    </a:ext>
                  </a:extLst>
                </p14:cNvPr>
                <p14:cNvContentPartPr/>
                <p14:nvPr/>
              </p14:nvContentPartPr>
              <p14:xfrm>
                <a:off x="1759838" y="1087940"/>
                <a:ext cx="193320" cy="855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D901679-2994-79B1-1B25-003252FFE9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55518" y="1083620"/>
                  <a:ext cx="20196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1763567-5007-4116-5F6D-752D3C27AF9B}"/>
                    </a:ext>
                  </a:extLst>
                </p14:cNvPr>
                <p14:cNvContentPartPr/>
                <p14:nvPr/>
              </p14:nvContentPartPr>
              <p14:xfrm>
                <a:off x="1749398" y="807860"/>
                <a:ext cx="784080" cy="1291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1763567-5007-4116-5F6D-752D3C27AF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5078" y="803540"/>
                  <a:ext cx="79272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944568-8F18-8FA4-FCAC-06B11C3F818D}"/>
                    </a:ext>
                  </a:extLst>
                </p14:cNvPr>
                <p14:cNvContentPartPr/>
                <p14:nvPr/>
              </p14:nvContentPartPr>
              <p14:xfrm>
                <a:off x="2741558" y="1472060"/>
                <a:ext cx="316440" cy="396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944568-8F18-8FA4-FCAC-06B11C3F81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37238" y="1467740"/>
                  <a:ext cx="3250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CFB5E4-9704-5200-4C6D-50B827820589}"/>
                    </a:ext>
                  </a:extLst>
                </p14:cNvPr>
                <p14:cNvContentPartPr/>
                <p14:nvPr/>
              </p14:nvContentPartPr>
              <p14:xfrm>
                <a:off x="3406838" y="1097300"/>
                <a:ext cx="165600" cy="620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CFB5E4-9704-5200-4C6D-50B8278205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02518" y="1092980"/>
                  <a:ext cx="1742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D2BECFF-3262-B1BB-E3C8-5D8991534E6D}"/>
                    </a:ext>
                  </a:extLst>
                </p14:cNvPr>
                <p14:cNvContentPartPr/>
                <p14:nvPr/>
              </p14:nvContentPartPr>
              <p14:xfrm>
                <a:off x="3271838" y="1425260"/>
                <a:ext cx="614160" cy="342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D2BECFF-3262-B1BB-E3C8-5D8991534E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7518" y="1420940"/>
                  <a:ext cx="622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A81CA96-EDCE-8D0E-953E-34EE3ABCA4B3}"/>
                    </a:ext>
                  </a:extLst>
                </p14:cNvPr>
                <p14:cNvContentPartPr/>
                <p14:nvPr/>
              </p14:nvContentPartPr>
              <p14:xfrm>
                <a:off x="5416358" y="896420"/>
                <a:ext cx="88200" cy="769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A81CA96-EDCE-8D0E-953E-34EE3ABCA4B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12038" y="892100"/>
                  <a:ext cx="9684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FD847B-97F2-D11C-5F92-C372BFF802A8}"/>
                    </a:ext>
                  </a:extLst>
                </p14:cNvPr>
                <p14:cNvContentPartPr/>
                <p14:nvPr/>
              </p14:nvContentPartPr>
              <p14:xfrm>
                <a:off x="5301158" y="907940"/>
                <a:ext cx="1308960" cy="1107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FD847B-97F2-D11C-5F92-C372BFF802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96838" y="903620"/>
                  <a:ext cx="1317600" cy="11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86A2AC-EF7C-F3B5-06F4-74BC92A7A19E}"/>
                    </a:ext>
                  </a:extLst>
                </p14:cNvPr>
                <p14:cNvContentPartPr/>
                <p14:nvPr/>
              </p14:nvContentPartPr>
              <p14:xfrm>
                <a:off x="6704078" y="1129700"/>
                <a:ext cx="1182600" cy="519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86A2AC-EF7C-F3B5-06F4-74BC92A7A1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99758" y="1125380"/>
                  <a:ext cx="119124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152D9B-25DB-CFE2-510B-872103C118CF}"/>
                    </a:ext>
                  </a:extLst>
                </p14:cNvPr>
                <p14:cNvContentPartPr/>
                <p14:nvPr/>
              </p14:nvContentPartPr>
              <p14:xfrm>
                <a:off x="8273678" y="1378820"/>
                <a:ext cx="112320" cy="2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152D9B-25DB-CFE2-510B-872103C118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69358" y="1374500"/>
                  <a:ext cx="120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7D4CC3-E348-CB56-65A4-3C206844EC66}"/>
                    </a:ext>
                  </a:extLst>
                </p14:cNvPr>
                <p14:cNvContentPartPr/>
                <p14:nvPr/>
              </p14:nvContentPartPr>
              <p14:xfrm>
                <a:off x="3394958" y="1682660"/>
                <a:ext cx="1550880" cy="120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7D4CC3-E348-CB56-65A4-3C206844EC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0638" y="1678340"/>
                  <a:ext cx="155952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1DDE35-AB00-9BBA-88AC-95F626B5D8FD}"/>
                    </a:ext>
                  </a:extLst>
                </p14:cNvPr>
                <p14:cNvContentPartPr/>
                <p14:nvPr/>
              </p14:nvContentPartPr>
              <p14:xfrm>
                <a:off x="5115758" y="1963820"/>
                <a:ext cx="895320" cy="951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1DDE35-AB00-9BBA-88AC-95F626B5D8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11438" y="1959500"/>
                  <a:ext cx="90396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A43A5F-6CB8-CAA9-AEDC-08E4F7860492}"/>
                    </a:ext>
                  </a:extLst>
                </p14:cNvPr>
                <p14:cNvContentPartPr/>
                <p14:nvPr/>
              </p14:nvContentPartPr>
              <p14:xfrm>
                <a:off x="4905878" y="2832860"/>
                <a:ext cx="254880" cy="1018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A43A5F-6CB8-CAA9-AEDC-08E4F786049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01558" y="2828540"/>
                  <a:ext cx="263520" cy="10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89F2EA-0E7B-C6DA-BB7B-54A7107AB8CB}"/>
                    </a:ext>
                  </a:extLst>
                </p14:cNvPr>
                <p14:cNvContentPartPr/>
                <p14:nvPr/>
              </p14:nvContentPartPr>
              <p14:xfrm>
                <a:off x="4486838" y="3514700"/>
                <a:ext cx="1010160" cy="657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89F2EA-0E7B-C6DA-BB7B-54A7107AB8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82518" y="3510380"/>
                  <a:ext cx="101880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62E91E-3A3A-5313-168B-6C1B308608BB}"/>
                    </a:ext>
                  </a:extLst>
                </p14:cNvPr>
                <p14:cNvContentPartPr/>
                <p14:nvPr/>
              </p14:nvContentPartPr>
              <p14:xfrm>
                <a:off x="7258118" y="2319860"/>
                <a:ext cx="1329480" cy="299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62E91E-3A3A-5313-168B-6C1B308608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53798" y="2315540"/>
                  <a:ext cx="13381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226CB0-524D-C45D-4626-A675F5A3EC7B}"/>
                    </a:ext>
                  </a:extLst>
                </p14:cNvPr>
                <p14:cNvContentPartPr/>
                <p14:nvPr/>
              </p14:nvContentPartPr>
              <p14:xfrm>
                <a:off x="8062718" y="2510660"/>
                <a:ext cx="41400" cy="507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226CB0-524D-C45D-4626-A675F5A3EC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58398" y="2506340"/>
                  <a:ext cx="5004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7737AD-9EDE-CE1E-321B-556124AE32AD}"/>
                    </a:ext>
                  </a:extLst>
                </p14:cNvPr>
                <p14:cNvContentPartPr/>
                <p14:nvPr/>
              </p14:nvContentPartPr>
              <p14:xfrm>
                <a:off x="8358638" y="2634140"/>
                <a:ext cx="825840" cy="34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7737AD-9EDE-CE1E-321B-556124AE32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54318" y="2629820"/>
                  <a:ext cx="834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937AEA-C3EC-C848-70FB-D7295BB723CA}"/>
                    </a:ext>
                  </a:extLst>
                </p14:cNvPr>
                <p14:cNvContentPartPr/>
                <p14:nvPr/>
              </p14:nvContentPartPr>
              <p14:xfrm>
                <a:off x="9408398" y="2221940"/>
                <a:ext cx="25560" cy="4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937AEA-C3EC-C848-70FB-D7295BB723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04078" y="2217620"/>
                  <a:ext cx="3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93FEB6-73AB-12BD-5B55-E57661923B8C}"/>
                    </a:ext>
                  </a:extLst>
                </p14:cNvPr>
                <p14:cNvContentPartPr/>
                <p14:nvPr/>
              </p14:nvContentPartPr>
              <p14:xfrm>
                <a:off x="9521078" y="2053820"/>
                <a:ext cx="120240" cy="781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93FEB6-73AB-12BD-5B55-E57661923B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16758" y="2049500"/>
                  <a:ext cx="12888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044C62-BFA8-8197-A611-471D5980AD0F}"/>
                    </a:ext>
                  </a:extLst>
                </p14:cNvPr>
                <p14:cNvContentPartPr/>
                <p14:nvPr/>
              </p14:nvContentPartPr>
              <p14:xfrm>
                <a:off x="9997358" y="2084420"/>
                <a:ext cx="322200" cy="74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044C62-BFA8-8197-A611-471D5980AD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93038" y="2080100"/>
                  <a:ext cx="33084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C23DD8-E89D-852F-D132-FB787AF5536C}"/>
                    </a:ext>
                  </a:extLst>
                </p14:cNvPr>
                <p14:cNvContentPartPr/>
                <p14:nvPr/>
              </p14:nvContentPartPr>
              <p14:xfrm>
                <a:off x="10493438" y="2190620"/>
                <a:ext cx="66600" cy="36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C23DD8-E89D-852F-D132-FB787AF553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89118" y="2186300"/>
                  <a:ext cx="75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78B238-8864-B47D-E3C0-DE5C99987AC6}"/>
                    </a:ext>
                  </a:extLst>
                </p14:cNvPr>
                <p14:cNvContentPartPr/>
                <p14:nvPr/>
              </p14:nvContentPartPr>
              <p14:xfrm>
                <a:off x="6874358" y="1237700"/>
                <a:ext cx="3960720" cy="2187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78B238-8864-B47D-E3C0-DE5C99987A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70038" y="1233380"/>
                  <a:ext cx="3969360" cy="21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DE452C-7EEB-EEDB-CAEF-C778C96AD07F}"/>
                    </a:ext>
                  </a:extLst>
                </p14:cNvPr>
                <p14:cNvContentPartPr/>
                <p14:nvPr/>
              </p14:nvContentPartPr>
              <p14:xfrm>
                <a:off x="8804318" y="3541700"/>
                <a:ext cx="88560" cy="1115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DE452C-7EEB-EEDB-CAEF-C778C96AD0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99998" y="3537380"/>
                  <a:ext cx="972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9F507B-D4FB-7D3B-4723-C0151A36EB3E}"/>
                    </a:ext>
                  </a:extLst>
                </p14:cNvPr>
                <p14:cNvContentPartPr/>
                <p14:nvPr/>
              </p14:nvContentPartPr>
              <p14:xfrm>
                <a:off x="8280158" y="4418660"/>
                <a:ext cx="818280" cy="551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9F507B-D4FB-7D3B-4723-C0151A36EB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5838" y="4414340"/>
                  <a:ext cx="8269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49F362-9040-A8B5-DBAC-CBA99DF77831}"/>
                    </a:ext>
                  </a:extLst>
                </p14:cNvPr>
                <p14:cNvContentPartPr/>
                <p14:nvPr/>
              </p14:nvContentPartPr>
              <p14:xfrm>
                <a:off x="9444398" y="4154780"/>
                <a:ext cx="55800" cy="464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49F362-9040-A8B5-DBAC-CBA99DF778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40078" y="4150460"/>
                  <a:ext cx="644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6B1598-19D0-E060-8932-56A347D5CF05}"/>
                    </a:ext>
                  </a:extLst>
                </p14:cNvPr>
                <p14:cNvContentPartPr/>
                <p14:nvPr/>
              </p14:nvContentPartPr>
              <p14:xfrm>
                <a:off x="8566718" y="5315060"/>
                <a:ext cx="114840" cy="452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6B1598-19D0-E060-8932-56A347D5CF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62398" y="5310740"/>
                  <a:ext cx="1234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D71705-A65E-D507-AA55-6030F1D3A2BF}"/>
                    </a:ext>
                  </a:extLst>
                </p14:cNvPr>
                <p14:cNvContentPartPr/>
                <p14:nvPr/>
              </p14:nvContentPartPr>
              <p14:xfrm>
                <a:off x="8877758" y="5106260"/>
                <a:ext cx="293040" cy="52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D71705-A65E-D507-AA55-6030F1D3A2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73438" y="5101940"/>
                  <a:ext cx="3016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44BDFD-11D6-B1FB-25FA-13FE59B0EC33}"/>
                    </a:ext>
                  </a:extLst>
                </p14:cNvPr>
                <p14:cNvContentPartPr/>
                <p14:nvPr/>
              </p14:nvContentPartPr>
              <p14:xfrm>
                <a:off x="9399038" y="5095820"/>
                <a:ext cx="420840" cy="752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44BDFD-11D6-B1FB-25FA-13FE59B0EC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94718" y="5091500"/>
                  <a:ext cx="42948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32295C-412E-32A7-C7EC-64E9663324DF}"/>
                    </a:ext>
                  </a:extLst>
                </p14:cNvPr>
                <p14:cNvContentPartPr/>
                <p14:nvPr/>
              </p14:nvContentPartPr>
              <p14:xfrm>
                <a:off x="10277078" y="4860380"/>
                <a:ext cx="151560" cy="618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32295C-412E-32A7-C7EC-64E9663324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72758" y="4856060"/>
                  <a:ext cx="1602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66E340-85DF-53A7-8A3A-A42EAC09DF4B}"/>
                    </a:ext>
                  </a:extLst>
                </p14:cNvPr>
                <p14:cNvContentPartPr/>
                <p14:nvPr/>
              </p14:nvContentPartPr>
              <p14:xfrm>
                <a:off x="10305518" y="4929860"/>
                <a:ext cx="729720" cy="296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66E340-85DF-53A7-8A3A-A42EAC09DF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01198" y="4925540"/>
                  <a:ext cx="738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972007-F0C8-F78A-FA20-30C912FD825D}"/>
                    </a:ext>
                  </a:extLst>
                </p14:cNvPr>
                <p14:cNvContentPartPr/>
                <p14:nvPr/>
              </p14:nvContentPartPr>
              <p14:xfrm>
                <a:off x="7561598" y="4292300"/>
                <a:ext cx="3301920" cy="184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972007-F0C8-F78A-FA20-30C912FD82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57278" y="4287980"/>
                  <a:ext cx="3310560" cy="18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64603D-838D-6A95-13A5-29DC6B3B12D3}"/>
                    </a:ext>
                  </a:extLst>
                </p14:cNvPr>
                <p14:cNvContentPartPr/>
                <p14:nvPr/>
              </p14:nvContentPartPr>
              <p14:xfrm>
                <a:off x="7826198" y="4150460"/>
                <a:ext cx="46080" cy="798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64603D-838D-6A95-13A5-29DC6B3B12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21878" y="4146140"/>
                  <a:ext cx="5472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25595FD-0934-A339-B755-2025292178B8}"/>
                    </a:ext>
                  </a:extLst>
                </p14:cNvPr>
                <p14:cNvContentPartPr/>
                <p14:nvPr/>
              </p14:nvContentPartPr>
              <p14:xfrm>
                <a:off x="7421198" y="4100420"/>
                <a:ext cx="342720" cy="138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25595FD-0934-A339-B755-2025292178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16878" y="4096100"/>
                  <a:ext cx="351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9D657D-583D-9919-72D4-EC9B77621788}"/>
                    </a:ext>
                  </a:extLst>
                </p14:cNvPr>
                <p14:cNvContentPartPr/>
                <p14:nvPr/>
              </p14:nvContentPartPr>
              <p14:xfrm>
                <a:off x="8080718" y="4268900"/>
                <a:ext cx="128160" cy="1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9D657D-583D-9919-72D4-EC9B776217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76398" y="4264580"/>
                  <a:ext cx="1368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CDADF20-1A38-ED48-B91F-71375BCCAFB2}"/>
                    </a:ext>
                  </a:extLst>
                </p14:cNvPr>
                <p14:cNvContentPartPr/>
                <p14:nvPr/>
              </p14:nvContentPartPr>
              <p14:xfrm>
                <a:off x="341438" y="2375660"/>
                <a:ext cx="33480" cy="535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CDADF20-1A38-ED48-B91F-71375BCCAFB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7118" y="2371340"/>
                  <a:ext cx="421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5F89D71-B1EC-1A67-E67A-DA364DA93908}"/>
                    </a:ext>
                  </a:extLst>
                </p14:cNvPr>
                <p14:cNvContentPartPr/>
                <p14:nvPr/>
              </p14:nvContentPartPr>
              <p14:xfrm>
                <a:off x="443318" y="2388620"/>
                <a:ext cx="369720" cy="417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5F89D71-B1EC-1A67-E67A-DA364DA939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8998" y="2384300"/>
                  <a:ext cx="37836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E2792E-F942-1666-CEC6-28DE391459AE}"/>
                    </a:ext>
                  </a:extLst>
                </p14:cNvPr>
                <p14:cNvContentPartPr/>
                <p14:nvPr/>
              </p14:nvContentPartPr>
              <p14:xfrm>
                <a:off x="982238" y="2508500"/>
                <a:ext cx="203760" cy="36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E2792E-F942-1666-CEC6-28DE391459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7918" y="2504180"/>
                  <a:ext cx="212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9DF42C-83DA-56B5-A9E3-B81E2FCD300A}"/>
                    </a:ext>
                  </a:extLst>
                </p14:cNvPr>
                <p14:cNvContentPartPr/>
                <p14:nvPr/>
              </p14:nvContentPartPr>
              <p14:xfrm>
                <a:off x="1299038" y="2581220"/>
                <a:ext cx="331560" cy="28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9DF42C-83DA-56B5-A9E3-B81E2FCD30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94718" y="2576900"/>
                  <a:ext cx="340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85D565-8D5F-2E7E-C4F6-98617F393862}"/>
                    </a:ext>
                  </a:extLst>
                </p14:cNvPr>
                <p14:cNvContentPartPr/>
                <p14:nvPr/>
              </p14:nvContentPartPr>
              <p14:xfrm>
                <a:off x="2103998" y="2183420"/>
                <a:ext cx="40680" cy="61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85D565-8D5F-2E7E-C4F6-98617F3938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99678" y="2179100"/>
                  <a:ext cx="4932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B2A674-5E71-EFBA-4AD4-EFAE397D8BAA}"/>
                    </a:ext>
                  </a:extLst>
                </p14:cNvPr>
                <p14:cNvContentPartPr/>
                <p14:nvPr/>
              </p14:nvContentPartPr>
              <p14:xfrm>
                <a:off x="2037398" y="2472140"/>
                <a:ext cx="637920" cy="38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B2A674-5E71-EFBA-4AD4-EFAE397D8B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33078" y="2467820"/>
                  <a:ext cx="6465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E63884-964F-7437-9D30-FEB252989402}"/>
                    </a:ext>
                  </a:extLst>
                </p14:cNvPr>
                <p14:cNvContentPartPr/>
                <p14:nvPr/>
              </p14:nvContentPartPr>
              <p14:xfrm>
                <a:off x="669038" y="3546380"/>
                <a:ext cx="750600" cy="747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E63884-964F-7437-9D30-FEB2529894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4718" y="3542060"/>
                  <a:ext cx="7592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123570-7EAE-E853-67DE-D0316AF0714F}"/>
                    </a:ext>
                  </a:extLst>
                </p14:cNvPr>
                <p14:cNvContentPartPr/>
                <p14:nvPr/>
              </p14:nvContentPartPr>
              <p14:xfrm>
                <a:off x="1657238" y="3387620"/>
                <a:ext cx="53640" cy="63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123570-7EAE-E853-67DE-D0316AF0714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52918" y="3383300"/>
                  <a:ext cx="622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CD42EB2-757B-5816-96C6-2779B1CC2D1E}"/>
                    </a:ext>
                  </a:extLst>
                </p14:cNvPr>
                <p14:cNvContentPartPr/>
                <p14:nvPr/>
              </p14:nvContentPartPr>
              <p14:xfrm>
                <a:off x="1918238" y="3659780"/>
                <a:ext cx="378360" cy="336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CD42EB2-757B-5816-96C6-2779B1CC2D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13918" y="3655460"/>
                  <a:ext cx="3870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D05F34-62D9-F9D8-90E8-DE4314483B4E}"/>
                    </a:ext>
                  </a:extLst>
                </p14:cNvPr>
                <p14:cNvContentPartPr/>
                <p14:nvPr/>
              </p14:nvContentPartPr>
              <p14:xfrm>
                <a:off x="2380838" y="3587780"/>
                <a:ext cx="260640" cy="283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D05F34-62D9-F9D8-90E8-DE4314483B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76518" y="3583460"/>
                  <a:ext cx="269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4AC4FD-1FAB-AD2F-A3F8-C92A563BD807}"/>
                    </a:ext>
                  </a:extLst>
                </p14:cNvPr>
                <p14:cNvContentPartPr/>
                <p14:nvPr/>
              </p14:nvContentPartPr>
              <p14:xfrm>
                <a:off x="3360398" y="3139940"/>
                <a:ext cx="580680" cy="398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4AC4FD-1FAB-AD2F-A3F8-C92A563BD8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56078" y="3135620"/>
                  <a:ext cx="5893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D81824-35E1-F195-6B42-D1EA8162FD73}"/>
                    </a:ext>
                  </a:extLst>
                </p14:cNvPr>
                <p14:cNvContentPartPr/>
                <p14:nvPr/>
              </p14:nvContentPartPr>
              <p14:xfrm>
                <a:off x="589478" y="4674980"/>
                <a:ext cx="73440" cy="104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D81824-35E1-F195-6B42-D1EA8162FD7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5158" y="4670660"/>
                  <a:ext cx="82080" cy="10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DD68682-0A83-2257-3A3A-85490439F022}"/>
                    </a:ext>
                  </a:extLst>
                </p14:cNvPr>
                <p14:cNvContentPartPr/>
                <p14:nvPr/>
              </p14:nvContentPartPr>
              <p14:xfrm>
                <a:off x="739958" y="4966580"/>
                <a:ext cx="241920" cy="338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DD68682-0A83-2257-3A3A-85490439F0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5638" y="4962260"/>
                  <a:ext cx="2505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9F05C9-18B2-481B-CE15-F16BD11253E2}"/>
                    </a:ext>
                  </a:extLst>
                </p14:cNvPr>
                <p14:cNvContentPartPr/>
                <p14:nvPr/>
              </p14:nvContentPartPr>
              <p14:xfrm>
                <a:off x="1013558" y="4914020"/>
                <a:ext cx="649080" cy="311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9F05C9-18B2-481B-CE15-F16BD11253E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9238" y="4909700"/>
                  <a:ext cx="657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866A11-E636-5FAC-295D-085C8C26186E}"/>
                    </a:ext>
                  </a:extLst>
                </p14:cNvPr>
                <p14:cNvContentPartPr/>
                <p14:nvPr/>
              </p14:nvContentPartPr>
              <p14:xfrm>
                <a:off x="1826078" y="4566980"/>
                <a:ext cx="104760" cy="101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866A11-E636-5FAC-295D-085C8C26186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21758" y="4562660"/>
                  <a:ext cx="113400" cy="10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0BEB17-7DA7-2325-4923-4466F55B94B1}"/>
                    </a:ext>
                  </a:extLst>
                </p14:cNvPr>
                <p14:cNvContentPartPr/>
                <p14:nvPr/>
              </p14:nvContentPartPr>
              <p14:xfrm>
                <a:off x="1879358" y="5092580"/>
                <a:ext cx="343800" cy="45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0BEB17-7DA7-2325-4923-4466F55B94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75038" y="5088260"/>
                  <a:ext cx="3524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8CD2FAF-F0F9-F36A-A820-378D7B607340}"/>
                    </a:ext>
                  </a:extLst>
                </p14:cNvPr>
                <p14:cNvContentPartPr/>
                <p14:nvPr/>
              </p14:nvContentPartPr>
              <p14:xfrm>
                <a:off x="2431958" y="4370780"/>
                <a:ext cx="48240" cy="82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8CD2FAF-F0F9-F36A-A820-378D7B6073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27638" y="4366460"/>
                  <a:ext cx="5688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7796B1E-BDD3-90C2-1B71-E39E33054A1C}"/>
                    </a:ext>
                  </a:extLst>
                </p14:cNvPr>
                <p14:cNvContentPartPr/>
                <p14:nvPr/>
              </p14:nvContentPartPr>
              <p14:xfrm>
                <a:off x="2809238" y="4827620"/>
                <a:ext cx="993600" cy="420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7796B1E-BDD3-90C2-1B71-E39E33054A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04918" y="4823300"/>
                  <a:ext cx="10022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E59B54-F1A9-9B05-A3AB-88E01A3C570A}"/>
                    </a:ext>
                  </a:extLst>
                </p14:cNvPr>
                <p14:cNvContentPartPr/>
                <p14:nvPr/>
              </p14:nvContentPartPr>
              <p14:xfrm>
                <a:off x="3892838" y="4875500"/>
                <a:ext cx="40320" cy="73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E59B54-F1A9-9B05-A3AB-88E01A3C57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88518" y="4871180"/>
                  <a:ext cx="4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CC1B14-6BB4-3B37-036D-72664830F599}"/>
                    </a:ext>
                  </a:extLst>
                </p14:cNvPr>
                <p14:cNvContentPartPr/>
                <p14:nvPr/>
              </p14:nvContentPartPr>
              <p14:xfrm>
                <a:off x="8229038" y="279380"/>
                <a:ext cx="1233000" cy="131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CC1B14-6BB4-3B37-036D-72664830F5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24718" y="275060"/>
                  <a:ext cx="1241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04AB85-EB25-EB68-CA5A-87978FC41036}"/>
                    </a:ext>
                  </a:extLst>
                </p14:cNvPr>
                <p14:cNvContentPartPr/>
                <p14:nvPr/>
              </p14:nvContentPartPr>
              <p14:xfrm>
                <a:off x="8721158" y="376220"/>
                <a:ext cx="120960" cy="591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04AB85-EB25-EB68-CA5A-87978FC4103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16838" y="371900"/>
                  <a:ext cx="12960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1F4E49-B7A4-EA39-B177-D756057AE2D0}"/>
                    </a:ext>
                  </a:extLst>
                </p14:cNvPr>
                <p14:cNvContentPartPr/>
                <p14:nvPr/>
              </p14:nvContentPartPr>
              <p14:xfrm>
                <a:off x="9085838" y="763580"/>
                <a:ext cx="695160" cy="325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1F4E49-B7A4-EA39-B177-D756057AE2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81518" y="759260"/>
                  <a:ext cx="703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037854-983B-8A78-A8A7-9EF564523F86}"/>
                    </a:ext>
                  </a:extLst>
                </p14:cNvPr>
                <p14:cNvContentPartPr/>
                <p14:nvPr/>
              </p14:nvContentPartPr>
              <p14:xfrm>
                <a:off x="10100318" y="273980"/>
                <a:ext cx="156600" cy="733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037854-983B-8A78-A8A7-9EF564523F8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95998" y="269660"/>
                  <a:ext cx="16524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910CDD2-572C-CD09-241D-FFAF93134737}"/>
                    </a:ext>
                  </a:extLst>
                </p14:cNvPr>
                <p14:cNvContentPartPr/>
                <p14:nvPr/>
              </p14:nvContentPartPr>
              <p14:xfrm>
                <a:off x="10307678" y="499340"/>
                <a:ext cx="293760" cy="673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910CDD2-572C-CD09-241D-FFAF9313473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03358" y="495020"/>
                  <a:ext cx="30240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F1FE92F-0582-1D88-CD3D-7CF79B72F55F}"/>
                    </a:ext>
                  </a:extLst>
                </p14:cNvPr>
                <p14:cNvContentPartPr/>
                <p14:nvPr/>
              </p14:nvContentPartPr>
              <p14:xfrm>
                <a:off x="11334398" y="344900"/>
                <a:ext cx="688320" cy="54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F1FE92F-0582-1D88-CD3D-7CF79B72F5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30078" y="340580"/>
                  <a:ext cx="6969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6D0B1C5-32A7-B79A-6C4A-FB235019FEC6}"/>
                    </a:ext>
                  </a:extLst>
                </p14:cNvPr>
                <p14:cNvContentPartPr/>
                <p14:nvPr/>
              </p14:nvContentPartPr>
              <p14:xfrm>
                <a:off x="1101758" y="124220"/>
                <a:ext cx="793440" cy="616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6D0B1C5-32A7-B79A-6C4A-FB235019FE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7438" y="119900"/>
                  <a:ext cx="80208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5B251D7-DE0A-9431-EECE-F54CC3525E37}"/>
                    </a:ext>
                  </a:extLst>
                </p14:cNvPr>
                <p14:cNvContentPartPr/>
                <p14:nvPr/>
              </p14:nvContentPartPr>
              <p14:xfrm>
                <a:off x="2154038" y="421580"/>
                <a:ext cx="1487160" cy="231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5B251D7-DE0A-9431-EECE-F54CC3525E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49718" y="417260"/>
                  <a:ext cx="1495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C037C1-FC94-025F-6F5F-C759994E9E5F}"/>
                    </a:ext>
                  </a:extLst>
                </p14:cNvPr>
                <p14:cNvContentPartPr/>
                <p14:nvPr/>
              </p14:nvContentPartPr>
              <p14:xfrm>
                <a:off x="3702398" y="501500"/>
                <a:ext cx="71640" cy="89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C037C1-FC94-025F-6F5F-C759994E9E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98078" y="497180"/>
                  <a:ext cx="80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115B718-B769-1AEF-BB1B-C255A908188E}"/>
                    </a:ext>
                  </a:extLst>
                </p14:cNvPr>
                <p14:cNvContentPartPr/>
                <p14:nvPr/>
              </p14:nvContentPartPr>
              <p14:xfrm>
                <a:off x="4242758" y="258860"/>
                <a:ext cx="144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115B718-B769-1AEF-BB1B-C255A908188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38438" y="254540"/>
                  <a:ext cx="10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724C25-4DE4-866E-0F6D-C306FBDD82CF}"/>
                    </a:ext>
                  </a:extLst>
                </p14:cNvPr>
                <p14:cNvContentPartPr/>
                <p14:nvPr/>
              </p14:nvContentPartPr>
              <p14:xfrm>
                <a:off x="4672958" y="240500"/>
                <a:ext cx="11160" cy="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724C25-4DE4-866E-0F6D-C306FBDD82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68638" y="236180"/>
                  <a:ext cx="198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B4F809-B288-AD18-63C1-E30F5F950C5D}"/>
                    </a:ext>
                  </a:extLst>
                </p14:cNvPr>
                <p14:cNvContentPartPr/>
                <p14:nvPr/>
              </p14:nvContentPartPr>
              <p14:xfrm>
                <a:off x="4680518" y="2784620"/>
                <a:ext cx="432000" cy="492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B4F809-B288-AD18-63C1-E30F5F950C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76198" y="2780300"/>
                  <a:ext cx="44064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D47A6DE-16F8-DE0E-8F11-C570C6C9D97C}"/>
                    </a:ext>
                  </a:extLst>
                </p14:cNvPr>
                <p14:cNvContentPartPr/>
                <p14:nvPr/>
              </p14:nvContentPartPr>
              <p14:xfrm>
                <a:off x="4984358" y="2708300"/>
                <a:ext cx="470520" cy="462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D47A6DE-16F8-DE0E-8F11-C570C6C9D97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80038" y="2703980"/>
                  <a:ext cx="4791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A6AD85-CAC8-EB23-B714-3E5C9EBBD4B8}"/>
                    </a:ext>
                  </a:extLst>
                </p14:cNvPr>
                <p14:cNvContentPartPr/>
                <p14:nvPr/>
              </p14:nvContentPartPr>
              <p14:xfrm>
                <a:off x="3904358" y="5262860"/>
                <a:ext cx="43200" cy="459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A6AD85-CAC8-EB23-B714-3E5C9EBBD4B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00038" y="5258540"/>
                  <a:ext cx="518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F85BAB-E6B2-0A1A-E873-CEF94CAB1239}"/>
                    </a:ext>
                  </a:extLst>
                </p14:cNvPr>
                <p14:cNvContentPartPr/>
                <p14:nvPr/>
              </p14:nvContentPartPr>
              <p14:xfrm>
                <a:off x="3947198" y="5112740"/>
                <a:ext cx="516960" cy="719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F85BAB-E6B2-0A1A-E873-CEF94CAB123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42878" y="5108420"/>
                  <a:ext cx="52560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34B583-7BFC-DA95-D490-E9717777048E}"/>
                    </a:ext>
                  </a:extLst>
                </p14:cNvPr>
                <p14:cNvContentPartPr/>
                <p14:nvPr/>
              </p14:nvContentPartPr>
              <p14:xfrm>
                <a:off x="4511678" y="5087180"/>
                <a:ext cx="1220400" cy="461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34B583-7BFC-DA95-D490-E9717777048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07358" y="5082860"/>
                  <a:ext cx="12290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66D666-7501-612C-9683-73E9B3569842}"/>
                    </a:ext>
                  </a:extLst>
                </p14:cNvPr>
                <p14:cNvContentPartPr/>
                <p14:nvPr/>
              </p14:nvContentPartPr>
              <p14:xfrm>
                <a:off x="5917838" y="4690820"/>
                <a:ext cx="419760" cy="272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66D666-7501-612C-9683-73E9B35698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13518" y="4686500"/>
                  <a:ext cx="42840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3852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7349EFC-5D2F-46F6-B50D-8B516F19065C}"/>
              </a:ext>
            </a:extLst>
          </p:cNvPr>
          <p:cNvGrpSpPr/>
          <p:nvPr/>
        </p:nvGrpSpPr>
        <p:grpSpPr>
          <a:xfrm>
            <a:off x="286358" y="157340"/>
            <a:ext cx="3719160" cy="1000800"/>
            <a:chOff x="286358" y="157340"/>
            <a:chExt cx="3719160" cy="10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0198C6-836C-1AAF-7739-832419A8DB96}"/>
                    </a:ext>
                  </a:extLst>
                </p14:cNvPr>
                <p14:cNvContentPartPr/>
                <p14:nvPr/>
              </p14:nvContentPartPr>
              <p14:xfrm>
                <a:off x="523238" y="515540"/>
                <a:ext cx="143280" cy="533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0198C6-836C-1AAF-7739-832419A8DB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8918" y="511220"/>
                  <a:ext cx="1519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117C7E-663B-7AAA-72BF-4E6494FCF0F7}"/>
                    </a:ext>
                  </a:extLst>
                </p14:cNvPr>
                <p14:cNvContentPartPr/>
                <p14:nvPr/>
              </p14:nvContentPartPr>
              <p14:xfrm>
                <a:off x="286358" y="157340"/>
                <a:ext cx="920880" cy="933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117C7E-663B-7AAA-72BF-4E6494FCF0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2038" y="153020"/>
                  <a:ext cx="929520" cy="9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BAD9E4-0A5B-9BEA-22CF-521BCBB81756}"/>
                    </a:ext>
                  </a:extLst>
                </p14:cNvPr>
                <p14:cNvContentPartPr/>
                <p14:nvPr/>
              </p14:nvContentPartPr>
              <p14:xfrm>
                <a:off x="1366718" y="718580"/>
                <a:ext cx="714240" cy="43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BAD9E4-0A5B-9BEA-22CF-521BCBB817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2398" y="714260"/>
                  <a:ext cx="7228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28F76B-AF50-D0E4-1BC5-1F121E4AB991}"/>
                    </a:ext>
                  </a:extLst>
                </p14:cNvPr>
                <p14:cNvContentPartPr/>
                <p14:nvPr/>
              </p14:nvContentPartPr>
              <p14:xfrm>
                <a:off x="2218478" y="541820"/>
                <a:ext cx="1787040" cy="519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28F76B-AF50-D0E4-1BC5-1F121E4AB9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14158" y="537500"/>
                  <a:ext cx="1795680" cy="52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4B4736-9EF1-D551-B11E-AAE04EF31361}"/>
              </a:ext>
            </a:extLst>
          </p:cNvPr>
          <p:cNvGrpSpPr/>
          <p:nvPr/>
        </p:nvGrpSpPr>
        <p:grpSpPr>
          <a:xfrm>
            <a:off x="5493038" y="144740"/>
            <a:ext cx="4940280" cy="1321560"/>
            <a:chOff x="5493038" y="144740"/>
            <a:chExt cx="4940280" cy="13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0C5EA3-76CB-0D9C-84A7-5F20486FE203}"/>
                    </a:ext>
                  </a:extLst>
                </p14:cNvPr>
                <p14:cNvContentPartPr/>
                <p14:nvPr/>
              </p14:nvContentPartPr>
              <p14:xfrm>
                <a:off x="5493038" y="666740"/>
                <a:ext cx="14760" cy="229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0C5EA3-76CB-0D9C-84A7-5F20486FE2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88718" y="662420"/>
                  <a:ext cx="23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0FB8FFF-4C2C-A8EC-7DDA-5D67EEE7984E}"/>
                    </a:ext>
                  </a:extLst>
                </p14:cNvPr>
                <p14:cNvContentPartPr/>
                <p14:nvPr/>
              </p14:nvContentPartPr>
              <p14:xfrm>
                <a:off x="5654678" y="144740"/>
                <a:ext cx="89640" cy="11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0FB8FFF-4C2C-A8EC-7DDA-5D67EEE798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50358" y="140420"/>
                  <a:ext cx="98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F15F3C-96C2-2A59-6D59-7A3DA04C19EF}"/>
                    </a:ext>
                  </a:extLst>
                </p14:cNvPr>
                <p14:cNvContentPartPr/>
                <p14:nvPr/>
              </p14:nvContentPartPr>
              <p14:xfrm>
                <a:off x="5787158" y="502580"/>
                <a:ext cx="489960" cy="36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F15F3C-96C2-2A59-6D59-7A3DA04C19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82838" y="498260"/>
                  <a:ext cx="498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E65400-BE29-519F-203B-15B380D28B14}"/>
                    </a:ext>
                  </a:extLst>
                </p14:cNvPr>
                <p14:cNvContentPartPr/>
                <p14:nvPr/>
              </p14:nvContentPartPr>
              <p14:xfrm>
                <a:off x="6318518" y="220340"/>
                <a:ext cx="803520" cy="1245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E65400-BE29-519F-203B-15B380D28B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14198" y="216020"/>
                  <a:ext cx="812160" cy="12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6AE06C-D4B5-054C-3BF2-D3A19E382D81}"/>
                    </a:ext>
                  </a:extLst>
                </p14:cNvPr>
                <p14:cNvContentPartPr/>
                <p14:nvPr/>
              </p14:nvContentPartPr>
              <p14:xfrm>
                <a:off x="7311398" y="565940"/>
                <a:ext cx="389880" cy="456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6AE06C-D4B5-054C-3BF2-D3A19E382D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07078" y="561620"/>
                  <a:ext cx="3985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F319E3-560A-1DB4-7BA6-7E7ACBB8A1D2}"/>
                    </a:ext>
                  </a:extLst>
                </p14:cNvPr>
                <p14:cNvContentPartPr/>
                <p14:nvPr/>
              </p14:nvContentPartPr>
              <p14:xfrm>
                <a:off x="7858958" y="676820"/>
                <a:ext cx="821520" cy="214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F319E3-560A-1DB4-7BA6-7E7ACBB8A1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54638" y="672500"/>
                  <a:ext cx="830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605D86-C1C5-25F8-4355-EED690201E5A}"/>
                    </a:ext>
                  </a:extLst>
                </p14:cNvPr>
                <p14:cNvContentPartPr/>
                <p14:nvPr/>
              </p14:nvContentPartPr>
              <p14:xfrm>
                <a:off x="9153878" y="316460"/>
                <a:ext cx="208800" cy="609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605D86-C1C5-25F8-4355-EED690201E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49558" y="312140"/>
                  <a:ext cx="21744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F18699-C429-1C62-D6A2-9A62B5BF37CE}"/>
                    </a:ext>
                  </a:extLst>
                </p14:cNvPr>
                <p14:cNvContentPartPr/>
                <p14:nvPr/>
              </p14:nvContentPartPr>
              <p14:xfrm>
                <a:off x="9026078" y="708500"/>
                <a:ext cx="370440" cy="220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F18699-C429-1C62-D6A2-9A62B5BF37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21758" y="704180"/>
                  <a:ext cx="379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EED52B-9A8C-60BE-CC7E-8F742239F914}"/>
                    </a:ext>
                  </a:extLst>
                </p14:cNvPr>
                <p14:cNvContentPartPr/>
                <p14:nvPr/>
              </p14:nvContentPartPr>
              <p14:xfrm>
                <a:off x="9691718" y="481340"/>
                <a:ext cx="28080" cy="17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EED52B-9A8C-60BE-CC7E-8F742239F9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87398" y="477020"/>
                  <a:ext cx="3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E98A73-4D63-1886-D8E9-A557A05DD728}"/>
                    </a:ext>
                  </a:extLst>
                </p14:cNvPr>
                <p14:cNvContentPartPr/>
                <p14:nvPr/>
              </p14:nvContentPartPr>
              <p14:xfrm>
                <a:off x="9768038" y="606260"/>
                <a:ext cx="119880" cy="247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E98A73-4D63-1886-D8E9-A557A05DD7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3718" y="601940"/>
                  <a:ext cx="12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05340C-D501-A4BF-FE85-C52A9EA63A91}"/>
                    </a:ext>
                  </a:extLst>
                </p14:cNvPr>
                <p14:cNvContentPartPr/>
                <p14:nvPr/>
              </p14:nvContentPartPr>
              <p14:xfrm>
                <a:off x="10133078" y="663500"/>
                <a:ext cx="300240" cy="254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05340C-D501-A4BF-FE85-C52A9EA63A9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28758" y="659180"/>
                  <a:ext cx="3088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5A38FAE-C3CA-6A18-E2FC-848094A8FEA1}"/>
              </a:ext>
            </a:extLst>
          </p:cNvPr>
          <p:cNvGrpSpPr/>
          <p:nvPr/>
        </p:nvGrpSpPr>
        <p:grpSpPr>
          <a:xfrm>
            <a:off x="127238" y="1455140"/>
            <a:ext cx="11189160" cy="4424400"/>
            <a:chOff x="127238" y="1455140"/>
            <a:chExt cx="11189160" cy="442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E51F0B-2675-A104-7F2F-10CA4EC90CB4}"/>
                    </a:ext>
                  </a:extLst>
                </p14:cNvPr>
                <p14:cNvContentPartPr/>
                <p14:nvPr/>
              </p14:nvContentPartPr>
              <p14:xfrm>
                <a:off x="844718" y="1823780"/>
                <a:ext cx="568440" cy="437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E51F0B-2675-A104-7F2F-10CA4EC90C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0398" y="1819460"/>
                  <a:ext cx="5770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B90865-7165-12C9-81BF-83959F0B36EB}"/>
                    </a:ext>
                  </a:extLst>
                </p14:cNvPr>
                <p14:cNvContentPartPr/>
                <p14:nvPr/>
              </p14:nvContentPartPr>
              <p14:xfrm>
                <a:off x="967838" y="1468820"/>
                <a:ext cx="83520" cy="5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B90865-7165-12C9-81BF-83959F0B36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3518" y="1464500"/>
                  <a:ext cx="92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21EEEEC-F415-50D7-A8ED-A1637D8732D1}"/>
                    </a:ext>
                  </a:extLst>
                </p14:cNvPr>
                <p14:cNvContentPartPr/>
                <p14:nvPr/>
              </p14:nvContentPartPr>
              <p14:xfrm>
                <a:off x="127238" y="3196100"/>
                <a:ext cx="554040" cy="36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21EEEEC-F415-50D7-A8ED-A1637D8732D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918" y="3191780"/>
                  <a:ext cx="5626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0F5D37-66B1-4A13-B948-B5864DE0DA58}"/>
                    </a:ext>
                  </a:extLst>
                </p14:cNvPr>
                <p14:cNvContentPartPr/>
                <p14:nvPr/>
              </p14:nvContentPartPr>
              <p14:xfrm>
                <a:off x="931478" y="3318860"/>
                <a:ext cx="598320" cy="285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0F5D37-66B1-4A13-B948-B5864DE0DA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7158" y="3314540"/>
                  <a:ext cx="6069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2B5298-735E-D43B-392E-C7D15D575D2D}"/>
                    </a:ext>
                  </a:extLst>
                </p14:cNvPr>
                <p14:cNvContentPartPr/>
                <p14:nvPr/>
              </p14:nvContentPartPr>
              <p14:xfrm>
                <a:off x="1594238" y="2932220"/>
                <a:ext cx="327600" cy="654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2B5298-735E-D43B-392E-C7D15D575D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89918" y="2927900"/>
                  <a:ext cx="33624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B52DF2-8AB3-7D6F-B003-717F5E2E4078}"/>
                    </a:ext>
                  </a:extLst>
                </p14:cNvPr>
                <p14:cNvContentPartPr/>
                <p14:nvPr/>
              </p14:nvContentPartPr>
              <p14:xfrm>
                <a:off x="2706638" y="1584020"/>
                <a:ext cx="752400" cy="66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B52DF2-8AB3-7D6F-B003-717F5E2E40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02318" y="1579700"/>
                  <a:ext cx="7610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E8A494-03B8-21C5-64E1-6C0727994580}"/>
                    </a:ext>
                  </a:extLst>
                </p14:cNvPr>
                <p14:cNvContentPartPr/>
                <p14:nvPr/>
              </p14:nvContentPartPr>
              <p14:xfrm>
                <a:off x="3604838" y="1701020"/>
                <a:ext cx="535320" cy="93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E8A494-03B8-21C5-64E1-6C07279945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00518" y="1696700"/>
                  <a:ext cx="5439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F7A9C97-A3F1-C50C-4FB8-AC93EAACC629}"/>
                    </a:ext>
                  </a:extLst>
                </p14:cNvPr>
                <p14:cNvContentPartPr/>
                <p14:nvPr/>
              </p14:nvContentPartPr>
              <p14:xfrm>
                <a:off x="4073198" y="1935380"/>
                <a:ext cx="242280" cy="349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F7A9C97-A3F1-C50C-4FB8-AC93EAACC6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8878" y="1931060"/>
                  <a:ext cx="2509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A58B3E-C564-0A15-FED2-2FEBFEF6D606}"/>
                    </a:ext>
                  </a:extLst>
                </p14:cNvPr>
                <p14:cNvContentPartPr/>
                <p14:nvPr/>
              </p14:nvContentPartPr>
              <p14:xfrm>
                <a:off x="4565318" y="1738820"/>
                <a:ext cx="151560" cy="61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A58B3E-C564-0A15-FED2-2FEBFEF6D6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60998" y="1734500"/>
                  <a:ext cx="16020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825B68-AA9E-FAA7-886F-07199C8BBA7E}"/>
                    </a:ext>
                  </a:extLst>
                </p14:cNvPr>
                <p14:cNvContentPartPr/>
                <p14:nvPr/>
              </p14:nvContentPartPr>
              <p14:xfrm>
                <a:off x="4417358" y="2081900"/>
                <a:ext cx="582840" cy="53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825B68-AA9E-FAA7-886F-07199C8BBA7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13038" y="2077580"/>
                  <a:ext cx="591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803685-1B72-B380-87E9-96D28FBC92A6}"/>
                    </a:ext>
                  </a:extLst>
                </p14:cNvPr>
                <p14:cNvContentPartPr/>
                <p14:nvPr/>
              </p14:nvContentPartPr>
              <p14:xfrm>
                <a:off x="6239318" y="1817660"/>
                <a:ext cx="64440" cy="422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803685-1B72-B380-87E9-96D28FBC92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34998" y="1813340"/>
                  <a:ext cx="730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98E0FC-83C2-38EE-C2F4-7298EDA6F1ED}"/>
                    </a:ext>
                  </a:extLst>
                </p14:cNvPr>
                <p14:cNvContentPartPr/>
                <p14:nvPr/>
              </p14:nvContentPartPr>
              <p14:xfrm>
                <a:off x="6338318" y="1544780"/>
                <a:ext cx="41400" cy="55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98E0FC-83C2-38EE-C2F4-7298EDA6F1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33998" y="1540460"/>
                  <a:ext cx="50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568227-A651-757B-C184-F9AC896B75C4}"/>
                    </a:ext>
                  </a:extLst>
                </p14:cNvPr>
                <p14:cNvContentPartPr/>
                <p14:nvPr/>
              </p14:nvContentPartPr>
              <p14:xfrm>
                <a:off x="6237158" y="1455140"/>
                <a:ext cx="724680" cy="889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568227-A651-757B-C184-F9AC896B75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32838" y="1450820"/>
                  <a:ext cx="733320" cy="89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52CB9D-9672-AC0B-B14F-0D202760DFB9}"/>
                    </a:ext>
                  </a:extLst>
                </p14:cNvPr>
                <p14:cNvContentPartPr/>
                <p14:nvPr/>
              </p14:nvContentPartPr>
              <p14:xfrm>
                <a:off x="7024478" y="1603460"/>
                <a:ext cx="79920" cy="6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52CB9D-9672-AC0B-B14F-0D202760DF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20158" y="1599140"/>
                  <a:ext cx="88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3816D5-4458-A5F7-0500-4A1536C1CF9D}"/>
                    </a:ext>
                  </a:extLst>
                </p14:cNvPr>
                <p14:cNvContentPartPr/>
                <p14:nvPr/>
              </p14:nvContentPartPr>
              <p14:xfrm>
                <a:off x="7370438" y="1585100"/>
                <a:ext cx="825120" cy="660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3816D5-4458-A5F7-0500-4A1536C1CF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66118" y="1580780"/>
                  <a:ext cx="8337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D3CEDC-6DD1-A581-7A28-C64C0D3D36CC}"/>
                    </a:ext>
                  </a:extLst>
                </p14:cNvPr>
                <p14:cNvContentPartPr/>
                <p14:nvPr/>
              </p14:nvContentPartPr>
              <p14:xfrm>
                <a:off x="8793878" y="1535060"/>
                <a:ext cx="230040" cy="604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D3CEDC-6DD1-A581-7A28-C64C0D3D36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9558" y="1530740"/>
                  <a:ext cx="23868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1BCD31-59E0-F23C-0DE5-D42FA9835676}"/>
                    </a:ext>
                  </a:extLst>
                </p14:cNvPr>
                <p14:cNvContentPartPr/>
                <p14:nvPr/>
              </p14:nvContentPartPr>
              <p14:xfrm>
                <a:off x="8790998" y="1660340"/>
                <a:ext cx="881640" cy="27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1BCD31-59E0-F23C-0DE5-D42FA98356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86678" y="1656020"/>
                  <a:ext cx="890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077A28-67DB-F32E-FF1B-B4BB9689DF2F}"/>
                    </a:ext>
                  </a:extLst>
                </p14:cNvPr>
                <p14:cNvContentPartPr/>
                <p14:nvPr/>
              </p14:nvContentPartPr>
              <p14:xfrm>
                <a:off x="9848318" y="1535420"/>
                <a:ext cx="294840" cy="486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077A28-67DB-F32E-FF1B-B4BB9689DF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43998" y="1531100"/>
                  <a:ext cx="3034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DD99A4-E245-F0E7-4F18-8CD6365F4920}"/>
                    </a:ext>
                  </a:extLst>
                </p14:cNvPr>
                <p14:cNvContentPartPr/>
                <p14:nvPr/>
              </p14:nvContentPartPr>
              <p14:xfrm>
                <a:off x="3133238" y="2548460"/>
                <a:ext cx="637920" cy="85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DD99A4-E245-F0E7-4F18-8CD6365F49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28918" y="2544140"/>
                  <a:ext cx="64656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3C4D08-4898-EF52-A422-1BFB135AA485}"/>
                    </a:ext>
                  </a:extLst>
                </p14:cNvPr>
                <p14:cNvContentPartPr/>
                <p14:nvPr/>
              </p14:nvContentPartPr>
              <p14:xfrm>
                <a:off x="3901478" y="3003500"/>
                <a:ext cx="911160" cy="657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3C4D08-4898-EF52-A422-1BFB135AA4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97158" y="2999180"/>
                  <a:ext cx="91980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B2FB40-FD02-C661-1825-229E7CE458EC}"/>
                    </a:ext>
                  </a:extLst>
                </p14:cNvPr>
                <p14:cNvContentPartPr/>
                <p14:nvPr/>
              </p14:nvContentPartPr>
              <p14:xfrm>
                <a:off x="4841798" y="2800460"/>
                <a:ext cx="1038240" cy="54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B2FB40-FD02-C661-1825-229E7CE458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37478" y="2796140"/>
                  <a:ext cx="10468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533074-50E0-511E-47DE-57F9B23FD573}"/>
                    </a:ext>
                  </a:extLst>
                </p14:cNvPr>
                <p14:cNvContentPartPr/>
                <p14:nvPr/>
              </p14:nvContentPartPr>
              <p14:xfrm>
                <a:off x="5659358" y="2914580"/>
                <a:ext cx="556200" cy="282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533074-50E0-511E-47DE-57F9B23FD5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55038" y="2910260"/>
                  <a:ext cx="564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3C4DF45-A4C7-E3E8-E85A-906488B37826}"/>
                    </a:ext>
                  </a:extLst>
                </p14:cNvPr>
                <p14:cNvContentPartPr/>
                <p14:nvPr/>
              </p14:nvContentPartPr>
              <p14:xfrm>
                <a:off x="6318878" y="2989460"/>
                <a:ext cx="229680" cy="25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3C4DF45-A4C7-E3E8-E85A-906488B378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14558" y="2985140"/>
                  <a:ext cx="238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16A71A-7BC3-24F3-1C8E-5535AB3CA704}"/>
                    </a:ext>
                  </a:extLst>
                </p14:cNvPr>
                <p14:cNvContentPartPr/>
                <p14:nvPr/>
              </p14:nvContentPartPr>
              <p14:xfrm>
                <a:off x="6560078" y="2936540"/>
                <a:ext cx="303840" cy="36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16A71A-7BC3-24F3-1C8E-5535AB3CA7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55758" y="2932220"/>
                  <a:ext cx="3124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168B54-DC95-4162-99FC-BD6EF9C78033}"/>
                    </a:ext>
                  </a:extLst>
                </p14:cNvPr>
                <p14:cNvContentPartPr/>
                <p14:nvPr/>
              </p14:nvContentPartPr>
              <p14:xfrm>
                <a:off x="8483198" y="2582300"/>
                <a:ext cx="429840" cy="645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168B54-DC95-4162-99FC-BD6EF9C780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8878" y="2577980"/>
                  <a:ext cx="43848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B620B2-3D7D-696D-3048-E57F6EEA7A5A}"/>
                    </a:ext>
                  </a:extLst>
                </p14:cNvPr>
                <p14:cNvContentPartPr/>
                <p14:nvPr/>
              </p14:nvContentPartPr>
              <p14:xfrm>
                <a:off x="9102038" y="2778860"/>
                <a:ext cx="481680" cy="46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B620B2-3D7D-696D-3048-E57F6EEA7A5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97718" y="2774540"/>
                  <a:ext cx="4903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D1B1B4-8C19-7BA2-B6CB-85C311A34B2B}"/>
                    </a:ext>
                  </a:extLst>
                </p14:cNvPr>
                <p14:cNvContentPartPr/>
                <p14:nvPr/>
              </p14:nvContentPartPr>
              <p14:xfrm>
                <a:off x="9810158" y="2298620"/>
                <a:ext cx="968400" cy="752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D1B1B4-8C19-7BA2-B6CB-85C311A34B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05838" y="2294300"/>
                  <a:ext cx="97704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3A7F56B-75F0-4461-F257-DA15B7E0F7A6}"/>
                    </a:ext>
                  </a:extLst>
                </p14:cNvPr>
                <p14:cNvContentPartPr/>
                <p14:nvPr/>
              </p14:nvContentPartPr>
              <p14:xfrm>
                <a:off x="10598558" y="2620820"/>
                <a:ext cx="330480" cy="373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3A7F56B-75F0-4461-F257-DA15B7E0F7A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4238" y="2616500"/>
                  <a:ext cx="3391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8ACA57-34F1-4766-0330-66C4311D205D}"/>
                    </a:ext>
                  </a:extLst>
                </p14:cNvPr>
                <p14:cNvContentPartPr/>
                <p14:nvPr/>
              </p14:nvContentPartPr>
              <p14:xfrm>
                <a:off x="11103638" y="2387900"/>
                <a:ext cx="57240" cy="556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8ACA57-34F1-4766-0330-66C4311D205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99318" y="2383580"/>
                  <a:ext cx="658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7DC8D1C-63AB-B8BF-4647-CE81FCE407D9}"/>
                    </a:ext>
                  </a:extLst>
                </p14:cNvPr>
                <p14:cNvContentPartPr/>
                <p14:nvPr/>
              </p14:nvContentPartPr>
              <p14:xfrm>
                <a:off x="11030198" y="2742860"/>
                <a:ext cx="286200" cy="19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7DC8D1C-63AB-B8BF-4647-CE81FCE407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25878" y="2738540"/>
                  <a:ext cx="29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C1AA5F-A0EC-D0A7-DDC0-F192BCA1715F}"/>
                    </a:ext>
                  </a:extLst>
                </p14:cNvPr>
                <p14:cNvContentPartPr/>
                <p14:nvPr/>
              </p14:nvContentPartPr>
              <p14:xfrm>
                <a:off x="462398" y="4322900"/>
                <a:ext cx="737280" cy="92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C1AA5F-A0EC-D0A7-DDC0-F192BCA171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8078" y="4318580"/>
                  <a:ext cx="745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C337F1-D060-FBED-8638-4F1EA4974F84}"/>
                    </a:ext>
                  </a:extLst>
                </p14:cNvPr>
                <p14:cNvContentPartPr/>
                <p14:nvPr/>
              </p14:nvContentPartPr>
              <p14:xfrm>
                <a:off x="1776038" y="4018700"/>
                <a:ext cx="338760" cy="453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C337F1-D060-FBED-8638-4F1EA4974F8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71718" y="4014380"/>
                  <a:ext cx="3474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05E9A5-2634-9EC9-A4C7-DC1CEBE27D11}"/>
                    </a:ext>
                  </a:extLst>
                </p14:cNvPr>
                <p14:cNvContentPartPr/>
                <p14:nvPr/>
              </p14:nvContentPartPr>
              <p14:xfrm>
                <a:off x="2163758" y="4163780"/>
                <a:ext cx="394560" cy="327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05E9A5-2634-9EC9-A4C7-DC1CEBE27D1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59438" y="4159460"/>
                  <a:ext cx="4032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5C90BB-7DA8-C29D-4AF2-6BCE783DE7B5}"/>
                    </a:ext>
                  </a:extLst>
                </p14:cNvPr>
                <p14:cNvContentPartPr/>
                <p14:nvPr/>
              </p14:nvContentPartPr>
              <p14:xfrm>
                <a:off x="2724278" y="3723500"/>
                <a:ext cx="756360" cy="773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85C90BB-7DA8-C29D-4AF2-6BCE783DE7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19958" y="3719180"/>
                  <a:ext cx="76500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D9C67C-C6CB-91CF-2919-EDF27755F6EC}"/>
                    </a:ext>
                  </a:extLst>
                </p14:cNvPr>
                <p14:cNvContentPartPr/>
                <p14:nvPr/>
              </p14:nvContentPartPr>
              <p14:xfrm>
                <a:off x="4630838" y="4006820"/>
                <a:ext cx="659880" cy="523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D9C67C-C6CB-91CF-2919-EDF27755F6E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26518" y="4002500"/>
                  <a:ext cx="6685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8F9A8AB-CEFE-379E-1A83-873209BC58F2}"/>
                    </a:ext>
                  </a:extLst>
                </p14:cNvPr>
                <p14:cNvContentPartPr/>
                <p14:nvPr/>
              </p14:nvContentPartPr>
              <p14:xfrm>
                <a:off x="5314838" y="3776780"/>
                <a:ext cx="1238400" cy="67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8F9A8AB-CEFE-379E-1A83-873209BC58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10518" y="3772460"/>
                  <a:ext cx="124704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CACAF8-72DD-FDA9-8658-AD9D828FD482}"/>
                    </a:ext>
                  </a:extLst>
                </p14:cNvPr>
                <p14:cNvContentPartPr/>
                <p14:nvPr/>
              </p14:nvContentPartPr>
              <p14:xfrm>
                <a:off x="6765278" y="4013660"/>
                <a:ext cx="344880" cy="404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CACAF8-72DD-FDA9-8658-AD9D828FD48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60958" y="4009340"/>
                  <a:ext cx="3535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FEB2C0-0B4B-8B99-E223-AAE5A902A2B0}"/>
                    </a:ext>
                  </a:extLst>
                </p14:cNvPr>
                <p14:cNvContentPartPr/>
                <p14:nvPr/>
              </p14:nvContentPartPr>
              <p14:xfrm>
                <a:off x="9057758" y="3758780"/>
                <a:ext cx="378000" cy="58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FEB2C0-0B4B-8B99-E223-AAE5A902A2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53438" y="3754460"/>
                  <a:ext cx="38664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4115EB8-C070-1D0E-D518-6E93E64EA17D}"/>
                    </a:ext>
                  </a:extLst>
                </p14:cNvPr>
                <p14:cNvContentPartPr/>
                <p14:nvPr/>
              </p14:nvContentPartPr>
              <p14:xfrm>
                <a:off x="9684158" y="3949220"/>
                <a:ext cx="827640" cy="871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4115EB8-C070-1D0E-D518-6E93E64EA1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79838" y="3944900"/>
                  <a:ext cx="836280" cy="87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13404C-A28D-46EE-13C3-F1838FADA652}"/>
                    </a:ext>
                  </a:extLst>
                </p14:cNvPr>
                <p14:cNvContentPartPr/>
                <p14:nvPr/>
              </p14:nvContentPartPr>
              <p14:xfrm>
                <a:off x="864518" y="4773260"/>
                <a:ext cx="220320" cy="837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13404C-A28D-46EE-13C3-F1838FADA65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0198" y="4768940"/>
                  <a:ext cx="22896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5091B29-9D6F-CCAE-C07A-E461AE41566B}"/>
                    </a:ext>
                  </a:extLst>
                </p14:cNvPr>
                <p14:cNvContentPartPr/>
                <p14:nvPr/>
              </p14:nvContentPartPr>
              <p14:xfrm>
                <a:off x="707198" y="4994300"/>
                <a:ext cx="1216800" cy="454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5091B29-9D6F-CCAE-C07A-E461AE4156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2878" y="4989980"/>
                  <a:ext cx="12254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B2B40D-D09F-AF23-C1DE-706AA09BEEFE}"/>
                    </a:ext>
                  </a:extLst>
                </p14:cNvPr>
                <p14:cNvContentPartPr/>
                <p14:nvPr/>
              </p14:nvContentPartPr>
              <p14:xfrm>
                <a:off x="2119118" y="4884140"/>
                <a:ext cx="55800" cy="14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B2B40D-D09F-AF23-C1DE-706AA09BEE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4798" y="4879820"/>
                  <a:ext cx="64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51DA31-4B51-053B-4023-6B69D542D9C2}"/>
                    </a:ext>
                  </a:extLst>
                </p14:cNvPr>
                <p14:cNvContentPartPr/>
                <p14:nvPr/>
              </p14:nvContentPartPr>
              <p14:xfrm>
                <a:off x="2150078" y="4927340"/>
                <a:ext cx="167400" cy="51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51DA31-4B51-053B-4023-6B69D542D9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45758" y="4923020"/>
                  <a:ext cx="1760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5C06504-FD85-9A0D-F83D-2F2533FBA369}"/>
                    </a:ext>
                  </a:extLst>
                </p14:cNvPr>
                <p14:cNvContentPartPr/>
                <p14:nvPr/>
              </p14:nvContentPartPr>
              <p14:xfrm>
                <a:off x="3957998" y="4713500"/>
                <a:ext cx="689040" cy="1166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5C06504-FD85-9A0D-F83D-2F2533FBA36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53678" y="4709180"/>
                  <a:ext cx="697680" cy="11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5336F9-D06D-1A62-1F60-5F2C54598EF8}"/>
                    </a:ext>
                  </a:extLst>
                </p14:cNvPr>
                <p14:cNvContentPartPr/>
                <p14:nvPr/>
              </p14:nvContentPartPr>
              <p14:xfrm>
                <a:off x="4828478" y="5047940"/>
                <a:ext cx="486360" cy="438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5336F9-D06D-1A62-1F60-5F2C54598EF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24158" y="5043620"/>
                  <a:ext cx="4950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1D0B40-4B46-10BB-2562-3C4F4D4556EC}"/>
                    </a:ext>
                  </a:extLst>
                </p14:cNvPr>
                <p14:cNvContentPartPr/>
                <p14:nvPr/>
              </p14:nvContentPartPr>
              <p14:xfrm>
                <a:off x="5291798" y="5144780"/>
                <a:ext cx="853920" cy="296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1D0B40-4B46-10BB-2562-3C4F4D4556E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87478" y="5140460"/>
                  <a:ext cx="862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D5FFE4-D993-2F01-2798-B4DFA2FAF22C}"/>
                    </a:ext>
                  </a:extLst>
                </p14:cNvPr>
                <p14:cNvContentPartPr/>
                <p14:nvPr/>
              </p14:nvContentPartPr>
              <p14:xfrm>
                <a:off x="6302318" y="5259620"/>
                <a:ext cx="58320" cy="40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D5FFE4-D993-2F01-2798-B4DFA2FAF2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97998" y="5255300"/>
                  <a:ext cx="66960" cy="4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7301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988BF4EA-2CB7-4E83-73C0-741868637239}"/>
              </a:ext>
            </a:extLst>
          </p:cNvPr>
          <p:cNvGrpSpPr/>
          <p:nvPr/>
        </p:nvGrpSpPr>
        <p:grpSpPr>
          <a:xfrm>
            <a:off x="934358" y="54020"/>
            <a:ext cx="10684440" cy="5718240"/>
            <a:chOff x="934358" y="54020"/>
            <a:chExt cx="10684440" cy="57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4B8D06-69E5-3302-B007-95FA2066E869}"/>
                    </a:ext>
                  </a:extLst>
                </p14:cNvPr>
                <p14:cNvContentPartPr/>
                <p14:nvPr/>
              </p14:nvContentPartPr>
              <p14:xfrm>
                <a:off x="11514758" y="924140"/>
                <a:ext cx="104040" cy="1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4B8D06-69E5-3302-B007-95FA2066E8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10438" y="919820"/>
                  <a:ext cx="112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E8559A-62AC-2493-2320-C5B22D7CCD5B}"/>
                    </a:ext>
                  </a:extLst>
                </p14:cNvPr>
                <p14:cNvContentPartPr/>
                <p14:nvPr/>
              </p14:nvContentPartPr>
              <p14:xfrm>
                <a:off x="934358" y="634340"/>
                <a:ext cx="144720" cy="1399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E8559A-62AC-2493-2320-C5B22D7CCD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0038" y="630020"/>
                  <a:ext cx="153360" cy="14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B870C4-8745-BA55-227D-1E5CA94F8FD2}"/>
                    </a:ext>
                  </a:extLst>
                </p14:cNvPr>
                <p14:cNvContentPartPr/>
                <p14:nvPr/>
              </p14:nvContentPartPr>
              <p14:xfrm>
                <a:off x="1007438" y="377300"/>
                <a:ext cx="789120" cy="1132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B870C4-8745-BA55-227D-1E5CA94F8FD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3118" y="372980"/>
                  <a:ext cx="797760" cy="11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7C9756-3981-E589-747B-537DC55AA68A}"/>
                    </a:ext>
                  </a:extLst>
                </p14:cNvPr>
                <p14:cNvContentPartPr/>
                <p14:nvPr/>
              </p14:nvContentPartPr>
              <p14:xfrm>
                <a:off x="1557158" y="1245260"/>
                <a:ext cx="535680" cy="426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7C9756-3981-E589-747B-537DC55AA6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52838" y="1240940"/>
                  <a:ext cx="5443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ED28BB-A7BC-1506-0532-3460F5E199AB}"/>
                    </a:ext>
                  </a:extLst>
                </p14:cNvPr>
                <p14:cNvContentPartPr/>
                <p14:nvPr/>
              </p14:nvContentPartPr>
              <p14:xfrm>
                <a:off x="2393078" y="1445060"/>
                <a:ext cx="40320" cy="15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ED28BB-A7BC-1506-0532-3460F5E199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88758" y="1440740"/>
                  <a:ext cx="48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830BC0-F58D-EDF6-F9E0-F31559C070DE}"/>
                    </a:ext>
                  </a:extLst>
                </p14:cNvPr>
                <p14:cNvContentPartPr/>
                <p14:nvPr/>
              </p14:nvContentPartPr>
              <p14:xfrm>
                <a:off x="2417198" y="959780"/>
                <a:ext cx="104040" cy="34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830BC0-F58D-EDF6-F9E0-F31559C070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2878" y="955460"/>
                  <a:ext cx="112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505DA3-3224-028F-EE83-6F7DC0C0A9C3}"/>
                    </a:ext>
                  </a:extLst>
                </p14:cNvPr>
                <p14:cNvContentPartPr/>
                <p14:nvPr/>
              </p14:nvContentPartPr>
              <p14:xfrm>
                <a:off x="2637878" y="1231940"/>
                <a:ext cx="651600" cy="22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505DA3-3224-028F-EE83-6F7DC0C0A9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33558" y="1227620"/>
                  <a:ext cx="660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95E441-7219-1512-864B-6F999B227764}"/>
                    </a:ext>
                  </a:extLst>
                </p14:cNvPr>
                <p14:cNvContentPartPr/>
                <p14:nvPr/>
              </p14:nvContentPartPr>
              <p14:xfrm>
                <a:off x="3347798" y="840620"/>
                <a:ext cx="24480" cy="37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95E441-7219-1512-864B-6F999B2277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43478" y="836300"/>
                  <a:ext cx="33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3400C9-A340-CC72-853A-59D27D182EAB}"/>
                    </a:ext>
                  </a:extLst>
                </p14:cNvPr>
                <p14:cNvContentPartPr/>
                <p14:nvPr/>
              </p14:nvContentPartPr>
              <p14:xfrm>
                <a:off x="3681878" y="1065260"/>
                <a:ext cx="112320" cy="417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3400C9-A340-CC72-853A-59D27D182E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77558" y="1060940"/>
                  <a:ext cx="1209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36DEFD-F4DC-FCBC-7F8B-ED2DA6BDAF43}"/>
                    </a:ext>
                  </a:extLst>
                </p14:cNvPr>
                <p14:cNvContentPartPr/>
                <p14:nvPr/>
              </p14:nvContentPartPr>
              <p14:xfrm>
                <a:off x="3532478" y="1119620"/>
                <a:ext cx="304200" cy="29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36DEFD-F4DC-FCBC-7F8B-ED2DA6BDAF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8158" y="1115300"/>
                  <a:ext cx="312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D1B73B-3A12-43B0-5D2F-32CA6E496A17}"/>
                    </a:ext>
                  </a:extLst>
                </p14:cNvPr>
                <p14:cNvContentPartPr/>
                <p14:nvPr/>
              </p14:nvContentPartPr>
              <p14:xfrm>
                <a:off x="4053398" y="937100"/>
                <a:ext cx="45000" cy="2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D1B73B-3A12-43B0-5D2F-32CA6E496A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49078" y="932780"/>
                  <a:ext cx="53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CBF167-F330-CC16-159F-124102F9B6AE}"/>
                    </a:ext>
                  </a:extLst>
                </p14:cNvPr>
                <p14:cNvContentPartPr/>
                <p14:nvPr/>
              </p14:nvContentPartPr>
              <p14:xfrm>
                <a:off x="4131878" y="1084700"/>
                <a:ext cx="224640" cy="358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CBF167-F330-CC16-159F-124102F9B6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27558" y="1080380"/>
                  <a:ext cx="2332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A6C299-1539-3964-4466-E2E11126187D}"/>
                    </a:ext>
                  </a:extLst>
                </p14:cNvPr>
                <p14:cNvContentPartPr/>
                <p14:nvPr/>
              </p14:nvContentPartPr>
              <p14:xfrm>
                <a:off x="4547678" y="1242740"/>
                <a:ext cx="389880" cy="37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A6C299-1539-3964-4466-E2E1112618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43358" y="1238420"/>
                  <a:ext cx="3985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86B338-45F7-051C-A8E7-ACD772B255E0}"/>
                    </a:ext>
                  </a:extLst>
                </p14:cNvPr>
                <p14:cNvContentPartPr/>
                <p14:nvPr/>
              </p14:nvContentPartPr>
              <p14:xfrm>
                <a:off x="4624718" y="122420"/>
                <a:ext cx="2214000" cy="5649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86B338-45F7-051C-A8E7-ACD772B255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20398" y="118100"/>
                  <a:ext cx="2222640" cy="56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3AEE35-225C-B351-5A51-CCD99DF09752}"/>
                    </a:ext>
                  </a:extLst>
                </p14:cNvPr>
                <p14:cNvContentPartPr/>
                <p14:nvPr/>
              </p14:nvContentPartPr>
              <p14:xfrm>
                <a:off x="6781118" y="976340"/>
                <a:ext cx="1304280" cy="58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3AEE35-225C-B351-5A51-CCD99DF097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76798" y="972020"/>
                  <a:ext cx="1312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B66A34-726A-8AAC-CFD4-CF34E0CC043D}"/>
                    </a:ext>
                  </a:extLst>
                </p14:cNvPr>
                <p14:cNvContentPartPr/>
                <p14:nvPr/>
              </p14:nvContentPartPr>
              <p14:xfrm>
                <a:off x="8395358" y="54020"/>
                <a:ext cx="494280" cy="1165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B66A34-726A-8AAC-CFD4-CF34E0CC04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91038" y="49700"/>
                  <a:ext cx="50292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B3BD416-971F-D496-EE01-851C5F97B29F}"/>
                    </a:ext>
                  </a:extLst>
                </p14:cNvPr>
                <p14:cNvContentPartPr/>
                <p14:nvPr/>
              </p14:nvContentPartPr>
              <p14:xfrm>
                <a:off x="9252878" y="290180"/>
                <a:ext cx="67320" cy="80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B3BD416-971F-D496-EE01-851C5F97B2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48558" y="285860"/>
                  <a:ext cx="7596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E7E752-78D1-3FF1-22EF-1F428316B09C}"/>
                    </a:ext>
                  </a:extLst>
                </p14:cNvPr>
                <p14:cNvContentPartPr/>
                <p14:nvPr/>
              </p14:nvContentPartPr>
              <p14:xfrm>
                <a:off x="8991158" y="753860"/>
                <a:ext cx="325800" cy="4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E7E752-78D1-3FF1-22EF-1F428316B0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86838" y="749540"/>
                  <a:ext cx="334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0D1FAA-02B4-26E3-04D8-8D80A546AEAF}"/>
                    </a:ext>
                  </a:extLst>
                </p14:cNvPr>
                <p14:cNvContentPartPr/>
                <p14:nvPr/>
              </p14:nvContentPartPr>
              <p14:xfrm>
                <a:off x="9548078" y="605180"/>
                <a:ext cx="384840" cy="446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0D1FAA-02B4-26E3-04D8-8D80A546AE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43758" y="600860"/>
                  <a:ext cx="3934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BA84FC-5E8C-ECD0-CB49-59C44AC27EF6}"/>
                    </a:ext>
                  </a:extLst>
                </p14:cNvPr>
                <p14:cNvContentPartPr/>
                <p14:nvPr/>
              </p14:nvContentPartPr>
              <p14:xfrm>
                <a:off x="9948398" y="794900"/>
                <a:ext cx="105120" cy="254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BA84FC-5E8C-ECD0-CB49-59C44AC27E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44078" y="790580"/>
                  <a:ext cx="113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5D0875-F864-954B-2807-7A1952995A69}"/>
                    </a:ext>
                  </a:extLst>
                </p14:cNvPr>
                <p14:cNvContentPartPr/>
                <p14:nvPr/>
              </p14:nvContentPartPr>
              <p14:xfrm>
                <a:off x="10138838" y="445700"/>
                <a:ext cx="66600" cy="101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5D0875-F864-954B-2807-7A1952995A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34518" y="441380"/>
                  <a:ext cx="75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6EF26CA-55C1-84A8-8A87-69DB2A15305B}"/>
                    </a:ext>
                  </a:extLst>
                </p14:cNvPr>
                <p14:cNvContentPartPr/>
                <p14:nvPr/>
              </p14:nvContentPartPr>
              <p14:xfrm>
                <a:off x="10276358" y="732260"/>
                <a:ext cx="587520" cy="1064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6EF26CA-55C1-84A8-8A87-69DB2A1530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72038" y="727940"/>
                  <a:ext cx="59616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812CDB-5BDF-A456-401B-4467566866C7}"/>
                    </a:ext>
                  </a:extLst>
                </p14:cNvPr>
                <p14:cNvContentPartPr/>
                <p14:nvPr/>
              </p14:nvContentPartPr>
              <p14:xfrm>
                <a:off x="6183878" y="2323100"/>
                <a:ext cx="1982520" cy="11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812CDB-5BDF-A456-401B-4467566866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79558" y="2318780"/>
                  <a:ext cx="1991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FE87A1-259E-766B-A261-E80D62468299}"/>
                    </a:ext>
                  </a:extLst>
                </p14:cNvPr>
                <p14:cNvContentPartPr/>
                <p14:nvPr/>
              </p14:nvContentPartPr>
              <p14:xfrm>
                <a:off x="8460518" y="1809020"/>
                <a:ext cx="84600" cy="612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FE87A1-259E-766B-A261-E80D624682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56198" y="1804700"/>
                  <a:ext cx="9324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26CD4AA-3908-A6E1-E24C-3779608359B9}"/>
                    </a:ext>
                  </a:extLst>
                </p14:cNvPr>
                <p14:cNvContentPartPr/>
                <p14:nvPr/>
              </p14:nvContentPartPr>
              <p14:xfrm>
                <a:off x="8111678" y="1517780"/>
                <a:ext cx="581760" cy="258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26CD4AA-3908-A6E1-E24C-3779608359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07358" y="1513460"/>
                  <a:ext cx="590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0ADF84-802A-27AA-E1E7-54B3EEF54F73}"/>
                    </a:ext>
                  </a:extLst>
                </p14:cNvPr>
                <p14:cNvContentPartPr/>
                <p14:nvPr/>
              </p14:nvContentPartPr>
              <p14:xfrm>
                <a:off x="8060198" y="2621540"/>
                <a:ext cx="496080" cy="260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0ADF84-802A-27AA-E1E7-54B3EEF54F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55878" y="2617220"/>
                  <a:ext cx="504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37492C-C0DC-00B1-44FC-7D5E6E41E514}"/>
                    </a:ext>
                  </a:extLst>
                </p14:cNvPr>
                <p14:cNvContentPartPr/>
                <p14:nvPr/>
              </p14:nvContentPartPr>
              <p14:xfrm>
                <a:off x="8919158" y="2162900"/>
                <a:ext cx="586080" cy="265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37492C-C0DC-00B1-44FC-7D5E6E41E5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14838" y="2158580"/>
                  <a:ext cx="5947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82AC6B-B9FB-A56F-D050-5730E007D313}"/>
                    </a:ext>
                  </a:extLst>
                </p14:cNvPr>
                <p14:cNvContentPartPr/>
                <p14:nvPr/>
              </p14:nvContentPartPr>
              <p14:xfrm>
                <a:off x="9930758" y="1815140"/>
                <a:ext cx="61560" cy="487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82AC6B-B9FB-A56F-D050-5730E007D3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26438" y="1810820"/>
                  <a:ext cx="702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178F15-A0CD-8A59-FC4E-EF21963B9EAD}"/>
                    </a:ext>
                  </a:extLst>
                </p14:cNvPr>
                <p14:cNvContentPartPr/>
                <p14:nvPr/>
              </p14:nvContentPartPr>
              <p14:xfrm>
                <a:off x="9716918" y="2053820"/>
                <a:ext cx="407880" cy="10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178F15-A0CD-8A59-FC4E-EF21963B9E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12598" y="2049500"/>
                  <a:ext cx="416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F0A0FD-C988-3C3E-338A-65D8F977E204}"/>
                    </a:ext>
                  </a:extLst>
                </p14:cNvPr>
                <p14:cNvContentPartPr/>
                <p14:nvPr/>
              </p14:nvContentPartPr>
              <p14:xfrm>
                <a:off x="5472518" y="3598220"/>
                <a:ext cx="2788200" cy="327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F0A0FD-C988-3C3E-338A-65D8F977E2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68198" y="3593900"/>
                  <a:ext cx="27968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EF61ED-2667-2304-26B6-48FAD81A6CE9}"/>
                    </a:ext>
                  </a:extLst>
                </p14:cNvPr>
                <p14:cNvContentPartPr/>
                <p14:nvPr/>
              </p14:nvContentPartPr>
              <p14:xfrm>
                <a:off x="8551598" y="2692460"/>
                <a:ext cx="919800" cy="1562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EF61ED-2667-2304-26B6-48FAD81A6C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47278" y="2688140"/>
                  <a:ext cx="928440" cy="15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E051DC6-F2F2-0D1E-4AE2-FCDF4385E16F}"/>
                    </a:ext>
                  </a:extLst>
                </p14:cNvPr>
                <p14:cNvContentPartPr/>
                <p14:nvPr/>
              </p14:nvContentPartPr>
              <p14:xfrm>
                <a:off x="9508478" y="3407420"/>
                <a:ext cx="174960" cy="203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E051DC6-F2F2-0D1E-4AE2-FCDF4385E16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04158" y="3403100"/>
                  <a:ext cx="183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54E1CA-F1E7-9775-08E1-333C36DF8C8E}"/>
                    </a:ext>
                  </a:extLst>
                </p14:cNvPr>
                <p14:cNvContentPartPr/>
                <p14:nvPr/>
              </p14:nvContentPartPr>
              <p14:xfrm>
                <a:off x="9877838" y="3084860"/>
                <a:ext cx="584640" cy="37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54E1CA-F1E7-9775-08E1-333C36DF8C8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73518" y="3080540"/>
                  <a:ext cx="5932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44D66A-61E3-8343-2468-F26EA96A4948}"/>
                    </a:ext>
                  </a:extLst>
                </p14:cNvPr>
                <p14:cNvContentPartPr/>
                <p14:nvPr/>
              </p14:nvContentPartPr>
              <p14:xfrm>
                <a:off x="10395878" y="3233540"/>
                <a:ext cx="365760" cy="74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44D66A-61E3-8343-2468-F26EA96A494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91558" y="3229220"/>
                  <a:ext cx="374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8CB899-A18F-6612-5BB9-850AEAF35456}"/>
                    </a:ext>
                  </a:extLst>
                </p14:cNvPr>
                <p14:cNvContentPartPr/>
                <p14:nvPr/>
              </p14:nvContentPartPr>
              <p14:xfrm>
                <a:off x="6174518" y="4977380"/>
                <a:ext cx="1084320" cy="122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8CB899-A18F-6612-5BB9-850AEAF354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70198" y="4973060"/>
                  <a:ext cx="10929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F4B549-9D54-1431-2C44-91D2DAA1D8A4}"/>
                    </a:ext>
                  </a:extLst>
                </p14:cNvPr>
                <p14:cNvContentPartPr/>
                <p14:nvPr/>
              </p14:nvContentPartPr>
              <p14:xfrm>
                <a:off x="8378438" y="4583180"/>
                <a:ext cx="541800" cy="762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F4B549-9D54-1431-2C44-91D2DAA1D8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74118" y="4578860"/>
                  <a:ext cx="55044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E54D6D-A711-88B9-2909-E07FF8F04BAE}"/>
                    </a:ext>
                  </a:extLst>
                </p14:cNvPr>
                <p14:cNvContentPartPr/>
                <p14:nvPr/>
              </p14:nvContentPartPr>
              <p14:xfrm>
                <a:off x="9077558" y="4554380"/>
                <a:ext cx="708120" cy="520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E54D6D-A711-88B9-2909-E07FF8F04BA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73238" y="4550060"/>
                  <a:ext cx="7167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5CF99C-59EB-9D41-B5E6-9E9D7FBCC7DE}"/>
                    </a:ext>
                  </a:extLst>
                </p14:cNvPr>
                <p14:cNvContentPartPr/>
                <p14:nvPr/>
              </p14:nvContentPartPr>
              <p14:xfrm>
                <a:off x="10155038" y="4279700"/>
                <a:ext cx="52920" cy="781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5CF99C-59EB-9D41-B5E6-9E9D7FBCC7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50718" y="4275380"/>
                  <a:ext cx="6156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47B78A-A1F1-DEC2-1B05-B66DB0691211}"/>
                    </a:ext>
                  </a:extLst>
                </p14:cNvPr>
                <p14:cNvContentPartPr/>
                <p14:nvPr/>
              </p14:nvContentPartPr>
              <p14:xfrm>
                <a:off x="10533398" y="4802780"/>
                <a:ext cx="47520" cy="100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47B78A-A1F1-DEC2-1B05-B66DB06912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29078" y="4798460"/>
                  <a:ext cx="56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625BB6-3DA9-055D-E8B2-91D2FFF3487A}"/>
                    </a:ext>
                  </a:extLst>
                </p14:cNvPr>
                <p14:cNvContentPartPr/>
                <p14:nvPr/>
              </p14:nvContentPartPr>
              <p14:xfrm>
                <a:off x="10211198" y="4521980"/>
                <a:ext cx="999000" cy="476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625BB6-3DA9-055D-E8B2-91D2FFF348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06878" y="4517660"/>
                  <a:ext cx="10076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601542-5439-7055-6B8F-2AADEB708D57}"/>
                    </a:ext>
                  </a:extLst>
                </p14:cNvPr>
                <p14:cNvContentPartPr/>
                <p14:nvPr/>
              </p14:nvContentPartPr>
              <p14:xfrm>
                <a:off x="11105078" y="4512980"/>
                <a:ext cx="266040" cy="411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601542-5439-7055-6B8F-2AADEB708D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00758" y="4508660"/>
                  <a:ext cx="274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65B98E-1C25-1567-2F1C-0F0F22DDEB9B}"/>
                    </a:ext>
                  </a:extLst>
                </p14:cNvPr>
                <p14:cNvContentPartPr/>
                <p14:nvPr/>
              </p14:nvContentPartPr>
              <p14:xfrm>
                <a:off x="10510358" y="4849220"/>
                <a:ext cx="455400" cy="568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65B98E-1C25-1567-2F1C-0F0F22DDEB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06038" y="4844900"/>
                  <a:ext cx="4640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A0BF22-9109-171B-4712-9C5E48D07FEA}"/>
                    </a:ext>
                  </a:extLst>
                </p14:cNvPr>
                <p14:cNvContentPartPr/>
                <p14:nvPr/>
              </p14:nvContentPartPr>
              <p14:xfrm>
                <a:off x="10965038" y="5257460"/>
                <a:ext cx="58320" cy="1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A0BF22-9109-171B-4712-9C5E48D07F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60718" y="5253140"/>
                  <a:ext cx="66960" cy="2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914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87E84301-D637-AE6C-10ED-E901A92224F5}"/>
              </a:ext>
            </a:extLst>
          </p:cNvPr>
          <p:cNvGrpSpPr/>
          <p:nvPr/>
        </p:nvGrpSpPr>
        <p:grpSpPr>
          <a:xfrm>
            <a:off x="176198" y="163100"/>
            <a:ext cx="11515320" cy="6450120"/>
            <a:chOff x="176198" y="163100"/>
            <a:chExt cx="11515320" cy="64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56ED9C8-5984-EF39-6CAD-F854B4357997}"/>
                    </a:ext>
                  </a:extLst>
                </p14:cNvPr>
                <p14:cNvContentPartPr/>
                <p14:nvPr/>
              </p14:nvContentPartPr>
              <p14:xfrm>
                <a:off x="176198" y="208100"/>
                <a:ext cx="597600" cy="1220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56ED9C8-5984-EF39-6CAD-F854B43579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878" y="203780"/>
                  <a:ext cx="606240" cy="12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1F0B89-58B2-B2A0-C6AE-03F1E37657F6}"/>
                    </a:ext>
                  </a:extLst>
                </p14:cNvPr>
                <p14:cNvContentPartPr/>
                <p14:nvPr/>
              </p14:nvContentPartPr>
              <p14:xfrm>
                <a:off x="1178798" y="336980"/>
                <a:ext cx="137880" cy="955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1F0B89-58B2-B2A0-C6AE-03F1E37657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4478" y="332660"/>
                  <a:ext cx="14652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2A8DD2-9E78-B075-C269-4C3F2CDE19C5}"/>
                    </a:ext>
                  </a:extLst>
                </p14:cNvPr>
                <p14:cNvContentPartPr/>
                <p14:nvPr/>
              </p14:nvContentPartPr>
              <p14:xfrm>
                <a:off x="961718" y="862220"/>
                <a:ext cx="500760" cy="4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2A8DD2-9E78-B075-C269-4C3F2CDE19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7398" y="857900"/>
                  <a:ext cx="509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35CD680-A901-A17C-5DE3-8E7F16B00D57}"/>
                    </a:ext>
                  </a:extLst>
                </p14:cNvPr>
                <p14:cNvContentPartPr/>
                <p14:nvPr/>
              </p14:nvContentPartPr>
              <p14:xfrm>
                <a:off x="1495958" y="876260"/>
                <a:ext cx="465120" cy="279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35CD680-A901-A17C-5DE3-8E7F16B00D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1638" y="871940"/>
                  <a:ext cx="473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C8385C-191D-B123-6263-A9C076440D6B}"/>
                    </a:ext>
                  </a:extLst>
                </p14:cNvPr>
                <p14:cNvContentPartPr/>
                <p14:nvPr/>
              </p14:nvContentPartPr>
              <p14:xfrm>
                <a:off x="2252318" y="824780"/>
                <a:ext cx="734040" cy="1052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C8385C-191D-B123-6263-A9C076440D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47998" y="820460"/>
                  <a:ext cx="742680" cy="10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D03B88-A567-98C0-BC1B-188BBB310A7F}"/>
                    </a:ext>
                  </a:extLst>
                </p14:cNvPr>
                <p14:cNvContentPartPr/>
                <p14:nvPr/>
              </p14:nvContentPartPr>
              <p14:xfrm>
                <a:off x="3837398" y="375140"/>
                <a:ext cx="86040" cy="6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D03B88-A567-98C0-BC1B-188BBB310A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33078" y="370820"/>
                  <a:ext cx="94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C4CCCE-AD94-93CB-5C0D-8B6E3AD00B32}"/>
                    </a:ext>
                  </a:extLst>
                </p14:cNvPr>
                <p14:cNvContentPartPr/>
                <p14:nvPr/>
              </p14:nvContentPartPr>
              <p14:xfrm>
                <a:off x="3632558" y="1194500"/>
                <a:ext cx="232920" cy="143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C4CCCE-AD94-93CB-5C0D-8B6E3AD00B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28238" y="1190180"/>
                  <a:ext cx="241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4D5FD3-7B8F-76F4-3F07-39F55F2EB709}"/>
                    </a:ext>
                  </a:extLst>
                </p14:cNvPr>
                <p14:cNvContentPartPr/>
                <p14:nvPr/>
              </p14:nvContentPartPr>
              <p14:xfrm>
                <a:off x="4343918" y="784100"/>
                <a:ext cx="518760" cy="63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4D5FD3-7B8F-76F4-3F07-39F55F2EB7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39598" y="779780"/>
                  <a:ext cx="527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119E4E-61F3-2BA1-D0BF-E35793523918}"/>
                    </a:ext>
                  </a:extLst>
                </p14:cNvPr>
                <p14:cNvContentPartPr/>
                <p14:nvPr/>
              </p14:nvContentPartPr>
              <p14:xfrm>
                <a:off x="5148878" y="163100"/>
                <a:ext cx="2037960" cy="200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119E4E-61F3-2BA1-D0BF-E357935239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44558" y="158780"/>
                  <a:ext cx="2046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D5F9C2-8D3E-5EBB-135A-21B9AD7E4323}"/>
                    </a:ext>
                  </a:extLst>
                </p14:cNvPr>
                <p14:cNvContentPartPr/>
                <p14:nvPr/>
              </p14:nvContentPartPr>
              <p14:xfrm>
                <a:off x="6140678" y="418340"/>
                <a:ext cx="60480" cy="68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D5F9C2-8D3E-5EBB-135A-21B9AD7E432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36358" y="414020"/>
                  <a:ext cx="6912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95D03C-C8FD-C567-3EA4-FB39D01510B6}"/>
                    </a:ext>
                  </a:extLst>
                </p14:cNvPr>
                <p14:cNvContentPartPr/>
                <p14:nvPr/>
              </p14:nvContentPartPr>
              <p14:xfrm>
                <a:off x="6607238" y="660260"/>
                <a:ext cx="614160" cy="475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95D03C-C8FD-C567-3EA4-FB39D01510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02918" y="655940"/>
                  <a:ext cx="6228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3B53C5-FE58-4F7C-9426-656D51842999}"/>
                    </a:ext>
                  </a:extLst>
                </p14:cNvPr>
                <p14:cNvContentPartPr/>
                <p14:nvPr/>
              </p14:nvContentPartPr>
              <p14:xfrm>
                <a:off x="7425878" y="786260"/>
                <a:ext cx="170280" cy="124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3B53C5-FE58-4F7C-9426-656D518429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21558" y="781940"/>
                  <a:ext cx="178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5EB3BF3-56DC-FCFF-5DA2-C8700E09AA0F}"/>
                    </a:ext>
                  </a:extLst>
                </p14:cNvPr>
                <p14:cNvContentPartPr/>
                <p14:nvPr/>
              </p14:nvContentPartPr>
              <p14:xfrm>
                <a:off x="7321118" y="876260"/>
                <a:ext cx="384840" cy="261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5EB3BF3-56DC-FCFF-5DA2-C8700E09AA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6798" y="871940"/>
                  <a:ext cx="393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6F2DE8-CACA-D16F-EF91-D102D76932B2}"/>
                    </a:ext>
                  </a:extLst>
                </p14:cNvPr>
                <p14:cNvContentPartPr/>
                <p14:nvPr/>
              </p14:nvContentPartPr>
              <p14:xfrm>
                <a:off x="7969838" y="487820"/>
                <a:ext cx="232920" cy="476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6F2DE8-CACA-D16F-EF91-D102D76932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5518" y="483500"/>
                  <a:ext cx="2415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D60FCC-2160-C0F9-8ECA-4575317FA5D9}"/>
                    </a:ext>
                  </a:extLst>
                </p14:cNvPr>
                <p14:cNvContentPartPr/>
                <p14:nvPr/>
              </p14:nvContentPartPr>
              <p14:xfrm>
                <a:off x="7766078" y="694100"/>
                <a:ext cx="863640" cy="10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D60FCC-2160-C0F9-8ECA-4575317FA5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61758" y="689780"/>
                  <a:ext cx="872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B16D35-7069-5019-94C8-CD649AF6FBD8}"/>
                    </a:ext>
                  </a:extLst>
                </p14:cNvPr>
                <p14:cNvContentPartPr/>
                <p14:nvPr/>
              </p14:nvContentPartPr>
              <p14:xfrm>
                <a:off x="7302398" y="831260"/>
                <a:ext cx="677520" cy="363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B16D35-7069-5019-94C8-CD649AF6FB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98078" y="826940"/>
                  <a:ext cx="686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DE094A-8319-9AF1-47C1-D1ED3DB5397F}"/>
                    </a:ext>
                  </a:extLst>
                </p14:cNvPr>
                <p14:cNvContentPartPr/>
                <p14:nvPr/>
              </p14:nvContentPartPr>
              <p14:xfrm>
                <a:off x="7275398" y="749540"/>
                <a:ext cx="438120" cy="661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DE094A-8319-9AF1-47C1-D1ED3DB539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71078" y="745220"/>
                  <a:ext cx="44676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6BE19A9-C847-5FC3-3BAF-49133391DCAE}"/>
                    </a:ext>
                  </a:extLst>
                </p14:cNvPr>
                <p14:cNvContentPartPr/>
                <p14:nvPr/>
              </p14:nvContentPartPr>
              <p14:xfrm>
                <a:off x="6169478" y="1513460"/>
                <a:ext cx="3010320" cy="14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6BE19A9-C847-5FC3-3BAF-49133391DC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65158" y="1509140"/>
                  <a:ext cx="3018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38AD3C-550C-0358-708E-ABA235942EEB}"/>
                    </a:ext>
                  </a:extLst>
                </p14:cNvPr>
                <p14:cNvContentPartPr/>
                <p14:nvPr/>
              </p14:nvContentPartPr>
              <p14:xfrm>
                <a:off x="8548718" y="700580"/>
                <a:ext cx="1199520" cy="194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38AD3C-550C-0358-708E-ABA235942EE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44398" y="696260"/>
                  <a:ext cx="1208160" cy="19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9348B9-E666-A746-CA78-D79D4D07B933}"/>
                    </a:ext>
                  </a:extLst>
                </p14:cNvPr>
                <p14:cNvContentPartPr/>
                <p14:nvPr/>
              </p14:nvContentPartPr>
              <p14:xfrm>
                <a:off x="8068838" y="2122220"/>
                <a:ext cx="1343160" cy="676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9348B9-E666-A746-CA78-D79D4D07B9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64518" y="2117900"/>
                  <a:ext cx="135180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9A87BE-EEF9-4F51-537D-CF7C5CF709C0}"/>
                    </a:ext>
                  </a:extLst>
                </p14:cNvPr>
                <p14:cNvContentPartPr/>
                <p14:nvPr/>
              </p14:nvContentPartPr>
              <p14:xfrm>
                <a:off x="1529078" y="4212380"/>
                <a:ext cx="70920" cy="144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9A87BE-EEF9-4F51-537D-CF7C5CF709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24758" y="4208060"/>
                  <a:ext cx="79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FF38BD-960E-E189-9F32-2327741DB066}"/>
                    </a:ext>
                  </a:extLst>
                </p14:cNvPr>
                <p14:cNvContentPartPr/>
                <p14:nvPr/>
              </p14:nvContentPartPr>
              <p14:xfrm>
                <a:off x="1772438" y="4108700"/>
                <a:ext cx="108360" cy="207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FF38BD-960E-E189-9F32-2327741DB0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68118" y="4104380"/>
                  <a:ext cx="117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B69D18-5FF1-6FD5-ACF1-DE7E0DB00200}"/>
                    </a:ext>
                  </a:extLst>
                </p14:cNvPr>
                <p14:cNvContentPartPr/>
                <p14:nvPr/>
              </p14:nvContentPartPr>
              <p14:xfrm>
                <a:off x="2256638" y="4055060"/>
                <a:ext cx="65520" cy="220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B69D18-5FF1-6FD5-ACF1-DE7E0DB0020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2318" y="4050740"/>
                  <a:ext cx="74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077381C-B1F6-C7A0-393E-311CE5FD6B06}"/>
                    </a:ext>
                  </a:extLst>
                </p14:cNvPr>
                <p14:cNvContentPartPr/>
                <p14:nvPr/>
              </p14:nvContentPartPr>
              <p14:xfrm>
                <a:off x="763718" y="5394260"/>
                <a:ext cx="75240" cy="133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077381C-B1F6-C7A0-393E-311CE5FD6B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9398" y="5389940"/>
                  <a:ext cx="83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B14D1E-B0A6-75F4-A2BD-93A84CBEAEC6}"/>
                    </a:ext>
                  </a:extLst>
                </p14:cNvPr>
                <p14:cNvContentPartPr/>
                <p14:nvPr/>
              </p14:nvContentPartPr>
              <p14:xfrm>
                <a:off x="1044878" y="5309660"/>
                <a:ext cx="178920" cy="243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B14D1E-B0A6-75F4-A2BD-93A84CBEAEC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0558" y="5305340"/>
                  <a:ext cx="187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D7C024-8099-B29B-2242-FABAA92F6FE6}"/>
                    </a:ext>
                  </a:extLst>
                </p14:cNvPr>
                <p14:cNvContentPartPr/>
                <p14:nvPr/>
              </p14:nvContentPartPr>
              <p14:xfrm>
                <a:off x="1485878" y="5244500"/>
                <a:ext cx="57240" cy="9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D7C024-8099-B29B-2242-FABAA92F6F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81558" y="5240180"/>
                  <a:ext cx="65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A7C242-8CE3-6805-1200-FB6A111E2401}"/>
                    </a:ext>
                  </a:extLst>
                </p14:cNvPr>
                <p14:cNvContentPartPr/>
                <p14:nvPr/>
              </p14:nvContentPartPr>
              <p14:xfrm>
                <a:off x="1634558" y="5265020"/>
                <a:ext cx="116280" cy="11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A7C242-8CE3-6805-1200-FB6A111E24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30238" y="5260700"/>
                  <a:ext cx="124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F07023F-8970-AB48-B379-67CD3D4E847A}"/>
                    </a:ext>
                  </a:extLst>
                </p14:cNvPr>
                <p14:cNvContentPartPr/>
                <p14:nvPr/>
              </p14:nvContentPartPr>
              <p14:xfrm>
                <a:off x="1975118" y="5190140"/>
                <a:ext cx="33480" cy="9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F07023F-8970-AB48-B379-67CD3D4E84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70798" y="5185820"/>
                  <a:ext cx="42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927A28-38DB-EC07-4063-C0F3322EEC63}"/>
                    </a:ext>
                  </a:extLst>
                </p14:cNvPr>
                <p14:cNvContentPartPr/>
                <p14:nvPr/>
              </p14:nvContentPartPr>
              <p14:xfrm>
                <a:off x="2187878" y="5170700"/>
                <a:ext cx="32760" cy="17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927A28-38DB-EC07-4063-C0F3322EEC6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83558" y="5166380"/>
                  <a:ext cx="4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B992568-F66A-BBA2-6189-2B8A0067356D}"/>
                    </a:ext>
                  </a:extLst>
                </p14:cNvPr>
                <p14:cNvContentPartPr/>
                <p14:nvPr/>
              </p14:nvContentPartPr>
              <p14:xfrm>
                <a:off x="3601958" y="2413820"/>
                <a:ext cx="119160" cy="264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B992568-F66A-BBA2-6189-2B8A0067356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7638" y="2409500"/>
                  <a:ext cx="1278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CE07CA-3A1D-4520-A3BA-10C537F6A6D5}"/>
                    </a:ext>
                  </a:extLst>
                </p14:cNvPr>
                <p14:cNvContentPartPr/>
                <p14:nvPr/>
              </p14:nvContentPartPr>
              <p14:xfrm>
                <a:off x="4702118" y="2288180"/>
                <a:ext cx="231120" cy="410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CE07CA-3A1D-4520-A3BA-10C537F6A6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97798" y="2283860"/>
                  <a:ext cx="2397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71376B-7E9A-4CE8-320E-B3BCD6344547}"/>
                    </a:ext>
                  </a:extLst>
                </p14:cNvPr>
                <p14:cNvContentPartPr/>
                <p14:nvPr/>
              </p14:nvContentPartPr>
              <p14:xfrm>
                <a:off x="2906438" y="3134180"/>
                <a:ext cx="94320" cy="21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71376B-7E9A-4CE8-320E-B3BCD63445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02118" y="3129860"/>
                  <a:ext cx="102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16A57EB-E244-7427-DFE2-3A95A45C212D}"/>
                    </a:ext>
                  </a:extLst>
                </p14:cNvPr>
                <p14:cNvContentPartPr/>
                <p14:nvPr/>
              </p14:nvContentPartPr>
              <p14:xfrm>
                <a:off x="3128558" y="3125900"/>
                <a:ext cx="92160" cy="182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16A57EB-E244-7427-DFE2-3A95A45C212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24238" y="3121580"/>
                  <a:ext cx="100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8D943E-D96B-8B76-680A-E36623E320CE}"/>
                    </a:ext>
                  </a:extLst>
                </p14:cNvPr>
                <p14:cNvContentPartPr/>
                <p14:nvPr/>
              </p14:nvContentPartPr>
              <p14:xfrm>
                <a:off x="4946918" y="3249740"/>
                <a:ext cx="142560" cy="122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8D943E-D96B-8B76-680A-E36623E320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42598" y="3245420"/>
                  <a:ext cx="151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98A45D-02A6-08EA-3346-8C10CD4FF273}"/>
                    </a:ext>
                  </a:extLst>
                </p14:cNvPr>
                <p14:cNvContentPartPr/>
                <p14:nvPr/>
              </p14:nvContentPartPr>
              <p14:xfrm>
                <a:off x="5217998" y="3315980"/>
                <a:ext cx="120960" cy="107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98A45D-02A6-08EA-3346-8C10CD4FF2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13678" y="3311660"/>
                  <a:ext cx="129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139ED4-AB9B-A148-C79D-F97E9E1C6268}"/>
                    </a:ext>
                  </a:extLst>
                </p14:cNvPr>
                <p14:cNvContentPartPr/>
                <p14:nvPr/>
              </p14:nvContentPartPr>
              <p14:xfrm>
                <a:off x="4047278" y="4331540"/>
                <a:ext cx="216360" cy="139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139ED4-AB9B-A148-C79D-F97E9E1C62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42958" y="4327220"/>
                  <a:ext cx="225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E5C7DD-2E06-4739-0F2D-7875456AB539}"/>
                    </a:ext>
                  </a:extLst>
                </p14:cNvPr>
                <p14:cNvContentPartPr/>
                <p14:nvPr/>
              </p14:nvContentPartPr>
              <p14:xfrm>
                <a:off x="4464518" y="4364300"/>
                <a:ext cx="146160" cy="127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E5C7DD-2E06-4739-0F2D-7875456AB53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60198" y="4359980"/>
                  <a:ext cx="154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ED3FB3-C715-FB4B-69F0-4CC7D492DCA0}"/>
                    </a:ext>
                  </a:extLst>
                </p14:cNvPr>
                <p14:cNvContentPartPr/>
                <p14:nvPr/>
              </p14:nvContentPartPr>
              <p14:xfrm>
                <a:off x="5014238" y="4309220"/>
                <a:ext cx="222840" cy="237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ED3FB3-C715-FB4B-69F0-4CC7D492DC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09918" y="4304900"/>
                  <a:ext cx="231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9F2F74-5151-2BC6-ED5F-629A031F5AEA}"/>
                    </a:ext>
                  </a:extLst>
                </p14:cNvPr>
                <p14:cNvContentPartPr/>
                <p14:nvPr/>
              </p14:nvContentPartPr>
              <p14:xfrm>
                <a:off x="4382438" y="5299580"/>
                <a:ext cx="207720" cy="13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9F2F74-5151-2BC6-ED5F-629A031F5A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78118" y="5295260"/>
                  <a:ext cx="216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89CA03-7BD9-D7AD-DB2F-0F153FE9392D}"/>
                    </a:ext>
                  </a:extLst>
                </p14:cNvPr>
                <p14:cNvContentPartPr/>
                <p14:nvPr/>
              </p14:nvContentPartPr>
              <p14:xfrm>
                <a:off x="4577918" y="5331260"/>
                <a:ext cx="127080" cy="147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89CA03-7BD9-D7AD-DB2F-0F153FE9392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73598" y="5326940"/>
                  <a:ext cx="135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1E773E-FE7F-36D6-4B9F-7A691F4ABA7A}"/>
                    </a:ext>
                  </a:extLst>
                </p14:cNvPr>
                <p14:cNvContentPartPr/>
                <p14:nvPr/>
              </p14:nvContentPartPr>
              <p14:xfrm>
                <a:off x="5039798" y="5319380"/>
                <a:ext cx="182520" cy="140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1E773E-FE7F-36D6-4B9F-7A691F4ABA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35478" y="5315060"/>
                  <a:ext cx="191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6C93EC-C09D-541A-8932-84A08936E272}"/>
                    </a:ext>
                  </a:extLst>
                </p14:cNvPr>
                <p14:cNvContentPartPr/>
                <p14:nvPr/>
              </p14:nvContentPartPr>
              <p14:xfrm>
                <a:off x="5310878" y="5410460"/>
                <a:ext cx="168120" cy="194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6C93EC-C09D-541A-8932-84A08936E2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06558" y="5406140"/>
                  <a:ext cx="176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7E99452-1D0A-2782-68AA-345D9EC24C8A}"/>
                    </a:ext>
                  </a:extLst>
                </p14:cNvPr>
                <p14:cNvContentPartPr/>
                <p14:nvPr/>
              </p14:nvContentPartPr>
              <p14:xfrm>
                <a:off x="5880038" y="5412980"/>
                <a:ext cx="163080" cy="176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7E99452-1D0A-2782-68AA-345D9EC24C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75718" y="5408660"/>
                  <a:ext cx="171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2508707-BFC5-14B0-5569-D777DBE0E1BA}"/>
                    </a:ext>
                  </a:extLst>
                </p14:cNvPr>
                <p14:cNvContentPartPr/>
                <p14:nvPr/>
              </p14:nvContentPartPr>
              <p14:xfrm>
                <a:off x="6078038" y="5581820"/>
                <a:ext cx="172800" cy="18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2508707-BFC5-14B0-5569-D777DBE0E1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3718" y="5577500"/>
                  <a:ext cx="181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D7F99D3-BAF1-45CC-045E-51D92A3DC0D7}"/>
                    </a:ext>
                  </a:extLst>
                </p14:cNvPr>
                <p14:cNvContentPartPr/>
                <p14:nvPr/>
              </p14:nvContentPartPr>
              <p14:xfrm>
                <a:off x="5185598" y="1910180"/>
                <a:ext cx="2103120" cy="4703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D7F99D3-BAF1-45CC-045E-51D92A3DC0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81278" y="1905860"/>
                  <a:ext cx="2111760" cy="47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09261E-031B-6366-D163-612104FEC625}"/>
                    </a:ext>
                  </a:extLst>
                </p14:cNvPr>
                <p14:cNvContentPartPr/>
                <p14:nvPr/>
              </p14:nvContentPartPr>
              <p14:xfrm>
                <a:off x="5537678" y="4437380"/>
                <a:ext cx="1212840" cy="1342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09261E-031B-6366-D163-612104FEC62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33358" y="4433060"/>
                  <a:ext cx="1221480" cy="13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E250F4A-9855-23A5-E917-CF1BEF2DCA1F}"/>
                    </a:ext>
                  </a:extLst>
                </p14:cNvPr>
                <p14:cNvContentPartPr/>
                <p14:nvPr/>
              </p14:nvContentPartPr>
              <p14:xfrm>
                <a:off x="6651878" y="4809620"/>
                <a:ext cx="1373040" cy="259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E250F4A-9855-23A5-E917-CF1BEF2DCA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47558" y="4805300"/>
                  <a:ext cx="1381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54E17F-DF92-FBA0-C295-1A63A5253344}"/>
                    </a:ext>
                  </a:extLst>
                </p14:cNvPr>
                <p14:cNvContentPartPr/>
                <p14:nvPr/>
              </p14:nvContentPartPr>
              <p14:xfrm>
                <a:off x="8003678" y="4698380"/>
                <a:ext cx="21960" cy="24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54E17F-DF92-FBA0-C295-1A63A52533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99358" y="4694060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979529F-D5E8-E57F-F8FC-7F5F02A6F8F5}"/>
                    </a:ext>
                  </a:extLst>
                </p14:cNvPr>
                <p14:cNvContentPartPr/>
                <p14:nvPr/>
              </p14:nvContentPartPr>
              <p14:xfrm>
                <a:off x="8370158" y="4479140"/>
                <a:ext cx="153360" cy="837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979529F-D5E8-E57F-F8FC-7F5F02A6F8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65838" y="4474820"/>
                  <a:ext cx="16200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ADB3FA-AB70-BFF7-FA64-2CF079D360A8}"/>
                    </a:ext>
                  </a:extLst>
                </p14:cNvPr>
                <p14:cNvContentPartPr/>
                <p14:nvPr/>
              </p14:nvContentPartPr>
              <p14:xfrm>
                <a:off x="8585798" y="4184660"/>
                <a:ext cx="761400" cy="75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ADB3FA-AB70-BFF7-FA64-2CF079D360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81478" y="4180340"/>
                  <a:ext cx="77004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3B5A304-7FDD-3A62-0658-0052F1032AFC}"/>
                    </a:ext>
                  </a:extLst>
                </p14:cNvPr>
                <p14:cNvContentPartPr/>
                <p14:nvPr/>
              </p14:nvContentPartPr>
              <p14:xfrm>
                <a:off x="9469238" y="4086380"/>
                <a:ext cx="513360" cy="331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3B5A304-7FDD-3A62-0658-0052F1032A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64918" y="4082060"/>
                  <a:ext cx="5220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2C48B4-47AB-795A-40D4-A117962E2F15}"/>
                    </a:ext>
                  </a:extLst>
                </p14:cNvPr>
                <p14:cNvContentPartPr/>
                <p14:nvPr/>
              </p14:nvContentPartPr>
              <p14:xfrm>
                <a:off x="10152158" y="3432980"/>
                <a:ext cx="110160" cy="56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2C48B4-47AB-795A-40D4-A117962E2F1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47838" y="3428660"/>
                  <a:ext cx="1188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B9C2133-B67A-EB1D-C7F5-EC621E498778}"/>
                    </a:ext>
                  </a:extLst>
                </p14:cNvPr>
                <p14:cNvContentPartPr/>
                <p14:nvPr/>
              </p14:nvContentPartPr>
              <p14:xfrm>
                <a:off x="10181318" y="3715220"/>
                <a:ext cx="269280" cy="203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B9C2133-B67A-EB1D-C7F5-EC621E49877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76998" y="3710900"/>
                  <a:ext cx="277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4129F0-D4C2-990F-8213-17C81EEF9936}"/>
                    </a:ext>
                  </a:extLst>
                </p14:cNvPr>
                <p14:cNvContentPartPr/>
                <p14:nvPr/>
              </p14:nvContentPartPr>
              <p14:xfrm>
                <a:off x="10445198" y="3495980"/>
                <a:ext cx="29160" cy="13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34129F0-D4C2-990F-8213-17C81EEF993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40878" y="3491660"/>
                  <a:ext cx="37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045C68-FE8A-61EA-B666-14A1868F4040}"/>
                    </a:ext>
                  </a:extLst>
                </p14:cNvPr>
                <p14:cNvContentPartPr/>
                <p14:nvPr/>
              </p14:nvContentPartPr>
              <p14:xfrm>
                <a:off x="10019318" y="3450260"/>
                <a:ext cx="49680" cy="696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045C68-FE8A-61EA-B666-14A1868F40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14998" y="3445940"/>
                  <a:ext cx="5832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535D62B-020D-858A-5A5E-7F1158D52CE1}"/>
                    </a:ext>
                  </a:extLst>
                </p14:cNvPr>
                <p14:cNvContentPartPr/>
                <p14:nvPr/>
              </p14:nvContentPartPr>
              <p14:xfrm>
                <a:off x="10383638" y="3471140"/>
                <a:ext cx="17280" cy="64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535D62B-020D-858A-5A5E-7F1158D52C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79318" y="3466820"/>
                  <a:ext cx="25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9107325-F4FE-FDFA-480B-5423BE612BF6}"/>
                    </a:ext>
                  </a:extLst>
                </p14:cNvPr>
                <p14:cNvContentPartPr/>
                <p14:nvPr/>
              </p14:nvContentPartPr>
              <p14:xfrm>
                <a:off x="10550318" y="2891180"/>
                <a:ext cx="389520" cy="792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9107325-F4FE-FDFA-480B-5423BE612BF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5998" y="2886860"/>
                  <a:ext cx="39816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5675055-CC3C-32CF-0D01-08F820429DC3}"/>
                    </a:ext>
                  </a:extLst>
                </p14:cNvPr>
                <p14:cNvContentPartPr/>
                <p14:nvPr/>
              </p14:nvContentPartPr>
              <p14:xfrm>
                <a:off x="10917878" y="2983700"/>
                <a:ext cx="48600" cy="49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675055-CC3C-32CF-0D01-08F820429D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13558" y="2979380"/>
                  <a:ext cx="57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CE8060D-596E-A53E-279D-85BF0615BEDF}"/>
                    </a:ext>
                  </a:extLst>
                </p14:cNvPr>
                <p14:cNvContentPartPr/>
                <p14:nvPr/>
              </p14:nvContentPartPr>
              <p14:xfrm>
                <a:off x="11007158" y="3097820"/>
                <a:ext cx="276480" cy="243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CE8060D-596E-A53E-279D-85BF0615BE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02838" y="3093500"/>
                  <a:ext cx="285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75D1124-7B9F-02D2-8111-C665791CC8AD}"/>
                    </a:ext>
                  </a:extLst>
                </p14:cNvPr>
                <p14:cNvContentPartPr/>
                <p14:nvPr/>
              </p14:nvContentPartPr>
              <p14:xfrm>
                <a:off x="8619278" y="5343860"/>
                <a:ext cx="1228320" cy="62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75D1124-7B9F-02D2-8111-C665791CC8A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14958" y="5339540"/>
                  <a:ext cx="123696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BC1AFE-D7D7-6AD2-C80A-344608D6D6A6}"/>
                    </a:ext>
                  </a:extLst>
                </p14:cNvPr>
                <p14:cNvContentPartPr/>
                <p14:nvPr/>
              </p14:nvContentPartPr>
              <p14:xfrm>
                <a:off x="9973958" y="4961180"/>
                <a:ext cx="735840" cy="474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BC1AFE-D7D7-6AD2-C80A-344608D6D6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69638" y="4956860"/>
                  <a:ext cx="7444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D569F94-ACFE-C057-AEBD-D7085D67CD69}"/>
                    </a:ext>
                  </a:extLst>
                </p14:cNvPr>
                <p14:cNvContentPartPr/>
                <p14:nvPr/>
              </p14:nvContentPartPr>
              <p14:xfrm>
                <a:off x="11043518" y="4724660"/>
                <a:ext cx="18360" cy="3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D569F94-ACFE-C057-AEBD-D7085D67CD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39198" y="4720340"/>
                  <a:ext cx="27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9057E1-86EA-A49C-79CD-0E313CEE5D56}"/>
                    </a:ext>
                  </a:extLst>
                </p14:cNvPr>
                <p14:cNvContentPartPr/>
                <p14:nvPr/>
              </p14:nvContentPartPr>
              <p14:xfrm>
                <a:off x="11037398" y="4543220"/>
                <a:ext cx="269280" cy="256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9057E1-86EA-A49C-79CD-0E313CEE5D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33078" y="4538900"/>
                  <a:ext cx="277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49E6D2E-BCE9-B85F-3D0A-DB4D5FCE5F10}"/>
                    </a:ext>
                  </a:extLst>
                </p14:cNvPr>
                <p14:cNvContentPartPr/>
                <p14:nvPr/>
              </p14:nvContentPartPr>
              <p14:xfrm>
                <a:off x="11360318" y="4302380"/>
                <a:ext cx="288720" cy="249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49E6D2E-BCE9-B85F-3D0A-DB4D5FCE5F1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55998" y="4298060"/>
                  <a:ext cx="297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D7680A6-D3E3-8735-CE50-1F36443F8F3A}"/>
                    </a:ext>
                  </a:extLst>
                </p14:cNvPr>
                <p14:cNvContentPartPr/>
                <p14:nvPr/>
              </p14:nvContentPartPr>
              <p14:xfrm>
                <a:off x="11675318" y="4338380"/>
                <a:ext cx="16200" cy="3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D7680A6-D3E3-8735-CE50-1F36443F8F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70998" y="4334060"/>
                  <a:ext cx="24840" cy="1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4344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E9260D-CDBA-14E2-C31C-FBC09AD2FAE5}"/>
              </a:ext>
            </a:extLst>
          </p:cNvPr>
          <p:cNvGrpSpPr/>
          <p:nvPr/>
        </p:nvGrpSpPr>
        <p:grpSpPr>
          <a:xfrm>
            <a:off x="1430798" y="201260"/>
            <a:ext cx="2247840" cy="1429560"/>
            <a:chOff x="1430798" y="201260"/>
            <a:chExt cx="2247840" cy="14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94B6285-54C8-A6FA-4997-08FA1D176E23}"/>
                    </a:ext>
                  </a:extLst>
                </p14:cNvPr>
                <p14:cNvContentPartPr/>
                <p14:nvPr/>
              </p14:nvContentPartPr>
              <p14:xfrm>
                <a:off x="1430798" y="234020"/>
                <a:ext cx="252360" cy="784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94B6285-54C8-A6FA-4997-08FA1D176E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26478" y="229700"/>
                  <a:ext cx="26100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1DFA9F-8BC3-8A92-E600-658E391B4700}"/>
                    </a:ext>
                  </a:extLst>
                </p14:cNvPr>
                <p14:cNvContentPartPr/>
                <p14:nvPr/>
              </p14:nvContentPartPr>
              <p14:xfrm>
                <a:off x="1627358" y="612740"/>
                <a:ext cx="996480" cy="162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1DFA9F-8BC3-8A92-E600-658E391B47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3038" y="608420"/>
                  <a:ext cx="1005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6768BA-70F2-5C04-5E62-666051D28C6F}"/>
                    </a:ext>
                  </a:extLst>
                </p14:cNvPr>
                <p14:cNvContentPartPr/>
                <p14:nvPr/>
              </p14:nvContentPartPr>
              <p14:xfrm>
                <a:off x="3030638" y="321500"/>
                <a:ext cx="491040" cy="816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6768BA-70F2-5C04-5E62-666051D28C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26318" y="317180"/>
                  <a:ext cx="49968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1F187E-A115-3B34-B59A-2B8228B3A575}"/>
                    </a:ext>
                  </a:extLst>
                </p14:cNvPr>
                <p14:cNvContentPartPr/>
                <p14:nvPr/>
              </p14:nvContentPartPr>
              <p14:xfrm>
                <a:off x="3000758" y="201260"/>
                <a:ext cx="677880" cy="1429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1F187E-A115-3B34-B59A-2B8228B3A5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6438" y="196940"/>
                  <a:ext cx="686520" cy="14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F26FF6-78B5-8C50-1560-416173D651B7}"/>
                    </a:ext>
                  </a:extLst>
                </p14:cNvPr>
                <p14:cNvContentPartPr/>
                <p14:nvPr/>
              </p14:nvContentPartPr>
              <p14:xfrm>
                <a:off x="3375518" y="1269380"/>
                <a:ext cx="89640" cy="15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F26FF6-78B5-8C50-1560-416173D651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1198" y="1265060"/>
                  <a:ext cx="9828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07394D-A91D-39E6-9D8E-237FB33B8EE2}"/>
                  </a:ext>
                </a:extLst>
              </p14:cNvPr>
              <p14:cNvContentPartPr/>
              <p14:nvPr/>
            </p14:nvContentPartPr>
            <p14:xfrm>
              <a:off x="4489718" y="916580"/>
              <a:ext cx="76320" cy="39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07394D-A91D-39E6-9D8E-237FB33B8E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85398" y="912260"/>
                <a:ext cx="849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4EBF85-D721-4F4C-78AB-D13E184536D8}"/>
                  </a:ext>
                </a:extLst>
              </p14:cNvPr>
              <p14:cNvContentPartPr/>
              <p14:nvPr/>
            </p14:nvContentPartPr>
            <p14:xfrm>
              <a:off x="5147078" y="437780"/>
              <a:ext cx="96840" cy="63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4EBF85-D721-4F4C-78AB-D13E184536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42758" y="433460"/>
                <a:ext cx="10548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5A96A98-19E7-5525-32F1-634BC5A2248F}"/>
              </a:ext>
            </a:extLst>
          </p:cNvPr>
          <p:cNvGrpSpPr/>
          <p:nvPr/>
        </p:nvGrpSpPr>
        <p:grpSpPr>
          <a:xfrm>
            <a:off x="4948358" y="819020"/>
            <a:ext cx="784080" cy="771840"/>
            <a:chOff x="4948358" y="819020"/>
            <a:chExt cx="784080" cy="77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1F00ED-9F16-499D-66AF-BB49F8A695AF}"/>
                    </a:ext>
                  </a:extLst>
                </p14:cNvPr>
                <p14:cNvContentPartPr/>
                <p14:nvPr/>
              </p14:nvContentPartPr>
              <p14:xfrm>
                <a:off x="4948358" y="915500"/>
                <a:ext cx="176400" cy="675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1F00ED-9F16-499D-66AF-BB49F8A695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4038" y="911180"/>
                  <a:ext cx="18504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5507BB-16D2-FEEB-3A1E-77E788D6041E}"/>
                    </a:ext>
                  </a:extLst>
                </p14:cNvPr>
                <p14:cNvContentPartPr/>
                <p14:nvPr/>
              </p14:nvContentPartPr>
              <p14:xfrm>
                <a:off x="5514278" y="819020"/>
                <a:ext cx="218160" cy="605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5507BB-16D2-FEEB-3A1E-77E788D6041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09958" y="814700"/>
                  <a:ext cx="226800" cy="61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0971C0-8B84-12FA-7A3B-F4BD33AE5AA8}"/>
              </a:ext>
            </a:extLst>
          </p:cNvPr>
          <p:cNvGrpSpPr/>
          <p:nvPr/>
        </p:nvGrpSpPr>
        <p:grpSpPr>
          <a:xfrm>
            <a:off x="6324998" y="467300"/>
            <a:ext cx="663480" cy="825120"/>
            <a:chOff x="6324998" y="467300"/>
            <a:chExt cx="663480" cy="82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47B292-FCC9-5DD0-799D-A9886F435CC9}"/>
                    </a:ext>
                  </a:extLst>
                </p14:cNvPr>
                <p14:cNvContentPartPr/>
                <p14:nvPr/>
              </p14:nvContentPartPr>
              <p14:xfrm>
                <a:off x="6528758" y="467300"/>
                <a:ext cx="123480" cy="825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47B292-FCC9-5DD0-799D-A9886F435C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24438" y="462980"/>
                  <a:ext cx="13212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4DBE77-5BEA-7139-C346-ACCAC7CFF4C3}"/>
                    </a:ext>
                  </a:extLst>
                </p14:cNvPr>
                <p14:cNvContentPartPr/>
                <p14:nvPr/>
              </p14:nvContentPartPr>
              <p14:xfrm>
                <a:off x="6324998" y="1004420"/>
                <a:ext cx="663480" cy="10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4DBE77-5BEA-7139-C346-ACCAC7CFF4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20678" y="1000100"/>
                  <a:ext cx="67212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E887A8-52D2-6016-6223-D6788911C186}"/>
                  </a:ext>
                </a:extLst>
              </p14:cNvPr>
              <p14:cNvContentPartPr/>
              <p14:nvPr/>
            </p14:nvContentPartPr>
            <p14:xfrm>
              <a:off x="7329398" y="793820"/>
              <a:ext cx="118440" cy="61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E887A8-52D2-6016-6223-D6788911C18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25078" y="789500"/>
                <a:ext cx="12708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04D3F46-2B46-4FF6-EDA9-C5C89B082E20}"/>
              </a:ext>
            </a:extLst>
          </p:cNvPr>
          <p:cNvGrpSpPr/>
          <p:nvPr/>
        </p:nvGrpSpPr>
        <p:grpSpPr>
          <a:xfrm>
            <a:off x="4793558" y="2711540"/>
            <a:ext cx="1078560" cy="1427400"/>
            <a:chOff x="4793558" y="2711540"/>
            <a:chExt cx="1078560" cy="14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7B737C-4697-BF01-D508-6622B1376D44}"/>
                    </a:ext>
                  </a:extLst>
                </p14:cNvPr>
                <p14:cNvContentPartPr/>
                <p14:nvPr/>
              </p14:nvContentPartPr>
              <p14:xfrm>
                <a:off x="5360198" y="2711540"/>
                <a:ext cx="99360" cy="76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7B737C-4697-BF01-D508-6622B1376D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55878" y="2707220"/>
                  <a:ext cx="10800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69111E-95E7-63EC-C749-8D186922E338}"/>
                    </a:ext>
                  </a:extLst>
                </p14:cNvPr>
                <p14:cNvContentPartPr/>
                <p14:nvPr/>
              </p14:nvContentPartPr>
              <p14:xfrm>
                <a:off x="4793558" y="3570860"/>
                <a:ext cx="586440" cy="568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69111E-95E7-63EC-C749-8D186922E3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89238" y="3566540"/>
                  <a:ext cx="59508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8DA46D4-64CF-EF48-ACD8-A73BB97E5050}"/>
                    </a:ext>
                  </a:extLst>
                </p14:cNvPr>
                <p14:cNvContentPartPr/>
                <p14:nvPr/>
              </p14:nvContentPartPr>
              <p14:xfrm>
                <a:off x="5526878" y="3252980"/>
                <a:ext cx="345240" cy="19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8DA46D4-64CF-EF48-ACD8-A73BB97E50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22558" y="3248660"/>
                  <a:ext cx="3538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279455-AB3D-A748-5C70-6F4DE6FDABA8}"/>
              </a:ext>
            </a:extLst>
          </p:cNvPr>
          <p:cNvGrpSpPr/>
          <p:nvPr/>
        </p:nvGrpSpPr>
        <p:grpSpPr>
          <a:xfrm>
            <a:off x="692798" y="2608580"/>
            <a:ext cx="3515400" cy="3239640"/>
            <a:chOff x="692798" y="2608580"/>
            <a:chExt cx="3515400" cy="32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E6FC3EC-43EE-10BE-AF70-71DA075DA572}"/>
                    </a:ext>
                  </a:extLst>
                </p14:cNvPr>
                <p14:cNvContentPartPr/>
                <p14:nvPr/>
              </p14:nvContentPartPr>
              <p14:xfrm>
                <a:off x="885758" y="3066500"/>
                <a:ext cx="88200" cy="50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E6FC3EC-43EE-10BE-AF70-71DA075DA5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1438" y="3062180"/>
                  <a:ext cx="9684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7A42D2C-D7AA-93CC-715B-5B9E3CA8C86E}"/>
                    </a:ext>
                  </a:extLst>
                </p14:cNvPr>
                <p14:cNvContentPartPr/>
                <p14:nvPr/>
              </p14:nvContentPartPr>
              <p14:xfrm>
                <a:off x="925358" y="2677700"/>
                <a:ext cx="123480" cy="81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7A42D2C-D7AA-93CC-715B-5B9E3CA8C8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1038" y="2673380"/>
                  <a:ext cx="132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751E56-3BB4-3D8C-6263-7DA8117DFFB0}"/>
                    </a:ext>
                  </a:extLst>
                </p14:cNvPr>
                <p14:cNvContentPartPr/>
                <p14:nvPr/>
              </p14:nvContentPartPr>
              <p14:xfrm>
                <a:off x="1377878" y="2921060"/>
                <a:ext cx="206280" cy="54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751E56-3BB4-3D8C-6263-7DA8117DFF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73558" y="2916740"/>
                  <a:ext cx="21492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B184C5-1F52-E2FF-F5D2-F1A77CBE9C76}"/>
                    </a:ext>
                  </a:extLst>
                </p14:cNvPr>
                <p14:cNvContentPartPr/>
                <p14:nvPr/>
              </p14:nvContentPartPr>
              <p14:xfrm>
                <a:off x="1933358" y="2775620"/>
                <a:ext cx="45000" cy="448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B184C5-1F52-E2FF-F5D2-F1A77CBE9C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29038" y="2771300"/>
                  <a:ext cx="536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CADEB0-A9BD-C4EC-CB80-9FADFA72B824}"/>
                    </a:ext>
                  </a:extLst>
                </p14:cNvPr>
                <p14:cNvContentPartPr/>
                <p14:nvPr/>
              </p14:nvContentPartPr>
              <p14:xfrm>
                <a:off x="1881518" y="2608580"/>
                <a:ext cx="1897560" cy="1148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CADEB0-A9BD-C4EC-CB80-9FADFA72B8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77198" y="2604260"/>
                  <a:ext cx="190620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71B7AB-C9ED-32D3-E5C5-B17D8C60A970}"/>
                    </a:ext>
                  </a:extLst>
                </p14:cNvPr>
                <p14:cNvContentPartPr/>
                <p14:nvPr/>
              </p14:nvContentPartPr>
              <p14:xfrm>
                <a:off x="4140158" y="2695340"/>
                <a:ext cx="68040" cy="36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71B7AB-C9ED-32D3-E5C5-B17D8C60A9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35838" y="2691020"/>
                  <a:ext cx="7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474825-B147-2E55-AE2E-B5BC3635AAE2}"/>
                    </a:ext>
                  </a:extLst>
                </p14:cNvPr>
                <p14:cNvContentPartPr/>
                <p14:nvPr/>
              </p14:nvContentPartPr>
              <p14:xfrm>
                <a:off x="1534118" y="3568340"/>
                <a:ext cx="221040" cy="817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474825-B147-2E55-AE2E-B5BC3635AA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29798" y="3564020"/>
                  <a:ext cx="22968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173177-E334-7ED5-5B25-BB937F73D8DE}"/>
                    </a:ext>
                  </a:extLst>
                </p14:cNvPr>
                <p14:cNvContentPartPr/>
                <p14:nvPr/>
              </p14:nvContentPartPr>
              <p14:xfrm>
                <a:off x="1013198" y="4064780"/>
                <a:ext cx="1104480" cy="578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173177-E334-7ED5-5B25-BB937F73D8D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878" y="4060460"/>
                  <a:ext cx="11131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6E05C7-E430-251E-1962-E2658FDD1F72}"/>
                    </a:ext>
                  </a:extLst>
                </p14:cNvPr>
                <p14:cNvContentPartPr/>
                <p14:nvPr/>
              </p14:nvContentPartPr>
              <p14:xfrm>
                <a:off x="692798" y="5482100"/>
                <a:ext cx="189720" cy="366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6E05C7-E430-251E-1962-E2658FDD1F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8478" y="5477780"/>
                  <a:ext cx="1983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145DA5-3A6C-B510-A3C6-33E0494C225A}"/>
                    </a:ext>
                  </a:extLst>
                </p14:cNvPr>
                <p14:cNvContentPartPr/>
                <p14:nvPr/>
              </p14:nvContentPartPr>
              <p14:xfrm>
                <a:off x="909878" y="5333420"/>
                <a:ext cx="1244880" cy="309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145DA5-3A6C-B510-A3C6-33E0494C22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558" y="5329100"/>
                  <a:ext cx="1253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B7A0B8-E761-990B-2E5A-A5AE9BAEC666}"/>
                    </a:ext>
                  </a:extLst>
                </p14:cNvPr>
                <p14:cNvContentPartPr/>
                <p14:nvPr/>
              </p14:nvContentPartPr>
              <p14:xfrm>
                <a:off x="2305958" y="5174660"/>
                <a:ext cx="53280" cy="15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B7A0B8-E761-990B-2E5A-A5AE9BAEC6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01638" y="5170340"/>
                  <a:ext cx="61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3D98FA-34D9-B768-31A8-FB9D2A6CED61}"/>
                    </a:ext>
                  </a:extLst>
                </p14:cNvPr>
                <p14:cNvContentPartPr/>
                <p14:nvPr/>
              </p14:nvContentPartPr>
              <p14:xfrm>
                <a:off x="1563278" y="4706660"/>
                <a:ext cx="1471320" cy="82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3D98FA-34D9-B768-31A8-FB9D2A6CED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58958" y="4702340"/>
                  <a:ext cx="1479960" cy="83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928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D82B431-0BE6-EEAB-D5A4-1EB7B8CF3DA2}"/>
              </a:ext>
            </a:extLst>
          </p:cNvPr>
          <p:cNvGrpSpPr/>
          <p:nvPr/>
        </p:nvGrpSpPr>
        <p:grpSpPr>
          <a:xfrm>
            <a:off x="1140638" y="507260"/>
            <a:ext cx="8707320" cy="4974480"/>
            <a:chOff x="1140638" y="507260"/>
            <a:chExt cx="8707320" cy="49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3F40DFB-1234-DDBA-EBA8-708E01F8568D}"/>
                    </a:ext>
                  </a:extLst>
                </p14:cNvPr>
                <p14:cNvContentPartPr/>
                <p14:nvPr/>
              </p14:nvContentPartPr>
              <p14:xfrm>
                <a:off x="1606118" y="646940"/>
                <a:ext cx="126720" cy="780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3F40DFB-1234-DDBA-EBA8-708E01F8568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1798" y="642620"/>
                  <a:ext cx="13536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99C5EA-9F5A-FBBB-D09F-7D4E65EB727C}"/>
                    </a:ext>
                  </a:extLst>
                </p14:cNvPr>
                <p14:cNvContentPartPr/>
                <p14:nvPr/>
              </p14:nvContentPartPr>
              <p14:xfrm>
                <a:off x="1762718" y="690860"/>
                <a:ext cx="743760" cy="548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99C5EA-9F5A-FBBB-D09F-7D4E65EB72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58398" y="686540"/>
                  <a:ext cx="7524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A2304F-F050-68B0-2535-8E7A6E8D030D}"/>
                    </a:ext>
                  </a:extLst>
                </p14:cNvPr>
                <p14:cNvContentPartPr/>
                <p14:nvPr/>
              </p14:nvContentPartPr>
              <p14:xfrm>
                <a:off x="2834078" y="854660"/>
                <a:ext cx="292320" cy="32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A2304F-F050-68B0-2535-8E7A6E8D03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29758" y="850340"/>
                  <a:ext cx="3009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068CD6-4BC4-BCC7-A368-9AF63EB75668}"/>
                    </a:ext>
                  </a:extLst>
                </p14:cNvPr>
                <p14:cNvContentPartPr/>
                <p14:nvPr/>
              </p14:nvContentPartPr>
              <p14:xfrm>
                <a:off x="3323678" y="965180"/>
                <a:ext cx="604440" cy="336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068CD6-4BC4-BCC7-A368-9AF63EB756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9358" y="960860"/>
                  <a:ext cx="6130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2DFA38-9341-03AE-8754-B3990D06520B}"/>
                    </a:ext>
                  </a:extLst>
                </p14:cNvPr>
                <p14:cNvContentPartPr/>
                <p14:nvPr/>
              </p14:nvContentPartPr>
              <p14:xfrm>
                <a:off x="4184798" y="507260"/>
                <a:ext cx="302400" cy="81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2DFA38-9341-03AE-8754-B3990D0652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80478" y="502940"/>
                  <a:ext cx="31104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1DF3AC-D23A-2A6B-30F1-82ACA0A5DABF}"/>
                    </a:ext>
                  </a:extLst>
                </p14:cNvPr>
                <p14:cNvContentPartPr/>
                <p14:nvPr/>
              </p14:nvContentPartPr>
              <p14:xfrm>
                <a:off x="4717238" y="997940"/>
                <a:ext cx="210960" cy="427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1DF3AC-D23A-2A6B-30F1-82ACA0A5DA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12918" y="993620"/>
                  <a:ext cx="2196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9862AC-4574-E22A-0951-14A073674E1F}"/>
                    </a:ext>
                  </a:extLst>
                </p14:cNvPr>
                <p14:cNvContentPartPr/>
                <p14:nvPr/>
              </p14:nvContentPartPr>
              <p14:xfrm>
                <a:off x="5325998" y="857900"/>
                <a:ext cx="482400" cy="391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9862AC-4574-E22A-0951-14A073674E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21678" y="853580"/>
                  <a:ext cx="4910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7E21C7-6113-31C9-95FD-8A33BE163164}"/>
                    </a:ext>
                  </a:extLst>
                </p14:cNvPr>
                <p14:cNvContentPartPr/>
                <p14:nvPr/>
              </p14:nvContentPartPr>
              <p14:xfrm>
                <a:off x="5590598" y="896420"/>
                <a:ext cx="460800" cy="613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7E21C7-6113-31C9-95FD-8A33BE1631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86278" y="892100"/>
                  <a:ext cx="46944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580A26-30FB-D239-39E4-E5790757FCA4}"/>
                    </a:ext>
                  </a:extLst>
                </p14:cNvPr>
                <p14:cNvContentPartPr/>
                <p14:nvPr/>
              </p14:nvContentPartPr>
              <p14:xfrm>
                <a:off x="4724798" y="1523180"/>
                <a:ext cx="169200" cy="1418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580A26-30FB-D239-39E4-E5790757FC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20478" y="1518860"/>
                  <a:ext cx="177840" cy="14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B1DF65-3346-9540-24D2-23E70368AA1B}"/>
                    </a:ext>
                  </a:extLst>
                </p14:cNvPr>
                <p14:cNvContentPartPr/>
                <p14:nvPr/>
              </p14:nvContentPartPr>
              <p14:xfrm>
                <a:off x="1577678" y="3061460"/>
                <a:ext cx="3251160" cy="249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B1DF65-3346-9540-24D2-23E70368AA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73358" y="3057140"/>
                  <a:ext cx="3259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77C0F8-BAA7-C730-40C6-23FC9B49F501}"/>
                    </a:ext>
                  </a:extLst>
                </p14:cNvPr>
                <p14:cNvContentPartPr/>
                <p14:nvPr/>
              </p14:nvContentPartPr>
              <p14:xfrm>
                <a:off x="4849358" y="2820980"/>
                <a:ext cx="4998600" cy="1919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77C0F8-BAA7-C730-40C6-23FC9B49F5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5038" y="2816660"/>
                  <a:ext cx="5007240" cy="19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281CA7-9F66-A17A-5984-532F8D220136}"/>
                    </a:ext>
                  </a:extLst>
                </p14:cNvPr>
                <p14:cNvContentPartPr/>
                <p14:nvPr/>
              </p14:nvContentPartPr>
              <p14:xfrm>
                <a:off x="4032878" y="2877500"/>
                <a:ext cx="720360" cy="2215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281CA7-9F66-A17A-5984-532F8D2201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28558" y="2873180"/>
                  <a:ext cx="729000" cy="22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B1BD1A7-BC3B-6991-9E7D-C6EBAA5EB448}"/>
                    </a:ext>
                  </a:extLst>
                </p14:cNvPr>
                <p14:cNvContentPartPr/>
                <p14:nvPr/>
              </p14:nvContentPartPr>
              <p14:xfrm>
                <a:off x="1568318" y="2970740"/>
                <a:ext cx="258480" cy="862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B1BD1A7-BC3B-6991-9E7D-C6EBAA5EB4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63998" y="2966420"/>
                  <a:ext cx="2671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CE9235-DEC7-08B0-4613-FB14838138F5}"/>
                    </a:ext>
                  </a:extLst>
                </p14:cNvPr>
                <p14:cNvContentPartPr/>
                <p14:nvPr/>
              </p14:nvContentPartPr>
              <p14:xfrm>
                <a:off x="1140638" y="4120220"/>
                <a:ext cx="1188720" cy="701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CE9235-DEC7-08B0-4613-FB14838138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6318" y="4115900"/>
                  <a:ext cx="119736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417087E-A12F-DC45-5F26-6D742CFDBC2D}"/>
                    </a:ext>
                  </a:extLst>
                </p14:cNvPr>
                <p14:cNvContentPartPr/>
                <p14:nvPr/>
              </p14:nvContentPartPr>
              <p14:xfrm>
                <a:off x="7741598" y="4634660"/>
                <a:ext cx="1307880" cy="732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417087E-A12F-DC45-5F26-6D742CFDBC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37278" y="4630340"/>
                  <a:ext cx="131652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69A899-A0BD-2394-C96B-33942BD9BA1C}"/>
                    </a:ext>
                  </a:extLst>
                </p14:cNvPr>
                <p14:cNvContentPartPr/>
                <p14:nvPr/>
              </p14:nvContentPartPr>
              <p14:xfrm>
                <a:off x="3683678" y="4731860"/>
                <a:ext cx="1320120" cy="749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69A899-A0BD-2394-C96B-33942BD9BA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9358" y="4727540"/>
                  <a:ext cx="1328760" cy="75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838A022-345B-328A-1FB4-885EA2B8F990}"/>
              </a:ext>
            </a:extLst>
          </p:cNvPr>
          <p:cNvGrpSpPr/>
          <p:nvPr/>
        </p:nvGrpSpPr>
        <p:grpSpPr>
          <a:xfrm>
            <a:off x="278078" y="4939940"/>
            <a:ext cx="2290320" cy="1128600"/>
            <a:chOff x="278078" y="4939940"/>
            <a:chExt cx="2290320" cy="11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9EE575-A3D5-BF4B-908C-012978F33F31}"/>
                    </a:ext>
                  </a:extLst>
                </p14:cNvPr>
                <p14:cNvContentPartPr/>
                <p14:nvPr/>
              </p14:nvContentPartPr>
              <p14:xfrm>
                <a:off x="543038" y="5263940"/>
                <a:ext cx="18720" cy="516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9EE575-A3D5-BF4B-908C-012978F33F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718" y="5259620"/>
                  <a:ext cx="2736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9A8F0E4-6E77-1111-01A3-2317C781C792}"/>
                    </a:ext>
                  </a:extLst>
                </p14:cNvPr>
                <p14:cNvContentPartPr/>
                <p14:nvPr/>
              </p14:nvContentPartPr>
              <p14:xfrm>
                <a:off x="347918" y="5043620"/>
                <a:ext cx="498240" cy="9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9A8F0E4-6E77-1111-01A3-2317C781C7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3598" y="5039300"/>
                  <a:ext cx="506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9832CE-587C-22D8-C5D0-0DEFEF5B9901}"/>
                    </a:ext>
                  </a:extLst>
                </p14:cNvPr>
                <p14:cNvContentPartPr/>
                <p14:nvPr/>
              </p14:nvContentPartPr>
              <p14:xfrm>
                <a:off x="278078" y="5850020"/>
                <a:ext cx="535680" cy="21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9832CE-587C-22D8-C5D0-0DEFEF5B99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3758" y="5845700"/>
                  <a:ext cx="544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A461D3F-EAEB-0B16-D863-397DFB666F8A}"/>
                    </a:ext>
                  </a:extLst>
                </p14:cNvPr>
                <p14:cNvContentPartPr/>
                <p14:nvPr/>
              </p14:nvContentPartPr>
              <p14:xfrm>
                <a:off x="975038" y="5253500"/>
                <a:ext cx="668520" cy="410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A461D3F-EAEB-0B16-D863-397DFB666F8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0718" y="5249180"/>
                  <a:ext cx="6771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645107-44EA-3546-F536-25C89026990A}"/>
                    </a:ext>
                  </a:extLst>
                </p14:cNvPr>
                <p14:cNvContentPartPr/>
                <p14:nvPr/>
              </p14:nvContentPartPr>
              <p14:xfrm>
                <a:off x="1647878" y="4939940"/>
                <a:ext cx="802080" cy="1093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645107-44EA-3546-F536-25C8902699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43558" y="4935620"/>
                  <a:ext cx="810720" cy="11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6329C9-7AD1-A84C-F1A8-10BB7F75DF78}"/>
                    </a:ext>
                  </a:extLst>
                </p14:cNvPr>
                <p14:cNvContentPartPr/>
                <p14:nvPr/>
              </p14:nvContentPartPr>
              <p14:xfrm>
                <a:off x="2513678" y="5082500"/>
                <a:ext cx="54720" cy="51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6329C9-7AD1-A84C-F1A8-10BB7F75DF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9358" y="5078180"/>
                  <a:ext cx="633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4CB4B1-1453-790E-F120-A9638EB8B058}"/>
              </a:ext>
            </a:extLst>
          </p:cNvPr>
          <p:cNvGrpSpPr/>
          <p:nvPr/>
        </p:nvGrpSpPr>
        <p:grpSpPr>
          <a:xfrm>
            <a:off x="3550118" y="5618900"/>
            <a:ext cx="2121840" cy="785880"/>
            <a:chOff x="3550118" y="5618900"/>
            <a:chExt cx="2121840" cy="7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D3F8EA-7A68-677A-02FE-6EB848399070}"/>
                    </a:ext>
                  </a:extLst>
                </p14:cNvPr>
                <p14:cNvContentPartPr/>
                <p14:nvPr/>
              </p14:nvContentPartPr>
              <p14:xfrm>
                <a:off x="3550118" y="5793500"/>
                <a:ext cx="27360" cy="59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D3F8EA-7A68-677A-02FE-6EB8483990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45798" y="5789180"/>
                  <a:ext cx="3600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2C71A1-FBF4-AB79-4CA5-2D0A7C79B377}"/>
                    </a:ext>
                  </a:extLst>
                </p14:cNvPr>
                <p14:cNvContentPartPr/>
                <p14:nvPr/>
              </p14:nvContentPartPr>
              <p14:xfrm>
                <a:off x="3725438" y="5618900"/>
                <a:ext cx="257040" cy="10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2C71A1-FBF4-AB79-4CA5-2D0A7C79B3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21118" y="5614580"/>
                  <a:ext cx="265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2DCE2E-C307-170C-7213-B0B10E10A7C5}"/>
                    </a:ext>
                  </a:extLst>
                </p14:cNvPr>
                <p14:cNvContentPartPr/>
                <p14:nvPr/>
              </p14:nvContentPartPr>
              <p14:xfrm>
                <a:off x="3698078" y="5799980"/>
                <a:ext cx="597240" cy="456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2DCE2E-C307-170C-7213-B0B10E10A7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93758" y="5795660"/>
                  <a:ext cx="6058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20A47C-8C7B-5FBC-6E0E-5FE7F53C0094}"/>
                    </a:ext>
                  </a:extLst>
                </p14:cNvPr>
                <p14:cNvContentPartPr/>
                <p14:nvPr/>
              </p14:nvContentPartPr>
              <p14:xfrm>
                <a:off x="4528238" y="5948660"/>
                <a:ext cx="304200" cy="45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20A47C-8C7B-5FBC-6E0E-5FE7F53C00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23918" y="5944340"/>
                  <a:ext cx="3128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657541-F692-E896-1F89-75344C37A36A}"/>
                    </a:ext>
                  </a:extLst>
                </p14:cNvPr>
                <p14:cNvContentPartPr/>
                <p14:nvPr/>
              </p14:nvContentPartPr>
              <p14:xfrm>
                <a:off x="4971038" y="5934620"/>
                <a:ext cx="446400" cy="29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657541-F692-E896-1F89-75344C37A3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66718" y="5930300"/>
                  <a:ext cx="45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328FFA8-CD14-167B-AB97-2FAE77BB69EF}"/>
                    </a:ext>
                  </a:extLst>
                </p14:cNvPr>
                <p14:cNvContentPartPr/>
                <p14:nvPr/>
              </p14:nvContentPartPr>
              <p14:xfrm>
                <a:off x="5451998" y="5991140"/>
                <a:ext cx="219960" cy="32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328FFA8-CD14-167B-AB97-2FAE77BB69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47678" y="5986820"/>
                  <a:ext cx="22860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240357C-54E7-2239-A722-0F60751CA4BD}"/>
                  </a:ext>
                </a:extLst>
              </p14:cNvPr>
              <p14:cNvContentPartPr/>
              <p14:nvPr/>
            </p14:nvContentPartPr>
            <p14:xfrm>
              <a:off x="8274758" y="6140900"/>
              <a:ext cx="63720" cy="327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240357C-54E7-2239-A722-0F60751CA4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70438" y="6136580"/>
                <a:ext cx="723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A7C71B41-1631-B89B-7650-3B846C581507}"/>
              </a:ext>
            </a:extLst>
          </p:cNvPr>
          <p:cNvGrpSpPr/>
          <p:nvPr/>
        </p:nvGrpSpPr>
        <p:grpSpPr>
          <a:xfrm>
            <a:off x="6814238" y="5757500"/>
            <a:ext cx="4853160" cy="831600"/>
            <a:chOff x="6814238" y="5757500"/>
            <a:chExt cx="4853160" cy="8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AED0BA-F35F-597A-FC9F-8B2AC3AE41E8}"/>
                    </a:ext>
                  </a:extLst>
                </p14:cNvPr>
                <p14:cNvContentPartPr/>
                <p14:nvPr/>
              </p14:nvContentPartPr>
              <p14:xfrm>
                <a:off x="6814238" y="5757500"/>
                <a:ext cx="1116720" cy="831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AED0BA-F35F-597A-FC9F-8B2AC3AE41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09918" y="5753180"/>
                  <a:ext cx="112536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F5F85B0-472C-E2E6-C40A-20F09E490D8C}"/>
                    </a:ext>
                  </a:extLst>
                </p14:cNvPr>
                <p14:cNvContentPartPr/>
                <p14:nvPr/>
              </p14:nvContentPartPr>
              <p14:xfrm>
                <a:off x="8232638" y="5847140"/>
                <a:ext cx="1388160" cy="621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F5F85B0-472C-E2E6-C40A-20F09E490D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28318" y="5842820"/>
                  <a:ext cx="139680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8FA5707-9ECE-FC23-1C5C-51B128C2F7D4}"/>
                    </a:ext>
                  </a:extLst>
                </p14:cNvPr>
                <p14:cNvContentPartPr/>
                <p14:nvPr/>
              </p14:nvContentPartPr>
              <p14:xfrm>
                <a:off x="9946598" y="5825900"/>
                <a:ext cx="637920" cy="371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8FA5707-9ECE-FC23-1C5C-51B128C2F7D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42278" y="5821580"/>
                  <a:ext cx="646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988BE7-3EA0-DF09-3548-6D731B6B2CE2}"/>
                    </a:ext>
                  </a:extLst>
                </p14:cNvPr>
                <p14:cNvContentPartPr/>
                <p14:nvPr/>
              </p14:nvContentPartPr>
              <p14:xfrm>
                <a:off x="10471838" y="5943260"/>
                <a:ext cx="563760" cy="318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988BE7-3EA0-DF09-3548-6D731B6B2C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67518" y="5938940"/>
                  <a:ext cx="572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553FB2-CCE6-9870-DF8D-1A5D5D9C8F4D}"/>
                    </a:ext>
                  </a:extLst>
                </p14:cNvPr>
                <p14:cNvContentPartPr/>
                <p14:nvPr/>
              </p14:nvContentPartPr>
              <p14:xfrm>
                <a:off x="10019318" y="5786660"/>
                <a:ext cx="764280" cy="565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553FB2-CCE6-9870-DF8D-1A5D5D9C8F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14998" y="5782340"/>
                  <a:ext cx="77292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413BCC-DAA8-8DF9-2684-C923DF627716}"/>
                    </a:ext>
                  </a:extLst>
                </p14:cNvPr>
                <p14:cNvContentPartPr/>
                <p14:nvPr/>
              </p14:nvContentPartPr>
              <p14:xfrm>
                <a:off x="10739678" y="5933540"/>
                <a:ext cx="550080" cy="35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413BCC-DAA8-8DF9-2684-C923DF62771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34998" y="5929220"/>
                  <a:ext cx="5587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E6221F3-AE45-DC5F-FEEC-2424C6C13762}"/>
                    </a:ext>
                  </a:extLst>
                </p14:cNvPr>
                <p14:cNvContentPartPr/>
                <p14:nvPr/>
              </p14:nvContentPartPr>
              <p14:xfrm>
                <a:off x="10663358" y="6052700"/>
                <a:ext cx="550080" cy="31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E6221F3-AE45-DC5F-FEEC-2424C6C137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59038" y="6048380"/>
                  <a:ext cx="558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082E1B-858C-5D4C-9062-DACDCAF9B5A5}"/>
                    </a:ext>
                  </a:extLst>
                </p14:cNvPr>
                <p14:cNvContentPartPr/>
                <p14:nvPr/>
              </p14:nvContentPartPr>
              <p14:xfrm>
                <a:off x="11651198" y="6084380"/>
                <a:ext cx="16200" cy="2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082E1B-858C-5D4C-9062-DACDCAF9B5A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46878" y="6080060"/>
                  <a:ext cx="24840" cy="3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475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3023B2-FC83-FA63-ED3B-55F535B6E0B6}"/>
                  </a:ext>
                </a:extLst>
              </p14:cNvPr>
              <p14:cNvContentPartPr/>
              <p14:nvPr/>
            </p14:nvContentPartPr>
            <p14:xfrm>
              <a:off x="1503158" y="280460"/>
              <a:ext cx="41400" cy="4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3023B2-FC83-FA63-ED3B-55F535B6E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8838" y="276140"/>
                <a:ext cx="5004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FD9A448-6EB8-1A81-6FD3-CA4CF55A6082}"/>
              </a:ext>
            </a:extLst>
          </p:cNvPr>
          <p:cNvGrpSpPr/>
          <p:nvPr/>
        </p:nvGrpSpPr>
        <p:grpSpPr>
          <a:xfrm>
            <a:off x="1387238" y="711380"/>
            <a:ext cx="703440" cy="487440"/>
            <a:chOff x="1387238" y="711380"/>
            <a:chExt cx="70344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70C3CF0-39DB-E598-A543-692B1798C15A}"/>
                    </a:ext>
                  </a:extLst>
                </p14:cNvPr>
                <p14:cNvContentPartPr/>
                <p14:nvPr/>
              </p14:nvContentPartPr>
              <p14:xfrm>
                <a:off x="1387238" y="741620"/>
                <a:ext cx="77400" cy="457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70C3CF0-39DB-E598-A543-692B1798C1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2918" y="737300"/>
                  <a:ext cx="860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5FA6E7-A901-2C38-2E47-11E0D2AFEC8E}"/>
                    </a:ext>
                  </a:extLst>
                </p14:cNvPr>
                <p14:cNvContentPartPr/>
                <p14:nvPr/>
              </p14:nvContentPartPr>
              <p14:xfrm>
                <a:off x="1758398" y="711380"/>
                <a:ext cx="332280" cy="359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5FA6E7-A901-2C38-2E47-11E0D2AFEC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4078" y="707060"/>
                  <a:ext cx="34092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EF971D-DE1E-573F-BA56-EA315090DF09}"/>
              </a:ext>
            </a:extLst>
          </p:cNvPr>
          <p:cNvGrpSpPr/>
          <p:nvPr/>
        </p:nvGrpSpPr>
        <p:grpSpPr>
          <a:xfrm>
            <a:off x="2535278" y="740540"/>
            <a:ext cx="562320" cy="264240"/>
            <a:chOff x="2535278" y="740540"/>
            <a:chExt cx="56232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244D8C-D11B-A131-A5C6-020FB4181835}"/>
                    </a:ext>
                  </a:extLst>
                </p14:cNvPr>
                <p14:cNvContentPartPr/>
                <p14:nvPr/>
              </p14:nvContentPartPr>
              <p14:xfrm>
                <a:off x="2535278" y="740540"/>
                <a:ext cx="16200" cy="264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244D8C-D11B-A131-A5C6-020FB41818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30958" y="736220"/>
                  <a:ext cx="24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90059FC-9C18-315E-9DA8-3A28FE36B996}"/>
                    </a:ext>
                  </a:extLst>
                </p14:cNvPr>
                <p14:cNvContentPartPr/>
                <p14:nvPr/>
              </p14:nvContentPartPr>
              <p14:xfrm>
                <a:off x="2666678" y="842780"/>
                <a:ext cx="430920" cy="123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90059FC-9C18-315E-9DA8-3A28FE36B9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62358" y="838460"/>
                  <a:ext cx="4395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EBA7E8-350E-7D2F-0AE8-B2C666207179}"/>
              </a:ext>
            </a:extLst>
          </p:cNvPr>
          <p:cNvGrpSpPr/>
          <p:nvPr/>
        </p:nvGrpSpPr>
        <p:grpSpPr>
          <a:xfrm>
            <a:off x="3566318" y="601580"/>
            <a:ext cx="869760" cy="873000"/>
            <a:chOff x="3566318" y="601580"/>
            <a:chExt cx="86976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96DA82-6057-1EBB-718E-0D6F4C99124E}"/>
                    </a:ext>
                  </a:extLst>
                </p14:cNvPr>
                <p14:cNvContentPartPr/>
                <p14:nvPr/>
              </p14:nvContentPartPr>
              <p14:xfrm>
                <a:off x="3566318" y="929540"/>
                <a:ext cx="503280" cy="69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96DA82-6057-1EBB-718E-0D6F4C9912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61998" y="925220"/>
                  <a:ext cx="51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F99717F-8A52-CE35-AC83-37ADD41E3CAC}"/>
                    </a:ext>
                  </a:extLst>
                </p14:cNvPr>
                <p14:cNvContentPartPr/>
                <p14:nvPr/>
              </p14:nvContentPartPr>
              <p14:xfrm>
                <a:off x="3883478" y="601580"/>
                <a:ext cx="552600" cy="87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F99717F-8A52-CE35-AC83-37ADD41E3C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79158" y="597260"/>
                  <a:ext cx="561240" cy="88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CDEE5B-DB1B-491F-E0F3-43E3D425D31F}"/>
              </a:ext>
            </a:extLst>
          </p:cNvPr>
          <p:cNvGrpSpPr/>
          <p:nvPr/>
        </p:nvGrpSpPr>
        <p:grpSpPr>
          <a:xfrm>
            <a:off x="1389038" y="1538300"/>
            <a:ext cx="2775240" cy="4692960"/>
            <a:chOff x="1389038" y="1538300"/>
            <a:chExt cx="2775240" cy="46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3177B31-319E-3430-48E6-176C45F4262B}"/>
                    </a:ext>
                  </a:extLst>
                </p14:cNvPr>
                <p14:cNvContentPartPr/>
                <p14:nvPr/>
              </p14:nvContentPartPr>
              <p14:xfrm>
                <a:off x="2717438" y="1842500"/>
                <a:ext cx="196920" cy="83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3177B31-319E-3430-48E6-176C45F426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3118" y="1838180"/>
                  <a:ext cx="20556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418762-EE53-B2E8-C25F-8893BCE85E61}"/>
                    </a:ext>
                  </a:extLst>
                </p14:cNvPr>
                <p14:cNvContentPartPr/>
                <p14:nvPr/>
              </p14:nvContentPartPr>
              <p14:xfrm>
                <a:off x="2495318" y="2976140"/>
                <a:ext cx="805680" cy="32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418762-EE53-B2E8-C25F-8893BCE85E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90998" y="2971820"/>
                  <a:ext cx="8143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D3DD97-A04B-86F1-71CC-E5D655AAD495}"/>
                    </a:ext>
                  </a:extLst>
                </p14:cNvPr>
                <p14:cNvContentPartPr/>
                <p14:nvPr/>
              </p14:nvContentPartPr>
              <p14:xfrm>
                <a:off x="3048998" y="3445220"/>
                <a:ext cx="538200" cy="598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D3DD97-A04B-86F1-71CC-E5D655AAD4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44678" y="3440900"/>
                  <a:ext cx="54684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0480EF-58D7-BA11-ACC2-559F4BBBB0AC}"/>
                    </a:ext>
                  </a:extLst>
                </p14:cNvPr>
                <p14:cNvContentPartPr/>
                <p14:nvPr/>
              </p14:nvContentPartPr>
              <p14:xfrm>
                <a:off x="1389038" y="1538300"/>
                <a:ext cx="2003760" cy="264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0480EF-58D7-BA11-ACC2-559F4BBBB0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4718" y="1533980"/>
                  <a:ext cx="2012400" cy="26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FE7D92-BC8F-90D9-D6DF-33EE91DC51F8}"/>
                    </a:ext>
                  </a:extLst>
                </p14:cNvPr>
                <p14:cNvContentPartPr/>
                <p14:nvPr/>
              </p14:nvContentPartPr>
              <p14:xfrm>
                <a:off x="1484798" y="1586900"/>
                <a:ext cx="2679480" cy="91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FE7D92-BC8F-90D9-D6DF-33EE91DC51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80478" y="1582580"/>
                  <a:ext cx="268812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41BAA3-8280-6D35-CE21-F75028B88E6F}"/>
                    </a:ext>
                  </a:extLst>
                </p14:cNvPr>
                <p14:cNvContentPartPr/>
                <p14:nvPr/>
              </p14:nvContentPartPr>
              <p14:xfrm>
                <a:off x="2598278" y="4036700"/>
                <a:ext cx="42120" cy="966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41BAA3-8280-6D35-CE21-F75028B88E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3958" y="4032380"/>
                  <a:ext cx="50760" cy="9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DAD55D-D284-9A59-9F2C-0D9E64E8679C}"/>
                    </a:ext>
                  </a:extLst>
                </p14:cNvPr>
                <p14:cNvContentPartPr/>
                <p14:nvPr/>
              </p14:nvContentPartPr>
              <p14:xfrm>
                <a:off x="2043158" y="5178260"/>
                <a:ext cx="182520" cy="105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DAD55D-D284-9A59-9F2C-0D9E64E867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8838" y="5173940"/>
                  <a:ext cx="19116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2D894A-92A1-2DAB-E1E7-B5B2968480DE}"/>
                    </a:ext>
                  </a:extLst>
                </p14:cNvPr>
                <p14:cNvContentPartPr/>
                <p14:nvPr/>
              </p14:nvContentPartPr>
              <p14:xfrm>
                <a:off x="2265278" y="5091500"/>
                <a:ext cx="341640" cy="9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2D894A-92A1-2DAB-E1E7-B5B2968480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0958" y="5087180"/>
                  <a:ext cx="350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B3141C-0BDC-8022-398F-079AF2172512}"/>
                    </a:ext>
                  </a:extLst>
                </p14:cNvPr>
                <p14:cNvContentPartPr/>
                <p14:nvPr/>
              </p14:nvContentPartPr>
              <p14:xfrm>
                <a:off x="2338358" y="5258540"/>
                <a:ext cx="1300680" cy="444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B3141C-0BDC-8022-398F-079AF21725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34038" y="5254220"/>
                  <a:ext cx="130932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75C25F7-19FE-C6ED-0CB6-107F6F82A52E}"/>
                  </a:ext>
                </a:extLst>
              </p14:cNvPr>
              <p14:cNvContentPartPr/>
              <p14:nvPr/>
            </p14:nvContentPartPr>
            <p14:xfrm>
              <a:off x="4491158" y="5100140"/>
              <a:ext cx="403200" cy="88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75C25F7-19FE-C6ED-0CB6-107F6F82A5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86838" y="5095820"/>
                <a:ext cx="4118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4D5E37C-4742-9FD5-6B1E-06906289E300}"/>
                  </a:ext>
                </a:extLst>
              </p14:cNvPr>
              <p14:cNvContentPartPr/>
              <p14:nvPr/>
            </p14:nvContentPartPr>
            <p14:xfrm>
              <a:off x="4224398" y="5590460"/>
              <a:ext cx="213840" cy="137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4D5E37C-4742-9FD5-6B1E-06906289E30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20078" y="5586140"/>
                <a:ext cx="22248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FD92E69D-6D1D-CD42-064E-A40C909D9D74}"/>
              </a:ext>
            </a:extLst>
          </p:cNvPr>
          <p:cNvGrpSpPr/>
          <p:nvPr/>
        </p:nvGrpSpPr>
        <p:grpSpPr>
          <a:xfrm>
            <a:off x="5900558" y="510500"/>
            <a:ext cx="5163840" cy="5121360"/>
            <a:chOff x="5900558" y="510500"/>
            <a:chExt cx="5163840" cy="512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4CDC36-A0C5-6BFD-4235-08BED70A0CE2}"/>
                    </a:ext>
                  </a:extLst>
                </p14:cNvPr>
                <p14:cNvContentPartPr/>
                <p14:nvPr/>
              </p14:nvContentPartPr>
              <p14:xfrm>
                <a:off x="5900558" y="910100"/>
                <a:ext cx="514440" cy="344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4CDC36-A0C5-6BFD-4235-08BED70A0C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96238" y="905780"/>
                  <a:ext cx="5230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395297-76D0-6078-50C1-597D66AA5471}"/>
                    </a:ext>
                  </a:extLst>
                </p14:cNvPr>
                <p14:cNvContentPartPr/>
                <p14:nvPr/>
              </p14:nvContentPartPr>
              <p14:xfrm>
                <a:off x="6813158" y="510500"/>
                <a:ext cx="884520" cy="91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395297-76D0-6078-50C1-597D66AA54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08838" y="506180"/>
                  <a:ext cx="89316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480EEB4-A423-2095-8E3D-39F99666B38A}"/>
                    </a:ext>
                  </a:extLst>
                </p14:cNvPr>
                <p14:cNvContentPartPr/>
                <p14:nvPr/>
              </p14:nvContentPartPr>
              <p14:xfrm>
                <a:off x="7950398" y="619220"/>
                <a:ext cx="79920" cy="550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480EEB4-A423-2095-8E3D-39F99666B3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46078" y="614900"/>
                  <a:ext cx="885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FC333E-49D1-4BAD-6702-4FAA260DDB51}"/>
                    </a:ext>
                  </a:extLst>
                </p14:cNvPr>
                <p14:cNvContentPartPr/>
                <p14:nvPr/>
              </p14:nvContentPartPr>
              <p14:xfrm>
                <a:off x="8233718" y="1056620"/>
                <a:ext cx="263880" cy="37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FC333E-49D1-4BAD-6702-4FAA260DDB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29398" y="1052300"/>
                  <a:ext cx="272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8E2A5C-5CE1-EC19-61FF-6AD897E8FD08}"/>
                    </a:ext>
                  </a:extLst>
                </p14:cNvPr>
                <p14:cNvContentPartPr/>
                <p14:nvPr/>
              </p14:nvContentPartPr>
              <p14:xfrm>
                <a:off x="7074518" y="1668260"/>
                <a:ext cx="2006640" cy="64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8E2A5C-5CE1-EC19-61FF-6AD897E8FD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70198" y="1663940"/>
                  <a:ext cx="201528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6D5440-CCA4-A4C5-BCCC-45BEF608F619}"/>
                    </a:ext>
                  </a:extLst>
                </p14:cNvPr>
                <p14:cNvContentPartPr/>
                <p14:nvPr/>
              </p14:nvContentPartPr>
              <p14:xfrm>
                <a:off x="9236678" y="1918820"/>
                <a:ext cx="123840" cy="347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6D5440-CCA4-A4C5-BCCC-45BEF608F6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32358" y="1914500"/>
                  <a:ext cx="132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5767B7-2B76-6E5E-0EC1-44FE1B859F48}"/>
                    </a:ext>
                  </a:extLst>
                </p14:cNvPr>
                <p14:cNvContentPartPr/>
                <p14:nvPr/>
              </p14:nvContentPartPr>
              <p14:xfrm>
                <a:off x="9691358" y="1756460"/>
                <a:ext cx="378360" cy="452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5767B7-2B76-6E5E-0EC1-44FE1B859F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87038" y="1752140"/>
                  <a:ext cx="3870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57D1A3-8645-99DC-E31A-C5D5D123C96D}"/>
                    </a:ext>
                  </a:extLst>
                </p14:cNvPr>
                <p14:cNvContentPartPr/>
                <p14:nvPr/>
              </p14:nvContentPartPr>
              <p14:xfrm>
                <a:off x="10084838" y="1954100"/>
                <a:ext cx="30600" cy="133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57D1A3-8645-99DC-E31A-C5D5D123C9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80518" y="1949780"/>
                  <a:ext cx="39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77D5F7-C4AA-BB05-2B49-6415F8693DEE}"/>
                    </a:ext>
                  </a:extLst>
                </p14:cNvPr>
                <p14:cNvContentPartPr/>
                <p14:nvPr/>
              </p14:nvContentPartPr>
              <p14:xfrm>
                <a:off x="6679238" y="4500380"/>
                <a:ext cx="449640" cy="909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77D5F7-C4AA-BB05-2B49-6415F8693DE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4918" y="4496060"/>
                  <a:ext cx="45828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45F0379-6241-0A76-E07B-CB07DDD83A88}"/>
                    </a:ext>
                  </a:extLst>
                </p14:cNvPr>
                <p14:cNvContentPartPr/>
                <p14:nvPr/>
              </p14:nvContentPartPr>
              <p14:xfrm>
                <a:off x="7403198" y="4717100"/>
                <a:ext cx="68040" cy="59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45F0379-6241-0A76-E07B-CB07DDD83A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98878" y="4712780"/>
                  <a:ext cx="76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511421-0941-24D5-07A1-64D2FA24C7D3}"/>
                    </a:ext>
                  </a:extLst>
                </p14:cNvPr>
                <p14:cNvContentPartPr/>
                <p14:nvPr/>
              </p14:nvContentPartPr>
              <p14:xfrm>
                <a:off x="7909358" y="4515140"/>
                <a:ext cx="259560" cy="72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9511421-0941-24D5-07A1-64D2FA24C7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05038" y="4510820"/>
                  <a:ext cx="26820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3C05A0-1F98-2529-9057-582F2C90B6FC}"/>
                    </a:ext>
                  </a:extLst>
                </p14:cNvPr>
                <p14:cNvContentPartPr/>
                <p14:nvPr/>
              </p14:nvContentPartPr>
              <p14:xfrm>
                <a:off x="7951838" y="4380500"/>
                <a:ext cx="488880" cy="116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3C05A0-1F98-2529-9057-582F2C90B6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47518" y="4376180"/>
                  <a:ext cx="497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6B6EED-7FCD-231F-3B0D-C88982A012C4}"/>
                    </a:ext>
                  </a:extLst>
                </p14:cNvPr>
                <p14:cNvContentPartPr/>
                <p14:nvPr/>
              </p14:nvContentPartPr>
              <p14:xfrm>
                <a:off x="8892158" y="4863620"/>
                <a:ext cx="58320" cy="2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6B6EED-7FCD-231F-3B0D-C88982A012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87838" y="4859300"/>
                  <a:ext cx="66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AB16A3-8F38-11DE-D04F-D90F1FD2E4F1}"/>
                    </a:ext>
                  </a:extLst>
                </p14:cNvPr>
                <p14:cNvContentPartPr/>
                <p14:nvPr/>
              </p14:nvContentPartPr>
              <p14:xfrm>
                <a:off x="8727278" y="3911780"/>
                <a:ext cx="1603440" cy="123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AB16A3-8F38-11DE-D04F-D90F1FD2E4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22958" y="3907460"/>
                  <a:ext cx="161208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B28134-4975-5EB4-2D28-259B2E0C337C}"/>
                    </a:ext>
                  </a:extLst>
                </p14:cNvPr>
                <p14:cNvContentPartPr/>
                <p14:nvPr/>
              </p14:nvContentPartPr>
              <p14:xfrm>
                <a:off x="8212478" y="4781900"/>
                <a:ext cx="1140840" cy="849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B28134-4975-5EB4-2D28-259B2E0C33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08158" y="4777580"/>
                  <a:ext cx="114948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8B4919-FB74-67DD-4A4D-9CA09E46CE61}"/>
                    </a:ext>
                  </a:extLst>
                </p14:cNvPr>
                <p14:cNvContentPartPr/>
                <p14:nvPr/>
              </p14:nvContentPartPr>
              <p14:xfrm>
                <a:off x="9253958" y="2784260"/>
                <a:ext cx="627480" cy="1400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8B4919-FB74-67DD-4A4D-9CA09E46CE6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49638" y="2779940"/>
                  <a:ext cx="636120" cy="14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412FF6-C7B7-AFD8-1268-CD8E93856677}"/>
                    </a:ext>
                  </a:extLst>
                </p14:cNvPr>
                <p14:cNvContentPartPr/>
                <p14:nvPr/>
              </p14:nvContentPartPr>
              <p14:xfrm>
                <a:off x="9937238" y="2682020"/>
                <a:ext cx="703440" cy="1078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412FF6-C7B7-AFD8-1268-CD8E93856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32918" y="2677700"/>
                  <a:ext cx="712080" cy="10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4B6859-6607-1A11-FD35-B8739AF5002E}"/>
                    </a:ext>
                  </a:extLst>
                </p14:cNvPr>
                <p14:cNvContentPartPr/>
                <p14:nvPr/>
              </p14:nvContentPartPr>
              <p14:xfrm>
                <a:off x="10435478" y="3093140"/>
                <a:ext cx="432360" cy="504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4B6859-6607-1A11-FD35-B8739AF500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31158" y="3088820"/>
                  <a:ext cx="44100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1C48A7-5E7F-3C02-1BC6-BD714D2E6E19}"/>
                    </a:ext>
                  </a:extLst>
                </p14:cNvPr>
                <p14:cNvContentPartPr/>
                <p14:nvPr/>
              </p14:nvContentPartPr>
              <p14:xfrm>
                <a:off x="11019398" y="3144620"/>
                <a:ext cx="45000" cy="223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1C48A7-5E7F-3C02-1BC6-BD714D2E6E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15078" y="3140300"/>
                  <a:ext cx="5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54F9A8-0721-5E10-A73E-B0CB65642FDA}"/>
                    </a:ext>
                  </a:extLst>
                </p14:cNvPr>
                <p14:cNvContentPartPr/>
                <p14:nvPr/>
              </p14:nvContentPartPr>
              <p14:xfrm>
                <a:off x="10887638" y="3346220"/>
                <a:ext cx="77400" cy="75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54F9A8-0721-5E10-A73E-B0CB65642F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883318" y="3341900"/>
                  <a:ext cx="86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C8A946-4B84-C1A6-DE1A-831B3A7CA862}"/>
                    </a:ext>
                  </a:extLst>
                </p14:cNvPr>
                <p14:cNvContentPartPr/>
                <p14:nvPr/>
              </p14:nvContentPartPr>
              <p14:xfrm>
                <a:off x="10250078" y="2248220"/>
                <a:ext cx="32760" cy="65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C8A946-4B84-C1A6-DE1A-831B3A7CA8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45758" y="2243900"/>
                  <a:ext cx="41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BEA4A62-CEF0-206E-F44B-68A96F29E71C}"/>
                    </a:ext>
                  </a:extLst>
                </p14:cNvPr>
                <p14:cNvContentPartPr/>
                <p14:nvPr/>
              </p14:nvContentPartPr>
              <p14:xfrm>
                <a:off x="10112558" y="1989380"/>
                <a:ext cx="663840" cy="955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BEA4A62-CEF0-206E-F44B-68A96F29E7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08238" y="1985060"/>
                  <a:ext cx="672480" cy="9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738ABBF-BC1D-EE38-B421-C927D5D29581}"/>
              </a:ext>
            </a:extLst>
          </p:cNvPr>
          <p:cNvGrpSpPr/>
          <p:nvPr/>
        </p:nvGrpSpPr>
        <p:grpSpPr>
          <a:xfrm>
            <a:off x="4980758" y="2895140"/>
            <a:ext cx="3228120" cy="1146600"/>
            <a:chOff x="4980758" y="2895140"/>
            <a:chExt cx="3228120" cy="11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6FFE8B-AE91-B71F-0530-0B1BCD09BA2B}"/>
                    </a:ext>
                  </a:extLst>
                </p14:cNvPr>
                <p14:cNvContentPartPr/>
                <p14:nvPr/>
              </p14:nvContentPartPr>
              <p14:xfrm>
                <a:off x="4980758" y="3219860"/>
                <a:ext cx="481320" cy="82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6FFE8B-AE91-B71F-0530-0B1BCD09BA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76438" y="3215540"/>
                  <a:ext cx="48996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C4A78D-8D32-2103-1CB9-6EC6DD4BB521}"/>
                    </a:ext>
                  </a:extLst>
                </p14:cNvPr>
                <p14:cNvContentPartPr/>
                <p14:nvPr/>
              </p14:nvContentPartPr>
              <p14:xfrm>
                <a:off x="5788598" y="3163340"/>
                <a:ext cx="487440" cy="612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C4A78D-8D32-2103-1CB9-6EC6DD4BB5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84278" y="3159020"/>
                  <a:ext cx="4960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E59D4E-C8EC-F97F-64D0-97B1CA1C1C06}"/>
                    </a:ext>
                  </a:extLst>
                </p14:cNvPr>
                <p14:cNvContentPartPr/>
                <p14:nvPr/>
              </p14:nvContentPartPr>
              <p14:xfrm>
                <a:off x="6601118" y="3453860"/>
                <a:ext cx="31680" cy="2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E59D4E-C8EC-F97F-64D0-97B1CA1C1C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6798" y="3449540"/>
                  <a:ext cx="40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CC78C7A-289F-B35A-4534-3A2125108D1A}"/>
                    </a:ext>
                  </a:extLst>
                </p14:cNvPr>
                <p14:cNvContentPartPr/>
                <p14:nvPr/>
              </p14:nvContentPartPr>
              <p14:xfrm>
                <a:off x="6777158" y="3422900"/>
                <a:ext cx="88920" cy="123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CC78C7A-289F-B35A-4534-3A2125108D1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72838" y="3418580"/>
                  <a:ext cx="97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D411C19-C99A-03AA-EB06-772A9EF552EE}"/>
                    </a:ext>
                  </a:extLst>
                </p14:cNvPr>
                <p14:cNvContentPartPr/>
                <p14:nvPr/>
              </p14:nvContentPartPr>
              <p14:xfrm>
                <a:off x="7193318" y="2895140"/>
                <a:ext cx="490320" cy="907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D411C19-C99A-03AA-EB06-772A9EF552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88998" y="2890820"/>
                  <a:ext cx="49896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E87FBF-65EC-CF54-2AFD-9053EFCFDB3E}"/>
                    </a:ext>
                  </a:extLst>
                </p14:cNvPr>
                <p14:cNvContentPartPr/>
                <p14:nvPr/>
              </p14:nvContentPartPr>
              <p14:xfrm>
                <a:off x="7463318" y="3274580"/>
                <a:ext cx="745560" cy="190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E87FBF-65EC-CF54-2AFD-9053EFCFDB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58998" y="3270260"/>
                  <a:ext cx="75420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7D63609-4F03-DF00-91C1-AA270D4B1F89}"/>
              </a:ext>
            </a:extLst>
          </p:cNvPr>
          <p:cNvGrpSpPr/>
          <p:nvPr/>
        </p:nvGrpSpPr>
        <p:grpSpPr>
          <a:xfrm>
            <a:off x="5379278" y="4559780"/>
            <a:ext cx="1382400" cy="2199240"/>
            <a:chOff x="5379278" y="4559780"/>
            <a:chExt cx="1382400" cy="21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DAA470-1FDF-4547-8404-AF22CA3D94FA}"/>
                    </a:ext>
                  </a:extLst>
                </p14:cNvPr>
                <p14:cNvContentPartPr/>
                <p14:nvPr/>
              </p14:nvContentPartPr>
              <p14:xfrm>
                <a:off x="6039158" y="4559780"/>
                <a:ext cx="169200" cy="1402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DAA470-1FDF-4547-8404-AF22CA3D94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34838" y="4555460"/>
                  <a:ext cx="177840" cy="14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A319328-8A49-B4C9-B04E-508F777F452B}"/>
                    </a:ext>
                  </a:extLst>
                </p14:cNvPr>
                <p14:cNvContentPartPr/>
                <p14:nvPr/>
              </p14:nvContentPartPr>
              <p14:xfrm>
                <a:off x="5379278" y="5804300"/>
                <a:ext cx="1382400" cy="954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A319328-8A49-B4C9-B04E-508F777F45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74958" y="5799980"/>
                  <a:ext cx="1391040" cy="9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0319556-2BBC-B4F9-35C9-89E6CB2B858F}"/>
              </a:ext>
            </a:extLst>
          </p:cNvPr>
          <p:cNvGrpSpPr/>
          <p:nvPr/>
        </p:nvGrpSpPr>
        <p:grpSpPr>
          <a:xfrm>
            <a:off x="7411478" y="6040820"/>
            <a:ext cx="1135080" cy="678240"/>
            <a:chOff x="7411478" y="6040820"/>
            <a:chExt cx="1135080" cy="6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2DAD647-5D60-9DB5-61E0-845BE46E8E8B}"/>
                    </a:ext>
                  </a:extLst>
                </p14:cNvPr>
                <p14:cNvContentPartPr/>
                <p14:nvPr/>
              </p14:nvContentPartPr>
              <p14:xfrm>
                <a:off x="7411478" y="6040820"/>
                <a:ext cx="552600" cy="67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2DAD647-5D60-9DB5-61E0-845BE46E8E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07158" y="6036500"/>
                  <a:ext cx="56124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6F3A0C-5172-9C48-53C5-569AEF0565A6}"/>
                    </a:ext>
                  </a:extLst>
                </p14:cNvPr>
                <p14:cNvContentPartPr/>
                <p14:nvPr/>
              </p14:nvContentPartPr>
              <p14:xfrm>
                <a:off x="8304998" y="6319820"/>
                <a:ext cx="17280" cy="21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6F3A0C-5172-9C48-53C5-569AEF0565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0678" y="6315500"/>
                  <a:ext cx="2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87476B-7AA4-64F3-C4E4-2B718D946B96}"/>
                    </a:ext>
                  </a:extLst>
                </p14:cNvPr>
                <p14:cNvContentPartPr/>
                <p14:nvPr/>
              </p14:nvContentPartPr>
              <p14:xfrm>
                <a:off x="8525678" y="6315500"/>
                <a:ext cx="20880" cy="26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87476B-7AA4-64F3-C4E4-2B718D946B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21358" y="6311180"/>
                  <a:ext cx="29520" cy="3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376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D61286-A503-6BC7-2155-280A2A29029D}"/>
              </a:ext>
            </a:extLst>
          </p:cNvPr>
          <p:cNvGrpSpPr/>
          <p:nvPr/>
        </p:nvGrpSpPr>
        <p:grpSpPr>
          <a:xfrm>
            <a:off x="2396678" y="689780"/>
            <a:ext cx="1632240" cy="1072800"/>
            <a:chOff x="2396678" y="689780"/>
            <a:chExt cx="1632240" cy="10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D465AB-450F-B665-DC16-805C91FE3AF0}"/>
                    </a:ext>
                  </a:extLst>
                </p14:cNvPr>
                <p14:cNvContentPartPr/>
                <p14:nvPr/>
              </p14:nvContentPartPr>
              <p14:xfrm>
                <a:off x="2396678" y="1245260"/>
                <a:ext cx="541800" cy="517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D465AB-450F-B665-DC16-805C91FE3A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92358" y="1240940"/>
                  <a:ext cx="5504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16DDECE-BA4A-5D8C-72CD-5CA0BDDA2A7B}"/>
                    </a:ext>
                  </a:extLst>
                </p14:cNvPr>
                <p14:cNvContentPartPr/>
                <p14:nvPr/>
              </p14:nvContentPartPr>
              <p14:xfrm>
                <a:off x="2903918" y="905780"/>
                <a:ext cx="115200" cy="748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16DDECE-BA4A-5D8C-72CD-5CA0BDDA2A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99598" y="901460"/>
                  <a:ext cx="1238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41B51E-4933-0E78-E230-4FCE9FF2FD84}"/>
                    </a:ext>
                  </a:extLst>
                </p14:cNvPr>
                <p14:cNvContentPartPr/>
                <p14:nvPr/>
              </p14:nvContentPartPr>
              <p14:xfrm>
                <a:off x="3057278" y="689780"/>
                <a:ext cx="971640" cy="20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41B51E-4933-0E78-E230-4FCE9FF2FD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52958" y="685460"/>
                  <a:ext cx="980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B95B56-E985-9E95-1D4E-2C9C07E4660D}"/>
                    </a:ext>
                  </a:extLst>
                </p14:cNvPr>
                <p14:cNvContentPartPr/>
                <p14:nvPr/>
              </p14:nvContentPartPr>
              <p14:xfrm>
                <a:off x="3284078" y="1204580"/>
                <a:ext cx="155160" cy="49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B95B56-E985-9E95-1D4E-2C9C07E466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9758" y="1200260"/>
                  <a:ext cx="1638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9F73A8-9B85-06A5-E4CF-2B56C0428E0F}"/>
                    </a:ext>
                  </a:extLst>
                </p14:cNvPr>
                <p14:cNvContentPartPr/>
                <p14:nvPr/>
              </p14:nvContentPartPr>
              <p14:xfrm>
                <a:off x="3544358" y="1041140"/>
                <a:ext cx="10080" cy="52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9F73A8-9B85-06A5-E4CF-2B56C0428E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40038" y="1036820"/>
                  <a:ext cx="1872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000521-216D-923E-F3AF-F33AAB240859}"/>
                  </a:ext>
                </a:extLst>
              </p14:cNvPr>
              <p14:cNvContentPartPr/>
              <p14:nvPr/>
            </p14:nvContentPartPr>
            <p14:xfrm>
              <a:off x="5191718" y="1456940"/>
              <a:ext cx="390960" cy="94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000521-216D-923E-F3AF-F33AAB2408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7398" y="1452620"/>
                <a:ext cx="3996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D4BA9A-5AA3-9B90-BB88-7185E5E3302C}"/>
                  </a:ext>
                </a:extLst>
              </p14:cNvPr>
              <p14:cNvContentPartPr/>
              <p14:nvPr/>
            </p14:nvContentPartPr>
            <p14:xfrm>
              <a:off x="5360558" y="1825940"/>
              <a:ext cx="659880" cy="185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D4BA9A-5AA3-9B90-BB88-7185E5E3302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56238" y="1821620"/>
                <a:ext cx="66852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2FF9DD8-6A35-DEA8-D560-3B18ADBEFCE9}"/>
              </a:ext>
            </a:extLst>
          </p:cNvPr>
          <p:cNvGrpSpPr/>
          <p:nvPr/>
        </p:nvGrpSpPr>
        <p:grpSpPr>
          <a:xfrm>
            <a:off x="6949598" y="884900"/>
            <a:ext cx="1475280" cy="885960"/>
            <a:chOff x="6949598" y="884900"/>
            <a:chExt cx="147528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2B186C-DE84-C3E0-4783-079E9AF5B062}"/>
                    </a:ext>
                  </a:extLst>
                </p14:cNvPr>
                <p14:cNvContentPartPr/>
                <p14:nvPr/>
              </p14:nvContentPartPr>
              <p14:xfrm>
                <a:off x="6949598" y="1485020"/>
                <a:ext cx="951840" cy="71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2B186C-DE84-C3E0-4783-079E9AF5B0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45278" y="1480700"/>
                  <a:ext cx="960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260B2A-93C9-FBEF-BBE2-99C2A26C34BE}"/>
                    </a:ext>
                  </a:extLst>
                </p14:cNvPr>
                <p14:cNvContentPartPr/>
                <p14:nvPr/>
              </p14:nvContentPartPr>
              <p14:xfrm>
                <a:off x="8213198" y="884900"/>
                <a:ext cx="211680" cy="885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260B2A-93C9-FBEF-BBE2-99C2A26C34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08878" y="880580"/>
                  <a:ext cx="220320" cy="89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E8DB9EB-E077-A218-2E19-532189876404}"/>
                  </a:ext>
                </a:extLst>
              </p14:cNvPr>
              <p14:cNvContentPartPr/>
              <p14:nvPr/>
            </p14:nvContentPartPr>
            <p14:xfrm>
              <a:off x="4225838" y="3871460"/>
              <a:ext cx="1503720" cy="175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E8DB9EB-E077-A218-2E19-5321898764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21518" y="3867140"/>
                <a:ext cx="1512360" cy="1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EB6D264C-DCBC-E221-3256-1EB08F1B3E7D}"/>
              </a:ext>
            </a:extLst>
          </p:cNvPr>
          <p:cNvGrpSpPr/>
          <p:nvPr/>
        </p:nvGrpSpPr>
        <p:grpSpPr>
          <a:xfrm>
            <a:off x="1288598" y="2145260"/>
            <a:ext cx="9923040" cy="4270320"/>
            <a:chOff x="1288598" y="2145260"/>
            <a:chExt cx="9923040" cy="42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454867-6A6F-3373-3382-8943D7AFA964}"/>
                    </a:ext>
                  </a:extLst>
                </p14:cNvPr>
                <p14:cNvContentPartPr/>
                <p14:nvPr/>
              </p14:nvContentPartPr>
              <p14:xfrm>
                <a:off x="3420158" y="2145260"/>
                <a:ext cx="358560" cy="1011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454867-6A6F-3373-3382-8943D7AFA9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15838" y="2140940"/>
                  <a:ext cx="367200" cy="10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942327-3864-24A6-B98A-0754B2C1C2BA}"/>
                    </a:ext>
                  </a:extLst>
                </p14:cNvPr>
                <p14:cNvContentPartPr/>
                <p14:nvPr/>
              </p14:nvContentPartPr>
              <p14:xfrm>
                <a:off x="2920478" y="3126980"/>
                <a:ext cx="777600" cy="33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942327-3864-24A6-B98A-0754B2C1C2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6158" y="3122660"/>
                  <a:ext cx="786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CA13B5-197A-BCD4-C5BA-BD6C9DBEE1F6}"/>
                    </a:ext>
                  </a:extLst>
                </p14:cNvPr>
                <p14:cNvContentPartPr/>
                <p14:nvPr/>
              </p14:nvContentPartPr>
              <p14:xfrm>
                <a:off x="2790878" y="4335140"/>
                <a:ext cx="10080" cy="268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CA13B5-197A-BCD4-C5BA-BD6C9DBEE1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86558" y="4330820"/>
                  <a:ext cx="18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1055F3-4CA9-E26A-05C1-32E7C857D7FC}"/>
                    </a:ext>
                  </a:extLst>
                </p14:cNvPr>
                <p14:cNvContentPartPr/>
                <p14:nvPr/>
              </p14:nvContentPartPr>
              <p14:xfrm>
                <a:off x="2942798" y="3813140"/>
                <a:ext cx="65520" cy="59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1055F3-4CA9-E26A-05C1-32E7C857D7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8478" y="3808820"/>
                  <a:ext cx="74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4C3447-429D-702D-2B34-17C4CCDE294F}"/>
                    </a:ext>
                  </a:extLst>
                </p14:cNvPr>
                <p14:cNvContentPartPr/>
                <p14:nvPr/>
              </p14:nvContentPartPr>
              <p14:xfrm>
                <a:off x="3384878" y="3988820"/>
                <a:ext cx="251280" cy="505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4C3447-429D-702D-2B34-17C4CCDE29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80558" y="3984500"/>
                  <a:ext cx="2599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07E5E-F2E4-5214-C351-817D33B05B77}"/>
                    </a:ext>
                  </a:extLst>
                </p14:cNvPr>
                <p14:cNvContentPartPr/>
                <p14:nvPr/>
              </p14:nvContentPartPr>
              <p14:xfrm>
                <a:off x="3875918" y="3896660"/>
                <a:ext cx="662400" cy="431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07E5E-F2E4-5214-C351-817D33B05B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71598" y="3892340"/>
                  <a:ext cx="6710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F9E6BF-EC78-B501-8EE5-034BB7D5B0B2}"/>
                    </a:ext>
                  </a:extLst>
                </p14:cNvPr>
                <p14:cNvContentPartPr/>
                <p14:nvPr/>
              </p14:nvContentPartPr>
              <p14:xfrm>
                <a:off x="1288598" y="3382940"/>
                <a:ext cx="4012560" cy="211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F9E6BF-EC78-B501-8EE5-034BB7D5B0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84278" y="3378620"/>
                  <a:ext cx="4021200" cy="21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FFE42D-0143-54C2-907A-7213AAC9A3B2}"/>
                    </a:ext>
                  </a:extLst>
                </p14:cNvPr>
                <p14:cNvContentPartPr/>
                <p14:nvPr/>
              </p14:nvContentPartPr>
              <p14:xfrm>
                <a:off x="5320598" y="3920420"/>
                <a:ext cx="107640" cy="1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FFE42D-0143-54C2-907A-7213AAC9A3B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6278" y="3916100"/>
                  <a:ext cx="11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5B925A-EF77-8CC6-65B7-BF3FE4FE55A9}"/>
                    </a:ext>
                  </a:extLst>
                </p14:cNvPr>
                <p14:cNvContentPartPr/>
                <p14:nvPr/>
              </p14:nvContentPartPr>
              <p14:xfrm>
                <a:off x="6462518" y="2449820"/>
                <a:ext cx="667080" cy="75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5B925A-EF77-8CC6-65B7-BF3FE4FE55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58198" y="2445500"/>
                  <a:ext cx="67572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920E16-F46B-D80A-42C6-A1C28DB6DC4E}"/>
                    </a:ext>
                  </a:extLst>
                </p14:cNvPr>
                <p14:cNvContentPartPr/>
                <p14:nvPr/>
              </p14:nvContentPartPr>
              <p14:xfrm>
                <a:off x="7943198" y="2331740"/>
                <a:ext cx="93600" cy="679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920E16-F46B-D80A-42C6-A1C28DB6DC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38878" y="2327420"/>
                  <a:ext cx="102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5FC30F-50A5-824E-42D3-E95DD54062DF}"/>
                    </a:ext>
                  </a:extLst>
                </p14:cNvPr>
                <p14:cNvContentPartPr/>
                <p14:nvPr/>
              </p14:nvContentPartPr>
              <p14:xfrm>
                <a:off x="7850318" y="2567180"/>
                <a:ext cx="534600" cy="65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5FC30F-50A5-824E-42D3-E95DD54062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45998" y="2562860"/>
                  <a:ext cx="543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1C2DA35-FAE5-3133-D434-3C08F2BA239F}"/>
                    </a:ext>
                  </a:extLst>
                </p14:cNvPr>
                <p14:cNvContentPartPr/>
                <p14:nvPr/>
              </p14:nvContentPartPr>
              <p14:xfrm>
                <a:off x="8921318" y="2163620"/>
                <a:ext cx="299520" cy="830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1C2DA35-FAE5-3133-D434-3C08F2BA23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16998" y="2159300"/>
                  <a:ext cx="30816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10CD20D-AFA2-0389-FB7B-455736ADE281}"/>
                    </a:ext>
                  </a:extLst>
                </p14:cNvPr>
                <p14:cNvContentPartPr/>
                <p14:nvPr/>
              </p14:nvContentPartPr>
              <p14:xfrm>
                <a:off x="9192398" y="2297540"/>
                <a:ext cx="558720" cy="7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10CD20D-AFA2-0389-FB7B-455736ADE2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88078" y="2293220"/>
                  <a:ext cx="567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6A74BC-2AA8-2299-7F7A-615B69C7E00B}"/>
                    </a:ext>
                  </a:extLst>
                </p14:cNvPr>
                <p14:cNvContentPartPr/>
                <p14:nvPr/>
              </p14:nvContentPartPr>
              <p14:xfrm>
                <a:off x="9794318" y="2241740"/>
                <a:ext cx="641880" cy="10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6A74BC-2AA8-2299-7F7A-615B69C7E0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89998" y="2237420"/>
                  <a:ext cx="650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102A6F-A0FD-D08B-E47F-42930AF88C5E}"/>
                    </a:ext>
                  </a:extLst>
                </p14:cNvPr>
                <p14:cNvContentPartPr/>
                <p14:nvPr/>
              </p14:nvContentPartPr>
              <p14:xfrm>
                <a:off x="9654278" y="2410940"/>
                <a:ext cx="608040" cy="91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102A6F-A0FD-D08B-E47F-42930AF88C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49958" y="2406620"/>
                  <a:ext cx="61668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D7D62D-C385-8D44-B448-673B2CF5042A}"/>
                    </a:ext>
                  </a:extLst>
                </p14:cNvPr>
                <p14:cNvContentPartPr/>
                <p14:nvPr/>
              </p14:nvContentPartPr>
              <p14:xfrm>
                <a:off x="10441598" y="3096740"/>
                <a:ext cx="60480" cy="77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D7D62D-C385-8D44-B448-673B2CF504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37278" y="3092420"/>
                  <a:ext cx="69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55958F-D9B3-42D1-89D9-E3D86244679B}"/>
                    </a:ext>
                  </a:extLst>
                </p14:cNvPr>
                <p14:cNvContentPartPr/>
                <p14:nvPr/>
              </p14:nvContentPartPr>
              <p14:xfrm>
                <a:off x="6638198" y="4104740"/>
                <a:ext cx="1112040" cy="485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55958F-D9B3-42D1-89D9-E3D8624467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33878" y="4100420"/>
                  <a:ext cx="11206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8CDE00-2421-2E18-8F00-49BDA0B930AF}"/>
                    </a:ext>
                  </a:extLst>
                </p14:cNvPr>
                <p14:cNvContentPartPr/>
                <p14:nvPr/>
              </p14:nvContentPartPr>
              <p14:xfrm>
                <a:off x="7593638" y="4288340"/>
                <a:ext cx="638280" cy="99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8CDE00-2421-2E18-8F00-49BDA0B930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89318" y="4284020"/>
                  <a:ext cx="6469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956141-DDE8-AAFB-D8B2-8EC9E99BB6C9}"/>
                    </a:ext>
                  </a:extLst>
                </p14:cNvPr>
                <p14:cNvContentPartPr/>
                <p14:nvPr/>
              </p14:nvContentPartPr>
              <p14:xfrm>
                <a:off x="9108158" y="4089620"/>
                <a:ext cx="342720" cy="54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956141-DDE8-AAFB-D8B2-8EC9E99BB6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03838" y="4085300"/>
                  <a:ext cx="3513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4D5CF7-2A58-9EC0-2CC0-A4AC26A005D7}"/>
                    </a:ext>
                  </a:extLst>
                </p14:cNvPr>
                <p14:cNvContentPartPr/>
                <p14:nvPr/>
              </p14:nvContentPartPr>
              <p14:xfrm>
                <a:off x="9220118" y="3848780"/>
                <a:ext cx="370440" cy="443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4D5CF7-2A58-9EC0-2CC0-A4AC26A005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15798" y="3844460"/>
                  <a:ext cx="3790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77CA63-1E2C-8BA6-6E31-A7BF7242AA3E}"/>
                    </a:ext>
                  </a:extLst>
                </p14:cNvPr>
                <p14:cNvContentPartPr/>
                <p14:nvPr/>
              </p14:nvContentPartPr>
              <p14:xfrm>
                <a:off x="10476518" y="4052900"/>
                <a:ext cx="610560" cy="74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77CA63-1E2C-8BA6-6E31-A7BF7242AA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72198" y="4048580"/>
                  <a:ext cx="619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65454A-71C1-897F-D889-7598216249A5}"/>
                    </a:ext>
                  </a:extLst>
                </p14:cNvPr>
                <p14:cNvContentPartPr/>
                <p14:nvPr/>
              </p14:nvContentPartPr>
              <p14:xfrm>
                <a:off x="10328198" y="4041380"/>
                <a:ext cx="433080" cy="90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65454A-71C1-897F-D889-7598216249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23878" y="4037060"/>
                  <a:ext cx="441720" cy="9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E47303-0917-1F6B-349C-8E5599A0E7B3}"/>
                    </a:ext>
                  </a:extLst>
                </p14:cNvPr>
                <p14:cNvContentPartPr/>
                <p14:nvPr/>
              </p14:nvContentPartPr>
              <p14:xfrm>
                <a:off x="10833638" y="4708100"/>
                <a:ext cx="18360" cy="14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E47303-0917-1F6B-349C-8E5599A0E7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29318" y="4703780"/>
                  <a:ext cx="27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169443-8458-EEDC-949E-A5E0075AC9EF}"/>
                    </a:ext>
                  </a:extLst>
                </p14:cNvPr>
                <p14:cNvContentPartPr/>
                <p14:nvPr/>
              </p14:nvContentPartPr>
              <p14:xfrm>
                <a:off x="6691118" y="3331820"/>
                <a:ext cx="4520520" cy="2173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169443-8458-EEDC-949E-A5E0075AC9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86798" y="3327500"/>
                  <a:ext cx="4529160" cy="21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709429-D21B-03E4-96A7-7DEAA29AB8DD}"/>
                    </a:ext>
                  </a:extLst>
                </p14:cNvPr>
                <p14:cNvContentPartPr/>
                <p14:nvPr/>
              </p14:nvContentPartPr>
              <p14:xfrm>
                <a:off x="6861758" y="5494700"/>
                <a:ext cx="428760" cy="57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709429-D21B-03E4-96A7-7DEAA29AB8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57438" y="5490380"/>
                  <a:ext cx="43740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E819DC-9D0C-403C-88CA-B8E8A64B3FA7}"/>
                    </a:ext>
                  </a:extLst>
                </p14:cNvPr>
                <p14:cNvContentPartPr/>
                <p14:nvPr/>
              </p14:nvContentPartPr>
              <p14:xfrm>
                <a:off x="7746638" y="5563460"/>
                <a:ext cx="30600" cy="29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E819DC-9D0C-403C-88CA-B8E8A64B3F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42318" y="5559140"/>
                  <a:ext cx="39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E9CEC5-93D3-6DA8-7AE6-B94DCBB15003}"/>
                    </a:ext>
                  </a:extLst>
                </p14:cNvPr>
                <p14:cNvContentPartPr/>
                <p14:nvPr/>
              </p14:nvContentPartPr>
              <p14:xfrm>
                <a:off x="7609118" y="5774060"/>
                <a:ext cx="516600" cy="154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E9CEC5-93D3-6DA8-7AE6-B94DCBB150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04798" y="5769740"/>
                  <a:ext cx="525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9429D4-E3CF-E006-2175-0A73D61C93F9}"/>
                    </a:ext>
                  </a:extLst>
                </p14:cNvPr>
                <p14:cNvContentPartPr/>
                <p14:nvPr/>
              </p14:nvContentPartPr>
              <p14:xfrm>
                <a:off x="8429198" y="5556980"/>
                <a:ext cx="305280" cy="614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9429D4-E3CF-E006-2175-0A73D61C93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24878" y="5552660"/>
                  <a:ext cx="31392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A42C7E-1BE2-3546-D0E0-C36429DA5D15}"/>
                    </a:ext>
                  </a:extLst>
                </p14:cNvPr>
                <p14:cNvContentPartPr/>
                <p14:nvPr/>
              </p14:nvContentPartPr>
              <p14:xfrm>
                <a:off x="8839238" y="5530340"/>
                <a:ext cx="517320" cy="885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A42C7E-1BE2-3546-D0E0-C36429DA5D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34918" y="5526020"/>
                  <a:ext cx="52596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05EDD7-1852-A696-B44F-57C0CBAA7966}"/>
                    </a:ext>
                  </a:extLst>
                </p14:cNvPr>
                <p14:cNvContentPartPr/>
                <p14:nvPr/>
              </p14:nvContentPartPr>
              <p14:xfrm>
                <a:off x="9562478" y="5238020"/>
                <a:ext cx="102960" cy="83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05EDD7-1852-A696-B44F-57C0CBAA79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58158" y="5233700"/>
                  <a:ext cx="111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B72C03-D18B-B94B-FD5B-E6810F7669D7}"/>
                    </a:ext>
                  </a:extLst>
                </p14:cNvPr>
                <p14:cNvContentPartPr/>
                <p14:nvPr/>
              </p14:nvContentPartPr>
              <p14:xfrm>
                <a:off x="4283798" y="5353940"/>
                <a:ext cx="339120" cy="50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B72C03-D18B-B94B-FD5B-E6810F7669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79478" y="5349620"/>
                  <a:ext cx="3477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8753C79-554A-8F51-72BF-676A0F13F30E}"/>
                    </a:ext>
                  </a:extLst>
                </p14:cNvPr>
                <p14:cNvContentPartPr/>
                <p14:nvPr/>
              </p14:nvContentPartPr>
              <p14:xfrm>
                <a:off x="4892558" y="5220380"/>
                <a:ext cx="28080" cy="351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8753C79-554A-8F51-72BF-676A0F13F3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88238" y="5216060"/>
                  <a:ext cx="367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D58BCC-B9F2-52E5-DF12-F0F6E4ADC4D5}"/>
                    </a:ext>
                  </a:extLst>
                </p14:cNvPr>
                <p14:cNvContentPartPr/>
                <p14:nvPr/>
              </p14:nvContentPartPr>
              <p14:xfrm>
                <a:off x="4827398" y="5355020"/>
                <a:ext cx="401760" cy="234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D58BCC-B9F2-52E5-DF12-F0F6E4ADC4D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23078" y="5350700"/>
                  <a:ext cx="410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6859F4-11C9-ADC5-88C2-192FDF10CCA6}"/>
                    </a:ext>
                  </a:extLst>
                </p14:cNvPr>
                <p14:cNvContentPartPr/>
                <p14:nvPr/>
              </p14:nvContentPartPr>
              <p14:xfrm>
                <a:off x="5374598" y="5173220"/>
                <a:ext cx="292680" cy="525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6859F4-11C9-ADC5-88C2-192FDF10CC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70278" y="5168900"/>
                  <a:ext cx="3013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08D565-09A8-63E9-7C0C-DC38EDE4E709}"/>
                    </a:ext>
                  </a:extLst>
                </p14:cNvPr>
                <p14:cNvContentPartPr/>
                <p14:nvPr/>
              </p14:nvContentPartPr>
              <p14:xfrm>
                <a:off x="5671598" y="4872260"/>
                <a:ext cx="429480" cy="1280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08D565-09A8-63E9-7C0C-DC38EDE4E7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67278" y="4867940"/>
                  <a:ext cx="438120" cy="12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7FDE8D-9B3D-1917-7C08-FD360C36B788}"/>
                    </a:ext>
                  </a:extLst>
                </p14:cNvPr>
                <p14:cNvContentPartPr/>
                <p14:nvPr/>
              </p14:nvContentPartPr>
              <p14:xfrm>
                <a:off x="3228998" y="4527380"/>
                <a:ext cx="1486800" cy="173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7FDE8D-9B3D-1917-7C08-FD360C36B78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4678" y="4523060"/>
                  <a:ext cx="1495440" cy="17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FBB3F9-641B-677D-CBF4-E2EFCB62991F}"/>
                    </a:ext>
                  </a:extLst>
                </p14:cNvPr>
                <p14:cNvContentPartPr/>
                <p14:nvPr/>
              </p14:nvContentPartPr>
              <p14:xfrm>
                <a:off x="5468918" y="4246580"/>
                <a:ext cx="1070640" cy="1935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FBB3F9-641B-677D-CBF4-E2EFCB6299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64598" y="4242260"/>
                  <a:ext cx="1079280" cy="19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CD09F1-A949-D25D-B1D5-99B2F050991B}"/>
                    </a:ext>
                  </a:extLst>
                </p14:cNvPr>
                <p14:cNvContentPartPr/>
                <p14:nvPr/>
              </p14:nvContentPartPr>
              <p14:xfrm>
                <a:off x="6575918" y="5210660"/>
                <a:ext cx="55800" cy="17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CD09F1-A949-D25D-B1D5-99B2F05099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71598" y="5206340"/>
                  <a:ext cx="64440" cy="2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257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2B8198-B764-8A21-A487-B030165CF5FC}"/>
                  </a:ext>
                </a:extLst>
              </p14:cNvPr>
              <p14:cNvContentPartPr/>
              <p14:nvPr/>
            </p14:nvContentPartPr>
            <p14:xfrm>
              <a:off x="2682158" y="3292220"/>
              <a:ext cx="1719720" cy="384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2B8198-B764-8A21-A487-B030165CF5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7838" y="3287900"/>
                <a:ext cx="172836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7EFF53-7D42-C103-2F17-3FCCBA9AB301}"/>
                  </a:ext>
                </a:extLst>
              </p14:cNvPr>
              <p14:cNvContentPartPr/>
              <p14:nvPr/>
            </p14:nvContentPartPr>
            <p14:xfrm>
              <a:off x="3738758" y="3326780"/>
              <a:ext cx="91800" cy="1134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37EFF53-7D42-C103-2F17-3FCCBA9AB3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4438" y="3322460"/>
                <a:ext cx="100440" cy="11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AE4BC4-74FF-16EB-4BBF-957A77C8926E}"/>
                  </a:ext>
                </a:extLst>
              </p14:cNvPr>
              <p14:cNvContentPartPr/>
              <p14:nvPr/>
            </p14:nvContentPartPr>
            <p14:xfrm>
              <a:off x="4294238" y="3704060"/>
              <a:ext cx="491400" cy="615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AE4BC4-74FF-16EB-4BBF-957A77C892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9918" y="3699740"/>
                <a:ext cx="50004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ED8F28-9C29-691F-8D60-9982758367AB}"/>
                  </a:ext>
                </a:extLst>
              </p14:cNvPr>
              <p14:cNvContentPartPr/>
              <p14:nvPr/>
            </p14:nvContentPartPr>
            <p14:xfrm>
              <a:off x="4955558" y="3584900"/>
              <a:ext cx="361800" cy="769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ED8F28-9C29-691F-8D60-9982758367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51238" y="3580580"/>
                <a:ext cx="37044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5E7EC81-3C48-375E-C3BA-7605358625FB}"/>
                  </a:ext>
                </a:extLst>
              </p14:cNvPr>
              <p14:cNvContentPartPr/>
              <p14:nvPr/>
            </p14:nvContentPartPr>
            <p14:xfrm>
              <a:off x="5623358" y="3727100"/>
              <a:ext cx="5040" cy="54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5E7EC81-3C48-375E-C3BA-7605358625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9038" y="3722780"/>
                <a:ext cx="13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4728035-A713-633D-71B9-911C099E7FF6}"/>
                  </a:ext>
                </a:extLst>
              </p14:cNvPr>
              <p14:cNvContentPartPr/>
              <p14:nvPr/>
            </p14:nvContentPartPr>
            <p14:xfrm>
              <a:off x="5823518" y="3481940"/>
              <a:ext cx="1170000" cy="49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728035-A713-633D-71B9-911C099E7F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19198" y="3477620"/>
                <a:ext cx="117864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6CBA62-38F9-6EE4-8581-2BFD3F6C0D4B}"/>
                  </a:ext>
                </a:extLst>
              </p14:cNvPr>
              <p14:cNvContentPartPr/>
              <p14:nvPr/>
            </p14:nvContentPartPr>
            <p14:xfrm>
              <a:off x="7506878" y="3022940"/>
              <a:ext cx="1204920" cy="311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6CBA62-38F9-6EE4-8581-2BFD3F6C0D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02558" y="3018620"/>
                <a:ext cx="121356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88AFF1-065E-9F6B-A229-BA3F84DFDC09}"/>
                  </a:ext>
                </a:extLst>
              </p14:cNvPr>
              <p14:cNvContentPartPr/>
              <p14:nvPr/>
            </p14:nvContentPartPr>
            <p14:xfrm>
              <a:off x="8739158" y="2517140"/>
              <a:ext cx="310680" cy="854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88AFF1-065E-9F6B-A229-BA3F84DFDC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34838" y="2512820"/>
                <a:ext cx="319320" cy="86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14FCFB9-5F93-FB8C-B6F3-B39196A9BF06}"/>
                  </a:ext>
                </a:extLst>
              </p14:cNvPr>
              <p14:cNvContentPartPr/>
              <p14:nvPr/>
            </p14:nvContentPartPr>
            <p14:xfrm>
              <a:off x="9180518" y="3003500"/>
              <a:ext cx="49680" cy="536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14FCFB9-5F93-FB8C-B6F3-B39196A9BF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76198" y="2999180"/>
                <a:ext cx="583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DD7461A-525E-A515-9A2B-7F431E408766}"/>
                  </a:ext>
                </a:extLst>
              </p14:cNvPr>
              <p14:cNvContentPartPr/>
              <p14:nvPr/>
            </p14:nvContentPartPr>
            <p14:xfrm>
              <a:off x="4517438" y="5539700"/>
              <a:ext cx="353520" cy="64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DD7461A-525E-A515-9A2B-7F431E40876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13118" y="5535380"/>
                <a:ext cx="36216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0974B6A-53B1-26F9-CFCE-D6345E5D7735}"/>
                  </a:ext>
                </a:extLst>
              </p14:cNvPr>
              <p14:cNvContentPartPr/>
              <p14:nvPr/>
            </p14:nvContentPartPr>
            <p14:xfrm>
              <a:off x="4624718" y="4939580"/>
              <a:ext cx="442800" cy="164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0974B6A-53B1-26F9-CFCE-D6345E5D77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20398" y="4935260"/>
                <a:ext cx="4514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4E272D2-C85B-FD08-856C-ED2879CA3B0F}"/>
                  </a:ext>
                </a:extLst>
              </p14:cNvPr>
              <p14:cNvContentPartPr/>
              <p14:nvPr/>
            </p14:nvContentPartPr>
            <p14:xfrm>
              <a:off x="4885358" y="4658060"/>
              <a:ext cx="1718640" cy="117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4E272D2-C85B-FD08-856C-ED2879CA3B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81038" y="4653740"/>
                <a:ext cx="1727280" cy="11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591E452-AF6E-29B1-CE91-EC2D9BDAC4AA}"/>
                  </a:ext>
                </a:extLst>
              </p14:cNvPr>
              <p14:cNvContentPartPr/>
              <p14:nvPr/>
            </p14:nvContentPartPr>
            <p14:xfrm>
              <a:off x="6903158" y="4763900"/>
              <a:ext cx="127080" cy="413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591E452-AF6E-29B1-CE91-EC2D9BDAC4A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8838" y="4759580"/>
                <a:ext cx="1357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BF6C0C8-9DCC-FD8F-59CD-0AA9960632E0}"/>
                  </a:ext>
                </a:extLst>
              </p14:cNvPr>
              <p14:cNvContentPartPr/>
              <p14:nvPr/>
            </p14:nvContentPartPr>
            <p14:xfrm>
              <a:off x="7215998" y="4619540"/>
              <a:ext cx="380160" cy="437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BF6C0C8-9DCC-FD8F-59CD-0AA9960632E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11678" y="4615220"/>
                <a:ext cx="38880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167FF4-5296-82B5-FDB7-1E10BEE9B99D}"/>
                  </a:ext>
                </a:extLst>
              </p14:cNvPr>
              <p14:cNvContentPartPr/>
              <p14:nvPr/>
            </p14:nvContentPartPr>
            <p14:xfrm>
              <a:off x="7993598" y="4473740"/>
              <a:ext cx="720360" cy="173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167FF4-5296-82B5-FDB7-1E10BEE9B9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89278" y="4469420"/>
                <a:ext cx="7290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61DDC22-6A90-1992-A43D-DADCBBA37569}"/>
                  </a:ext>
                </a:extLst>
              </p14:cNvPr>
              <p14:cNvContentPartPr/>
              <p14:nvPr/>
            </p14:nvContentPartPr>
            <p14:xfrm>
              <a:off x="8792078" y="4155860"/>
              <a:ext cx="140760" cy="695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61DDC22-6A90-1992-A43D-DADCBBA375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87758" y="4151540"/>
                <a:ext cx="149400" cy="7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3CF63D6-2764-2132-929E-B3CB2FF389A0}"/>
                  </a:ext>
                </a:extLst>
              </p14:cNvPr>
              <p14:cNvContentPartPr/>
              <p14:nvPr/>
            </p14:nvContentPartPr>
            <p14:xfrm>
              <a:off x="8947598" y="4494620"/>
              <a:ext cx="59400" cy="29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3CF63D6-2764-2132-929E-B3CB2FF389A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43278" y="4490300"/>
                <a:ext cx="680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E5F02CF-C585-AECE-6303-40E8B21E8231}"/>
                  </a:ext>
                </a:extLst>
              </p14:cNvPr>
              <p14:cNvContentPartPr/>
              <p14:nvPr/>
            </p14:nvContentPartPr>
            <p14:xfrm>
              <a:off x="9398678" y="2261540"/>
              <a:ext cx="811080" cy="2909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E5F02CF-C585-AECE-6303-40E8B21E82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94358" y="2257220"/>
                <a:ext cx="819720" cy="29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EC64FE7-25AA-4C3E-3883-F0B3B8C018FD}"/>
                  </a:ext>
                </a:extLst>
              </p14:cNvPr>
              <p14:cNvContentPartPr/>
              <p14:nvPr/>
            </p14:nvContentPartPr>
            <p14:xfrm>
              <a:off x="10259438" y="4468340"/>
              <a:ext cx="72720" cy="13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EC64FE7-25AA-4C3E-3883-F0B3B8C018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255118" y="4464020"/>
                <a:ext cx="813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A826B7B-45AD-CB0F-812A-6656A2DE7D1E}"/>
                  </a:ext>
                </a:extLst>
              </p14:cNvPr>
              <p14:cNvContentPartPr/>
              <p14:nvPr/>
            </p14:nvContentPartPr>
            <p14:xfrm>
              <a:off x="3139358" y="4403180"/>
              <a:ext cx="200520" cy="14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A826B7B-45AD-CB0F-812A-6656A2DE7D1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35038" y="4398860"/>
                <a:ext cx="2091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46C2F11-2798-0A2B-B3AD-80AF354175EF}"/>
                  </a:ext>
                </a:extLst>
              </p14:cNvPr>
              <p14:cNvContentPartPr/>
              <p14:nvPr/>
            </p14:nvContentPartPr>
            <p14:xfrm>
              <a:off x="2465438" y="3249020"/>
              <a:ext cx="1313280" cy="2305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46C2F11-2798-0A2B-B3AD-80AF354175E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461118" y="3244700"/>
                <a:ext cx="1321920" cy="23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B4CA47-BED7-404D-4401-519E941A891B}"/>
                  </a:ext>
                </a:extLst>
              </p14:cNvPr>
              <p14:cNvContentPartPr/>
              <p14:nvPr/>
            </p14:nvContentPartPr>
            <p14:xfrm>
              <a:off x="4270478" y="5288780"/>
              <a:ext cx="79920" cy="61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B4CA47-BED7-404D-4401-519E941A891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66158" y="5284460"/>
                <a:ext cx="885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25E69A7-7E50-D814-2402-09605DD65193}"/>
              </a:ext>
            </a:extLst>
          </p:cNvPr>
          <p:cNvGrpSpPr/>
          <p:nvPr/>
        </p:nvGrpSpPr>
        <p:grpSpPr>
          <a:xfrm>
            <a:off x="724118" y="709220"/>
            <a:ext cx="6662520" cy="2117520"/>
            <a:chOff x="724118" y="709220"/>
            <a:chExt cx="6662520" cy="21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F715E4-7D2F-3151-2CFE-97C03EC1DA66}"/>
                    </a:ext>
                  </a:extLst>
                </p14:cNvPr>
                <p14:cNvContentPartPr/>
                <p14:nvPr/>
              </p14:nvContentPartPr>
              <p14:xfrm>
                <a:off x="3406838" y="709220"/>
                <a:ext cx="1267920" cy="972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F715E4-7D2F-3151-2CFE-97C03EC1DA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02518" y="704900"/>
                  <a:ext cx="1276560" cy="9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12FA446-CCA7-9F98-8492-F010CE54FFB6}"/>
                    </a:ext>
                  </a:extLst>
                </p14:cNvPr>
                <p14:cNvContentPartPr/>
                <p14:nvPr/>
              </p14:nvContentPartPr>
              <p14:xfrm>
                <a:off x="5029358" y="1243100"/>
                <a:ext cx="313920" cy="390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12FA446-CCA7-9F98-8492-F010CE54FF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25038" y="1238780"/>
                  <a:ext cx="3225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F62E909-9236-A396-C8C4-C0D1F4973529}"/>
                    </a:ext>
                  </a:extLst>
                </p14:cNvPr>
                <p14:cNvContentPartPr/>
                <p14:nvPr/>
              </p14:nvContentPartPr>
              <p14:xfrm>
                <a:off x="5356958" y="829820"/>
                <a:ext cx="234360" cy="835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F62E909-9236-A396-C8C4-C0D1F49735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52638" y="825500"/>
                  <a:ext cx="24300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662598-F687-1C32-8CA7-7BC1E9653EB8}"/>
                    </a:ext>
                  </a:extLst>
                </p14:cNvPr>
                <p14:cNvContentPartPr/>
                <p14:nvPr/>
              </p14:nvContentPartPr>
              <p14:xfrm>
                <a:off x="5963918" y="1046900"/>
                <a:ext cx="1422720" cy="601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662598-F687-1C32-8CA7-7BC1E9653E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59598" y="1042580"/>
                  <a:ext cx="14313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41FB38-A225-D396-DB12-F5ED852845F1}"/>
                    </a:ext>
                  </a:extLst>
                </p14:cNvPr>
                <p14:cNvContentPartPr/>
                <p14:nvPr/>
              </p14:nvContentPartPr>
              <p14:xfrm>
                <a:off x="4645238" y="1431020"/>
                <a:ext cx="738360" cy="128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41FB38-A225-D396-DB12-F5ED852845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40918" y="1426700"/>
                  <a:ext cx="747000" cy="12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163369-A469-65D3-672A-0CDE11266358}"/>
                    </a:ext>
                  </a:extLst>
                </p14:cNvPr>
                <p14:cNvContentPartPr/>
                <p14:nvPr/>
              </p14:nvContentPartPr>
              <p14:xfrm>
                <a:off x="4260758" y="2409860"/>
                <a:ext cx="1436400" cy="40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163369-A469-65D3-672A-0CDE1126635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56438" y="2405540"/>
                  <a:ext cx="1445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5FCC3F-7055-3CA2-EB0E-71DA879D7E2C}"/>
                    </a:ext>
                  </a:extLst>
                </p14:cNvPr>
                <p14:cNvContentPartPr/>
                <p14:nvPr/>
              </p14:nvContentPartPr>
              <p14:xfrm>
                <a:off x="2291558" y="990380"/>
                <a:ext cx="190800" cy="63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5FCC3F-7055-3CA2-EB0E-71DA879D7E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87238" y="986060"/>
                  <a:ext cx="199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BFFA36-1F16-C319-6CDC-00E8DF9E050B}"/>
                    </a:ext>
                  </a:extLst>
                </p14:cNvPr>
                <p14:cNvContentPartPr/>
                <p14:nvPr/>
              </p14:nvContentPartPr>
              <p14:xfrm>
                <a:off x="724118" y="1262540"/>
                <a:ext cx="1559520" cy="1043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BFFA36-1F16-C319-6CDC-00E8DF9E05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9798" y="1258220"/>
                  <a:ext cx="156816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8764CE-8718-0E99-74E5-5CBEE7947217}"/>
                    </a:ext>
                  </a:extLst>
                </p14:cNvPr>
                <p14:cNvContentPartPr/>
                <p14:nvPr/>
              </p14:nvContentPartPr>
              <p14:xfrm>
                <a:off x="2225318" y="1658900"/>
                <a:ext cx="293040" cy="895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8764CE-8718-0E99-74E5-5CBEE79472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20998" y="1654580"/>
                  <a:ext cx="301680" cy="9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76C034-436E-AA82-7340-BCBAAD4E8665}"/>
                    </a:ext>
                  </a:extLst>
                </p14:cNvPr>
                <p14:cNvContentPartPr/>
                <p14:nvPr/>
              </p14:nvContentPartPr>
              <p14:xfrm>
                <a:off x="2850998" y="1943300"/>
                <a:ext cx="82440" cy="7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76C034-436E-AA82-7340-BCBAAD4E86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46678" y="1938980"/>
                  <a:ext cx="91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8017F2-57B5-D303-3C1F-8BF425D3E588}"/>
                    </a:ext>
                  </a:extLst>
                </p14:cNvPr>
                <p14:cNvContentPartPr/>
                <p14:nvPr/>
              </p14:nvContentPartPr>
              <p14:xfrm>
                <a:off x="3394958" y="2215460"/>
                <a:ext cx="35280" cy="11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8017F2-57B5-D303-3C1F-8BF425D3E5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90638" y="2211140"/>
                  <a:ext cx="439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D1763E-DCC2-A388-2C3B-1C72D67685B5}"/>
                    </a:ext>
                  </a:extLst>
                </p14:cNvPr>
                <p14:cNvContentPartPr/>
                <p14:nvPr/>
              </p14:nvContentPartPr>
              <p14:xfrm>
                <a:off x="4400438" y="2219780"/>
                <a:ext cx="108720" cy="1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D1763E-DCC2-A388-2C3B-1C72D67685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96118" y="2215460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CD7455-3814-6D20-60F3-2BAA467EC786}"/>
                    </a:ext>
                  </a:extLst>
                </p14:cNvPr>
                <p14:cNvContentPartPr/>
                <p14:nvPr/>
              </p14:nvContentPartPr>
              <p14:xfrm>
                <a:off x="5275238" y="2097380"/>
                <a:ext cx="55440" cy="169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CD7455-3814-6D20-60F3-2BAA467EC7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70918" y="2093060"/>
                  <a:ext cx="640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C17101C-6CF4-97E8-5F75-962CD1643CE1}"/>
                    </a:ext>
                  </a:extLst>
                </p14:cNvPr>
                <p14:cNvContentPartPr/>
                <p14:nvPr/>
              </p14:nvContentPartPr>
              <p14:xfrm>
                <a:off x="3261758" y="1776980"/>
                <a:ext cx="56160" cy="707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C17101C-6CF4-97E8-5F75-962CD1643C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7438" y="1772660"/>
                  <a:ext cx="6480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157B69-CE54-027F-B9E9-8614555D48A3}"/>
                    </a:ext>
                  </a:extLst>
                </p14:cNvPr>
                <p14:cNvContentPartPr/>
                <p14:nvPr/>
              </p14:nvContentPartPr>
              <p14:xfrm>
                <a:off x="3585398" y="1650260"/>
                <a:ext cx="886680" cy="1176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157B69-CE54-027F-B9E9-8614555D48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81078" y="1645940"/>
                  <a:ext cx="895320" cy="11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9EE271-3B4D-F01F-1E06-B43434984C4B}"/>
                    </a:ext>
                  </a:extLst>
                </p14:cNvPr>
                <p14:cNvContentPartPr/>
                <p14:nvPr/>
              </p14:nvContentPartPr>
              <p14:xfrm>
                <a:off x="5912078" y="1738100"/>
                <a:ext cx="102240" cy="659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9EE271-3B4D-F01F-1E06-B43434984C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07758" y="1733780"/>
                  <a:ext cx="11088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338C5A-AE13-FD7E-B2FC-BF24D12E63FB}"/>
                    </a:ext>
                  </a:extLst>
                </p14:cNvPr>
                <p14:cNvContentPartPr/>
                <p14:nvPr/>
              </p14:nvContentPartPr>
              <p14:xfrm>
                <a:off x="5640278" y="1668980"/>
                <a:ext cx="1066680" cy="113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338C5A-AE13-FD7E-B2FC-BF24D12E63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35958" y="1664660"/>
                  <a:ext cx="1075320" cy="11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20D2A5-825C-E585-F5F7-9787DAF8C1BB}"/>
                    </a:ext>
                  </a:extLst>
                </p14:cNvPr>
                <p14:cNvContentPartPr/>
                <p14:nvPr/>
              </p14:nvContentPartPr>
              <p14:xfrm>
                <a:off x="4256438" y="2213300"/>
                <a:ext cx="2389320" cy="94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20D2A5-825C-E585-F5F7-9787DAF8C1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2118" y="2208980"/>
                  <a:ext cx="239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7B051F-A740-5D4D-4373-025E8296E9CD}"/>
                    </a:ext>
                  </a:extLst>
                </p14:cNvPr>
                <p14:cNvContentPartPr/>
                <p14:nvPr/>
              </p14:nvContentPartPr>
              <p14:xfrm>
                <a:off x="5206118" y="2121140"/>
                <a:ext cx="10080" cy="15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7B051F-A740-5D4D-4373-025E8296E9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01798" y="2116820"/>
                  <a:ext cx="187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042D20-D7C7-8459-9960-07DBA26BE24A}"/>
              </a:ext>
            </a:extLst>
          </p:cNvPr>
          <p:cNvGrpSpPr/>
          <p:nvPr/>
        </p:nvGrpSpPr>
        <p:grpSpPr>
          <a:xfrm>
            <a:off x="9696758" y="153740"/>
            <a:ext cx="1838880" cy="1314360"/>
            <a:chOff x="9696758" y="153740"/>
            <a:chExt cx="1838880" cy="13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280321-59DA-B081-E843-CBEA8E494899}"/>
                    </a:ext>
                  </a:extLst>
                </p14:cNvPr>
                <p14:cNvContentPartPr/>
                <p14:nvPr/>
              </p14:nvContentPartPr>
              <p14:xfrm>
                <a:off x="9696758" y="633260"/>
                <a:ext cx="71280" cy="58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280321-59DA-B081-E843-CBEA8E4948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92438" y="628940"/>
                  <a:ext cx="799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0D472A-084E-3741-7C78-5BCD5713FFCD}"/>
                    </a:ext>
                  </a:extLst>
                </p14:cNvPr>
                <p14:cNvContentPartPr/>
                <p14:nvPr/>
              </p14:nvContentPartPr>
              <p14:xfrm>
                <a:off x="9935078" y="153740"/>
                <a:ext cx="1239840" cy="1314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0D472A-084E-3741-7C78-5BCD5713FFC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30758" y="149420"/>
                  <a:ext cx="1248480" cy="13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8E74D92-407A-D15A-9E6C-50B411E9D6C8}"/>
                    </a:ext>
                  </a:extLst>
                </p14:cNvPr>
                <p14:cNvContentPartPr/>
                <p14:nvPr/>
              </p14:nvContentPartPr>
              <p14:xfrm>
                <a:off x="10209038" y="810020"/>
                <a:ext cx="6480" cy="4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8E74D92-407A-D15A-9E6C-50B411E9D6C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04718" y="805700"/>
                  <a:ext cx="151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D85080-326F-2C7D-53A2-31D56BACA01A}"/>
                    </a:ext>
                  </a:extLst>
                </p14:cNvPr>
                <p14:cNvContentPartPr/>
                <p14:nvPr/>
              </p14:nvContentPartPr>
              <p14:xfrm>
                <a:off x="10269878" y="586460"/>
                <a:ext cx="554400" cy="146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D85080-326F-2C7D-53A2-31D56BACA0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65558" y="582140"/>
                  <a:ext cx="5630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65D3B1B-B972-7123-D315-AF646282C164}"/>
                    </a:ext>
                  </a:extLst>
                </p14:cNvPr>
                <p14:cNvContentPartPr/>
                <p14:nvPr/>
              </p14:nvContentPartPr>
              <p14:xfrm>
                <a:off x="10813118" y="588620"/>
                <a:ext cx="25560" cy="299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65D3B1B-B972-7123-D315-AF646282C1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808798" y="584300"/>
                  <a:ext cx="342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085652-D5D7-B0C1-1B0B-2A8543A7649F}"/>
                    </a:ext>
                  </a:extLst>
                </p14:cNvPr>
                <p14:cNvContentPartPr/>
                <p14:nvPr/>
              </p14:nvContentPartPr>
              <p14:xfrm>
                <a:off x="11113718" y="841700"/>
                <a:ext cx="421920" cy="141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085652-D5D7-B0C1-1B0B-2A8543A764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09398" y="837380"/>
                  <a:ext cx="430560" cy="15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6386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EBCC06A-10AE-E687-8F7F-748231A8C9B1}"/>
              </a:ext>
            </a:extLst>
          </p:cNvPr>
          <p:cNvGrpSpPr/>
          <p:nvPr/>
        </p:nvGrpSpPr>
        <p:grpSpPr>
          <a:xfrm>
            <a:off x="2867918" y="596540"/>
            <a:ext cx="2675880" cy="1348200"/>
            <a:chOff x="2867918" y="596540"/>
            <a:chExt cx="2675880" cy="13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F883A5-A056-AE3D-0EFF-9E3928D2E28A}"/>
                    </a:ext>
                  </a:extLst>
                </p14:cNvPr>
                <p14:cNvContentPartPr/>
                <p14:nvPr/>
              </p14:nvContentPartPr>
              <p14:xfrm>
                <a:off x="2867918" y="1575380"/>
                <a:ext cx="737280" cy="369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F883A5-A056-AE3D-0EFF-9E3928D2E2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63598" y="1571060"/>
                  <a:ext cx="7459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612FE3-EBE5-7418-81A1-9C968F6AA92B}"/>
                    </a:ext>
                  </a:extLst>
                </p14:cNvPr>
                <p14:cNvContentPartPr/>
                <p14:nvPr/>
              </p14:nvContentPartPr>
              <p14:xfrm>
                <a:off x="3903278" y="797060"/>
                <a:ext cx="104760" cy="943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612FE3-EBE5-7418-81A1-9C968F6AA9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98958" y="792740"/>
                  <a:ext cx="11340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B9E12B2-9087-142F-AA26-8B896EC082AB}"/>
                    </a:ext>
                  </a:extLst>
                </p14:cNvPr>
                <p14:cNvContentPartPr/>
                <p14:nvPr/>
              </p14:nvContentPartPr>
              <p14:xfrm>
                <a:off x="3963038" y="596540"/>
                <a:ext cx="1580760" cy="248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B9E12B2-9087-142F-AA26-8B896EC082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58718" y="592220"/>
                  <a:ext cx="1589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127E4E-74DB-1F8F-4A5D-109FF4E2FA9B}"/>
                    </a:ext>
                  </a:extLst>
                </p14:cNvPr>
                <p14:cNvContentPartPr/>
                <p14:nvPr/>
              </p14:nvContentPartPr>
              <p14:xfrm>
                <a:off x="4396838" y="1226900"/>
                <a:ext cx="484920" cy="72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127E4E-74DB-1F8F-4A5D-109FF4E2FA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92518" y="1222580"/>
                  <a:ext cx="49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5CA29A-4A1D-9C68-BF56-B5D8FCA3D82F}"/>
                    </a:ext>
                  </a:extLst>
                </p14:cNvPr>
                <p14:cNvContentPartPr/>
                <p14:nvPr/>
              </p14:nvContentPartPr>
              <p14:xfrm>
                <a:off x="5301158" y="849260"/>
                <a:ext cx="91440" cy="663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5CA29A-4A1D-9C68-BF56-B5D8FCA3D8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96838" y="844940"/>
                  <a:ext cx="100080" cy="67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E5640E-3E40-4F0D-54F0-815227FDF3A9}"/>
              </a:ext>
            </a:extLst>
          </p:cNvPr>
          <p:cNvGrpSpPr/>
          <p:nvPr/>
        </p:nvGrpSpPr>
        <p:grpSpPr>
          <a:xfrm>
            <a:off x="7084598" y="358940"/>
            <a:ext cx="1690920" cy="1062720"/>
            <a:chOff x="7084598" y="358940"/>
            <a:chExt cx="1690920" cy="10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AB30A1-EE08-B37C-FF88-1481E17C4241}"/>
                    </a:ext>
                  </a:extLst>
                </p14:cNvPr>
                <p14:cNvContentPartPr/>
                <p14:nvPr/>
              </p14:nvContentPartPr>
              <p14:xfrm>
                <a:off x="7084598" y="893180"/>
                <a:ext cx="1563120" cy="37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AB30A1-EE08-B37C-FF88-1481E17C42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80278" y="888860"/>
                  <a:ext cx="1571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CE5842-266F-ABCA-E0FD-92E3940223E4}"/>
                    </a:ext>
                  </a:extLst>
                </p14:cNvPr>
                <p14:cNvContentPartPr/>
                <p14:nvPr/>
              </p14:nvContentPartPr>
              <p14:xfrm>
                <a:off x="8326598" y="358940"/>
                <a:ext cx="448920" cy="106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CE5842-266F-ABCA-E0FD-92E3940223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22278" y="354620"/>
                  <a:ext cx="457560" cy="10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6B7C2-41E9-8B25-BD82-EA87F4C6B9AA}"/>
              </a:ext>
            </a:extLst>
          </p:cNvPr>
          <p:cNvGrpSpPr/>
          <p:nvPr/>
        </p:nvGrpSpPr>
        <p:grpSpPr>
          <a:xfrm>
            <a:off x="9446918" y="838820"/>
            <a:ext cx="1669320" cy="443520"/>
            <a:chOff x="9446918" y="838820"/>
            <a:chExt cx="166932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AB3562-8500-A427-8152-3DA1EFDA472C}"/>
                    </a:ext>
                  </a:extLst>
                </p14:cNvPr>
                <p14:cNvContentPartPr/>
                <p14:nvPr/>
              </p14:nvContentPartPr>
              <p14:xfrm>
                <a:off x="9446918" y="931700"/>
                <a:ext cx="27000" cy="13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AB3562-8500-A427-8152-3DA1EFDA47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2598" y="927380"/>
                  <a:ext cx="35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2B4559-60E7-61DE-131E-A99AA3F605C4}"/>
                    </a:ext>
                  </a:extLst>
                </p14:cNvPr>
                <p14:cNvContentPartPr/>
                <p14:nvPr/>
              </p14:nvContentPartPr>
              <p14:xfrm>
                <a:off x="9598838" y="838820"/>
                <a:ext cx="837360" cy="443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2B4559-60E7-61DE-131E-A99AA3F605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4518" y="834500"/>
                  <a:ext cx="8460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5BFE5D-C7CF-5C85-B659-645C9FB1A369}"/>
                    </a:ext>
                  </a:extLst>
                </p14:cNvPr>
                <p14:cNvContentPartPr/>
                <p14:nvPr/>
              </p14:nvContentPartPr>
              <p14:xfrm>
                <a:off x="10848038" y="982820"/>
                <a:ext cx="268200" cy="3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5BFE5D-C7CF-5C85-B659-645C9FB1A3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43718" y="978500"/>
                  <a:ext cx="2768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EB49F9E-16CF-CFBE-E19B-3D148BD9EFE2}"/>
              </a:ext>
            </a:extLst>
          </p:cNvPr>
          <p:cNvGrpSpPr/>
          <p:nvPr/>
        </p:nvGrpSpPr>
        <p:grpSpPr>
          <a:xfrm>
            <a:off x="2940278" y="2409140"/>
            <a:ext cx="972000" cy="1391040"/>
            <a:chOff x="2940278" y="2409140"/>
            <a:chExt cx="972000" cy="13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E06951-2D13-6CC7-1014-B27BCE6D712A}"/>
                    </a:ext>
                  </a:extLst>
                </p14:cNvPr>
                <p14:cNvContentPartPr/>
                <p14:nvPr/>
              </p14:nvContentPartPr>
              <p14:xfrm>
                <a:off x="2940278" y="3069740"/>
                <a:ext cx="522360" cy="730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E06951-2D13-6CC7-1014-B27BCE6D7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35958" y="3065420"/>
                  <a:ext cx="53100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AC4D1D-431F-D194-D3E7-C4D945ED702B}"/>
                    </a:ext>
                  </a:extLst>
                </p14:cNvPr>
                <p14:cNvContentPartPr/>
                <p14:nvPr/>
              </p14:nvContentPartPr>
              <p14:xfrm>
                <a:off x="3509798" y="2409140"/>
                <a:ext cx="402480" cy="560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AC4D1D-431F-D194-D3E7-C4D945ED70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5478" y="2404820"/>
                  <a:ext cx="411120" cy="56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3F8493-7A2D-E7E4-3EF2-0D858B49F316}"/>
                  </a:ext>
                </a:extLst>
              </p14:cNvPr>
              <p14:cNvContentPartPr/>
              <p14:nvPr/>
            </p14:nvContentPartPr>
            <p14:xfrm>
              <a:off x="4487558" y="2888300"/>
              <a:ext cx="142560" cy="97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3F8493-7A2D-E7E4-3EF2-0D858B49F3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83238" y="2883980"/>
                <a:ext cx="15120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22AFD719-E2C0-1143-BB6A-0A423D22E8C0}"/>
              </a:ext>
            </a:extLst>
          </p:cNvPr>
          <p:cNvGrpSpPr/>
          <p:nvPr/>
        </p:nvGrpSpPr>
        <p:grpSpPr>
          <a:xfrm>
            <a:off x="6020078" y="1776620"/>
            <a:ext cx="5896800" cy="2942280"/>
            <a:chOff x="6020078" y="1776620"/>
            <a:chExt cx="5896800" cy="29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F6982E-F95D-9F3A-6A18-CD44A7CEB364}"/>
                    </a:ext>
                  </a:extLst>
                </p14:cNvPr>
                <p14:cNvContentPartPr/>
                <p14:nvPr/>
              </p14:nvContentPartPr>
              <p14:xfrm>
                <a:off x="6020078" y="3173780"/>
                <a:ext cx="246240" cy="177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F6982E-F95D-9F3A-6A18-CD44A7CEB3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15758" y="3169460"/>
                  <a:ext cx="254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E12C82-F069-44F9-925B-FF9329B64F5D}"/>
                    </a:ext>
                  </a:extLst>
                </p14:cNvPr>
                <p14:cNvContentPartPr/>
                <p14:nvPr/>
              </p14:nvContentPartPr>
              <p14:xfrm>
                <a:off x="6097118" y="3487340"/>
                <a:ext cx="524880" cy="13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E12C82-F069-44F9-925B-FF9329B64F5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92798" y="3483020"/>
                  <a:ext cx="533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E3D4E9-C6DC-4D49-DAA8-2112951021B3}"/>
                    </a:ext>
                  </a:extLst>
                </p14:cNvPr>
                <p14:cNvContentPartPr/>
                <p14:nvPr/>
              </p14:nvContentPartPr>
              <p14:xfrm>
                <a:off x="7422278" y="2873180"/>
                <a:ext cx="549000" cy="25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E3D4E9-C6DC-4D49-DAA8-2112951021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17958" y="2868860"/>
                  <a:ext cx="55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B00681-882B-B760-251C-C0F67BB2965F}"/>
                    </a:ext>
                  </a:extLst>
                </p14:cNvPr>
                <p14:cNvContentPartPr/>
                <p14:nvPr/>
              </p14:nvContentPartPr>
              <p14:xfrm>
                <a:off x="8209598" y="1919180"/>
                <a:ext cx="1215720" cy="109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B00681-882B-B760-251C-C0F67BB296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05278" y="1914860"/>
                  <a:ext cx="122436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149CD6-C911-329C-E094-FDD900576AB3}"/>
                    </a:ext>
                  </a:extLst>
                </p14:cNvPr>
                <p14:cNvContentPartPr/>
                <p14:nvPr/>
              </p14:nvContentPartPr>
              <p14:xfrm>
                <a:off x="8454398" y="2722340"/>
                <a:ext cx="447840" cy="108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149CD6-C911-329C-E094-FDD900576A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50078" y="2718020"/>
                  <a:ext cx="456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02186A-8F03-F009-4D00-97710B4A414F}"/>
                    </a:ext>
                  </a:extLst>
                </p14:cNvPr>
                <p14:cNvContentPartPr/>
                <p14:nvPr/>
              </p14:nvContentPartPr>
              <p14:xfrm>
                <a:off x="9229838" y="2265500"/>
                <a:ext cx="63000" cy="51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02186A-8F03-F009-4D00-97710B4A41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25518" y="2261180"/>
                  <a:ext cx="716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B4BED4-F5DB-8133-1052-54C07B9677EF}"/>
                    </a:ext>
                  </a:extLst>
                </p14:cNvPr>
                <p14:cNvContentPartPr/>
                <p14:nvPr/>
              </p14:nvContentPartPr>
              <p14:xfrm>
                <a:off x="9889358" y="2553140"/>
                <a:ext cx="532080" cy="27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B4BED4-F5DB-8133-1052-54C07B9677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85038" y="2548820"/>
                  <a:ext cx="540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905D65-FE19-E153-A8EE-453589F312BE}"/>
                    </a:ext>
                  </a:extLst>
                </p14:cNvPr>
                <p14:cNvContentPartPr/>
                <p14:nvPr/>
              </p14:nvContentPartPr>
              <p14:xfrm>
                <a:off x="10392278" y="2295740"/>
                <a:ext cx="137880" cy="31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905D65-FE19-E153-A8EE-453589F312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87958" y="2291420"/>
                  <a:ext cx="1465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0995113-9DE6-AE78-3B01-5A46D9BE5C78}"/>
                    </a:ext>
                  </a:extLst>
                </p14:cNvPr>
                <p14:cNvContentPartPr/>
                <p14:nvPr/>
              </p14:nvContentPartPr>
              <p14:xfrm>
                <a:off x="10852718" y="1776620"/>
                <a:ext cx="954360" cy="905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995113-9DE6-AE78-3B01-5A46D9BE5C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48398" y="1772300"/>
                  <a:ext cx="96300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AE200A-75B6-4BF8-C638-982930D4ECAF}"/>
                    </a:ext>
                  </a:extLst>
                </p14:cNvPr>
                <p14:cNvContentPartPr/>
                <p14:nvPr/>
              </p14:nvContentPartPr>
              <p14:xfrm>
                <a:off x="11408918" y="2187380"/>
                <a:ext cx="210960" cy="20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AE200A-75B6-4BF8-C638-982930D4EC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04598" y="2183060"/>
                  <a:ext cx="219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8E7514-5264-3D8A-B977-ACB07457B1AA}"/>
                    </a:ext>
                  </a:extLst>
                </p14:cNvPr>
                <p14:cNvContentPartPr/>
                <p14:nvPr/>
              </p14:nvContentPartPr>
              <p14:xfrm>
                <a:off x="11231438" y="2391500"/>
                <a:ext cx="289800" cy="9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8E7514-5264-3D8A-B977-ACB07457B1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27118" y="2387180"/>
                  <a:ext cx="298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88A7E7-D529-7CB1-7F89-BBD7E587149F}"/>
                    </a:ext>
                  </a:extLst>
                </p14:cNvPr>
                <p14:cNvContentPartPr/>
                <p14:nvPr/>
              </p14:nvContentPartPr>
              <p14:xfrm>
                <a:off x="11889878" y="2143820"/>
                <a:ext cx="27000" cy="312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88A7E7-D529-7CB1-7F89-BBD7E58714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885558" y="2139500"/>
                  <a:ext cx="356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5BEA00-A175-F453-96EF-07FBF723D86D}"/>
                    </a:ext>
                  </a:extLst>
                </p14:cNvPr>
                <p14:cNvContentPartPr/>
                <p14:nvPr/>
              </p14:nvContentPartPr>
              <p14:xfrm>
                <a:off x="6768878" y="4304540"/>
                <a:ext cx="434520" cy="191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5BEA00-A175-F453-96EF-07FBF723D8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4558" y="4300220"/>
                  <a:ext cx="4431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6F2D53-AE18-B846-BE3F-B9B3DF52CFB0}"/>
                    </a:ext>
                  </a:extLst>
                </p14:cNvPr>
                <p14:cNvContentPartPr/>
                <p14:nvPr/>
              </p14:nvContentPartPr>
              <p14:xfrm>
                <a:off x="7090718" y="4644380"/>
                <a:ext cx="180000" cy="3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6F2D53-AE18-B846-BE3F-B9B3DF52CF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86398" y="4640060"/>
                  <a:ext cx="188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354BEF-962D-5F3F-303B-D442D1620E3C}"/>
                    </a:ext>
                  </a:extLst>
                </p14:cNvPr>
                <p14:cNvContentPartPr/>
                <p14:nvPr/>
              </p14:nvContentPartPr>
              <p14:xfrm>
                <a:off x="8371238" y="4228580"/>
                <a:ext cx="532080" cy="61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354BEF-962D-5F3F-303B-D442D1620E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66918" y="4224260"/>
                  <a:ext cx="540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16D8DE-1CC0-B96A-4497-DB1277F5C7DE}"/>
                    </a:ext>
                  </a:extLst>
                </p14:cNvPr>
                <p14:cNvContentPartPr/>
                <p14:nvPr/>
              </p14:nvContentPartPr>
              <p14:xfrm>
                <a:off x="9241718" y="3784700"/>
                <a:ext cx="56880" cy="567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16D8DE-1CC0-B96A-4497-DB1277F5C7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37398" y="3780380"/>
                  <a:ext cx="655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9E29F1-825F-38E9-654C-ED0A352B8579}"/>
                    </a:ext>
                  </a:extLst>
                </p14:cNvPr>
                <p14:cNvContentPartPr/>
                <p14:nvPr/>
              </p14:nvContentPartPr>
              <p14:xfrm>
                <a:off x="7723238" y="3277100"/>
                <a:ext cx="2017800" cy="1441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9E29F1-825F-38E9-654C-ED0A352B85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18918" y="3272780"/>
                  <a:ext cx="2026440" cy="14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D162DB-CA50-3D1D-EDCE-0FF2E273D0D4}"/>
                    </a:ext>
                  </a:extLst>
                </p14:cNvPr>
                <p14:cNvContentPartPr/>
                <p14:nvPr/>
              </p14:nvContentPartPr>
              <p14:xfrm>
                <a:off x="9972518" y="3911780"/>
                <a:ext cx="108720" cy="1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D162DB-CA50-3D1D-EDCE-0FF2E273D0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68198" y="3907460"/>
                  <a:ext cx="117360" cy="2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814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FFBB1C6-5DFE-5D14-ADD7-4788047B2D1F}"/>
              </a:ext>
            </a:extLst>
          </p:cNvPr>
          <p:cNvGrpSpPr/>
          <p:nvPr/>
        </p:nvGrpSpPr>
        <p:grpSpPr>
          <a:xfrm>
            <a:off x="1203638" y="524540"/>
            <a:ext cx="2237400" cy="1437480"/>
            <a:chOff x="1203638" y="524540"/>
            <a:chExt cx="2237400" cy="14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B2F8EE-C2EA-2A73-04B0-EE4EB4019C78}"/>
                    </a:ext>
                  </a:extLst>
                </p14:cNvPr>
                <p14:cNvContentPartPr/>
                <p14:nvPr/>
              </p14:nvContentPartPr>
              <p14:xfrm>
                <a:off x="1203638" y="524540"/>
                <a:ext cx="744840" cy="990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B2F8EE-C2EA-2A73-04B0-EE4EB4019C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9318" y="520220"/>
                  <a:ext cx="753480" cy="9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A2CB5B-71DE-8B1D-2C3F-4B85281723E7}"/>
                    </a:ext>
                  </a:extLst>
                </p14:cNvPr>
                <p14:cNvContentPartPr/>
                <p14:nvPr/>
              </p14:nvContentPartPr>
              <p14:xfrm>
                <a:off x="2076998" y="1021700"/>
                <a:ext cx="16200" cy="1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A2CB5B-71DE-8B1D-2C3F-4B85281723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2678" y="1017380"/>
                  <a:ext cx="24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9EB64D-AE69-F5C1-1078-4CFDC484A57C}"/>
                    </a:ext>
                  </a:extLst>
                </p14:cNvPr>
                <p14:cNvContentPartPr/>
                <p14:nvPr/>
              </p14:nvContentPartPr>
              <p14:xfrm>
                <a:off x="2497838" y="596540"/>
                <a:ext cx="943200" cy="1365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9EB64D-AE69-F5C1-1078-4CFDC484A5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93518" y="592220"/>
                  <a:ext cx="951840" cy="137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FFDAC8-F4F6-03BD-6391-8EAF26A32E8A}"/>
              </a:ext>
            </a:extLst>
          </p:cNvPr>
          <p:cNvGrpSpPr/>
          <p:nvPr/>
        </p:nvGrpSpPr>
        <p:grpSpPr>
          <a:xfrm>
            <a:off x="4523558" y="327620"/>
            <a:ext cx="6788160" cy="2553480"/>
            <a:chOff x="4523558" y="327620"/>
            <a:chExt cx="6788160" cy="255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7B9602-17C0-4E8F-D8EF-1E052E5165E6}"/>
                    </a:ext>
                  </a:extLst>
                </p14:cNvPr>
                <p14:cNvContentPartPr/>
                <p14:nvPr/>
              </p14:nvContentPartPr>
              <p14:xfrm>
                <a:off x="4523558" y="327620"/>
                <a:ext cx="768960" cy="1504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7B9602-17C0-4E8F-D8EF-1E052E5165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19238" y="323300"/>
                  <a:ext cx="777600" cy="15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057DF0-ADD3-9523-7E7E-DF8E3BA1C458}"/>
                    </a:ext>
                  </a:extLst>
                </p14:cNvPr>
                <p14:cNvContentPartPr/>
                <p14:nvPr/>
              </p14:nvContentPartPr>
              <p14:xfrm>
                <a:off x="6837638" y="829820"/>
                <a:ext cx="461880" cy="40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057DF0-ADD3-9523-7E7E-DF8E3BA1C4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33318" y="825500"/>
                  <a:ext cx="4705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5A5385-4869-56AB-CA3D-C15779D0CCA0}"/>
                    </a:ext>
                  </a:extLst>
                </p14:cNvPr>
                <p14:cNvContentPartPr/>
                <p14:nvPr/>
              </p14:nvContentPartPr>
              <p14:xfrm>
                <a:off x="7938518" y="730100"/>
                <a:ext cx="567000" cy="517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5A5385-4869-56AB-CA3D-C15779D0CC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34198" y="725780"/>
                  <a:ext cx="5756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61A636-C4ED-B254-4BDF-FD545C64E1F4}"/>
                    </a:ext>
                  </a:extLst>
                </p14:cNvPr>
                <p14:cNvContentPartPr/>
                <p14:nvPr/>
              </p14:nvContentPartPr>
              <p14:xfrm>
                <a:off x="8552678" y="834140"/>
                <a:ext cx="377280" cy="412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61A636-C4ED-B254-4BDF-FD545C64E1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8358" y="829820"/>
                  <a:ext cx="3859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495D4D-011E-1C0F-4E37-210DE92AAB12}"/>
                    </a:ext>
                  </a:extLst>
                </p14:cNvPr>
                <p14:cNvContentPartPr/>
                <p14:nvPr/>
              </p14:nvContentPartPr>
              <p14:xfrm>
                <a:off x="8953718" y="804620"/>
                <a:ext cx="555840" cy="376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495D4D-011E-1C0F-4E37-210DE92AA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49398" y="800300"/>
                  <a:ext cx="564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144593-4BDC-B609-FAD3-04968C3791F8}"/>
                    </a:ext>
                  </a:extLst>
                </p14:cNvPr>
                <p14:cNvContentPartPr/>
                <p14:nvPr/>
              </p14:nvContentPartPr>
              <p14:xfrm>
                <a:off x="9594158" y="610580"/>
                <a:ext cx="79920" cy="9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144593-4BDC-B609-FAD3-04968C3791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89838" y="606260"/>
                  <a:ext cx="88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5CD7E3-158B-17D7-9D79-6AB7E06EC924}"/>
                    </a:ext>
                  </a:extLst>
                </p14:cNvPr>
                <p14:cNvContentPartPr/>
                <p14:nvPr/>
              </p14:nvContentPartPr>
              <p14:xfrm>
                <a:off x="9751478" y="805700"/>
                <a:ext cx="201240" cy="299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5CD7E3-158B-17D7-9D79-6AB7E06EC9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47158" y="801380"/>
                  <a:ext cx="209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44F0512-7C5D-D0EF-115D-308252D1A64E}"/>
                    </a:ext>
                  </a:extLst>
                </p14:cNvPr>
                <p14:cNvContentPartPr/>
                <p14:nvPr/>
              </p14:nvContentPartPr>
              <p14:xfrm>
                <a:off x="10077638" y="709940"/>
                <a:ext cx="296640" cy="679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44F0512-7C5D-D0EF-115D-308252D1A6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73318" y="705620"/>
                  <a:ext cx="30528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00E90D0-FA92-AE0C-4134-148DE6F02828}"/>
                    </a:ext>
                  </a:extLst>
                </p14:cNvPr>
                <p14:cNvContentPartPr/>
                <p14:nvPr/>
              </p14:nvContentPartPr>
              <p14:xfrm>
                <a:off x="10857758" y="724340"/>
                <a:ext cx="32760" cy="450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00E90D0-FA92-AE0C-4134-148DE6F028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53438" y="720020"/>
                  <a:ext cx="414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B52DD2-ADBC-B42B-BA84-FCA5FAAD5384}"/>
                    </a:ext>
                  </a:extLst>
                </p14:cNvPr>
                <p14:cNvContentPartPr/>
                <p14:nvPr/>
              </p14:nvContentPartPr>
              <p14:xfrm>
                <a:off x="11095358" y="1057700"/>
                <a:ext cx="216360" cy="313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B52DD2-ADBC-B42B-BA84-FCA5FAAD53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91038" y="1053380"/>
                  <a:ext cx="225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7CC0D7-00CB-9D1F-0EBB-9FA3541230D6}"/>
                    </a:ext>
                  </a:extLst>
                </p14:cNvPr>
                <p14:cNvContentPartPr/>
                <p14:nvPr/>
              </p14:nvContentPartPr>
              <p14:xfrm>
                <a:off x="6294758" y="1536860"/>
                <a:ext cx="68040" cy="82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7CC0D7-00CB-9D1F-0EBB-9FA3541230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90438" y="1532540"/>
                  <a:ext cx="76680" cy="82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E7B5A0-B41D-4FC6-235C-A1416DF3C458}"/>
                    </a:ext>
                  </a:extLst>
                </p14:cNvPr>
                <p14:cNvContentPartPr/>
                <p14:nvPr/>
              </p14:nvContentPartPr>
              <p14:xfrm>
                <a:off x="5123318" y="2237060"/>
                <a:ext cx="1645920" cy="644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E7B5A0-B41D-4FC6-235C-A1416DF3C4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18998" y="2232740"/>
                  <a:ext cx="16545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82C6CE-EB75-5A27-27AA-6BE888334E05}"/>
                    </a:ext>
                  </a:extLst>
                </p14:cNvPr>
                <p14:cNvContentPartPr/>
                <p14:nvPr/>
              </p14:nvContentPartPr>
              <p14:xfrm>
                <a:off x="7345238" y="2179820"/>
                <a:ext cx="97920" cy="56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82C6CE-EB75-5A27-27AA-6BE888334E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0918" y="2175500"/>
                  <a:ext cx="1065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AFC3CE-3FFD-B50D-2F44-BE5306913F9E}"/>
              </a:ext>
            </a:extLst>
          </p:cNvPr>
          <p:cNvGrpSpPr/>
          <p:nvPr/>
        </p:nvGrpSpPr>
        <p:grpSpPr>
          <a:xfrm>
            <a:off x="5460998" y="3453860"/>
            <a:ext cx="1778040" cy="976680"/>
            <a:chOff x="5460998" y="3453860"/>
            <a:chExt cx="1778040" cy="9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F8C9B3-DE23-8328-AF9A-B05CEC2C682A}"/>
                    </a:ext>
                  </a:extLst>
                </p14:cNvPr>
                <p14:cNvContentPartPr/>
                <p14:nvPr/>
              </p14:nvContentPartPr>
              <p14:xfrm>
                <a:off x="5637038" y="3666620"/>
                <a:ext cx="140760" cy="63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F8C9B3-DE23-8328-AF9A-B05CEC2C68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32718" y="3662300"/>
                  <a:ext cx="14940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2D0140-9C14-E172-520D-395E6D1D5B25}"/>
                    </a:ext>
                  </a:extLst>
                </p14:cNvPr>
                <p14:cNvContentPartPr/>
                <p14:nvPr/>
              </p14:nvContentPartPr>
              <p14:xfrm>
                <a:off x="5927198" y="3632780"/>
                <a:ext cx="112680" cy="4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2D0140-9C14-E172-520D-395E6D1D5B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22878" y="3628460"/>
                  <a:ext cx="121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079F91-D2E2-0987-AFB0-F9D008CAF480}"/>
                    </a:ext>
                  </a:extLst>
                </p14:cNvPr>
                <p14:cNvContentPartPr/>
                <p14:nvPr/>
              </p14:nvContentPartPr>
              <p14:xfrm>
                <a:off x="5460998" y="3453860"/>
                <a:ext cx="1778040" cy="976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079F91-D2E2-0987-AFB0-F9D008CAF4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56678" y="3449540"/>
                  <a:ext cx="1786680" cy="9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E93822C-2DA5-5873-9E59-9D3D96280996}"/>
                  </a:ext>
                </a:extLst>
              </p14:cNvPr>
              <p14:cNvContentPartPr/>
              <p14:nvPr/>
            </p14:nvContentPartPr>
            <p14:xfrm>
              <a:off x="7843838" y="3227780"/>
              <a:ext cx="443520" cy="770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E93822C-2DA5-5873-9E59-9D3D962809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39518" y="3223460"/>
                <a:ext cx="452160" cy="7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AB52B1-7C06-58A5-6A40-CAC59E5A7AF9}"/>
                  </a:ext>
                </a:extLst>
              </p14:cNvPr>
              <p14:cNvContentPartPr/>
              <p14:nvPr/>
            </p14:nvContentPartPr>
            <p14:xfrm>
              <a:off x="8873078" y="3159740"/>
              <a:ext cx="291960" cy="525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AB52B1-7C06-58A5-6A40-CAC59E5A7A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68758" y="3155420"/>
                <a:ext cx="300600" cy="53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F72C002-ABD7-1A95-EFD6-619A57CF3074}"/>
              </a:ext>
            </a:extLst>
          </p:cNvPr>
          <p:cNvGrpSpPr/>
          <p:nvPr/>
        </p:nvGrpSpPr>
        <p:grpSpPr>
          <a:xfrm>
            <a:off x="9771278" y="2759060"/>
            <a:ext cx="1150560" cy="940320"/>
            <a:chOff x="9771278" y="2759060"/>
            <a:chExt cx="1150560" cy="9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D517184-14F6-403D-6A16-6914903AE7E5}"/>
                    </a:ext>
                  </a:extLst>
                </p14:cNvPr>
                <p14:cNvContentPartPr/>
                <p14:nvPr/>
              </p14:nvContentPartPr>
              <p14:xfrm>
                <a:off x="9771278" y="3323540"/>
                <a:ext cx="781560" cy="36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D517184-14F6-403D-6A16-6914903AE7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66958" y="3319220"/>
                  <a:ext cx="790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3D6A9FD-F1F5-BD2B-BE51-0441D972F638}"/>
                    </a:ext>
                  </a:extLst>
                </p14:cNvPr>
                <p14:cNvContentPartPr/>
                <p14:nvPr/>
              </p14:nvContentPartPr>
              <p14:xfrm>
                <a:off x="10300478" y="2759060"/>
                <a:ext cx="276480" cy="94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3D6A9FD-F1F5-BD2B-BE51-0441D972F6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96158" y="2754740"/>
                  <a:ext cx="28512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EFDAB4-C5DC-2207-C873-B1A8EADA82AE}"/>
                    </a:ext>
                  </a:extLst>
                </p14:cNvPr>
                <p14:cNvContentPartPr/>
                <p14:nvPr/>
              </p14:nvContentPartPr>
              <p14:xfrm>
                <a:off x="10817798" y="3479780"/>
                <a:ext cx="104040" cy="4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EFDAB4-C5DC-2207-C873-B1A8EADA82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13478" y="3475460"/>
                  <a:ext cx="11268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9C2775A-BFD8-AC86-5F78-BCFF76E7255B}"/>
                  </a:ext>
                </a:extLst>
              </p14:cNvPr>
              <p14:cNvContentPartPr/>
              <p14:nvPr/>
            </p14:nvContentPartPr>
            <p14:xfrm>
              <a:off x="8181518" y="4503260"/>
              <a:ext cx="2319480" cy="799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9C2775A-BFD8-AC86-5F78-BCFF76E7255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77198" y="4498940"/>
                <a:ext cx="2328120" cy="8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83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77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2026-01-17T05:43:59Z</dcterms:created>
  <dcterms:modified xsi:type="dcterms:W3CDTF">2026-01-17T08:26:39Z</dcterms:modified>
</cp:coreProperties>
</file>