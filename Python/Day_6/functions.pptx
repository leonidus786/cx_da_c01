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15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1502 0 11489,'-102'6'2349,"0"5"0,-111 26 0,173-26-1557,1 3 0,1 1-1,-51 28 1,-99 72 1453,97-51-1191,4 3 1,2 5 0,-122 134 0,178-174-801,1 2-1,2 0 0,1 2 1,-23 43-1,38-58-150,0-1 1,1 2-1,1-1 0,2 1 0,0 0 1,1 1-1,1-1 0,1 1 1,-1 35-1,5-48-81,-1 0 1,2 1 0,-1-1 0,1 0-1,1 0 1,0 0 0,0 0-1,1 0 1,0-1 0,1 0-1,0 0 1,12 17 0,-8-16-8,0-1 0,0 1 0,1-2 0,0 1 0,1-1 1,0-1-1,0 0 0,0 0 0,16 5 0,-2-2-3,0-2 1,1 0-1,1-2 0,-1-1 0,1-1 1,0-1-1,0-2 0,0 0 0,39-5 1,-15-3 13,0-2 0,-1-2 0,0-3 0,-1-1 0,0-3 0,-2-2 0,0-2 0,-1-2 0,-2-2 0,80-61 0,207-214 1241,-29-30-1089,-275 303-178,-26 27 0,-1 1 0,1-1 0,-1 1 0,1-1 0,-1 1 0,1-1 0,-1 1 0,1 0 0,-1-1 0,1 1 0,0 0 0,-1-1 0,1 1 0,0 0 0,-1 0 0,1 0 0,0-1 0,-1 1 0,1 0 0,0 0 0,-1 0 0,1 0 0,0 0 0,-1 1 0,1-1 0,0 0 0,-1 0 0,1 0 0,0 0 0,-1 1 0,1-1 0,0 0 0,-1 1 0,1-1 0,-1 0 0,1 1 0,0 0 0,1 1 0,-1-1 0,0 1 0,0 0 0,0-1 0,0 1 0,0 0 0,-1 0 0,1 0 0,0 0 0,-1 0 0,0 0 0,1 2 0,0 16 0,-1 0 0,-1 0 0,0 0 0,-7 27 0,0 13 0,0 17 150,4 1 0,3-1 1,10 85-1,-2-111-748,2 0-1,25 78 1,-19-86-2290,31 63 0,-7-33-5591,-2-5-5855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19.0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1143 200 13405,'1'-4'280,"0"-1"0,-1 1 0,1 0-1,-1 0 1,0-1 0,0 1 0,-1 0 0,1-1-1,-1 1 1,0 0 0,0 0 0,-2-5 0,-1 0 900,-1 0 0,0 0 0,-10-12 0,13 18-996,-3-4 47,0 0 1,-1 0-1,0 1 0,0 0 0,-1 0 0,0 0 0,0 1 0,0 0 0,0 0 0,-1 0 1,0 1-1,0 1 0,0-1 0,-1 1 0,1 1 0,-1 0 0,1 0 0,-1 0 0,0 1 1,0 0-1,0 1 0,0 0 0,1 1 0,-1-1 0,0 2 0,-12 2 0,-8 4 423,-1 1 1,1 2-1,1 1 0,0 1 1,1 1-1,-33 23 0,-35 27-654,2 4 0,-138 134 0,201-172 0,1 1 0,2 2 0,1 1 0,-22 40 0,36-55 0,2 1 0,0 1 0,1-1 0,1 2 0,1-1 0,1 1 0,1 0 0,1 0 0,-2 30 0,6-44 0,0 0 0,0 0 0,1-1 0,0 1 0,0 0 0,1-1 0,0 1 0,0-1 0,1 1 0,0-1 0,0 0 0,1 0 0,0 0 0,0-1 0,1 1 0,-1-1 0,1 0 0,1 0 0,-1-1 0,1 0 0,0 0 0,0 0 0,0 0 0,1-1 0,0 0 0,0-1 0,0 1 0,14 3 0,-2-1 0,0-1 0,0-1 0,1-1 0,-1-1 0,1 0 0,0-2 0,-1 0 0,1-1 0,-1-1 0,29-6 0,1-6 0,-2-1 0,0-2 0,-1-3 0,-1-1 0,-1-3 0,71-49 0,225-203 0,-25 11 0,-313 263 0,1 0 0,-1 0 0,1 0 0,0 1 0,0-1 0,-1 1 0,1 0 0,0 0 0,0 0 0,0 0 0,1 0 0,-1 1 0,0 0 0,0-1 0,5 1 0,-6 1 0,0-1 0,0 0 0,-1 1 0,1-1 0,0 1 0,0 0 0,-1 0 0,1-1 0,0 1 0,-1 0 0,1 0 0,0 1 0,-1-1 0,0 0 0,1 0 0,-1 1 0,0-1 0,0 1 0,1-1 0,-1 1 0,-1 0 0,1-1 0,0 1 0,1 3 0,4 13 0,-1 1 0,-1 1 0,-1-1 0,0 1 0,-2-1 0,0 1 0,-1 0 0,-4 25 0,-35 168 0,9-69 0,29-134-573,0 0 0,1 0 1,0 0-1,1 0 0,0-1 0,1 1 1,0 0-1,3 11 0,2-2-2127,0 0 0,1-1-1,12 21 1,18 19-11127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19.4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64 247 12241,'23'-84'1404,"-29"51"-648,-1 18-752,-3-16-492,-7-8-520,-3 15-2744,-7 3-2421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19.8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25 279 17710,'-24'-2'1929,"31"-1"771,3 2-1730,-1 0 0,1 1-1,-1 0 1,11 2 0,38 3 259,0-3 1,0-2-1,97-13 1,-46 3-569,1310-147-661,-1366 150 0,88-14 0,-118 17 0,0-2 0,0-1 0,36-16 0,-58 23 1,-1 0 0,1 0-1,-1-1 1,1 1 0,-1 0 0,1 0-1,-1 0 1,0 0 0,1-1 0,-1 1-1,1 0 1,-1 0 0,0-1 0,1 1-1,-1 0 1,0-1 0,1 1 0,-1 0 0,0-1-1,1 1 1,-1 0 0,0-1 0,0 1-1,0-1 1,1 1 0,-1-1 0,0 1-1,0 0 1,0-1 0,0 1 0,0-1-1,0 1 1,0-1 0,-13-7 25,-29 0-287,2 4-1719,0 3 0,-78 6 1,-12 16-9197,65-4-1283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0.0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305 34 19942,'0'-5'1151,"-2"-20"6542,3 21-4468,4 17-2528,-2 3-680,-1 0 0,0-1 0,0 31 0,-1-5-26,-1 68 9,-15 135 0,9-181 0,-58 348 0,56-373-451,-1 0 0,-2-1 1,-1 0-1,-2 0 0,-26 46 0,-37 68-9527,64-125 7074,-36 67-11292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0.5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352 103 14253,'7'-19'2169,"1"0"-1,1 0 1,17-26 6854,-24 47-7436,0 1-1519,0 1 0,0-1 0,0 1 0,-1-1 0,1 1 0,-1 0 0,0 0 1,0 0-1,0 0 0,-1 0 0,1 0 0,-1 0 0,-1 6 0,-6 62 347,3-49-385,-36 217-30,-3 29 0,36-206 0,3 1 0,5 81 0,-1-137 0,2 37 0,2 0 0,1-1 0,3 0 0,21 70 0,-27-108 0,0 0 0,1-1 0,-1 1 0,1-1 0,1 0 0,-1 0 0,7 8 0,-7-11 0,-1 1 0,0-1 0,1-1 0,0 1 0,-1 0 0,1-1 0,0 1 0,0-1 0,0 0 0,0 0 0,0 0 0,0 0 0,0 0 0,0-1 0,0 1 0,6-1 0,29-2 0,0-3 0,-1-1 0,37-10 0,45-8 0,32 8 0,-1 7 0,2 6 0,282 32 0,-417-27 0,116 19 0,-121-19 0,-1 1 0,0 1 0,0 0 0,-1 0 0,1 1 0,-1 0 0,0 1 0,0 0 0,8 8 0,-17-14 0,0 1 0,-1-1 0,1 0 0,0 1 0,-1-1 0,1 1 0,-1 0 0,1-1 0,-1 1 0,1 0 0,-1-1 0,1 1 0,-1 0 0,0-1 0,1 1 0,-1 0 0,0 0 0,0-1 0,0 1 0,1 0 0,-1 0 0,0-1 0,0 1 0,0 0 0,0 0 0,0 0 0,0-1 0,-1 1 0,1 0 0,0 0 0,0-1 0,-1 2 0,-22 19 0,22-20 0,-16 10 0,-1-1 0,0-1 0,0 0 0,-1-1 0,0-1 0,-38 8 0,-134 16 0,141-24 0,-359 35 43,72-8-265,207-20-783,-125 18-2600,180-20-2332,-98 31 0,72-12-7183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1.0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31 422 16033,'-30'0'3542,"66"-16"1367,-12 2-3440,0 2 0,39-15 0,-26 13-520,32-10-236,1 3 0,1 3 0,131-16 0,-135 24-638,425-55-1716,438-80-3841,-888 134 4152,-29 8-1075,4-2-3952,-22 5 1424,-17-3-2702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1.2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311 172 10085,'-1'-12'1229,"0"0"-1,0 0 1,1 0-1,0 0 1,3-15-1,-2 17 590,2-1 0,-1 1 0,1 0 0,0-1 0,1 1 0,6-10 0,-9 17-213,0 6-764,1 4-827,0 0 0,-1-1 1,0 1-1,0 0 0,-1 0 1,0 0-1,0 0 0,-1 0 1,0 0-1,0 0 0,-4 11 1,-4 12-29,-17 37 1,14-40 7,-65 152 60,26-62-227,-38 125-1,78-205-465,-38 149-4062,44-158 2428,1 0 0,1 0 0,1 0 1,4 49-1,13 21-10513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1.4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820 112 18050,'-75'-80'2749,"73"77"-2473,0 1-1,-1-1 0,1 1 1,-1-1-1,0 1 0,0 0 1,0 0-1,0 0 0,0 0 1,0 1-1,-1-1 0,1 1 1,0 0-1,-1 0 0,1 0 1,-1 1-1,1-1 0,-1 1 1,0-1-1,1 1 0,-1 0 1,1 1-1,-1-1 0,1 1 1,-7 1-1,3 0 176,-5 1-65,0 1 0,1 0 0,0 1 0,0 1 1,0 0-1,0 0 0,1 1 0,0 0 1,1 1-1,-16 15 0,13-12-341,-41 38-38,3 2 0,2 3 0,2 1 1,3 2-1,2 2 0,3 2 0,2 2 1,-37 93-1,57-114-81,2 1-1,1 0 1,3 1 0,2 0-1,1 0 1,3 1 0,1 0-1,3 0 1,1 0 0,3-1-1,1 1 1,2-1 0,2 0-1,2 0 1,2-1 0,2-1-1,2 0 1,1-1 0,2-1-1,2-1 1,2-1 0,1 0 0,2-2-1,60 61 1,-52-65-1373,1-2 0,2-1 0,45 26 0,61 20-7497,-16-22-4249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1.6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24 170 16422,'-23'-34'2608,"39"22"-636,-2-12-432,-1 3-244,7 0-264,27-6-536,-3 12-852,9 3-288,11 9-604,6 6-612,7 6-268,-6 9-540,-4 9-2169,0 9-3804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1.7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34 178 13697,'-13'36'1904,"3"-57"-167,0 3 75,23 9-248,1 0-344,22-3-372,28-6-772,0 0-648,6-6-1052,7-6-1316,13 2-2321,18 1-4216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3.0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735 20 15209,'-25'-17'2258,"24"16"-2214,1 1-1,0 0 1,0 0-1,0 0 1,0 0 0,-1-1-1,1 1 1,0 0 0,0 0-1,0 0 1,0 0-1,-1 0 1,1 0 0,0-1-1,0 1 1,-1 0 0,1 0-1,0 0 1,0 0 0,0 0-1,-1 0 1,1 0-1,0 0 1,0 0 0,-1 0-1,1 0 1,0 0 0,0 0-1,-1 0 1,1 0-1,0 0 1,0 1 0,0-1-1,-1 0 1,1 0 0,0 0-1,0 0 1,0 0-1,-1 0 1,1 1 0,0-1-1,0 0 1,0 0 0,0 0-1,-1 1 1,1-1 0,0 0-1,-24 22 1361,0 0 0,2 2-1,1 0 1,-22 33 0,-49 97-238,6 3 0,7 5 0,-98 288 0,155-385-1135,-51 167-30,62-189-19,2 0 0,2 1-1,-2 61 1,8-93 18,1 0 1,1 1-1,0-1 1,1 0-1,0 0 1,1 0-1,0 0 1,1-1-1,0 1 1,1-1-1,6 12 1,-5-15-9,-1 0-1,1-1 1,1 0 0,-1 0-1,1 0 1,0-1 0,1 0-1,0 0 1,0-1 0,0 1-1,0-2 1,1 0 0,0 0 0,14 5-1,15 1-13,0 0-1,0-3 1,44 3-1,122 0 11,-114-7 6,-34-1-8,79 2-48,231 38 0,-359-41 62,32 10-2,-38-11 3,0 1-1,-1-1 0,1 0 0,0 1 1,-1-1-1,1 0 0,0 1 0,-1-1 1,1 1-1,0-1 0,-1 1 0,1-1 1,-1 1-1,1 0 0,-1-1 0,1 1 1,-1 0-1,0-1 0,1 1 0,-1 0 1,0-1-1,1 1 0,-1 0 0,0 0 1,0 0-1,0-1 0,0 1 0,0 0 1,0 0-1,0-1 0,0 1 0,0 0 1,0 0-1,0 0 0,0-1 0,-1 1 1,1 0-1,0-1 0,0 1 0,-1 0 1,1 0-1,-1-1 0,0 2 0,-2 2 1,0 0-1,0 0 0,-1-1 1,0 1-1,0-1 0,0 0 1,0 0-1,0 0 0,-1 0 1,1-1-1,-1 1 0,0-1 0,-6 2 1,-11 2-24,-40 7 0,46-10 2,-526 58-5436,298-40 33,118-4-1017,23 8-4038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3.3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922 0 17218,'0'0'7984,"-20"10"-5423,0 2-225,3 0-340,-17 12-1324,-13-6-672,-13-3 0,-10 6 0,-17 0 0,-4 0 0,-6 6 0,3 0-1152,4 4-2252,10 14-429,13 9-3327,20 0-7074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2.5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1210 254 13209,'4'-48'1242,"-1"-34"1673,-3 77-2610,-1-1 1,1 1 0,-2 0 0,1 1-1,0-1 1,-1 0 0,0 0-1,0 0 1,0 1 0,-1-1 0,1 1-1,-1 0 1,0 0 0,0 0 0,-1 0-1,1 0 1,-1 1 0,0 0 0,0-1-1,0 1 1,0 1 0,-1-1 0,1 1-1,-6-3 1,1 1 92,-1 0 0,0 1 0,0 1 1,0-1-1,0 1 0,-1 1 0,1 0 0,0 1 0,0 0 1,-20 2-1,3 3-148,1 1 1,1 2-1,-1 0 1,2 2-1,-1 0 0,1 2 1,-22 15-1,6-2 94,2 2 0,2 2-1,-42 41 1,-2 14-344,4 3 0,3 4 0,5 2 0,-80 145 0,122-191 0,2 2 0,3 1 0,1 0 0,2 1 0,-15 81 0,28-104 0,2 0 0,1 0 0,1 0 0,1 1 0,5 30 0,-2-39 0,1 0 0,1 0 0,1 0 0,1-1 0,0 0 0,1 0 0,20 32 0,-19-37 0,1-1 0,0 0 0,1 0 0,0-1 0,1-1 0,0 0 0,1 0 0,0-2 0,25 15 0,-18-14 0,1-1 0,0 0 0,0-2 0,1 0 0,0-2 0,31 5 0,-5-6 0,1-2 0,0-2 0,-1-3 0,0-1 0,95-22 0,-28-3 0,163-65 0,101-71 0,-351 152 0,2-1 0,2 0 0,44-12 0,-76 26 0,0 0 0,1 0 0,-1-1 0,1 1 0,-1 0 0,0 0 0,1 0 0,-1 0 0,0 0 0,1 0 0,-1 0 0,1 0 0,-1 0 0,1 0 0,-1 0 0,0 0 0,1 0 0,-1 0 0,0 0 0,1 0 0,-1 0 0,1 0 0,-1 0 0,0 1 0,1-1 0,-1 0 0,0 0 0,1 1 0,-1-1 0,0 0 0,1 1 0,-2 4 0,0 0 0,0 0 0,0 1 0,-1-1 0,1 0 0,-1-1 0,-1 1 0,-4 7 0,0 3 0,-5 19-1049,1 0 1,1 0-1,2 1 0,1 0 1,2 1-1,-1 46 0,5-16-2799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2.7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543 28 18654,'-54'-27'2992,"21"27"-448,-24 0-500,3 0-447,4 0-389,6 0-416,-9 12-772,6-3-1168,7 6-633,-7-3-967,13 6-420,14 24-3053,10 4-5580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4.5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614 535 13005,'-13'-215'1690,"13"196"-1281,-2 1-1,0-1 1,-1 1-1,0-1 0,-2 1 1,0 0-1,-10-21 1,3 10 280,5 8-173,4 12-253,0-1 0,-1 1 0,0 0-1,0 0 1,-1 0 0,0 1 0,-12-15 0,16 22-212,0-1 0,0 1 0,-1 0 1,1 0-1,-1-1 0,0 1 1,1 0-1,-1 0 0,0 0 1,1 1-1,-1-1 0,0 0 0,0 1 1,0-1-1,0 1 0,0 0 1,1-1-1,-1 1 0,0 0 1,0 0-1,0 0 0,0 0 0,0 1 1,0-1-1,0 0 0,0 1 1,1 0-1,-1-1 0,0 1 0,-2 1 1,-2 2 120,-1 0 0,1 0 1,0 1-1,0 0 0,0 0 1,-8 11-1,-9 13 243,1 2 0,2 1 0,1 0 0,-23 57 0,-2 15 113,5 2-1,5 2 1,-30 163 0,-11 346 343,63-343-546,11 1 0,68 527 0,-35-613-494,9-1-1,7-2 0,9-2 1,8-3-1,92 182 1,-67-194-712,7-4 1,6-4-1,205 241 0,69-10-2994,41-45-3702,-43-86-3546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3.6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781 128 15389,'-7'-15'882,"-1"0"0,0 0 0,-18-23-1,24 34-579,-1 0-1,0 1 0,0 0 1,-1 0-1,1 0 0,-1 0 1,1 0-1,-1 1 0,0-1 1,0 1-1,0 0 0,0 0 1,0 1-1,-1-1 0,1 1 1,-1 0-1,1 0 0,0 0 1,-1 1-1,-6-1 0,0 3 20,1 0 1,-1 0-1,1 1 0,-1 0 0,1 1 0,0 0 0,0 1 1,1 0-1,-1 1 0,1 0 0,0 0 0,-8 8 1,-11 11 410,1 1 1,-31 40 0,11-5-675,3 1-1,2 2 1,3 2-1,3 2 0,3 1 1,4 1-1,2 2 1,3 1-1,4 1 1,3 0-1,3 2 0,3 0 1,4 0-1,3 0 1,4 1-1,2-1 1,4 1-1,4-1 1,23 92-1,-17-114-895,2-1-1,2 0 1,3-2 0,1 0-1,3-2 1,3-1-1,61 79 1,-44-72-1077,1-3 0,4-2 0,1-2 0,2-2 1,103 65-1,-7-24-9672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4.0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1933 31 12473,'22'-17'2098,"-34"5"2948,9 11-3154,16 13-543,20 20-397,-2 2 1,-1 1-1,-1 1 0,27 48 0,84 170 676,-80-129-1129,-5 2-1,-6 3 0,-5 2 1,-7 1-1,-5 2 0,21 197 1,-46-237-490,-4 0 0,-4 0 0,-5-1 0,-19 108 0,10-128-34,-2 0 0,-4-2 0,-4 0 0,-2-2 0,-64 118 1,46-114-470,-3-2 0,-2-1 1,-105 109-1,75-101-515,-3-4 1,-132 92-1,52-61-1185,-6-7-1,-3-7 0,-207 77 0,-24-18-3987,-19-16-3504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5.3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25330,'0'0'2153,"20"9"-153,21 3-280,2-3-320,21-3-1236,13 3-164,20-3 0,13-3 0,18-3 0,9 0 0,14-3-504,3-9-2700,-3 6-437,-4 3-3811,-6-12-7530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5.7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1571 284 11133,'-317'-144'4168,"226"101"-1938,-120-49 3804,208 91-5943,0 0 0,-1 0 0,1 0-1,0 1 1,-1 0 0,1-1 0,-1 1-1,1 0 1,-1 1 0,1-1 0,0 1-1,-1-1 1,1 1 0,0 0 0,-1 0-1,1 0 1,0 1 0,0-1 0,0 1-1,0 0 1,0 0 0,0 0 0,1 0-1,-1 0 1,1 0 0,-1 1 0,1 0-1,0-1 1,0 1 0,0 0 0,0 0-1,1 0 1,-1 0 0,1 0 0,0 0-1,-1 1 1,1-1 0,1 0 0,-1 1-1,1-1 1,-1 0 0,1 1 0,0-1-1,0 5 1,3 33 470,2-1 0,1 0-1,17 57 1,48 120 413,-69-212-954,67 188 528,91 277 256,-128-356-674,-5 0-1,15 146 1,-35-171-347,-4-1 0,-4 1 0,-4 0 0,-3-1 0,-5 0 0,-3 0 0,-55 168 0,38-167-559,-4-2 1,-4-1 0,-4-2-1,-3-3 1,-3-1-1,-4-3 1,-90 97 0,58-85-1558,-117 92 1,-108 58-6737,187-145 1099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5.8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308 437 18402,'17'-57'2612,"-20"33"-400,3 0-424,-4-6-212,-6-16-715,-13 10-925,-11-12-1105,-19-6-1447,-8 6-508,-2 14-2953,-11-2-5340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7.4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611 0 6245,'-62'9'1166,"1"3"0,0 3 1,-93 34-1,112-32-502,-59 32 0,88-41-517,0 0 0,0 1 0,1 0-1,0 1 1,1 0 0,0 1 0,1 0-1,-12 16 1,20-24-106,1 0 1,-1-1-1,1 1 0,0-1 0,0 1 0,0 0 0,0 0 0,0 0 1,1 0-1,-1 0 0,1 0 0,-1 0 0,1 0 0,0 0 0,1 0 0,-1 0 1,0-1-1,1 1 0,0 0 0,-1 0 0,1 0 0,0 0 0,1 0 1,-1-1-1,0 1 0,1-1 0,0 1 0,-1-1 0,1 1 0,3 2 1,2 2 31,0 0 0,0-1 0,1 0 1,0 0-1,0-1 0,0 0 1,1 0-1,14 5 0,25 6 94,0-2 0,1-3 0,1-2-1,59 4 1,-75-9-73,469 28 589,11-31-330,-492-1-338,885-9 315,1377-7 180,3 33-295,-527 36-625,66 2-1220,-9-59-1559,-1431-11 1826,186-30-3594,-368 16 962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7.8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602 315 8585,'-244'-39'2690,"191"28"-1275,-74-24 0,101 26-686,1-1 0,1-1-1,0-2 1,-39-25 0,62 37-692,0 0-1,0 1 1,0-1 0,0 0-1,0 0 1,0 0 0,0 0-1,0 0 1,0 0 0,1 0-1,-1 0 1,0 0 0,1 0-1,-1 0 1,1 0 0,-1 0-1,1-1 1,0 1 0,-1 0-1,1 0 1,0-1 0,0 1-1,0 0 1,0 0 0,0-1-1,0 1 1,0 0 0,0 0-1,0-1 1,1 1 0,-1 0-1,1 0 1,-1-1 0,1 1-1,-1 0 1,1 0 0,0 0-1,-1 0 1,1 0 0,1-1-1,2-2 15,0-1 0,0 2-1,0-1 1,0 0 0,1 1-1,0 0 1,-1 0 0,9-3-1,3-1 38,1 1 0,0 1 0,0 1 0,22-4 0,83-4 179,-92 10-213,652-22 591,8 37-399,-538-9-206,1803 70 236,246 5-2344,-2090-76 1749,223 1-811,-240-8 81,134-20 0,-155 7-186,-71 17 1136,-1-1 0,1 1 0,0-1 0,0 0 0,-1 0 1,1 0-1,0 0 0,-1 0 0,1 0 0,-1 0 0,1 0 0,1-3 0,-2 3 21,-1 1-1,1-1 1,-1 0 0,0 1-1,0-1 1,1 0 0,-1 0-1,0 1 1,0-1-1,0 0 1,0 0 0,0 1-1,1-1 1,-2 0 0,1 0-1,0 1 1,0-1-1,0 0 1,0 0 0,0 1-1,-1-2 1,-1-1-255,1 0 0,-1 1 0,0-1 1,0 0-1,0 1 0,-1 0 0,1-1 0,-1 1 1,1 0-1,-1 0 0,-3-2 0,-38-13-4505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8.1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1 123 4748,'0'-4'131,"-1"0"-1,1 1 0,0-1 0,0 0 0,0 1 1,1-1-1,-1 1 0,1-1 0,0 0 0,0 1 0,0 0 1,1-1-1,2-4 0,-2 6-40,0-1 0,1 0 0,0 1 0,0 0 0,-1-1 0,1 1 0,1 0 0,-1 0 0,0 1 0,0-1 0,1 1 0,-1 0 0,1 0 0,4-1 0,39-9 443,0 2-1,84-6 1,99 12 142,255 17-198,-174-2-300,-126-5-52,259-1-974,-407-9-460,-1-1-1,41-10 1,-13-3-1903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8.9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49 4684,'57'-11'1465,"1"2"-1,65-2 0,-44 4-121,47-3 271,-118 10-1528,0 0 0,-1 0 0,1 1 0,-1 0-1,1 0 1,-1 1 0,10 3 0,-14-4-46,0 1 0,-1-1 0,1 1 1,-1 0-1,1 0 0,-1 0 1,0 0-1,0 1 0,0-1 0,0 0 1,0 1-1,0 0 0,-1-1 1,1 1-1,-1 0 0,0 0 0,0 0 1,0-1-1,0 1 0,0 5 1,9 44 336,-3 0 1,-2 1-1,-2 0 1,-3-1-1,-9 75 1,-56 266 390,54-334-627,-130 779-10,85-482-1543,-51 426-5929,86-531 2206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1:29.9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 1714 3616,'-20'24'1071,"41"-17"-137,-11-5-859,0 0 0,0-1 0,0 0 0,0 0 0,0-1 0,0-1 0,0 0 0,0 0 0,12-3 0,4 0-11,590-108 1236,-331 55-1013,1183-209 815,15 51-782,779 10-1049,7 93-606,-1094 74 1031,323-12-16,-3-25 241,-1476 74 77,834-67-69,-576 34 192,287-74 1,-28-73 590,-450 148-662,-41 18-17,0 2 1,1 2-1,0 2 1,1 2-1,68-1 1,239 18-132,-274-5 91,676 50-1016,164 9 466,-41-45 523,-5-79 638,-603 26-442,375-61 468,-296 28-372,-319 60-368,0 2 0,0 1 0,0 2 0,0 1 0,0 1 1,0 2-1,0 1 0,0 1 0,0 2 0,-1 1 0,33 12 1,94 42-642,155 53 290,489 102 344,-728-201 211,173 29 115,-200-38-17,1-3 1,-1-1 0,61-6-1,-102 3-152,1 1 49,-1-1 1,1 1 0,0-1 0,-1-1 0,1 1 0,6-4 0,5-12 608,-16 13-539,-13 12 32,-11 15-59,1 1-1,1 1 1,2 1-1,0 0 1,-17 33 0,-69 151 75,94-184-195,-137 274-1243,59-136-798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50.0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51 136 12005,'-24'-51'1904,"18"32"-372,2-2-195,1 6-309,-4 0-148,1 0-20,12 30-10445,11 15 2608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50.1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61 7281,'-7'51'1752,"0"-30"9613,21-36-11053,-1 3-576,-3-9-888,0-3-1228,-3 3-2609,13-18-3952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51.8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4 820 3936,'1'0'194,"0"0"-1,-1-1 0,1 1 0,0-1 1,-1 1-1,1-1 0,0 1 1,-1-1-1,1 0 0,-1 1 0,1-1 1,-1 0-1,1 1 0,-1-1 0,1 0 1,-1 0-1,0 1 0,1-1 0,-1 0 1,0 0-1,0 0 0,0 1 1,0-1-1,1-1 0,-12-15 2833,9 14-3681,0 1 1436,6 2-733,309 15 186,957-23-140,7-26-66,-313 6-7,2429-36-563,-2580 51 512,6227-6-72,-6252 28 66,-611-8 32,1434 4-28,1258-77-999,-1303-78-742,-1246 97 1628,-246 37 115,-1-3-1,88-36 1,-140 46 52,-1 0 0,36-23 0,-48 26-17,0 0 0,0 0 0,0-1 0,-1 0 0,0-1 0,0 0 0,-1 0 0,6-9 0,-10 14-18,-1 0 0,1 0 0,-1 0 0,0 1 0,1-1 0,-2-1 0,1 1 0,0 0 0,-1 0 0,1 0 1,-1 0-1,0 0 0,0-1 0,0 1 0,0 0 0,-1 0 0,1 0 0,-1 0 0,0 0 0,0 0 0,0 0 0,-2-5 0,-2 0-400,0 0-1,-1 1 1,0 0 0,0 0-1,0 0 1,-9-6 0,-15-12-2082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02.1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37 7789,'17'-10'4014,"-10"6"-3103,0 0 0,1 0 0,-1 1 0,1 0 0,-1 0 0,11-2-1,-14 5-826,0-1-1,-1 1 1,1 0-1,-1 1 0,1-1 1,-1 1-1,1 0 0,-1-1 1,1 1-1,-1 1 0,0-1 1,1 1-1,-1-1 0,0 1 1,0 0-1,0 0 0,0 0 1,4 4-1,12 12 260,0 1-1,-1 1 1,26 36-1,41 75 280,-60-90-481,-20-33-118,136 240 403,-124-214-397,-2 1-1,-2 0 1,-1 1-1,-2 1 1,9 55-1,-18-80-27,0-1 0,-1 1 1,-1-1-1,1 0 0,-2 1 0,1-1 1,-2 0-1,0 0 0,0 0 0,0 0 0,-2-1 1,-5 12-1,-7 7 39,-1-1 0,-39 46 0,48-64-28,8-8-10,1-1-1,-1 0 1,0 0 0,0 0-1,0 0 1,0 0 0,-1 0-1,1-1 1,0 1-1,0 0 1,0 0 0,-1-1-1,1 1 1,-3 0 0,3-1-1,1 0 0,-1 0 0,0 0 0,0 0 0,1 0 0,-1 0-1,0 0 1,1 0 0,-1-1 0,0 1 0,1 0 0,-1-1 0,0 1 0,1 0 0,-1-1 0,0 1 0,1 0 0,-1-1 0,1 1 0,-1-1 0,0 0 0,-1-2 1,1 1-1,-1-1 1,1 0-1,0 1 0,0-1 1,0 0-1,0 0 1,0 0-1,1 0 0,-1 0 1,1 0-1,0 0 1,0-5-1,2-14 4,1-1 0,1 1 0,1 0 0,1 0 0,1 1 0,12-28 0,71-125-349,-71 140 154,34-55-1041,78-100 0,79-71-4467,-138 180 1341,6 9-2373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02.7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389 856 9625,'0'0'1428,"3"-1"-53,78-21 4685,-67 20-5832,1-1 0,-1-1 1,0 0-1,0-1 0,-1 0 1,0-1-1,1-1 0,-2 0 1,1-1-1,15-12 0,-23 15-200,0 0 0,0-1 0,-1 1-1,1-1 1,-1 0 0,-1 0 0,1 0-1,-1-1 1,0 1 0,0-1 0,-1 0-1,0 1 1,0-1 0,-1 0 0,0 0-1,0-1 1,-1 1 0,1 0 0,-2 0-1,1 0 1,-1 0 0,0 0 0,0 0-1,-1 0 1,0 0 0,-3-8 0,1 6 16,0 0 0,0 0 0,-1 0-1,0 0 1,-1 1 0,0 0 0,0 0 0,0 1 0,-1 0 0,0 0 0,-1 0 0,0 1 0,0 0 0,0 1 0,-1-1 0,1 2 0,-1-1-1,-17-5 1,13 7 61,0 0 0,-1 1 0,0 0 0,1 1-1,-1 1 1,0 0 0,1 1 0,-1 0 0,0 1 0,1 1-1,-1 0 1,1 1 0,0 0 0,-22 11 0,10-2 123,1 1 1,0 1-1,1 1 1,0 1 0,2 1-1,-27 27 1,35-30-138,0 0 1,0 1 0,2 1 0,0 0 0,1 0 0,0 1-1,2 0 1,-8 22 0,13-30-57,-1 1 0,1 0 0,1 0 1,0 1-1,1-1 0,0 0 0,1 1 0,0-1 0,0 0 1,1 1-1,1-1 0,0 0 0,1 0 0,0 0 0,7 19 0,-1-15-24,0 0 0,1 0-1,1-1 1,0-1 0,1 0-1,0 0 1,1-1-1,0 0 1,1-2 0,0 1-1,1-2 1,0 0 0,0 0-1,27 9 1,-3-4-147,1-1 0,-1-2 0,2-2 0,0-1 0,45 1 0,-10-4-498,94-7 0,-133 0 495,0-2 0,-1-1 1,0-2-1,0-1 0,0-2 1,-1-2-1,-1-1 0,0-2 1,-1-1-1,-1-1 0,0-2 0,-1-1 1,54-47-1,-63 46 97,-1-1-1,-1-2 0,0 0 1,-2-1-1,-1-1 1,-1 0-1,-2-2 1,18-42-1,-5-3 26,-3-1-1,16-89 1,-9-44 465,-1 1 1129,-28 188 108,-14 33-647,7-8-926,1 1 0,1-1 0,0 1 0,0 0 0,0 0 0,1 0 0,0 0 0,-1 9 0,-4 75 410,4-34-226,-21 351 358,26-349-1714,13 84 1,-3-47-782,16 128-7020,-18-189 3385,5-10-3314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03.1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24 280 7317,'-22'0'1853,"21"-1"-1744,1 1 1,0 0 0,0-1 0,0 1 0,-1-1 0,1 1-1,0-1 1,0 1 0,0-1 0,0 1 0,0-1 0,0 1 0,0-1-1,0 1 1,0-1 0,0 1 0,0-1 0,1 1 0,-1 0 0,0-1-1,0 1 1,0-1 0,1 1 0,-1-1 0,0 1 0,0 0 0,1-1-1,0 0 1,8-15 932,2 9-614,1 0 0,0 1 1,0 0-1,0 1 0,1 0 1,-1 1-1,24-4 0,-11 1 24,453-150 2797,-381 120-2898,-95 37-343,0 0 0,1 0 0,-1 1-1,0-1 1,0 1 0,0-1 0,0 1-1,-1 0 1,1 0 0,0 0 0,0 0 0,0 0-1,-1 0 1,1 0 0,0 0 0,-1 1-1,1-1 1,-1 1 0,0-1 0,2 3 0,-1 0 13,-1 1 0,0 0 0,0-1 0,0 1 0,0 0 0,-1 0 0,0 0 1,0-1-1,0 1 0,0 0 0,-1 0 0,0 0 0,0 0 0,-3 7 1,-1 13 47,-2 19-20,2-17 0,1-1 0,1 1 0,1 0 0,3 39 0,0-49-24,2-1 0,0 0 0,1 1 0,9 22 0,-11-33-20,1 0 1,0 0 0,1-1 0,-1 1 0,1-1 0,0 0 0,0 0-1,1 0 1,0 0 0,0-1 0,0 0 0,0 0 0,0 0 0,9 4-1,-6-5 3,0 1 0,0-1 0,0 0-1,0 0 1,1-1 0,0 0 0,-1-1 0,1 0-1,0 0 1,-1-1 0,1 0 0,0-1 0,11-1-1,-6-2-9,0 1 0,0-2-1,-1 0 1,1 0 0,-1-1-1,-1-1 1,17-11 0,4-6 128,-1-2 1,-1-1-1,-2-2 1,39-48-1,-31 37 316,-35 38-131,12 17-194,-9-9-184,-1 1 1,0 0-1,0 1 0,0-1 0,-1 1 1,0-1-1,0 1 0,-1 0 1,2 9-1,13 36-1598,2-21-218,-1-4-428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03.4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91 9597,'22'-2'1360,"-21"2"-1270,-1 1-1,1-1 1,0 0 0,-1 1 0,1-1-1,-1 1 1,1 0 0,-1-1 0,1 1-1,-1-1 1,1 1 0,-1 0 0,0-1-1,1 1 1,-1 0 0,0-1 0,0 1-1,1 0 1,-1 0 0,0-1 0,0 1-1,0 0 1,0 1 0,1 0 240,9 18 481,0 0 1,2-1 0,20 25-1,2 6-261,-22-32-357,-2 0 1,-1 1-1,0 0 0,-1 1 1,-2 0-1,1 0 0,5 41 1,-10-49-121,-1 0 1,-1-1-1,0 1 1,0 0-1,-1 0 1,-1 0-1,0-1 1,0 1-1,-1-1 1,-1 1-1,0-1 1,-1 0-1,0-1 1,0 1-1,-12 16 1,-4 1 346,-1-1 0,-2-2 0,-1 0 0,-36 28 0,58-50-178,2-8-16,1-2-193,0 0 1,1 0-1,-1 0 1,1 0-1,0 0 1,1 0-1,0 1 1,0-1-1,1 0 0,-1 1 1,6-9-1,8-13 23,23-31 0,-24 37-46,77-110-2899,161-179 1,-217 272 1466,42-42-4347,-19 34-1330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03.8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1 117 9745,'-1'-5'318,"1"1"1,0 0-1,0 0 1,0-1-1,1 1 0,-1 0 1,1 0-1,0 0 1,0-1-1,1 1 1,-1 0-1,1 0 0,0 1 1,0-1-1,0 0 1,5-6-1,-5 7 1192,-2-18 837,0 21-2242,0-1-1,0 0 1,0 1-1,0-1 1,0 1-1,0-1 1,0 0-1,0 1 1,0-1 0,0 0-1,0 1 1,0-1-1,0 1 1,1-1-1,-1 0 1,0 1-1,0-1 1,1 1-1,-1-1 1,0 1 0,1-1-1,-1 1 1,0-1-1,1 1 1,-1-1-1,1 1 1,0-1-1,0 1-67,0 0-1,0 0 0,0 1 0,-1-1 1,1 0-1,0 0 0,0 1 0,-1-1 1,1 1-1,0-1 0,-1 1 1,1-1-1,0 1 0,-1-1 0,1 1 1,-1-1-1,2 2 0,2 3-20,-1 0 0,1 0 0,-1 1 0,0-1 0,0 1 0,2 6 0,5 23 84,-2 0 0,-2 1 0,-1 0-1,1 36 1,-6-47-77,0 1-1,-2-1 1,-1 0-1,-1 0 1,-1 0 0,-13 39-1,14-50 3,0 0 0,1 0 0,-2 23 0,1-2-9,3-32 86,5-5-21,-1 0 1,0-1-1,1 0 0,-1 1 0,0-1 0,0 0 0,4-6 1,29-54 709,-7 10-258,21-34 70,29-46 300,-67 116-781,1 0-1,0 1 1,1 1 0,0 0-1,22-16 1,-34 30-107,0 0 1,0-1 0,0 1-1,0 0 1,1 0 0,-1 0-1,0 1 1,1-1-1,-1 0 1,1 1 0,-1 0-1,0 0 1,1-1-1,-1 1 1,1 1 0,-1-1-1,1 0 1,-1 1-1,1-1 1,-1 1 0,0 0-1,1-1 1,-1 1-1,4 2 1,1 1 14,0 0-1,-1 1 1,1 0 0,10 9-1,-15-11-4,3 3-30,0-1-1,0 2 1,-1-1 0,0 0 0,-1 1 0,0 0 0,0 0 0,0 0 0,0 0 0,-1 0 0,-1 0 0,1 1 0,-1-1 0,0 8 0,2 3-199,28 177-4462,-15-62-6016,-9-71 939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04.6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939 52 9529,'-4'-3'164,"-5"-5"1212,-1 1 0,0 0 1,-19-10-1,25 15-1153,0 1 0,1-1 0,-1 1 0,0 0 0,0 0 0,0 1 0,1-1 0,-1 1 0,0 0 0,0 0 0,0 0 0,0 0 0,0 1 0,0 0 0,0-1 0,-6 4 0,-24 10 350,1 2 1,0 2-1,1 1 1,-33 26-1,-115 103 641,132-106-909,-138 130 346,150-133-452,1 2-1,-50 75 1,78-104-51,1 1 0,0 0 0,0 0 1,-4 16-1,10-27-114,-1 0 0,1 0 0,-1 0 0,1 0 1,0 0-1,0 0 0,0 0 0,0 0 0,0 0 0,0 0 0,1 0 0,-1 0 0,1 0 0,-1 0 1,1 0-1,0-1 0,0 1 0,0 0 0,0 0 0,0-1 0,0 1 0,0 0 0,0-1 1,1 1-1,-1-1 0,1 0 0,-1 1 0,1-1 0,2 2 0,0-1-2,1 0 0,-1 0 0,0 0 0,1 0 0,-1-1 0,1 0 0,-1 0-1,1 0 1,-1 0 0,1-1 0,5 1 0,20-4 105,-1 0 0,0-2-1,42-12 1,85-34 235,-129 41-303,104-39 463,141-45 2178,-265 92-2580,0 0 0,0 1 0,0 0 0,0 0 0,0 1 0,0 0 0,11 1 0,-16-1-108,0 0 0,0 1 0,0-1 0,0 0 0,-1 1 0,1 0 0,0 0 0,0-1 0,-1 1 1,1 0-1,0 0 0,-1 0 0,1 1 0,-1-1 0,0 0 0,1 0 0,-1 1 0,0-1 0,0 1 0,0-1 0,0 1 0,0 0 0,0-1 0,0 1 0,0 0 1,-1 0-1,1 0 0,-1-1 0,1 1 0,-1 0 0,0 0 0,0 3 0,-1 18-22,-1-1 0,-1 0 0,-2 0 0,0 0 0,-12 31 0,1 3 0,8-29-672,2 0-1,0 1 1,-1 30-1,7-49 382,0 0 0,0 0 0,1 0-1,0-1 1,0 1 0,1 0 0,0-1 0,1 1-1,0-1 1,0 0 0,1 0 0,0 0 0,10 15-1,19 12-3843,-26-30 1942,1 0 0,-1 0 1,17 7-1,26 11-7917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04.8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129 12 10981,'-3'-2'2679,"-5"-2"-1772,7 4-663,0-1 0,-1 0 0,1 1 0,0-1 0,0 0 0,-1 1 1,1 0-1,0-1 0,-1 1 0,1 0 0,-1 0 0,1 0 0,-3 0 0,3 0-62,0 1-1,0 0 0,0 0 1,0-1-1,0 1 0,0 0 0,0 0 1,0 0-1,1 0 0,-1 1 1,0-1-1,0 0 0,1 0 0,-1 0 1,1 1-1,-1-1 0,1 0 0,0 0 1,-1 3-1,-7 27 1463,2 0-1,-4 65 1,4-36-754,-30 359 1586,21-217-4885,16-101-1583,10-3-5396,-2-54-1746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05.0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1 299 11581,'47'-18'1652,"-14"-15"-312,4 12-248,3 3-247,14 0-437,13-3-656,20 0-621,17-4-375,16 1-216,4-6-304,-3-3-1580,9-3-1661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05.3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372 26 8573,'-2'-2'338,"1"0"0,-1 0 0,0 0 0,-1 0-1,1 0 1,0 0 0,-1 1 0,1-1 0,0 1 0,-1-1 0,0 1 0,1 0 0,-1 0 0,0 0 0,0 1 0,1-1 0,-1 1 0,0-1 0,0 1 0,0 0-1,0 0 1,0 0 0,1 1 0,-1-1 0,0 1 0,0-1 0,-4 3 0,-2 1 108,1 0 0,0 1 0,0 0-1,0 1 1,0-1 0,1 2 0,0-1 0,1 1 0,-1 0-1,-7 11 1,-4 9 799,-24 48-1,42-75-1234,-26 52 391,4 0 1,1 2-1,3 0 1,2 1 0,3 1-1,2 0 1,3 1-1,-3 100 1,11-152-389,0-1 0,1 0 0,-1 0 0,0 0 0,1 0 0,0 0 0,0 1 0,1-1 0,-1-1 0,1 1 1,0 0-1,-1 0 0,2-1 0,-1 1 0,0-1 0,6 7 0,-5-8-11,0 0 1,0 0-1,0 0 1,0 0-1,0-1 1,0 1-1,1-1 1,-1 0-1,1 0 1,-1 0-1,0 0 1,1 0-1,0-1 1,-1 0-1,1 0 1,-1 0-1,1 0 1,-1 0-1,1-1 1,3 0-1,38-10 27,-1-3 0,55-24 0,-45 17-23,68-18 1,-106 35-12,0 0 0,0 2 0,1 0-1,-1 1 1,0 0 0,1 1-1,-1 1 1,31 6 0,-44-6 6,1-1 0,-1 1 0,0 0 0,0 1 0,0-1 0,1 0 0,-1 1 0,0 0 0,-1-1 0,1 1 0,0 0 0,0 1 0,-1-1 0,1 0 0,3 6 0,-6-7-3,1 1 0,0 0 0,-1 0 0,1 0 0,-1 0 0,1 0 0,-1 0 0,0 0 0,0 0 0,0 0 0,0 0 0,0 0 0,-1 0 0,1 0 0,-1 0 0,1 0 0,-1 0 0,0 0 0,1 0 0,-1 0 0,0-1 0,0 1 0,-1 0 0,1-1 0,0 1 0,0-1 0,-4 4 0,-3 4 8,-1 0 0,-1-1 0,0 0 0,0 0 0,0-1 0,-23 12 0,-76 27-461,23-11-1065,7 5-1671,12-1-6563,43-25-1723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05.5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224 0 11869,'-8'4'677,"1"0"-1,-1 0 1,1 0-1,1 1 1,-1 0-1,1 0 1,-1 1-1,2 0 1,-1 0-1,1 1 1,-1-1-1,2 1 1,-1 0-1,1 0 1,-6 14-1,-2 10 1119,1 0 0,-11 56-1,14-52-1158,-55 304 2046,60-315-3219,1 1 0,1 0-1,1 0 1,5 38 0,8 15-3774,6 1-5376,-11-42-2040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05.6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1 154 14805,'7'-18'2625,"-4"3"-465,14 3-436,-1 3-276,21 0-276,34-3-324,-1 9-984,20-6-336,7 0-580,14 0-548,6-3-460,0 0-292,4 0-2705,0 0-4012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05.8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401 74 9381,'-6'-4'639,"0"-1"-1,1-1 1,0 1 0,0-1-1,1 0 1,-1 0 0,1-1 0,-5-11-1,8 17-503,0 1-1,1-1 1,-1 0-1,0 1 1,0-1-1,1 0 1,-1 1-1,0-1 1,0 1-1,0 0 1,0-1-1,0 1 1,1-1-1,-1 1 0,0 0 1,0 0-1,0 0 1,0 0-1,0 0 1,-1 0-1,-1-1 297,-1 0-104,-1 1-1,1-1 1,0 1-1,0 0 1,-1 0-1,1 1 1,0-1-1,0 1 1,-1 0-1,1 0 1,0 0-1,0 1 1,0-1-1,0 1 1,1 0-1,-6 3 1,-1 2 117,1-1-1,-1 2 1,1-1-1,-15 18 1,6-3 200,1 0-1,1 1 1,1 1 0,1 1 0,-14 35-1,9-12 24,3 0 0,-12 56 0,21-70-516,1 1-1,1 1 0,3-1 1,0 1-1,5 36 0,-2-55-291,1 0-1,1 0 1,0 0-1,2 0 1,0 0-1,0-1 0,2 1 1,0-2-1,1 1 1,0-1-1,2 0 1,12 16-1,-7-15-658,0-1 0,0-1-1,2 0 1,-1-1 0,2 0-1,37 18 1,-23-16-1916,0-1 1,1-2-1,48 11 0,16-4-8913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06.1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637 104 8089,'3'-37'2318,"-3"29"1824,-2 5-2281,1 0-786,-1-1 0,1 1 0,-1-1 1,1 1-1,0-1 0,-1-7 1,2 11-874,0-1-1,0 0 1,0 0 0,0 0 0,0 0 0,0 0-1,0 0 1,1 0 0,-1 0 0,0 0-1,0 0 1,1 0 0,-1 1 0,1-1 0,-1 0-1,1 0 1,-1 0 0,1 1 0,1-2 0,14-3-884,-8 7 846,1 0 0,-1 0 0,0 1 0,0 1 0,0-1 0,0 1 0,0 0 0,9 8 0,-3-3 44,19 12 247,0 2 1,-2 2-1,-1 0 1,52 59-1,-29-22 230,59 95-1,-71-96-656,-4 2 0,-2 2 0,-3 1 0,-3 2 0,37 132 1,-58-163-31,-1 1 0,-2-1 1,-2 1-1,-1 1 1,-5 53-1,0-62 0,-2 0 1,-1 0-1,-1 0 1,-2-1-1,-1 0 0,-1-1 1,-23 42-1,9-28-328,-2 0 0,-1-3 0,-3 0 1,-53 54-1,35-48-1056,-1-2 1,-101 66-1,25-37-2311,-2-5 1,-200 73-1,57-38-9190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06.6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418 14 5332,'-10'-13'1084,"3"12"1526,-5 23 2374,4-3-5269,-22 42 2411,-102 221 3985,87-177-4094,5 2 0,-37 158 0,54-129-1167,6 2-1,6 1 1,5-1 0,23 237 0,-7-286-767,4-1 0,3 0 0,5-1 0,37 95 0,-35-122-392,3-1 1,2-1-1,3-2 1,2-1-1,3-1 1,63 70-1,-50-72-462,2-2 0,2-2 0,2-3 0,2-2 0,2-3 0,74 37 0,-43-33-2224,2-4-1,2-3 0,179 42 0,-22-28-7157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38.9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542 1040 7825,'-34'-3'11550,"25"-1"-8980,8 4-2483,0 0 0,0 0-1,1-1 1,-1 1 0,0 0 0,1 0-1,-1 0 1,0 0 0,1-1 0,-1 1-1,0 0 1,1 0 0,-1-1 0,1 1-1,-1-1 1,0 1 0,1 0 0,-1-1-1,1 1 1,-1-1 0,1 1 0,0-1-1,-1 0 1,1 1 0,-1-1 0,1 1-1,0-1 1,-1-1 0,6-31 935,1 0 0,2 0 0,16-45 0,-16 58-781,86-237 1399,-72 187-1466,22-124 0,12-108 1004,-68 333-633,2-7-400,-19 74-105,4 2 1,-13 112-1,2 25-40,-11 76 0,-40 1665 0,89-1848 0,4-1 0,7 1 0,37 163 0,-46-273 0,2 1 0,1-2 0,0 1 0,1-1 0,1 0 0,1 0 0,1-1 0,17 22 0,-26-37 0,0-1 0,-1 0 0,1 0 0,0 0 0,0-1 0,0 1 0,1 0 0,-1-1 0,0 1 0,1-1 0,-1 0 0,1 0 0,-1 0 0,1 0 0,0 0 0,-1-1 0,1 1 0,0-1 0,-1 0 0,1 1 0,0-1 0,0-1 0,-1 1 0,1 0 0,0-1 0,4 0 0,-2-1 0,1 0 0,-1-1 0,0 0 0,1 1 0,-1-2 0,0 1 0,-1-1 0,1 1 0,-1-1 0,6-6 0,-2-1-11,-1 0 1,0-1-1,0 1 0,-1-2 1,-1 1-1,0-1 1,0 0-1,3-17 0,-7 24-20,7-27-469,-1 0 0,-2-1 0,-2 1 1,-1-1-1,-1 0 0,-2 0 0,-7-39 1,-6-21-1049,-36-119 0,34 157 1184,-2 0-1,-2 1 0,-3 1 1,-2 1-1,-3 1 1,-2 1-1,-50-65 0,34 61 273,-2 3-1,-3 1 0,-1 3 0,-84-60 0,126 101 111,-150-116 474,158 121-479,0 1-1,0 0 1,1-1 0,-1 1 0,1-1-1,-1 0 1,1 1 0,-1-1 0,1 0-1,0 0 1,0 0 0,0 0 0,0 0-1,0 0 1,0 0 0,1 0 0,-1 0-1,1-1 1,-1 1 0,1 0 0,0 0-1,0-1 1,0 1 0,0 0 0,0 0-1,1-1 1,-1 1 0,1 0 0,-1 0 0,1 0-1,0 0 1,0 0 0,0 0 0,0 0-1,0 0 1,0 0 0,1 0 0,-1 0-1,0 1 1,1-1 0,0 0 0,-1 1-1,3-2 1,5-3 16,0 0-1,0 0 1,0 1-1,1 0 1,-1 1-1,14-4 1,-1 0 8,252-94 114,157-65-2234,-326 121-793,-38 20-3967,-39 18-1995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39.3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40 103 12045,'-33'12'2126,"26"-9"5500,10-5-5609,9-4-1614,1 2 0,-1-1-1,1 1 1,-1 1 0,1 0 0,0 1-1,0 0 1,1 1 0,14 1-1,35-5 242,185-34-967,-42 4-7167,-141 29 817,4 5-4342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40.2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108 364 10257,'-3'-2'423,"1"1"0,-1-1 1,1 0-1,-1 1 0,1-1 0,0-1 1,-1 1-1,1 0 0,0 0 0,1-1 1,-1 1-1,0-1 0,1 0 0,-1 1 1,1-1-1,0 0 0,0 0 0,-1-3 1,-2-4 821,-5-6 1030,8 14-1894,0 0-1,-1 0 1,1 1-1,0-1 1,1 0-1,-1 0 0,0 0 1,1-1-1,-1 1 1,1 0-1,-1 0 1,1-4-1,3-7 966,5 12 672,-6 3-1815,-1-1 0,1 1 0,-1-1 0,1 1 0,-1 0 0,0 0-1,1-1 1,-1 1 0,0 0 0,0 0 0,0 0 0,0 3 0,2 7-203,-1 0 0,0 0 0,-1 0 0,0 0 0,-1 0 0,0 0 0,-3 15 0,1-8 0,-38 288 0,2-23 0,37-283 0,1-1 0,0 1 0,0 0 0,-1-1 0,1 1 0,0 0 0,0-1 0,0 1 0,0 0 0,0-1 0,0 1 0,0 0 0,0-1 0,0 1 0,0-1 0,1 1 0,-1 0 0,0-1 0,0 1 0,1 0 0,-1-1 0,0 1 0,1-1 0,-1 1 0,0-1 0,1 1 0,-1-1 0,1 1 0,-1-1 0,1 1 0,-1-1 0,1 0 0,0 1 0,11-5 0,-11 4 0,5-3 0,0 0 0,1-1 0,-1 0 0,-1 0 0,1 0 0,0-1 0,-1 0 0,0 0 0,0 0 0,-1 0 0,6-9 0,8-13 0,18-36 0,-12 19 0,275-424 0,-279 441 0,1 1 0,2 1 0,0 0 0,32-25 0,-52 48 0,1 0 0,-1 0 0,1 0 0,0 0 0,-1 1 0,1-1 0,0 1 0,0 0 0,0 0 0,0 0 0,0 1 0,0-1 0,0 1 0,0 0 0,0 0 0,0 1 0,6 0 0,-4 1 0,1-1 0,0 1 0,-1 1 0,1-1 0,-1 1 0,0 0 0,0 0 0,10 8 0,-2 0 0,-1 2 0,-1-1 0,0 1 0,0 1 0,-2 0 0,18 30 0,41 100 0,-49-97 0,13 28 0,3-1 0,3-2 0,79 110 0,-113-175 0,-1-1 0,1 0 0,0-1 0,1 1 0,-1-1 0,1 0 0,0 0 0,1-1 0,-1 0 0,1 0 0,0-1 0,-1 1 0,2-1 0,-1-1 0,0 1 0,0-1 0,1-1 0,-1 1 0,1-1 0,0-1 0,-1 1 0,1-1 0,0-1 0,-1 1 0,15-4 0,-10 0 1,0-1-1,0 0 1,-1 0-1,1-1 1,-1-1-1,-1 0 1,0 0-1,0-1 1,0 0 0,8-10-1,11-13-63,39-56-1,-25 28-387,-3-2-1,50-102 1,-76 132 399,-1 0 0,-2 0-1,-1-2 1,-1 1 0,-2-1 0,-1 0 0,2-64 0,-8 85 74,-1-1 1,0 1-1,-1-1 1,0 1-1,-1 0 0,0 0 1,-1 0-1,-5-12 1,7 19 0,-1 0 1,1 1 0,-1-1-1,0 1 1,0 0 0,0 0-1,-1 0 1,1 0 0,-1 0-1,0 1 1,0 0-1,0 0 1,-1 0 0,1 0-1,-1 1 1,0-1 0,1 1-1,-1 0 1,0 1 0,0-1-1,-9-1 1,2 3-4,1 0 0,0 1 0,0 0 1,-1 0-1,1 1 0,0 1 0,1 0 0,-1 0 0,0 1 1,1 1-1,0-1 0,0 2 0,0-1 0,1 2 0,0-1 1,-17 16-1,-3 5 10,1 1 0,1 2 0,-32 47 0,38-48-24,2 2-1,1 0 0,2 2 0,1-1 1,1 2-1,2 0 0,-14 65 0,24-92-9,1-1 0,0 1-1,1 0 1,-1 0 0,1 0-1,1-1 1,-1 1 0,1 0 0,0-1-1,4 13 1,-4-17 6,0 0-1,0 0 1,0 0-1,1 0 1,-1 0-1,1 0 1,-1 0-1,1 0 1,0-1-1,0 1 1,-1 0-1,1-1 1,0 0-1,0 1 1,0-1-1,1 0 1,-1 0-1,0 0 1,0 0-1,1-1 1,-1 1-1,0-1 1,1 1-1,-1-1 1,1 0-1,-1 0 1,0 0 0,1 0-1,-1 0 1,1-1-1,2 0 1,17-3-17,0-1-1,-1-2 1,0 0 0,30-15 0,76-45 45,-91 47 24,19-12 82,-34 19-49,1 0-1,0 2 1,1 0-1,0 2 1,36-10-1,-57 18-86,0 1 0,1-1 0,-1 1 0,1-1 0,-1 1 0,0 0 0,1 0 0,-1 0 0,1 0 0,-1 1 0,1-1 0,-1 1 0,0-1 0,1 1 0,-1 0 0,0 0 0,1 0 0,-1 0 0,0 0 0,0 1 0,0-1 0,0 0 0,0 1 0,0 0 0,-1-1 0,1 1 0,0 0 0,-1 0 0,1 0 0,-1 0 0,0 0 0,0 0 0,0 1 0,0-1 0,0 0 0,0 1 0,0-1 0,-1 0 0,1 5 0,1 6 0,0 1 0,-2 0 0,1-1 0,-2 1 0,-3 23 0,-9 51-2924,-9 98-12101,22-138 3191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40.8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79 14081,'4'-20'1694,"-6"-10"5359,0 5-2835,2 22-1322,2 4-2226,2 3-611,0 0-1,0-1 1,0 1 0,0 1-1,-1-1 1,1 0-1,-1 1 1,-1 0 0,1 0-1,0 0 1,-1 0-1,0 0 1,0 0 0,-1 0-1,2 8 1,1 12 290,-1 0 1,1 30-1,-2-10-180,2 66-169,-4-74 0,1 0 0,8 43 0,-2-57 0,-1-19 0,-2-3 0,-3 0 0,1-1 0,0 1 0,-1-1 0,1 1 0,0-1 0,-1 1 0,1-1 0,0 0 0,-1 0 0,1 0 0,0 0 0,0 0 0,-1 0 0,1-1 0,0 1 0,-1-1 0,1 1 0,-1-1 0,1 1 0,0-1 0,-1 0 0,1 0 0,-1 0 0,0 0 0,1 0 0,-1 0 0,0 0 0,2-2 0,8-7 0,1-1 0,12-16 0,-8 9 0,17-19 0,24-22 0,-33 40 0,-15 19 0,-4 1 0,-2-1 0,0 1 0,-1-1 0,1 1 0,0 0 0,0-1 0,0 1 0,0 1 0,-1-1 0,1 0 0,-1 1 0,1-1 0,-1 1 0,1 0 0,-1 0 0,0 0 0,0 0 0,0 0 0,0 0 0,0 0 0,0 1 0,-1-1 0,1 1 0,-1 0 0,2 4 0,6 11 0,-2 0 0,9 32 0,-11-34 0,-4-10 0,1-1 0,-1 0 0,0 1 0,0 0 0,0 7 0,-1-2 0,2-1 0,-1 0 0,1 0 0,0 0 0,5 11 0,-7-20 0,0 0 0,0 0 0,0 0 0,1 0 0,-1-1 0,0 1 0,1 0 0,-1 0 0,0 0 0,1-1 0,-1 1 0,1 0 0,-1 0 0,1-1 0,-1 1 0,1 0 0,0-1 0,-1 1 0,1-1 0,0 1 0,-1-1 0,1 1 0,0-1 0,0 0 0,0 1 0,-1-1 0,1 0 0,0 1 0,0-1 0,0 0 0,0 0 0,0 0 0,-1 0 0,1 0 0,0 0 0,0 0 0,0 0 0,0 0 0,0 0 0,-1 0 0,1-1 0,0 1 0,0 0 0,0-1 0,0 1 0,-1-1 0,1 1 0,0-1 0,-1 1 0,1-1 0,0 1 0,-1-1 0,2-1 0,6-5 0,0-1 0,0 1 0,10-15 0,-11 12 0,33-39 0,-14 17 0,51-50 0,-54 61 0,0 1 0,1 1 0,1 1 0,1 1 0,0 2 0,35-16 0,-56 29-2,-1 1 0,1 0 1,0 0-1,-1 0 0,1 0 0,0 1 1,-1 0-1,1 0 0,0 0 0,-1 0 0,1 1 1,0-1-1,-1 1 0,1 1 0,8 2 0,-6 0-8,-1-1-1,0 1 1,0 0-1,0 0 0,-1 1 1,1 0-1,-1 0 0,0 0 1,6 9-1,2 7-104,0 0 1,-2 0-1,0 1 1,15 46-1,-20-50-733,1-1 0,0 0 0,1-1 0,17 25 0,1-9-3628,5-5-4422,-11-11-2563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41.1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216 216 8345,'261'-61'9643,"-251"58"-9315,0-1-1,0 0 0,0-1 1,11-7-1,9-4 333,-26 14-560,0 0 0,-1-1 1,1 1-1,-1-1 1,0 0-1,1 0 0,-1 0 1,-1 0-1,1 0 1,0-1-1,3-5 0,-6 8-68,0 0 0,0 0 0,1-1 0,-1 1 0,0 0 0,0 0 0,0 0 0,0-1 0,-1 1 0,1 0 0,0 0 0,0 0 0,-1 0 0,1-1-1,-1 1 1,1 0 0,-1 0 0,0-1 0,-1-2 87,1 1-52,0 1 1,0-1 0,0 1-1,-1 0 1,1-1 0,-1 1-1,0 0 1,0 0 0,0 0 0,0 0-1,0 0 1,0 1 0,0-1-1,-1 0 1,1 1 0,-1 0-1,1-1 1,-1 1 0,1 0-1,-1 1 1,0-1 0,1 0-1,-1 1 1,0-1 0,-2 1-1,-8-1 271,1 0-1,0 0 0,-1 2 1,-21 2-1,15 1 99,0 1 0,0 0 0,0 2 0,1 0 0,0 1 0,1 1 0,-1 0-1,-18 14 1,8-2 293,0 1 0,2 1-1,-41 44 1,52-49-705,1 0 0,1 1 0,1 0 0,0 1 0,1 0-1,2 1 1,0 0 0,1 1 0,1-1 0,1 2 0,-5 28 0,10-40-25,0-1 1,0 1-1,1 0 0,0 0 0,1-1 1,0 1-1,1 0 0,0-1 1,1 0-1,0 1 0,0-1 1,1 0-1,1 0 0,-1-1 0,2 1 1,-1-1-1,1 0 0,1-1 1,0 1-1,0-1 0,0-1 1,1 1-1,0-1 0,0 0 0,1-1 1,10 5-1,5 2-485,0-1 1,1-2-1,0 0 1,1-2-1,41 8 1,138 12-5275,-77-19-2151,11-5-5288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42.2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322 87 6813,'-6'-5'1045,"-1"0"1,1-1 0,0 0-1,0 0 1,1-1-1,-1 1 1,1-1 0,1 0-1,-8-16 3081,8 21-3492,3 2-606,0-1 77,-1 0 0,1 0 1,-1 1-1,0-1 1,1 0-1,-1 1 0,0-1 1,1 1-1,-1 0 1,0 0-1,0-1 0,1 1 1,-3 1-1,2-1-9,0 2 0,1-1 0,-1 0 0,0 0 0,1 1 0,-1-1 0,1 0 0,-1 1 0,1 0 0,0-1 0,0 1 0,-1 0 0,1-1 0,-1 4 0,-22 39 912,3 0 0,1 2 0,2 0 0,-13 54 1,-32 204 1810,46-152-2492,6 0 0,16 287 0,6-310-847,5 0 0,6-2 0,6 0 1,5-2-1,5-1 0,6-2 0,67 131 0,-62-157-150,4-3 0,3-3 0,5-2 0,4-2 0,3-4 0,4-2 0,3-4 0,3-3-1,93 66 1,12-22-6469,15-17-4645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44.0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982 16 4192,'0'0'2395,"-3"-2"-1839,-11-11 10669,25 25-4361,5 10-9683,56 96 3531,-48-77-464,49 93 483,-29-43-304,72 160 726,-88-183-704,32 127 0,-37-98-216,-4 1 0,-5 1 0,3 194 0,-19-244-219,-1 0 0,-3 0-1,-2-1 1,-2 0 0,-2 0-1,-2-1 1,-2 0 0,-2-2-1,-2 0 1,-26 43 0,14-40-356,-1-1 0,-2-1 0,-77 76 0,51-66-301,-2-4 0,-78 51 0,-46 10-4563,-225 100 0,324-169 2472,-75 35-5504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45.9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161 18 5344,'28'-5'1231,"-23"4"3481,-8 1-3740,-27-12 9801,29 16-10716,-79 409 2358,58-316-2049,-15 169 0,17 102-920,19-291-501,4 0 0,19 116 0,-8-118-2584,25 75 0,-18-98-1187,7-3-2603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46.3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249 41 6185,'-11'-16'1726,"9"13"1261,5 3-1847,17-3-156,139-15 2219,-140 18-3113,0 0 1,-1 1-1,1 1 0,-1 0 1,1 2-1,29 8 1,-47-11-90,0-1 1,1 1 0,-1-1 0,1 1-1,-1 0 1,0-1 0,0 1 0,1 0-1,-1 0 1,0 0 0,0 0-1,0 0 1,0 0 0,0 0 0,0 0-1,0 0 1,-1 1 0,1-1 0,0 0-1,-1 0 1,1 1 0,-1-1 0,1 1-1,-1-1 1,1 3 0,-1-1 7,0 0 1,0 0-1,-1 0 0,1 0 0,-1 0 1,0 0-1,0 0 0,0 0 0,0 0 1,0 0-1,-3 4 0,-2 3 2,-1 0 0,0-1-1,-1 0 1,0 0 0,-10 9-1,-43 29-75,-2-4 0,-120 63 0,46-29-1163,102-48 71,32-25 709,-1 0 1,1-1-1,-1 0 1,0 0-1,0 0 1,0 0-1,0 0 1,-10 3-1,0-1-2745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46.7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415 22 4932,'1'-1'72,"-1"0"-1,1 0 1,-1 0-1,0 0 1,1 0-1,-1 0 1,0 0-1,0 0 0,0 0 1,0 0-1,0 0 1,0 0-1,0 0 1,0 0-1,0 0 1,0 0-1,-1 0 0,1 0 1,-1-1-1,0 2 27,0 1 0,0-1 0,0 0 1,0 1-1,0-1 0,0 1 0,0-1 0,0 1 0,1 0 0,-1-1 0,0 1 0,0 0 0,1 0 0,-1 0 0,0-1 0,1 1 0,-2 2 0,0-2 80,1 1 0,-1-1 0,0 0-1,-1 1 1,1-1 0,0 0 0,0 0 0,0 0 0,-1 0 0,-2 0-1,-5 3 240,-15 8-153,0 2 0,0 1 0,2 0 0,0 2 0,1 1 0,0 1 0,2 0-1,0 2 1,2 0 0,0 1 0,1 1 0,1 1 0,2 0 0,-19 40 0,21-36-45,1 0 1,-8 37-1,18-62-82,21 0 189,-17-3-290,-1 0 0,1 0 0,-1 0 0,0 0 0,1-1 1,-1 1-1,1-1 0,-1 1 0,0-1 0,1 0 0,-1 0 1,0 0-1,0 0 0,4-2 0,30-27 356,2-1 552,47-20 995,-83 50-1908,-1 1 0,1-1 0,0 1 0,0-1 0,0 1 0,-1-1 0,1 1 0,0 0 0,0 0 0,0 0 0,0 0 0,0 0 0,0 0 0,-1 1 0,1-1 0,0 1 0,0-1 0,2 2 0,25 14 181,-22-8-387,0 1 0,0-1 0,-1 1 0,-1 0 0,1 1 0,-2-1 0,1 1 0,-1 0 0,4 17 0,3 3-939,17 39-5783,-15-36-555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47.0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0 6609,'1'0'331,"1"0"0,-1 1 0,1-1 0,-1 0 0,1 0 0,-1 1 0,0-1 0,1 1 0,-1 0 0,1-1 0,-1 1 0,0 0 0,0 0 1,2 1-1,1 1 11,-1 1 0,1 0 1,-1 0-1,0 0 1,4 8-1,4 6 702,-4-7-910,-1 0 0,0 0-1,-1 1 1,0 0 0,-1 0-1,-1 0 1,1 0-1,-2 1 1,0-1 0,0 1-1,-1-1 1,-1 1 0,0 0-1,-1-1 1,0 1 0,-6 23-1,-1-2-81,-2-1-1,-1 0 0,-2-1 1,-1-1-1,-18 31 1,17-35-36,7-10-133,-1-1 1,-1 0 0,-13 17-1,20-31-1,19-17-341,55-80-828,-9 9-112,94-91-1920,-129 143 1216,57-52 0,-24 37-929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47.3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440 18 4588,'7'-5'1205,"-8"1"152,-16 1 891,8 1-1822,5 1 590,-19-2 665,15 3-1525,1 1 1,-1 0-1,1 0 0,-1 0 0,1 1 0,0 0 0,0 1 1,0-1-1,0 1 0,0 1 0,1-1 0,-1 1 1,1 0-1,0 1 0,-8 6 0,-6 8 92,0 1 0,-29 38-1,10-9-14,10-16-72,3 2 0,0 1-1,-27 53 1,51-85-131,0 0 0,1 0 0,-1 0 1,1 0-1,0 0 0,0 0 0,1 1 0,-1-1 1,1 0-1,0 6 0,1-8-6,1-1 1,-1 1 0,1-1-1,0 1 1,0-1-1,-1 0 1,1 0 0,0 0-1,0 0 1,0 0-1,0 0 1,0 0 0,0-1-1,0 1 1,1-1-1,1 1 1,6-3 30,0-1 1,0 0 0,0 0-1,0-1 1,-1 0-1,0-1 1,12-7-1,0 1 150,4-3 715,36-26 0,-39 25-366,-20 13-306,20 20 239,-21-13-528,0 0 1,0-1 0,-1 1-1,1 0 1,-1-1 0,0 1-1,-1 0 1,-1 8 0,-1 18-964,-1 15-693,-1 11-1816,5-14-1627,3 10-1326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47.8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 5 5717,'0'-1'173,"0"1"1,-1-1-1,1 1 1,0 0-1,-1-1 1,1 1-1,-1 0 1,1 0-1,0-1 1,-1 1-1,1 0 1,-1 0 0,1 0-1,0 0 1,-1-1-1,1 1 1,-1 0-1,1 0 1,-1 0-1,1 0 1,-1 0-1,1 0 1,-1 0-1,1 0 1,-1 0 0,1 0-1,0 0 1,-1 1-1,1-1 1,-1 0-1,1 0 1,-1 0-1,0 1 1,5 17 4414,-2-11-5686,4 13 1342,-1 1-1,-1 0 0,0 0 1,-2 0-1,0 36 1,-9 51 25,7-105-265,0-1 0,0 0 0,0 0 0,0 0-1,0 1 1,0-1 0,1 0 0,-1 0 0,1 0 0,0 3 0,2 11 220,2-17-217,10-4-13,-1 0-1,1-1 1,-1-1 0,-1 0-1,21-14 1,-15 7 8,1-2 37,1 1-1,23-12 1,-37 23-19,1 1 0,-1 0 0,1 0 1,-1 0-1,1 1 0,0 0 0,0 1 1,-1 0-1,1 0 0,0 1 0,9 0 1,-13 1-9,0 0 1,0 0 0,0 0-1,0 1 1,0 0 0,-1 0-1,1 0 1,-1 0 0,1 0-1,-1 1 1,0-1-1,1 1 1,-1 0 0,-1 0-1,1 0 1,0 1 0,3 5-1,4 7 7,-1-1-1,10 25 0,-19-40-18,1 3-94,19 27 952,-18-32-814,0 0 0,0-1 0,0 1 0,0 0-1,1 0 1,-1 0 0,0 1 0,4-3 0,0 0 39,24-30 348,-27 30-392,0 0 0,0 0 0,0 0 0,1 0-1,0 0 1,-1 1 0,1 0 0,0-1 0,1 2 0,-1-1 0,0 0 0,1 1 0,8-3 0,-5 3-5,0 0-1,1 1 1,-1 0 0,0 0-1,1 1 1,-1 0 0,1 0 0,11 3-1,8 3-56,32 11 1,-26-7 54,56 22-1445,-1 7-3540,-56-27 684,8-5-2336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48.3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95 718 5961,'54'-36'4372,"-26"19"-2884,-26 15-1398,0 0-1,0 0 1,0 0 0,0 0 0,0-1-1,0 1 1,-1 0 0,1-1-1,-1 1 1,0-1 0,0 0-1,0 1 1,0-1 0,0 0-1,0 0 1,-1 0 0,1 1 0,-1-1-1,0 0 1,0 0 0,0 0-1,0 0 1,0 0 0,-1 0-1,-1-3 1,0-5 164,-1 1 0,0 1 0,0-1-1,-1 0 1,-7-10 0,11 19-232,-1 0 0,0 0 0,0 1 0,0-1-1,0 0 1,0 1 0,0-1 0,-1 1 0,1-1 0,0 1 0,0 0 0,0 0-1,0-1 1,-1 1 0,1 0 0,-2 0 0,0 0 39,-1-1 13,1 0 0,-1 0 0,1 1 0,-1 0 0,0-1 0,1 1-1,-1 1 1,0-1 0,1 0 0,-1 1 0,0 0 0,1 0-1,-1 0 1,1 0 0,0 1 0,-1-1 0,1 1 0,0 0 0,0 0-1,0 0 1,0 0 0,0 1 0,-4 4 0,-1 2 17,0 1 1,0 0 0,1 0-1,0 1 1,-5 12 0,9-18-64,1 0 0,0 0 1,0 1-1,1-1 0,0 1 1,0-1-1,0 1 0,0 0 1,1-1-1,0 1 0,0 0 1,1-1-1,-1 1 0,1 0 1,3 7-1,-3-9-25,0 1 0,1-1 0,0 0 0,0 0-1,0 0 1,0 0 0,0 0 0,1-1 0,0 1 0,0-1 0,0 1 0,0-1 0,0 0 0,1 0 0,-1-1 0,1 1 0,0-1-1,4 3 1,4-1-171,-1-1-1,1-1 1,0 0-1,0 0 1,0-1 0,0 0-1,0-1 1,0-1-1,0 0 1,0 0-1,-1-1 1,1-1-1,0 0 1,-1 0-1,12-6 1,22-10-658,-2-2 1,55-35-1,-64 35 608,-1-2 0,-2-1 1,0-1-1,-2-2 0,-1-1 1,-1-2-1,28-39 0,-24 24 749,-2-1 0,-3-1 0,-1-1 0,31-92 0,-43 110 86,-10 23-189,1-1-1,-1 1 1,-1 0 0,1-1-1,-1 1 1,-1-1-1,2-11 1,-21 41 1159,6-3-1243,0 1 0,2 0 0,0 1 1,-8 26-1,-24 96 500,33-109-624,-13 63-983,-12 110 0,30-136-1515,4-24-2251,0-24-32,0 2-2652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48.6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0 181 9085,'17'-8'376,"-5"1"70,1 1 1,0 0-1,0 0 1,1 2-1,0-1 1,24-3-1,272-39 5566,179-16-5872,-381 49-1290,-73 8 959,-32 6 282,-28 25 879,1 2-294,0 2 1,-23 36-1,41-55-571,0 1 0,1 0 0,0 0 0,0 1 0,1-1 0,1 1 0,0 0 0,0 0 0,1 0 0,0 21 0,2-28-153,0 0 1,1-1-1,0 1 1,0 0-1,0-1 1,0 1-1,1-1 1,0 1-1,0-1 0,0 1 1,0-1-1,1 0 1,0 0-1,-1 0 1,1-1-1,1 1 0,-1-1 1,6 5-1,-3-3-194,0-1 1,1 0-1,-1 0 0,1 0 0,0-1 0,0 0 0,0-1 0,1 1 0,-1-1 0,0-1 1,11 2-1,-3-1-193,4 0-2209,0 0-1,37-3 0,-2-4-3838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48.9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0 209 5064,'3'6'608,"1"0"-1,-1 0 0,1 0 0,0-1 1,0 1-1,0-1 0,8 7 0,-7-7-152,1 1 0,-1 0 0,0 0 0,-1 1 0,7 10 0,-8-9-301,0 0 0,0 0 0,-1 1 0,0-1 0,0 0 0,-1 1-1,0 0 1,0 11 0,-2 2 205,-8 41 1,-2 9 298,11-71-539,0 0-1,0 0 0,-1 0 1,1-1-1,0 1 1,0 0-1,0 0 1,0 0-1,0 0 1,0-1-1,0 1 0,0 0 1,1 0-1,-1 0 1,0 0-1,0-1 1,1 1-1,-1 0 1,0 0-1,1-1 0,0 2 1,19-15 949,2-9-964,0-2 0,-2 0-1,0-2 1,27-48 0,22-28-918,60-50-2439,-32 63-2595,-37 45-860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49.1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1 281 8177,'4'-33'2828,"-3"20"-1989,1-1 1,0 1-1,1 0 0,0-1 1,1 1-1,0 1 0,1-1 1,1 0-1,0 1 1,10-15-1,-9 18-547,0-1-10,1 0 1,0 0-1,1 0 1,0 1-1,16-12 1,-23 20-260,0-1 0,1 1 0,-1 0 1,0 0-1,1 0 0,-1 0 1,1 0-1,-1 0 0,1 1 1,-1-1-1,1 1 0,-1-1 0,1 1 1,-1 0-1,1 0 0,0 1 1,-1-1-1,1 0 0,-1 1 1,1-1-1,-1 1 0,1 0 0,-1 0 1,1 0-1,-1 0 0,0 1 1,0-1-1,1 0 0,-1 1 1,0 0-1,0-1 0,0 1 0,2 4 1,2-1-9,0 1 0,-1 0 1,0 1-1,0-1 0,-1 1 0,0 0 1,0 0-1,0 0 0,-1 1 1,0-1-1,0 1 0,-1-1 0,0 1 1,-1 0-1,0 0 0,0 0 1,0 0-1,-1 0 0,0 0 0,-1 0 1,0 1-1,0-2 0,-1 1 1,0 0-1,-3 8 0,-9 18-657,-2-1-1,-1 0 1,-43 58-1,-20 36-8957,54-74 1340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49.2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178 91 12501,'-50'-21'2000,"30"6"-324,0 3-295,0 0-301,7 3-76,-4-3-1556,0 3-1160,-3 12-12682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07.7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441 340 6289,'3'-12'948,"0"1"1,1-1 0,0 1 0,10-18 0,-7 15 582,-1 0 0,6-21-1,-10 21-748,0 1 0,-2-1 0,1 0 0,-2 1 0,0-1 0,-1 0 0,0 1-1,-1-1 1,-6-17 0,8 28-675,1 1 0,-1-1 0,0 1 0,0 0 1,0-1-1,-1 1 0,1 0 0,0 0 0,-1 0 0,0 0 0,1 0 0,-1 0 0,0 0 0,0 0 0,0 1 0,0-1 1,0 1-1,-4-2 0,2 1-1,0 1 0,0 0 0,0 0 0,0 0 0,-1 0-1,1 1 1,0-1 0,0 1 0,-1 0 0,-4 1 0,-4 1 56,1 0-1,0 1 0,0 0 0,0 1 1,0 1-1,-19 10 0,12-4-45,1 2-1,1 0 0,0 0 1,1 2-1,0 0 1,-18 24-1,13-13-24,1 1 0,2 1 1,-22 45-1,30-53-79,1 2 0,1-1 0,0 1 0,2 1 0,1-1-1,0 1 1,2 0 0,1 0 0,0 25 0,3-39-53,-1 1 0,1-1 0,1 1 0,-1-1-1,2 1 1,-1-1 0,1 0 0,1 0 0,0 0 0,0-1 0,1 1 0,0-1 0,0 0-1,1 0 1,0-1 0,0 0 0,0 0 0,1 0 0,1-1 0,-1 0 0,1 0 0,0-1-1,0 0 1,11 5 0,-7-5 8,-1-1-1,1-1 1,0 0 0,-1 0-1,1-2 1,0 1-1,1-1 1,-1-1-1,0 0 1,0-1 0,0 0-1,0-1 1,0 0-1,0-1 1,-1 0-1,1-1 1,-1 0 0,13-7-1,19-11 1,-1-3 0,-1-1 0,44-36 0,-61 45 23,1-3-24,2 2-1,47-25 0,-72 42 10,0 0 0,-1 1 0,1-1 1,0 1-1,-1-1 0,1 1 0,0-1 0,0 1 1,-1 0-1,1 0 0,0 0 0,0 0 0,0 0 1,-1 0-1,1 1 0,0-1 0,0 0 0,-1 1 1,1 0-1,0-1 0,0 1 0,-1 0 0,1 0 1,-1 0-1,1 0 0,-1 0 0,1 0 0,-1 0 1,0 0-1,0 1 0,1-1 0,-1 1 0,0-1 1,0 1-1,0-1 0,-1 1 0,1-1 0,0 1 1,1 3-1,2 8-502,0-1 1,-1 1-1,0 0 1,1 18-1,-3-22 92,22 114-6636,-17-80 1988,8 5-2875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07.8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375 37 11533,'-70'-27'1684,"43"24"-356,0-3-216,-3 6-227,0 3-173,0 3-160,-24 9-432,24 0-640,3 9-733,1 0-439,12-12-2464,4 15-3165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08.2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204 1 8877,'-1'2'1675,"-36"61"2280,12-20-2651,1 0-1,-26 68 0,31-54-844,-16 79 0,30-113-354,2 0 1,0 1-1,2-1 0,1 1 0,0-1 1,6 35-1,-5-53-82,-1-1-1,1 1 1,0 0 0,0-1 0,1 1 0,-1-1-1,1 1 1,0-1 0,0 1 0,1-1 0,-1 0-1,1 0 1,0 0 0,0-1 0,0 1 0,1-1-1,-1 0 1,1 1 0,-1-2 0,9 6 0,1-3 7,1 1 0,1-2 1,-1 0-1,1-1 0,-1 0 1,22 0-1,95-3 33,-61-2-36,193 14 73,-206-6-109,-1 3-1,88 25 1,-137-32 10,1 1 0,-1 0 0,0 0 0,0 1 0,0 0 0,-1 0 0,1 0 0,10 10 0,-17-13-1,10 11-91,-28-1-163,-44 11-1640,-1-3 1,-105 19-1,35-10-4268,68-10 400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08.5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262 1 10473,'0'0'1968,"-3"12"-36,-4 6-172,-3-6-291,-3 0-273,-1 3-288,-3 12-176,-3 3-148,4 0-108,-4 4-160,3-4-548,-10 3-916,-7 6-912,4-3-3425,-3 12-4420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08.8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275 5 9233,'-48'-4'1893,"45"4"-1686,0 0 0,0 1 0,0-1 0,-1 1 0,1 0 0,0 0 0,0 0 0,1 1 0,-1-1 0,0 1 0,0-1-1,1 1 1,-1 0 0,-3 3 0,-25 31 1125,25-28-954,-10 13 132,2 1 0,0 0 0,2 1 0,0 1 0,2 0 1,0 1-1,-10 46 0,8-16-252,3 1 1,-4 85 0,12-114-599,1-1 0,2 1 0,0-1 0,2 1 0,1-1 1,1-1-1,12 36 0,-10-41-565,1-1-1,1 0 1,0 0 0,2-1-1,0 0 1,0-1 0,2-1-1,0 0 1,28 24 0,19 6-5136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11.3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3149 569 4280,'-6'-4'279,"1"0"0,-1 0 0,1 0 0,0-1 1,0 0-1,0 0 0,1 0 0,-1-1 0,1 1 0,1-1 0,-5-8 0,-28-47 2504,29 51-2512,1 1 1,0-1 0,0-1 0,1 1 0,0-1 0,1 0-1,0 0 1,0 0 0,1 0 0,1-1 0,0 1 0,1-1-1,0-15 1,1 17-177,1-1 1,1 1-1,-1 0 0,2 0 0,0 0 0,0 0 0,0 0 1,1 0-1,1 1 0,0 0 0,0 0 0,1 0 0,0 1 1,0 0-1,9-9 0,-5 7-41,1 1-1,1 0 1,0 0-1,0 1 1,1 0 0,0 1-1,0 1 1,0 0-1,1 1 1,18-5-1,0 2 16,1 1-1,38-3 0,-56 9-46,0 0 1,1 1 0,-1 1-1,0 1 1,0 0 0,26 7-1,-39-9-20,0 1 1,-1-1-1,1 1 0,-1 0 0,1 0 0,-1-1 1,1 1-1,-1 0 0,0 0 0,1 1 0,-1-1 1,0 0-1,0 0 0,0 1 0,0-1 0,0 0 0,0 1 1,0-1-1,0 1 0,-1-1 0,1 1 0,0 0 1,-1-1-1,0 1 0,1 0 0,-1-1 0,0 1 1,0 0-1,0-1 0,0 4 0,-1 1 6,1 0-1,-2 0 1,1-1-1,-1 1 1,0-1-1,0 1 1,-5 8-1,-44 72-11,-64 80 1,63-94 79,8-9-87,-30 39 29,-90 166 0,146-232-5,1 1 0,2 1 0,2 0 1,1 1-1,2 0 0,2 0 0,1 1 1,-2 76-1,11-69 1,2 0 0,2 0 0,2-1 0,3 1 0,1-2-1,2 0 1,2 0 0,33 64 0,-36-85-22,0-1 0,2 0 0,0 0 0,1-2-1,2 0 1,0-1 0,1 0 0,1-2 0,0 0 0,2-1 0,0-2-1,29 16 1,-35-23 13,-1-1 0,2 0-1,-1-1 1,0-1 0,1-1-1,27 3 1,-39-6-2,0 0-1,-1-1 1,1 0-1,0 0 1,0 0 0,0-1-1,0 1 1,-1-1-1,1 0 1,0-1 0,-1 1-1,1-1 1,-1 0-1,1 0 1,-1 0 0,0-1-1,0 0 1,0 1-1,0-1 1,0-1 0,-1 1-1,1 0 1,-1-1-1,0 0 1,0 0 0,-1 0-1,1 0 1,-1 0-1,1-1 1,1-5 0,-2 3 43,0 0 1,0 0 0,-1 0 0,0 0-1,0 0 1,0 0 0,-1 0 0,0 0-1,-1-1 1,0 1 0,0 0 0,0 0-1,-1 0 1,0 0 0,0 1 0,-1-1-1,0 0 1,0 1 0,0 0 0,-7-10-1,6 11 11,0 0 1,-1 0-1,1 1 0,-1-1 0,0 1 0,0 0 0,0 1 0,0-1 0,-1 1 0,1 0 0,-1 0 0,0 1 0,0-1 0,0 1 0,0 1 0,0-1 0,-1 1 0,1 0 0,0 1 0,-1-1 0,1 1 0,0 0 0,-11 2 0,8 0-6,0 0 0,1 0 0,-1 0 0,1 1 0,0 1 0,0-1 0,0 1-1,1 1 1,-1-1 0,1 1 0,0 1 0,0-1 0,1 1 0,-1 0 0,-5 8 0,-7 11 52,1 0 0,1 2-1,1 0 1,1 1 0,2 1 0,1 0 0,1 0 0,1 1 0,-9 50 0,4 20 115,-5 166 0,18-218-203,9 441 249,2-150-143,-11-92 83,-50 369 1,-68-23-1,95-480-186,-47 245 50,0 17-22,-20 82-24,12-146 2,-41 174-4,76-281-12,-34 170 7,-17 90-30,22-212 38,70-241-22,-17 43-8,-3-1 1,-1-1 0,-3-1-1,-66 90 1,15-25-8,-45 71 10,116-173 6,-1-1 0,0 0 1,-1-1-1,0 0 0,-1 0 0,-13 10 1,17-17-3,0 0 0,0 0 0,0-1 0,-1 0 0,0 0 1,0-1-1,0 0 0,0-1 0,0 1 0,0-1 0,-1-1 0,1 0 1,-10 0-1,-26-3-3,-1-1 0,1-3 0,0-2 0,-76-24 1,32 9 14,-64-15-73,-229-53-362,-5 26-4623,263 59-515,5 10-3369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36.3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1282 1238 8553,'6'-27'1509,"10"-13"4929,-15 35-5985,0 1 1,0 0 0,-1 0-1,0 0 1,0-1 0,0 1-1,0 0 1,0 0 0,-1 0-1,-1-7 1,-3-2 711,0 0 0,0 1 1,-9-16-1,-6-14 634,17 34-1678,-1 0 0,0 0 0,-1 1 0,0 0-1,0 0 1,0 0 0,-1 0 0,0 1 0,0 0 0,0 0 0,-1 1 0,0 0 0,0 0 0,0 0 0,-1 1-1,0 0 1,0 0 0,0 1 0,0 0 0,0 1 0,-14-3 0,-7 0 238,0 2 1,-1 0-1,1 2 1,0 1-1,-31 5 1,13 0-360,0 3 0,1 1 0,0 3 0,1 2 0,0 1 0,-77 39 0,74-27 0,1 1 0,2 2 0,0 2 0,3 2 0,-63 64 0,86-79 0,2 2 0,0 0 0,1 0 0,2 2 0,0 0 0,1 0 0,1 1 0,-15 48 0,22-57 0,2-1 0,0 1 0,1 0 0,0 0 0,1 0 0,1 0 0,0 0 0,1 0 0,1 0 0,0 0 0,1-1 0,0 1 0,2-1 0,-1 1 0,2-1 0,0-1 0,10 17 0,-5-13 0,2 1 0,0-2 0,1 0 0,1-1 0,0 0 0,1-1 0,1-1 0,0-1 0,33 19 0,-17-13 0,1-2 0,1-2 0,0-1 0,63 15 0,-68-22 0,1-1 0,-1-2 0,1-1 0,0-1 0,-1-1 0,1-2 0,0-1 0,38-9 0,-49 7 0,0-1 0,-1-1 0,0 0 0,0-1 0,0-1 0,-1-1 0,-1-1 0,0 0 0,0-2 0,-1 1 0,0-2 0,-2 0 0,19-22 0,-16 14 0,-2-1 0,0 0 0,-1-1 0,-2 0 0,12-31 0,6-21 0,39-147 0,-30 42 0,-8-2 0,-8-1 0,-8-1 0,-10-205 0,-2 117 0,-9 374 0,-8 218 0,29 106 0,-6-213 0,2-62-2446,36 188 0,-16-215-2951,-4-47-1138,8 9-6424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37.1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206 1206 12417,'0'0'6097,"4"0"-2408,28-5-2440,0-1 0,0-1 1,42-16-1,-64 19-1181,1-1 0,-1 0 0,0-1 0,0 0 0,0 0 0,-1-1 0,0 0 0,-1 0-1,1-1 1,-1-1 0,-1 1 0,0-1 0,9-14 0,-9 10-46,-1 0 0,0 0 0,-1-1 0,-1 1 0,0-1 0,-1-1-1,0 1 1,-1 0 0,-1-1 0,0 1 0,-1-1 0,-1 1 0,-2-15 0,2 21 4,0 0 0,-1-1 0,0 2 0,0-1 1,-1 0-1,0 0 0,0 1 0,-1-1 0,0 1 1,0 0-1,-1 0 0,0 1 0,0-1 0,-1 1 1,1 0-1,-1 1 0,-1-1 0,1 1 0,-1 1 1,0-1-1,0 1 0,0 0 0,0 0 0,-10-2 1,7 3 18,-1 0 0,1 0 0,-1 1 1,0 1-1,0 0 0,0 0 0,0 1 1,0 1-1,0 0 0,1 0 0,-1 1 1,0 0-1,-13 5 0,11-1 80,0 0 0,0 0 0,0 1 0,1 1 0,0 0 0,1 0 0,0 2-1,0-1 1,-13 15 0,10-6 12,0-1-1,1 2 0,1 0 0,0 0 1,2 1-1,0 1 0,2-1 1,0 2-1,1-1 0,1 1 0,1 0 1,-4 44-1,9-49-151,0 1 1,1-1-1,1 0 0,0 0 0,1-1 1,1 1-1,1 0 0,1-1 1,0 0-1,1-1 0,0 1 0,1-1 1,1 0-1,1-1 0,0 0 1,0-1-1,2 0 0,-1-1 0,2 0 1,0 0-1,0-2 0,1 1 0,0-2 1,0 0-1,26 11 0,-20-11-228,1-2 0,0 0 0,0-1 1,1-2-1,0 0 0,-1-1 0,35 0 0,-39-3 2,0 0 0,0-1 0,33-8 0,127-39-1362,-158 41 1463,-1 0-1,1-1 1,-1-1-1,0-1 1,-1 0 0,-1-1-1,1-1 1,-2-1-1,1 0 1,-2-1 0,22-26-1,-23 26 22,30-35-206,-3-2 1,-1-2 0,58-108 0,-58 83 180,-4-1 1,35-117-1,-55 139 626,-2 0-1,-3-1 1,-2 0-1,-3 0 1,-3 0 0,-2-1-1,-8-61 1,8 114-409,-8-40 592,8 44-620,-1 0 0,1 0 0,-1 0 0,1 0 0,-1 1 0,0-1 0,0 0-1,0 1 1,0-1 0,0 1 0,0-1 0,0 1 0,0-1 0,-1 1 0,1 0-1,-1-1 1,1 1 0,-1 0 0,1 0 0,-1 0 0,-1 0 0,2 1-15,0 0 1,0 0 0,0 0 0,0 0 0,0 0-1,0 0 1,0 1 0,0-1 0,0 0-1,0 1 1,0-1 0,1 1 0,-1-1-1,0 1 1,0 0 0,0-1 0,1 1-1,-1 0 1,0-1 0,1 1 0,-1 0 0,0 0-1,0 1 1,-13 21 341,14-23-364,-13 32 275,2 2 0,0-1 1,3 1-1,1 1 0,-4 44 0,-17 290-249,26 4-34,1-47-5,-9 885 5,10-1208 0,5 260 0,-1-195 0,25 125 0,-29-192 0,5 21-49,1 1 0,1-1 0,13 30 0,-18-48 19,0 1 1,0-1 0,0 0 0,0 0 0,1 0-1,0-1 1,0 1 0,0-1 0,0 1-1,0-1 1,1 0 0,-1 0 0,1 0 0,0-1-1,0 1 1,0-1 0,0 0 0,0 0 0,1-1-1,-1 1 1,0-1 0,1 0 0,-1 0-1,7 0 1,1-1-289,0-2 0,0 0 0,-1 0 0,1-1 0,-1 0-1,1-1 1,-1 0 0,0-1 0,-1 0 0,1-1 0,-1 0 0,13-10-1,-8 4-89,0-1 0,0 0 0,-1-1-1,-1-1 1,-1 0 0,19-28-1,-25 33 246,-1 0-1,0 0 1,0-1-1,-1 0 0,-1 0 1,1 0-1,-2-1 1,0 1-1,0-1 1,-1 1-1,0-1 0,-1 0 1,0 1-1,-1-1 1,-1 0-1,0 1 1,0-1-1,-8-20 0,2 10-27,-2 1 1,-1 0-1,0 1 0,-1 0 0,-2 1 0,1 1 0,-2 0 0,-30-28 0,-13-6 331,-2 4-1,-2 1 1,-2 4 0,-2 2-1,-1 3 1,-128-50 0,120 59 160,30 14 224,2-3 0,0-1 1,-79-49-1,120 67-504,1 0 0,0 0 0,-1-1 0,1 1 0,0 0 0,0 0 0,0-1 0,0 1 0,0-1 0,0 1 0,1-1 1,-1 1-1,0-1 0,1 0 0,-1 1 0,1-1 0,0 0 0,-1 0 0,1 1 0,0-1 0,0 0 0,0 1 0,0-1 0,1 0 0,-1 0 0,0 1 0,1-1 0,-1 0 1,1 1-1,-1-1 0,1 1 0,0-1 0,0 1 0,0-1 0,0 1 0,0-1 0,0 1 0,0 0 0,2-2 0,3-4-66,1 0-1,-1 0 1,1 1-1,1 0 1,-1 0-1,10-5 1,60-28-2910,110-41 1,-154 67 1534,57-19-3890,6 6-2934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57.3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86 205 3632,'-30'0'7329,"11"-3"-6322,17 3-812,1-1 1,-1 1 0,0-1 0,1 1 0,-1 0-1,0 0 1,0 0 0,0 0 0,1 0 0,-1 0-1,0 0 1,0 0 0,1 1 0,-4 0 0,-3 2 2954,24-10-2327,35-14-546,55-7-587,1 4-1,126-12 1,-103 18-1282,200-33-5262,-139 31 60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59.6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27 453 5561,'-4'-5'485,"1"0"0,0 0 0,0-1 0,1 1 0,0-1 0,0 1 1,0-1-1,0 0 0,1 1 0,0-1 0,0 0 0,1 0 0,0 0 1,0 0-1,0 0 0,2-7 0,8-75 1945,-4 17-406,0 56-1492,2-16 250,-3 32-750,123 21 41,204 7 0,137-25-103,-272-6 72,624 14-70,2-1 86,-793-10 1,153-8 626,-114-1-72,-1-3-1,110-34 1,-175 44-614,-3-6 11,0 3-11,-1 1-1,1-1 0,0 1 0,-1 0 1,0 0-1,0-1 0,0 1 0,0 0 1,-1 0-1,1 0 0,-1 0 0,1 0 1,-1 0-1,0 0 0,0 1 0,-1-1 1,1 1-1,0 0 0,-1-1 0,0 1 1,1 0-1,-1 0 0,0 1 0,0-1 1,0 0-1,-4 0 0,-116-40-69,116 39 68,1 1 0,-1 1 0,0-1 0,-9 0 0,-7-1-59,-24-12 115,44 14-4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2:59.9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8561,'0'0'244,"0"1"0,-1 0-1,1-1 1,0 1 0,0-1 0,0 1 0,0-1 0,0 1 0,0-1 0,0 1 0,0-1-1,0 1 1,0-1 0,1 1 0,-1-1 0,0 1 0,0-1 0,0 1 0,1-1 0,-1 1-1,0-1 1,1 1 0,-1-1 0,0 1 0,1-1 0,-1 0 0,0 1 0,1-1 0,-1 0-1,1 1 1,-1-1 0,1 1 0,24 17-128,-3-2 496,149 158 634,-18-15-990,-138-144-243,0 0 1,-2 0-1,0 1 0,0 1 0,-2 0 1,0 1-1,-1 0 0,14 33 0,-19-35 0,-1 0-1,0-1 0,0 1 1,-2 1-1,0-1 0,-1 0 1,0 0-1,-2 1 0,0-1 1,-1 0-1,-5 27 0,-7 4-27,-1 1-1,-41 84 0,-60 82 82,3-7-2199,71-130-349,0-1-3220,26-34-122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00.1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28 12109,'-27'-9'2868,"13"0"-1840,4 0 361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13.9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1209 90 3988,'-25'-16'666,"8"5"-55,0 0 0,0 2 1,-1 0-1,-19-7 0,24 12-424,0 0 1,1 1-1,-1 1 0,-1 0 0,1 0 1,0 2-1,0-1 0,0 2 0,-1 0 1,1 0-1,-18 5 0,14-1-91,0 1 1,1 0-1,-1 1 1,1 1-1,1 1 1,0 0-1,-24 19 1,8-1-37,2 1 0,1 1 0,1 2 0,1 1 0,2 1 1,-32 59-1,23-31 22,2 2 0,4 1 1,2 1-1,-26 109 0,47-154-71,0 0 0,1 0 0,2 0 0,0 0 0,1 0 0,3 30 0,-1-40-11,0 1 1,1-1-1,0 1 1,0-1 0,1 0-1,1 0 1,-1 0-1,2-1 1,-1 0-1,1 0 1,1 0-1,0-1 1,12 13-1,8 1 8,0-2 0,1-1 0,1-1-1,32 15 1,-35-21 6,-1 1-1,-1 2 1,0 0-1,-1 2 0,-1 0 1,35 36-1,-51-45-4,0 1 0,0-1 0,-1 2 0,0-1 0,0 0 0,-1 1 0,-1 0 0,0 0 0,0 0 0,-1 0 0,0 1 0,0-1 0,-1 1 0,-1-1 0,0 1 0,-2 15-1,-4 12 26,-1 0 0,-2-1 0,-15 42 0,22-74-31,-31 82 61,-4-2 0,-64 108 0,69-136-26,-1 3-9,-4-1 0,-1-3 1,-49 55-1,-62 55 41,84-97-77,-103 102-224,166-170 74,1-20-207,0 16 357,1 1 0,0-1 0,0 0 0,0 0 0,0 0 0,0 0 0,1 0 0,-1 1 0,1-1 0,1-3 0,9-16-30,1 0 0,0 1 0,2 1 1,1 0-1,31-33 0,-43 50 26,-2 3 15,0 0 0,0 0 0,-1 0 1,1 0-1,0 1 0,0-1 0,0 0 0,-1 1 0,1-1 0,0 0 0,-1 1 0,1-1 0,0 1 0,-1-1 0,1 1 0,0-1 0,-1 1 0,1 0 0,-1-1 0,1 1 0,0 1 0,-1-2 8,2 3-4,0-1-1,0 1 1,0 0-1,-1-1 1,1 1-1,-1 0 1,0 0-1,0 0 1,0 0-1,0 0 1,0 0-1,-1 0 1,0 0-1,1 6 1,-5 46 35,2-40-6,-60 442 386,33-182-250,-31 317-29,45 203 58,31-459 249,14-1-1,15-1 1,109 406-1,121 249 480,59-18-399,-35-288-310,-217-526-170,7-3 1,127 167-1,-87-160-78,-104-132 28,2-2-1,1-1 0,41 31 1,-60-51 32,1 0 0,-1 0 0,1-1 0,1 0-1,-1-1 1,1 0 0,-1-1 0,14 3 0,-21-5 10,0-1-1,-1 0 0,1 1 1,0-1-1,0 0 1,-1 0-1,1 0 0,0-1 1,-1 1-1,1-1 1,-1 1-1,1-1 0,0 0 1,-1 0-1,1 0 1,-1 0-1,0-1 0,1 1 1,-1-1-1,0 1 1,0-1-1,0 0 0,0 0 1,0 0-1,0 0 1,-1 0-1,1 0 0,-1 0 1,1-1-1,-1 1 1,0-1-1,0 1 0,0-1 1,0 1-1,0-1 1,-1 1-1,1-6 0,1-3 133,-1 1-1,0-1 0,-1 1 0,0-1 0,0 1 1,-1-1-1,-1 1 0,0-1 0,0 1 0,-1 0 1,0 0-1,-1 0 0,-7-12 0,8 15-73,0-1 1,1 1-1,0-1 0,0 0 0,1 1 0,-1-1 1,2 0-1,-1-12 0,1 17-79,0 0-1,-1 0 1,0 0 0,1 0-1,-1 0 1,0 1 0,0-1-1,-3-5 1,1 2 12,2 3 60,-14-22-49,-16 72 408,30-45-147,0-3-298,-1 0 0,1 0-1,0 0 1,0 0 0,0 0-1,0-1 1,0 1 0,0-1-1,0 1 1,1 0 0,-1-1-1,0 0 1,1 1 0,-1-1-1,0-2 1,-2-4 8,-11-34-2416,-2-4-6462,7 28 318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15.9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336 2116 4816,'0'0'7194,"3"-1"-6433,12-7-380,-1-1 0,0 0 0,0-1 0,-1-1 0,-1 0 0,0 0 0,17-21 0,3-7 331,33-56 1,-36 46-321,-2-1 0,-3-1 0,31-94 0,25-172 665,-34-61 12,-31 209-644,5-262 648,-13 159 32,-8 256-816,-5 14 639,-16 22 222,19-16-1276,-9 11 311,0 1-1,1 0 0,1 1 0,0 0 0,2 1 1,0 0-1,-6 19 0,-36 145 838,43-149-853,-217 1092 3052,216-1080-3158,-59 456 502,26 33-179,31-244-301,14-102-80,31 196-1,-17-269-19,5 0 0,72 208-1,-80-281-166,3-1 1,25 44-1,-38-74 64,2-1 1,0 0-1,0 0 0,0 0 1,2-1-1,-1 0 1,1-1-1,0 0 1,1 0-1,-1-1 0,2 0 1,19 10-1,-24-15 1,0 0 1,1-1-1,-1 1 1,0-1-1,1-1 0,-1 1 1,1-1-1,-1 0 0,1-1 1,-1 1-1,1-1 0,-1-1 1,0 1-1,0-1 0,0 0 1,0 0-1,0-1 0,0 0 1,0 0-1,-1 0 0,1-1 1,6-6-1,-1 1-99,-1 0 1,1-1-1,-2-1 1,0 0-1,0 0 0,-1 0 1,0-1-1,-1-1 1,7-15-1,-2-4-72,-1-2-1,-2 1 1,-2-1-1,-1 0 1,-1-1-1,-2 0 1,-2 1-1,0-1 1,-3 0-1,-1 0 1,-1 1-1,-2 0 1,-2 0-1,-21-60 1,21 75 216,-1 0 0,-1 1 0,0 0 0,-1 1 0,-1 0 0,-1 1 0,0 0 0,-1 1 0,-1 1 0,0 0 0,-1 1 0,-24-16-1,11 12 31,-1 1-1,0 2 0,-1 1 0,-1 1 0,0 1 0,-59-10 0,-1 9 37,0 4-1,-139 5 1,145 3 133,86 0-126,0 0 1,0 0-1,0 0 0,0 0 0,1 0 0,-1 0 1,0 0-1,0 0 0,0 0 0,0-1 0,0 1 1,0 0-1,0 0 0,0 0 0,0 0 0,0 0 1,0 0-1,0 0 0,0 0 0,0-1 0,0 1 1,0 0-1,0 0 0,0 0 0,0 0 1,0 0-1,0 0 0,0 0 0,0-1 0,0 1 1,0 0-1,0 0 0,0 0 0,0 0 0,0 0 1,-1 0-1,1 0 0,0 0 0,0 0 0,0-1 1,0 1-1,0 0 0,0 0 0,0 0 0,0 0 1,0 0-1,0 0 0,-1 0 0,1 0 0,0 0 1,0 0-1,0 0 0,0 0 0,0 0 0,0 0 1,-1 0-1,14-19 40,1 0-1,0 1 1,33-30 0,60-43-139,-58 50-58,83-69-517,136-112-1796,13 21-4785,-147 118 295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16.1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34 411 11545,'-13'-18'6145,"3"6"-4513,0 3-396,33-12-112,21-13-344,163-41-36,-109 42-1256,19-3-724,7-6-820,-4-7-1069,14 7-1647,20 3-3749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16.9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6 129 10093,'-1'-108'8273,"1"107"-8155,0-1 0,0 1 0,0 0 0,0 0 0,1 0 0,-1 0 0,0 0 0,1 0 0,-1 0 0,1 0 0,-1 0 0,1 0 0,-1 0 0,1 0 0,0 0 0,-1 0 0,3-1 0,-3 2-59,0 0 0,1 0 1,-1 0-1,1 0 0,-1 0 1,1 0-1,-1 0 1,1 0-1,-1 0 0,1 0 1,-1 0-1,1 0 0,-1 1 1,0-1-1,1 0 1,-1 0-1,1 0 0,-1 1 1,0-1-1,1 0 0,-1 0 1,1 1-1,-1-1 1,0 0-1,1 1 0,-1-1 1,0 1-1,3 2 74,-1 0 0,0 1 1,1-1-1,-2 1 0,1-1 0,0 1 0,1 7 0,-1 1-12,0-1-1,-1 1 0,-1 0 1,0 0-1,-1 0 1,-4 23-1,-1 7 171,-2 45 193,-17 215 395,23-226-657,14 151 0,-11-218-205,0 0 1,1 0 0,0-1 0,0 1-1,1 0 1,0-1 0,6 12 0,-8-18-17,0-1 0,0 1 1,0-1-1,0 1 1,1-1-1,-1 0 1,0 0-1,1 0 0,-1 1 1,1-1-1,-1-1 1,1 1-1,0 0 0,-1 0 1,1 0-1,0-1 1,1 1-1,1-1-10,-1 0 0,0 0 0,0 0 0,0 0 0,0-1 0,0 1 0,0-1 0,0 0 1,0 0-1,0 0 0,0 0 0,0 0 0,3-3 0,59-33-324,-2-3 1,-2-3-1,69-63 1,155-169-237,-112 104 358,-158 156 196,1 0 0,1 1 0,0 0 0,0 2 0,2 0 0,-1 1-1,2 1 1,33-13 0,-48 22 27,-1 0 0,1 1 0,0 0 0,0-1 0,0 2 0,-1-1 0,1 1 0,0-1 0,0 1 0,-1 0 0,1 1 0,0-1 0,-1 1 0,0 0 0,6 3 0,-2 0 32,1 0-1,-1 1 1,0 0 0,0 0 0,0 1-1,6 8 1,6 11 115,-1 1-1,-1 1 1,23 50 0,5 8 30,-25-53-101,0-1 0,2-1 1,2-1-1,1-1 0,1-1 1,48 38-1,-60-54-65,0-1 1,1 0-1,1-2 0,0 1 1,0-2-1,1-1 1,0 0-1,0-1 0,1-1 1,-1 0-1,1-2 0,0 0 1,1-1-1,-1-1 0,20-2 1,-12-2-19,0-2 0,-1-1 1,0-1-1,0-1 0,0-1 0,-1-1 1,-1-2-1,0 0 0,0-2 1,-1 0-1,-1-2 0,-1 0 0,21-21 1,-22 18-27,0-1 0,-2-1 0,-1-1 0,0 0 1,-2-1-1,0-1 0,-2 0 0,0-1 0,-2 0 0,-1-1 1,-1-1-1,9-42 0,-9 16-60,4-97-1,-12 146 81,-1 0-1,0 0 0,-1 0 1,1 0-1,-1 0 0,0 0 1,0 0-1,0 0 0,0 0 0,-1 0 1,1 0-1,-1 1 0,0-1 1,-1 0-1,1 1 0,0 0 1,-1 0-1,-4-5 0,3 5-7,-1 0-1,1 1 0,0 0 1,0 0-1,-1 0 0,0 0 1,1 1-1,-1-1 1,0 1-1,1 1 0,-1-1 1,0 1-1,0-1 1,0 1-1,-6 1 0,-4 1 8,0 1 0,1 0 0,-1 1-1,1 0 1,0 2 0,0-1 0,1 2 0,0 0-1,0 0 1,0 1 0,-13 11 0,1 2-23,0 0 1,2 2 0,0 0 0,-21 30-1,24-27-87,1 2-1,1 0 1,1 1-1,2 1 1,1 1-1,1 0 1,1 0-1,-7 35 1,18-57 72,-1 0 0,2 0 1,-1 0-1,1 1 1,0-1-1,1 0 1,0 0-1,5 17 1,-5-22 34,0-1 0,0 1 0,1-1 0,-1 0 0,1 1 0,0-1 0,0 0 0,0 0 0,0 0 0,1-1 0,-1 1 0,1 0 0,0-1 0,-1 0 0,1 1 0,0-1 0,1 0 0,-1-1 0,0 1 0,0 0 0,1-1 0,-1 0 0,1 0 0,-1 0 0,5 0 0,5 1-21,1-1 0,0-1 0,0-1 0,0 0 0,0 0 0,24-7 0,82-30 134,-95 29-19,27-10 96,-18 6 144,0 1 0,1 2-1,64-11 1,-93 21-309,-1-1 0,0 2 0,0-1 0,0 1 0,0-1 0,0 2 1,0-1-1,0 0 0,0 1 0,-1 0 0,1 0 0,0 0 0,-1 1 0,0 0 0,1 0 0,3 3 0,-7-5-41,1 1-1,-1-1 1,1 1 0,-1-1-1,0 1 1,0-1-1,1 1 1,-1 0-1,-1 0 1,1-1 0,0 1-1,0 0 1,-1 0-1,1 0 1,-1 0-1,1 0 1,-1 0-1,0 3 1,2 9-176,43 140-4873,-18-63-3664,-9-43 194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17.5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60 9721,'20'-50'1835,"-16"40"6834,12 42-7403,-12-17-1099,0 0 0,0 0 0,-2 0 0,2 30 0,1 2 57,-4-20-142,0-1-1,-5 41 1,2-46-48,0 0-1,2 1 1,0-1-1,1 0 1,1 0 0,6 21-1,-5-29-22,1 0 0,0-1 0,1 1 0,1-1 0,-1 0-1,10 13 1,-13-23-12,0 1 0,0-1-1,0 1 1,0-1 0,1 0-1,-1 0 1,1 0 0,-1 0-1,1 0 1,-1 0 0,1-1 0,0 0-1,0 1 1,0-1 0,0 0-1,0 0 1,0 0 0,0-1-1,0 1 1,0-1 0,1 0-1,-1 0 1,0 0 0,0 0-1,0-1 1,0 1 0,1-1-1,-1 1 1,0-1 0,0 0-1,4-3 1,-2 1-3,0 0 0,0 0 0,0-1 0,-1 0 0,1 0 1,-1 0-1,0 0 0,0-1 0,-1 0 0,1 0 0,3-8 0,2-3-5,-1 0 0,10-27 0,70-183-53,-78 203 39,-8 20 18,-1-1 1,1 1 0,0-1 0,0 1-1,0 0 1,1 0 0,-1 0-1,1 0 1,4-3 0,-7 5 4,1 0 0,0 1 0,0-1 0,0 1 0,0-1 0,0 1 0,0-1 0,0 1 0,0 0 0,0-1 0,0 1 0,0 0 0,0 0 0,0 0 0,0 0 0,0 0 0,0 0 0,1 0 0,-1 0 0,0 0 0,0 1 0,0-1 0,0 0 0,0 1 0,0-1 0,0 1 0,0-1 0,0 1 0,-1-1 1,1 1-1,0 0 0,0-1 0,0 1 0,-1 0 0,1 0 0,0-1 0,-1 1 0,2 2 0,17 25-22,22 40 1,-37-60 26,-2-3-3,1 0-1,-1 0 1,0 1-1,-1-1 1,0 1-1,1 0 1,-1 7-1,0-7-6,0 0 0,0-1 0,0 1 0,0 0 0,1-1 0,4 9-1,-3-8 11,0 0-1,0 0 1,1 0-1,-1-1 0,1 0 1,1 0-1,-1 0 1,1 0-1,0-1 1,7 6-1,-11-9-2,1-1 0,-1 1 0,1 0 1,0-1-1,0 1 0,-1-1 0,1 1 0,0-1 0,0 0 0,-1 0 1,1 0-1,0 0 0,0 0 0,0 0 0,-1 0 0,4-1 1,-2 0-2,0-1 0,1 1 1,-1-1-1,0 0 1,-1 0-1,1 0 0,0 0 1,0 0-1,-1 0 1,0-1-1,4-4 0,22-27 11,145-158 331,-153 173-300,1 0 0,1 2 0,0 1 0,1 0 0,1 2 0,0 1 0,32-13 0,-50 24-12,1 0-1,-1 1 1,0-1-1,1 2 1,-1-1-1,1 1 1,-1-1-1,1 2 1,-1-1-1,1 1 1,-1 0-1,0 0 1,10 4-1,-5-1 11,0 1 0,0 0 0,-1 0 1,0 1-1,0 0 0,11 10 0,-2 2-6,0 0 0,-2 1 0,21 28 0,20 22-387,-57-67 310,18 18-676,1 0-1,1-1 1,24 16-1,-36-29-65,0-1-1,0 0 1,1 0-1,15 4 0,-16-6-526,1-1-1,-1 0 0,1-1 1,-1 0-1,18 0 0,23-4-5100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17.8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112 362 6549,'9'-4'7181,"20"-10"-3811,4-2-2279,45-29 0,-47 21-566,30-30 1,-50 43-397,-1-1 1,0 0 0,-1 0-1,0-1 1,12-24 0,-18 31-47,0 0 1,-1 0 0,0-1-1,0 1 1,0-1 0,-1 0 0,1-12-1,-2 17-58,0 0-1,0 1 1,0-1-1,-1 0 1,1 0-1,-1 0 1,1 1-1,-1-1 1,1 0-1,-1 1 1,0-1-1,0 0 1,0 1-1,0-1 1,0 1-1,0-1 1,0 1-1,0 0 1,-1-1-1,1 1 1,-1 0-1,1 0 1,-1 0-1,1 0 1,-1 0-1,1 0 1,-1 1-1,0-1 1,1 0-1,-1 1 1,0-1-1,0 1 1,0 0-1,1-1 1,-1 1-1,0 0 1,-3 1-1,-4-1 86,-1 1-1,1 0 0,0 1 0,0 0 0,0 0 0,0 1 0,0 0 0,0 1 1,-13 7-1,-6 5 548,-41 30 1,50-31-413,0 0-1,1 1 1,1 1-1,0 0 1,1 2-1,2 0 1,-1 0-1,-12 25 1,23-36-200,-1 0 0,2 0 0,-1 1 0,1 0 0,0-1 0,1 1 0,0 0 0,0 0 0,1 0 1,0 0-1,1 1 0,0-1 0,1 0 0,-1 0 0,2 0 0,-1 0 0,1 0 0,1 0 0,-1 0 0,2-1 1,-1 1-1,1-1 0,0 0 0,8 11 0,-4-9-139,0 0 0,1 0 0,0-1 0,1 0 0,0-1 0,20 13 0,70 32-1065,-88-47 1018,49 21-1161,1-2-1,2-4 0,75 16 0,200 21-3819,-313-54 4833,277 28-2775,-256-30 3209,0-2 1,-1-2-1,1-3 1,66-13-1,-98 15 613,0-2 0,25-9 0,-37 13-594,-1-1 1,1 1-1,0 0 1,0-1-1,-1 0 1,1 0 0,-1 0-1,1 0 1,-1 0-1,0 0 1,0 0-1,0-1 1,0 1-1,0-1 1,-1 1 0,1-1-1,-1 0 1,1 0-1,-1 0 1,1-3-1,-1-3-62,5-27 1420,10-34 0,3 20-3634,10 3-6556,-13 27 28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18.2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672 73 12497,'-19'-22'795,"14"17"-456,1 0 1,-1 0-1,0 0 1,0 0-1,-1 1 0,1 0 1,-1 0-1,-8-4 1,13 8-220,0-1 0,0 0 0,-1 1 0,1-1 0,0 1 0,-1-1 0,1 1 0,-1 0 0,1-1 1,0 1-1,-1 0 0,1 0 0,-1 0 0,1 0 0,0 0 0,-1 0 0,1 1 0,-2-1 0,-3 3 149,0 0 0,0 0-1,1 0 1,0 1 0,-6 5 0,-11 8 400,1 1 1,0 1-1,2 1 1,0 0-1,1 2 1,-20 32 0,3 8 168,3 2 1,-30 83 0,-32 144 392,49-112-769,8 1-1,-24 336 1,56-430-623,3-1 0,3 1 0,5-1 0,3 0 0,4-1 0,24 84 0,-9-80-660,3 0 0,4-2 0,4-2 0,4-1 0,3-3 0,4-1 0,81 97 0,-93-133-1091,1-1 0,3-3-1,1-1 1,77 52 0,44 7-7908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18.5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1746 5 8737,'1'-1'86,"0"1"1,1-1-1,-1 1 1,1-1-1,-1 1 1,1-1-1,-1 1 0,1 0 1,-1 0-1,1 0 1,-1 0-1,1 0 1,-1 0-1,1 0 1,-1 0-1,4 1 1,-5 0 11,1 0 1,0 0-1,0 0 1,-1 0-1,1 0 1,-1 1-1,1-1 1,-1 0-1,0 0 1,1 0 0,-1 0-1,0 1 1,0-1-1,0 0 1,0 2-1,8 32 886,8 14-30,-2 0 0,-3 1 0,-1 0 0,4 92 0,-20 206 693,-5-219-1193,-5 0 0,-54 201 0,41-230-283,-4-1 0,-5-2-1,-89 162 1,50-131-212,-6-4-1,-5-4 1,-191 201 0,134-181-1754,-5-6 1,-224 153 0,202-166-3102,17-6-2905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33:18.6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754 407 13917,'-114'-90'1816,"67"56"-399,-7-2-285,-2-6-304,-8 6-308,-3 0-620,-7-1-1068,-16-2-1545,-11 6-1843,14 9-3553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2:49.8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42 121 12829,'2'-9'641,"0"-1"0,-1 1 0,-1 0-1,1-1 1,-2-10 0,1 17-309,-1 1 1,1-1 0,0 0-1,-1 1 1,0-1-1,0 1 1,1-1-1,-1 1 1,-1-1 0,1 1-1,0 0 1,-1-1-1,1 1 1,-1 0-1,0 0 1,1 0 0,-1 0-1,0 0 1,0 1-1,0-1 1,-1 0-1,-4-2 3520,6 9-2720,-3 15-837,1 1 1,1-1-1,1 1 1,2 31-1,14 93 1449,-4-41-1172,6 201-572,-26 349 0,6-599-1056,2 1-1,3 0 1,2-1 0,22 107-1,-19-135 201,2-1-1,0 0 1,2 0-1,26 45 0,-27-54 443,2-1-1,0 0 1,0-1-1,2-1 1,0 0-1,0 0 1,28 18-1,23 5-6036,7-8-4000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2:50.1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1233 1 13665,'0'0'3810,"-12"4"-1759,2-1-1581,1 0-1,-1 1 1,1 0-1,-1 1 1,1 0-1,1 1 1,-1 0-1,1 0 0,-9 9 1,-188 211 3039,115-133-2975,-473 522 133,301-263-3454,261-349 2489,4-4 65,19-8 293,-1 0 1,0-2-1,-1 0 0,0-2 1,29-23-1,-18 13 397,38-20-1,-22 18-321,1 2 0,0 3 1,2 1-1,0 3 0,1 2 0,1 2 0,0 2 0,1 3 0,93-1 0,117 24-5156,-89 4-5189,-91-8 186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2:50.6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83 43 14457,'-28'-38'2796,"28"38"-2652,-1 0 1,1-1-1,-1 1 0,1-1 0,-1 1 1,1 0-1,-1-1 0,1 1 1,-1 0-1,0-1 0,1 1 1,-1 0-1,1 0 0,-1 0 1,0 0-1,1 0 0,-1-1 1,0 1-1,1 0 0,-1 0 1,1 0-1,-1 1 0,0-1 0,1 0 1,-1 0-1,0 0 0,1 0 1,-1 1-1,1-1 0,-1 0 1,1 0-1,-2 1 0,1 0 63,0-1-1,0 1 1,0-1-1,1 1 1,-1 0-1,0-1 1,0 1-1,1 0 1,-1 0-1,0-1 1,1 1-1,-1 0 1,0 0-1,1 0 1,-1 1-1,-13 298 2835,5-168-837,11 194-1,1-291-2212,-3-15-38,1 0-1,2-1 1,-1 1-1,2 0 1,1-1-1,0 0 1,16 34-1,-20-51 12,0 0 0,0 0 0,1 0 0,-1 0 0,1 0 0,-1-1 0,1 1 0,0 0 0,0-1 0,0 1 0,0-1 0,0 0 0,0 1 0,0-1 0,0 0 0,0 0 0,1-1 0,-1 1 0,0 0 0,0-1 0,1 1 0,-1-1 1,1 0-1,-1 0 0,0 0 0,1 0 0,-1 0 0,1-1 0,-1 1 0,0-1 0,1 1 0,-1-1 0,3-1 0,8-3-59,1-2 0,-1 1 0,0-2 0,16-12 1,-6 5 27,-8 6 27,-1-1 24,2 0 1,-1 1-1,1 1 0,0 1 0,1 0 0,0 1 1,0 1-1,28-6 0,-23 9 25,0 1 0,0 1 0,0 1 0,38 6 0,89 28 65,-130-30-70,7 2 27,1-1 0,0-2 0,0 0 1,0-2-1,0-1 0,1-2 0,38-4 0,-54 3 69,1 0 0,-2-1-1,1 0 1,0-1 0,0 0-1,-1-1 1,0 0-1,0-1 1,0 0 0,-1-1-1,0 0 1,0-1-1,-1 0 1,0 0 0,0-1-1,-1 0 1,0 0-1,12-20 1,-12 13-91,0-1 0,0-1 0,-2 1 0,0-1 0,-1 0 0,-1-1 0,0 1 1,1-33-1,-4-6-9,-10-87 0,0-33-12,8 139-2636,-7-47 1,8 84 2265,0 0 0,0 0 0,-1 0 0,1 1 0,0-1 1,-1 0-1,1 0 0,0 0 0,-1 0 0,1 1 0,-1-1 0,1 0 0,-1 0 0,0 1 1,1-1-1,-1 1 0,0-1 0,1 0 0,-1 1 0,0-1 0,0 1 0,0-1 1,1 1-1,-1 0 0,-2-1 0,5 21-14177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2:50.9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610 43 15109,'-2'-1'57,"-4"-4"560,-1 0-1,-1 1 1,1-1-1,0 1 1,-1 1 0,0 0-1,0 0 1,0 0-1,0 1 1,-1 0-1,-11 0 1,9 2-193,0 1 0,1 1 0,-1 0 0,1 1 0,-1 0 0,1 0 0,0 1-1,0 0 1,1 1 0,-1 0 0,1 1 0,0 0 0,0 0 0,1 1 0,-9 9 0,-12 13 137,2 1-1,-38 54 0,64-83-545,-35 50-115,2 1 1,3 2 0,2 1 0,-43 114 0,68-155-19,0 0 0,2 0-1,0 0 1,0 1 0,1 14 0,2-28 112,0-1 0,0 1 1,0-1-1,0 1 0,0-1 1,0 1-1,0-1 0,1 0 1,-1 0-1,0 1 0,0-1 1,0 0-1,0 0 0,0 0 1,1 0-1,-1 0 1,0-1-1,0 1 0,0 0 1,2-1-1,-1 1-1,12-4 108,0 1 0,0-2 0,-1 1 0,0-2 0,0 0 0,24-15 0,72-55 1753,-95 65-1753,-5 3-56,0 1 0,0 0 0,1 1 0,0 0 0,1 0 1,11-4-1,-19 9-43,-1 1 0,1-1 0,0 1 1,-1-1-1,1 1 0,0 0 0,-1 0 1,1 0-1,-1 0 0,1 1 0,0-1 1,-1 1-1,1 0 0,-1-1 0,1 1 1,-1 0-1,0 0 0,1 1 0,-1-1 1,0 0-1,0 1 0,0 0 0,0-1 1,0 1-1,0 0 0,0 0 0,0 0 1,-1 0-1,1 0 0,-1 1 0,0-1 1,1 0-1,0 3 0,41 77-2133,35 60-5340,-57-104-39,-1-1-5161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2:51.2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46 16033,'20'-33'2714,"-20"32"-2580,1 0 1,-1 0-1,1 1 1,0-1-1,-1 0 0,1 0 1,0 1-1,0-1 0,-1 0 1,1 1-1,0-1 1,0 1-1,0-1 0,0 1 1,0-1-1,0 1 0,0 0 1,0-1-1,0 1 0,0 0 1,0 0-1,0 0 1,0 0-1,0 0 0,0 0 1,2 0-1,1 0 410,2 0-273,0 1-1,0-1 1,0 1-1,-1 0 1,1 0-1,0 1 1,0-1-1,-1 1 1,1 1-1,-1-1 1,1 1-1,-1 0 1,0 0-1,7 6 1,10 9 595,36 37 0,-39-36-487,20 21-37,-2 1 1,-2 1-1,-1 2 1,-3 1-1,42 79 1,-59-94-339,-1 0 0,-1 1 0,-2 0 0,0 1 0,-3 0 0,0 1 1,-3 0-1,0 0 0,-2 0 0,-4 55 0,1-69-45,-1 0-73,-7 35-1,8-48 95,0-1-1,-1 0 1,0 0 0,0 0-1,0 0 1,-1-1-1,0 1 1,1-1 0,-2 1-1,1-1 1,-6 6-1,8-9 20,0 0-1,0-1 0,1 1 0,-1 0 0,0-1 0,0 1 0,0-1 1,0 1-1,0-1 0,0 0 0,0 1 0,0-1 0,0 0 0,0 0 1,0 1-1,0-1 0,0 0 0,0 0 0,0 0 0,0 0 0,0-1 1,0 1-1,0 0 0,0 0 0,0 0 0,0-1 0,0 1 0,0-1 1,0 1-1,0-1 0,0 1 0,1-1 0,-1 1 0,0-1 0,0 0 1,0 1-1,1-1 0,-1 0 0,0 0 0,1 0 0,-1 1 0,1-1 1,-1 0-1,1 0 0,-1-2 0,-3-4-3,1 0 1,0 0-1,0 0 0,1-1 1,-3-12-1,0-12-168,2 0 0,1-1-1,1 0 1,2 1 0,1-1 0,12-56 0,1 23-900,3 1 0,33-79 1,-34 103-13,2 1 1,1 1-1,35-50 1,-39 67-1069,2 0 0,1 0 0,34-30 0,25-7-8043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2:51.9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727 181 12913,'-22'-10'975,"-1"1"0,1 1 0,-2 0 0,1 2-1,-1 1 1,0 1 0,-28-1 0,42 5-659,1 0 0,0 0 0,0 1 0,0 1 0,0-1 0,0 1 0,1 1 0,-1-1 0,0 2 0,1-1 0,-10 7 0,2 0 95,0 1 0,1 1 0,-20 19 0,29-25-294,-31 33 230,2 1-1,2 1 1,2 2-1,2 1 1,2 2-1,-28 62 1,41-79-229,2 1 0,-10 39 0,18-53-77,1-1 1,0 0-1,1 1 1,1 0 0,0-1-1,3 28 1,-2-39-36,0 0-1,1 1 1,0-1 0,0 0-1,0 0 1,0 0-1,0 0 1,1 0 0,0 0-1,0-1 1,0 1 0,0-1-1,0 1 1,1-1-1,0 0 1,0 0 0,0 0-1,0 0 1,0 0-1,0 0 1,1-1 0,-1 0-1,1 0 1,0 0 0,-1 0-1,1 0 1,0-1-1,0 0 1,0 0 0,0 0-1,0 0 1,1-1 0,-1 1-1,5-1 1,4-1-1,-1 0 1,1-1 0,0 0-1,-1-1 1,0-1-1,0 0 1,0 0-1,0-1 1,0-1 0,13-8-1,-3-1-7,0-2-1,-1 0 1,-1-1-1,0-1 1,-2 0 0,0-2-1,22-34 1,93-175 494,-71 116 545,-41 71-483,-17 33-401,1 0 1,0 1 0,0-1 0,1 1 0,0 0 0,10-10-1,-16 19-152,0-1 0,1 1 0,-1 0-1,0-1 1,0 1 0,1 0 0,-1-1 0,0 1-1,1 0 1,-1-1 0,1 1 0,-1 0-1,0 0 1,1 0 0,-1-1 0,1 1 0,-1 0-1,1 0 1,-1 0 0,0 0 0,1 0-1,-1 0 1,1-1 0,-1 1 0,1 0 0,-1 1-1,1-1 1,-1 0 0,1 0 0,-1 0-1,1 0 1,-1 0 0,0 0 0,1 0 0,-1 1-1,1-1 1,-1 0 0,0 0 0,1 1-1,-1-1 1,1 1 0,0 1 0,1 0 0,-1 0-1,0 0 1,0 1 0,0-1 0,-1 0 0,1 0 0,-1 1-1,1 2 1,4 62-9,-7 28 8,-4 0 0,-3 0 0,-25 102 0,-39 321 0,64-422 0,-30 272 0,36-341 0,-6 46 0,-28 115 0,30-166 0,0 1 0,-1-1 0,-2-1 0,0 0 0,-1 0 0,-1-1 0,-1 0 0,-1-1 0,-19 20 0,9-14 0,-2-1 0,0-1 0,-1-2 0,-34 21 0,59-41 0,0 0 0,0 1 0,-1-1 0,1 0 0,0-1 0,0 1 0,-1 0 0,1-1 0,0 1 0,-1-1 0,1 0 0,-1 1 0,1-1 0,-1-1 0,1 1 0,0 0 0,-3-1 0,3 1 0,1-1 0,0 0 0,0 1 0,-1-1 0,1 0 0,0 0 0,0 0 0,0 0 0,0 1 0,0-2 0,0 1 0,0 0 0,0 0 0,0 0 0,1 0 0,-1 0 0,0-1 0,1 1 0,-1 0 0,1-1 0,-1 1 0,1 0 0,0-1 0,0 1 0,0-1 0,-1 1 0,1 0 0,1-3 0,-1-7 0,1 0 0,1 0 0,0 0 0,1 1 0,0-1 0,0 1 0,1 0 0,10-19 0,54-79 0,-47 78 0,329-437-468,-69 98-179,-34-22 254,58-281 334,-257 560 298,14-43 415,-56 141-489,-3 16 13,-4 24 105,1-13-235,3 70-48,3 0 0,4-1 0,3 0 0,4-1 0,34 99 0,-23-97 0,0-5 0,-4 1 0,25 142 0,-47-203 0,-1 0 0,-1-1 0,0 1 0,-2 0 0,0-1 0,-1 1 0,0-1 0,-1 0 0,-1 0 0,-1 0 0,-16 31 0,10-26 0,-2-1 0,0 0 0,-2-1 0,0 0 0,-1-2 0,-1 0 0,-34 27 0,-31 16-72,40-30-533,-62 56 0,105-87 572,-5 4-433,1 1 0,0-1-1,0 1 1,0 0 0,-3 5 0,3 10-3667,4-19 3582,0 0 0,0 1-1,1-1 1,-1 1 0,1-1 0,-1 0-1,1 1 1,-1-1 0,1 0-1,0 0 1,0 1 0,-1-1 0,3 2-1,21 18-13268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2:52.0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480 1 17498,'-47'21'3888,"14"3"-420,2-6-667,1 0-489,-33 19 488,29-10-2800,4 3 0,-14-3 0,4-6 0,-3-6-2336,9 12-624,7 15-5089,4-2-8389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2:52.8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37 378 13413,'-3'0'1978,"-27"-5"1763,26 4-1642,12 1-9,235-12 2841,86-6-3038,1406-163 729,-887 64-2622,-659 90 0,-158 23-127,-10-1-395,1 2 0,0 1 0,0 0 0,0 2 1,0 0-1,34 6 0,-55-6 3,0 1-1,0-1 1,0 1 0,0 0 0,0 0 0,-1-1 0,1 1 0,0 0 0,0 0-1,-1 0 1,1 0 0,-1 0 0,1 0 0,-1 0 0,1 0 0,-1 0 0,1 0-1,-1 0 1,0 0 0,0 0 0,1 0 0,-1 0 0,0 1 0,0-1 0,0 2-1,-13 14-11985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2:54.4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 82 14161,'4'-52'2714,"-5"50"-2517,1 1 0,0 0 0,-1-1 0,1 1 0,-1-1 0,1 1 0,-1 0 1,1 0-1,-1-1 0,0 1 0,0 0 0,0 0 0,0 0 0,0 0 0,0 0 0,0 0 0,0 0 0,0 0 1,0 0-1,-8-5 8011,8 14-7777,0-1 0,1 0-1,0 1 1,0-1-1,0 1 1,2 8 0,1 11 9,-16 534-143,1-3-307,27-344 10,-10-177 0,2-1 0,1-1 0,23 62 0,-25-84 1,-1-1 1,2 0-1,0-1 1,0 1-1,1-1 0,0-1 1,1 0-1,0 0 1,1 0-1,0-1 0,12 8 1,-17-13-6,1-1 1,0 1-1,0-1 1,0 0-1,0 0 1,0-1-1,1 0 1,-1 0-1,1 0 1,-1-1-1,1 0 1,0-1-1,-1 1 1,1-1-1,0 0 1,0-1-1,-1 0 1,1 0-1,0 0 1,-1-1-1,1 0 1,-1 0-1,9-5 1,-4 1-2,0 0-1,-1-1 1,0-1 0,0 0 0,-1 0 0,0-1 0,0 0 0,11-16 0,-6 5 9,-2 0 1,-1 0-1,18-43 1,-9 7 24,-3-2 0,11-73 0,-19 87-21,-10 54-8,0 0 0,0 0 0,0 1 0,2-1 0,-1 0 0,1 0 0,1 0 0,3 14 0,1 0 0,2 0 0,13 27 0,-13-33 0,1 0 0,1 0 0,1-2 0,0 1 0,1-1 0,1-1 0,0 0 0,1-1 0,0 0 0,2-1 0,-1-1 0,2 0 0,-1-1 0,1-1 0,1-1 0,0 0 0,0-1 0,1-1 0,0-1 0,35 7 0,-30-9 0,0-1 0,0-1 0,0-1 0,0-1 0,0-1 0,1-1 0,-2-1 0,47-12 0,-51 9 0,-1 0 0,1-2 0,-1 0 0,0-1 0,-1-1 0,0-1 0,-1 0 0,0-1 0,-1-1 0,0 0 0,16-21 0,-7 6-26,-2-1 0,-1-1-1,-1-1 1,-2-1 0,-1-1 0,-1 0 0,-2-1-1,-2-1 1,11-45 0,-22 77 18,-1 0-1,0-1 1,1 1-1,-1 0 1,0 0 0,-1-1-1,1 1 1,0 0-1,-1 0 1,0-1 0,-2-4-1,3 7 8,-1 0 0,1 0-1,-1 0 1,1 0 0,-1 0-1,0 0 1,1 0 0,-1 1-1,0-1 1,0 0 0,1 0 0,-1 1-1,0-1 1,0 1 0,0-1-1,0 1 1,0-1 0,0 1-1,0-1 1,0 1 0,0 0-1,0 0 1,0-1 0,0 1-1,0 0 1,0 0 0,0 0 0,0 0-1,0 0 1,0 0 0,-1 1-1,0-1 1,-6 3-8,1 0 0,0 0 0,0 0 0,0 1 1,1 0-1,-1 1 0,1-1 0,0 1 0,0 0 0,-8 10 0,-10 12 20,-20 32-1,20-26 14,3-6 5,1 1 1,1 1-1,-17 37 1,32-58-24,0-1 0,1 1 0,0 0-1,0 0 1,1 1 0,0-1 0,1 0 0,0 1 0,0 0 0,0-1 0,1 1 0,1-1 0,0 1 0,0-1 0,0 1 0,1-1 0,0 0 0,6 14 0,-4-16-24,0 0 0,0 0 0,0 0 0,1-1 0,0 1 0,0-1 0,1-1 0,-1 1 0,1-1 0,0 0 0,0 0 0,1-1 0,-1 1 0,1-1 0,0-1 0,-1 0 0,1 0 0,0 0 0,0 0 0,1-1 0,11 0 0,5 0-154,0 0 1,1-2-1,-1-1 0,0-1 1,28-7-1,-22 1 7,0 0-1,0-2 1,-1 0-1,0-3 1,-1 0 0,0-2-1,-1-1 1,-1-1 0,-1-1-1,-1-1 1,-1-1 0,24-28-1,-20 18 21,-2-1-1,-1-2 0,-2 0 0,-1-1 0,-2-2 1,-1 0-1,-2 0 0,21-76 0,-17 2-50,-19 106 293,-3 5-83,0 1 0,0 0 1,1-1-1,-1 1 0,0 0 1,1 0-1,-1 0 0,0 0 1,1 0-1,-1 0 0,1 0 0,0 1 1,-1-1-1,1 0 0,-2 3 1,-14 22 110,12-15-72,0 1-1,1 0 1,0 0 0,1 0-1,0 0 1,-1 25 0,2 67 139,3-92-172,-1 5 1,1 0 1,1 0-1,1 0 1,1 0 0,0-1-1,1 0 1,0 1 0,2-2-1,0 1 1,0-1-1,1 0 1,14 18 0,-17-27-20,0 1 0,1-1 0,0 0 1,0-1-1,0 1 0,1-1 1,-1 0-1,1-1 0,1 0 0,-1 0 1,0 0-1,1-1 0,0 0 1,0-1-1,0 0 0,0 0 0,0 0 1,0-1-1,0-1 0,0 1 1,1-1-1,-1 0 0,0-1 0,0 0 1,1-1-1,9-2 0,-4-1 0,0 1 1,0-2-1,-1 0 0,0 0 0,-1-2 0,1 1 0,-1-2 0,0 1 1,-1-2-1,0 1 0,-1-1 0,0-1 0,13-17 0,-2-5 1,-2 0-1,-1-1 0,15-39 0,23-44 384,-46 100-220,1 0 1,0 1-1,1 0 0,22-22 0,4-5 148,-37 41-206,29-7 629,-29 10-694,0 0 0,-1 0 0,0-1-1,1 1 1,-1 0 0,1 0 0,-1 0-1,0 0 1,0-1 0,1 1 0,-1 0 0,0 0-1,0 0 1,0 0 0,0 0 0,0 0 0,0 0-1,-1 0 1,1 1 54,0 21-9,-1 1 1,-1-1 0,-1 1 0,-1-1 0,-11 35-1,-4 26-7,9-11-81,-1 147 0,15-133 0,26 138 0,-9-92 0,-10-48 0,-3 0 0,-5 0 0,-10 136 0,3-183 0,-3 1 0,0-1 0,-3 0 0,-1-1 0,-2 0 0,-1-1 0,-2-1 0,-1 0 0,-2-1 0,-28 38 0,14-31-141,-1-1 1,-3-3-1,-1 0 1,-1-3-1,-51 35 0,-232 125-925,160-117 468,141-69 525,-1 0-1,0-2 1,0 0-1,0-2 1,-41 3-1,59-6 68,-1-1 0,0 0 0,0 0 0,0-1 1,0 0-1,0 0 0,0 0 0,0 0 0,1-1 0,-1 0 0,-8-4 0,11 4 11,-1 0-1,1 0 1,0 0 0,-1-1-1,1 1 1,0-1-1,0 1 1,1-1 0,-1 0-1,1 0 1,-1 0 0,1 0-1,0 0 1,0 0-1,0 0 1,0 0 0,1-1-1,-1 1 1,1-5-1,-1-7 19,1 0 0,1 0 0,1 0 0,0 0 0,0 0-1,2 1 1,8-26 0,50-98 68,-62 138-91,236-397 96,33 18-132,-235 332 16,205-268-2433,320-326-1,-464 541 1132,-13 11-1930,134-110 1,-205 190 2754,1 0 0,1 2-1,-1-1 1,1 1 0,1 1 0,25-8 0,-34 12 442,1 0 1,0 1-1,0 0 1,0 0-1,0 1 1,0-1-1,0 1 1,0 1-1,-1-1 1,1 1 0,0 0-1,0 0 1,0 1-1,0-1 1,-1 1-1,1 1 1,-1-1-1,10 7 1,-8-5 578,1 0 0,0 0 0,0 0 0,16 4 1,6 3 2286,-27-11-2473,-1 1 0,1-1 0,0 0 1,-1 0-1,1 0 0,0-1 0,0 1 1,-1 0-1,1-1 0,5-2 0,-4 2 372,-1 1 2793,-4 2-2714,-3 2-550,1 1 1,0 0 0,1 0 0,-1 0-1,1 0 1,0 0 0,0 0-1,1 1 1,-2 5 0,-5 56 727,6-41-526,-1 21-169,1 0 0,3 0-1,2 0 1,2 0 0,2 0-1,15 52 1,-18-84-272,1-1 0,0-1 0,1 1 0,0-1 0,1 0 0,1 0 0,0 0 0,0-1 0,1-1 0,1 0 0,0 0 0,12 10 0,-18-18-11,0 0 0,1-1 0,-1 1-1,1-1 1,-1 0 0,1 0 0,0 0 0,0 0 0,0-1 0,0 0 0,0 0-1,0 0 1,0-1 0,0 0 0,0 0 0,0 0 0,10-2 0,-3 0-70,0-1 0,0-1-1,-1 0 1,1 0 0,12-8 0,-16 7-10,0-1-1,-1 1 1,1-1-1,-1-1 1,0 0-1,-1 0 1,0 0-1,0-1 0,0 0 1,-1 0-1,0 0 1,-1 0-1,4-10 1,12-19-201,59-116-643,-75 146 890,-3 7 37,0 0 0,0 0-1,0 1 1,0-1 0,0 0 0,-1 0 0,1 1 0,0-1 0,0 1 0,0-1 0,0 1 0,0-1-1,0 1 1,-1-1 0,1 1 0,0 0 0,0-1 0,-1 1 0,1 0 0,1 1 0,6 9 45,1 1 0,-2 0-1,0 0 1,0 1 0,-1 0 0,6 16 0,19 39 259,-16-43-154,0-2 0,2 0 0,26 29 0,-31-40-35,1 0 0,-1-1 0,2 0 0,-1-1 0,1-1 0,29 15 0,-38-22-81,-1-1 1,1 0 0,0 1 0,-1-2 0,1 1 0,0 0 0,0-1 0,0 0 0,-1 0 0,1-1 0,0 1 0,0-1 0,-1 0 0,1 0-1,0-1 1,-1 1 0,5-3 0,0 0 5,0-1 1,0 0-1,-1 0 0,0-1 0,0 0 0,-1 0 0,8-8 1,-3 0 13,-2 0 0,1 0 0,-2-1 0,0-1 0,-1 1 0,10-28 0,-2 0-186,12-61 0,65-362-6699,-85 409 4536,-6 30-294,2 0-4377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2:54.7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195 26 13689,'5'-24'2658,"-5"24"-2612,0 0-1,0 0 0,0 0 0,-1 0 1,1 0-1,0 0 0,0-1 0,0 1 0,0 0 1,0 0-1,0 0 0,0 0 0,-1 0 1,1 0-1,0 0 0,0 0 0,0 0 0,0 0 1,0 0-1,-1 0 0,1 0 0,0 0 1,0 0-1,0 0 0,0 0 0,0 0 1,-1 0-1,1 0 0,0 0 0,0 0 0,0 0 1,0 0-1,0 0 0,0 0 0,-1 0 1,1 0-1,0 0 0,0 1 0,0-1 0,0 0 1,0 0-1,0 0 0,0 0 0,0 0 1,-1 0-1,1 0 0,0 0 0,0 1 0,0-1 1,-15 18 1741,4 0-823,1 0 1,1 0 0,1 1-1,0 1 1,1-1-1,-5 26 1,-23 136 2464,24-106-2739,-2 131 0,13-169-555,2 0 0,1 0 0,2-1 0,2 1 0,17 55 0,-18-78-135,0 0 0,0 0 0,1-1 0,1 0 0,1 0 0,10 13 0,-13-19 0,0 0 0,1 0 0,0-1 0,0 0 0,0 0 0,1-1 0,0 0 0,0 0 0,0-1 0,16 7 0,-21-11 0,1 1 0,0 0 0,0-1 0,0 0 0,-1 0 0,1 0 0,0 0 0,0 0 0,0-1 0,-1 0 0,1 0 0,0 0 0,5-3 0,35-20 0,-36 18 0,-1-1 0,0 1 0,-1-1 0,0-1 0,0 1 0,0-1 0,-1 0 0,0 0 0,-1-1 0,0 1 0,0-1 0,0 0 0,-1 0 0,-1 0 0,0-1 0,2-13 0,0-9 0,-2-1 0,-1 0 0,-4-43 0,-1 32-6,-2-1 0,-2 1 1,-2 0-1,-2 1 0,-29-70 0,28 84-46,-1 0-1,-2 0 0,-1 2 1,-1 0-1,-1 1 0,-1 1 1,-1 0-1,-40-34 0,49 50-692,0 0 0,-1 0 1,-27-12-1,37 19 454,1 1 1,-1 1 0,1-1 0,-1 0-1,0 0 1,1 1 0,-1 0-1,0-1 1,0 1 0,1 0 0,-1 1-1,0-1 1,1 0 0,-1 1 0,0-1-1,1 1 1,-1 0 0,1 0-1,-1 0 1,1 0 0,-1 0 0,-3 3-1,5-3-185,-1 1-1,1-1 1,-1 0-1,1 1 1,-1 0-1,1-1 1,0 1-1,0 0 1,0 0-1,0-1 0,0 1 1,0 0-1,0 0 1,1 0-1,-1 0 1,1 0-1,-1 3 1,0 38-10565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2:55.0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82 14957,'33'-30'2760,"-26"24"2958,9 25-3427,-1 1-1983,0 1 0,-2 0 0,0 1 0,-2 1 0,0 0 1,-1 0-1,9 38 0,-8-19-113,-2 0 0,-2 0 0,3 76 0,-10-84-154,-1 1 0,-2-1 1,-2 0-1,-1 0 0,-1 0 1,-2-1-1,-2 0 0,0 0 1,-19 33-1,-2-14 55,30-49-61,3-17-28,1 0 0,0 0 0,0 0 0,2 0 0,0 1 0,0-1 0,1 1 0,1 0 0,7-12 0,-1-2-29,19-39-695,3 1 1,3 2-1,48-63 1,-37 64-1498,3 3 0,103-94 0,-136 137 1666,19-17-3429,74-51 0,-28 39-4592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2:55.4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1141 748 7641,'-2'-2'316,"0"0"1,0 0-1,1 0 1,-1 0 0,0-1-1,1 1 1,-1 0-1,1-1 1,0 1 0,0-1-1,0 0 1,0 1-1,0-1 1,0 0 0,1 1-1,0-1 1,-1 0-1,1 0 1,0-3 0,-4-28 2900,1 27-2712,0 0 1,0 0 0,0 0 0,-1 1-1,0 0 1,0 0 0,-1 0 0,0 0 0,0 1-1,0 0 1,-7-6 0,2 3 147,0 0 0,-1 1 1,0 0-1,0 1 0,-19-8 0,12 7-358,0 0-1,-1 2 0,0 0 0,0 1 0,0 1 0,-1 1 0,1 0 1,-1 2-1,1 0 0,0 1 0,-1 1 0,1 1 0,0 1 0,0 0 0,0 2 1,1 0-1,-1 1 0,-26 15 0,9-1-294,1 3 0,1 1 0,1 1 0,1 2 0,-32 37 0,10-3 0,-78 115 0,103-133 0,2 2 0,-41 96 0,59-117 0,0-1 0,2 1 0,1 0 0,1 0 0,1 1 0,1-1 0,1 1 0,2 28 0,1-47 0,0 0 0,0 0 0,1 0 0,0-1 0,0 1 0,0-1 0,6 11 0,-6-14 0,0 0 0,-1 0 0,1 0 0,0-1 0,1 1 0,-1-1 0,0 1 0,1-1 0,-1 0 0,1 0 0,0 0 0,0 0 0,-1 0 0,1-1 0,0 0 0,1 1 0,-1-1 0,6 1 0,5 0 0,-1-2 0,1 0 0,-1 0 0,0-2 1,1 1-1,-1-2 0,0 0 0,0 0 0,0-1 0,0-1 0,-1 0 0,0-1 1,0 0-1,0-1 0,-1 0 0,16-13 0,-3 0-1,-1 0-1,-1-2 1,-1 0-1,0-2 1,-2 0-1,20-33 1,-4-5-148,-2-1 0,-3-2 0,27-85 0,45-210-244,-91 319 370,120-531 587,-185 823-108,-15 88-3409,3-22-3316,25 2-1028,37-206-5967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2:57.1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476 759 9365,'-4'-2'393,"1"1"-1,-1-1 1,1 1 0,-1-1-1,1 0 1,0 0 0,-1 0-1,1-1 1,1 1 0,-1-1 0,0 0-1,0 0 1,1 1 0,0-2-1,0 1 1,-3-5 0,3 6-87,1 0 1,-1 0-1,1 0 1,-1 0 0,0 0-1,0 1 1,1-1-1,-1 1 1,-1-1-1,1 1 1,0 0-1,0-1 1,0 1 0,-1 1-1,1-1 1,0 0-1,-1 0 1,1 1-1,-1-1 1,1 1-1,-1 0 1,-3 0 0,-1-1 733,5 1-899,0 0 0,0 0 0,0 0 1,0 0-1,0 0 0,0 0 1,0 1-1,0-1 0,1 1 1,-1-1-1,0 1 0,0 0 0,0 0 1,0 0-1,1 0 0,-1 0 1,1 0-1,-1 0 0,0 0 0,1 1 1,0-1-1,-1 1 0,0 1 1,-3 3 96,1 0 1,0 1-1,1 0 1,-4 9 0,2-4 186,-27 58 428,-33 109 1,-6 79 814,41-142-1417,0 6-251,6 2 0,-16 246 0,39-363 0,1-1 0,1 0 0,-1 0 0,1 0 0,2 11 0,-1-11 0,-2-5 0,0 0 0,0 1 0,1-1 0,-1 1 0,0-1 0,1 1 0,-1-1 0,1 1 0,0-1 0,-1 0 0,1 1 0,0-1 0,0 0 0,0 0 0,1 2 0,-1-3 0,1 0 0,-1 0 0,0 0 0,1 0 0,-1 0 0,1 0 0,-1 0 0,0 0 0,1-1 0,-1 1 0,1 0 0,-1-1 0,0 0 0,0 1 0,1-1 0,-1 0 0,0 1 0,0-1 0,2-2 0,24-21 0,-17 6 0,-1 0 0,0-1 0,-1 0 0,-1 0 0,-1-1 0,7-34 0,-10 38 0,95-432 0,46-179 0,-128 569 0,74-245 0,-65 229 0,4 1 0,38-68 0,-60 128 0,1 0 0,0 1 0,0 0 0,1 0 0,1 1 0,0 0 0,21-18 0,-27 26 0,-1 1 0,1-1 0,0 1 0,0 0 0,0 0 0,0 1 0,0-1 0,0 1 0,0 0 0,1 0 0,-1 0 0,0 1 0,1-1 0,-1 1 0,0 0 0,1 0 0,-1 1 0,0-1 0,1 1 0,-1 0 0,0 0 0,0 1 0,1-1 0,-1 1 0,0 0 0,-1 0 0,1 0 0,0 0 0,-1 1 0,5 3 0,4 5 0,0 0 0,0 1 0,-1 0 0,-1 0 0,0 1 0,14 26 0,41 96 0,-53-109 0,14 31 0,-3 2 0,-2 0 0,-3 1 0,-3 2 0,-2-1 0,5 76 0,20 427 0,-63-3 0,-37-3 0,28-277 0,24-183 0,4 157 0,6-240-241,2-1 0,-1 1 0,2-1 0,0 0 0,1 0 0,0 0 0,11 21 0,-14-31 130,1-1 1,0 1 0,0-1-1,0 0 1,0 1-1,1-1 1,-1 0-1,1 0 1,-1-1-1,1 1 1,0-1 0,0 1-1,1-1 1,-1 0-1,0 0 1,1 0-1,-1-1 1,1 1 0,-1-1-1,1 0 1,0 0-1,0 0 1,0 0-1,-1-1 1,1 1 0,0-1-1,0 0 1,0 0-1,0-1 1,0 1-1,0-1 1,5-1-1,0-2-1184,0 1 0,-1-2-1,1 1 1,-1-1 0,0 0-1,0-1 1,0 0-1,13-14 1,25-31-11257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2:57.3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151 154 12641,'-90'-15'2448,"63"24"2081,7-6-2465,7 3-220,33-3-316,204-9 1397,-100 3-2433,23-9-468,18 3-732,12-3-277,4-9-519,-4 0-896,-12-9-748,-8 5-2725,-3 4-5020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2:58.4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0 628 12805,'1'-7'963,"1"1"0,0-1 0,0 1-1,0 0 1,0 0 0,1 0 0,7-11 0,-8 14-759,1 1 0,-1-1 0,1 1 1,-1 0-1,1 0 0,0 0 0,0 0 1,0 0-1,0 1 0,0-1 0,0 1 1,1 0-1,-1 0 0,0 0 0,1 0 0,-1 1 1,0-1-1,5 1 0,7 0 11,1 1-1,-1 0 1,1 1-1,-1 1 1,1 0-1,-1 1 1,0 1-1,-1 0 1,1 1-1,-1 1 1,0 0 0,0 1-1,-1 0 1,22 19-1,-11-7-83,-2 0 0,0 1 0,-1 2-1,-2 0 1,0 1 0,29 51 0,-33-47-93,-2 2 0,-1 0 0,-2 0-1,-1 1 1,-1 0 0,-1 0 0,-2 1 0,-1 0 0,-2 0 0,-1 0 0,-1 1-1,-2-1 1,-1 0 0,-2 0 0,-15 52 0,15-68-30,-1 0-1,-1 0 1,0 0 0,-1-1 0,-1-1-1,-1 1 1,0-2 0,0 1 0,-15 13-1,23-25-2,0 0-1,0 0 0,0-1 1,0 1-1,0-1 1,0 1-1,0-1 0,0 0 1,-1 1-1,1-1 0,-1 0 1,1-1-1,-1 1 0,1 0 1,-1-1-1,-2 1 1,3-1-2,0-1 0,0 1 0,0 0 0,0-1 0,1 1 0,-1-1 0,0 0 0,1 1 0,-1-1 0,0 0 0,1 0 0,-1 0 0,1 0 0,-1 0 0,1-1 0,0 1 0,-3-3 0,1 0 1,0-1 0,0 0 0,0 0 0,1-1 0,-1 1 0,1 0 0,1-1 0,-1 0 0,1 1 0,0-1 0,0 0 0,0-9 0,3-20-109,1 1 0,1-1 1,2 1-1,2 1 0,1-1 0,1 1 0,17-36 0,9-6-1357,81-130-1,-50 104-577,4 3 0,95-100 0,-110 139 939,3 2 0,3 4 0,1 2 0,81-50 0,-105 81 1423,0 1-1,1 2 1,0 2-1,67-16 1,-39 12 2521,-65 18 934,-5-1-3627,-1 1 0,1-1-1,-1 1 1,1 0-1,-1 0 1,1 0 0,-1 0-1,0 1 1,0-1-1,1 1 1,-1-1 0,0 1-1,0 0 1,1 0-1,-1 0 1,0 1 0,0-1-1,1 1 1,-1-1-1,-3 2 1,-4 1-15,3-1-48,0 0 0,-1 0 0,1 1 0,1 0 0,-1 1 0,0-1 0,1 1 0,0 1 0,-11 8 0,8-6-17,-10 9 93,1 0 1,0 2-1,1 0 1,-22 31-1,27-33-120,1 1 1,1 0-1,1 0 0,1 1 0,0 0 0,1 0 1,1 1-1,1 0 0,0 0 0,-2 32 0,6-40-91,1 0 0,0 0-1,0 0 1,1 0 0,1-1-1,0 1 1,0 0 0,1-1-1,1 0 1,0 1 0,0-1-1,1-1 1,0 1-1,0-1 1,1 0 0,0 0-1,1 0 1,0-1 0,1 0-1,13 11 1,-8-10-119,0 0-1,1-1 1,0-1 0,1 0-1,26 8 1,-33-13 136,-1-1 1,1 0-1,0 0 0,0-1 1,0 0-1,-1 0 0,1-1 1,0 0-1,0-1 0,-1 1 1,1-1-1,-1-1 0,1 0 1,-1 0-1,0 0 0,0-1 1,0 0-1,-1 0 0,1-1 1,7-6-1,-6 2 40,0 0 1,-1 0-1,0-1 0,0 1 1,-1-2-1,0 1 0,-1-1 0,0 1 1,6-22-1,-2 0 556,-1-1 1,3-37-1,-5 2 1101,-5 63-633,2 34-178,5 274 850,-6-121-1057,-19 498-648,-83 59 0,85-654 0,-4-1 0,-37 100 0,46-159-79,-2 0-1,0-1 1,-2-1-1,0 0 1,-2-1-1,-1 0 1,0-2-1,-1 0 1,-25 21-1,19-20-36,-1-2 1,-1-1-1,-1-1 0,0-2 0,-1 0 0,0-2 0,-49 16 0,73-28 102,-38 12-154,0-1 0,-85 11 0,117-22 148,-1 0 0,1-1 0,-1 0 0,0 0 0,1-1 0,-1-1 0,1 0 0,-1 0 0,1-1 0,0 0 0,0-1 0,0 0-1,1-1 1,-1 0 0,1 0 0,0-1 0,-15-12 0,18 11 10,0 0 0,1 0 0,0-1 1,0 1-1,0-1 0,1 0 0,1 0 0,-1-1 0,1 1 0,1-1 0,-1 1 1,2-1-1,-1 0 0,1 0 0,0 0 0,1-9 0,1-8-49,0 1-1,2 0 1,1-1 0,12-39-1,9-13-404,4 2-1,3 0 0,68-117 0,156-194-1332,442-471-568,-123 162 2182,-555 669 267,6-7-5,-1-2 0,-1 0 0,-2-1 0,26-62 0,-47 96-66,0 0 0,-1 0 0,1-1 0,0 1 0,-1 0 0,0 0 0,0 0 0,0 0 0,0-1 0,-1-4 0,-1-4 58,2 9 31,-4 4 24,-45 26 280,47-25-372,0 0 0,1 0-1,-1 0 1,0 0 0,1 0 0,-1 0-1,1 1 1,-1-1 0,1 1 0,0-1-1,0 1 1,0-1 0,1 1 0,-1-1-1,0 4 1,-1 38 216,2-31-162,-1 27 174,1 0 1,2 1 0,14 73-1,-12-95-233,1-1-1,1 1 0,1-1 0,0 0 1,1 0-1,2-1 0,-1 0 0,2-1 1,0 0-1,20 21 0,-21-25-115,1-1 0,0 0 0,1-1-1,0-1 1,1 0 0,-1 0 0,2-1 0,-1-1-1,1 0 1,0-1 0,1-1 0,22 6 0,-20-9 24,0 0 0,0-2 0,0 0 0,0-1 0,-1-1 0,1 0 0,0-1 0,-1-1 0,0-1 0,0 0 0,0-1 0,0-1 0,-1 0 0,0-1 0,-1-1 0,1 0 0,-2-1 0,1 0 0,-2-1 0,1-1 0,12-15 0,4-11 645,-1-1 1,-2-1-1,-1-2 0,21-51 0,-38 75-158,-3 8 6,-1 0 1,2 0-1,10-16 1,-14 24 55,-2 7-46,-19 121 298,-5 43-1392,22-84-4065,3-62-193,7 39-1,5-11-8170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2:59.1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139 29 11065,'0'4'291,"0"0"0,-1 0 0,1 0 0,-1 0 1,0-1-1,0 1 0,0 0 0,-1-1 0,1 1 0,-1 0 0,0-1 0,0 0 0,0 1 0,0-1 1,0 0-1,-1 0 0,-5 5 0,-14 17 1906,-6 21 38,-3 1-227,29-44-1345,0-1 238,0 0-908,-14 10 2014,11-12-734,7-12-700,1 6-477,0 1 1,1-1-1,0 1 0,0 0 0,0 0 0,0 0 0,1 0 0,0 1 0,0 0 1,0 0-1,0 0 0,1 1 0,-1-1 0,1 1 0,0 1 0,0-1 0,0 1 1,1 0-1,-1 0 0,0 1 0,1 0 0,-1 0 0,1 0 0,-1 1 1,1 0-1,12 2 0,-14 0-84,1 0 0,-1 0 0,1 0 0,-1 1 0,0 0 0,0 0 0,-1 0 1,1 1-1,-1-1 0,1 1 0,-1 0 0,0 1 0,5 6 0,-4-3-4,-1 0 0,1 0 0,-1 1 0,-1 0 0,1-1 0,-2 1 0,4 16 0,-2 1-23,-2 1 0,-1 0 0,0 0 0,-7 49 0,-2-30-173,-2 1-1,-18 52 1,24-88 168,59-107-57,-9 17 77,94-121 0,-130 187-4,1 0 0,0 1 0,0 1 0,2 0 0,14-10 0,-25 19 3,1 1 0,-1 0 0,1 0 0,-1 0 0,1 0 0,0 0 0,-1 0 0,1 1 0,0-1 0,0 1-1,0 0 1,-1 0 0,1 0 0,0 0 0,0 1 0,0-1 0,-1 1 0,1-1 0,0 1 0,-1 0 0,1 0 0,0 0-1,-1 1 1,4 1 0,1 1 1,-1 1-1,0-1 0,0 1 1,0 0-1,-1 1 0,0-1 0,6 8 1,-6-5-1,-1 0 1,1 1-1,-1-1 0,-1 1 1,0-1-1,0 1 1,-1 0-1,0 0 0,0 0 1,0 15-1,-1 9 8,-5 51 0,2-53-3,1-9-20,-1 0-1,-1 0 1,-7 28-1,9-47 62,2-7-38,22-55 35,2 1 1,3 2-1,2 0 0,3 2 0,2 2 1,2 1-1,2 2 0,3 1 1,55-49-1,-90 91-22,1-1 1,0 1 0,0 1-1,1-1 1,10-4 0,-15 9 2,-1-1 0,1 1 0,0 0 0,0 0 1,0 1-1,0-1 0,0 1 0,0 0 1,0 0-1,0 0 0,0 0 0,0 1 1,0 0-1,0 0 0,6 2 0,-2 0 9,-1 0 0,-1 1 0,1 0 0,0 0-1,-1 0 1,0 1 0,0 0 0,0 0 0,-1 1 0,0-1 0,0 1-1,0 1 1,-1-1 0,1 0 0,-2 1 0,5 8 0,5 16-21,-2 0 0,14 53 1,7 22-1141,-23-84 294,1-2-1,1 1 1,1-2 0,23 30 0,-24-36-680,0 0 1,20 15-1,-20-19-746,0-1 0,0 0 0,20 9 0,15 4-7544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2:59.9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 1253 11705,'-1'-3'2352,"-2"-4"-1256,2 6-967,0-1 1,0 1-1,0 0 0,1 0 1,-1-1-1,1 1 1,-1 0-1,1-1 0,-1 1 1,1 0-1,0-1 1,0 1-1,-1 0 0,1-1 1,0 1-1,0-1 1,1 1-1,-1-1 0,0 1 1,0 0-1,1-1 1,-1 1-1,1 0 0,-1-1 1,1 1-1,-1 0 0,1 0 1,0-1-1,0 1 1,-1 0-1,1 0 0,0 0 1,0 0-1,0 0 1,0 0-1,1 0 0,-1 0 1,0 1-1,2-2 1,2-1 160,6-3 393,0 0 1,1 0 0,-1 1-1,1 1 1,21-5-1,-15 5-425,209-58 1724,-187 48-1835,-1-1 1,0-2 0,57-34 0,-85 44-126,-1-1 0,0-1 0,0 1 0,-1-2 0,0 1 0,11-17 0,-17 22-24,1-1 1,-1 0-1,0 1 1,0-1-1,-1 0 1,0-1 0,0 1-1,0 0 1,0-1-1,-1 1 1,0-1-1,0 1 1,0-1-1,-1 0 1,0 1-1,0-1 1,-1-5 0,1 9 2,-1 1 0,0-1 1,1 1-1,-1-1 1,0 1-1,0 0 1,1 0-1,-1-1 1,0 1-1,0 0 1,-1 0-1,1 0 1,0 0-1,0 0 1,0 0-1,-1 0 1,1 0-1,-1 1 1,1-1-1,0 0 1,-1 1-1,1-1 0,-1 1 1,1 0-1,-1-1 1,1 1-1,-1 0 1,0 0-1,1 0 1,-1 0-1,1 0 1,-2 1-1,-6 0 14,1 0 0,0 0 0,0 1 0,-16 6 1,4 1 31,0 0 1,1 2 0,0 0-1,0 1 1,1 0 0,-22 22 0,-2 6 16,-44 54 1,66-70-18,1 1 1,1 0-1,2 2 1,-18 36-1,28-52-41,1 2 1,0-1-1,1 0 0,0 1 0,1 0 1,1-1-1,0 1 0,0 1 1,2-1-1,-1 0 0,2 0 0,3 25 1,-3-33-60,1 1 0,0-1 0,0 0 0,0 0 0,1 0 0,-1 0 0,1-1 1,0 1-1,1-1 0,-1 1 0,1-1 0,0 0 0,7 6 0,-3-5-90,0 1 0,0-2 0,0 1 0,1-1 0,-1-1 0,1 1 0,14 3 0,-3-3-91,-1-1 1,1-1-1,0-1 1,0 0-1,0-1 1,0-1-1,20-5 1,-24 3 136,0-1 1,0-1 0,0 0 0,-1-1-1,0-1 1,0 0 0,-1-1 0,0-1 0,0 0-1,-1-1 1,14-14 0,0-3-21,-1-1 0,-1-1 1,34-54-1,-40 53 136,-2 0-1,-1-1 1,-1-1 0,-2-1-1,11-36 1,-23 65 119,-1 8-27,10 260 487,-9-254-589,-1 1 0,1-1 0,1 1 0,0-1 0,1 0 1,0 0-1,0 0 0,1 0 0,0-1 0,1 1 0,0-1 0,0 0 0,1 0 1,0-1-1,1 0 0,0 0 0,0 0 0,10 7 0,-14-13-3,0 0-1,0 0 0,0-1 1,1 1-1,-1-1 0,0 1 1,1-1-1,-1 0 0,1 0 1,0-1-1,-1 1 0,1-1 1,0 0-1,5 0 0,-1-1-9,0 0 1,0 0-1,1-1 0,14-5 0,-5-1 1,-1-1-1,1-1 1,-2 0 0,1-1-1,18-17 1,-2 2 54,34-28-60,29-22-59,-83 67 62,1 1 0,0 0 0,0 1 0,0 0 1,21-6-1,-26 11 17,1 0 0,-1 0 0,1 1 1,-1 0-1,1 1 0,-1 0 1,1 0-1,-1 1 0,1 0 0,-1 1 1,0 0-1,1 1 0,-1 0 1,14 6-1,2 4 96,0 2 0,0 0 0,29 26 0,-42-32-83,20 18 72,-26-22-83,0 1-1,0-1 1,1 0 0,-1-1-1,1 1 1,0-1 0,0-1-1,0 0 1,15 5 0,-16-6-39,-1 0-20,1-1 0,0 1 1,0-1-1,0 0 0,0 0 0,0-1 0,0 0 0,0 0 0,0 0 1,0-1-1,0 0 0,0 0 0,8-3 0,2-2-32,0 0-1,-1-1 0,0-1 1,0-1-1,21-15 0,-21 11 38,-1-1-1,0-1 0,-1 0 0,-1-1 0,0 0 0,13-24 1,121-244-153,-7-48 98,90-183 2048,-226 509-1882,20-30 1253,-23 36-1300,0-1 0,0 1 0,0 0-1,1 0 1,-1-1 0,0 1 0,0 0 0,0 0-1,1 0 1,-1 0 0,0 0 0,0-1-1,1 1 1,-1 0 0,0 0 0,0 0 0,1 0-1,-1 0 1,0 0 0,1 0 0,-1 0-1,0 0 1,0 0 0,1 0 0,-1 0 0,0 0-1,1 0 1,-1 0 0,0 0 0,0 0-1,1 0 1,-1 0 0,0 1 0,0-1-1,1 0 1,-1 0 0,0 0 0,7 21 679,-5 8-272,-2 0 0,0 0 0,-2 0 0,-2-1 0,-6 31 1,-43 146 955,46-181-1252,-128 431 170,119-403-367,5-16-375,0 0-1,3 0 0,-7 64 0,13-75-956,1 40 0,8-21-2596,10 0-5691,4-9-1815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3:00.0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1 239 15805,'40'-82'2881,"-10"55"-645,7 6-404,10 3-260,10 3-320,3-3-420,24 3-956,16-3-824,4-1-1236,3 13-1076,17 6-2653,20 6-5084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3:00.3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1 724 13677,'11'-49'1414,"-7"30"-97,0-1 0,1 2 0,1-1 0,1 1 0,1-1 0,14-25 0,161-186 5373,-102 132-5242,-56 69-1384,1 1 0,0 2 0,3 0-1,50-35 1,-76 59-64,0-1 0,1 1 0,-1 0 0,1 0 0,-1 1 0,1-1 0,0 1 0,0 0 0,0 0 0,0 0 0,-1 0 0,1 1 0,1 0 0,-1 0 0,0 0 0,0 0 0,0 0 0,0 1 0,-1 0 0,1-1 0,0 2 0,6 1 0,-1 0 0,-1 1 0,0-1 0,0 1 0,0 1 0,-1-1 0,0 1 0,1 1 0,-2-1 0,1 1 0,-1 1 0,0-1 0,0 1 0,0 0 0,-1 0 0,0 1 0,-1-1 0,5 10 0,-1 4 0,0 0 0,-1 0 0,-1 0 0,-1 1 0,-1-1 0,-1 1 0,-1 0 0,-1 1 0,-2 32 0,-1-26 0,-2-1 0,0 0 0,-2-1 0,-1 1 0,-1-1 0,-2 0 0,-13 26 0,6-21-172,-1-2 1,-2 0-1,-38 45 0,-81 70-1487,83-89 285,-74 92 0,122-136 186,0 0 0,1 0 1,-8 19-1,-1 18-5769,8 4-6024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3:00.4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125 194 14377,'-7'-81'2149,"-13"53"887,17 13-2012,-1-3 160,-16 3-1716,-6-12-1276,15 18-504,-5 15-2745,-1 0-4020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3:05.1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1153 144 11785,'-5'-9'534,"-1"0"1,0 0-1,0 1 0,-1 0 1,-1 0-1,1 1 1,-1 0-1,0 0 0,-1 0 1,-15-8-1,3 6 153,0 0 0,0 2 1,-1 0-1,0 2 0,0 0 1,-1 2-1,0 0 0,1 1 0,-39 3 1,20 3-340,0 2 1,1 1 0,0 3 0,0 1 0,1 2-1,0 1 1,2 3 0,0 0 0,0 3 0,2 1-1,-40 31 1,49-33-275,1 2-1,1 1 1,0 1-1,2 1 0,1 1 1,0 1-1,2 0 1,1 2-1,2 0 1,0 1-1,2 0 0,2 2 1,0-1-1,-11 51 1,20-66-63,1-1 0,1 1 0,0 0 0,1 0 1,1 0-1,0 0 0,1 0 0,0 0 0,2 0 1,-1-1-1,2 0 0,7 17 0,-9-24-10,1 1 0,0-1 0,0 0 0,1 0 0,0-1 0,0 1 0,0-1 0,1 0 0,0-1 0,0 0 0,1 1 0,0-2 0,-1 1 0,2-1 0,-1 0 0,0-1 1,1 1-1,-1-1 0,1-1 0,0 0 0,0 0 0,0 0 0,13 0 0,-5-2-4,0-1 0,0 0 1,-1-1-1,1-1 0,0-1 0,-1 0 1,0 0-1,0-2 0,0 0 0,0-1 1,15-10-1,20-14 93,76-63 1,-110 81-40,236-178 2475,-238 180-2478,-13 9-48,1 0 0,0 0 0,0 1 0,0-1 0,0 1 0,0-1 0,0 1 0,0 0 0,0-1 0,1 1 0,-1 0 0,1 1 1,-1-1-1,0 0 0,1 1 0,-1-1 0,1 1 0,0 0 0,-1 0 0,5 0 0,-3 1 0,-1 0 0,1 0 0,0 1 0,-1 0 0,1 0 0,-1 0 0,1 0 0,-1 0 0,0 0 0,0 1 0,0 0 0,0 0 0,0 0 0,0 0 0,-1 0 0,0 0 0,0 0 0,0 1 0,2 3 0,4 11 0,-1-1 0,9 35 0,-16-50 0,22 89-241,10 116 0,-21-119-602,37 139 0,21 20-9176,-48-176 3258,1-9-4074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3:06.0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0 403 13781,'2'-1'232,"-1"0"0,1 1 0,0-1 0,-1 0 0,1 1 0,0-1 0,-1 1-1,1 0 1,0 0 0,0-1 0,-1 1 0,1 0 0,0 1 0,0-1 0,-1 0 0,1 0 0,0 1-1,0-1 1,-1 1 0,1-1 0,-1 1 0,1 0 0,0 0 0,-1 0 0,1 0 0,-1 0 0,0 0-1,1 0 1,1 2 0,5 4 402,-1 1-1,1 0 1,9 14-1,-16-20-455,180 267 4654,-151-217-4531,-3 2 1,-3 0 0,26 82-1,-33-79-167,-2 0 1,-4 0-1,-1 1 1,1 71-1,-10-103-105,-2 0-1,0 0 1,-2-1-1,-1 1 0,-1 0 1,-1-1-1,-2 0 1,0 0-1,-1-1 1,-2 0-1,-25 42 0,20-42-1,-1-1-1,-31 33 1,42-49-20,-1 0 1,0-1-1,0 0 0,0-1 1,-1 1-1,0-2 0,0 1 1,0-1-1,-1 0 0,1 0 0,-18 4 1,23-8-4,0 0 1,1 0-1,-1 0 1,0 0-1,1-1 1,-1 1-1,0-1 1,1 1 0,-1-1-1,1 0 1,-1 0-1,1 0 1,0-1-1,-1 1 1,1 0-1,0-1 1,0 1-1,0-1 1,0 0-1,0 0 1,0 0-1,0 0 1,1 0-1,-1 0 1,1 0-1,-1-1 1,-1-3-1,-1-3 17,0 1 0,1-1-1,0 0 1,0 0 0,1 0-1,-2-17 1,2-2-26,2-1-1,1 1 0,1-1 1,1 1-1,2 0 0,1 0 1,12-35-1,-2 17-242,3-1 0,1 2-1,37-60 1,-12 36-509,4 3 0,2 1 0,3 3 0,2 2-1,3 3 1,106-80 0,-75 73-361,2 4 1,3 4-1,3 4 0,150-57 0,317-78-917,-398 136 3395,-162 49-1240,41-15 1014,-44 16-1039,0 0 0,0-1 0,0 1 0,0 0 0,0-1 0,0 1 0,-1-1 0,1 0 0,0 0 0,-1 1 0,0-1 0,1 0 0,-1 0 0,0 0 0,2-4 0,-3 5-62,0 0 0,0 0 0,1 1 0,-1-1 0,0 0 0,0 0 0,0 1 0,0-1 0,0 0 0,0 0 0,0 1 0,-1-1 0,1 0 0,0 1 0,0-1 0,0 0 0,-1 0 0,1 1 0,0-1-1,-1 0 1,1 1 0,-1-1 0,1 1 0,-1-1 0,1 1 0,-1-1 0,1 1 0,-1-1 0,1 1 0,-2-1 0,-1-1 50,-1 0 1,1 1-1,0-1 0,-1 1 0,1 0 1,-1 0-1,-4 0 0,-5-1 143,-1 1 0,-26 0-1,29 3-168,0 0 0,0 0-1,0 1 1,1 1-1,-1 0 1,1 0-1,0 1 1,0 0 0,0 1-1,1 0 1,-13 10-1,-2 5 33,2 0-1,-37 43 1,44-44-113,0 0 1,2 0 0,0 2-1,2 0 1,0 0 0,1 1 0,1 0-1,-5 24 1,10-30-48,0-1 0,1 0 0,1 1 0,1 0 0,0 0 1,1-1-1,1 1 0,1 0 0,0-1 0,1 1 0,1-1 0,9 26 0,-10-34 31,1-1 0,0 0-1,0 0 1,1 0 0,0-1 0,0 0-1,0 0 1,1 0 0,0 0 0,0-1-1,12 8 1,-14-10 27,0-1 0,1 0 0,-1 1 0,1-1 0,0-1 0,0 1 0,0-1 0,0 1 0,0-2 0,0 1 0,0 0 0,0-1 0,0 0 0,0 0 0,0-1 0,0 1 0,0-1 0,0 0-1,0 0 1,6-3 0,1-2 33,0 0-1,-1-1 1,0 0-1,-1-1 0,1 0 1,-1 0-1,-1-1 0,0-1 1,0 1-1,10-15 0,-6 4 110,0 0 0,-1-1 0,-1 0-1,15-43 1,-19 44 320,1-1-1,1 1 0,1 1 1,24-36-1,-34 54-433,0 1 0,0-1 0,0 1-1,1 0 1,-1-1 0,0 1 0,0 0-1,1-1 1,-1 1 0,0 0 0,0 0-1,1-1 1,-1 1 0,0 0 0,1 0-1,-1-1 1,0 1 0,1 0 0,-1 0-1,0 0 1,1 0 0,-1 0 0,0-1-1,1 1 1,-1 0 0,1 0 0,-1 0-1,0 0 1,1 0 0,-1 0 0,1 0-1,-1 0 1,0 0 0,1 1 0,-1-1-1,0 0 1,1 0 0,-1 0 0,1 0-1,-1 0 1,0 1 0,1-1 0,-1 0-1,0 0 1,0 1 0,1-1 0,-1 0 0,0 0-1,0 1 1,1-1 0,-1 0 0,0 1-1,0-1 1,1 0 0,-1 1 0,11 28 443,-9-22-409,12 49 414,-2 0 1,4 59 0,-4-25-97,10 80-122,-8 1-1,-7 1 1,-8 0-1,-7-1 1,-8 0 0,-7-1-1,-74 275 1,-129 233-151,208-632-211,-49 83 0,58-116 8,9-20-12,11-25-35,10-18-210,51-86 0,-30 61 116,312-570-1106,73-194 700,92-440 1980,-443 1076-524,-76 202-788,1 0 1,-1-1 0,0 1-1,1 0 1,-1 0-1,1-1 1,0 1 0,-1 0-1,1 0 1,0 0 0,0 0-1,0 0 1,0 0-1,0 0 1,0 0 0,0 0-1,0 1 1,0-1 0,0 0-1,0 1 1,0-1 0,1 1-1,-1-1 1,0 1-1,0-1 1,1 1 0,-1 0-1,0 0 1,1-1 0,-1 1-1,0 0 1,1 0-1,-1 1 1,0-1 0,1 0-1,-1 0 1,0 1 0,1-1-1,-1 0 1,0 1-1,0-1 1,0 1 0,2 1-1,2 1 22,0 1 0,-1 0-1,1 0 1,-1 0-1,0 0 1,0 1 0,-1-1-1,5 9 1,22 40 161,45 110 0,3 65-37,-55-152-107,-3 0 0,-4 1 0,-3 0 0,-3 1 0,-2 152 0,-11-184-34,-2 0 0,-1-1 0,-3 1 0,-25 72 0,21-83-22,-1-1-1,-2-1 1,-1-1 0,-2 0 0,-1-2 0,-36 45 0,19-36-128,0-1 0,-3-2 1,-61 43-1,23-26-946,-93 46 0,95-62-1311,-100 34-1,4-13-6325,151-51 7097,-59 19-8638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3:06.4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379 179 10393,'-9'-1'110,"-157"-25"6189,137 23-5167,-97-15 4452,78 10-2614,48 7-2897,0 0 0,0 1 0,0-1 0,0 1 0,1-1 0,-1 0 0,0 1 0,0-1 0,1 1-1,-1-1 1,0 0 0,1 1 0,-1-1 0,1 1 0,-1-1 0,1 1 0,-1 0 0,0-1 0,1 1 0,0-1-1,-1 1 1,1 0 0,-1-1 0,1 1 0,0 0 0,14-6 97,0 0-1,-1 1 1,2 1-1,-1 0 1,0 2-1,1-1 1,-1 2 0,31 0-1,0-1 35,1087-34 1073,-600 26-2920,-2-12-3381,-486 19 3574,11-1-941,-15 5-7203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3:07.0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1253 435 11021,'-16'-42'826,"9"21"-100,-1 1 0,-1 0 0,0 0 0,-24-33 0,24 38-177,2 4-23,-1 0-1,1 1 0,-2 0 1,0 0-1,0 0 0,-20-15 1,-8-2 1136,-1 2 1,-43-21 0,61 36-1245,-1 1 0,1 1 0,-1 1 0,0 0 0,-1 2 0,0 0 0,-22-1 0,29 5-225,-1 0 0,1 2 0,-1 0 0,1 0 0,0 2 0,0-1 0,0 2 0,0 0 0,0 1 0,-27 14 0,14-3-15,1 1 0,1 2 0,1 0 0,0 2 0,2 1 1,0 0-1,2 2 0,-23 32 0,-11 23 133,-62 120 0,87-144-256,-35 92 0,58-127-63,0 0 0,2 1-1,0-1 1,1 1 0,1 0-1,2 1 1,0-1 0,2 29 0,-1-46 5,1 1 0,-1-1 0,1 1 1,0-1-1,0 1 0,1-1 0,-1 0 1,1 1-1,0-1 0,0 0 0,0 0 1,1-1-1,0 1 0,-1 0 0,1-1 1,0 1-1,1-1 0,-1 0 0,1 0 1,-1-1-1,1 1 0,0-1 0,0 1 1,0-1-1,0 0 0,0-1 0,0 1 1,1-1-1,-1 0 0,1 0 0,6 1 1,4-1 3,0-1 1,0 0 0,0-1 0,-1-1 0,1 0 0,0-1 0,-1-1-1,22-8 1,36-19 92,-2-2-1,-2-4 1,79-56 0,-60 37-50,-80 52-44,-1 1 0,0-1 0,1 1 0,-1 1 0,1-1 0,0 1 0,0 0 0,11-1 0,-15 3 0,0-1 0,1 1 0,-1 0 0,0 1 0,0-1 0,0 1 0,0-1 0,0 1 0,0 0 0,0 0 0,-1 0 0,1 0 0,0 1 0,0-1 0,-1 1 0,1-1 0,-1 1 0,1 0 0,-1 0 0,0 0 0,0 0 0,4 5 0,-1 1 6,-1 0 0,0 0 0,0 0 0,0 1 1,-1-1-1,4 18 0,6 60-31,-3-18-209,41 130-5681,-7-69-5390,-15-65-1042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3:07.3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1 103 14669,'69'-65'4739,"-68"63"-2714,19-1 1387,-17 3-3290,0 0 0,-1 1 0,1-1 1,0 1-1,0 0 0,-1 0 0,1 0 0,0 0 0,-1 1 1,1-1-1,3 3 0,34 34 886,-2 7-429,-1 0 0,-3 3 0,-2 0 0,42 87-1,-51-80-399,-3 2-1,-2 0 0,-2 0 0,9 71 0,-19-81-111,-2 1 0,-2 0 0,-2 1-1,-2-1 1,-14 79 0,11-102-52,-1 0 1,-1 0-1,-2 0 0,0-1 1,-2-1-1,0 0 0,-1 0 1,-2-1-1,-21 27 0,34-47-8,-1 0 0,1-1 0,-1 1-1,1 0 1,-1 0 0,0-1 0,0 1-1,0-1 1,0 0 0,0 0 0,0 1 0,-1-1-1,1-1 1,-4 2 0,5-2 1,-1 1 1,1-1-1,0-1 0,0 1 1,0 0-1,-1 0 1,1 0-1,0-1 0,0 1 1,0-1-1,0 1 1,0-1-1,0 1 0,0-1 1,0 1-1,0-1 0,0 0 1,0 0-1,0 1 1,-1-3-1,-2-2 12,1 0-1,0 0 1,0 0-1,1-1 1,0 1-1,0-1 1,0 1-1,0-1 1,-1-10 0,2 0-11,-1 1 0,2 0 1,0 0-1,1 0 1,1 0-1,5-26 0,34-88-71,-28 95 4,16-42-736,3 1 0,4 2 1,3 2-1,3 1 0,3 2 1,2 2-1,93-97 0,-87 110-1799,2 3-1,2 1 1,2 3 0,129-74 0,-64 57-7184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3:08.1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1013 97 10701,'-7'-6'1293,"-1"0"0,0 1 0,-14-7 0,-13-9 1143,25 15-2005,1 0 0,-1 0 0,-1 2 0,1-1 0,-1 1 1,1 0-1,-1 1 0,0 0 0,0 1 0,-1 1 0,1-1 0,-21 2 0,17 1-220,0 1 0,1 0-1,-1 2 1,0 0 0,1 0 0,0 1-1,0 1 1,0 0 0,-19 13-1,9-4-56,0 1-1,1 2 0,1 0 1,0 1-1,-22 27 0,35-35-148,0 0 0,0 0 0,1 1 0,1 0 0,0 1 0,0 0 0,1 0-1,1 0 1,0 0 0,1 1 0,1 0 0,-3 21 0,6-24-50,1 0 1,0 1-1,0-1 1,2 0 0,-1-1-1,1 1 1,1 0-1,0-1 1,0 0-1,1 0 1,1 0 0,-1 0-1,1-1 1,1 0-1,0 0 1,0-1-1,1 1 1,0-2-1,0 1 1,1-1 0,0-1-1,11 7 1,-11-8 28,0-1 0,0 0 0,1-1 0,-1 1 0,1-2 0,0 0 0,-1 0 0,1 0 0,0-1 0,0-1-1,0 0 1,0 0 0,0-1 0,0 0 0,18-5 0,-15 2 186,1-1-1,-1 0 0,-1 0 0,1-1 0,-1-1 0,0 0 0,0-1 1,-1 0-1,0-1 0,0 0 0,9-11 0,-1-1 578,1 2-1,1 0 0,34-23 1,-54 41-716,0 1 1,0 0 0,0 0-1,1-1 1,-1 1-1,0 0 1,0 0 0,0 0-1,0 0 1,0 0-1,0 1 1,0-1 0,0 0-1,0 0 1,0 1-1,0-1 1,0 0 0,0 1-1,0-1 1,0 1-1,1 0 1,1 0 50,0 1-37,0 0-1,-1 0 1,1 1-1,0-1 1,-1 0-1,1 1 1,-1 0-1,0-1 1,1 1-1,-1 0 1,-1 0-1,1 1 1,0-1-1,-1 0 1,0 0-1,2 7 1,2 8 99,-1 0 1,1 22-1,-1-10-105,52 558-19,-52-216-20,-44 78-1529,14-205 483,23-209 506,-1 1 0,-2-1 0,-1 0 1,-14 37-1,17-60 388,-2 0 1,0 0 0,-1-1-1,0 0 1,-1 0 0,0 0-1,0-1 1,-2-1-1,1 1 1,-1-2 0,-1 1-1,0-1 1,0-1 0,-21 12-1,7-5-22,0-3 0,-1 0 0,-1-1 0,0-2 0,-54 12 0,33-13 94,-1-2-1,1-3 1,-55-2-1,74-3 244,1-1 0,-1-1-1,1-1 1,0-2 0,1 0 0,-46-20 0,65 23-96,0 0 1,0 0-1,1-1 1,-1 0-1,1 0 1,0-1-1,1 0 1,-1 0-1,1-1 1,0 1 0,1-1-1,0 0 1,0-1-1,0 0 1,1 1-1,0-1 1,1-1-1,0 1 1,0 0-1,1-1 1,0 1-1,0-1 1,1 0 0,0 0-1,0 0 1,1 0-1,0 1 1,1-1-1,2-13 1,3-6 11,0 0 1,2 0 0,1 1-1,1 0 1,2 1 0,19-35-1,103-144 192,-116 180-248,334-408-256,36 28-570,-36 41 312,-337 347 479,200-222-177,-20-15 202,-178 227 101,0-1-1,-2-1 0,20-53 0,-34 80-81,0 0 0,0 0 0,-1-1 0,1 1-1,-1 0 1,1 0 0,-1 0 0,1-1 0,-1 1 0,0 0-1,0 0 1,0-1 0,-1 1 0,1 0 0,-1 0 0,1-1 0,-1 1-1,1 0 1,-1 0 0,0 0 0,0 0 0,0 0 0,0 0 0,-1 0-1,1 0 1,-3-2 0,2 2-2,0 1-1,0 0 1,-1-1-1,1 1 1,0 0 0,-1 0-1,1 1 1,0-1-1,-1 0 1,1 1 0,-1 0-1,1-1 1,-1 1-1,0 0 1,1 0 0,-1 1-1,1-1 1,-1 0-1,1 1 1,-5 1 0,-1 1 24,1 0 0,0 1 0,0 0 0,0 0 0,1 0 0,0 1 0,-1 0 1,2 0-1,-1 1 0,1 0 0,-1 0 0,-5 9 0,0 2 65,0 0 0,1 1 1,-12 30-1,13-21-60,1-1 0,1 2 0,1-1 0,2 0 0,0 1 1,2 0-1,1 0 0,2 0 0,0 0 0,2 0 0,12 51 1,-11-59-46,2-1 0,0 1 0,1-1 0,1-1 1,1 1-1,0-1 0,1-1 0,2 0 0,-1 0 1,2-1-1,0-1 0,1 0 0,0-1 0,1 0 0,1-2 1,0 1-1,20 10 0,-25-18-47,-1 0 0,1 0-1,0-1 1,0-1 0,1 0-1,-1-1 1,1 0 0,0 0 0,-1-1-1,1-1 1,0 0 0,16-2-1,-11-1-45,-1-1 0,1 0 0,-1-1 0,1-1 0,-2 0 0,1-1 0,-1-1-1,24-16 1,-13 7 2,-1-3 0,-1 0-1,0-1 1,-2-1 0,33-41-1,39-80-53,15-19 862,-108 161-701,0-1 0,0 1 0,0-1 0,0 1 0,0 0 0,0-1 0,1 1 0,-1 0 0,1 0 1,-1 0-1,1 0 0,-1 0 0,1 0 0,0 0 0,-1 1 0,1-1 0,0 1 0,-1-1 0,4 0 0,-3 1-5,-1 1 0,1-1 0,-1 0 0,1 1 0,-1-1 0,1 1 0,-1 0 0,1-1 0,-1 1 0,1 0 0,-1 0 0,0 0 0,0 0 0,1 0 0,-1 0 0,0 0 0,2 2 0,1 3 35,0 0 0,0 1-1,0-1 1,-1 1 0,0 0 0,0 0-1,3 12 1,41 191-833,-21-70-4420,-14-45-5384,-3-44-654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3:08.7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28 12053,'0'0'104,"0"0"-1,0 1 1,0-1 0,0 1-1,0-1 1,-1 1 0,1-1-1,0 0 1,0 1-1,0-1 1,-1 0 0,1 1-1,0-1 1,0 1 0,-1-1-1,1 0 1,0 0 0,-1 1-1,1-1 1,0 0-1,-1 1 1,1-1 0,-1 0-1,1 0 1,0 0 0,-1 0-1,1 1 1,-1-1 0,1 0-1,0 0 1,-1 0-1,1 0 1,-1 0 0,-16-18 14539,19 16-14579,-1 0 0,1 0 0,0 0 1,0 0-1,0 1 0,0-1 0,0 1 0,0 0 0,0 0 0,3-2 1,-4 4-47,1 0 1,-1-1-1,1 1 1,-1 0-1,1 0 1,-1 0 0,1 0-1,-1 0 1,0 0-1,0 0 1,0 1 0,0-1-1,1 0 1,-2 1-1,1-1 1,0 1-1,1 2 1,14 30 133,-8-9-92,-2 0 0,-1 0 0,3 48 0,-4 80 13,-4-151-72,7 132 29,-1-102-65,-3-22 48,-1-10-11,0 0 1,0 0 0,-1-1-1,1 1 1,0-1 0,0 0 0,-1 0-1,1 1 1,-1-1 0,1 0 0,1-2-1,-1 2 1,17-13 5,0 0 1,-1-2 0,-1 0-1,0-1 1,-1-1-1,24-36 1,26-27-138,-45 57 89,2 2 0,1 1 0,0 0 0,2 2 0,30-18 0,-53 36 36,-1-1 0,1 1 0,0-1 0,0 1 0,0 0 0,0 0 0,1 1 0,-1-1 0,0 1 0,0-1 0,0 1 0,0 0 0,1 0 0,-1 0 0,0 1 0,0-1 0,6 3 0,-4-2 1,-1 1 0,0 1-1,0-1 1,0 0 0,-1 1 0,1 0-1,-1 0 1,1 0 0,-1 0-1,0 1 1,4 4 0,0 2-28,-1 1 0,0 0 0,0 0 0,-1 1 0,0-1 0,-1 1 0,-1 0 0,3 15 0,-1 8-590,0 53 0,-5-87 587,1 0 1,-1-1-1,0 1 0,1 0 0,-1-1 0,1 1 1,-1 0-1,1-1 0,0 1 0,-1 0 1,1-1-1,0 1 0,-1-1 0,1 1 1,0-1-1,0 0 0,-1 1 0,1-1 1,0 0-1,0 1 0,1-1 0,0 1-82,-1 0 78,1 0 0,0-1 0,0 1 0,0 0 0,0-1 0,0 0 1,1 1-1,-1-1 0,0 0 0,0 0 0,0 0 0,0 0 0,0-1 0,0 1 0,0 0 1,0-1-1,0 1 0,0-1 0,0 0 0,0 0 0,0 0 0,0 0 0,-1 0 1,1 0-1,2-3 0,6-3-69,0-2 0,18-18 1,-21 18 67,29-31-4,48-71-1,-54 68 480,-26 38-372,-1-1 0,2 1 1,-1 0-1,0 0 0,1 1 1,0-1-1,0 1 0,0 0 0,1 0 1,-1 1-1,1 0 0,0 0 1,0 0-1,0 0 0,0 1 0,1 0 1,-1 1-1,0-1 0,1 1 0,-1 0 1,12 0-1,-4 2-7,-1 1 0,1 0 0,0 1-1,-1 0 1,0 1 0,0 0 0,0 1 0,0 1 0,0 0 0,-1 0 0,0 2-1,-1-1 1,0 1 0,0 1 0,0 0 0,12 14 0,30 38-858,18 21-3739,-22-30-5953,-28-31-1044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3:09.5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1510 8621,'0'0'3,"15"-13"808,-1 0 1,2 1-1,-1 1 1,22-11-1,98-64 4568,-122 77-4969,20-13 320,-7 6-330,-1-1-1,0-1 1,-2-1 0,0-1-1,29-32 1,-48 46-301,1 1 0,-1-1 1,0 0-1,-1 0 0,1 0 0,2-9 0,-5 13-58,-1 1-1,1-1 1,-1 0-1,0 1 1,0-1-1,0 0 1,1 1-1,-1-1 1,-1 0-1,1 1 0,0-1 1,0 0-1,-1 1 1,1-1-1,-1 0 1,1 1-1,-1-1 1,0 1-1,1-1 1,-1 1-1,0-1 1,0 1-1,0 0 1,0-1-1,-1 1 0,1 0 1,0 0-1,0 0 1,-1 0-1,1 0 1,0 0-1,-1 0 1,-2-1-1,0 1 60,0-1-1,0 1 1,0 0-1,0 0 1,0 1-1,0-1 1,-1 1-1,1 0 1,0 0-1,0 0 1,0 0 0,-1 1-1,1 0 1,0 0-1,0 0 1,0 0-1,0 1 1,0-1-1,0 1 1,1 0-1,-1 0 1,-4 4-1,-8 5 269,2 0-1,-1 1 1,-21 23-1,16-13-106,1 1 1,1 1-1,1 0 0,1 2 1,1 0-1,1 0 0,-11 31 1,19-41-194,0 0 0,2 0 1,0 1-1,0-1 1,2 1-1,0 0 1,0-1-1,2 1 1,0 0-1,1 0 1,1 0-1,1 0 1,8 31-1,-8-41-80,-1 0 1,1 0-1,0-1 0,0 0 1,1 1-1,0-1 1,0 0-1,1-1 0,-1 1 1,1-1-1,0 0 0,11 8 1,-9-9-58,-1-1 0,2 1 1,-1-1-1,0 0 1,0-1-1,1 0 1,0 0-1,-1-1 1,1 0-1,0 0 1,14 0-1,-15-2 38,0 0 1,0 0-1,0 0 1,-1-1-1,1 1 1,0-2-1,-1 1 1,1-1-1,-1 0 0,0 0 1,0-1-1,0 0 1,-1 0-1,1 0 1,-1-1-1,0 1 1,0-1-1,0-1 0,5-7 1,7-11-18,-1-1-1,-2-1 1,16-35 0,-23 45 18,19-42 0,18-39-1,-38 86 12,0 0-1,1 0 1,1 1 0,0-1-1,16-15 1,-22 24 18,0 0 0,0 0 1,1 0-1,-1 0 0,0 1 1,1-1-1,-1 1 1,1-1-1,0 1 0,-1 0 1,1 0-1,0 0 0,-1 0 1,1 1-1,0-1 0,0 1 1,0 0-1,0 0 0,0 0 1,0 0-1,3 1 1,-2 0-4,-1 0 0,1 1 1,-1 0-1,0 0 0,1 0 1,-1 0-1,0 0 0,0 1 1,-1-1-1,1 1 0,0 0 1,-1-1-1,0 1 0,3 4 1,2 5-1,0 1-1,-1 0 1,0 0 0,-1 0 0,0 0 0,-1 1 0,3 19 0,-3 17 24,-1 0 1,-3 0 0,-9 71 0,8-101 14,0-16-29,1 0 0,0-1 0,0 1 0,0 0 0,1-1 0,0 1 0,0 4 0,1-4-4,-1-4 1,0 1-1,0-1 1,0 0 0,0 0 0,1 0 0,-1 0 0,0 0 0,0 0 0,0 0 0,1 0-1,-1 0 1,0 0 0,0-1 0,0 1 0,0-1 0,3 0 0,-4 1 0,17-8 5,-1 0 0,-1-1 0,0-1 0,0 0 0,24-22 1,1-1-35,-3 7 27,0 2 0,2 2-1,0 1 1,2 2 0,0 1 0,1 3 0,0 1 0,2 3-1,-1 1 1,1 2 0,84-4 0,-105 12 43,-1 1 0,0 1 0,0 1 0,0 1 0,36 12 0,96 47 105,-127-51-132,-16-7-283,0-1 0,0 0 0,0 0-1,1-1 1,-1-1 0,23 2 0,-29-3 167,0-1-1,-1-1 1,1 1-1,0-1 1,-1 1 0,1-1-1,0-1 1,-1 1-1,1-1 1,-1 0 0,0 0-1,1 0 1,-1 0-1,0-1 1,0 1 0,0-1-1,-1 0 1,1-1-1,4-5 1,1-3-23,0-1 0,-1-1 0,0 0 0,-1 0 1,-1 0-1,6-18 0,23-97-270,-30 110 364,43-168-55,8 2 1,8 3-1,104-209 0,-132 317 212,-12 24 250,1 0 0,62-88-1,-59 108 396,-27 29-741,-1 0 0,1 1 0,0-1 0,-1 1 0,1-1 0,-1 1 1,1 0-1,0-1 0,0 1 0,-1 0 0,1-1 0,0 1 0,0 0 1,-1 0-1,1 0 0,0 0 0,0 0 0,-1 0 0,1 0 0,0 0 0,0 0 1,0 0-1,-1 0 0,1 0 0,0 0 0,0 1 0,-1-1 0,1 0 1,0 1-1,-1-1 0,1 0 0,0 1 0,-1-1 0,1 1 0,0-1 0,-1 1 1,1-1-1,-1 1 0,1 0 0,-1-1 0,1 1 0,-1-1 0,1 1 1,-1 0-1,0 0 0,0-1 0,1 1 0,-1 0 0,0 0 0,13 41 832,-11-18-523,-1 1-1,-1 0 1,-1 0-1,-1 0 1,-1-1-1,-7 27 0,2-6 31,-84 390 1438,21-115-1862,42-126-1406,27-160 280,1 0 1,2 0-1,7 56 0,-5-77 12,0 0-1,0 0 0,10 22 0,11 9-5261,9 0-6021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3:09.6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0 163 14441,'51'-81'2669,"-35"69"-429,14-9-380,21-9-416,146 12 600,-86 18-2776,16 6-1176,4-6-928,9 12-2885,11 18-4796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3:09.9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1 718 12201,'38'-71'2181,"-14"23"797,2 2 0,1 1 0,59-71 0,-23 47-1381,3 2 0,4 3 0,109-78 0,-170 136-1589,1-1 1,0 2-1,0-1 1,1 2 0,0-1-1,-1 1 1,1 1 0,1 0-1,-1 1 1,23-3-1,-29 6-8,0-1 0,0 0-1,0 1 1,0 0 0,0 0-1,0 0 1,-1 1 0,1 0-1,0 0 1,-1 0 0,0 0-1,1 1 1,-1-1 0,0 1-1,0 0 1,0 0 0,-1 1-1,1-1 1,-1 1 0,0 0-1,0 0 1,0 0 0,0 0-1,-1 1 1,1-1 0,-1 1-1,2 7 1,3 9 0,-1 1 0,-1 0 0,-1-1 0,-1 1 0,-1 0 0,-1 1 0,-1-1 0,-4 40 0,-4-12 0,-1 1 0,-27 84 0,17-86 0,-1 0 0,-3-2 0,-2 0 0,-2-1 0,-1-2 0,-3-1 0,-1-2 0,-50 50 0,29-34-3799,-53 74-1,105-130 3698,-1 1-443,1-1 0,-1 1 0,1 0-1,-1 0 1,1 0 0,0 0 0,0 0 0,0 1 0,0-1 0,0 0 0,1 0 0,-1 1 0,1-1 0,-1 0-1,1 1 1,0-1 0,0 1 0,0-1 0,0 4 0,11 31-10635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5:43:10.0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64 392 13433,'-43'-75'3229,"33"54"-345,0 0-80,16 0-332,1 3-356,0 0-407,6-1-341,-3-2-300,0 3-508,7-3-728,13-6-1084,-6 6-768,-18-30-1261,-6 15 153,27 36-3313,7-3-5928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07:33.5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 4848,'33'5'800,"-33"-5"-765,0-1 0,1 1 0,-1-1 0,0 1 0,0-1 0,1 1 0,-1-1 0,0 1 1,0-1-1,0 1 0,0-1 0,0 1 0,0-1 0,0 0 0,0 1 0,0-1 0,0 1 0,0-1 0,0 1 0,0-1 0,0 1 0,0-1 1,0 1-1,-1-1 0,1 1 0,0-1 0,0 1 0,-1-1 0,-4-13 1738,4 11 3358,6 6-5062,-1 1 0,1-1-1,1 1 1,-1-1 0,0-1-1,1 1 1,-1-1 0,12 3-1,46 12 142,-1-4 0,2-1-1,0-4 1,123 0-1,-149-8-165,296 10 146,-311-9-177,0 0-1,23-4 1,7 1-35,90-1 34,86 2-71,26 3 216,-133-3 185,-72-3-284,15 1-28,107 22-63,-134-14 93,76 0 0,-111-5 86,-7 0-151,-87 0 5,87 0 834,3-2-830,0 0 0,-1 0-1,1 0 1,-1 0 0,1 0 0,-1 0 0,1 1 0,-1-1 0,0 1-1,0-1 1,0 1 0,0-1 0,-3 0 0,-302 39-109,303-36 115,-18-1 14,2 2-34,16-1 2,25 2 4,-6 0 8,-12-3-19,1 1-244,37 4-588,-36-4 78,16-4-2072,-3 2-865,-15 1-1925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07:37.0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75 287 8797,'-10'-31'1739,"10"27"-1001,-3 3-39,-2-2-330,0-1 0,1 1 0,-1-1 0,1 0 0,0 0 0,0-1 0,0 1-1,-3-6 1,6 8 903,-1-1-751,0 1-244,0-1-42,1 1 0,-1-1 0,0 1 0,1-1-1,0 0 1,-1 1 0,1-1 0,0 0-1,0-3 1,33-3 65,-28 8-279,0 1 0,0-1 0,0 1 0,0 0 0,0 0 0,0 1 0,0-1 0,0 1 0,7 1-1,5 1 29,101 15 92,43 3-22,-45-5-74,46 2 2,-60-14-42,168-1-20,-74-10 8,52-11 64,-177 11-40,-21 2-14,41-2-20,53-5 32,-32 2-13,404-17-112,-273 8 166,32 0-6,-157 12-63,22-2 26,31 9-42,171 23 28,-86-1 8,57-13-5,-178-12-30,28 2 47,-85-1-23,384-11 38,-326 7-46,-32 8-1,-13 0 14,170 9 27,-97 0-46,40 2 4,529-17 3,-542 7 14,18-5 42,-81 2-17,-43 2-21,502 11 151,-290-20-49,-229 2-78,0-3-1,92-23 0,-30 2 256,167-16-1,-140 36-256,-61 4 40,160 13 0,-225-6-46,0-2 1,50-6 0,-15 0 23,59-2-2,168-2 129,-120 17-167,-150-5 11,-18-2 14,3-1-11,-3-2-21,27 1-253,-48 6-517,16-3 631,-1-1-1,0 1 0,0-1 0,0 1 0,1-1 0,-1 0 1,0 1-1,0-1 0,0 0 0,-3-1 0,-69-19-7813,22 7-781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07:39.6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234 53 3896,'0'0'6135,"-3"-1"-5561,-62-19 3110,62 19-494,3-2-2873,-1-24 927,-2 41 363,-4 23-1314,-13 39 436,-11 47 25,5 0-1,-10 128 1,9 34-224,16-134-271,13 239 0,-1-373-245,5 94 129,42 217-1,-28-247-693,2-2 1,4-1-1,49 101 0,-61-148-186,29 55-1644,-8-30-2234,-20-34-232,-1 0-2663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07:41.0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319 186 4128,'-6'-3'993,"12"-1"-376,-5 3-487,2-1 2085,-14-30 584,4-3-212,5 35-2439,-25-8 128,24 7 240,1 0-316,-22-10 282,22 10 234,-1-1 41,-39-39 1061,41 39-1627,-1-1-141,-1 1 0,1-1 0,-1 1 0,1-1 1,-1 1-1,0 0 0,1 0 0,-5-2 0,-1-2 88,6 5-122,1-1 0,-1 1 0,1 0 0,-1 0 0,1 0 0,-1 0 0,0 0 0,1 1-1,-1-1 1,0 0 0,0 1 0,0 0 0,0-1 0,1 1 0,-1 0 0,0 0 0,0 0 0,0 0 0,0 0 0,0 0 0,0 0 0,0 1 0,-2 0 0,0 1-12,0 0-1,-1 0 1,1 0-1,0 1 1,0-1 0,0 1-1,-5 5 1,6-4 0,0 0 0,1 0 1,-1 0-1,1 1 0,0-1 0,1 0 1,-1 1-1,1-1 0,-1 6 0,-1-2-28,-5 29 288,-9 74 0,10-56-139,-17 265 355,24-270-423,2 0 0,2 0 0,2-1 1,24 91-1,-19-105-44,1-1 1,1-1 0,2 0 0,35 56-1,-43-79-16,1 0 0,0 0 0,15 12 0,-10-8 13,-10-11-6,0 0-1,0 1 0,1-1 0,0-1 1,-1 1-1,1 0 0,0-1 1,0 0-1,0 0 0,1 0 1,-1 0-1,0-1 0,1 1 0,-1-1 1,1-1-1,-1 1 0,1 0 1,0-1-1,-1 0 0,1 0 0,-1 0 1,1-1-1,0 0 0,-1 0 1,1 0-1,-1 0 0,0-1 1,1 1-1,-1-1 0,7-4 0,-2 0-5,0 0 0,0-1 0,0 1 0,-1-2 0,0 1 0,-1-1 0,0 0-1,0 0 1,-1-1 0,0 0 0,8-16 0,-2-4-2,-1 0 1,-1 0-1,-2-1 0,5-33 1,9-125-17,-20 171 8,0-10 14,-2-1-1,0 1 1,-2 0 0,-1 0-1,-1 0 1,-1 1 0,-16-48-1,13 54 1,0 1 1,-1 0-1,0 0 0,-2 1 0,0 0 0,-1 1 0,-1 0 0,0 1 0,-2 1 0,-24-22 1,30 31-70,0 0 1,0 0-1,-1 1 1,0 0-1,0 1 1,0 0-1,0 1 1,-1 0-1,1 0 1,-1 1-1,0 1 1,-18-1-1,19 2-380,1 0 1,-1 1-1,0 0 0,0 1 0,1 0 0,-13 5 0,15-5-282,0 1 0,1 0 0,-1 1 0,1 0 0,0 0 0,0 0 0,0 0 0,1 1 0,-6 6 0,-11 19-6145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07:41.8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302 253 5517,'-1'-3'1573,"-8"-37"3457,-20-50 0,24 74-4265,-2 1 1,0 0-1,-1 0 1,-1 0-1,0 1 1,-11-13-1,18 25 1,1 6-232,-72 579 1855,37-289-4920,2-44-1454,5-42-2807,7-29-3113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07:42.2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177 35 10261,'-9'-29'1862,"8"23"1334,1 9-1911,1-1-1116,0 1 1,-1-1 0,1 0-1,-1 1 1,0-1 0,1 0 0,-1 1-1,0-1 1,0 1 0,-1-1 0,1 0-1,-1 1 1,1-1 0,-1 0-1,0 1 1,1-1 0,-1 0 0,0 0-1,-1 0 1,-1 4 0,-3 5 97,0 0 0,1 0-1,0 1 1,1 0 0,1 0 0,-1 0 0,-1 19 0,-1 0 87,-78 432 1124,53-58-4357,31-135-6261,3-161 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07:42.9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93 107 4368,'9'-53'8146,"-7"34"-7801,-2 6 466,-1-8 2088,0 27-381,-9 37-1364,-13 35-325,3 2 1,4 0 0,3 1 0,-3 108 0,13 315-449,84 114-4567,-29-301-1276,-31-169 661,6-4-2537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07:43.5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62 364 8041,'-12'-16'1202,"1"-1"-1,-11-22 1,19 33-719,0 0 0,1-1 1,0 1-1,0-1 0,1 0 0,-1 0 0,1 0 0,1 1 1,0-1-1,0-8 0,0 7-351,1 1 0,0-1 0,0 1-1,1 0 1,0 0 0,0-1 0,0 1 0,1 0 0,0 1 0,1-1-1,0 0 1,0 1 0,0 0 0,0 0 0,1 0 0,0 1 0,1-1 0,-1 1-1,1 0 1,0 1 0,0-1 0,0 1 0,12-5 0,1-1-73,-1 2 1,1 0 0,1 1-1,-1 1 1,1 1-1,0 0 1,0 2-1,1 0 1,-1 2 0,1 0-1,-1 1 1,1 1-1,28 5 1,-31-3-43,0 1 0,-1 0 0,1 2 1,-2 0-1,1 1 0,0 0 0,-1 2 0,-1 0 1,26 19-1,-33-21-15,1 0 1,-1 0-1,-1 1 1,0 1-1,0-1 1,0 1 0,-1 0-1,-1 1 1,1-1-1,-2 1 1,1 0-1,-1 1 1,-1-1-1,0 1 1,0-1-1,-1 1 1,1 11-1,-2 5 5,-2 1 0,0-1-1,-2 0 1,-1-1 0,-1 1-1,-11 33 1,-65 151 26,-30 14 23,85-173-57,-132 212 36,97-168 73,-51 87 678,112-182-773,0 1 0,0-1 0,0 0 0,1 1 1,-1-1-1,0 1 0,0-1 0,1 0 0,-1 0 0,1 1 0,0-1 0,-1 0 0,1 0 0,0 1 0,-1-1 0,1 0 0,0 0 0,0 0 0,0 0 0,0 0 0,0 0 0,0-1 0,0 1 0,1 0 0,1 1 0,9-2-25,0 0-1,0 0 1,0-1-1,-1-1 1,1 0 0,18-6-1,-14 4-38,48-13-676,66-28 0,-66 21-156,209-90-5354,-211 86 3267,62-26-4944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07:44.3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302 7 5344,'0'0'8193,"-3"-1"-6857,2 0-1030,0 0-1,-1 0 1,1 1 0,-1-1 0,1 1 0,-1-1 0,1 1 0,-1 0 0,0-1-1,1 1 1,-1 0 0,1 0 0,-1 0 0,0 0 0,1 1 0,-1-1-1,1 0 1,-2 1 0,1 0-119,0 1 0,0-1 0,0 1 0,0 0 0,0 0 0,1-1 0,-1 1 0,1 0 0,-1 1 0,1-1 0,0 0 0,0 0 0,-1 3-1,-25 54 1160,3 2 0,-22 81 0,18-10-634,18-80-523,-58 369 994,41-160-2484,12 0-1,19 288 0,21-165-3528,-7-127-1473,-13-194 3930,6 110-6655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07:45.9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1585 249 4248,'9'9'379,"7"7"3043,-9-51-1436,-7 32 1163,2 9-3100,0 0-17,-1-5-2,0 1 1,0 0-1,0 0 0,0 0 1,-1 0-1,1 0 0,-1 0 1,0 0-1,1 4 1,-15 29 6543,15-37-6466,1 1-91,0-1 1,-1 0-1,0 1 0,1-1 1,-1 0-1,0 0 0,0 0 1,0 0-1,0 0 0,0 0 1,0 0-1,-1 0 0,1 0 0,-1-1 1,1 1-1,-1 0 0,0 0 1,0-1-1,0-1 0,-1-3 0,1 1-1,0-1 1,1 1-1,-1-1 1,1 1-1,1-1 0,-1 1 1,1 0-1,0-1 1,0 1-1,1 0 1,4-8-1,-1 5-1,0 1 0,1-1-1,0 1 1,0 0 0,1 1-1,-1-1 1,11-6 0,-1 2 4,1 1 0,1 1 0,0 0 0,0 1 0,1 1 0,-1 1 0,27-5 0,-2 5-3,89-4 0,-91 9-7,-15 1-5,0 2 0,0 0 0,-1 2 0,1 1 0,-1 1 0,0 1 0,0 1 0,-1 2 0,0 0 0,46 25 0,-57-25-2,0 0 0,-1 1-1,0 0 1,0 1 0,-1 0 0,-1 1 0,0 1 0,11 15 0,-15-17 1,0 0-1,-1 1 0,-1 0 0,1 0 1,-2 0-1,0 1 0,0 0 0,-1 0 1,-1 0-1,0 0 0,0 15 1,-3-9 4,0 0-1,-1 0 1,-1 0 0,0 0 0,-2 0 0,0-1 0,-2 0 0,1 0 0,-2 0 0,-1-1 0,-16 26 0,-13 12 31,-89 99 0,79-99 13,-163 174-100,117-128 51,81-88-2,6-7-10,0 1 0,1-1 1,0 1-1,-9 13 0,14-19 10,1 0 0,-1 0 0,1 0 0,-1 0 0,1 0 0,-1 0 0,1 0 0,0 0 0,-1 0 0,1 0 0,0 0 0,0 0 0,0 0 0,0 0 0,0 0 0,0 0 0,0 0 0,0 0 0,0 0 0,1 0 0,-1 0 0,0 0 0,1 0 0,-1 0 0,1 0 0,-1 0 0,1 0 0,-1 0 0,1 0 0,0 0 0,-1 0 0,1-1 0,0 1 0,0 0 0,-1 0 0,1-1 0,0 1 0,0-1 0,0 1 0,0-1 0,0 1 0,0-1 0,0 1 0,0-1 0,0 0 0,2 1 0,9 2-1,-1-1 0,1 0 1,0-1-1,0 0 1,0 0-1,19-3 1,4 2-5,8 0 16,333 12-32,-325-7 22,-1 3 1,-1 1-1,1 3 0,-2 2 0,66 28 0,-100-36 3,0 1-1,0 0 0,25 19 0,-36-24 3,-1 0-1,1 0 1,-1 0-1,1 1 1,-1-1-1,0 1 0,0-1 1,0 1-1,0 0 1,0 0-1,-1 0 0,1 0 1,-1 0-1,0 0 1,0 0-1,0 0 1,0 0-1,0 1 0,-1-1 1,0 0-1,1 0 1,-1 1-1,0-1 0,-1 0 1,0 6-1,-2-2 9,0 0-1,0 0 1,-1 0 0,0 0-1,0 0 1,-1-1-1,1 1 1,-1-1-1,-1-1 1,1 1-1,-1-1 1,0 0 0,-1 0-1,1-1 1,-10 6-1,-16 7 15,-1-1 0,-36 13-1,57-24-19,-142 50 84,-183 41 0,-172 10-652,-83-10-1792,168-30-333,44-2-2422,-14-2-3164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07:46.7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269 1771 7305,'-69'-28'1411,"67"27"-1313,0 0-1,-1 1 1,1-1-1,0 1 1,-1-1-1,1 1 1,0 0 0,-1 0-1,1 0 1,0 0-1,-1 1 1,1-1-1,-5 2 1,-17 1 1838,-76-9 3548,96 6-4794,-18-3 340,10 3-720,12 0 76,29 3-1,83-2 111,177-22 1,-285 20-494,1527-162 849,-1046 114-733,60-3-13,58-4-27,56-2 6,3351-255 117,-2318 184-203,1457-126-209,-10-40-2481,-1873 138-505,-431 31-3340,-440 62-588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48.0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262 65 12137,'-2'-10'1771,"1"0"0,-2 0 0,1 0-1,-7-14 1,-3 46 998,-3 25-1607,3 1 0,1 0 0,-6 74-1,4-29-353,-14 81-286,-89 657 2508,102-667-3030,6-1 0,17 211 0,0-282 0,4 1 0,3-1 0,5-1 0,4-1 0,53 128 0,-61-181 1,1-1 0,1 0 0,2-2 0,2 0 0,1-2 0,1 0 0,37 34 0,-41-47-5,0-2 1,1 0 0,1-1 0,0-1 0,1-1-1,0-1 1,1-2 0,1 0 0,0-1 0,0-2 0,38 7-1,-26-10-169,0-2 0,0-1 0,0-2 0,0-1 1,0-3-1,0-1 0,0-1 0,63-20 0,15-15-488,148-72 0,-133 48 343,132-89-1,109-99 3023,-356 241-2409,28-20 56,-23 16-253,44-26 0,-61 40-98,-1 0 0,1 1 0,-1-1 0,1 1 0,-1 0 0,1 0 0,0 0 0,-1 0 0,1 1 0,0 0 0,0-1 0,0 1 0,4 1 0,-6 0 0,1-1 0,-1 1 0,0 0 0,0 0 0,1 0 0,-1 0 0,0 0 0,0 1 0,0-1 0,0 1 0,-1-1 0,1 1 0,0 0 0,-1 0 0,4 3 0,1 6 0,-1 0 0,0 1 0,-1-1 0,0 1 0,-1 0 0,3 19 0,7 20 0,81 188 0,-76-203-1702,16 17-5206,6 8-2417,-33-48-2523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48.2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196 489 16057,'-64'-124'2785,"25"60"-553,18 6-304,0 11-312,-1 2-372,12 3-244,-5 7-219,12 16-261,3 0-444,0 0-640,25 9-553,0 4-223,17 25-864,29 16-472,-18 10-3357,-3 15-5288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48.4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1 551 11093,'23'-61'2082,"-22"58"-1807,0 0 0,1 0 0,-1 0 0,0 0 0,-1-1 0,1 1 0,-1 0 0,1-1 0,-1 1 0,0 0 0,0-1 0,0 1 1,-1 0-1,1-1 0,-2-3 0,1 3-97,0 1 1,1-1-1,-1 0 1,1 1-1,0-1 1,0 0 0,0 1-1,0-1 1,1 0-1,-1 1 1,1-1 0,2-4-1,6-14 369,1 0 0,1 1-1,1 0 1,1 1 0,0 1-1,22-25 1,-7 15 14,0 0 1,2 2-1,35-25 0,-52 42-442,1 1 0,0 1 0,1 0 0,-1 1 0,2 0 0,-1 1 1,1 1-1,0 1 0,0 0 0,0 1 0,24-2 0,-29 5-60,-1 0 1,1 1-1,-1 0 0,1 0 1,-1 1-1,1 1 0,-1-1 1,0 2-1,0-1 0,-1 2 1,1-1-1,-1 1 0,0 0 1,0 1-1,0 0 0,-1 1 1,0 0-1,13 14 0,-16-14-27,0 0-1,0 0 1,-1 0-1,-1 1 0,1 0 1,-1-1-1,0 1 1,-1 0-1,0 1 0,0-1 1,-1 0-1,0 1 1,0-1-1,-1 0 1,0 1-1,-1-1 0,0 1 1,0-1-1,-3 11 1,-5 16-104,-1 0-1,-2-2 1,-18 38 0,6-25-830,-2-1 0,-2-1 0,-47 56 0,-9 14-3952,61-83 1787,13-18-2363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48.6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1 393 7069,'32'-66'946,"-7"16"948,22-67 1,-37 85 2050,-2-1 0,8-57 0,-16 90-3932,0-4 1131,3 8-184,8 22-471,0 1-1,-1 0 0,11 55 0,9 26-792,35 86-3115,-28-63-1808,-15-46-902,6-4-3517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48.7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1 616 19858,'49'-70'2680,"-24"38"-556,4-3-336,6 0-451,18 0-245,18 0-400,18-4-732,21-5-900,21-7-689,21-10-1011,25 0-212,18 4-3497,21-4-5788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48.9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589 0 14441,'-18'48'1965,"15"-25"3,-1 21 24,-3 4-120,3 0-140,-6 9-332,-8 14-256,-10 12-231,-4 9-229,-11 7-584,-6 6-876,-12 0-677,-17-12-1279,0 9-312,4 29-2953,-7-13-5228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52.5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81 158 12593,'-11'-17'471,"3"4"553,0 0 1,0-1-1,2 0 0,-10-24 1,-3-3 4677,15 33-5037,7 33 2342,103 433 1419,-64-283-3645,45 252-1428,-11-51-658,27-7-235,-81-311-1094,43 81 1,3-17-5903,-18-37-3952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53.0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247 214 12197,'-30'-42'624,"-52"-79"1989,78 116-2251,1 0 1,-1 0-1,-1 0 0,1 1 0,-1-1 1,1 1-1,-1 0 0,-6-3 1,5 2 46,3 3 387,5 28 343,4-3-934,2-1 0,0 0 0,22 40 0,2 4-14,99 240 270,119 417 0,-209-560-395,27 214 0,-55-256-44,-5 1 1,-12 183-1,-8-197-4,-4 0 0,-4 0 1,-5-2-1,-5-1 0,-5-1 1,-73 152-1,-180 294-71,164-298-666,110-208 437,14-44 272,0 1 0,-1 0 1,1 0-1,0-1 0,0 1 1,0 0-1,0-1 0,0 1 1,0 0-1,0 0 0,0-1 1,0 1-1,0 0 0,0-1 0,1 1 1,-1 0-1,0 0 0,0-1 1,1 1-1,-1 0 0,0-1 1,1 1-1,-1-1 0,1 1 1,-1-1-1,1 1 0,-1-1 1,1 1-1,-1-1 0,1 1 1,0-1-1,-1 1 0,1-1 0,0 0 1,-1 1-1,2-1 0,29 0-188,-24-1 153,10-2-15,1 0-1,-1-1 1,0-1-1,-1 0 1,1-2 0,17-9-1,95-60-219,-113 66 247,317-238-575,-18-31 196,-158 137 477,76-68 137,426-366 3406,-598 524-3091,51-40 514,-96 80-735,0 1 0,1 1 0,1 1 0,35-15 0,-50 23-252,1 0 1,-1 0-1,0 0 0,0 1 0,0-1 0,1 1 0,-1 0 0,0-1 0,1 2 0,-1-1 0,0 0 0,1 1 0,-1-1 0,0 1 0,0 0 0,0 0 0,1 0 0,-1 1 0,0-1 0,5 4 0,-4-1 6,0 0 0,0 0 0,0 0-1,0 1 1,-1-1 0,1 1 0,-1 0 0,-1 0 0,1 0-1,-1 1 1,3 5 0,2 14-51,-1 0 0,-1 0 0,-1 0-1,1 33 1,-4-9-1175,-2-1 0,-3 1 0,-1-1 0,-22 87 0,0 6-8405,10-76-281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53.1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227 176 13321,'-103'-54'1976,"75"32"-399,-1-1-329,19 14-308,-8-7-200,-3 3-224,14 0-480,-4 1-880,25 2-3589,25 7 69,7 19-3365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53.5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233 1556 16406,'-24'24'945,"15"-15"-410,0-1-1,0 2 1,1-1 0,1 1 0,-1 0 0,2 1-1,-1 0 1,2 0 0,-7 16 0,-36 71 4636,35-74-4232,0 1-1,2 0 1,1 1 0,-9 32 0,14-37-914,1 1 0,2-1 1,0 1-1,1-1 1,1 1-1,1 0 1,1-1-1,1 1 0,8 30 1,-7-38-29,1 0-1,1 0 1,0-1 0,0 0 0,2 0 0,-1-1 0,2 0-1,-1 0 1,2-1 0,0 0 0,0-1 0,1 0 0,0 0-1,0-1 1,14 8 0,-3-6-1,-1 0 1,2-1-1,-1-2 1,1 0-1,1-1 1,-1-2-1,1 0 0,45 3 1,-19-6-135,0-2 0,0-2 0,64-12 1,-54 4-716,-1-3 0,0-2 0,-1-3 1,-1-2-1,-1-3 0,-2-3 0,0-1 1,-1-3-1,67-51 0,-45 21-296,-3-3 0,-3-3 0,-2-3 0,-4-3 0,66-96 0,-70 78 780,-4-2 0,-4-2 1,-5-3-1,50-148 0,-40 76 2615,-8-2 0,51-346 0,-93 439-1005,7-44 1666,-9 107-1266,-3 25-155,-4 29-239,-12 402 335,34 6-577,-18-429-1003,11 218-1577,27 346-7578,-26-487 2007,4-13-4763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53.6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89 737 17386,'-81'-86'2424,"73"38"-480,16 1-464,13-4-276,21 3-300,29-10-732,32-9-872,21-3-808,25-22-1380,21 2-3173,32 11-5312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56.8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474 609 10265,'-3'-220'1586,"6"100"286,-1 98-1132,-2 1 1,0-1-1,0 1 0,-2-1 1,-1 1-1,-8-32 1,-10-21 2888,21 74-3587,-1-1 0,1 0 0,0 0 0,-1 1 0,1-1 0,-1 0 0,1 1-1,-1-1 1,1 0 0,-1 1 0,1-1 0,-1 1 0,0-1 0,1 1 0,-1-1 0,0 1 0,1-1 0,-1 1 0,0 0 0,0-1 0,1 1 0,-1 0 0,0 0 0,0 0 0,0-1 0,0 1 0,1 0 0,-1 0 0,0 0 0,0 0 0,0 0 0,1 1 0,-1-1 0,0 0 0,0 0 0,0 0 0,1 1 0,-1-1 0,0 0 0,0 1-1,0 0 1,-37 22 770,36-22-767,-15 11 178,1 1 0,1 0-1,0 1 1,1 1 0,-16 21-1,-3 4 63,2 2-1,2 1 0,-23 47 0,31-49-186,3 0 1,2 1-1,1 1 0,2 0 1,2 1-1,3 1 0,-5 48 0,12-71-77,0 1 0,1-1-1,1 1 1,1-1-1,1 0 1,2 1-1,0-2 1,1 1 0,1-1-1,0 0 1,2 0-1,1-1 1,0 0 0,2 0-1,0-2 1,18 22-1,-1-9-31,1-2-1,2-1 1,1-1 0,1-2-1,62 35 1,201 84-325,-220-110 237,17 8-27,32 13-415,208 124 1,-292-151 349,-2 1-1,-1 3 1,37 39 0,-52-45 48,-1 0 0,-2 2-1,-1 0 1,-1 1 0,21 42 0,-31-51 83,-1 0 1,-1 1-1,-1-1 0,0 1 1,-2 0-1,0 1 0,-2-1 1,0 1-1,-2 26 0,-2-19 5,-1 1-1,-2-1 0,-1 0 1,-1 0-1,-1 0 0,-14 28 0,-5 0-7,-2-1-1,-3-1 1,-2-2 0,-2-1-1,-74 79 1,-230 206-111,256-267 433,-3-4 0,-128 76 1,201-135-207,10-5-38,0 0 0,0 1 0,1-1-1,-1 1 1,1-1 0,-1 1-1,-3 5 1,5-6 26,2-1-36,1 1-1,-1 0 0,1-1 1,-1 1-1,1-1 0,0 1 1,0-1-1,0 1 1,0-1-1,0 0 0,0 0 1,0 1-1,2 1 0,0-1 6,10 10-75,1-2 0,0 0 0,0 0 0,1-2 0,1 0 0,23 9 0,3 3-343,253 111-4373,-92-57-3382,-87-41 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57.2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96 9137,'28'-63'1651,"-26"60"-1503,0 1 1,0-1-1,0 1 1,0 0-1,1 0 1,-1 0-1,1 0 1,-1 0 0,1 0-1,-1 1 1,1-1-1,0 1 1,0 0-1,0-1 1,0 1-1,0 1 1,0-1-1,0 0 1,0 1-1,1 0 1,5 0 0,-3 0 75,0 0 1,0 1 0,1 0-1,-1 0 1,0 1 0,0-1 0,-1 1-1,12 6 1,-11-4-66,0 0 1,-1 0-1,0 1 0,0-1 0,0 1 0,0 1 1,-1-1-1,0 1 0,0 0 0,3 6 0,30 68 944,-4 8-242,-3 3 1,23 129-1,13 198 227,-41-242-780,2 20-70,85 441 151,-92-559-477,3-1 1,4-1-1,3-2 1,3-1-1,3-1 1,47 67-1,-62-109-50,1 0 0,1-2 0,2-1 0,1-1 0,1-2 0,59 42-1,-70-55 5,0-1 0,1-1 0,0 0 0,0-2-1,1 0 1,0-1 0,0 0 0,0-2-1,1 0 1,0-1 0,0-1 0,0-1-1,0 0 1,0-2 0,19-2 0,-23 0 12,0 0 0,0-2 0,0 0 1,-1 0-1,16-9 0,9-5-116,-2-2-1,0-1 1,-2-2 0,0-1-1,39-38 1,8-25 916,132-184 0,-95 88 779,-117 181-1349,1 0 1,-1 0-1,1 0 1,-1 0-1,1 0 1,0 1-1,6-5 1,-9 7-79,1-1 1,0 1-1,-1 0 1,1 0-1,0 0 1,-1-1-1,1 1 1,0 0-1,-1 0 1,1 0-1,0 0 1,-1 0-1,1 0 1,0 0-1,0 0 1,-1 0-1,1 1 1,0-1-1,-1 0 1,1 0-1,0 1 1,-1-1-1,1 0 0,-1 1 1,1-1-1,0 1 1,-1-1-1,1 0 1,-1 1-1,1-1 1,-1 1-1,1 0 1,-1-1-1,0 1 1,1-1-1,-1 1 1,0 0-1,1-1 1,-1 1-1,0 0 1,0-1-1,1 2 1,1 8 181,0 1 1,-1-1 0,0 0 0,0 1-1,-1 0 1,-1-1 0,-2 19 0,1-13-11,-22 534 2766,10-155-2282,-24-2-229,32-353-418,-48 279-369,36-237-882,-50 143-1,47-175-29,-2 0-1,-3-2 0,-46 68 0,14-38-3646,-72 74-1,38-54-3318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49.3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49 606 12461,'-44'-8'1849,"43"8"-1813,1 0-1,0 0 1,0 0-1,0 0 1,0 0 0,0 0-1,0 0 1,-1 0-1,1 0 1,0 0-1,0 0 1,0 0 0,0 0-1,0 0 1,-1 0-1,1 0 1,0 0 0,0 0-1,0 0 1,0 0-1,0 0 1,0 0 0,0 0-1,-1 0 1,1 0-1,0 0 1,0 0-1,0-1 1,0 1 0,0 0-1,0 0 1,0 0-1,0 0 1,0 0 0,0 0-1,-1 0 1,1-1-1,0 1 1,0 0 0,0 0-1,0 0 1,0 0-1,0 0 1,0-1 0,0 1-1,0 0 1,0 0-1,0 0 1,0 0-1,0 0 1,0 0 0,0-1-1,0 1 1,0 0-1,1 0 1,-1 0 0,0 0-1,0 0 1,0 0-1,0 0 1,0-1 0,0 1-1,0 0 1,0 0-1,0 0 1,0 0-1,1 0 1,8-7 262,-7 6 9,30-15 218,1 0-1,1 2 1,0 2 0,0 1 0,37-7-1,-24 6-276,559-113 861,11 40-686,-608 83-417,767-88 271,147-21-495,-544 47-1011,-353 58 156,-26 6 1028,0 0-1,0 0 0,0 0 1,0 0-1,0 0 0,0 0 0,0 0 1,0 0-1,-1 0 0,1 0 1,0 0-1,0 0 0,0 0 1,0 0-1,0 0 0,0-1 0,0 1 1,0 0-1,0 0 0,0 0 1,0 0-1,0 0 0,0 0 1,0 0-1,0 0 0,0 0 1,0 0-1,0 0 0,0 0 0,0-1 1,0 1-1,0 0 0,0 0 1,0 0-1,0 0 0,0 0 1,-44 2-2530,43-2 2559,-96 13-4918,-17 16-2893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49.5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401 17 14621,'-2'-7'92,"-2"-2"3608,-6 25 212,-62 139 67,-48 123 2484,67-115-7012,7 2 0,-42 295 0,83-408-2078,4 103 0,12-18-6804,0-37-4020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50.0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40 584 17702,'-12'-6'881,"-3"0"218,3 5 6237,12 6-6105,3 11-958,1 0 0,0 0 1,1-1-1,1 0 1,1 0-1,0 0 1,0-1-1,2 0 0,0 0 1,0-1-1,18 19 1,5 2-235,1-1 1,72 53-1,-75-63-360,2-1-1,0-2 0,1-1 0,40 15 1,-58-28 213,1 0 0,0-1 0,0-1 1,1-1-1,-1 0 0,1-1 0,-1-1 1,1 0-1,-1-2 0,1 0 0,30-5 1,6-8-164,63-26 1,-59 18 122,98-22-1,47 5 115,-124 23 55,-18 5-145,106-34 0,-149 39 98,0 0 1,-1-2-1,0 0 0,0-1 0,-1-1 0,0 0 0,0-1 0,-1-1 1,-1 0-1,20-23 0,-13 8 17,-1-1 0,-1-1 0,15-35 0,34-96 572,-43 98 588,62-115 0,-69 148-681,-6 9-60,1 0 1,1 1-1,0 1 1,26-27-1,-38 44-408,0 0 1,0 0-1,1 0 1,-1 0-1,0 1 0,1-1 1,-1 0-1,1 1 1,-1 0-1,1-1 0,-1 1 1,1 0-1,-1-1 1,1 1-1,-1 0 1,1 0-1,-1 0 0,1 0 1,0 1-1,-1-1 1,1 0-1,-1 1 0,1-1 1,-1 1-1,0-1 1,3 2-1,-1 0-4,1 0 1,0 0-1,-1 0 1,0 1-1,1 0 0,-1 0 1,5 5-1,-3 2 2,0-1 0,0 1 0,-1 0 0,0 0 0,0 1 0,-1-1 0,-1 1 0,0-1 0,1 22 0,5 58 0,-3 0 0,-9 108 0,-32 179 0,21-253 14,-22 310-677,47-205-4078,-5-187-1016,18 66 0,-6-49-7122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50.5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0 711 14949,'88'-112'3731,"-83"107"-3493,0 0-1,1 0 0,0 1 0,0-1 0,1 1 0,-1 1 0,1-1 0,0 1 1,0 0-1,0 1 0,0 0 0,0 0 0,0 0 0,1 1 0,-1 0 1,10 0-1,3-1 314,-3 0-251,0 1 0,0 0 1,0 1-1,-1 1 0,1 1 0,0 0 1,-1 1-1,32 11 0,-39-11-239,0 0 1,-1 1-1,1 0 0,-1 1 1,0 0-1,-1 0 0,1 0 1,-1 1-1,0 1 0,0-1 0,-1 1 1,0 0-1,0 0 0,0 1 1,-1 0-1,0 0 0,6 14 0,-8-12-25,-1 1 1,0-1-1,0 1 0,-1-1 0,0 1 0,-1 0 0,0-1 0,0 1 0,-1 0 0,-1-1 0,0 1 0,0-1 0,-1 0 0,-7 17 0,0-3-1,-1 0 1,-1 0-1,-2-1 1,-28 38 0,11-22 19,4-5-2,-44 70-1,71-103-53,0 0 0,0-1 0,0 1 0,0-1 0,1 1 0,-1 0 0,0-1-1,1 1 1,-1-1 0,0 1 0,1-1 0,-1 1 0,0-1 0,1 1 0,-1-1 0,1 1-1,-1-1 1,1 0 0,-1 1 0,1-1 0,-1 0 0,1 1 0,0-1 0,-1 0 0,1 0 0,-1 1-1,1-1 1,1 0 0,1 1-20,1-1 0,-1 0 0,1 0 1,-1 0-1,0 0 0,1 0 0,-1-1 0,1 0 0,-1 1 0,1-1 0,-1 0 0,0-1 0,0 1 0,0-1 1,0 1-1,0-1 0,5-3 0,7-7-204,28-25 1,-36 31 158,199-214-1317,-18-16 532,-33 25 349,-65 86 1180,159-173-1,-244 292-547,1 0 0,0 1 0,0 0 0,1 0 0,10-6 0,-16 10-109,0 1 0,0-1 0,0 1 0,0 0 1,0-1-1,0 1 0,0 0 0,0-1 0,0 1 0,1 0 0,-1 0 0,0 0 1,0 0-1,0 0 0,0 0 0,0 1 0,1-1 0,-1 0 0,0 0 0,0 1 1,0-1-1,0 1 0,0-1 0,0 1 0,0-1 0,0 1 0,0 0 0,0 0 0,0-1 1,-1 1-1,1 0 0,0 0 0,0 0 0,-1 0 0,1 0 0,-1 0 0,1 0 1,-1 0-1,2 2 0,12 32 309,0 1-1,14 63 1,5 18-78,5-20-151,5-2-1,55 92 1,-85-165-238,2 0 0,0-1 1,1 0-1,0-1 0,25 21 0,-31-32 3,0-1 1,1 1-1,0-2 1,0 1 0,0-2-1,1 1 1,1-2-1,-1 1 1,1-2-1,-1 0 1,26 5-1,-13-7-26,0-1-1,0 0 1,0-2-1,45-8 1,96-30-274,-29 5 297,-28 6 107,-1-5-1,147-65 1,-216 82 31,-6 2-11,-2-2-1,0 0 1,51-38 0,-62 39 155,-2 0 0,0-2-1,0 0 1,-2-1 0,0 0 0,16-26 0,-32 43-109,1 0 1,-1 0-1,1 0 1,-1 0-1,1 0 1,-1 0-1,1 0 1,-1 0-1,0 0 1,0 0-1,1 0 1,-1 0-1,0 0 1,0 0 0,0-1-1,0 1 1,-1 0-1,1 0 1,0 0-1,0 0 1,-1 0-1,1 0 1,0 0-1,-1 0 1,1 0-1,-1 0 1,0 0-1,1 0 1,-1 0-1,0 0 1,1 0-1,-1 1 1,0-1-1,0 0 1,0 0 0,0 1-1,0-1 1,0 1-1,0-1 1,-1 0-1,-1-1 78,0 1-1,-1-1 1,1 1 0,-1 0-1,1 0 1,-1 0-1,1 1 1,-1-1 0,0 1-1,1 0 1,-1 0-1,-3 0 1,-1 2-23,0-1 0,0 1 0,1 1 0,-1-1 0,1 1 0,-1 1 0,1 0 0,0-1 0,1 2 0,-1-1 0,1 1 0,-1 0 0,1 1 0,1-1 0,-1 1 0,1 0 0,0 1 0,1-1 0,-1 1 0,1 0 0,0 0 0,1 0 0,-5 15 0,3-6 64,1 0 1,1 0-1,0 0 1,1 1-1,1-1 1,1 0 0,0 1-1,1-1 1,1 1-1,7 30 1,-3-26-238,1 0-1,0-1 1,2-1 0,0 1-1,2-1 1,0-1 0,15 19-1,-15-21-341,1-2-1,1 0 1,0 0-1,1-1 1,1-1 0,0-1-1,0 0 1,1 0-1,1-2 1,22 11-1,-1-5-1248,0-2 1,0-1-1,63 11 0,-59-17-466,0-2 0,0-1 0,1-3 0,57-6 1,-12-3-4932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50.6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185 62 12985,'25'-23'9225,"-26"19"-7978,-5-27 692,5 28-548,-1 6-862,-7 9-501,0 1-1,0 1 1,1-1 0,-11 29 0,17-37-379,-1 1 1,0-1-1,0-1 1,-1 1-1,0 0 1,1-1 0,-2 0-1,1 0 1,0 0-1,-6 4 1,-23 22-3246,0 13-2872,-2 7-4084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53.9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539 1 16722,'-78'25'2616,"60"-12"-140,8 19 56,-15 16-276,-3-7-415,-11 14-361,0 8-248,-7 17-304,3 16-744,-7 12-828,4 10-1128,11 7-1117,0 6-323,10 6-3772,3-7-6798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54.4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890 513 6765,'1'-4'2013,"1"-3"-1448,0 0-1,1 0 0,-1 0 1,1 0-1,1 0 1,0 1-1,0 0 0,0-1 1,9-9-1,-5 6 99,0 0 0,12-24 0,-11 14-159,-1-1 0,-1 1 1,-1-2-1,0 1 0,-2-1 1,0 0-1,-2 0 0,0 0 1,-2 0-1,0 0 0,-6-36 1,5 53-393,0 1 0,0 0 1,0 0-1,-1 0 1,1 0-1,-1 0 0,0 1 1,-1-1-1,1 0 0,-1 1 1,1-1-1,-1 1 1,0 0-1,0 0 0,0 0 1,-6-3-1,4 3 11,0 0 0,0 1 1,-1 0-1,1 0 0,-1 0 0,0 1 0,1 0 0,-1 0 1,0 0-1,-10 0 0,-2 2 90,1 1 0,0 1 0,0 0 0,0 1 0,0 0 0,1 2 0,-17 7 1,1 3 100,2 1 1,0 1 0,1 1 0,1 1-1,1 2 1,1 1 0,1 1 0,1 1 0,1 2-1,-39 56 1,35-40-56,2 2-1,2 0 1,2 1-1,1 2 1,3 0-1,-20 93 1,30-99-252,3 1 0,1-1 0,2 1 0,2 0 0,1-1 0,3 1 0,1-1 0,2 0 0,3-1 0,27 75 1,9-6-14,5-2 1,106 162 0,66 61 5,-22-37 0,-141-196 0,51 113 0,-94-171-85,-1 0 1,-3 1-1,-1 1 1,-2 1-1,8 59 1,-16-75 1,-2 0 1,0-1-1,-2 1 0,-1-1 1,0 1-1,-3-1 0,0 0 1,-1 0-1,-2 0 1,-11 26-1,3-19-166,-2 0-1,-2-2 1,0 0 0,-2-1-1,-1-1 1,-2-2 0,0 0-1,-2-1 1,-42 30 0,-2-4-559,-3-3 0,-144 69 0,133-79-857,-125 38 0,9-24-8004,126-38-782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54.9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497 1894 14525,'14'-29'1178,"2"1"-1,1 0 1,1 2-1,1 0 1,25-26-1,-17 20-523,-1-1-1,23-38 0,-26 29-112,30-70-1,-52 110-526,0-1-1,0 1 1,0-1-1,-1 0 1,1 1 0,-1-1-1,1 0 1,-1 1 0,0-1-1,0 0 1,0 0 0,0 1-1,-1-1 1,0-3-1,0 5 3,1-1-1,-1 1 0,0 0 0,0 0 0,1 0 0,-1-1 0,0 1 0,0 0 0,0 0 0,0 1 0,0-1 0,0 0 0,-1 0 0,1 0 1,0 1-1,0-1 0,-1 0 0,1 1 0,-3-1 0,-2 0 52,-1 0 0,0 1 0,1-1 0,-1 1 0,1 1 0,-1 0 0,0 0 0,1 0 0,-10 3 0,-7 4 169,0 1 0,0 1 1,1 1-1,1 1 0,0 0 0,0 2 1,-23 20-1,-1 5 591,-72 83 1,75-73-529,4 2-1,1 1 1,3 2-1,2 2 1,2 0-1,3 2 1,3 2 0,2 0-1,-24 107 1,40-130-229,1 0 1,2 0-1,1 41 0,2-59-56,2 0 0,0-1 0,1 1 0,1 0 0,1-1 0,0 0-1,16 34 1,-17-43-90,1-1 0,1 0 0,0 0 0,0 0-1,1-1 1,-1 0 0,1 0 0,1-1 0,0 0-1,-1 0 1,2-1 0,-1 0 0,1 0 0,0-1 0,-1 0-1,2 0 1,-1-1 0,0-1 0,1 1 0,-1-2-1,1 1 1,10-1 0,1 0-202,-1-1-1,0-1 1,0-1-1,0 0 1,0-2-1,-1 0 1,1-2-1,-1 0 1,34-16-1,-18 3-179,-2-1 0,0-2 0,-1-1 0,-1-2 0,48-49 0,125-163-1322,-161 185 1455,98-131-187,-8-6 0,-8-6 0,166-350 1,-229 407 1338,-7-3 1,-6-2-1,-6-2 1,23-150-1,-57 243-228,2-6 844,-3 0 0,1-61-1,-10 116-751,-3 6-50,-4 5-578,0-1 0,1 1 0,0 0 0,1 1 0,0 0 0,0 0 0,1 0 0,0 0 0,1 1 0,0 0 0,-4 13 0,-4 21 88,-9 62 0,13-54-131,-15 95-20,-7 286 0,48 152 0,7-327-3198,39 128-9061,-33-258-2067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55.1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1 785 20222,'17'-102'2592,"22"58"-376,15-4-324,6 0-435,14-3-281,25 3-232,36-6-248,28 0-700,32-4-1028,25 1-760,21-1-789,-4 1-1139,4 6-2797,4-3-6048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55.2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82 45 11837,'-43'-16'1516,"26"10"-300,2-1-304,8-9-13409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57.9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829 186 9365,'1'-28'1111,"-3"-35"0,1 59-932,0 1 0,0-1 1,0 1-1,-1-1 0,1 1 0,-1 0 0,0 0 0,0 0 1,0 0-1,0 0 0,-1 0 0,1 1 0,-1-1 0,0 1 1,1 0-1,-1 0 0,0 0 0,-1 0 0,1 0 0,0 0 1,0 1-1,-1 0 0,1-1 0,-7 0 0,-1-2 241,-8-2 18,1 0 1,-1 2 0,0 0 0,-1 1 0,1 1 0,-1 1 0,1 0 0,-1 2 0,1 0 0,-21 5 0,3 0-48,0 3 0,0 1 0,1 1 0,-42 20 0,63-24-287,1 0 0,0 1-1,0 1 1,0 0-1,2 0 1,-1 2 0,1-1-1,-16 20 1,23-25-76,1 1 0,0 0 0,0 1 0,0-1 1,1 1-1,-1-1 0,2 1 0,-1 0 0,1 0 0,0 0 0,0 1 1,1-1-1,0 0 0,1 1 0,-1-1 0,1 0 0,1 1 0,-1-1 1,1 0-1,4 14 0,0-6-11,1-1 1,0 0-1,1 0 1,0 0-1,1-1 1,1 0-1,18 20 1,84 77-20,-89-90 31,-11-10-13,358 360 154,-332-327-171,-2 2 0,-2 2-1,-2 1 1,-2 2 0,-3 0-1,-2 2 1,21 62 0,-31-63-5,-1 0 1,-3 1 0,-2 0-1,-3 0 1,-1 99 0,-9-84-51,-2 0 1,-3-1-1,-3 0 1,-23 68 0,3-38-74,-4-2 0,-53 97 0,-121 162-231,140-254 210,-4-3 1,-162 157-1,217-232-13,-1-1-1,-1-1 1,-1-1-1,-1-1 1,-37 20-1,60-36 145,0-1 1,1 1-1,-1-1 1,0 0-1,0 1 0,1-1 1,-1 0-1,0 0 0,1 0 1,-1 1-1,0-1 0,0 0 1,0 0-1,1 0 1,-1 0-1,0 0 0,0 0 1,1 0-1,-1-1 0,0 1 1,0 0-1,1 0 1,-1-1-1,0 1 0,0 0 1,1-1-1,-2 0 0,1 0 0,1 0-1,-1 0 0,0 0 1,1-1-1,-1 1 0,0 0 1,1 0-1,0-1 0,-1 1 1,1 0-1,0-1 1,0 1-1,0 0 0,0-3 1,0-3-39,0 0 0,1-1 0,0 1 0,1 0 0,1-8 0,5-4-61,0 0-1,1 0 1,1 1-1,14-20 1,55-67-272,-74 98 366,43-50-12,3 2 0,1 3 1,3 2-1,2 3 0,112-72 1,-156 110 92,1 1 1,1 1 0,-1 0 0,1 1 0,0 0 0,23-4-1,-32 9 7,0 0 0,0 0 0,0 1-1,0 0 1,1 0 0,-1 0-1,0 1 1,0 0 0,0 0 0,0 0-1,0 1 1,0 0 0,0 0-1,0 1 1,-1 0 0,1 0 0,-1 0-1,0 0 1,7 6 0,-4 0 88,0-1-1,0 1 1,-1 1 0,0-1 0,-1 1 0,0 1 0,0-1 0,-1 1 0,-1 0 0,4 13 0,4 18 437,9 58 0,-20-95-550,22 158 909,14 67-49,-31-202-964,2 0 1,1 0-1,1-1 1,2 0 0,26 45-1,-31-60-240,1-1 0,0 0 0,1-1 0,0 0 0,1 0 0,0-1 0,0 0 0,1-1 0,0 0 0,1-1-1,-1 0 1,1-1 0,16 7 0,-15-9-708,1 0 0,-1-1-1,0-1 1,1 0 0,0-1 0,-1 0-1,1-1 1,18-2 0,51-11-8820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58.3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100 310 12345,'-32'-151'1613,"27"132"-783,0 0 0,-1 1 0,-1 0 0,-1 0 0,-16-28 0,14 29 174,8 14 340,2 29-580,1-10-637,12 138 503,4 97-258,-6 241-61,29 466-55,54-350-561,-70-507-136,5-1-1,4-2 1,86 178-1,-96-234-9,1-1 0,2-1 0,2-1 0,1-2 0,2-1 0,2-1 0,48 40-1,-60-59 160,0-1-1,2 0 1,0-2-1,0 0 1,1-2-1,31 10 1,-36-15 104,0-1 1,1-1-1,0-1 1,0 0 0,0-2-1,0 0 1,1-1-1,38-6 1,-30 0 108,0-1 0,-1-2 0,0-1 0,0-1-1,-1-1 1,0-2 0,-1 0 0,-1-2 0,-1-1 0,35-30 0,7-14 688,-3-4-1,65-83 1,100-176 2906,-151 207-2152,-66 102-1083,0-1 1,1 1-1,1 1 1,15-13-1,-27 25-223,1 1 0,0 0 1,-1 0-1,1 0 0,0 1 0,-1-1 1,1 0-1,0 1 0,0-1 0,0 1 1,0-1-1,-1 1 0,1 0 1,0 0-1,0 0 0,0 0 0,0 0 1,0 0-1,0 0 0,0 1 0,0-1 1,-1 1-1,1-1 0,0 1 0,0 0 1,-1 0-1,1 0 0,0 0 0,-1 0 1,1 0-1,1 2 0,3 1 61,-1 1-1,-1-1 1,1 1-1,-1 0 1,0 0-1,0 1 1,4 7-1,-1 4 78,0 1-1,-2 0 1,0 0 0,-1 0-1,0 1 1,0 19-1,0-10-24,21 180 735,0 230-1,-27-295-695,-6-1 1,-40 221-1,23-240-538,-5-2 0,-73 187 0,77-248-989,-3 0 1,-49 72-1,51-92-1128,-3-1 1,-1-1-1,-65 61 1,-13-12-8158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59.6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85 463 10849,'-11'-27'486,"-3"-7"934,-14-53 0,18 55 330,5 19-1016,1-1 0,0 0 0,1-1-1,1 1 1,-2-25 0,4 36-662,0 0 1,1 1-1,-1-1 0,0 0 0,1 1 0,0-1 1,0 0-1,0 1 0,0-1 0,0 1 0,0 0 1,1-1-1,-1 1 0,1 0 0,-1 0 0,1-1 1,0 1-1,0 1 0,0-1 0,0 0 0,0 0 1,0 1-1,1-1 0,-1 1 0,1 0 0,-1 0 1,1 0-1,-1 0 0,1 0 0,-1 0 0,1 1 0,0-1 1,0 1-1,-1 0 0,1 0 0,4 0 0,7 0 69,-1 1 0,1 0 0,-1 1 0,1 1-1,-1 0 1,0 0 0,0 2 0,0-1-1,0 2 1,14 7 0,20 15 216,55 40 0,-88-58-301,390 298 796,-148-108-559,-209-164-244,292 212 203,-237-180-253,160 79 0,-202-119-75,1-2 0,1-4 0,1-2 1,83 15-1,-98-27-50,0-3 0,1-2 0,-1-1 0,1-3 0,-1-2 1,83-16-1,-71 5 4,-1-2 1,-1-3 0,0-3 0,-2-2-1,-1-3 1,-1-2 0,-1-2-1,-1-2 1,-3-3 0,66-60 0,-66 48-453,-2-1 1,-2-3-1,-2-1 1,-3-3 0,-3-1-1,-1-1 1,-4-2-1,-2-1 1,25-76 0,-39 93-711,-3-2 1,10-58 0,-19 74-518,-1 0 0,-2-44 1,-9-11-4398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4:59.9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 7 12325,'6'-7'1353,"-6"10"-91,-8 21 984,-5 17 75,4 3-1261,2 0 0,2 0 0,1 0 0,3 1-1,5 55 1,4-33-514,2 0-1,4-1 1,39 114-1,95 183 477,-85-221-1178,59 197 1,-114-311-196,-2-1 0,-1 1 0,-1 0 0,-1 0 0,-2 37 0,-2-46-201,-1 1 0,-1-1 0,-1 0-1,-1 0 1,0-1 0,-1 1 0,-1-1 0,-14 26-1,-37 45-4573,33-52 1222,-15 26-5765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00.7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21 763 12413,'0'0'164,"0"-1"0,-1 1 0,1-1 0,0 1 0,-1 0-1,1-1 1,-1 1 0,1 0 0,-1-1 0,1 1 0,-1 0 0,1-1 0,-1 1-1,1 0 1,-1 0 0,0 0 0,1 0 0,-1 0 0,1-1 0,-1 1 0,1 0-1,-1 0 1,0 0 0,1 0 0,-1 1 0,1-1 0,-1 0 0,1 0 0,-1 0-1,0 0 1,1 1 0,-1-1 0,1 0 0,-1 0 0,1 1 0,-1 0 0,-1 25 5430,3-13-6796,6 85 2167,5-1 0,4 0-1,5 0 1,42 122 0,-60-210-940,122 353 675,-100-301-590,3-1-1,3-1 1,66 96-1,-92-149-102,0 1 1,0-1-1,0 0 0,1-1 1,0 1-1,0-1 0,1 0 1,-1-1-1,1 1 0,0-1 1,14 5-1,-17-7-3,0-1-1,0-1 1,0 1 0,1-1-1,-1 1 1,0-1 0,0 0-1,0-1 1,0 1 0,1-1-1,-1 0 1,0 0 0,0 0-1,0 0 1,0-1-1,-1 1 1,1-1 0,0 0-1,-1 0 1,1-1 0,-1 1-1,1-1 1,-1 0 0,4-5-1,2-1 1,0-1 1,-1-1-1,0 0 0,-1 0 0,11-21 0,22-67 25,-32 76-17,40-127-33,30-165-1,-22 77-36,97-277-1331,50 19-4270,-196 482 5246,48-88-2284,-47 90 1449,0 0 0,1 0 0,0 1 0,1 0 0,20-16 0,16-4-7122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01.5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101 1612 10685,'3'-35'2195,"-3"34"-2016,0 0 1,0 0-1,0 0 1,-1-1 0,1 1-1,0 0 1,0 0-1,-1 0 1,1 0-1,-1 0 1,1 0-1,-1 0 1,1 0 0,-1 0-1,0 0 1,1 0-1,-1 0 1,0 0-1,0 1 1,0-1-1,1 0 1,-1 0-1,-1 0 1,-5-6 925,4 3-319,1 0 0,-1-1 0,1 0 0,0 1 0,-1-7 0,6 6-459,1 1-1,-1 0 1,1 0-1,0 0 0,0 0 1,1 1-1,-1 0 1,6-3-1,-9 5 438,-4-2-540,-30-18 198,30 19-243,2-2-59,-1-8-37,0-1 0,0 1 0,1 0 0,1-1-1,0 1 1,1 0 0,2-16 0,-2 25-14,-12 44-133,5-16 71,-26 125-20,23-94 53,3 1-1,2 93 1,5-126-182,1 1 0,1 0 1,2-1-1,0 0 0,1 0 1,2 0-1,0-1 0,19 35 0,-26-56 129,0 0-1,1 0 1,-1 0-1,0 0 0,1 0 1,-1 0-1,1-1 0,0 1 1,0-1-1,-1 1 0,1-1 1,0 0-1,0 1 1,0-1-1,1 0 0,-1 0 1,0-1-1,0 1 0,0 0 1,1-1-1,-1 1 0,0-1 1,1 0-1,-1 0 0,0 0 1,1 0-1,-1 0 1,0-1-1,1 1 0,-1 0 1,4-2-1,2-1-17,-1 0-1,0 0 1,0-1 0,0 1 0,0-2-1,-1 1 1,13-11 0,15-19-80,-2-2-1,-1-2 1,29-46 0,-5 9 122,1 0-6,230-275-53,-277 341 41,1 0 0,0 0 0,0 1 0,1 1 0,17-10 0,-23 14 6,0 1 0,1-1 0,-1 2 0,0-1 0,1 0 0,-1 1 1,1 0-1,-1 0 0,1 1 0,0 0 0,-1 0 0,1 0 1,-1 0-1,1 1 0,8 2 0,-7-1-25,0 0 0,0 1 0,0 0 0,-1 0 0,1 1 0,-1-1 0,0 1 0,0 1 0,0-1 0,-1 1-1,0 0 1,10 11 0,-6-3-28,-8-10 82,1-6 53,0 2-16,0-1 1,-1 0-1,1 0 0,-1 0 1,1 0-1,-1 0 0,0 0 1,0-1-1,0 1 0,0 0 0,0-1 1,0 1-1,-1-1 0,1 1 1,-1-1-1,0 1 0,0-1 1,0 1-1,0-1 0,0 1 1,0-1-1,-1 1 0,1 0 1,-1-1-1,1 1 0,-3-4 0,0-9 294,2 1-142,1 12-32,1 5-31,26 120 32,-5-37-1105,-16-68 80,-1-1 0,-1 1 0,0 0 1,-2 1-1,1 17 0,-2-31 420,-1-1 1,0 1 0,1-1 0,0 1 0,0-1-1,0 0 1,1 1 0,-1-1 0,1 0-1,0 0 1,0 0 0,4 5 0,-4-6-1423,15-7-1132,-15 3 2891,0 0-1,-1 0 0,1 0 1,-1 0-1,1 0 0,-1 0 1,1 0-1,-1-1 0,0 1 1,0-1-1,1 1 0,-1-1 1,0 1-1,-1-1 0,1 1 1,0-1-1,0 0 0,-1 0 1,1 1-1,0-5 0,8-44-456,-7 31 290,30-177-738,35-176 782,11-16 701,-18 84-24,-15 102-888,-43 189-18,0 1 1,-1-1 0,-1-22 0,0 22-340,0 8-1073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02.0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1 172 6309,'6'-18'1600,"-5"14"1581,38-2 432,-38 7-3536,-1-1 1,1 0 0,0 0-1,0 1 1,-1-1 0,1 1-1,0-1 1,0 1 0,-1-1-1,1 1 1,-1-1 0,1 1-1,0 0 1,-1-1-1,1 1 1,-1 0 0,0 0-1,1-1 1,-1 1 0,1 0-1,-1 0 1,0 0 0,1 1 137,3 6-108,0 0 0,-1 0 0,0 0 0,-1 1 0,0 0 0,0-1 0,0 1 0,-1 0 0,-1 0 0,1 0 0,-2 10 0,2 22 204,3 53 117,-6-67-231,1-18-161,1-6 14,4-5-40,-1 0-1,1 0 1,-1 0-1,1-1 1,-1 1-1,0-1 1,0 0-1,0 0 1,4-5-1,-2 2 59,25-27 281,-22 23-216,2-1-1,-1 1 1,1 1 0,13-9-1,-22 17-124,0 0-1,0 0 1,1 0-1,-1 1 1,0-1-1,1 0 1,-1 1-1,1-1 1,-1 1 0,1-1-1,-1 1 1,1 0-1,-1 0 1,1 0-1,-1 0 1,1 0-1,-1 0 1,1 0-1,-1 0 1,1 1-1,-1-1 1,1 1-1,-1-1 1,1 1 0,-1-1-1,0 1 1,2 1-1,1 1 4,-1 0 0,1 0 1,-1 1-1,0-1 0,0 1 0,0 0 0,-1 0 0,1 0 0,-1 0 1,0 0-1,3 8 0,3 5 6,-6-13-11,1 1 1,-1-1-1,0 1 1,0-1-1,-1 1 1,3 9 0,17-23 3,-13 5-15,-1-1 1,1 1 0,-1-1 0,0 0 0,0-1 0,-1 1 0,0-2 0,8-8 0,29-26 18,-21 24 39,-16 12-34,0 0 0,0 0 0,0 1 0,10-5 0,-14 8-17,0 0 1,0 0 0,0 1 0,0-1-1,1 1 1,-1-1 0,0 1 0,0 0-1,0 0 1,1 0 0,-1 0 0,0 0-1,0 1 1,0-1 0,0 0 0,1 1-1,-1 0 1,0 0 0,2 1 0,18 6-129,-1-1 0,1-1 1,0-1-1,0-1 1,42 2-1,-56-5-83,-1-1 0,1-1 0,-1 1 0,0-1-1,1-1 1,-1 1 0,0-1 0,0 0 0,0-1 0,0 0-1,8-4 1,-5 1 55,0-1 1,0 0-1,-1-1 0,0 0 0,0 0 0,10-13 0,4-10 1036,-2-1 0,0 0 0,19-46 0,-35 68-403,14-33 1245,-17 41-1559,1 3-202,6 1-979,0 1-1,0 0 1,0 0 0,0 1 0,0 0 0,-1 1 0,1 0-1,14 11 1,-7-7-3371,-9-6 3125,11 6-3260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02.1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78 71 9261,'-32'25'4972,"29"-40"-3668,-1-1 541,-3 0-1201,4 0-368,-15 0-2068,7 0-17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03.5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196 262 10793,'13'-79'3468,"-13"76"-3107,1 0 1,-1 0 0,0 0 0,0 1-1,0-1 1,0 0 0,0 0 0,-1 0-1,0-4 1,-1-3 682,2 7 2153,-1 4-3040,-1-1 0,0 1 0,0-1 0,1 1 0,-1 0 0,1-1 0,-1 1 0,0 0 0,1 0 0,0 0-1,-1 0 1,1 1 0,-1-1 0,1 0 0,-2 3 0,-15 21 567,9-6-345,2 0 0,0 0 0,1 1 0,0-1 0,-3 33 0,-2 3 174,-29 138 1067,-21 276-1,57-403-1490,2 1 0,4-1 0,2 1 0,3-1 0,3 0-1,31 107 1,-30-137-237,1-1-1,2 0 1,2-1-1,34 56 1,-39-73-70,1-1 0,1-1 0,0 0 1,1-1-1,0 0 0,1-1 0,1-1 0,0 0 0,1-2 0,27 14 0,-37-20 45,1 0 0,0-1 0,1 0 0,-1-1 0,0 0 0,1 0 0,-1-1 0,1 0 0,-1 0 0,1-1 0,0 0 0,-1-1 0,1 1 0,-1-2 0,1 1 0,-1-1 0,1-1 0,-1 0 0,0 0 0,0 0 0,0-1 0,-1 0 0,1-1 0,-1 1 0,10-10 0,2-4-169,-1-1 0,-2 0 0,0-1 0,0-1 0,-2 0 0,18-37 0,-1-9-204,24-71-1,118-507 12,-123 431 1363,9-113 1648,-44 232-1606,-15 60 289,-8 115-778,-11 226 229,19-292-637,1 58-18,3-1 0,20 106 0,-19-153-148,2 0-1,1 0 1,0-1 0,18 32 0,-18-41-65,0 0 1,1-1 0,1 0 0,0-1 0,1 0-1,0 0 1,24 18 0,-28-25 78,1 1-1,0-1 1,0-1 0,0 0-1,1 0 1,-1 0 0,1-1-1,0-1 1,0 1 0,0-1 0,0-1-1,0 0 1,0 0 0,10-1-1,-6-1 9,-1-1 0,1 0 0,0-1 0,-1 0 0,0-1 0,0 0-1,0-1 1,0 0 0,11-9 0,9-7-64,-2-1 0,0-2 0,-2-1 1,-1-1-1,44-55 0,-5-5 326,-5-2 1,-3-3-1,70-149 1,-122 226-45,6-12 138,1 0 0,1 1-1,28-38 1,-5 30 38,-28 31-156,-2 3-82,-3-1-18,0 0 1,-1 1-1,1-1 1,-1 1-1,1 0 1,-1 0-1,1 0 0,-1 0 1,0 1-1,1-1 1,-1 1-1,0 0 1,0 0-1,0 0 0,4 4 1,1 2-161,1 1 0,-1 1 0,0-1-1,-1 1 1,10 18 0,-11-16-472,1-1 1,14 19-1,-20-30 603,0 0-1,0 0 1,1 0 0,-1-1 0,0 1-1,0 0 1,0 0 0,0-1 0,0 1-1,0-1 1,0 1 0,0-1 0,0 1 0,0-1-1,0 1 1,1-3 0,-2 3 3,5-4 65,0 0 0,0 0 0,0-1 0,0 0 0,-1 0 0,0 0-1,0 0 1,-1-1 0,1 1 0,-1-1 0,0 0 0,3-10 0,-3 9 141,0 0 0,0 0 0,1 0 1,0 0-1,1 1 0,-1-1 0,10-8 0,-8 10-82,0 0-1,0 0 0,0 1 1,1 0-1,0 0 0,-1 1 0,2 0 1,13-4-1,-2 3-165,1 0-1,20 0 1,28-5-850,-55 6 752,1-1 1,-1-1-1,0 0 1,-1-1-1,1 0 1,-1-1-1,-1 0 1,1-1-1,-1 0 0,0-1 1,14-16-1,-11 10 48,0-1 0,-1 0 0,-1-1 0,0-1 0,-2 0 0,17-37 0,-20 38-1008,-1 0 0,6-24 0,-12 38-1159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03.7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80 4248,'54'-25'868,"-33"18"-287,7-2-293,4 2-220,-7-2-528,21-4-1205,0 4 721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03.8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150 14 4884,'49'-13'4989,"-70"19"-4089,3 1-144,1 9-84,-8 12-180,7 1-100,-3 3-112,10 9-296,1-2-376,-5 5-468,1 7-376,-4 0-1984,8 7-1437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04.9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86 246 4144,'2'-3'1276,"22"-29"954,-22 29-1145,5-16 792,3-2-486,1 0 0,1 1 1,1 0-1,24-28 0,-25 33-605,15-27 1114,-25 40-678,1 56 996,-1 7-1316,-11 51 604,-4 79 268,-49 1102 1177,-4-668-6034,27-253-913,0 0-5437,17-173-1898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05.2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58 668 15137,'-6'23'323,"-9"39"1167,2 1 0,3 1 0,-4 112 1,14-173-1456,16 228 1572,-12-200-1485,2 0 1,2-1 0,0 0 0,2-1 0,19 39 0,-15-42-220,1 1 0,1-2 0,2 0 0,0-1 0,2-1 0,1-1 0,0-1 0,2 0 0,0-2 0,48 30 0,-42-32-279,0-1-1,2-2 1,0-1-1,0-1 1,1-2 0,0-1-1,1-1 1,0-2-1,56 3 1,-46-9-44,0-2 0,0-2 0,0-1 1,0-3-1,-1-1 0,48-18 0,-13-1-121,-2-3 0,98-56 0,-75 28 294,-3-3 0,-3-5-1,117-110 1,-101 73 888,-6-5-1,99-136 1,-148 175-324,-3-3 0,-4-2 0,-2-2 0,-4-2 0,-4-1 1,44-143-1,-41 86-3184,-28 102-1619,-18 4-2737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06.6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1688 979 7753,'-87'-118'8520,"86"117"-8449,0-1 0,0 1 0,0 0 0,0 0 0,0 0 0,0 0 0,0 1 0,-1-1 0,1 0 0,0 0 0,0 1 0,-1-1 0,1 1-1,-1-1 1,1 1 0,0-1 0,-1 1 0,1 0 0,-1 0 0,1 0 0,-1 0 0,1 0 0,0 0 0,-1 0 0,-1 0 0,-33 12 439,6 4-294,0 2 0,-46 36 0,-6 4 28,28-28 353,51-28-189,-2-2-261,0 0-121,-1-1 18,0 1 0,0 0 0,0 1 0,0-1 0,0 1 0,0 0 0,0 1 0,0-1 0,1 1 0,-1 0-1,1 1 1,-1-1 0,-5 4 0,-469 379 2474,386-297-2239,4 4 0,4 4-1,-101 147 1,143-181-144,-55 106 0,86-141-139,0 0-1,3 0 1,0 2 0,1-1 0,2 1 0,1 0-1,-2 33 1,7-55-35,1 0 0,0 0 1,0 0-1,1 0 0,0 0 0,0 0 0,1-1 0,0 1 0,0 0 0,4 6 0,-5-9-3,1-1 0,0 0 0,0 0 0,1 0-1,-1-1 1,1 1 0,-1 0 0,1-1 0,0 0 0,0 0 0,0 1-1,0-2 1,0 1 0,0 0 0,0-1 0,1 1 0,-1-1-1,1 0 1,-1 0 0,1 0 0,5 0 0,-1-1-32,-1 0 0,1 0 0,-1-1 0,1 0 0,-1-1-1,1 1 1,-1-1 0,0-1 0,0 1 0,8-5 0,12-7-182,29-20-1,-52 32 235,32-24-188,0 0-1,61-62 1,53-75-132,-140 151 323,383-521-446,-85 23 392,-30-17 807,-193 360-126,-27 54-116,-4 4 315,75-111 0,-129 219-788,0 0 0,0 1 1,1-1-1,-1 0 0,0 1 0,1-1 1,-1 0-1,1 1 0,-1-1 0,1 1 1,-1-1-1,1 0 0,-1 1 0,1-1 1,0 1-1,-1 0 0,1-1 0,-1 1 1,1-1-1,0 1 0,0 0 0,-1 0 1,1-1-1,0 1 0,0 0 0,-1 0 1,2 0-1,11 20 377,-13-20-395,4 10 72,-1 0 1,0 1-1,0-1 0,-1 1 1,2 20-1,10 163 504,-6-60-281,3 5-428,31 149 1,-26-214-656,3-1 0,3-1 1,53 117-1,-68-174 477,1-1 1,0 0-1,0-1 0,2 0 1,0 0-1,0-1 0,1 0 0,17 14 1,-22-21 168,0-1 0,0 0 0,1 0 0,-1-1 0,1 0 0,0 0 0,0 0 0,0-1 0,0 0 1,0 0-1,1-1 0,-1 0 0,1 0 0,-1-1 0,1 0 0,-1 0 0,1 0 0,-1-1 0,0-1 1,9-1-1,22-11 177,1-1 1,-2-2-1,0-2 1,-2-1-1,35-26 1,84-45 1287,-119 73-1085,1 2 0,0 1 0,1 2 0,1 2-1,0 1 1,49-6 0,90 9 195,-167 7-423,1-1 0,-1 0 0,1-1 0,-1 0 0,0 0 0,0-1 0,0 0 0,0-1 0,-1 0 0,1-1 0,-1 1 0,0-2 0,0 0 0,14-12 0,0-4 89,-2-1-1,0-1 1,26-41 0,-32 43 132,1 0 0,1 1 0,1 0 0,1 2 0,23-20 0,-36 35-200,-1 0 1,2 1 0,-1 0-1,0 0 1,1 0-1,-1 1 1,1 0 0,0 0-1,-1 1 1,1-1 0,0 2-1,0-1 1,0 1-1,0 0 1,0 0 0,0 1-1,0 0 1,0 0 0,0 1-1,-1-1 1,10 5-1,9 5-1,0 0 0,-1 2-1,0 1 1,22 18 0,-16-12 19,44 37 178,-71-55-14,3 19-200,-6-3-12,-1 0 1,0 0 0,-2-1 0,0 1 0,0-1 0,-2 0-1,-7 18 1,-1 12-13,-33 159-851,21-54-2580,24-149 2735,4-5 238,9-5 385,0-1-1,-1-1 0,0 0 0,-1 0 0,11-13 1,50-62 389,-37 42-204,37-36 269,123-105 0,-168 161-335,1 1 0,1 1 0,0 1 0,1 2-1,1 1 1,1 1 0,0 1 0,1 2 0,39-10-1,-63 21-6,1 0-1,-1 0 0,1 0 0,-1 1 0,1 1 0,-1-1 0,1 1 0,-1 1 1,1-1-1,-1 2 0,14 4 0,-21-5-15,0-1-1,0 1 1,0 0 0,0 0 0,0 0 0,0 0 0,-1 0-1,1 0 1,-1 0 0,1 0 0,-1 0 0,0 0-1,1 2 1,-29 20 32,12-11-889,28-15-2501,111-39-4379,-62 25 2047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06.7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295 246 9285,'-11'-29'1976,"1"-2"-336,-11 15-296,-11-7-240,14 17-232,0-10-583,-3 3-209,-4-6-865,-32-19-895,11 6-2388,11 10-3005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08.3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275 1175 7793,'-22'-6'792,"15"5"-412,-1-1-1,1 0 1,0-1-1,0 1 1,0-1-1,0-1 1,1 1 0,-8-6-1,-41-18 3458,48 24-3472,0 1 0,0-1 0,0 0 1,0-1-1,1 0 0,-1 0 0,1 0 0,0-1 0,1 1 1,-1-2-1,-8-9 0,8 6-59,0 0 0,1 0 1,0 0-1,1-1 0,0 1 1,1-1-1,-4-18 0,6 20-211,0 0-1,1 0 1,0-1 0,1 1-1,-1 0 1,2 0-1,-1 0 1,1 0 0,0 0-1,1 0 1,0 0 0,4-7-1,2-4 115,2 0-1,-1 1 1,18-22 0,-20 30-104,0 1 1,1 0-1,0 0 1,1 1-1,-1 0 1,1 0-1,1 1 1,21-11-1,-14 11 18,1 1 0,-1 0-1,2 1 1,-1 1 0,0 1-1,1 1 1,-1 1 0,1 0-1,0 1 1,-1 1 0,1 1-1,0 1 1,-1 1 0,0 1 0,25 9-1,22 11 133,-1 4 0,116 70 0,-170-92-240,261 155 289,428 233-193,-504-301-1263,209 67 1,-312-130 282,1-5 0,0-4 0,2-4 1,163 9-1,-238-26 645,1-1 0,0-1 1,0-1-1,-1-1 0,38-10 0,-53 11 162,0 0-1,0 0 1,0-1-1,0 1 1,0-1-1,-1 0 1,1-1-1,-1 1 1,0-1-1,0 0 1,0-1-1,-1 1 1,1-1-1,-1 0 1,0 0-1,-1 0 1,1-1-1,-1 1 1,0-1-1,0 1 1,-1-1-1,0 0 1,3-11-1,-4 6-29,0 0-1,0 0 0,-2 0 1,1 0-1,-1 0 0,-1 1 1,-3-15-1,-27-76-235,25 81 265,-86-213-355,14 41 185,26 51 264,-46-195 1,4-165 2857,95 498-2204,-1 8 240,-66 433 2573,-26 139-4186,48-189-6435,37-276 1381,9-9-3350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09.3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 1 12129,'4'31'976,"-1"1"0,-2 0 0,-1 0 0,-7 58 0,3-71-564,-16 126 2284,14-94-2030,-13 221 2053,19-163-2213,6 0 1,4 0-1,44 193 0,-37-230-571,4 0 0,3-2 0,63 128 0,-67-160-301,1-1 1,3-1-1,1-1 0,1-2 1,2 0-1,1-2 0,1-1 1,43 32-1,-62-54 71,1 0 0,0 0 0,1-1 0,0 0 1,0-2-1,0 1 0,1-1 0,0-1 0,0-1 0,19 3 0,-24-5 156,-1-1 0,0 0-1,1 0 1,-1-1 0,1 0 0,-1 0 0,0-1-1,0-1 1,0 1 0,0-1 0,0 0-1,0-1 1,-1 0 0,1 0 0,-1-1-1,0 0 1,-1 0 0,10-9 0,-3-1 12,0 0 0,-2 0 0,0-1 1,0 0-1,-2-1 0,0 0 0,12-33 1,-1-9 480,12-64 1,-10 10 1277,-5-1 0,2-122-1,-16 204-950,9 45-44,0 7-428,-1-1 1,16 39 0,-4-8-69,-13-29-110,78 144 256,-73-141-346,0-1 0,2-1-1,1 0 1,32 31-1,-40-44-42,1 0 0,1-1 0,-1 0 1,2-1-1,-1 0 0,1-1 0,-1 0 0,2-1 0,-1 0 0,0-1 1,17 2-1,-21-5 11,1 0 0,-1 0 0,0-1 1,1 0-1,-1-1 0,0 0 1,1 0-1,-1-1 0,0 0 0,0-1 1,0 0-1,-1 0 0,1-1 0,-1 0 1,1-1-1,-1 0 0,12-9 0,4-11-266,0 0-1,-1-1 0,-1-2 0,-2 0 0,18-34 0,-34 56 316,22-41 119,-2-2 1,-2-1-1,-2-1 0,15-63 1,-32 103 83,-1 1 0,0-1 1,1-15-1,-2 8 26,0 13 615,-4 8-683,1-2-104,0 1 0,0 0 1,0 0-1,0 0 0,0 1 0,0-1 0,0 0 0,1 1 0,-1-1 1,1 1-1,-2 5 0,2-3-7,0 1-1,1 0 1,0-1 0,0 1 0,1-1-1,1 8 1,-1-2-38,1 0 1,1 0-1,-1 0 0,2 0 0,7 17 0,-9-24-80,0 1 1,1-1-1,0 0 0,0 0 0,0 0 1,0 0-1,0 0 0,1-1 0,0 0 1,0 0-1,0 0 0,0 0 0,0 0 1,1-1-1,-1 0 0,7 3 0,-4-3-72,-1 0 0,1 0 0,0 0 0,0-1 0,0 0 0,0-1 0,0 1 0,0-1 0,0-1 0,0 1 0,0-1 0,9-2-1,-10 1 105,6-1-88,0 0 0,-1 0 0,0-1 0,1-1 0,-2 0 1,1 0-1,18-13 0,151-144-25,-142 134 321,2 2 1,1 1 0,58-26-1,-82 44-31,1-1 0,-1-1-1,-1-1 1,0-1-1,0 0 1,-1-1-1,20-20 1,20-23 2773,-53 52-2423,-1 4-403,0-1-1,0 1 1,0-1 0,-1 1-1,1-1 1,0 1 0,0-1-1,-1 1 1,1-1-1,-1 1 1,1 0 0,0 0-1,-1-1 1,1 1 0,-1 0-1,1 0 1,-1 0 0,0-1-1,1 1 1,-1 0-1,1 1 1,6 22 199,-7-23-191,9 49 741,5 68 0,-3-13-147,17 89 223,42 448 955,-68-562-1733,-3-1 1,-3 0-1,-4 0 0,-3-1 0,-4 0 0,-28 85 1,12-72-63,-4-2-1,-65 119 1,76-165-48,-2-2-1,-2-1 0,-1-1 1,-3-1-1,0-2 1,-60 51-1,84-80 28,0-1 0,0-1 1,-1 1-1,0-1 0,0 0 0,0-1 0,-14 4 1,20-7-15,0 0 1,1 0 0,-1-1-1,0 1 1,0-1 0,0 0-1,0 0 1,-1 0 0,1-1-1,0 1 1,1 0 0,-1-1-1,0 0 1,0 0 0,0 0-1,0 0 1,0 0 0,1-1 0,-1 1-1,1-1 1,-1 0 0,1 1-1,-1-1 1,1 0 0,0-1-1,0 1 1,0 0 0,-2-4-1,-1-3-7,0 0 0,1-1 0,0 1 0,1-1 0,0 0-1,0 0 1,1 0 0,1-1 0,-1 1 0,2 0 0,-1-1 0,2 1-1,0-11 1,4-22-148,18-76 0,17-29-704,6 3-1,98-213 1,173-264-5501,-204 409 1601,-3 3-3648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09.4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 1 4520,'-25'35'1461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09.6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128 415 14717,'-35'51'2897,"-1"-44"-21,8-4 5225,14-13-6013,0 4-420,14-13-1248,0 0-420,49-119 0,-20 87-572,2-6-1932,1-4 164,4 7-5677,-4-7-8333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10.0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1 680 14461,'1'-2'305,"1"0"1,-1-1-1,1 1 0,0 0 0,0 0 0,-1 0 0,1 0 1,1 0-1,-1 0 0,0 0 0,0 1 0,1-1 0,-1 1 0,1 0 1,-1-1-1,1 1 0,0 0 0,-1 1 0,1-1 0,4 0 1,-2 1-7,-1 0 1,0 1 0,0 0-1,0 0 1,0 0 0,0 0 0,0 1-1,0-1 1,0 1 0,0 0 0,-1 0-1,1 0 1,-1 1 0,4 2 0,5 6 86,0-1 0,-1 2 0,-1 0 0,0 0 0,15 24 0,38 76 756,-59-104-1077,87 183 473,-8 4 0,78 276-1,-136-396-1047,-24-73 484,-1-1-1,1 1 1,0-1-1,0 0 1,0 0 0,0 1-1,0-1 1,0 0-1,0 0 1,0 0 0,1 0-1,-1 0 1,0 0-1,0-1 1,1 1 0,-1 0-1,1-1 1,-1 1-1,1-1 1,-1 1 0,1-1-1,-1 0 1,1 1-1,-1-1 1,1 0-1,-1 0 1,1 0 0,-1 0-1,1-1 1,0 1-1,-1 0 1,1-1 0,1 0-1,2 0-35,-1-1-1,1 0 0,-1 0 1,1 0-1,-1 0 0,1-1 1,-1 0-1,0 0 1,5-5-1,11-14-350,0-2-1,-2 0 1,0-2-1,19-35 1,49-118-1442,-78 160 1698,127-288-2746,136-288-1838,-40 140 3379,-219 430 1409,-7 14-15,0 0-1,0 0 0,1 1 0,10-12 0,-14 19-6,2 19 13,11 41-1564,-1-1-3476,-1-3-1135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11.3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35 9493,'11'-35'11560,"-3"52"-17580,4 2 1313,-4 3-2635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11.4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96 622 11689,'4'-44'1980,"-12"-7"-112,-2 9-7,3 1-125,0 3-408,3-4-228,1 1-232,3-4-188,-8 0-172,5 4-632,-8-7-428,4 3-1000,-3-2-892,6 21-3201,-14 0-4672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12.8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128 1787 6581,'-52'18'1726,"32"-12"112,-36 18 7554,88-16-8141,3-8-977,1 0-1,-1-2 1,0-2 0,58-13 0,-25 4-108,540-88 547,746-138-173,1304-426-974,-1936 449-70,-18-30-431,-465 147-251,-180 71-212,101-65 0,-141 79 253,34-29 1,-16 1-3768,-23 21-2624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13.4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39 105 9201,'-21'-26'1885,"21"25"-1766,-1 0 1,1 0 0,-1 0 0,0 1 0,1-1-1,-1 0 1,1 0 0,0 0 0,-1 0 0,1 0-1,0 0 1,0 0 0,-1 0 0,1 0 0,0 0-1,0 0 1,0 0 0,0 0 0,0 0 0,0 0-1,1 0 1,-1-2 0,1-2 343,-1-15 882,0 15 1964,-14-20 366,16 76-2238,2 0 0,14 67 0,34 102 362,-42-178-1471,195 778 2185,108 290-3286,-268-986-1126,6-2 0,6-3 0,112 177 0,-70-158-2092,-25-48-3309,-25-35-1640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13.7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13105,'8'24'521,"-3"-8"-2,0-1 0,2-1 0,-1 1 0,2-1 0,0-1 0,15 22 0,20 14 1232,2-1 1,67 57-1,-54-58-801,120 73-1,-46-48-872,3-4 1,3-7 0,2-6 0,186 47 0,-182-68-2317,1-6 1,186 12-1,-265-36-1560,120-8 0,-72-10-3704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13.9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1287 11 10673,'-50'-10'2140,"-6"26"-260,17 3 57,-7 3-49,-1 7-172,-9 6-232,-22 7-272,-4 12-216,-3 10-216,-7 9-148,3 0-320,1 7-836,-4 6-424,0 7-1016,-4-4-708,-3 7-3141,-1 9-4932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14.4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453 7 10189,'0'0'92,"0"-1"1,0 1-1,-1-1 1,1 1-1,0 0 0,0-1 1,-1 1-1,1 0 1,0-1-1,-1 1 1,1 0-1,0 0 0,-1-1 1,1 1-1,0 0 1,-1 0-1,1-1 1,0 1-1,-1 0 0,1 0 1,-1 0-1,1 0 1,0 0-1,-1-1 1,1 1-1,-1 0 0,1 0 1,-1 0-1,1 0 1,0 0-1,-1 0 1,1 1-1,-1-1 0,-23 8 1810,-25 21-257,42-24-1428,-14 10 105,0 1 0,1 1 0,1 0 0,0 2 0,2 0 0,0 1 0,-20 31 0,3 4-4,-48 107 0,68-130-602,2 0 1,1 1-1,1 0 1,2 1 0,1 0-1,2 0 1,-1 42 0,5-69 109,2-1 0,-1 0 0,1 0 0,0 0 0,0 0 1,0 1-1,1-1 0,0-1 0,0 1 0,1 0 1,0 0-1,0-1 0,0 0 0,1 1 0,4 5 0,-5-8 69,0-1-1,1 1 0,-1-1 1,0 0-1,1 0 0,-1 0 0,1 0 1,0 0-1,-1-1 0,1 0 1,0 0-1,0 0 0,0 0 0,0 0 1,0-1-1,0 0 0,0 0 1,0 0-1,0 0 0,0-1 0,0 1 1,0-1-1,0 0 0,0 0 1,5-3-1,3-1 65,1 0-1,-1-2 1,0 1 0,0-2-1,-1 1 1,0-2 0,0 1-1,-1-2 1,14-14 0,9-16 339,36-54 1,-16 19 161,4-2 192,109-131 1699,-159 201-2262,-1 0 0,1 1 1,0 0-1,0 0 0,1 1 0,0 0 1,0 0-1,0 1 0,0 0 0,1 0 1,0 1-1,11-3 0,-7 4-41,-1 1 0,1 0-1,-1 0 1,1 2 0,-1 0 0,1 0-1,-1 1 1,17 4 0,2 2-1040,1-2 1,35 2-1,-50-7-168,-1-1 0,1-1 0,0 0 0,0-2-1,27-6 1,0-4-3667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14.5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1 157 5112,'32'-22'625,"-14"15"147,-4-2-300,3-1-388,-9-9-148,-1 0-272,-18-4-500,4-2-905,18 3 637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14.8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114 100 8989,'-29'-26'1864,"19"14"-424,-5 2-276,1 0-216,0-2-220,0 2-112,7 0-128,-4 1-352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16.2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561 198 6861,'-3'0'189,"1"0"0,-1-1 0,0 1 0,0-1 0,0 0 0,0 0 1,1 0-1,-1 0 0,0 0 0,-2-2 0,4 2 135,0-1 0,0 0 0,0 1-1,0-1 1,0 0 0,0 0 0,1 1 0,-1-1 0,1 0-1,-1 0 1,1 0 0,0 0 0,-1 0 0,1 0 0,0 0-1,0 1 1,1-4 0,-1-1 508,-1 0 1,1 0-1,-1 0 0,0 0 0,-1 0 1,1 0-1,-4-6 0,1 2-69,-2 0-1,1 0 1,-2 1-1,-11-14 1,-7-11 1794,23 31-818,-18 18 61,8-2-1640,0 1 0,1 0-1,1 0 1,0 1 0,0 0 0,2 1 0,-11 25 0,-9 16-9,-34 60-151,5 2 0,-48 150 0,85-210 0,4 0 0,2 2 0,3 0 0,3 0 0,2 1 0,4 116 0,7-133 0,2 0 0,2 0 0,1-1 0,3 0 0,1-1 0,38 77 0,-39-95-196,0-1 0,2 0 0,1-1-1,1-1 1,0 0 0,2-1 0,1-1 0,0-1 0,32 24-1,-7-9-1181,2-1-1,2-2 0,73 34 1,-42-28-4223,129 37 0,-54-33-5504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16.6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369 23 12073,'-18'-22'9793,"5"38"-7103,11-13-2564,1 0-1,0 0 0,0 0 1,0 0-1,1 1 1,-1-1-1,1 0 0,0 1 1,0-1-1,0 0 1,0 1-1,0-1 0,1 0 1,1 6-1,20 53 857,-11-35-561,125 290 2202,-5-15-1376,-98-213-998,-3 1 0,-4 1 0,20 133 0,-41-184-288,-2 1 1,-1 0-1,-2-1 0,-2 1 1,-2 0-1,-1-1 0,-2 0 1,-2 0-1,-2-1 1,-23 58-1,13-53-538,-2-1 0,-1-1 0,-3-1 0,-1-2 1,-2 0-1,-65 64 0,45-56-1774,-65 45 0,-66 28-6957,68-56-1941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16.9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353 1 11181,'-51'19'5985,"-53"30"0,89-41-5505,1 0 1,1 1 0,0 1 0,0 0-1,0 1 1,2 0 0,-1 1-1,-10 14 1,10-10-165,2 0 0,-1 1 0,-9 24 0,16-32-338,1 1 0,0 1 0,0-1 0,1 0 0,0 0 0,1 1 0,0-1 0,1 14 0,2 13-1641,2 0 1,12 48-1,14 19-8011,-9-46-1223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17.1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511 10 14693,'-75'-9'2673,"36"25"-289,0-7-388,-7 1-384,25-4-296,-18 4-260,-21 12-264,21-6-164,7 13-235,3 6-521,1 0-609,10 10-443,1-1-924,6 1-612,4 3-3413,-4 0-5436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17.4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 42 8393,'0'-1'82,"-1"1"0,1-1 1,-1 1-1,1-1 0,-1 1 0,1-1 1,0 1-1,-1-1 0,1 0 0,-1 1 1,1-1-1,0 1 0,0-1 0,-1 0 1,1 0-1,0 1 0,0-1 0,0 0 1,0 1-1,0-1 0,0 0 0,0 1 1,0-1-1,0 0 0,0 0 0,0 1 1,0-1-1,1 0 0,-1 1 0,0-1 1,0 0-1,1 0 0,18-13 2024,-12 10-1605,-4 2 752,20 26 1360,-20-19-2464,-1 1-1,0-1 1,0 1 0,-1 0-1,0-1 1,0 1-1,0 0 1,0 11 0,-5 47 284,3-54-352,-9 54 579,-32 113 1,28-130-340,2 1 0,2 0 1,3 0-1,-3 58 0,10-95-261,1 0-1,0 0 1,1 0 0,0 0 0,1 0 0,0-1 0,1 1-1,0-1 1,1 0 0,10 17 0,-12-21-67,0-1-1,1-1 1,0 1 0,0 0 0,0-1-1,0 0 1,1 0 0,0 0-1,0-1 1,0 1 0,0-1 0,0 0-1,0-1 1,1 1 0,0-1-1,-1 0 1,1-1 0,0 1 0,0-1-1,0 0 1,8 0 0,4-2-375,0-1 0,0 0-1,0-2 1,-1 0 0,1-1 0,-1 0 0,0-2 0,30-15 0,-18 6-1502,-2-2 1,0 0 0,-1-2 0,26-24 0,-9 0-5135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17.6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345 0 8421,'-6'14'1114,"-76"158"7766,14-31-6341,29-55-1810,12-23-1101,-23 81 0,0 2-5448,36-102 1085,6 1-2665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18.0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0 104 7245,'4'-3'538,"0"1"0,0-1 1,0 0-1,-1 0 1,1-1-1,-1 1 0,0-1 1,0 0-1,0 1 0,2-6 1,-2 4-74,1 0-1,-1 0 1,1 1-1,0-1 1,9-6 0,-9 7-275,1 1 1,0 0-1,0 1 0,0-1 1,0 1-1,1 0 1,-1 0-1,0 0 0,1 1 1,0 0-1,-1 0 1,1 0-1,0 1 0,-1 0 1,1 0-1,0 0 1,10 3-1,-12-2-168,-1 0 0,0 1 0,0-1-1,1 1 1,-1 0 0,-1 0 0,1 0 0,0 0 0,0 1-1,-1-1 1,1 1 0,-1-1 0,0 1 0,0 0 0,0 0-1,0 0 1,0 0 0,-1 0 0,1 0 0,-1 1 0,0-1-1,0 0 1,0 1 0,0-1 0,-1 1 0,0-1 0,1 1-1,-1-1 1,-1 7 0,0 7 43,0 1-1,-1 0 1,-1 0-1,-1-1 0,-12 33 1,-43 84 207,36-88-30,-21 66-1,36-92-214,5-13-9,0-1 0,1 1 0,0 0 0,0 0 0,0 0 0,0 11 0,2-17-25,0 1 0,0 0 0,1 0-1,-1 0 1,1-1 0,-1 1 0,1 0 0,-1-1-1,1 1 1,0 0 0,0-1 0,0 1 0,0-1-1,0 1 1,0-1 0,0 1 0,0-1 0,1 0-1,-1 0 1,0 0 0,1 1 0,-1-1 0,1-1-1,0 1 1,-1 0 0,1 0 0,0-1 0,-1 1-1,1 0 1,0-1 0,0 0 0,1 1 0,9 1-236,0-1 0,-1 0 0,1-1 0,15-2 0,-6 1-217,29-2-2169,0-3-1,62-15 1,-78 14 254,26-6-3798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18.2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352 0 6709,'0'0'2897,"-2"3"-1628,-18 49 3332,-6 32-2217,6-18-1591,-15 55-191,22-73-509,10-31-237,-2-1-1,0 0 1,-1 0 0,0-1 0,-11 18 0,-58 78-3706,71-106 3338,-1 1 0,0-1 0,-1 0 0,1-1 0,-1 1 0,0-1 0,0 0 0,-14 6 0,-4 3-1698,-7 11-2621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19.6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169 30 4728,'0'-29'7453,"-18"35"-5642,3 0-1108,12-5-55,2 1 84,-11 19-257,1 0 0,0 0 0,2 1 0,1 0 0,-10 41 0,-15 122 219,31-174-634,-15 142 5,6 1 0,12 195 0,4-269-830,3 0 0,4-1 0,34 121 0,-30-147-372,3-1 1,2 0-1,2-2 0,3 0 0,1-2 1,35 45-1,18 11-4736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20.1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270 1 5889,'-32'168'2615,"27"-145"-2072,0 11 165,1 0-1,1 0 0,2 0 0,2 0 0,1 0 0,1 0 0,2 0 0,1 0 1,16 47-1,15 26 411,76 151 0,-103-236-1039,6 12-15,119 264 624,-99-208-436,34 133 1,-58-172-316,-2 1 0,-3 0 0,-1 0 0,-3 62 0,-4-76-190,-3 0 0,0-1 0,-3 0-1,-1 0 1,-2 0 0,-24 59 0,16-58-183,-1-1 0,-2-1-1,-2 0 1,-1-2 0,-2-1-1,-52 53 1,22-34-1588,-2-2 1,-117 76-1,28-31-3471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21.3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1280 349 5997,'9'-24'2151,"2"0"1,0 0 0,19-27-1,15-33 1340,-43 81-3428,-1-1 1,1 0 0,-1 1 0,0-1 0,0 0-1,0 0 1,0 0 0,-1 0 0,1 1 0,-1-1-1,0 0 1,-1 0 0,1 0 0,0 0-1,-1 0 1,0 0 0,0 0 0,0 1 0,-1-1-1,1 0 1,-1 1 0,0-1 0,0 1 0,0 0-1,0-1 1,-1 1 0,1 0 0,-1 0 0,0 1-1,0-1 1,0 1 0,0-1 0,0 1-1,-1 0 1,1 0 0,-1 0 0,1 1 0,-1-1-1,-6-1 1,-3 0-26,0 0 0,0 1 0,0 0 0,0 1 0,0 0 0,0 2-1,-23 2 1,-92 22 115,55-5-115,2 3 0,0 3 0,1 3 0,-116 68-1,105-46-13,3 3 0,1 4 0,-91 89 0,146-125-16,0 0 0,2 2 1,1 0-1,1 1 0,1 1 0,-24 48 0,34-57-10,0 0 1,2 0-1,-1 0 0,2 1 0,1-1 0,0 1 0,1 0 1,1 0-1,0 0 0,2 0 0,0 1 0,6 30 0,3-12 14,2 0 1,2-1-1,28 54 0,-15-33 2,-14-28-13,57 121 4,63 199 0,-90-189 4,-8 3 0,-6 1 0,9 197 0,-23 500 43,-14-385-39,3-280 18,53 345 1,-48-492-26,2 0 1,2-1-1,2 0 1,35 73-1,-43-105-6,2 0 0,0 0 0,1-1 0,1-1 0,0 0 0,1 0 0,0-1 0,1-1 0,0 0 0,1-1 0,1 0 0,0-1 0,0 0 0,1-2 0,0 0 0,21 8 0,-15-10-110,0-1 0,0-1 0,1-1 0,0-1 0,0-1 0,0 0 0,0-2 0,-1-1 0,1-1 0,0-1 0,-1-1 0,23-7 0,7-6-1022,-1-2-1,-2-3 1,94-56-1,-22-3-3767,2-12-2945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21.8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153 308 9121,'-20'-4'373,"11"2"-34,0 1 1,0-2-1,0 1 1,0-1 0,0 0-1,0-1 1,1 0-1,0-1 1,0 1-1,-11-10 1,16 11-215,0 0-1,1 0 1,0 0 0,-1-1 0,1 1 0,1-1 0,-1 1 0,0-1 0,1 0 0,0 0 0,0 0 0,0 0 0,0 0 0,0 0 0,1 0 0,0 0 0,0 0 0,0 0 0,0 0 0,1 0 0,-1 0 0,1 0 0,0 0 0,1 1 0,-1-1 0,0 0 0,1 0 0,0 1 0,0-1 0,0 1 0,0 0 0,1-1 0,-1 1 0,1 0 0,0 0 0,0 1 0,0-1 0,0 1-1,0-1 1,1 1 0,-1 0 0,5-2 0,29-12-3,2 1-1,0 2 0,1 1 0,0 2 0,45-5 0,210-9-301,-239 21 147,233 1-309,-157 4 204,-116-2 115,1 0 0,0 2 0,-1 0 0,1 1 0,24 7-1,-32-7 24,-1 0-1,0 1 1,0 0-1,0 1 1,-1-1-1,1 2 1,-1-1-1,0 1 1,-1 0-1,1 0 1,6 9-1,26 39 195,41 75 0,-41-63-42,368 707 886,-104-58-734,-262-592-272,-5 3 0,-6 1 1,26 255-1,-49-263-90,-6 1 1,-5-1-1,-5 0 1,-5 0-1,-52 205 1,50-268 47,-3 0 1,-2 0 0,-3-2 0,-2-1 0,-2-1 0,-67 92 0,75-119-230,-1 0-1,-1-2 0,0-1 1,-2 0-1,-1-2 1,0-1-1,-2-1 0,0-1 1,-1-1-1,0-2 0,-1 0 1,-1-2-1,0-2 0,-45 11 1,23-14-1754,-1-1 0,-67-2 0,82-4 126,-45 3-3802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22.1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79 14 12105,'-7'-14'1335,"3"17"203,0 25 973,2-12-2140,-5 28 1051,3 1 1,1 46-1,-2 22-312,-18 360 517,14-231-3458,2-23-2208,4-74-2515,3-29-2902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22.3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639 0 13917,'-36'19'1820,"4"7"-223,-7 9-161,11-9 4,-4-1-336,-7 4-204,-4 9-200,-3 7-136,0-1-116,0 7-328,-3 10-296,6 3-368,-3-4-404,14 4-748,0 6-564,4-9-3241,7 3-4436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22.7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71 29 10253,'41'-27'3698,"-40"27"-3610,0-1 1,0 1 0,0 0 0,0 0-1,0 0 1,0 0 0,0 0 0,0 0-1,0 0 1,0 0 0,0 0 0,0 0-1,0 1 1,0-1 0,0 0 0,0 1-1,2 0 1,0 1 144,0-2-167,-1 1 1,0 0-1,1 0 0,-1 0 1,0 0-1,0 1 1,0-1-1,0 1 1,0-1-1,0 1 0,0 0 1,0-1-1,-1 1 1,1 0-1,-1 0 1,1 0-1,-1 1 0,0-1 1,0 0-1,0 0 1,1 4-1,3 8 196,0 1-1,3 20 0,-7-31-217,3 30 134,-1 0 0,-2 0-1,-1 0 1,-2 0 0,-8 46-1,5-40-56,-93 442 836,30-184-324,61-269-535,2 1 0,2 0 0,0 0 0,2 0 0,1 0 1,2 0-1,5 31 0,-6-55-85,1 1 0,-1-1 0,2 0 0,-1 1 0,1-1 0,-1 0 0,2 0 0,-1-1 0,1 1 0,0-1-1,0 1 1,0-1 0,1-1 0,0 1 0,7 6 0,-4-6-59,0-1-1,0 0 1,0 0 0,0 0-1,1-1 1,-1-1-1,1 1 1,0-1 0,0-1-1,11 2 1,6-3-571,0 0-1,0-2 1,-1-1 0,1-1 0,-1-1 0,0-1 0,25-10 0,24-13-4527,-3-8-3120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22.9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238 0 9181,'1'0'97,"0"0"1,0 1 0,0-1-1,0 0 1,0 1-1,0-1 1,0 1 0,0-1-1,0 1 1,0-1-1,0 1 1,0 0 0,-1-1-1,1 1 1,0 0-1,0 0 1,-1 0 0,1 0-1,0-1 1,-1 1-1,1 0 1,-1 0-1,1 0 1,-1 0 0,1 0-1,-1 0 1,0 1-1,0-1 1,0 0 0,1 0-1,-1 0 1,0 0-1,0 0 1,0 0 0,0 0-1,-1 0 1,1 2-1,3 29 1891,6 22 640,1 56 1,-5-34-1709,-2-37-369,-2 71 1,-6-61-507,-3 0 0,-1 0 0,-3-1 0,-23 60 0,4-33-2992,-74 131 0,60-127-2263,5 1-3084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24.0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82 0 4764,'-1'2'158,"1"0"-1,-1-1 1,0 1-1,0 0 1,1-1-1,-1 1 1,1 0-1,0 0 1,-1-1-1,1 1 1,0 0-1,0 0 1,0 0-1,1 2 1,-1 0 37,0-1 0,0 1 0,0 0 0,-1 0 0,1-1 0,-3 8-1,-12 43 1641,3 1 0,-9 89-1,5 119 1034,12-163-2276,-1 424 100,23-150-5504,-12-247 683,10-5-2093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15:25.1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77 686 9477,'-57'-24'3146,"55"23"-2885,1-1-1,-1 0 1,1 0 0,-1 0-1,1 0 1,0 0-1,0 0 1,0 0-1,0-1 1,1 1 0,-1 0-1,0-4 1,0 2 316,0 2-451,0-1 0,1 0 1,-1 0-1,1 1 0,-1-1 1,1 0-1,0 0 0,0 0 1,1 0-1,-1 1 0,1-1 1,-1 0-1,1 0 0,0 1 1,0-1-1,0 0 0,0 1 1,0-1-1,1 1 0,2-5 1,2 0-24,-1-1-1,1 1 1,1 0 0,10-9 0,-2 4 10,1 0 1,1 1-1,0 1 0,1 1 0,32-12 0,101-27 171,-115 38-239,415-89 259,9 29-689,-398 62 229,543-84-3905,-203 20-2461,-153 24-437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0:38.0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2578 6 6969,'-1'-1'279,"-1"0"0,0 1 0,1-1 0,-1 1 1,0-1-1,1 1 0,-1-1 0,0 1 0,1 0 1,-1 0-1,0 0 0,0 0 0,1 0 0,-1 0 1,0 0-1,0 1 0,1-1 0,-1 1 0,0-1 1,-1 1-1,0 2 142,1 0-1,-1 0 1,1 0 0,0 0-1,0 0 1,0 0 0,0 0-1,-2 7 1,3-7-545,-9 15 531,-1 1-1,0-2 1,-1 1-1,-1-1 1,-1-1-1,0-1 0,-23 20 1,13-17-18,0 0 0,-1-2 0,0 0 0,-45 19-1,5-11 118,0-2 0,-1-3 0,-124 19 0,-779 77 2624,849-103-2892,-463 23 1731,460-41-1156,120 6-780,0 0 0,0-1 0,0 0 0,0 1 1,0-1-1,0 0 0,0-1 0,0 1 0,-4-3 0,6 3-20,0 1 1,0-1-1,0 0 0,0 0 1,1 0-1,-1 0 0,0 0 0,0 0 1,1 0-1,-1 0 0,0 0 1,1 0-1,-1 0 0,1 0 1,0 0-1,-1-1 0,1-1 0,0 1-2,0 0 0,0 0 0,1 0 0,-1 0 0,1 0 0,-1 0 0,1 0 0,0 0-1,0 0 1,0 1 0,0-1 0,0 0 0,0 0 0,1 1 0,-1-1 0,0 1 0,1-1 0,-1 1-1,1 0 1,0-1 0,-1 1 0,1 0 0,0 0 0,2-1 0,21-10 40,0 2 1,0 0 0,1 2 0,41-9-1,114-10 14,-158 24-61,605-52 139,5 26-182,-310 16-138,-32 1-164,324-17-930,-40-25-2174,-282-4-1563,-233 44 2958,-52 12 1660,-3 1-63,1-1 1,0 1-1,-1-1 0,1 0 0,7-5 0,-10 6-172,-1 0 0,0-1 0,0 0 0,-1 0 1,1 1-1,0-1 0,0 0 0,-1 0 0,3-5 0,6-9-5881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0:38.2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157 156 9777,'47'-77'4203,"-45"72"-3409,0-1-1,0 1 1,-1 0 0,0-1-1,0 1 1,0 0 0,-1-1-1,1 1 1,-1-1 0,-1-6-1,0-1 2791,12 271 55,-1 0-805,-15-91-2834,-27 167 0,-49 164 0,50-322 0,-35 454-2959,53-409-4081,8 98-12744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0:39.0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1762 350 7321,'-23'-75'2636,"9"24"722,10 39-2967,0 1-1,-1-1 1,-1 2-1,0-1 1,-1 0-1,0 1 1,0 1-1,-1-1 1,0 1-1,-1 0 1,0 1-1,-1 0 1,1 0-1,-1 1 1,-1 1 0,1-1-1,-1 2 1,0-1-1,-16-4 1,-3 0 68,-1 1 1,0 1 0,-1 2 0,1 1 0,-1 2-1,-45 0 1,26 5-131,0 2 0,1 2-1,-1 2 1,1 3 0,1 2-1,0 2 1,1 2 0,-61 30-1,41-11-73,1 2 0,2 4-1,2 2 1,-105 96 0,126-100-169,2 2 1,2 1-1,2 2 1,-39 63-1,59-81-56,1 0 0,1 1-1,1 0 1,2 1 0,1 0-1,1 1 1,1 0 0,2 1 0,-3 49-1,8-63-24,2 0 0,0 1-1,1-1 1,0 0 0,2 0-1,0 0 1,1-1 0,0 0-1,2 1 1,0-2-1,0 1 1,2-1 0,0 0-1,0-1 1,2 0 0,-1-1-1,22 21 1,-15-19-6,1 0-1,0-2 1,0 0 0,2-1-1,-1-1 1,2-1 0,-1 0-1,1-2 1,1 0-1,-1-2 1,1 0 0,0-1-1,25 1 1,-17-4 1,0 0 0,0-3 0,0 0-1,0-2 1,-1-1 0,1-2 0,-1 0 0,41-16 0,-30 6 7,0-2 1,-1-2 0,-1-1-1,-2-2 1,43-34 0,384-327 3285,-449 370-3279,2 1 1,-1 1 0,25-14 0,-39 26-15,0-1 0,0 1 0,-1 0 0,1-1 0,0 1 0,0 0 0,0-1 0,0 1 0,0 0 0,0 0 0,0 0 0,0 0 0,0 0 0,0 0 0,0 0 0,0 0 0,0 0 0,0 1 0,0-1 0,0 0 0,0 1 0,0-1 0,0 0 0,-1 1 0,1-1 0,0 1 0,0 0 0,0-1 0,-1 1 0,1 0 0,0-1 0,-1 1 0,1 0 0,0 0 0,0 1 0,1 1 0,0 1 0,-1-1 0,1 1 0,-1-1 0,0 1 0,0 0 0,1 3 0,-1 11 0,-1 0 0,-1 0 0,0 0 0,-1 0 0,-1 0 0,-1-1 0,-8 23 0,4-8 0,-68 234 65,-10 39-393,-16 142-5995,35-147-4954,38-156-643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0:40.3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238 931 7585,'-17'8'627,"12"-6"-302,0 0-1,0 0 1,0 0 0,0 0 0,0-1 0,0 0-1,-1 0 1,1 0 0,0 0 0,-1-1-1,1 0 1,-6-1 0,-6 1 1500,0 0-1,-34 6 1,10-5 545,39-2-2147,0 0-1,1-1 1,-1 1 0,1-1 0,-1 1 0,1-1-1,0 1 1,-1-1 0,1 0 0,0 1-1,0-1 1,0 0 0,-1-3 0,2 0-47,-1 0 1,1 0-1,0 0 0,0 0 1,0 0-1,0 0 1,1 0-1,0 0 0,0 0 1,1 0-1,1-5 1,22-52 573,-10 34-340,34-49 1,-12 20-88,156-241 751,-149 237-786,2 2 0,93-90 1,-129 139-244,0 1 1,1 1-1,0 0 1,1 0-1,-1 1 1,1 0-1,19-7 1,-27 13-16,1-1 1,0 1-1,0 0 1,0 0-1,0 0 1,1 1-1,-1 0 1,0 0-1,0 0 1,0 1-1,0-1 1,0 1-1,0 1 1,0-1-1,0 1 1,0-1-1,-1 1 1,1 1-1,0-1 1,-1 1-1,0 0 1,0 0-1,4 3 1,5 6 107,-1 0 0,0 1 1,-1 0-1,-1 1 0,0 0 0,-1 0 1,11 25-1,2 11 297,18 59-1,1 32-282,25 150 0,3 150-107,61 1285-45,-147-1179 74,2-404-259,-58 252-1,56-337-1435,-2 0 0,-52 107-1,-29 5-9991,53-100-1396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0:40.8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1221 658 11177,'-29'113'1567,"26"-95"-801,0 0 1,0 24-1,-3 10 1076,-1-27-1016,-2 12 272,-18 44 1,21-67-947,-1 0 1,0-1 0,0 0-1,-2-1 1,1 0-1,-15 15 1,3-7 76,-1-1-1,-1-1 1,-1-1 0,0 0-1,-1-2 1,-38 17-1,14-10 287,-1-3 0,-83 21 0,96-31-166,-1-3 1,0 0-1,0-3 0,0-1 1,-72-6-1,90 3-235,0-2 0,1 0 0,-1-1 0,1-1 0,-1-1 0,2 0 0,-1-2 0,1 0 0,0-1 0,0 0 0,1-2 0,1 1 0,-20-19 0,27 21-80,-1-1 1,2-1-1,-1 1 1,1-1-1,1-1 1,0 1-1,0-1 1,1 0-1,0-1 1,1 1-1,0-1 1,1 0-1,1 0 1,0 0-1,0 0 1,1 0-1,1 0 1,0 0 0,0 0-1,3-16 1,1 12-25,0-1 0,0 0 0,2 1 1,0 0-1,1 0 0,1 1 1,0 0-1,1 0 0,0 1 1,1 0-1,1 0 0,0 2 1,26-24-1,-6 11-95,2 2 1,0 0-1,51-24 0,114-42-489,-97 52-75,1 5 0,121-24 0,214-17-1257,-430 72 1878,404-43-1278,59-9 334,-430 46 967,1-1 0,38-15 0,-66 19 119,0-1 1,-1-1-1,0 0 1,0-1-1,0 0 1,-1-1-1,0 0 1,0 0-1,17-19 0,-25 24 33,0 0-1,0 0 1,0 0-1,0-1 0,-1 1 1,1-1-1,-1 1 1,0-1-1,0 0 1,0 0-1,-1 0 0,1 0 1,-1 0-1,0 0 1,0 0-1,-1-1 0,1 1 1,-1 0-1,0-8 1,-1 2 356,1-1 1,1 1 0,-1-1 0,2 1-1,4-20 1,-5 26 1265,-1 9-754,-22 279 5,9-83-747,-34 199-273,23-248-673,-51 250-4201,12-188-3549,50-172 5314,-24 82-9595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0:41.3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129 281 12621,'-10'-2'467,"0"0"0,0-1 1,1 0-1,-1-1 0,-10-5 0,16 6-154,0 1-1,1 0 1,0-1 0,0 0-1,-1 0 1,2 0-1,-1 0 1,0 0 0,1 0-1,-1-1 1,1 1-1,0-1 1,0 0 0,0 0-1,-1-5 1,0 0 239,1 3-43,0-1 0,0 0 0,0 1 1,1-1-1,-1-10 0,2 14-416,0 0 0,1 0 0,-1 1 0,1-1 0,-1 0 0,1 1 0,0-1 0,0 1 0,0-1 0,0 1 0,1-1 0,-1 1 0,1 0 0,-1-1 0,1 1 0,0 0 0,0 0 0,2-2 0,6-3 56,-1 0 0,1 0-1,0 1 1,0 0-1,0 1 1,1 0 0,0 1-1,19-6 1,6 2 229,62-7 0,90 2 290,224 12 1,-361 2-601,1848 104 1108,-1724-92-1130,1995 148 50,596-11-5952,-2374-146 2543,-36 0-5325,-190 2-1188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0:41.6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607 13 19462,'0'26'7496,"-4"-45"-5387,4 0 1579,-28 38-3676,-8 16-12,1 10 0,-18 12 0,-11 13 0,-14 10-1236,-7 32-1828,-18 31-5289,-17 4-8777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0:42.9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1856 751 13461,'0'0'7306,"-3"2"-5654,-7 6-982,1 2 1,0-1-1,0 1 0,1 0 0,1 1 0,-13 22 0,11-17-316,-1-1 0,0 0 0,-23 25 1,7-17-141,-1-1 0,-1-2 1,-1 0-1,-1-2 1,0-2-1,-1 0 0,-45 14 1,-237 59 260,-605 89 413,902-175-831,-9 2 37,0-2 1,0 0-1,0-1 0,0-2 1,-27-3-1,51 3-91,0 0 0,1 0 0,-1 1-1,1-1 1,-1 0 0,0 0 0,1-1-1,-1 1 1,0 0 0,1 0 0,-1 0-1,1 0 1,-1-1 0,1 1 0,-1 0-1,0 0 1,1-1 0,-1 1 0,1 0-1,-1-1 1,1 1 0,-1-1 0,1 1-1,0-1 1,-1 1 0,1 0 0,-1-1-1,1 0 1,0 1 0,0-1 0,-1 1-1,1-1 1,0 1 0,0-1 0,0 0-1,-1 0 1,16-21 1,-4 10-51,1 2-1,0-1 1,1 2-1,1 0 1,-1 0-1,1 1 0,0 1 1,1 0-1,27-8 1,154-34-773,-181 46 754,779-114-3528,-116 24 1066,-525 64 1678,288-95 1,-372 98 819,-1-2 0,-2-4 0,-1-3 0,-1-2 0,-3-3 0,76-64 0,9-36 1124,-124 115-683,-2 0 0,0-2 1,-2 0-1,17-34 0,28-81 2415,-29 62-55,-27 109-1693,-4 9-1078,-2 0 0,-7 56 0,1-21 0,-7 161 0,-10 416 0,54 123-6547,-26-660 5081,5 15-6630,10 0-5578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0:43.4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323 149 17634,'-85'-115'7046,"85"115"-7009,-24-32 4328,21 32-2468,2 8-573,0 5-860,-10 242-464,4-50 0,-15 263 0,-3 37 0,12-360 0,-7 0 0,-47 180 0,63-311 0,4-10 0,-1 0 0,0-1 0,0 1 0,0 0 0,0 0 0,0-1 0,-1 1 0,0-1 0,0 0 0,0 1 0,0-1 0,0 0 0,-1 0 0,-2 3 0,5-6 0,0 0 0,-1 0 0,1 1 0,0-1 0,0 0 0,-1 0 0,1 1 0,0-1 0,0 0 0,-1 0 0,1 0 0,0 0 0,-1 0 0,1 1 0,0-1 0,-1 0 0,1 0 0,0 0 0,-1 0 0,1 0 0,0 0 0,-1 0 0,1 0 0,0 0 0,-1 0 0,1 0 0,0 0 0,-1 0 0,1 0 0,0-1 0,0 1 0,-1 0 0,1 0 0,-3-13 0,8-27 0,-3 31 0,6-27-237,1 1 0,1 0 0,2 1 1,27-53-1,82-124-1782,-56 105 1408,44-78-624,9 6 0,7 5 0,168-181 0,63-35 2108,-273 289 290,-57 66-320,1 1 1,54-49 0,-81 81-784,1 0 1,0 1-1,-1-1 0,1 0 0,0 1 1,0-1-1,0 0 0,0 1 0,0-1 1,0 1-1,0 0 0,0-1 1,0 1-1,0 0 0,0-1 0,0 1 1,0 0-1,0 0 0,0 0 1,0 0-1,0 0 0,0 0 0,0 0 1,0 1-1,0-1 0,0 0 0,0 0 1,0 1-1,0-1 0,0 1 1,0-1-1,0 1 0,0-1 0,0 1 1,0 0-1,-1-1 0,1 1 1,0 0-1,0 0 0,-1-1 0,1 1 1,-1 0-1,1 0 0,-1 0 1,1 0-1,-1 0 0,1 0 0,-1 0 1,0 0-1,1 2 0,0 10 153,0 1 1,-1 0-1,0 0 0,-5 26 0,2-17-181,-45 266-14,23-159-21,-60 278-30,74-341-47,-31 163-2869,-6-1-4154,26-111-324,18-3-4764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0:43.7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789 817 16069,'0'0'5926,"-3"3"-4248,-27 29-487,0 1-1,2 1 1,-23 39-1,-30 36-292,52-76-712,-2-1 0,-1-2 0,-62 46-1,-119 61 147,208-134-324,-8 6 28,-1-1 0,0-1 1,-23 8-1,35-14-30,-1 0 1,1 0-1,-1 0 0,1-1 0,-1 1 1,0-1-1,1 1 0,-1-1 0,0 0 1,0 0-1,1 0 0,-1 0 0,0-1 1,1 1-1,-1-1 0,1 0 0,-1 0 1,0 1-1,1-2 0,0 1 0,-1 0 0,1 0 1,0-1-1,-1 1 0,1-1 0,0 0 1,0 0-1,-2-2 0,2 1 8,1-1 0,0 1 0,-1 0 0,1-1 0,0 1 0,1-1 0,-1 1 0,1-1 1,-1 0-1,1 1 0,1-7 0,4-39-11,1 23-18,2 0 1,1 1-1,0 1 0,2 0 1,1 0-1,1 1 1,17-23-1,-12 15-9,51-74-78,3 3 1,6 3-1,3 4 1,5 4-1,3 3 1,4 4-1,4 4 1,3 5 0,162-93-1,-231 150 193,0 2-1,1 1 1,1 1 0,62-17 0,-83 29 4,-1 0 1,1 0 0,0 1 0,-1 1 0,1 0 0,0 1-1,-1 0 1,14 3 0,-18-2 0,1 0 0,-1 1-1,0 0 1,0 0 0,0 0 0,0 1 0,0 0-1,-1 1 1,0 0 0,0 0 0,0 0-1,0 0 1,6 9 0,-2-1-60,-1 1 0,-1 0 0,0 1 0,0-1 0,-2 1 0,0 1 0,-1-1 0,6 27 0,-2 9-22,4 76 0,-7 19-5,-7 1 0,-21 159-1,-66 291-727,83-570 649,-46 238-5252,13-89-4542,12-51-3970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0:44.0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697 406 15693,'-350'-102'2367,"311"91"-1692,1-2 0,0-1 1,1-2-1,1-2 1,-41-27-1,68 40-411,-39-30 1179,46 33-1317,-1 0 0,1 0-1,0 0 1,1 0 0,-1-1-1,0 1 1,1-1-1,-1 1 1,1-1 0,0 1-1,0-1 1,0 0 0,0 1-1,0-1 1,1 0-1,-1-5 1,1 5-45,0 1-1,1-1 1,-1 1 0,1 0 0,-1-1-1,1 1 1,0 0 0,0-1 0,0 1-1,1 0 1,-1 0 0,0 0 0,1 0-1,-1 0 1,1 0 0,0 0-1,0 0 1,0 1 0,0-1 0,0 1-1,3-3 1,5-1 100,-1 0 1,1 1-1,0 0 0,15-4 0,7 0 113,0 2 0,1 1 0,40-1 0,115 5 386,-178 1-650,296 14 645,77 18-81,73 21-135,2353 355-563,-2033-289-1085,-595-91 611,1283 188-3062,-731-120-752,-2-15-4403,-398-52-1774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0:46.7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99 128 11693,'-22'-36'5152,"14"22"-3159,0 0 1,-1 0-1,-1 1 1,-22-23 5813,26 71-7666,5 101-141,-2-55 0,5-1 0,12 88 0,16 42 0,-23-171 0,1 0 0,3 0 0,0-1 0,3-1 0,1 0 0,26 46 0,-37-76 0,1 1 0,0-1 0,0 0 0,1 0 0,0 0 0,0-1 0,1 1 0,0-2 0,0 1 0,0-1 0,1 0 0,-1 0 0,11 3 0,-11-5 0,1-1 0,-1 0 0,0-1 0,1 0 0,0 0 0,-1 0 0,1-1 0,-1 0 0,1-1 0,0 0 0,-1 0 0,0 0 0,1-1 0,-1 0 0,13-6 0,1-2 0,0 0 0,-1-2 0,-1 0 0,0-1 0,0-1 0,-1-1 0,26-29 0,100-133 0,-118 142 0,160-206 0,-122 165 0,79-71 0,-128 133 0,0 0 0,1 1 0,1 1 0,0 0 0,0 2 0,31-15 0,-42 23 0,-1 0 0,0 0 0,1 1 0,-1 0 0,1 0 0,-1 0 0,1 0 0,0 1 0,-1 0 0,1 0 0,-1 1 0,1-1 0,0 1 0,-1 1 0,1-1 0,-1 1 0,0 0 0,1 0 0,-1 0 0,0 1 0,0-1 0,-1 1 0,1 1 0,0-1 0,-1 1 0,0-1 0,0 1 0,5 7 0,2 3 0,-2 0 0,1 1 0,-2 0 0,0 0 0,-1 1 0,0 0 0,7 30 0,19 120 0,-33-166 0,22 180 0,-22-179 0,0 0 0,0-1 0,0 1 0,0 0 0,0 0 0,0 0 0,1 0 0,-1 0 0,0 0 0,1 0 0,-1 0 0,1 0 0,-1-1 0,1 1 0,-1 0 0,1 0 0,1 1 0,-1-2 0,0 0 0,1 0 0,-1 0 0,1 0 0,-1 0 0,0-1 0,1 1 0,-1 0 0,0-1 0,1 1 0,-1 0 0,0-1 0,0 0 0,1 1 0,-1-1 0,0 0 0,0 0 0,0 1 0,1-2 0,23-22 0,-8-1 0,0-1 0,-2-1 0,14-33 0,12-23 0,-12 33 0,2 0 0,2 2 0,3 2 0,77-80 0,-94 108 0,1 1 0,0 1 0,2 1 0,-1 0 0,2 2 0,0 0 0,0 2 0,1 1 0,0 0 0,1 2 0,0 1 0,0 1 0,34-4 0,-37 8 0,1 2 0,-1 0 0,1 2 0,-1 0 0,0 1 0,0 2 0,0 0 0,0 1 0,-1 2 0,0 0 0,23 12 0,-16-4 0,-1 1 0,0 1 0,-1 1 0,-2 2 0,0 0 0,-1 1 0,25 33 0,144 204 0,-23-27 0,-142-198-740,3-2 1,0-1-1,2-2 1,51 38-1,-57-49 90,0-2 0,0-1 0,2-1-1,0-1 1,0-2 0,1 0 0,33 6 0,-43-13-796,0-2 1,0 0 0,0-1 0,0 0 0,1-2-1,28-4 1,37-12-9322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0:46.9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1157 495 12497,'-38'-162'4718,"34"145"-3765,0 1 0,-1 0 0,-1 0-1,-1 1 1,0 0 0,-1 0 0,0 0 0,-16-20 0,6 13 156,-1 1 0,-1 1 1,0 0-1,-31-21 1,43 35-1069,0 0 1,-1 1 0,0 0 0,0 0 0,0 1 0,0 1 0,-1-1 0,1 1 0,-1 1 0,0 0 0,0 0-1,0 1 1,-16 0 0,12 2 8,-1 1 1,1 0-1,-1 1 0,1 0 0,0 1 0,0 1 0,1 0 0,-21 11 0,5 1-1,1 1 0,1 1 0,1 2 0,1 0 0,1 2 0,1 1 0,-34 43 0,21-16-49,-47 90 0,-17 63 0,55-108 0,22-46-562,1 1-1,3 0 1,2 1 0,-19 109-1,34-154 465,1 0-1,1 0 1,-1 0-1,1 0 1,0 0-1,0 0 1,1 0-1,0 0 1,1 0 0,-1 0-1,1 0 1,1 0-1,-1-1 1,1 1-1,0-1 1,1 0-1,5 9 1,-8-14 79,1 1 1,-1-1 0,1 0 0,-1 0-1,1 0 1,-1-1 0,1 1 0,0 0-1,-1 0 1,1-1 0,0 1 0,0-1 0,-1 0-1,1 1 1,0-1 0,0 0 0,-1 0-1,1 0 1,0 0 0,0-1 0,0 1-1,-1 0 1,1-1 0,0 1 0,0-1 0,-1 0-1,3-1 1,6-2 35,-1 0 0,0-1 0,11-8-1,-18 11-12,15-11 156,-1-1 0,-1 0 0,0-1 0,17-23 0,22-22 504,-36 42-544,133-122 1876,-130 123-1755,1 0 0,1 2-1,0 0 1,1 2-1,36-15 1,-49 24-444,0 1 0,0 0 1,0 1-1,1 0 0,-1 1 0,1 0 0,-1 1 1,1 0-1,0 1 0,-1 0 0,1 1 0,-1 0 1,0 1-1,0 0 0,0 0 0,21 11 0,3 6-1320,-1 0 0,-1 3-1,48 40 1,-76-58 1361,52 45-7348,3 9-5060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0:47.6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1066 1539 12621,'-6'-45'1079,"4"22"2,-2 0-1,0 0 1,-9-24-1,11 40-667,0 1-1,0-1 0,-1 1 1,0 0-1,0 0 0,0 0 1,-1 0-1,0 1 0,0-1 1,0 1-1,-1 0 0,0 0 1,0 1-1,0-1 0,0 1 1,-1 0-1,0 1 0,0-1 1,0 1-1,0 1 0,0-1 1,0 1-1,-1 0 0,1 0 1,-1 0-1,0 1 0,1 0 1,-12 0-1,1 3-280,-1 1 1,1 0-1,0 1 0,1 0 0,-1 2 1,1 0-1,0 1 0,0 0 0,1 1 1,0 1-1,0 1 0,-17 14 1,-16 17 222,2 1 1,-44 54 0,30-28-356,3 2 0,3 3 0,3 2 0,3 2 0,5 3 0,2 1 0,-49 142 0,83-200 0,1 0 0,0 1 0,2 0 0,1 1 0,1-1 0,1 0 0,1 1 0,3 27 0,-2-46-55,0 0 0,0 0 0,0 0 0,1-1 0,0 1 0,0 0 0,1-1 0,0 1 0,0-1 0,0 0 0,0 0 1,1 0-1,6 7 0,-7-9-20,1 0 1,0 0-1,-1 0 1,1-1-1,1 1 0,-1-1 1,0 0-1,0 0 1,1 0-1,-1-1 1,1 0-1,-1 0 1,1 0-1,0 0 1,0-1-1,-1 0 1,9 0-1,-1-2-125,1 0-1,-1-1 1,0 0 0,1-1-1,-2 0 1,1-1 0,0 0-1,-1-1 1,0 0 0,0-1-1,-1-1 1,0 1 0,0-1-1,11-13 1,12-14-316,-2-1 1,37-57-1,-62 85 438,51-79-603,-4-3 0,72-163 0,39-209-289,-7-138 569,-59-12 2786,-94 581-2025,-2-1 0,0 1-1,-2-1 1,-2 1 0,-9-58 0,11 88-302,-1 0-1,1-1 1,0 1 0,-1-1-1,1 1 1,-1 0 0,1-1 0,-1 1-1,0 0 1,0 0 0,1 0-1,-1-1 1,0 1 0,0 0-1,-2-1 1,2 1-25,1 1 0,-1 0 0,1 0 0,-1 0 0,1 0 0,-1 0-1,1 0 1,-1 0 0,1 0 0,-1 0 0,1 0 0,-1 0 0,1 0 0,-1 0 0,0 0-1,1 1 1,-1-1 0,1 0 0,0 0 0,-1 1 0,1-1 0,-1 0 0,1 0 0,-1 1-1,1-1 1,0 1 0,-1-1 0,-2 4 118,0 0 0,0 0 0,0 0 0,1 0 0,-1 0 0,1 0 0,-2 8-1,-4 14 289,2 0-1,1 1 1,-2 27-1,2-13-139,-54 605 135,55-434-398,23 225 1,-9-349-37,39 167 0,-37-211 0,3 0 0,1 0 0,2-2 0,3 0 0,35 56 0,-45-83 0,0 1 0,0-2 0,2 1 0,0-2 0,1 0 0,28 22 0,-32-29 0,-1 0 0,1-1 0,0 0 0,0-1 0,0 0 0,1-1 0,-1 0 0,1 0 0,0-1 0,0-1 0,0 0 0,0 0 0,13-1 0,-2-3-9,0-1 0,0-1-1,-1 0 1,0-2 0,0-1 0,0 0 0,-1-1 0,0-1-1,35-26 1,-2-2-83,-2-2-1,51-54 1,-41 33-110,-3-2 0,-2-3 1,-4-2-1,-3-2 1,-2-3-1,-4-1 0,36-88 1,-75 153 186,-1 4 0,0-1-1,-1 0 1,1 0 0,-1 0 0,-1 0-1,1 0 1,-1 0 0,0 0 0,0-1 0,-1 1-1,0 0 1,0-1 0,-2-7 0,2 14 16,0-1-1,0 1 1,0-1 0,0 1-1,0-1 1,0 1 0,0 0 0,-1-1-1,1 1 1,0-1 0,0 1 0,-1 0-1,1-1 1,0 1 0,0-1-1,-1 1 1,1 0 0,0 0 0,-1-1-1,1 1 1,-1 0 0,1 0 0,0-1-1,-1 1 1,1 0 0,-1 0-1,1 0 1,-1-1 0,1 1 0,0 0-1,-1 0 1,1 0 0,-2 0 0,-15 10-24,-20 30-44,32-33 66,-20 29-92,1 0 0,2 2 0,-30 67 0,20-37-318,-4 8-686,3 1 0,3 2 0,-24 101 0,51-169 947,1 1-1,0-1 1,1 0-1,0 0 0,1 1 1,1 11-1,-1-21 131,0-1 0,1 1 0,-1-1-1,0 0 1,1 1 0,0-1 0,-1 1-1,1-1 1,0 0 0,0 0 0,0 1-1,0-1 1,0 0 0,0 0 0,0 0-1,0 0 1,0 0 0,0 0 0,1-1-1,-1 1 1,0 0 0,1 0 0,-1-1-1,0 1 1,1-1 0,-1 0 0,1 1 0,-1-1-1,1 0 1,-1 0 0,1 0 0,-1 0-1,1 0 1,-1 0 0,1 0 0,-1 0-1,1-1 1,-1 1 0,2-1 0,4-1 31,0 1 0,-1-1 0,1 0 0,-1-1 1,1 0-1,-1 0 0,10-7 0,156-139 1918,-28 21-93,-132 119-1698,1 0 1,-1 1-1,1 0 0,1 1 0,-1 1 1,1 0-1,0 0 0,1 2 0,18-5 1,-25 8-207,0 0 0,1 0 0,-1 0 0,0 1 1,1 1-1,-1-1 0,0 1 0,0 1 1,0-1-1,1 1 0,-1 1 0,-1-1 1,1 2-1,0-1 0,-1 1 0,0 0 0,0 0 1,7 6-1,-7-4-586,-1 1 0,0-1 0,0 1 0,0 0 0,-1 0 0,0 1 0,-1-1 0,6 12 0,20 65-7109,-28-79 7251,17 61-9749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0:48.1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1 128 14953,'6'-13'584,"19"-41"2027,-14 12 2111,-10 39-4924,4-12 3871,-4 15-3489,0 0-1,0 0 0,0 0 1,0 0-1,0 0 1,0 0-1,1 0 0,-1 0 1,0 0-1,0 0 1,0 1-1,0-1 1,0 0-1,0 1 0,0-1 1,0 1-1,0-1 1,1 2-1,0-1-99,1 0 0,0 0 0,-1 1 0,0 0 0,1-1 0,-1 1 0,0 0 0,0 0 1,0 0-1,0 0 0,0 1 0,2 2 0,-2 0 11,1 1 1,-1-1 0,0 1-1,-1 0 1,1-1 0,0 7-1,3 30 105,-1-1-1,-2 1 1,-1-1-1,-7 50 1,-33 170 21,14-112-402,-21 191-374,46-336 547,-1 0-1,1 0 1,0 0 0,0 1-1,1-1 1,-1 0 0,1 0-1,0 0 1,2 7 0,-2-10 10,-1 0 0,1 0 0,-1-1 0,1 1 0,-1 0 0,1-1 0,-1 1 0,1 0 0,0-1 0,-1 1 0,1-1 0,0 1 1,0-1-1,0 1 0,-1-1 0,1 0 0,0 1 0,0-1 0,0 0 0,0 0 0,-1 1 0,1-1 0,0 0 0,0 0 0,0 0 0,0 0 0,0 0 0,0-1 0,0 1 0,-1 0 1,1 0-1,0 0 0,0-1 0,0 1 0,0 0 0,-1-1 0,1 1 0,0-1 0,0 1 0,-1-1 0,1 1 0,0-1 0,0-1 0,20-12-3,-2-2-1,0 0 0,32-37 1,47-67 71,-78 95-24,100-140-187,-65 85-22,4 3 0,74-76 0,-118 138 126,0 1 1,0 1-1,2 0 0,-1 2 0,2-1 1,-1 2-1,24-10 0,-35 17 31,-1 1 0,1 0 0,0 1 1,0 0-1,0-1 0,0 2 0,0-1 0,0 1 0,0 0 0,0 0 1,1 1-1,-1-1 0,0 1 0,0 1 0,-1-1 0,1 1 0,0 0 1,0 1-1,-1-1 0,1 1 0,-1 0 0,0 0 0,0 1 0,0-1 1,0 1-1,-1 1 0,1-1 0,3 5 0,3 7-73,0-1-1,-1 2 0,-1 0 1,0 0-1,-1 1 1,-1 0-1,-1 0 0,5 20 1,-2-6-515,24 51 1,-17-57 274,-16-26 321,0 1 0,0-1 0,0 0 0,0 0 0,0 0 1,0 0-1,0 0 0,0 0 0,0 0 0,0 1 0,0-1 0,0 0 0,0 0 0,1 0 1,-1 0-1,0 0 0,0 0 0,0 0 0,0 0 0,0 0 0,0 0 0,0 0 0,1 0 1,-1 0-1,0 0 0,0 0 0,0 0 0,0 0 0,0 0 0,0 0 0,1 0 0,-1 0 1,0 0-1,0 0 0,0 0 0,0 0 0,0 0 0,0 0 0,1 0 0,-1 0 0,0 0 1,0 0-1,0 0 0,0 0 0,0 0 0,0 0 0,0 0 0,0 0 0,0 0 0,1-1 0,-1 1 1,0 0-1,0 0 0,0 0 0,20-15-9,-1-1-1,0 0 1,-2-1 0,0-1-1,27-37 1,28-29 365,-42 53-141,2 2-1,1 1 1,1 2 0,1 1-1,1 2 1,1 2 0,1 1-1,57-21 1,-75 34-105,0 1 1,0 0 0,1 2-1,0 0 1,0 2 0,0 0-1,0 1 1,0 2 0,0 0-1,0 1 1,0 1 0,-1 0-1,1 2 1,-1 1 0,0 0-1,0 2 1,0 0 0,-1 1-1,19 13 1,-20-10-158,0 1 1,-1 1-1,-1 0 1,0 2 0,-1 0-1,-1 0 1,-1 1-1,0 1 1,-1 0-1,14 28 1,-15-23-841,-1 1 1,-2 0 0,0 0 0,-1 1 0,-1 0 0,-1 0 0,-2 0 0,1 41 0,-9 38-6954,-5-2-5303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0:48.4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7 827 14697,'-2'6'207,"1"-3"-38,0 1 0,0-1 0,1 0-1,-1 1 1,1-1 0,-1 0 0,1 1 0,0-1 0,1 6-1,0-7-47,0 0-1,0 0 0,0 0 1,0 0-1,0-1 0,1 1 0,-1 0 1,1 0-1,-1-1 0,1 1 1,0-1-1,0 0 0,-1 1 0,1-1 1,0 0-1,0 0 0,0 0 0,4 1 1,13 5 585,0 0 1,0-1 0,0-1 0,23 3-1,89 5 1833,-93-10-2027,1005 44 5022,540-107-3781,8-91-1731,-568 51-26,2641-222 4,-3547 313-32,1575-133-5892,-13-41-4754,-1456 153-2471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0:50.6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399 431 7645,'-186'20'1333,"48"1"760,64-9 5039,541-73-5396,0-1-1338,1311-120-832,-828 89-3570,-510 49-975,3 2-2957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0:51.0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10942 30 12237,'-63'-12'1860,"0"4"0,-1 2-1,0 3 1,-86 6 0,-509 50 1877,-174 16-2334,406-29-993,-57 11-129,-1780 248-1072,4 51-2202,705-77-556,11 29-5958,1033-201 1964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08.5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 55 15029,'-1'-2'261,"1"1"0,-1-1 0,1 1 0,-1-1 0,1 1 0,-1-1 0,1 0 0,0 1 0,0-1 0,0 0-1,0 1 1,0-1 0,0 0 0,0 1 0,1-1 0,-1 1 0,1-1 0,-1 0 0,1 1 0,-1-1 0,3-2 0,-2 2 100,1 1 1,0-1-1,0 1 1,0 0 0,0-1-1,0 1 1,0 0-1,0 0 1,0 0 0,1 0-1,-1 1 1,0-1-1,0 1 1,1-1 0,3 1-1,0-1-25,-1 1 1,1 1-1,0-1 0,0 1 0,-1 0 1,1 0-1,-1 1 0,1-1 0,-1 1 1,0 1-1,1-1 0,5 5 0,11 6 333,29 24-1,-34-23-317,157 126-275,252 264 1,-354-327-2465,-3 3-1,-3 3 1,96 162-1,-128-177-5147,-7-9-5157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08.6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873 68 14549,'-99'-61'2901,"70"55"-297,4 6-200,-10 9-296,-11 7-292,7 13-383,-4 6-277,-3 10-268,-7 12-36,-7 4-740,-4 6-896,-7 3-1032,-3-3-1037,6 16-1051,5 19-2445,6 7-5784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08.8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18806,'25'57'2776,"7"-6"36,-11-3-408,-3 10-387,-1 9-385,-2 6-320,-5 10-304,-3 9-1008,-3 7 0,-4 6-716,-4 1-1460,-13-14-1009,-8 17-467,-4 25-3141,1-4-6468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4:54.1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1007 683 6893,'0'-15'302,"-1"3"411,1-1 1,1 1-1,0-1 1,1 1-1,3-15 1,12-17 1097,2 0 0,1 1 0,28-41 0,-4 5 150,17-15 272,-48 77-1576,0-1 0,-2 0 0,0 0 0,-1-1 0,0-1 0,-2 0-1,7-24 1,-12 30-185,-2 12 271,-5 2-330,-3 2-303,0 0 1,0 0 0,0 1-1,1 0 1,-1 0 0,0 1-1,1 0 1,0 0-1,0 0 1,-5 5 0,-60 60 556,47-44-432,-422 506 616,444-528-851,-106 137 0,-153 260 0,238-357 0,1 1 0,3 2 0,1 0 0,3 0 0,-13 67 0,23-88 0,2 0 0,1 0 0,1 0 0,1 0 0,1 0 0,1 0 0,1 0 0,2 0 0,0-1 0,2 1 0,0-1 0,14 29 0,-7-26 1,1-1-1,0-1 1,2 0 0,1-1 0,1-1-1,1-1 1,32 29 0,-18-23-1,2-2 1,0-1 0,1-2 0,57 26-1,-17-16-8,117 35-1,80 4-49,-222-60 40,117 29-297,291 79-480,-356-87 593,-1 4-1,129 68 0,-193-85 154,0 2-1,-2 1 0,0 2 0,47 44 1,-73-59 37,-1 1 0,-1 0 0,1 1 1,-2 0-1,1 1 0,-2 0 0,9 18 1,-13-21 6,0-1 0,0 0 0,0 1 1,-2 0-1,1 0 0,-1-1 0,0 1 1,-1 0-1,0 0 0,-1 0 0,0 0 1,-3 12-1,0-8 11,0-1 0,-1 1 1,0-1-1,-1 0 0,0-1 1,-1 1-1,-16 19 0,8-13 7,0-2 1,-1 0-1,-1-1 0,-22 16 0,-14 4 17,-1-2-1,-88 40 0,27-22 3,-2-6 0,-159 41 0,-255 36 52,407-97-33,-401 97-404,179-31-3512,310-81 2584,-37 8-1181,18-14-6272,24-5-2583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4:55.6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 47 7233,'-24'-18'1208,"20"14"2359,3 3-3380,1 0 0,0-1 1,0 1-1,1 0 0,-1 0 1,0 0-1,0 0 1,1-1-1,-1 1 0,0 0 1,1 0-1,-1 0 0,1 0 1,0 0-1,-1 0 0,1 0 1,0 0-1,-1 0 0,3-1 1,-3 2-129,1-1 0,-1 1 0,1 0 0,-1 0 0,1 0 1,-1 0-1,1 0 0,-1 0 0,1 0 0,-1 0 0,1 0 1,-1 0-1,1 0 0,-1 0 0,1 1 0,-1-1 0,1 0 1,-1 0-1,1 0 0,-1 1 0,0-1 0,1 0 0,-1 1 0,1-1 1,-1 0-1,0 1 0,1-1 0,-1 0 0,0 1 0,1-1 1,-1 1-1,0-1 0,0 0 0,0 1 0,1-1 0,-1 1 1,0-1-1,0 1 0,0-1 0,0 1 0,0-1 0,0 1 1,0 0-1,9 27 246,-2 1 1,-1 0-1,5 55 1,-8 94 363,-3-81-431,53 706 1012,46-2-702,-67-553-365,19 204 314,9 66-37,178 1074 55,-163-1206-465,-13-80 16,19 85-23,-57-301-15,4-1 0,48 106 0,-65-172-15,1 0 0,0-1 0,2 0-1,1-1 1,0-1 0,2-1 0,26 26 0,-28-32-8,0-1-1,1-1 1,0-1-1,1 0 1,0-1 0,1-1-1,-1 0 1,1-2 0,1 0-1,27 5 1,14-2 16,1-2 1,0-3 0,1-3-1,64-7 1,246-42-58,-349 44 31,1127-218-90,-950 180 100,890-198-55,-15-61 136,-999 276-60,0-4 0,118-62 0,-187 86-40,-1 1 1,1-1 0,-1 0-1,0-1 1,10-10 0,-14 14-15,-3 0-26,0 0 1,-1 1-1,1-1 0,-1 1 1,1-1-1,-1 1 0,1 0 0,-1 0 1,0-1-1,0 1 0,1 1 0,-1-1 1,0 0-1,-3-1 0,-16 3-429,-40-1-1475,57 0 1442,0-1-1,-1 0 0,1 1 0,0-2 0,0 1 1,0 0-1,-3-3 0,-9-3-4836,-7-2-3249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4:58.5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163 453 11641,'-92'13'1920,"82"-23"-296,-12 1-31,1-1-57,14-3-276,-4 4 1068,22-17-1476,14-9-164,7 10-128,14-1-120,21 1 24,15-7-140,17-3-152,401-96-4956,-366 96 1660,4 13-2065,11-1-4132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4:58.7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89 520 13729,'-61'19'4653,"47"-31"-2369,0-1 1668,18-19-2552,13-9-336,26 9-211,21-10-345,24 4-552,40-4-760,14-9-569,14-3-915,10-3-828,22-4-3057,14-3-5488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4:59.1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2155 129 11697,'1'-3'275,"0"-1"1,0 1-1,-1-1 0,1 0 0,-1 0 1,0 1-1,0-1 0,0 0 0,0 0 0,-1 1 1,0-1-1,1 0 0,-1 1 0,-1-1 1,1 1-1,0-1 0,-1 1 0,0-1 1,0 1-1,0 0 0,0 0 0,0 0 1,0 0-1,-1 0 0,0 1 0,1-1 1,-7-3-1,6 3-112,0 0 0,0 0 0,-1 0 0,1 1 0,-1 0 0,0 0 0,1 0 0,-1 0 0,0 0 0,0 1 0,0 0 0,-1-1 0,1 2 0,0-1 1,0 0-1,0 1 0,-1 0 0,1 0 0,0 0 0,0 0 0,-1 1 0,1 0 0,0 0 0,0 0 0,0 0 0,0 1 0,0-1 0,-5 4 0,-43 23 416,1 3 0,1 2-1,2 1 1,2 3 0,1 2-1,-65 74 1,58-51-297,3 1-1,3 3 1,3 1 0,-51 107-1,71-123-183,2 0 0,2 1-1,3 1 1,2 1 0,-9 69 0,19-84-70,1 0 0,2 0 0,2 0 0,1 0 0,2 0 0,2 0 1,2-1-1,15 49 0,-1-29-47,2-1 0,3-1 1,2-1-1,61 85 0,172 185-525,-164-211 145,125 187 0,-207-275 363,-1 1 0,-1 1-1,-1 0 1,-1 0-1,-2 2 1,10 38 0,-18-55 28,0-1 1,0 1 0,-2-1-1,1 1 1,-1 0 0,-1-1-1,0 1 1,-1-1-1,-1 1 1,0-1 0,0 0-1,-1 0 1,-1 0-1,0 0 1,0-1 0,-1 1-1,-1-2 1,-9 13 0,0-5 13,0 0 0,-2-1 0,0-1 1,-1-1-1,0-1 0,-1 0 1,-1-2-1,-39 19 0,1-7 24,0-2-1,-76 16 0,-89 8 37,-236 18 0,1-2-366,349-40-368,-51 8-1087,136-26 386,0-2 0,-1-1 1,-49-4-1,44-2-5314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4:59.5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141 1 12617,'-12'-1'6307,"3"11"-3643,1 22-1836,5-20 175,-17 85 2280,-9 120 0,9 103-959,12-160-1902,-24 766-386,35-741-36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01.0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15 328 6021,'0'0'44,"0"0"1,1 0 0,-1-1 0,0 1 0,0 0-1,0 0 1,0-1 0,0 1 0,0 0 0,1 0 0,-1-1-1,0 1 1,0 0 0,0 0 0,0-1 0,0 1-1,0 0 1,0 0 0,0-1 0,0 1 0,0 0-1,-1-1 1,1 1 0,0 0 0,0 0 0,0-1 0,0 1-1,0 0 1,0 0 0,0-1 0,-1 1 0,1 0-1,0 0 1,0 0 0,0-1 0,-1 1 0,1 0 0,0 0-1,0 0 1,-1 0 0,1 0 0,0-1 0,0 1-1,-1 0 1,1 0 0,0 0 0,0 0 0,-1 0-1,1 0 1,0 0 0,0 0 0,-1 0 0,1 0 0,0 0-1,-1 0 1,1 0 122,-1 0 0,1 0-1,0 0 1,-1 0 0,1 0-1,0 0 1,-1 0 0,1 0-1,0 0 1,-1-1 0,1 1-1,0 0 1,-1 0 0,1 0-1,0 0 1,0-1 0,-1 1-1,1 0 1,0 0 0,0-1-1,-1 1 1,1 0 0,0 0-1,0-1 1,0 1 0,0 0 0,-1 0-1,1-1 1,0 0 0,0 0 46,1-1 0,-1 0 0,1 1 1,-1-1-1,1 1 0,0-1 1,0 1-1,0-1 0,0 1 0,0-1 1,0 1-1,0 0 0,0 0 1,0-1-1,1 1 0,-1 0 0,2-1 1,28-17 1124,7 4-987,0 2 0,0 2 0,2 1 0,41-4 0,17-5-101,286-49 303,-102 22-343,-140 22-173,48-9-359,-167 28-192,1 1 1,24 0-1,-35 4-506,1 0-1,-1 1 1,1 0-1,24 6 1,-21 2-3442,-3 1-2640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01.6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780 146 6933,'-4'-3'254,"1"0"0,-1 0 0,1-1 0,0 1 0,0-1 0,-3-6 0,5 9-74,0-1-1,1 0 0,-1 0 0,1 0 1,-1 0-1,1 0 0,0 0 0,0 0 1,0 1-1,0-1 0,0 0 0,0 0 1,1 0-1,-1 0 0,0 0 0,1 0 1,1-3-1,-1 2 271,0-1 1,0 0 0,-1 0-1,1 1 1,-1-1 0,0-7-1,0 0 325,1 7 1045,-1 2-1164,1-16-214,-1 7 284,-9 29-301,-21 62 441,-27 113 0,41-131-450,-65 392 1692,48-231-1396,-156 668 746,163-777-1346,-59 234 120,-31 139-232,20-122-2534,75-314-344,20-49 581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4:59.8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0 632 22026,'0'-2'412,"1"0"1,-1 0-1,1 1 0,-1-1 1,1 0-1,0 1 1,-1-1-1,1 0 0,0 1 1,0-1-1,0 1 0,0 0 1,0-1-1,0 1 1,1 0-1,1-2 0,15-19 2985,16-32-3190,66-82 1,12-16-289,-88 113-151,-2 0-1,33-84 1,-53 119-68,7-19-3686,0 12-4445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02.8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 10 11549,'-3'26'1736,"2"-20"1432,-1-5-2746,0 0 0,0 1-1,0-1 1,1 1 0,-1 0 0,0-1 0,1 1 0,-1 0-1,1 0 1,-1 0 0,1 0 0,0 0 0,-1 4 0,3-3-372,0 0 1,0 0 0,1-1 0,0 1-1,-1 0 1,1-1 0,0 1 0,0-1-1,0 1 1,1-1 0,-1 0-1,1 0 1,-1 0 0,1 0 0,-1-1-1,1 1 1,0-1 0,0 1-1,0-1 1,0 0 0,0 0 0,0 0-1,0-1 1,4 1 0,16 6 68,0-2 1,1 0-1,-1-2 1,1 0 0,0-2-1,40-2 1,-59 0-129,0 1 1,0 0-1,0 0 1,-1 0 0,10 2-1,-9-1-8,-1 0-43,-6 3-82,-7 15-62,0-1 0,-14 20 0,-11 27-1198,33-63 1211,2-2-294,0-1 474,0 0-1,0 0 1,0 1 0,0-1-1,0 1 1,0-1 0,0 1-1,0-1 1,0 1 0,0 0-1,0-1 1,1 1 0,-1 0-1,0 0 1,0 0 0,0 0-1,2 0 1,-2 0 10,0 0-1,0 0 1,-1 0-1,1 0 1,0 0 0,0 0-1,-1 0 1,1 0-1,0 0 1,0-1-1,-1 1 1,1 0 0,0 0-1,-1-1 1,1 1-1,0 0 1,-1-1-1,1 1 1,-1-1 0,1 1-1,0-1 1,-1 1-1,1-1 1,-1 1-1,1-1 1,-1 0 0,0 1-1,1-1 1,-1 0-1,0 1 1,1-1-1,-1 0 1,0 1 0,0-1-1,1 0 1,-1 0-1,0 1 1,0-1-1,0 0 1,0 0 0,0 1-1,0-1 1,-1-1-1,2-4-9,0-1-1,-1 1 1,0 0-1,-1-1 1,0 1-1,0-1 0,0 1 1,0 0-1,-1 0 1,0 0-1,-1 0 1,1 0-1,-1 0 0,0 0 1,0 1-1,-1-1 1,-5-6-1,-1-1 17,0 0-1,-1 1 0,0 0 0,-1 1 1,0 0-1,-1 0 0,0 2 0,-1 0 1,-17-9-1,29 17-20,7 5 10,-2 1 6,18 3-9,-15-7 6,-1 0 0,1 0 0,-1 0-1,1-1 1,-1 0 0,1 0 0,-1-1 0,1 0-1,-1 1 1,0-2 0,9-2 0,3-2-15,-1-2 0,19-10 0,-25 13 18,-7 3 50,-6 3-49,0-1 0,0 1 0,1-1 0,-1 1 0,0 0 0,0 1 0,1-1 0,-1 0 0,1 1 0,-1-1 0,1 1 0,-1 0-1,1 0 1,0 0 0,0 0 0,-3 3 0,-27 39 73,32-44-74,-5 8-1,0-1 1,1 1-1,0 0 1,0 0-1,0 0 0,1 0 1,1 1-1,-1 0 1,1-1-1,1 1 1,0 0-1,0 0 1,0 9-1,2-14 1,0 0 1,0 1-1,1-1 0,-1 0 0,1 0 0,0 0 1,0 0-1,0-1 0,5 7 0,-4-6-2,-2-3 2,0 0 0,-1-1 0,1 1 0,0-1 1,0 1-1,0-1 0,0 1 0,0-1 0,-1 0 0,1 1 1,0-1-1,0 0 0,0 0 0,0 1 0,0-1 1,0 0-1,0 0 0,0 0 0,1-1 0,2 2 3,-1-1-1,1 1 0,-1-1 0,1 0 0,-1 1 0,0-2 0,1 1 0,-1 0 0,1-1 0,-1 1 0,0-1 0,0 0 0,1 0 0,-1 0 0,0-1 0,4-2 0,-1 0-1,0 0-1,-1 0 1,1 0-1,-1-1 0,-1 0 1,1 0-1,5-8 1,-1-1-2,0-1 1,0 0-1,-2 0 0,0-1 0,8-24 1,-13 34 3,0 0 1,-1 1 0,1-1 0,-1 0-1,0 0 1,-1 0 0,1 0 0,-1 0 0,0 0-1,-1 0 1,-1-7 0,2 13-4,0 0 1,0 0-1,0 0 1,0-1-1,0 1 0,0 0 1,0 0-1,0 0 1,0 0-1,0 0 0,0 0 1,0-1-1,0 1 1,0 0-1,0 0 0,0 0 1,0 0-1,-1 0 1,1 0-1,0 0 0,0 0 1,0 0-1,0 0 1,0-1-1,0 1 0,0 0 1,0 0-1,-1 0 0,1 0 1,0 0-1,0 0 1,0 0-1,0 0 0,0 0 1,0 0-1,-1 0 1,1 0-1,0 0 0,0 0 1,0 0-1,0 0 1,0 0-1,0 0 0,0 0 1,-1 0-1,1 0 1,0 0-1,0 0 0,0 1 1,0-1-1,0 0 1,-14 1 14,8 0-9,1-1 0,-1 1 1,0 0-1,1 0 1,0 0-1,-1 1 1,1 0-1,0 0 1,0 0-1,-7 5 1,-16 11 7,17-13-5,0 2 0,0 0 0,1 0 0,0 1 0,0 0 0,1 0 0,0 1 0,0 1 0,1 0 0,-13 19 0,1 21-12,17-29 19,3-19-15,-1 1 0,1 0 0,1-1 0,-1 1 0,0 0 0,1-1 0,-1 1 0,1-1 0,0 1 0,0-1 0,0 1 0,0-1 0,0 0 0,1 1 0,-1-1 0,1 0 0,-1 0 0,1 0 0,0 0 0,0 0 0,0-1 0,0 1 0,0 0 0,4 1 0,-1 0-14,1-1 0,-1-1 0,1 1 0,0-1 0,0 0 0,0 0 0,0-1 0,0 0 0,0 0 0,0 0 1,6-2-1,7-2 16,1 0 0,0-2 1,-1 0-1,0-2 0,-1 0 1,0 0-1,0-2 0,-1-1 1,23-16-1,-39 25 8,0 1 1,0-1-1,1 0 1,-1 0-1,0 0 1,0 0-1,-1 0 1,1 0-1,0 0 0,-1 0 1,1 0-1,-1 0 1,1-2-1,-1 2 8,-28-12 177,24 13-187,1 0 0,-1 0 0,0 0 0,0 1 0,0-1 0,0 1 0,1 0 0,-1 0 0,0 1 0,-5 0 0,1 0 3,3-1-8,1 1 0,-1-1 0,0 1 0,0 0 1,1 0-1,-9 4 0,4-2 2,5-2 0,25-8-162,-21 7 155,1 0-1,0 0 1,-1 0 0,1 0 0,0 0 0,0-1 0,-1 1 0,1 0 0,-1-1 0,1 1 0,0 0-1,-1-1 1,1 1 0,-1-1 0,1 1 0,-1-1 0,1 1 0,-1-1 0,1 1 0,-1-1-1,1 0 1,-1 1 0,0-1 0,1 0 0,-1 1 0,0-2 0,0 1-20,0 1 1,0-1-1,-1 0 0,1 0 1,0 0-1,-1 1 0,1-1 1,-1 0-1,1 0 0,-1 1 1,1-1-1,-1 0 1,1 1-1,-1-1 0,0 1 1,1-1-1,-3 0 0,-2-3-277,0 1-1,-1 0 0,0 1 1,-10-5-1,5 4-453,-41-10-2615,17 9-1612,-3 8-2715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03.4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8 275 14037,'-4'-22'2120,"1"0"2965,20 6-3945,12-10-232,-1 7-100,15-7-252,13-2-160,15 5-576,14-2-464,4-1-312,10 7-776,7 6-616,1 4-3365,-1 12-4780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03.5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128 77 12797,'-75'63'2012,"47"-69"33,3 3 7431,54-7-8744,41-6-435,26 4-782,14-4-643,25-4-1144,3-8-1136,14-1-2553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05.5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894 38 14093,'0'0'4917,"-1"-3"-2694,-11-29 1836,11 29-1071,-22 30 532,-64 77-3198,5 3 1,-98 170-1,155-234-322,2 1 0,1 1 0,-19 63 0,32-81 0,2 1 0,1-1 0,1 1 0,2 0 0,0 1 0,2-1 0,3 40 0,2-44 0,1 0 0,1 0 0,1-1 0,1 1 0,1-2 0,1 1 0,1-1 0,15 21 0,-21-34 0,18 28 0,2-1 0,1-1 0,2-2 0,61 57 0,-69-69 0,221 193 0,-133-122 0,-94-80 0,-1 0 0,0 1 0,-1 1 0,19 26 0,-29-37 0,0 0 0,0 0 0,0 0 0,0 0 0,-1 1 0,1-1 0,-1 1 0,0-1 0,0 1 0,0-1 0,-1 1 0,1 0 0,-1-1 0,0 1 0,0 0 0,0-1 0,0 1 0,0 0 0,-1-1 0,0 1 0,0 0 0,0-1 0,0 1 0,-1-1 0,1 0 0,-1 1 0,0-1 0,0 0 0,0 0 0,-4 4 0,0-1 0,0-1 0,-1 1 0,0-2 0,0 1 0,0-1 0,0 0 0,-1 0 0,0 0 0,-11 2 0,-11 2 0,-37 6 0,43-10 0,-627 81-313,626-82-734,0-2-1,-42-4 1,57 1 205,1 1-1,0-1 1,0-1 0,-9-3-1,12 3-442,0 0 0,0 0 0,0-1 0,1 1 0,-1-1-1,-6-7 1,-9-17-11835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05.7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15 272 16674,'-14'-22'2964,"17"-1"-640,4 4-248,22 3-328,27-12-416,1 8-271,17 1-229,19 3-400,20 4-504,18-4-600,11 3-720,10 0-517,4-9-975,0 3 204,4 12-3213,-8 1-5064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06.0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16582,'5'4'2966,"161"124"7697,11-1-8129,316 191-2510,-286-188-319,16 30-5062,-152-100 643,-3 3-3284,-18-13-3423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06.1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890 49 17030,'-92'-48'3136,"57"64"-140,-4 6-224,0 7-427,-4 6-301,1 6-356,-4 10-932,-7 13-756,-1 6 0,-2 10 0,-4 13 0,-1 2 0,5 7 0,2-3-1020,8 0-2032,0-13-601,11 0-3695,3 16-7362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06.6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71 26 18214,'-24'-10'1170,"1"1"298,-1 2 2877,25 11-2195,13 78-534,45 147 0,56 75 572,-65-195-2188,96 153 0,-113-209-384,52 60 0,-67-92 196,0-1 0,2 0-1,0-2 1,1 0 0,31 19 0,-41-30 38,-5-3 73,0 0 0,0 0 0,1 0 0,0-1 0,0 0 0,-1-1 0,2 1 0,-1-2 1,0 1-1,0-1 0,1 0 0,-1 0 0,0-1 0,9 0 0,7-1-128,0-2-1,0-1 0,23-6 1,-38 8 169,0-1-1,-1 0 1,0 0 0,0-1-1,0 0 1,0 0 0,0 0-1,-1-1 1,0 0 0,0-1-1,7-7 1,-4 2 21,-1-1-1,0 0 1,0 0 0,7-18 0,-1-3 614,-1 0-1,14-59 1,6-74 1881,-24 113-2221,-9 51-259,-4 11 0,-5 19 0,-19 120 0,-75 432 0,88-473-2215,-16 121-11382,23-144-374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06.8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19046,'9'14'858,"0"-1"1,1 0-1,0-1 1,1 0 0,1-1-1,0 0 1,0 0-1,19 11 1,23 20 1707,484 365 466,-333-260-2636,-52-35-4183,69 62-9060,-170-128-302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07.0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858 49 15069,'-81'-39'3165,"45"30"2563,12 9-2996,-1 6-447,-11 7-393,8 9-360,-4 7-1168,-18 12-364,1 7 0,-8 10 0,-10 5 0,-4 11 0,4 5-1060,3 8-2156,-4 5-749,12 13-3243,10-6-7126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07.4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129 253 13221,'38'-35'753,"-9"10"631,46-33 0,-43 38-571,1 2 0,1 1-1,1 2 1,0 1 0,1 2 0,46-9-1,-57 15-611,-1 2-1,1 0 1,1 2-1,-1 1 1,0 0-1,0 2 1,37 6-1,-52-5-139,0 1-1,1 0 0,-1 0 1,0 1-1,-1 0 1,1 1-1,-1 0 1,17 12-1,-20-12-29,-1 0 1,0 0-1,0 0 0,0 1 1,-1 0-1,0 0 0,0 0 1,0 0-1,-1 1 0,0-1 1,0 1-1,0 0 0,-1 0 1,2 9-1,-2 0-11,0 0-1,-1 0 1,-1 1-1,0-1 1,-1 0 0,-5 24-1,-28 101 77,4-27 70,12-29-147,4-23-19,3 0-1,-4 69 1,14-110-32,1 0 0,1 0-1,1 0 1,1 0 0,1-1 0,1 1 0,0-1 0,2 0 0,0 0-1,13 24 1,10 5-201,3-2-1,1-1 1,2-2-1,47 45 0,65 79-465,-144-162 682,1 0 0,-1 1-1,0-1 1,-1 1 0,1 0 0,-1 0 0,0 0 0,-1 0 0,0 1 0,0-1 0,-1 1 0,0-1-1,0 1 1,-1-1 0,0 12 0,-1-12 29,0-1-1,-1 1 1,0-1 0,0 0-1,-1 1 1,1-1 0,-1 0-1,-1-1 1,1 1 0,-1 0-1,0-1 1,0 0 0,0 0-1,-1 0 1,0-1-1,0 1 1,-11 6 0,-11 5 32,-2-1-1,0-1 1,0-2 0,-1-1 0,-59 14-1,48-14-15,30-8-56,-450 125 221,154-51-3705,216-52-2867,14 0-4382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07.7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109 7 15949,'-27'-3'1069,"20"2"-454,0 0 0,-1 0 0,1 1 0,-1 0 0,1 0 0,-15 3 0,22-3-474,-1 0 0,0 0-1,0 1 1,1-1-1,-1 0 1,0 0 0,1 0-1,-1 1 1,0-1-1,1 0 1,-1 1 0,0-1-1,1 1 1,-1-1-1,1 1 1,-1-1 0,1 1-1,-1-1 1,1 1 0,-1 0-1,1-1 1,-1 1-1,1-1 1,0 1 0,-1 1-1,1 0 93,-1-1-1,1 1 1,0 0-1,0 0 1,0-1-1,0 1 1,1 0-1,-1-1 1,0 1 0,1 0-1,0 2 1,4 7 966,0 0 1,13 19-1,-15-26-959,26 36-8,1-2-1,3-1 0,1-2 1,39 31-1,-52-46-229,363 305-2,-30-27 0,-267-221-1182,12 10-6228,96 109 0,-147-141-6371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07.9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1252 29 15969,'-82'-29'2993,"15"29"31,14 19 36,-11 4-335,0 8-421,1 8-360,-8 15-1196,-7 7-748,0 9 0,0 10 0,-4 9 0,-13 0 0,6 7 0,4 0-3284,3 6-1349,15 0-2659,14-10-7282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08.2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114 239 13465,'177'-136'4235,"-158"123"-3484,1 0-1,0 1 1,0 1 0,2 1-1,-1 2 1,1-1-1,0 2 1,1 1-1,38-5 1,-50 10-525,0 0-1,0 1 1,0 0-1,0 1 1,0 1-1,0-1 1,0 2-1,0-1 1,18 8 0,-22-6-150,1 0 0,-1 0 0,0 1 0,0 0 0,0 0 1,-1 1-1,1-1 0,-1 2 0,-1-1 0,1 0 0,-1 1 0,-1 0 1,1 0-1,3 9 0,-1-1-1,-2 0-1,1 1 1,-2 0 0,0 0-1,-1 0 1,-1 1 0,0-1-1,-1 1 1,-1-1 0,-1 1-1,-3 22 1,-3 6 27,-3 0 0,-27 81 0,8-48 17,-76 138-1,-62 65-12,141-239-85,-126 195 63,-34 57 29,178-281-100,-3 4 51,1 1 0,0 0 0,2 0 0,-13 38 0,19-52-57,1 0 1,0 0 0,1 0 0,-1 0 0,1 0-1,0 0 1,0 0 0,0 0 0,0 0-1,1 0 1,0 0 0,0 0 0,0 0-1,0-1 1,0 1 0,1 0 0,0-1-1,-1 1 1,1-1 0,1 1 0,-1-1 0,0 0-1,1 0 1,0 0 0,0 0 0,-1 0-1,2-1 1,-1 0 0,0 1 0,0-1-1,7 3 1,1 0-76,1 0 1,0 0-1,0-2 0,1 1 1,-1-1-1,1-1 0,15 1 1,93-3-1139,-84-1 796,282-23-4593,-106-3-1111,-128 16 2501,107-12-7464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09.8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1 418 12929,'10'19'1696,"5"-3"-228,24-16-347,32-6-245,-1-10-200,30 0-156,41-10-88,51-6-64,42-6-328,46-7-480,39-9-780,46-13-792,42-6-2821,29-7-3804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11.2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341 32 3712,'0'0'4252,"-2"-2"-3811,-1-1-271,1 1-1,-1-1 0,0 1 0,1 0 0,-1-1 0,0 1 0,-1 1 0,1-1 0,0 0 0,-1 1 1,1-1-1,-1 1 0,1 0 0,-1 0 0,-4 0 0,4 0 213,0 2-67,0-1-271,-26 4 366,-1-2-1,-31-2 1,36 0-327,20 0-13,2 0-11,-40 2 45,39-1-88,-15 3-89,17-4-257,1 1 0,0 0 0,0 0 0,0-1 0,0 1 0,1 1 0,-1-1 0,0 0 0,0 0 0,1 1 0,-1-1 0,1 1 0,-1-1 1,1 1-1,-1 0 0,1-1 0,-1 4 0,-10 14-4087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13.7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 77 8365,'-22'-12'3020,"47"2"-3612,39-3-140,10-6-2260,33-3-1093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17.4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256 134 13153,'-78'-76'3412,"37"39"3526,22 16 464,18 27-6129,-1 12-1178,0 1 1,2-1-1,0 1 1,1-1-1,6 29 1,1 31-80,12 218-16,4 159 0,-57 107-2437,-39-6-2556,55-439 3935,-11 88-6825,6-19-5529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18.0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98 10249,'1'-8'464,"0"0"0,0 0 1,1 0-1,0 1 0,1-1 0,0 1 1,0-1-1,0 1 0,7-10 0,-8 16-311,0 0-1,0 0 0,0 0 0,0 0 0,0 1 0,0-1 0,0 0 1,0 1-1,0-1 0,0 1 0,0 0 0,1 0 0,-1 0 0,0 0 1,0 0-1,0 0 0,0 1 0,0-1 0,3 2 0,-1 1-38,1 1 0,-1 0 0,0 1 0,-1-1 0,1 1 0,-1 0 0,0 0 0,0 0 0,0 0 0,1 6 0,2 1 51,22 50 339,-2 2 1,-4 1-1,21 95 0,-14-27-191,-6 1 1,-6 1 0,1 158-1,-20-128 224,-7 0-1,-37 207 1,10-194 157,-27 101 377,-6 6 23,67-278-1061,1 0 1,-1 1-1,1-1 0,0 0 1,1 1-1,0-1 0,0 1 1,1-1-1,0 1 0,0-1 1,3 10-1,-2-13-26,0-1 1,0 1-1,0-1 0,1 1 1,-1-1-1,1 0 0,0 0 1,0 0-1,0 0 0,0-1 1,1 1-1,-1-1 0,0 0 1,1 0-1,0 0 0,0 0 1,-1-1-1,1 1 1,0-1-1,0 0 0,8 1 1,10 1-125,1 0 1,-1-2 0,1 0 0,-1-1 0,1-2 0,-1 0 0,25-7-1,7-3-686,94-36 0,-26-3-1355,174-99 0,99-96-2583,108-130-445,-38-41 4689,-353 300 2798,-5-5 1,153-228 0,-204 258-645,13-16 989,-64 101-2319,3-3 1637,-15 16-194,-3 4-1612,1-1 117,1 1 0,0 0 0,1 1 0,0-1-1,1 2 1,0-1 0,1 1 0,-4 12 0,-30 109 1116,29-95-1052,-4 24-66,4 0-1,1 0 1,4 1-1,2 0 1,3 0-1,3 0 1,3-1 0,2 1-1,27 99 1,-25-127-269,1-1-1,1 0 1,2-1 0,1-1 0,2 0 0,1-1 0,2-1 0,0 0 0,33 34 0,-35-45-5,1-2 1,0 0-1,1-1 1,1 0-1,1-2 0,0-1 1,0 0-1,1-2 1,1-1-1,0 0 1,0-2-1,1-1 1,44 7-1,-40-11-27,0-2 0,-1-1 0,1-1-1,0-1 1,-1-2 0,0-1 0,0-1 0,0-1 0,-1-2 0,0 0-1,0-2 1,-1-1 0,29-19 0,-17 8-42,-2-1 0,-1-2 0,-1-2 0,-2-1 0,-1-1 0,-1-2 0,-1-1 0,26-40 0,-32 38-59,-2-1 1,-2 0-1,-1-2 1,-2 0-1,-1-1 1,-2 0-1,-2-1 1,-2 0-1,-1-1 1,-2 0-1,0-78 1,-7 70 54,-3 1 1,-1 0-1,-3 0 1,-2 0 0,-2 1-1,-2 1 1,-2 0-1,-2 0 1,-44-77 0,31 73-20,-3 0 1,-2 2 0,-1 2-1,-3 1 1,-2 3 0,-1 1-1,-2 2 1,-2 1 0,-2 4-1,0 1 1,-3 2 0,0 3-1,-2 2 1,-1 2 0,-1 3-1,0 2 1,-86-16 0,45 19-761,-2 4 1,1 4 0,-180 10 0,-9 30-2737,5 26-3571,51 5-3503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18.3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7364 107 13037,'-432'-67'1529,"306"49"-278,-217-3 0,90 23-101,1 11 1,-345 63-1,141 16-319,-673 228 0,753-182-535,6 17 0,-378 218 0,435-193 61,-399 303 0,555-356-106,-142 148 1,194-165 56,-178 243 0,221-262-132,4 3 0,5 2 0,3 2 0,-59 171 0,89-208-90,3 0-1,3 1 1,3 0-1,2 1 1,3 0-1,3 1 1,3-1-1,2 1 1,16 92-1,-4-90-15,3 0 1,3-1-1,3-1 0,2 0 0,42 71 1,-21-54 8,4-3 0,4-2 1,83 92-1,-27-55-17,5-4-1,4-6 1,4-5-1,178 108 1,-96-84-130,6-9 0,330 127 0,-259-140-526,465 100 1,319-43-1277,2-113-382,-515-59-996,1014-158 0,-674-12-2491,-322 36-1092,-562 146 6710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18.5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7823 1729 10369,'-426'-384'2165,"7"105"439,-221-52 242,11 91-1518,225 115-932,-5 18 0,-5 17-1,-3 19 1,-428-16 0,543 73-192,-576 49 0,678-10-355,0 8 1,2 9-1,-344 122 0,427-119-568,-181 98-1,244-112 226,1 2 0,1 2-1,3 2 1,1 2-1,-54 59 1,82-78 14,0 2 1,2 0-1,0 1 1,-23 46-1,33-54 21,0 0 1,0 0-1,2 0 1,0 0-1,1 1 0,0 0 1,1 0-1,1 0 1,1 27-1,5-9-1203,1-1 0,2 1 0,14 40 0,-21-72 1587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6:25:18.7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572 141 20090,'-227'15'2232,"170"-21"-468,18-13-296,0-10-312,4 7-195,-1 0-189,8-1-148,14 17-184,-4-10-560,-3 3-1008,3 23-4469,0-4-1088,-3 1-6308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D83A-19C8-4DB2-8E97-F6D8138F899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A7EF5-4C67-4889-A6A6-F8F60CF3D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60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D83A-19C8-4DB2-8E97-F6D8138F899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A7EF5-4C67-4889-A6A6-F8F60CF3D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907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D83A-19C8-4DB2-8E97-F6D8138F899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A7EF5-4C67-4889-A6A6-F8F60CF3D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590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D83A-19C8-4DB2-8E97-F6D8138F899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A7EF5-4C67-4889-A6A6-F8F60CF3D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0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D83A-19C8-4DB2-8E97-F6D8138F899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A7EF5-4C67-4889-A6A6-F8F60CF3D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00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D83A-19C8-4DB2-8E97-F6D8138F899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A7EF5-4C67-4889-A6A6-F8F60CF3D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278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D83A-19C8-4DB2-8E97-F6D8138F899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A7EF5-4C67-4889-A6A6-F8F60CF3D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468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D83A-19C8-4DB2-8E97-F6D8138F899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A7EF5-4C67-4889-A6A6-F8F60CF3D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205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D83A-19C8-4DB2-8E97-F6D8138F899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A7EF5-4C67-4889-A6A6-F8F60CF3D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61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D83A-19C8-4DB2-8E97-F6D8138F899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A7EF5-4C67-4889-A6A6-F8F60CF3D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456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D83A-19C8-4DB2-8E97-F6D8138F899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A7EF5-4C67-4889-A6A6-F8F60CF3D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54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AAAD83A-19C8-4DB2-8E97-F6D8138F899D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76A7EF5-4C67-4889-A6A6-F8F60CF3D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3564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50" Type="http://schemas.openxmlformats.org/officeDocument/2006/relationships/customXml" Target="../ink/ink25.xml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9.xml"/><Relationship Id="rId21" Type="http://schemas.openxmlformats.org/officeDocument/2006/relationships/image" Target="../media/image36.png"/><Relationship Id="rId42" Type="http://schemas.openxmlformats.org/officeDocument/2006/relationships/customXml" Target="../ink/ink47.xml"/><Relationship Id="rId47" Type="http://schemas.openxmlformats.org/officeDocument/2006/relationships/image" Target="../media/image49.png"/><Relationship Id="rId63" Type="http://schemas.openxmlformats.org/officeDocument/2006/relationships/image" Target="../media/image57.png"/><Relationship Id="rId68" Type="http://schemas.openxmlformats.org/officeDocument/2006/relationships/customXml" Target="../ink/ink60.xml"/><Relationship Id="rId84" Type="http://schemas.openxmlformats.org/officeDocument/2006/relationships/customXml" Target="../ink/ink68.xml"/><Relationship Id="rId89" Type="http://schemas.openxmlformats.org/officeDocument/2006/relationships/image" Target="../media/image70.png"/><Relationship Id="rId112" Type="http://schemas.openxmlformats.org/officeDocument/2006/relationships/customXml" Target="../ink/ink82.xml"/><Relationship Id="rId16" Type="http://schemas.openxmlformats.org/officeDocument/2006/relationships/customXml" Target="../ink/ink34.xml"/><Relationship Id="rId107" Type="http://schemas.openxmlformats.org/officeDocument/2006/relationships/image" Target="../media/image79.png"/><Relationship Id="rId11" Type="http://schemas.openxmlformats.org/officeDocument/2006/relationships/image" Target="../media/image31.png"/><Relationship Id="rId32" Type="http://schemas.openxmlformats.org/officeDocument/2006/relationships/customXml" Target="../ink/ink42.xml"/><Relationship Id="rId37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customXml" Target="../ink/ink55.xml"/><Relationship Id="rId74" Type="http://schemas.openxmlformats.org/officeDocument/2006/relationships/customXml" Target="../ink/ink63.xml"/><Relationship Id="rId79" Type="http://schemas.openxmlformats.org/officeDocument/2006/relationships/image" Target="../media/image65.png"/><Relationship Id="rId102" Type="http://schemas.openxmlformats.org/officeDocument/2006/relationships/customXml" Target="../ink/ink77.xml"/><Relationship Id="rId5" Type="http://schemas.openxmlformats.org/officeDocument/2006/relationships/image" Target="../media/image28.png"/><Relationship Id="rId90" Type="http://schemas.openxmlformats.org/officeDocument/2006/relationships/customXml" Target="../ink/ink71.xml"/><Relationship Id="rId95" Type="http://schemas.openxmlformats.org/officeDocument/2006/relationships/image" Target="../media/image73.png"/><Relationship Id="rId22" Type="http://schemas.openxmlformats.org/officeDocument/2006/relationships/customXml" Target="../ink/ink37.xml"/><Relationship Id="rId27" Type="http://schemas.openxmlformats.org/officeDocument/2006/relationships/image" Target="../media/image39.png"/><Relationship Id="rId43" Type="http://schemas.openxmlformats.org/officeDocument/2006/relationships/image" Target="../media/image47.png"/><Relationship Id="rId48" Type="http://schemas.openxmlformats.org/officeDocument/2006/relationships/customXml" Target="../ink/ink50.xml"/><Relationship Id="rId64" Type="http://schemas.openxmlformats.org/officeDocument/2006/relationships/customXml" Target="../ink/ink58.xml"/><Relationship Id="rId69" Type="http://schemas.openxmlformats.org/officeDocument/2006/relationships/image" Target="../media/image60.png"/><Relationship Id="rId113" Type="http://schemas.openxmlformats.org/officeDocument/2006/relationships/image" Target="../media/image82.png"/><Relationship Id="rId80" Type="http://schemas.openxmlformats.org/officeDocument/2006/relationships/customXml" Target="../ink/ink66.xml"/><Relationship Id="rId85" Type="http://schemas.openxmlformats.org/officeDocument/2006/relationships/image" Target="../media/image68.png"/><Relationship Id="rId12" Type="http://schemas.openxmlformats.org/officeDocument/2006/relationships/customXml" Target="../ink/ink32.xml"/><Relationship Id="rId17" Type="http://schemas.openxmlformats.org/officeDocument/2006/relationships/image" Target="../media/image34.png"/><Relationship Id="rId33" Type="http://schemas.openxmlformats.org/officeDocument/2006/relationships/image" Target="../media/image42.png"/><Relationship Id="rId38" Type="http://schemas.openxmlformats.org/officeDocument/2006/relationships/customXml" Target="../ink/ink45.xml"/><Relationship Id="rId59" Type="http://schemas.openxmlformats.org/officeDocument/2006/relationships/image" Target="../media/image55.png"/><Relationship Id="rId103" Type="http://schemas.openxmlformats.org/officeDocument/2006/relationships/image" Target="../media/image77.png"/><Relationship Id="rId108" Type="http://schemas.openxmlformats.org/officeDocument/2006/relationships/customXml" Target="../ink/ink80.xml"/><Relationship Id="rId54" Type="http://schemas.openxmlformats.org/officeDocument/2006/relationships/customXml" Target="../ink/ink53.xml"/><Relationship Id="rId70" Type="http://schemas.openxmlformats.org/officeDocument/2006/relationships/customXml" Target="../ink/ink61.xml"/><Relationship Id="rId75" Type="http://schemas.openxmlformats.org/officeDocument/2006/relationships/image" Target="../media/image63.png"/><Relationship Id="rId91" Type="http://schemas.openxmlformats.org/officeDocument/2006/relationships/image" Target="../media/image71.png"/><Relationship Id="rId96" Type="http://schemas.openxmlformats.org/officeDocument/2006/relationships/customXml" Target="../ink/ink7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.xml"/><Relationship Id="rId15" Type="http://schemas.openxmlformats.org/officeDocument/2006/relationships/image" Target="../media/image33.png"/><Relationship Id="rId23" Type="http://schemas.openxmlformats.org/officeDocument/2006/relationships/image" Target="../media/image37.png"/><Relationship Id="rId28" Type="http://schemas.openxmlformats.org/officeDocument/2006/relationships/customXml" Target="../ink/ink40.xml"/><Relationship Id="rId36" Type="http://schemas.openxmlformats.org/officeDocument/2006/relationships/customXml" Target="../ink/ink44.xml"/><Relationship Id="rId49" Type="http://schemas.openxmlformats.org/officeDocument/2006/relationships/image" Target="../media/image50.png"/><Relationship Id="rId57" Type="http://schemas.openxmlformats.org/officeDocument/2006/relationships/image" Target="../media/image54.png"/><Relationship Id="rId106" Type="http://schemas.openxmlformats.org/officeDocument/2006/relationships/customXml" Target="../ink/ink79.xml"/><Relationship Id="rId10" Type="http://schemas.openxmlformats.org/officeDocument/2006/relationships/customXml" Target="../ink/ink31.xml"/><Relationship Id="rId31" Type="http://schemas.openxmlformats.org/officeDocument/2006/relationships/image" Target="../media/image41.png"/><Relationship Id="rId44" Type="http://schemas.openxmlformats.org/officeDocument/2006/relationships/customXml" Target="../ink/ink48.xml"/><Relationship Id="rId52" Type="http://schemas.openxmlformats.org/officeDocument/2006/relationships/customXml" Target="../ink/ink52.xml"/><Relationship Id="rId60" Type="http://schemas.openxmlformats.org/officeDocument/2006/relationships/customXml" Target="../ink/ink56.xml"/><Relationship Id="rId65" Type="http://schemas.openxmlformats.org/officeDocument/2006/relationships/image" Target="../media/image58.png"/><Relationship Id="rId73" Type="http://schemas.openxmlformats.org/officeDocument/2006/relationships/image" Target="../media/image62.png"/><Relationship Id="rId78" Type="http://schemas.openxmlformats.org/officeDocument/2006/relationships/customXml" Target="../ink/ink65.xml"/><Relationship Id="rId81" Type="http://schemas.openxmlformats.org/officeDocument/2006/relationships/image" Target="../media/image66.png"/><Relationship Id="rId86" Type="http://schemas.openxmlformats.org/officeDocument/2006/relationships/customXml" Target="../ink/ink69.xml"/><Relationship Id="rId94" Type="http://schemas.openxmlformats.org/officeDocument/2006/relationships/customXml" Target="../ink/ink73.xml"/><Relationship Id="rId99" Type="http://schemas.openxmlformats.org/officeDocument/2006/relationships/image" Target="../media/image75.png"/><Relationship Id="rId101" Type="http://schemas.openxmlformats.org/officeDocument/2006/relationships/image" Target="../media/image76.png"/><Relationship Id="rId4" Type="http://schemas.openxmlformats.org/officeDocument/2006/relationships/customXml" Target="../ink/ink28.xml"/><Relationship Id="rId9" Type="http://schemas.openxmlformats.org/officeDocument/2006/relationships/image" Target="../media/image30.png"/><Relationship Id="rId13" Type="http://schemas.openxmlformats.org/officeDocument/2006/relationships/image" Target="../media/image32.png"/><Relationship Id="rId18" Type="http://schemas.openxmlformats.org/officeDocument/2006/relationships/customXml" Target="../ink/ink35.xml"/><Relationship Id="rId39" Type="http://schemas.openxmlformats.org/officeDocument/2006/relationships/image" Target="../media/image45.png"/><Relationship Id="rId109" Type="http://schemas.openxmlformats.org/officeDocument/2006/relationships/image" Target="../media/image80.png"/><Relationship Id="rId34" Type="http://schemas.openxmlformats.org/officeDocument/2006/relationships/customXml" Target="../ink/ink43.xml"/><Relationship Id="rId50" Type="http://schemas.openxmlformats.org/officeDocument/2006/relationships/customXml" Target="../ink/ink51.xml"/><Relationship Id="rId55" Type="http://schemas.openxmlformats.org/officeDocument/2006/relationships/image" Target="../media/image53.png"/><Relationship Id="rId76" Type="http://schemas.openxmlformats.org/officeDocument/2006/relationships/customXml" Target="../ink/ink64.xml"/><Relationship Id="rId97" Type="http://schemas.openxmlformats.org/officeDocument/2006/relationships/image" Target="../media/image74.png"/><Relationship Id="rId104" Type="http://schemas.openxmlformats.org/officeDocument/2006/relationships/customXml" Target="../ink/ink78.xml"/><Relationship Id="rId7" Type="http://schemas.openxmlformats.org/officeDocument/2006/relationships/image" Target="../media/image29.png"/><Relationship Id="rId71" Type="http://schemas.openxmlformats.org/officeDocument/2006/relationships/image" Target="../media/image61.png"/><Relationship Id="rId92" Type="http://schemas.openxmlformats.org/officeDocument/2006/relationships/customXml" Target="../ink/ink72.xml"/><Relationship Id="rId2" Type="http://schemas.openxmlformats.org/officeDocument/2006/relationships/customXml" Target="../ink/ink27.xml"/><Relationship Id="rId29" Type="http://schemas.openxmlformats.org/officeDocument/2006/relationships/image" Target="../media/image40.png"/><Relationship Id="rId24" Type="http://schemas.openxmlformats.org/officeDocument/2006/relationships/customXml" Target="../ink/ink38.xml"/><Relationship Id="rId40" Type="http://schemas.openxmlformats.org/officeDocument/2006/relationships/customXml" Target="../ink/ink46.xml"/><Relationship Id="rId45" Type="http://schemas.openxmlformats.org/officeDocument/2006/relationships/image" Target="../media/image48.png"/><Relationship Id="rId66" Type="http://schemas.openxmlformats.org/officeDocument/2006/relationships/customXml" Target="../ink/ink59.xml"/><Relationship Id="rId87" Type="http://schemas.openxmlformats.org/officeDocument/2006/relationships/image" Target="../media/image69.png"/><Relationship Id="rId110" Type="http://schemas.openxmlformats.org/officeDocument/2006/relationships/customXml" Target="../ink/ink81.xml"/><Relationship Id="rId61" Type="http://schemas.openxmlformats.org/officeDocument/2006/relationships/image" Target="../media/image56.png"/><Relationship Id="rId82" Type="http://schemas.openxmlformats.org/officeDocument/2006/relationships/customXml" Target="../ink/ink67.xml"/><Relationship Id="rId19" Type="http://schemas.openxmlformats.org/officeDocument/2006/relationships/image" Target="../media/image35.png"/><Relationship Id="rId14" Type="http://schemas.openxmlformats.org/officeDocument/2006/relationships/customXml" Target="../ink/ink33.xml"/><Relationship Id="rId30" Type="http://schemas.openxmlformats.org/officeDocument/2006/relationships/customXml" Target="../ink/ink41.xml"/><Relationship Id="rId35" Type="http://schemas.openxmlformats.org/officeDocument/2006/relationships/image" Target="../media/image43.png"/><Relationship Id="rId56" Type="http://schemas.openxmlformats.org/officeDocument/2006/relationships/customXml" Target="../ink/ink54.xml"/><Relationship Id="rId77" Type="http://schemas.openxmlformats.org/officeDocument/2006/relationships/image" Target="../media/image64.png"/><Relationship Id="rId100" Type="http://schemas.openxmlformats.org/officeDocument/2006/relationships/customXml" Target="../ink/ink76.xml"/><Relationship Id="rId105" Type="http://schemas.openxmlformats.org/officeDocument/2006/relationships/image" Target="../media/image78.png"/><Relationship Id="rId8" Type="http://schemas.openxmlformats.org/officeDocument/2006/relationships/customXml" Target="../ink/ink30.xml"/><Relationship Id="rId51" Type="http://schemas.openxmlformats.org/officeDocument/2006/relationships/image" Target="../media/image51.png"/><Relationship Id="rId72" Type="http://schemas.openxmlformats.org/officeDocument/2006/relationships/customXml" Target="../ink/ink62.xml"/><Relationship Id="rId93" Type="http://schemas.openxmlformats.org/officeDocument/2006/relationships/image" Target="../media/image72.png"/><Relationship Id="rId98" Type="http://schemas.openxmlformats.org/officeDocument/2006/relationships/customXml" Target="../ink/ink75.xml"/><Relationship Id="rId3" Type="http://schemas.openxmlformats.org/officeDocument/2006/relationships/image" Target="../media/image27.png"/><Relationship Id="rId25" Type="http://schemas.openxmlformats.org/officeDocument/2006/relationships/image" Target="../media/image38.png"/><Relationship Id="rId46" Type="http://schemas.openxmlformats.org/officeDocument/2006/relationships/customXml" Target="../ink/ink49.xml"/><Relationship Id="rId67" Type="http://schemas.openxmlformats.org/officeDocument/2006/relationships/image" Target="../media/image59.png"/><Relationship Id="rId20" Type="http://schemas.openxmlformats.org/officeDocument/2006/relationships/customXml" Target="../ink/ink36.xml"/><Relationship Id="rId41" Type="http://schemas.openxmlformats.org/officeDocument/2006/relationships/image" Target="../media/image46.png"/><Relationship Id="rId62" Type="http://schemas.openxmlformats.org/officeDocument/2006/relationships/customXml" Target="../ink/ink57.xml"/><Relationship Id="rId83" Type="http://schemas.openxmlformats.org/officeDocument/2006/relationships/image" Target="../media/image67.png"/><Relationship Id="rId88" Type="http://schemas.openxmlformats.org/officeDocument/2006/relationships/customXml" Target="../ink/ink70.xml"/><Relationship Id="rId111" Type="http://schemas.openxmlformats.org/officeDocument/2006/relationships/image" Target="../media/image81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8.png"/><Relationship Id="rId18" Type="http://schemas.openxmlformats.org/officeDocument/2006/relationships/customXml" Target="../ink/ink91.xml"/><Relationship Id="rId26" Type="http://schemas.openxmlformats.org/officeDocument/2006/relationships/customXml" Target="../ink/ink95.xml"/><Relationship Id="rId39" Type="http://schemas.openxmlformats.org/officeDocument/2006/relationships/image" Target="../media/image101.png"/><Relationship Id="rId21" Type="http://schemas.openxmlformats.org/officeDocument/2006/relationships/image" Target="../media/image92.png"/><Relationship Id="rId34" Type="http://schemas.openxmlformats.org/officeDocument/2006/relationships/customXml" Target="../ink/ink99.xml"/><Relationship Id="rId42" Type="http://schemas.openxmlformats.org/officeDocument/2006/relationships/customXml" Target="../ink/ink103.xml"/><Relationship Id="rId47" Type="http://schemas.openxmlformats.org/officeDocument/2006/relationships/image" Target="../media/image105.png"/><Relationship Id="rId50" Type="http://schemas.openxmlformats.org/officeDocument/2006/relationships/customXml" Target="../ink/ink107.xml"/><Relationship Id="rId55" Type="http://schemas.openxmlformats.org/officeDocument/2006/relationships/image" Target="../media/image109.png"/><Relationship Id="rId63" Type="http://schemas.openxmlformats.org/officeDocument/2006/relationships/image" Target="../media/image113.png"/><Relationship Id="rId7" Type="http://schemas.openxmlformats.org/officeDocument/2006/relationships/image" Target="../media/image85.png"/><Relationship Id="rId2" Type="http://schemas.openxmlformats.org/officeDocument/2006/relationships/customXml" Target="../ink/ink83.xml"/><Relationship Id="rId16" Type="http://schemas.openxmlformats.org/officeDocument/2006/relationships/customXml" Target="../ink/ink90.xml"/><Relationship Id="rId29" Type="http://schemas.openxmlformats.org/officeDocument/2006/relationships/image" Target="../media/image96.png"/><Relationship Id="rId11" Type="http://schemas.openxmlformats.org/officeDocument/2006/relationships/image" Target="../media/image87.png"/><Relationship Id="rId24" Type="http://schemas.openxmlformats.org/officeDocument/2006/relationships/customXml" Target="../ink/ink94.xml"/><Relationship Id="rId32" Type="http://schemas.openxmlformats.org/officeDocument/2006/relationships/customXml" Target="../ink/ink98.xml"/><Relationship Id="rId37" Type="http://schemas.openxmlformats.org/officeDocument/2006/relationships/image" Target="../media/image100.png"/><Relationship Id="rId40" Type="http://schemas.openxmlformats.org/officeDocument/2006/relationships/customXml" Target="../ink/ink102.xml"/><Relationship Id="rId45" Type="http://schemas.openxmlformats.org/officeDocument/2006/relationships/image" Target="../media/image104.png"/><Relationship Id="rId53" Type="http://schemas.openxmlformats.org/officeDocument/2006/relationships/image" Target="../media/image108.png"/><Relationship Id="rId58" Type="http://schemas.openxmlformats.org/officeDocument/2006/relationships/customXml" Target="../ink/ink111.xml"/><Relationship Id="rId5" Type="http://schemas.openxmlformats.org/officeDocument/2006/relationships/image" Target="../media/image84.png"/><Relationship Id="rId61" Type="http://schemas.openxmlformats.org/officeDocument/2006/relationships/image" Target="../media/image112.png"/><Relationship Id="rId19" Type="http://schemas.openxmlformats.org/officeDocument/2006/relationships/image" Target="../media/image91.png"/><Relationship Id="rId14" Type="http://schemas.openxmlformats.org/officeDocument/2006/relationships/customXml" Target="../ink/ink89.xml"/><Relationship Id="rId22" Type="http://schemas.openxmlformats.org/officeDocument/2006/relationships/customXml" Target="../ink/ink93.xml"/><Relationship Id="rId27" Type="http://schemas.openxmlformats.org/officeDocument/2006/relationships/image" Target="../media/image95.png"/><Relationship Id="rId30" Type="http://schemas.openxmlformats.org/officeDocument/2006/relationships/customXml" Target="../ink/ink97.xml"/><Relationship Id="rId35" Type="http://schemas.openxmlformats.org/officeDocument/2006/relationships/image" Target="../media/image99.png"/><Relationship Id="rId43" Type="http://schemas.openxmlformats.org/officeDocument/2006/relationships/image" Target="../media/image103.png"/><Relationship Id="rId48" Type="http://schemas.openxmlformats.org/officeDocument/2006/relationships/customXml" Target="../ink/ink106.xml"/><Relationship Id="rId56" Type="http://schemas.openxmlformats.org/officeDocument/2006/relationships/customXml" Target="../ink/ink110.xml"/><Relationship Id="rId8" Type="http://schemas.openxmlformats.org/officeDocument/2006/relationships/customXml" Target="../ink/ink86.xml"/><Relationship Id="rId51" Type="http://schemas.openxmlformats.org/officeDocument/2006/relationships/image" Target="../media/image107.png"/><Relationship Id="rId3" Type="http://schemas.openxmlformats.org/officeDocument/2006/relationships/image" Target="../media/image83.png"/><Relationship Id="rId12" Type="http://schemas.openxmlformats.org/officeDocument/2006/relationships/customXml" Target="../ink/ink88.xml"/><Relationship Id="rId17" Type="http://schemas.openxmlformats.org/officeDocument/2006/relationships/image" Target="../media/image90.png"/><Relationship Id="rId25" Type="http://schemas.openxmlformats.org/officeDocument/2006/relationships/image" Target="../media/image94.png"/><Relationship Id="rId33" Type="http://schemas.openxmlformats.org/officeDocument/2006/relationships/image" Target="../media/image98.png"/><Relationship Id="rId38" Type="http://schemas.openxmlformats.org/officeDocument/2006/relationships/customXml" Target="../ink/ink101.xml"/><Relationship Id="rId46" Type="http://schemas.openxmlformats.org/officeDocument/2006/relationships/customXml" Target="../ink/ink105.xml"/><Relationship Id="rId59" Type="http://schemas.openxmlformats.org/officeDocument/2006/relationships/image" Target="../media/image111.png"/><Relationship Id="rId20" Type="http://schemas.openxmlformats.org/officeDocument/2006/relationships/customXml" Target="../ink/ink92.xml"/><Relationship Id="rId41" Type="http://schemas.openxmlformats.org/officeDocument/2006/relationships/image" Target="../media/image102.png"/><Relationship Id="rId54" Type="http://schemas.openxmlformats.org/officeDocument/2006/relationships/customXml" Target="../ink/ink109.xml"/><Relationship Id="rId62" Type="http://schemas.openxmlformats.org/officeDocument/2006/relationships/customXml" Target="../ink/ink11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5.xml"/><Relationship Id="rId15" Type="http://schemas.openxmlformats.org/officeDocument/2006/relationships/image" Target="../media/image89.png"/><Relationship Id="rId23" Type="http://schemas.openxmlformats.org/officeDocument/2006/relationships/image" Target="../media/image93.png"/><Relationship Id="rId28" Type="http://schemas.openxmlformats.org/officeDocument/2006/relationships/customXml" Target="../ink/ink96.xml"/><Relationship Id="rId36" Type="http://schemas.openxmlformats.org/officeDocument/2006/relationships/customXml" Target="../ink/ink100.xml"/><Relationship Id="rId49" Type="http://schemas.openxmlformats.org/officeDocument/2006/relationships/image" Target="../media/image106.png"/><Relationship Id="rId57" Type="http://schemas.openxmlformats.org/officeDocument/2006/relationships/image" Target="../media/image110.png"/><Relationship Id="rId10" Type="http://schemas.openxmlformats.org/officeDocument/2006/relationships/customXml" Target="../ink/ink87.xml"/><Relationship Id="rId31" Type="http://schemas.openxmlformats.org/officeDocument/2006/relationships/image" Target="../media/image97.png"/><Relationship Id="rId44" Type="http://schemas.openxmlformats.org/officeDocument/2006/relationships/customXml" Target="../ink/ink104.xml"/><Relationship Id="rId52" Type="http://schemas.openxmlformats.org/officeDocument/2006/relationships/customXml" Target="../ink/ink108.xml"/><Relationship Id="rId60" Type="http://schemas.openxmlformats.org/officeDocument/2006/relationships/customXml" Target="../ink/ink112.xml"/><Relationship Id="rId4" Type="http://schemas.openxmlformats.org/officeDocument/2006/relationships/customXml" Target="../ink/ink84.xml"/><Relationship Id="rId9" Type="http://schemas.openxmlformats.org/officeDocument/2006/relationships/image" Target="../media/image8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7.xml"/><Relationship Id="rId13" Type="http://schemas.openxmlformats.org/officeDocument/2006/relationships/image" Target="../media/image119.png"/><Relationship Id="rId18" Type="http://schemas.openxmlformats.org/officeDocument/2006/relationships/customXml" Target="../ink/ink122.xml"/><Relationship Id="rId3" Type="http://schemas.openxmlformats.org/officeDocument/2006/relationships/image" Target="../media/image114.png"/><Relationship Id="rId21" Type="http://schemas.openxmlformats.org/officeDocument/2006/relationships/image" Target="../media/image123.png"/><Relationship Id="rId7" Type="http://schemas.openxmlformats.org/officeDocument/2006/relationships/image" Target="../media/image116.png"/><Relationship Id="rId12" Type="http://schemas.openxmlformats.org/officeDocument/2006/relationships/customXml" Target="../ink/ink119.xml"/><Relationship Id="rId17" Type="http://schemas.openxmlformats.org/officeDocument/2006/relationships/image" Target="../media/image121.png"/><Relationship Id="rId2" Type="http://schemas.openxmlformats.org/officeDocument/2006/relationships/customXml" Target="../ink/ink114.xml"/><Relationship Id="rId16" Type="http://schemas.openxmlformats.org/officeDocument/2006/relationships/customXml" Target="../ink/ink121.xml"/><Relationship Id="rId20" Type="http://schemas.openxmlformats.org/officeDocument/2006/relationships/customXml" Target="../ink/ink12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6.xml"/><Relationship Id="rId11" Type="http://schemas.openxmlformats.org/officeDocument/2006/relationships/image" Target="../media/image118.png"/><Relationship Id="rId5" Type="http://schemas.openxmlformats.org/officeDocument/2006/relationships/image" Target="../media/image115.png"/><Relationship Id="rId15" Type="http://schemas.openxmlformats.org/officeDocument/2006/relationships/image" Target="../media/image120.png"/><Relationship Id="rId23" Type="http://schemas.openxmlformats.org/officeDocument/2006/relationships/image" Target="../media/image124.png"/><Relationship Id="rId10" Type="http://schemas.openxmlformats.org/officeDocument/2006/relationships/customXml" Target="../ink/ink118.xml"/><Relationship Id="rId19" Type="http://schemas.openxmlformats.org/officeDocument/2006/relationships/image" Target="../media/image122.png"/><Relationship Id="rId4" Type="http://schemas.openxmlformats.org/officeDocument/2006/relationships/customXml" Target="../ink/ink115.xml"/><Relationship Id="rId9" Type="http://schemas.openxmlformats.org/officeDocument/2006/relationships/image" Target="../media/image117.png"/><Relationship Id="rId14" Type="http://schemas.openxmlformats.org/officeDocument/2006/relationships/customXml" Target="../ink/ink120.xml"/><Relationship Id="rId22" Type="http://schemas.openxmlformats.org/officeDocument/2006/relationships/customXml" Target="../ink/ink124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2.png"/><Relationship Id="rId21" Type="http://schemas.openxmlformats.org/officeDocument/2006/relationships/image" Target="../media/image134.png"/><Relationship Id="rId42" Type="http://schemas.openxmlformats.org/officeDocument/2006/relationships/customXml" Target="../ink/ink145.xml"/><Relationship Id="rId63" Type="http://schemas.openxmlformats.org/officeDocument/2006/relationships/image" Target="../media/image155.png"/><Relationship Id="rId84" Type="http://schemas.openxmlformats.org/officeDocument/2006/relationships/customXml" Target="../ink/ink166.xml"/><Relationship Id="rId138" Type="http://schemas.openxmlformats.org/officeDocument/2006/relationships/customXml" Target="../ink/ink193.xml"/><Relationship Id="rId107" Type="http://schemas.openxmlformats.org/officeDocument/2006/relationships/image" Target="../media/image177.png"/><Relationship Id="rId11" Type="http://schemas.openxmlformats.org/officeDocument/2006/relationships/image" Target="../media/image129.png"/><Relationship Id="rId32" Type="http://schemas.openxmlformats.org/officeDocument/2006/relationships/customXml" Target="../ink/ink140.xml"/><Relationship Id="rId37" Type="http://schemas.openxmlformats.org/officeDocument/2006/relationships/image" Target="../media/image142.png"/><Relationship Id="rId53" Type="http://schemas.openxmlformats.org/officeDocument/2006/relationships/image" Target="../media/image150.png"/><Relationship Id="rId58" Type="http://schemas.openxmlformats.org/officeDocument/2006/relationships/customXml" Target="../ink/ink153.xml"/><Relationship Id="rId74" Type="http://schemas.openxmlformats.org/officeDocument/2006/relationships/customXml" Target="../ink/ink161.xml"/><Relationship Id="rId79" Type="http://schemas.openxmlformats.org/officeDocument/2006/relationships/image" Target="../media/image163.png"/><Relationship Id="rId102" Type="http://schemas.openxmlformats.org/officeDocument/2006/relationships/customXml" Target="../ink/ink175.xml"/><Relationship Id="rId123" Type="http://schemas.openxmlformats.org/officeDocument/2006/relationships/image" Target="../media/image185.png"/><Relationship Id="rId128" Type="http://schemas.openxmlformats.org/officeDocument/2006/relationships/customXml" Target="../ink/ink188.xml"/><Relationship Id="rId5" Type="http://schemas.openxmlformats.org/officeDocument/2006/relationships/image" Target="../media/image126.png"/><Relationship Id="rId90" Type="http://schemas.openxmlformats.org/officeDocument/2006/relationships/customXml" Target="../ink/ink169.xml"/><Relationship Id="rId95" Type="http://schemas.openxmlformats.org/officeDocument/2006/relationships/image" Target="../media/image171.png"/><Relationship Id="rId22" Type="http://schemas.openxmlformats.org/officeDocument/2006/relationships/customXml" Target="../ink/ink135.xml"/><Relationship Id="rId27" Type="http://schemas.openxmlformats.org/officeDocument/2006/relationships/image" Target="../media/image137.png"/><Relationship Id="rId43" Type="http://schemas.openxmlformats.org/officeDocument/2006/relationships/image" Target="../media/image145.png"/><Relationship Id="rId48" Type="http://schemas.openxmlformats.org/officeDocument/2006/relationships/customXml" Target="../ink/ink148.xml"/><Relationship Id="rId64" Type="http://schemas.openxmlformats.org/officeDocument/2006/relationships/customXml" Target="../ink/ink156.xml"/><Relationship Id="rId69" Type="http://schemas.openxmlformats.org/officeDocument/2006/relationships/image" Target="../media/image158.png"/><Relationship Id="rId113" Type="http://schemas.openxmlformats.org/officeDocument/2006/relationships/image" Target="../media/image180.png"/><Relationship Id="rId118" Type="http://schemas.openxmlformats.org/officeDocument/2006/relationships/customXml" Target="../ink/ink183.xml"/><Relationship Id="rId134" Type="http://schemas.openxmlformats.org/officeDocument/2006/relationships/customXml" Target="../ink/ink191.xml"/><Relationship Id="rId139" Type="http://schemas.openxmlformats.org/officeDocument/2006/relationships/image" Target="../media/image193.png"/><Relationship Id="rId80" Type="http://schemas.openxmlformats.org/officeDocument/2006/relationships/customXml" Target="../ink/ink164.xml"/><Relationship Id="rId85" Type="http://schemas.openxmlformats.org/officeDocument/2006/relationships/image" Target="../media/image166.png"/><Relationship Id="rId12" Type="http://schemas.openxmlformats.org/officeDocument/2006/relationships/customXml" Target="../ink/ink130.xml"/><Relationship Id="rId17" Type="http://schemas.openxmlformats.org/officeDocument/2006/relationships/image" Target="../media/image132.png"/><Relationship Id="rId33" Type="http://schemas.openxmlformats.org/officeDocument/2006/relationships/image" Target="../media/image140.png"/><Relationship Id="rId38" Type="http://schemas.openxmlformats.org/officeDocument/2006/relationships/customXml" Target="../ink/ink143.xml"/><Relationship Id="rId59" Type="http://schemas.openxmlformats.org/officeDocument/2006/relationships/image" Target="../media/image153.png"/><Relationship Id="rId103" Type="http://schemas.openxmlformats.org/officeDocument/2006/relationships/image" Target="../media/image175.png"/><Relationship Id="rId108" Type="http://schemas.openxmlformats.org/officeDocument/2006/relationships/customXml" Target="../ink/ink178.xml"/><Relationship Id="rId124" Type="http://schemas.openxmlformats.org/officeDocument/2006/relationships/customXml" Target="../ink/ink186.xml"/><Relationship Id="rId129" Type="http://schemas.openxmlformats.org/officeDocument/2006/relationships/image" Target="../media/image188.png"/><Relationship Id="rId54" Type="http://schemas.openxmlformats.org/officeDocument/2006/relationships/customXml" Target="../ink/ink151.xml"/><Relationship Id="rId70" Type="http://schemas.openxmlformats.org/officeDocument/2006/relationships/customXml" Target="../ink/ink159.xml"/><Relationship Id="rId75" Type="http://schemas.openxmlformats.org/officeDocument/2006/relationships/image" Target="../media/image161.png"/><Relationship Id="rId91" Type="http://schemas.openxmlformats.org/officeDocument/2006/relationships/image" Target="../media/image169.png"/><Relationship Id="rId96" Type="http://schemas.openxmlformats.org/officeDocument/2006/relationships/customXml" Target="../ink/ink172.xml"/><Relationship Id="rId140" Type="http://schemas.openxmlformats.org/officeDocument/2006/relationships/customXml" Target="../ink/ink19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7.xml"/><Relationship Id="rId23" Type="http://schemas.openxmlformats.org/officeDocument/2006/relationships/image" Target="../media/image135.png"/><Relationship Id="rId28" Type="http://schemas.openxmlformats.org/officeDocument/2006/relationships/customXml" Target="../ink/ink138.xml"/><Relationship Id="rId49" Type="http://schemas.openxmlformats.org/officeDocument/2006/relationships/image" Target="../media/image148.png"/><Relationship Id="rId114" Type="http://schemas.openxmlformats.org/officeDocument/2006/relationships/customXml" Target="../ink/ink181.xml"/><Relationship Id="rId119" Type="http://schemas.openxmlformats.org/officeDocument/2006/relationships/image" Target="../media/image183.png"/><Relationship Id="rId44" Type="http://schemas.openxmlformats.org/officeDocument/2006/relationships/customXml" Target="../ink/ink146.xml"/><Relationship Id="rId60" Type="http://schemas.openxmlformats.org/officeDocument/2006/relationships/customXml" Target="../ink/ink154.xml"/><Relationship Id="rId65" Type="http://schemas.openxmlformats.org/officeDocument/2006/relationships/image" Target="../media/image156.png"/><Relationship Id="rId81" Type="http://schemas.openxmlformats.org/officeDocument/2006/relationships/image" Target="../media/image164.png"/><Relationship Id="rId86" Type="http://schemas.openxmlformats.org/officeDocument/2006/relationships/customXml" Target="../ink/ink167.xml"/><Relationship Id="rId130" Type="http://schemas.openxmlformats.org/officeDocument/2006/relationships/customXml" Target="../ink/ink189.xml"/><Relationship Id="rId135" Type="http://schemas.openxmlformats.org/officeDocument/2006/relationships/image" Target="../media/image191.png"/><Relationship Id="rId13" Type="http://schemas.openxmlformats.org/officeDocument/2006/relationships/image" Target="../media/image130.png"/><Relationship Id="rId18" Type="http://schemas.openxmlformats.org/officeDocument/2006/relationships/customXml" Target="../ink/ink133.xml"/><Relationship Id="rId39" Type="http://schemas.openxmlformats.org/officeDocument/2006/relationships/image" Target="../media/image143.png"/><Relationship Id="rId109" Type="http://schemas.openxmlformats.org/officeDocument/2006/relationships/image" Target="../media/image178.png"/><Relationship Id="rId34" Type="http://schemas.openxmlformats.org/officeDocument/2006/relationships/customXml" Target="../ink/ink141.xml"/><Relationship Id="rId50" Type="http://schemas.openxmlformats.org/officeDocument/2006/relationships/customXml" Target="../ink/ink149.xml"/><Relationship Id="rId55" Type="http://schemas.openxmlformats.org/officeDocument/2006/relationships/image" Target="../media/image151.png"/><Relationship Id="rId76" Type="http://schemas.openxmlformats.org/officeDocument/2006/relationships/customXml" Target="../ink/ink162.xml"/><Relationship Id="rId97" Type="http://schemas.openxmlformats.org/officeDocument/2006/relationships/image" Target="../media/image172.png"/><Relationship Id="rId104" Type="http://schemas.openxmlformats.org/officeDocument/2006/relationships/customXml" Target="../ink/ink176.xml"/><Relationship Id="rId120" Type="http://schemas.openxmlformats.org/officeDocument/2006/relationships/customXml" Target="../ink/ink184.xml"/><Relationship Id="rId125" Type="http://schemas.openxmlformats.org/officeDocument/2006/relationships/image" Target="../media/image186.png"/><Relationship Id="rId141" Type="http://schemas.openxmlformats.org/officeDocument/2006/relationships/image" Target="../media/image194.png"/><Relationship Id="rId7" Type="http://schemas.openxmlformats.org/officeDocument/2006/relationships/image" Target="../media/image127.png"/><Relationship Id="rId71" Type="http://schemas.openxmlformats.org/officeDocument/2006/relationships/image" Target="../media/image159.png"/><Relationship Id="rId92" Type="http://schemas.openxmlformats.org/officeDocument/2006/relationships/customXml" Target="../ink/ink170.xml"/><Relationship Id="rId2" Type="http://schemas.openxmlformats.org/officeDocument/2006/relationships/customXml" Target="../ink/ink125.xml"/><Relationship Id="rId29" Type="http://schemas.openxmlformats.org/officeDocument/2006/relationships/image" Target="../media/image138.png"/><Relationship Id="rId24" Type="http://schemas.openxmlformats.org/officeDocument/2006/relationships/customXml" Target="../ink/ink136.xml"/><Relationship Id="rId40" Type="http://schemas.openxmlformats.org/officeDocument/2006/relationships/customXml" Target="../ink/ink144.xml"/><Relationship Id="rId45" Type="http://schemas.openxmlformats.org/officeDocument/2006/relationships/image" Target="../media/image146.png"/><Relationship Id="rId66" Type="http://schemas.openxmlformats.org/officeDocument/2006/relationships/customXml" Target="../ink/ink157.xml"/><Relationship Id="rId87" Type="http://schemas.openxmlformats.org/officeDocument/2006/relationships/image" Target="../media/image167.png"/><Relationship Id="rId110" Type="http://schemas.openxmlformats.org/officeDocument/2006/relationships/customXml" Target="../ink/ink179.xml"/><Relationship Id="rId115" Type="http://schemas.openxmlformats.org/officeDocument/2006/relationships/image" Target="../media/image181.png"/><Relationship Id="rId131" Type="http://schemas.openxmlformats.org/officeDocument/2006/relationships/image" Target="../media/image189.png"/><Relationship Id="rId136" Type="http://schemas.openxmlformats.org/officeDocument/2006/relationships/customXml" Target="../ink/ink192.xml"/><Relationship Id="rId61" Type="http://schemas.openxmlformats.org/officeDocument/2006/relationships/image" Target="../media/image154.png"/><Relationship Id="rId82" Type="http://schemas.openxmlformats.org/officeDocument/2006/relationships/customXml" Target="../ink/ink165.xml"/><Relationship Id="rId19" Type="http://schemas.openxmlformats.org/officeDocument/2006/relationships/image" Target="../media/image133.png"/><Relationship Id="rId14" Type="http://schemas.openxmlformats.org/officeDocument/2006/relationships/customXml" Target="../ink/ink131.xml"/><Relationship Id="rId30" Type="http://schemas.openxmlformats.org/officeDocument/2006/relationships/customXml" Target="../ink/ink139.xml"/><Relationship Id="rId35" Type="http://schemas.openxmlformats.org/officeDocument/2006/relationships/image" Target="../media/image141.png"/><Relationship Id="rId56" Type="http://schemas.openxmlformats.org/officeDocument/2006/relationships/customXml" Target="../ink/ink152.xml"/><Relationship Id="rId77" Type="http://schemas.openxmlformats.org/officeDocument/2006/relationships/image" Target="../media/image162.png"/><Relationship Id="rId100" Type="http://schemas.openxmlformats.org/officeDocument/2006/relationships/customXml" Target="../ink/ink174.xml"/><Relationship Id="rId105" Type="http://schemas.openxmlformats.org/officeDocument/2006/relationships/image" Target="../media/image176.png"/><Relationship Id="rId126" Type="http://schemas.openxmlformats.org/officeDocument/2006/relationships/customXml" Target="../ink/ink187.xml"/><Relationship Id="rId8" Type="http://schemas.openxmlformats.org/officeDocument/2006/relationships/customXml" Target="../ink/ink128.xml"/><Relationship Id="rId51" Type="http://schemas.openxmlformats.org/officeDocument/2006/relationships/image" Target="../media/image149.png"/><Relationship Id="rId72" Type="http://schemas.openxmlformats.org/officeDocument/2006/relationships/customXml" Target="../ink/ink160.xml"/><Relationship Id="rId93" Type="http://schemas.openxmlformats.org/officeDocument/2006/relationships/image" Target="../media/image170.png"/><Relationship Id="rId98" Type="http://schemas.openxmlformats.org/officeDocument/2006/relationships/customXml" Target="../ink/ink173.xml"/><Relationship Id="rId121" Type="http://schemas.openxmlformats.org/officeDocument/2006/relationships/image" Target="../media/image184.png"/><Relationship Id="rId3" Type="http://schemas.openxmlformats.org/officeDocument/2006/relationships/image" Target="../media/image125.png"/><Relationship Id="rId25" Type="http://schemas.openxmlformats.org/officeDocument/2006/relationships/image" Target="../media/image136.png"/><Relationship Id="rId46" Type="http://schemas.openxmlformats.org/officeDocument/2006/relationships/customXml" Target="../ink/ink147.xml"/><Relationship Id="rId67" Type="http://schemas.openxmlformats.org/officeDocument/2006/relationships/image" Target="../media/image157.png"/><Relationship Id="rId116" Type="http://schemas.openxmlformats.org/officeDocument/2006/relationships/customXml" Target="../ink/ink182.xml"/><Relationship Id="rId137" Type="http://schemas.openxmlformats.org/officeDocument/2006/relationships/image" Target="../media/image192.png"/><Relationship Id="rId20" Type="http://schemas.openxmlformats.org/officeDocument/2006/relationships/customXml" Target="../ink/ink134.xml"/><Relationship Id="rId41" Type="http://schemas.openxmlformats.org/officeDocument/2006/relationships/image" Target="../media/image144.png"/><Relationship Id="rId62" Type="http://schemas.openxmlformats.org/officeDocument/2006/relationships/customXml" Target="../ink/ink155.xml"/><Relationship Id="rId83" Type="http://schemas.openxmlformats.org/officeDocument/2006/relationships/image" Target="../media/image165.png"/><Relationship Id="rId88" Type="http://schemas.openxmlformats.org/officeDocument/2006/relationships/customXml" Target="../ink/ink168.xml"/><Relationship Id="rId111" Type="http://schemas.openxmlformats.org/officeDocument/2006/relationships/image" Target="../media/image179.png"/><Relationship Id="rId132" Type="http://schemas.openxmlformats.org/officeDocument/2006/relationships/customXml" Target="../ink/ink190.xml"/><Relationship Id="rId15" Type="http://schemas.openxmlformats.org/officeDocument/2006/relationships/image" Target="../media/image131.png"/><Relationship Id="rId36" Type="http://schemas.openxmlformats.org/officeDocument/2006/relationships/customXml" Target="../ink/ink142.xml"/><Relationship Id="rId57" Type="http://schemas.openxmlformats.org/officeDocument/2006/relationships/image" Target="../media/image152.png"/><Relationship Id="rId106" Type="http://schemas.openxmlformats.org/officeDocument/2006/relationships/customXml" Target="../ink/ink177.xml"/><Relationship Id="rId127" Type="http://schemas.openxmlformats.org/officeDocument/2006/relationships/image" Target="../media/image187.png"/><Relationship Id="rId10" Type="http://schemas.openxmlformats.org/officeDocument/2006/relationships/customXml" Target="../ink/ink129.xml"/><Relationship Id="rId31" Type="http://schemas.openxmlformats.org/officeDocument/2006/relationships/image" Target="../media/image139.png"/><Relationship Id="rId52" Type="http://schemas.openxmlformats.org/officeDocument/2006/relationships/customXml" Target="../ink/ink150.xml"/><Relationship Id="rId73" Type="http://schemas.openxmlformats.org/officeDocument/2006/relationships/image" Target="../media/image160.png"/><Relationship Id="rId78" Type="http://schemas.openxmlformats.org/officeDocument/2006/relationships/customXml" Target="../ink/ink163.xml"/><Relationship Id="rId94" Type="http://schemas.openxmlformats.org/officeDocument/2006/relationships/customXml" Target="../ink/ink171.xml"/><Relationship Id="rId99" Type="http://schemas.openxmlformats.org/officeDocument/2006/relationships/image" Target="../media/image173.png"/><Relationship Id="rId101" Type="http://schemas.openxmlformats.org/officeDocument/2006/relationships/image" Target="../media/image174.png"/><Relationship Id="rId122" Type="http://schemas.openxmlformats.org/officeDocument/2006/relationships/customXml" Target="../ink/ink185.xml"/><Relationship Id="rId4" Type="http://schemas.openxmlformats.org/officeDocument/2006/relationships/customXml" Target="../ink/ink126.xml"/><Relationship Id="rId9" Type="http://schemas.openxmlformats.org/officeDocument/2006/relationships/image" Target="../media/image128.png"/><Relationship Id="rId26" Type="http://schemas.openxmlformats.org/officeDocument/2006/relationships/customXml" Target="../ink/ink137.xml"/><Relationship Id="rId47" Type="http://schemas.openxmlformats.org/officeDocument/2006/relationships/image" Target="../media/image147.png"/><Relationship Id="rId68" Type="http://schemas.openxmlformats.org/officeDocument/2006/relationships/customXml" Target="../ink/ink158.xml"/><Relationship Id="rId89" Type="http://schemas.openxmlformats.org/officeDocument/2006/relationships/image" Target="../media/image168.png"/><Relationship Id="rId112" Type="http://schemas.openxmlformats.org/officeDocument/2006/relationships/customXml" Target="../ink/ink180.xml"/><Relationship Id="rId133" Type="http://schemas.openxmlformats.org/officeDocument/2006/relationships/image" Target="../media/image190.png"/><Relationship Id="rId16" Type="http://schemas.openxmlformats.org/officeDocument/2006/relationships/customXml" Target="../ink/ink13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0.png"/><Relationship Id="rId18" Type="http://schemas.openxmlformats.org/officeDocument/2006/relationships/customXml" Target="../ink/ink203.xml"/><Relationship Id="rId26" Type="http://schemas.openxmlformats.org/officeDocument/2006/relationships/customXml" Target="../ink/ink207.xml"/><Relationship Id="rId21" Type="http://schemas.openxmlformats.org/officeDocument/2006/relationships/image" Target="../media/image204.png"/><Relationship Id="rId34" Type="http://schemas.openxmlformats.org/officeDocument/2006/relationships/customXml" Target="../ink/ink211.xml"/><Relationship Id="rId7" Type="http://schemas.openxmlformats.org/officeDocument/2006/relationships/image" Target="../media/image197.png"/><Relationship Id="rId12" Type="http://schemas.openxmlformats.org/officeDocument/2006/relationships/customXml" Target="../ink/ink200.xml"/><Relationship Id="rId17" Type="http://schemas.openxmlformats.org/officeDocument/2006/relationships/image" Target="../media/image202.png"/><Relationship Id="rId25" Type="http://schemas.openxmlformats.org/officeDocument/2006/relationships/image" Target="../media/image206.png"/><Relationship Id="rId33" Type="http://schemas.openxmlformats.org/officeDocument/2006/relationships/image" Target="../media/image210.png"/><Relationship Id="rId2" Type="http://schemas.openxmlformats.org/officeDocument/2006/relationships/customXml" Target="../ink/ink195.xml"/><Relationship Id="rId16" Type="http://schemas.openxmlformats.org/officeDocument/2006/relationships/customXml" Target="../ink/ink202.xml"/><Relationship Id="rId20" Type="http://schemas.openxmlformats.org/officeDocument/2006/relationships/customXml" Target="../ink/ink204.xml"/><Relationship Id="rId29" Type="http://schemas.openxmlformats.org/officeDocument/2006/relationships/image" Target="../media/image20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7.xml"/><Relationship Id="rId11" Type="http://schemas.openxmlformats.org/officeDocument/2006/relationships/image" Target="../media/image199.png"/><Relationship Id="rId24" Type="http://schemas.openxmlformats.org/officeDocument/2006/relationships/customXml" Target="../ink/ink206.xml"/><Relationship Id="rId32" Type="http://schemas.openxmlformats.org/officeDocument/2006/relationships/customXml" Target="../ink/ink210.xml"/><Relationship Id="rId37" Type="http://schemas.openxmlformats.org/officeDocument/2006/relationships/image" Target="../media/image212.png"/><Relationship Id="rId5" Type="http://schemas.openxmlformats.org/officeDocument/2006/relationships/image" Target="../media/image196.png"/><Relationship Id="rId15" Type="http://schemas.openxmlformats.org/officeDocument/2006/relationships/image" Target="../media/image201.png"/><Relationship Id="rId23" Type="http://schemas.openxmlformats.org/officeDocument/2006/relationships/image" Target="../media/image205.png"/><Relationship Id="rId28" Type="http://schemas.openxmlformats.org/officeDocument/2006/relationships/customXml" Target="../ink/ink208.xml"/><Relationship Id="rId36" Type="http://schemas.openxmlformats.org/officeDocument/2006/relationships/customXml" Target="../ink/ink212.xml"/><Relationship Id="rId10" Type="http://schemas.openxmlformats.org/officeDocument/2006/relationships/customXml" Target="../ink/ink199.xml"/><Relationship Id="rId19" Type="http://schemas.openxmlformats.org/officeDocument/2006/relationships/image" Target="../media/image203.png"/><Relationship Id="rId31" Type="http://schemas.openxmlformats.org/officeDocument/2006/relationships/image" Target="../media/image209.png"/><Relationship Id="rId4" Type="http://schemas.openxmlformats.org/officeDocument/2006/relationships/customXml" Target="../ink/ink196.xml"/><Relationship Id="rId9" Type="http://schemas.openxmlformats.org/officeDocument/2006/relationships/image" Target="../media/image198.png"/><Relationship Id="rId14" Type="http://schemas.openxmlformats.org/officeDocument/2006/relationships/customXml" Target="../ink/ink201.xml"/><Relationship Id="rId22" Type="http://schemas.openxmlformats.org/officeDocument/2006/relationships/customXml" Target="../ink/ink205.xml"/><Relationship Id="rId27" Type="http://schemas.openxmlformats.org/officeDocument/2006/relationships/image" Target="../media/image207.png"/><Relationship Id="rId30" Type="http://schemas.openxmlformats.org/officeDocument/2006/relationships/customXml" Target="../ink/ink209.xml"/><Relationship Id="rId35" Type="http://schemas.openxmlformats.org/officeDocument/2006/relationships/image" Target="../media/image211.png"/><Relationship Id="rId8" Type="http://schemas.openxmlformats.org/officeDocument/2006/relationships/customXml" Target="../ink/ink198.xml"/><Relationship Id="rId3" Type="http://schemas.openxmlformats.org/officeDocument/2006/relationships/image" Target="../media/image195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5.xml"/><Relationship Id="rId21" Type="http://schemas.openxmlformats.org/officeDocument/2006/relationships/image" Target="../media/image222.png"/><Relationship Id="rId42" Type="http://schemas.openxmlformats.org/officeDocument/2006/relationships/customXml" Target="../ink/ink233.xml"/><Relationship Id="rId47" Type="http://schemas.openxmlformats.org/officeDocument/2006/relationships/image" Target="../media/image235.png"/><Relationship Id="rId63" Type="http://schemas.openxmlformats.org/officeDocument/2006/relationships/image" Target="../media/image243.png"/><Relationship Id="rId68" Type="http://schemas.openxmlformats.org/officeDocument/2006/relationships/customXml" Target="../ink/ink246.xml"/><Relationship Id="rId7" Type="http://schemas.openxmlformats.org/officeDocument/2006/relationships/image" Target="../media/image215.png"/><Relationship Id="rId2" Type="http://schemas.openxmlformats.org/officeDocument/2006/relationships/customXml" Target="../ink/ink213.xml"/><Relationship Id="rId16" Type="http://schemas.openxmlformats.org/officeDocument/2006/relationships/customXml" Target="../ink/ink220.xml"/><Relationship Id="rId29" Type="http://schemas.openxmlformats.org/officeDocument/2006/relationships/image" Target="../media/image226.png"/><Relationship Id="rId11" Type="http://schemas.openxmlformats.org/officeDocument/2006/relationships/image" Target="../media/image217.png"/><Relationship Id="rId24" Type="http://schemas.openxmlformats.org/officeDocument/2006/relationships/customXml" Target="../ink/ink224.xml"/><Relationship Id="rId32" Type="http://schemas.openxmlformats.org/officeDocument/2006/relationships/customXml" Target="../ink/ink228.xml"/><Relationship Id="rId37" Type="http://schemas.openxmlformats.org/officeDocument/2006/relationships/image" Target="../media/image230.png"/><Relationship Id="rId40" Type="http://schemas.openxmlformats.org/officeDocument/2006/relationships/customXml" Target="../ink/ink232.xml"/><Relationship Id="rId45" Type="http://schemas.openxmlformats.org/officeDocument/2006/relationships/image" Target="../media/image234.png"/><Relationship Id="rId53" Type="http://schemas.openxmlformats.org/officeDocument/2006/relationships/image" Target="../media/image238.png"/><Relationship Id="rId58" Type="http://schemas.openxmlformats.org/officeDocument/2006/relationships/customXml" Target="../ink/ink241.xml"/><Relationship Id="rId66" Type="http://schemas.openxmlformats.org/officeDocument/2006/relationships/customXml" Target="../ink/ink245.xml"/><Relationship Id="rId5" Type="http://schemas.openxmlformats.org/officeDocument/2006/relationships/image" Target="../media/image214.png"/><Relationship Id="rId61" Type="http://schemas.openxmlformats.org/officeDocument/2006/relationships/image" Target="../media/image242.png"/><Relationship Id="rId19" Type="http://schemas.openxmlformats.org/officeDocument/2006/relationships/image" Target="../media/image221.png"/><Relationship Id="rId14" Type="http://schemas.openxmlformats.org/officeDocument/2006/relationships/customXml" Target="../ink/ink219.xml"/><Relationship Id="rId22" Type="http://schemas.openxmlformats.org/officeDocument/2006/relationships/customXml" Target="../ink/ink223.xml"/><Relationship Id="rId27" Type="http://schemas.openxmlformats.org/officeDocument/2006/relationships/image" Target="../media/image225.png"/><Relationship Id="rId30" Type="http://schemas.openxmlformats.org/officeDocument/2006/relationships/customXml" Target="../ink/ink227.xml"/><Relationship Id="rId35" Type="http://schemas.openxmlformats.org/officeDocument/2006/relationships/image" Target="../media/image229.png"/><Relationship Id="rId43" Type="http://schemas.openxmlformats.org/officeDocument/2006/relationships/image" Target="../media/image233.png"/><Relationship Id="rId48" Type="http://schemas.openxmlformats.org/officeDocument/2006/relationships/customXml" Target="../ink/ink236.xml"/><Relationship Id="rId56" Type="http://schemas.openxmlformats.org/officeDocument/2006/relationships/customXml" Target="../ink/ink240.xml"/><Relationship Id="rId64" Type="http://schemas.openxmlformats.org/officeDocument/2006/relationships/customXml" Target="../ink/ink244.xml"/><Relationship Id="rId69" Type="http://schemas.openxmlformats.org/officeDocument/2006/relationships/image" Target="../media/image246.png"/><Relationship Id="rId8" Type="http://schemas.openxmlformats.org/officeDocument/2006/relationships/customXml" Target="../ink/ink216.xml"/><Relationship Id="rId51" Type="http://schemas.openxmlformats.org/officeDocument/2006/relationships/image" Target="../media/image237.png"/><Relationship Id="rId3" Type="http://schemas.openxmlformats.org/officeDocument/2006/relationships/image" Target="../media/image213.png"/><Relationship Id="rId12" Type="http://schemas.openxmlformats.org/officeDocument/2006/relationships/customXml" Target="../ink/ink218.xml"/><Relationship Id="rId17" Type="http://schemas.openxmlformats.org/officeDocument/2006/relationships/image" Target="../media/image220.png"/><Relationship Id="rId25" Type="http://schemas.openxmlformats.org/officeDocument/2006/relationships/image" Target="../media/image224.png"/><Relationship Id="rId33" Type="http://schemas.openxmlformats.org/officeDocument/2006/relationships/image" Target="../media/image228.png"/><Relationship Id="rId38" Type="http://schemas.openxmlformats.org/officeDocument/2006/relationships/customXml" Target="../ink/ink231.xml"/><Relationship Id="rId46" Type="http://schemas.openxmlformats.org/officeDocument/2006/relationships/customXml" Target="../ink/ink235.xml"/><Relationship Id="rId59" Type="http://schemas.openxmlformats.org/officeDocument/2006/relationships/image" Target="../media/image241.png"/><Relationship Id="rId67" Type="http://schemas.openxmlformats.org/officeDocument/2006/relationships/image" Target="../media/image245.png"/><Relationship Id="rId20" Type="http://schemas.openxmlformats.org/officeDocument/2006/relationships/customXml" Target="../ink/ink222.xml"/><Relationship Id="rId41" Type="http://schemas.openxmlformats.org/officeDocument/2006/relationships/image" Target="../media/image232.png"/><Relationship Id="rId54" Type="http://schemas.openxmlformats.org/officeDocument/2006/relationships/customXml" Target="../ink/ink239.xml"/><Relationship Id="rId62" Type="http://schemas.openxmlformats.org/officeDocument/2006/relationships/customXml" Target="../ink/ink24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5.xml"/><Relationship Id="rId15" Type="http://schemas.openxmlformats.org/officeDocument/2006/relationships/image" Target="../media/image219.png"/><Relationship Id="rId23" Type="http://schemas.openxmlformats.org/officeDocument/2006/relationships/image" Target="../media/image223.png"/><Relationship Id="rId28" Type="http://schemas.openxmlformats.org/officeDocument/2006/relationships/customXml" Target="../ink/ink226.xml"/><Relationship Id="rId36" Type="http://schemas.openxmlformats.org/officeDocument/2006/relationships/customXml" Target="../ink/ink230.xml"/><Relationship Id="rId49" Type="http://schemas.openxmlformats.org/officeDocument/2006/relationships/image" Target="../media/image236.png"/><Relationship Id="rId57" Type="http://schemas.openxmlformats.org/officeDocument/2006/relationships/image" Target="../media/image240.png"/><Relationship Id="rId10" Type="http://schemas.openxmlformats.org/officeDocument/2006/relationships/customXml" Target="../ink/ink217.xml"/><Relationship Id="rId31" Type="http://schemas.openxmlformats.org/officeDocument/2006/relationships/image" Target="../media/image227.png"/><Relationship Id="rId44" Type="http://schemas.openxmlformats.org/officeDocument/2006/relationships/customXml" Target="../ink/ink234.xml"/><Relationship Id="rId52" Type="http://schemas.openxmlformats.org/officeDocument/2006/relationships/customXml" Target="../ink/ink238.xml"/><Relationship Id="rId60" Type="http://schemas.openxmlformats.org/officeDocument/2006/relationships/customXml" Target="../ink/ink242.xml"/><Relationship Id="rId65" Type="http://schemas.openxmlformats.org/officeDocument/2006/relationships/image" Target="../media/image244.png"/><Relationship Id="rId4" Type="http://schemas.openxmlformats.org/officeDocument/2006/relationships/customXml" Target="../ink/ink214.xml"/><Relationship Id="rId9" Type="http://schemas.openxmlformats.org/officeDocument/2006/relationships/image" Target="../media/image216.png"/><Relationship Id="rId13" Type="http://schemas.openxmlformats.org/officeDocument/2006/relationships/image" Target="../media/image218.png"/><Relationship Id="rId18" Type="http://schemas.openxmlformats.org/officeDocument/2006/relationships/customXml" Target="../ink/ink221.xml"/><Relationship Id="rId39" Type="http://schemas.openxmlformats.org/officeDocument/2006/relationships/image" Target="../media/image231.png"/><Relationship Id="rId34" Type="http://schemas.openxmlformats.org/officeDocument/2006/relationships/customXml" Target="../ink/ink229.xml"/><Relationship Id="rId50" Type="http://schemas.openxmlformats.org/officeDocument/2006/relationships/customXml" Target="../ink/ink237.xml"/><Relationship Id="rId55" Type="http://schemas.openxmlformats.org/officeDocument/2006/relationships/image" Target="../media/image23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6DCE53D-9503-1D56-75F0-E8D66358E4B9}"/>
                  </a:ext>
                </a:extLst>
              </p14:cNvPr>
              <p14:cNvContentPartPr/>
              <p14:nvPr/>
            </p14:nvContentPartPr>
            <p14:xfrm>
              <a:off x="1077235" y="1292060"/>
              <a:ext cx="698760" cy="582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6DCE53D-9503-1D56-75F0-E8D66358E4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2915" y="1287740"/>
                <a:ext cx="707400" cy="59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7B19E626-9B3B-45B9-EF5B-3F5EF84E402D}"/>
              </a:ext>
            </a:extLst>
          </p:cNvPr>
          <p:cNvGrpSpPr/>
          <p:nvPr/>
        </p:nvGrpSpPr>
        <p:grpSpPr>
          <a:xfrm>
            <a:off x="931435" y="-82420"/>
            <a:ext cx="8975160" cy="4618800"/>
            <a:chOff x="931435" y="-82420"/>
            <a:chExt cx="8975160" cy="461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AD67650-B691-B997-07F7-907A06784BCD}"/>
                    </a:ext>
                  </a:extLst>
                </p14:cNvPr>
                <p14:cNvContentPartPr/>
                <p14:nvPr/>
              </p14:nvContentPartPr>
              <p14:xfrm>
                <a:off x="1373875" y="735140"/>
                <a:ext cx="556560" cy="425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AD67650-B691-B997-07F7-907A06784BC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67755" y="729020"/>
                  <a:ext cx="5688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E6A2206-9664-517F-1063-90160CC94547}"/>
                    </a:ext>
                  </a:extLst>
                </p14:cNvPr>
                <p14:cNvContentPartPr/>
                <p14:nvPr/>
              </p14:nvContentPartPr>
              <p14:xfrm>
                <a:off x="2665555" y="899300"/>
                <a:ext cx="31680" cy="89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E6A2206-9664-517F-1063-90160CC9454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59435" y="893180"/>
                  <a:ext cx="439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8A89152-0209-5DBF-DDF9-E18C0A906131}"/>
                    </a:ext>
                  </a:extLst>
                </p14:cNvPr>
                <p14:cNvContentPartPr/>
                <p14:nvPr/>
              </p14:nvContentPartPr>
              <p14:xfrm>
                <a:off x="2791555" y="866180"/>
                <a:ext cx="811800" cy="101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8A89152-0209-5DBF-DDF9-E18C0A90613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85435" y="860060"/>
                  <a:ext cx="8240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CB9153C-BF1F-2881-309B-0974F68C66B3}"/>
                    </a:ext>
                  </a:extLst>
                </p14:cNvPr>
                <p14:cNvContentPartPr/>
                <p14:nvPr/>
              </p14:nvContentPartPr>
              <p14:xfrm>
                <a:off x="3287635" y="590780"/>
                <a:ext cx="115200" cy="545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CB9153C-BF1F-2881-309B-0974F68C66B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81515" y="584660"/>
                  <a:ext cx="12744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5A2C887-B8A3-0B88-1FA9-2F9892C790D9}"/>
                    </a:ext>
                  </a:extLst>
                </p14:cNvPr>
                <p14:cNvContentPartPr/>
                <p14:nvPr/>
              </p14:nvContentPartPr>
              <p14:xfrm>
                <a:off x="4622515" y="576740"/>
                <a:ext cx="688680" cy="610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5A2C887-B8A3-0B88-1FA9-2F9892C790D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16395" y="570620"/>
                  <a:ext cx="700920" cy="62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397A88D-D5DC-FA3F-1828-1F7745601425}"/>
                    </a:ext>
                  </a:extLst>
                </p14:cNvPr>
                <p14:cNvContentPartPr/>
                <p14:nvPr/>
              </p14:nvContentPartPr>
              <p14:xfrm>
                <a:off x="6911035" y="846020"/>
                <a:ext cx="776880" cy="152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397A88D-D5DC-FA3F-1828-1F774560142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04915" y="839900"/>
                  <a:ext cx="7891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907D0BA-508F-E556-879E-673EFD133897}"/>
                    </a:ext>
                  </a:extLst>
                </p14:cNvPr>
                <p14:cNvContentPartPr/>
                <p14:nvPr/>
              </p14:nvContentPartPr>
              <p14:xfrm>
                <a:off x="7409275" y="749540"/>
                <a:ext cx="124920" cy="457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907D0BA-508F-E556-879E-673EFD13389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403155" y="743420"/>
                  <a:ext cx="13716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1D09CAE-1AC4-6456-8FCC-29C3E9D7AE13}"/>
                    </a:ext>
                  </a:extLst>
                </p14:cNvPr>
                <p14:cNvContentPartPr/>
                <p14:nvPr/>
              </p14:nvContentPartPr>
              <p14:xfrm>
                <a:off x="8536795" y="368660"/>
                <a:ext cx="295560" cy="753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1D09CAE-1AC4-6456-8FCC-29C3E9D7AE1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530675" y="362540"/>
                  <a:ext cx="307800" cy="76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3398488-F93A-7E6E-AB06-11586FC3FFDC}"/>
                    </a:ext>
                  </a:extLst>
                </p14:cNvPr>
                <p14:cNvContentPartPr/>
                <p14:nvPr/>
              </p14:nvContentPartPr>
              <p14:xfrm>
                <a:off x="9522835" y="721100"/>
                <a:ext cx="224640" cy="61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3398488-F93A-7E6E-AB06-11586FC3FFD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16715" y="714980"/>
                  <a:ext cx="2368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6FDD3FB-D95A-0EB1-AC5B-723EEAB61C99}"/>
                    </a:ext>
                  </a:extLst>
                </p14:cNvPr>
                <p14:cNvContentPartPr/>
                <p14:nvPr/>
              </p14:nvContentPartPr>
              <p14:xfrm>
                <a:off x="9713275" y="913340"/>
                <a:ext cx="193320" cy="77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6FDD3FB-D95A-0EB1-AC5B-723EEAB61C9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707155" y="907220"/>
                  <a:ext cx="2055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5C5AD5B-32D2-06FA-0926-9B7921F5F089}"/>
                    </a:ext>
                  </a:extLst>
                </p14:cNvPr>
                <p14:cNvContentPartPr/>
                <p14:nvPr/>
              </p14:nvContentPartPr>
              <p14:xfrm>
                <a:off x="4107355" y="2775980"/>
                <a:ext cx="456480" cy="786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5C5AD5B-32D2-06FA-0926-9B7921F5F08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01235" y="2769860"/>
                  <a:ext cx="468720" cy="79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4BC48F0-6A6E-C2C9-D0EC-822AE31F01BD}"/>
                    </a:ext>
                  </a:extLst>
                </p14:cNvPr>
                <p14:cNvContentPartPr/>
                <p14:nvPr/>
              </p14:nvContentPartPr>
              <p14:xfrm>
                <a:off x="5248195" y="3547100"/>
                <a:ext cx="331920" cy="141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4BC48F0-6A6E-C2C9-D0EC-822AE31F01B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42075" y="3540980"/>
                  <a:ext cx="3441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968A1F0-98EF-D373-9C04-FFB8C51ABEED}"/>
                    </a:ext>
                  </a:extLst>
                </p14:cNvPr>
                <p14:cNvContentPartPr/>
                <p14:nvPr/>
              </p14:nvContentPartPr>
              <p14:xfrm>
                <a:off x="1867075" y="3063980"/>
                <a:ext cx="622080" cy="659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968A1F0-98EF-D373-9C04-FFB8C51ABEE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60955" y="3057860"/>
                  <a:ext cx="634320" cy="67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331769C-D87F-48A4-2C51-0709467FE7E0}"/>
                    </a:ext>
                  </a:extLst>
                </p14:cNvPr>
                <p14:cNvContentPartPr/>
                <p14:nvPr/>
              </p14:nvContentPartPr>
              <p14:xfrm>
                <a:off x="2745115" y="3805220"/>
                <a:ext cx="195840" cy="55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331769C-D87F-48A4-2C51-0709467FE7E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38995" y="3799100"/>
                  <a:ext cx="2080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0C8967E-FD4E-3A05-53B7-EC27B3858A4E}"/>
                    </a:ext>
                  </a:extLst>
                </p14:cNvPr>
                <p14:cNvContentPartPr/>
                <p14:nvPr/>
              </p14:nvContentPartPr>
              <p14:xfrm>
                <a:off x="1267675" y="2373500"/>
                <a:ext cx="804960" cy="2162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0C8967E-FD4E-3A05-53B7-EC27B3858A4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61555" y="2367380"/>
                  <a:ext cx="817200" cy="21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B62B122-F192-EA26-BDDC-6C24B599C2D9}"/>
                    </a:ext>
                  </a:extLst>
                </p14:cNvPr>
                <p14:cNvContentPartPr/>
                <p14:nvPr/>
              </p14:nvContentPartPr>
              <p14:xfrm>
                <a:off x="6624115" y="2563580"/>
                <a:ext cx="311400" cy="952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B62B122-F192-EA26-BDDC-6C24B599C2D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617995" y="2557460"/>
                  <a:ext cx="323640" cy="9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857A4BF-BDB7-0D00-F242-1F7379B5A449}"/>
                    </a:ext>
                  </a:extLst>
                </p14:cNvPr>
                <p14:cNvContentPartPr/>
                <p14:nvPr/>
              </p14:nvContentPartPr>
              <p14:xfrm>
                <a:off x="7189675" y="2238140"/>
                <a:ext cx="940680" cy="1513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857A4BF-BDB7-0D00-F242-1F7379B5A44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83555" y="2232020"/>
                  <a:ext cx="952920" cy="15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5CD1994-0BE1-F8E2-E698-E37222E4EC94}"/>
                    </a:ext>
                  </a:extLst>
                </p14:cNvPr>
                <p14:cNvContentPartPr/>
                <p14:nvPr/>
              </p14:nvContentPartPr>
              <p14:xfrm>
                <a:off x="8555875" y="2526860"/>
                <a:ext cx="525960" cy="19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5CD1994-0BE1-F8E2-E698-E37222E4EC9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549755" y="2520740"/>
                  <a:ext cx="538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911D438-D9AE-5D01-BDBD-425FF7F15F10}"/>
                    </a:ext>
                  </a:extLst>
                </p14:cNvPr>
                <p14:cNvContentPartPr/>
                <p14:nvPr/>
              </p14:nvContentPartPr>
              <p14:xfrm>
                <a:off x="8766835" y="1785620"/>
                <a:ext cx="565920" cy="1409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911D438-D9AE-5D01-BDBD-425FF7F15F1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60715" y="1779500"/>
                  <a:ext cx="578160" cy="14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0D487B9-E7D2-F3EB-E0E1-870D30E3BF7B}"/>
                    </a:ext>
                  </a:extLst>
                </p14:cNvPr>
                <p14:cNvContentPartPr/>
                <p14:nvPr/>
              </p14:nvContentPartPr>
              <p14:xfrm>
                <a:off x="9366235" y="3082700"/>
                <a:ext cx="117360" cy="157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0D487B9-E7D2-F3EB-E0E1-870D30E3BF7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360115" y="3076580"/>
                  <a:ext cx="1296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EADCAE4-F9EB-817B-9B88-0B6BB60CDBBA}"/>
                    </a:ext>
                  </a:extLst>
                </p14:cNvPr>
                <p14:cNvContentPartPr/>
                <p14:nvPr/>
              </p14:nvContentPartPr>
              <p14:xfrm>
                <a:off x="2099635" y="1512380"/>
                <a:ext cx="4869720" cy="216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EADCAE4-F9EB-817B-9B88-0B6BB60CDBB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093515" y="1506260"/>
                  <a:ext cx="48819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607B972-9C1D-2803-ADB9-010A1299660D}"/>
                    </a:ext>
                  </a:extLst>
                </p14:cNvPr>
                <p14:cNvContentPartPr/>
                <p14:nvPr/>
              </p14:nvContentPartPr>
              <p14:xfrm>
                <a:off x="5688835" y="1453340"/>
                <a:ext cx="2469960" cy="113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607B972-9C1D-2803-ADB9-010A1299660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82715" y="1447220"/>
                  <a:ext cx="24822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568F4F1-0667-17AB-834E-5A79803FDFC1}"/>
                    </a:ext>
                  </a:extLst>
                </p14:cNvPr>
                <p14:cNvContentPartPr/>
                <p14:nvPr/>
              </p14:nvContentPartPr>
              <p14:xfrm>
                <a:off x="7706635" y="1493300"/>
                <a:ext cx="776160" cy="44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568F4F1-0667-17AB-834E-5A79803FDFC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00515" y="1487180"/>
                  <a:ext cx="7884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6D90384-75DD-5784-A104-2E8F5CDA045C}"/>
                    </a:ext>
                  </a:extLst>
                </p14:cNvPr>
                <p14:cNvContentPartPr/>
                <p14:nvPr/>
              </p14:nvContentPartPr>
              <p14:xfrm>
                <a:off x="931435" y="380180"/>
                <a:ext cx="208080" cy="1127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6D90384-75DD-5784-A104-2E8F5CDA045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25315" y="374060"/>
                  <a:ext cx="220320" cy="11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39F3BDB-157B-7608-288A-634AA12CA0F4}"/>
                    </a:ext>
                  </a:extLst>
                </p14:cNvPr>
                <p14:cNvContentPartPr/>
                <p14:nvPr/>
              </p14:nvContentPartPr>
              <p14:xfrm>
                <a:off x="1212595" y="-82420"/>
                <a:ext cx="8217720" cy="630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39F3BDB-157B-7608-288A-634AA12CA0F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206475" y="-88540"/>
                  <a:ext cx="8229960" cy="642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39191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>
            <a:extLst>
              <a:ext uri="{FF2B5EF4-FFF2-40B4-BE49-F238E27FC236}">
                <a16:creationId xmlns:a16="http://schemas.microsoft.com/office/drawing/2014/main" id="{A3556E8A-AE59-FD84-17F5-9ED97ADBF6CE}"/>
              </a:ext>
            </a:extLst>
          </p:cNvPr>
          <p:cNvGrpSpPr/>
          <p:nvPr/>
        </p:nvGrpSpPr>
        <p:grpSpPr>
          <a:xfrm>
            <a:off x="838915" y="381980"/>
            <a:ext cx="10593720" cy="5720400"/>
            <a:chOff x="838915" y="381980"/>
            <a:chExt cx="10593720" cy="57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DF5C975-1733-00A0-471A-F0FE09DB4B48}"/>
                    </a:ext>
                  </a:extLst>
                </p14:cNvPr>
                <p14:cNvContentPartPr/>
                <p14:nvPr/>
              </p14:nvContentPartPr>
              <p14:xfrm>
                <a:off x="10682755" y="754940"/>
                <a:ext cx="18360" cy="49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DF5C975-1733-00A0-471A-F0FE09DB4B4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676635" y="748820"/>
                  <a:ext cx="306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78C2083-9C53-CF94-9FEC-663A84D128BE}"/>
                    </a:ext>
                  </a:extLst>
                </p14:cNvPr>
                <p14:cNvContentPartPr/>
                <p14:nvPr/>
              </p14:nvContentPartPr>
              <p14:xfrm>
                <a:off x="10678075" y="1462340"/>
                <a:ext cx="27000" cy="48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78C2083-9C53-CF94-9FEC-663A84D128B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671955" y="1456220"/>
                  <a:ext cx="39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F637E21-FDA6-1644-C15D-8E5610DF71AF}"/>
                    </a:ext>
                  </a:extLst>
                </p14:cNvPr>
                <p14:cNvContentPartPr/>
                <p14:nvPr/>
              </p14:nvContentPartPr>
              <p14:xfrm>
                <a:off x="1594555" y="2121140"/>
                <a:ext cx="8241840" cy="295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F637E21-FDA6-1644-C15D-8E5610DF71A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88435" y="2115020"/>
                  <a:ext cx="82540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BC7061B-A41C-4AF1-B0A6-3B2C6540F294}"/>
                    </a:ext>
                  </a:extLst>
                </p14:cNvPr>
                <p14:cNvContentPartPr/>
                <p14:nvPr/>
              </p14:nvContentPartPr>
              <p14:xfrm>
                <a:off x="3849595" y="2874260"/>
                <a:ext cx="400680" cy="412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BC7061B-A41C-4AF1-B0A6-3B2C6540F29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43475" y="2868140"/>
                  <a:ext cx="41292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D404B12-3958-05BF-C222-743D87FB51A6}"/>
                    </a:ext>
                  </a:extLst>
                </p14:cNvPr>
                <p14:cNvContentPartPr/>
                <p14:nvPr/>
              </p14:nvContentPartPr>
              <p14:xfrm>
                <a:off x="4275115" y="2697500"/>
                <a:ext cx="592560" cy="447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D404B12-3958-05BF-C222-743D87FB51A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68995" y="2691380"/>
                  <a:ext cx="60480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489DE3E-3D85-CF83-2E81-448A2DCC9BAF}"/>
                    </a:ext>
                  </a:extLst>
                </p14:cNvPr>
                <p14:cNvContentPartPr/>
                <p14:nvPr/>
              </p14:nvContentPartPr>
              <p14:xfrm>
                <a:off x="4774435" y="2874620"/>
                <a:ext cx="515520" cy="197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489DE3E-3D85-CF83-2E81-448A2DCC9BA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768315" y="2868500"/>
                  <a:ext cx="5277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814A502-051B-BD10-465D-6D12E49BBAA1}"/>
                    </a:ext>
                  </a:extLst>
                </p14:cNvPr>
                <p14:cNvContentPartPr/>
                <p14:nvPr/>
              </p14:nvContentPartPr>
              <p14:xfrm>
                <a:off x="5331355" y="2822060"/>
                <a:ext cx="219960" cy="293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814A502-051B-BD10-465D-6D12E49BBAA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25235" y="2815940"/>
                  <a:ext cx="2322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930B5F9-2FA1-D8AF-39E2-1DCA69F09915}"/>
                    </a:ext>
                  </a:extLst>
                </p14:cNvPr>
                <p14:cNvContentPartPr/>
                <p14:nvPr/>
              </p14:nvContentPartPr>
              <p14:xfrm>
                <a:off x="5611075" y="2850860"/>
                <a:ext cx="211680" cy="243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930B5F9-2FA1-D8AF-39E2-1DCA69F0991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04955" y="2844740"/>
                  <a:ext cx="2239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898B22A-7309-E781-1530-94C4BAECDF67}"/>
                    </a:ext>
                  </a:extLst>
                </p14:cNvPr>
                <p14:cNvContentPartPr/>
                <p14:nvPr/>
              </p14:nvContentPartPr>
              <p14:xfrm>
                <a:off x="7500355" y="2694980"/>
                <a:ext cx="369720" cy="436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898B22A-7309-E781-1530-94C4BAECDF6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94235" y="2688860"/>
                  <a:ext cx="38196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279EAB3-600B-4662-231B-8D9C237555F5}"/>
                    </a:ext>
                  </a:extLst>
                </p14:cNvPr>
                <p14:cNvContentPartPr/>
                <p14:nvPr/>
              </p14:nvContentPartPr>
              <p14:xfrm>
                <a:off x="8275435" y="2586980"/>
                <a:ext cx="46800" cy="398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279EAB3-600B-4662-231B-8D9C237555F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269315" y="2580860"/>
                  <a:ext cx="5904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0AA19FA-1DE1-5793-4EC0-FE92327520EF}"/>
                    </a:ext>
                  </a:extLst>
                </p14:cNvPr>
                <p14:cNvContentPartPr/>
                <p14:nvPr/>
              </p14:nvContentPartPr>
              <p14:xfrm>
                <a:off x="8091475" y="2827460"/>
                <a:ext cx="347760" cy="107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0AA19FA-1DE1-5793-4EC0-FE92327520E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085355" y="2821340"/>
                  <a:ext cx="3600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3EF4120-3BD3-B683-9936-1E11CBE859B6}"/>
                    </a:ext>
                  </a:extLst>
                </p14:cNvPr>
                <p14:cNvContentPartPr/>
                <p14:nvPr/>
              </p14:nvContentPartPr>
              <p14:xfrm>
                <a:off x="8690875" y="2624060"/>
                <a:ext cx="251280" cy="383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3EF4120-3BD3-B683-9936-1E11CBE859B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84755" y="2617940"/>
                  <a:ext cx="2635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F704910-6341-CD43-9B3F-8958A611CC6A}"/>
                    </a:ext>
                  </a:extLst>
                </p14:cNvPr>
                <p14:cNvContentPartPr/>
                <p14:nvPr/>
              </p14:nvContentPartPr>
              <p14:xfrm>
                <a:off x="9221875" y="2546660"/>
                <a:ext cx="80640" cy="354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F704910-6341-CD43-9B3F-8958A611CC6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215755" y="2540540"/>
                  <a:ext cx="928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943BE2F-F395-F6D8-95DE-5442FD11B760}"/>
                    </a:ext>
                  </a:extLst>
                </p14:cNvPr>
                <p14:cNvContentPartPr/>
                <p14:nvPr/>
              </p14:nvContentPartPr>
              <p14:xfrm>
                <a:off x="9023515" y="2742860"/>
                <a:ext cx="358560" cy="55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943BE2F-F395-F6D8-95DE-5442FD11B76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017395" y="2736740"/>
                  <a:ext cx="3708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BDE2BAC-D14D-625A-545B-F3AD980BDBE0}"/>
                    </a:ext>
                  </a:extLst>
                </p14:cNvPr>
                <p14:cNvContentPartPr/>
                <p14:nvPr/>
              </p14:nvContentPartPr>
              <p14:xfrm>
                <a:off x="9586195" y="2545940"/>
                <a:ext cx="185400" cy="403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BDE2BAC-D14D-625A-545B-F3AD980BDBE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580075" y="2539820"/>
                  <a:ext cx="19764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C7E8C54-BC1E-B2D7-C751-A23B89ABAFC6}"/>
                    </a:ext>
                  </a:extLst>
                </p14:cNvPr>
                <p14:cNvContentPartPr/>
                <p14:nvPr/>
              </p14:nvContentPartPr>
              <p14:xfrm>
                <a:off x="9832795" y="2384300"/>
                <a:ext cx="499320" cy="848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C7E8C54-BC1E-B2D7-C751-A23B89ABAF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826675" y="2378180"/>
                  <a:ext cx="511560" cy="86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86158FC-5DCB-A3F9-2F62-F8CBA116DF72}"/>
                    </a:ext>
                  </a:extLst>
                </p14:cNvPr>
                <p14:cNvContentPartPr/>
                <p14:nvPr/>
              </p14:nvContentPartPr>
              <p14:xfrm>
                <a:off x="7255195" y="2460260"/>
                <a:ext cx="608760" cy="1221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86158FC-5DCB-A3F9-2F62-F8CBA116DF7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49075" y="2454140"/>
                  <a:ext cx="621000" cy="12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53FCBD2-ED6D-6638-D400-FDA65BE6C521}"/>
                    </a:ext>
                  </a:extLst>
                </p14:cNvPr>
                <p14:cNvContentPartPr/>
                <p14:nvPr/>
              </p14:nvContentPartPr>
              <p14:xfrm>
                <a:off x="3666715" y="465140"/>
                <a:ext cx="370080" cy="1403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53FCBD2-ED6D-6638-D400-FDA65BE6C52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60595" y="459020"/>
                  <a:ext cx="382320" cy="14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46AD89E-9EC5-DE6D-5F12-D2EEBEAD9BD4}"/>
                    </a:ext>
                  </a:extLst>
                </p14:cNvPr>
                <p14:cNvContentPartPr/>
                <p14:nvPr/>
              </p14:nvContentPartPr>
              <p14:xfrm>
                <a:off x="4100515" y="1373420"/>
                <a:ext cx="287280" cy="42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46AD89E-9EC5-DE6D-5F12-D2EEBEAD9BD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94395" y="1367300"/>
                  <a:ext cx="2995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ADD7377-87FF-31F2-21B9-09507A017D34}"/>
                    </a:ext>
                  </a:extLst>
                </p14:cNvPr>
                <p14:cNvContentPartPr/>
                <p14:nvPr/>
              </p14:nvContentPartPr>
              <p14:xfrm>
                <a:off x="4593355" y="893180"/>
                <a:ext cx="686880" cy="36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ADD7377-87FF-31F2-21B9-09507A017D3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87235" y="887060"/>
                  <a:ext cx="69912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886E1FB-71CB-907E-8D82-4285544FF164}"/>
                    </a:ext>
                  </a:extLst>
                </p14:cNvPr>
                <p14:cNvContentPartPr/>
                <p14:nvPr/>
              </p14:nvContentPartPr>
              <p14:xfrm>
                <a:off x="5433955" y="964100"/>
                <a:ext cx="445320" cy="230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886E1FB-71CB-907E-8D82-4285544FF16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27835" y="957980"/>
                  <a:ext cx="4575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2A655D0-1794-4FD7-21F4-994AE8D3F840}"/>
                    </a:ext>
                  </a:extLst>
                </p14:cNvPr>
                <p14:cNvContentPartPr/>
                <p14:nvPr/>
              </p14:nvContentPartPr>
              <p14:xfrm>
                <a:off x="6085915" y="920180"/>
                <a:ext cx="284040" cy="307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2A655D0-1794-4FD7-21F4-994AE8D3F84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79795" y="914060"/>
                  <a:ext cx="2962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0D5DA38-0163-EF93-A91F-25DAB581D18E}"/>
                    </a:ext>
                  </a:extLst>
                </p14:cNvPr>
                <p14:cNvContentPartPr/>
                <p14:nvPr/>
              </p14:nvContentPartPr>
              <p14:xfrm>
                <a:off x="6576955" y="514100"/>
                <a:ext cx="517680" cy="1299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0D5DA38-0163-EF93-A91F-25DAB581D18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570835" y="507980"/>
                  <a:ext cx="529920" cy="13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F0F6F7B-1BCA-7D72-A64E-0D12B7101A08}"/>
                    </a:ext>
                  </a:extLst>
                </p14:cNvPr>
                <p14:cNvContentPartPr/>
                <p14:nvPr/>
              </p14:nvContentPartPr>
              <p14:xfrm>
                <a:off x="9773755" y="410780"/>
                <a:ext cx="533880" cy="1082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F0F6F7B-1BCA-7D72-A64E-0D12B7101A0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67635" y="404660"/>
                  <a:ext cx="546120" cy="10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AA16CB0-5163-7BDA-C736-437659292AF8}"/>
                    </a:ext>
                  </a:extLst>
                </p14:cNvPr>
                <p14:cNvContentPartPr/>
                <p14:nvPr/>
              </p14:nvContentPartPr>
              <p14:xfrm>
                <a:off x="7057195" y="826580"/>
                <a:ext cx="70200" cy="655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AA16CB0-5163-7BDA-C736-437659292AF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51075" y="820460"/>
                  <a:ext cx="82440" cy="6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1F2DD32-D6B4-9388-485A-2FF4F63789B9}"/>
                    </a:ext>
                  </a:extLst>
                </p14:cNvPr>
                <p14:cNvContentPartPr/>
                <p14:nvPr/>
              </p14:nvContentPartPr>
              <p14:xfrm>
                <a:off x="7079515" y="996500"/>
                <a:ext cx="217080" cy="178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1F2DD32-D6B4-9388-485A-2FF4F63789B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73395" y="990380"/>
                  <a:ext cx="2293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7948BBD-3849-98C2-CA8E-FBEB170AA84F}"/>
                    </a:ext>
                  </a:extLst>
                </p14:cNvPr>
                <p14:cNvContentPartPr/>
                <p14:nvPr/>
              </p14:nvContentPartPr>
              <p14:xfrm>
                <a:off x="7344115" y="928460"/>
                <a:ext cx="150840" cy="223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7948BBD-3849-98C2-CA8E-FBEB170AA84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37995" y="922340"/>
                  <a:ext cx="1630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D2EE3C5-0C80-1295-33B1-643096A2F175}"/>
                    </a:ext>
                  </a:extLst>
                </p14:cNvPr>
                <p14:cNvContentPartPr/>
                <p14:nvPr/>
              </p14:nvContentPartPr>
              <p14:xfrm>
                <a:off x="7638235" y="916580"/>
                <a:ext cx="171720" cy="225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D2EE3C5-0C80-1295-33B1-643096A2F17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32115" y="910460"/>
                  <a:ext cx="1839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A3E5646-BC55-18AC-886D-F9FF6449E040}"/>
                    </a:ext>
                  </a:extLst>
                </p14:cNvPr>
                <p14:cNvContentPartPr/>
                <p14:nvPr/>
              </p14:nvContentPartPr>
              <p14:xfrm>
                <a:off x="7905715" y="877700"/>
                <a:ext cx="160920" cy="229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A3E5646-BC55-18AC-886D-F9FF6449E04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99595" y="871580"/>
                  <a:ext cx="1731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637FCEE-1C9B-185C-D3C6-A2EDCE31F863}"/>
                    </a:ext>
                  </a:extLst>
                </p14:cNvPr>
                <p14:cNvContentPartPr/>
                <p14:nvPr/>
              </p14:nvContentPartPr>
              <p14:xfrm>
                <a:off x="8263555" y="856460"/>
                <a:ext cx="378360" cy="127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637FCEE-1C9B-185C-D3C6-A2EDCE31F86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257435" y="850340"/>
                  <a:ext cx="3906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9BEF880-1D8F-59EF-DC8D-243A52632CCF}"/>
                    </a:ext>
                  </a:extLst>
                </p14:cNvPr>
                <p14:cNvContentPartPr/>
                <p14:nvPr/>
              </p14:nvContentPartPr>
              <p14:xfrm>
                <a:off x="8818315" y="677900"/>
                <a:ext cx="330120" cy="286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9BEF880-1D8F-59EF-DC8D-243A52632CC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812195" y="671780"/>
                  <a:ext cx="34236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CE71A3A-9B59-91C0-A927-224C0FE90824}"/>
                    </a:ext>
                  </a:extLst>
                </p14:cNvPr>
                <p14:cNvContentPartPr/>
                <p14:nvPr/>
              </p14:nvContentPartPr>
              <p14:xfrm>
                <a:off x="9091195" y="784100"/>
                <a:ext cx="437040" cy="152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CE71A3A-9B59-91C0-A927-224C0FE9082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085075" y="777980"/>
                  <a:ext cx="4492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EACC997-1A73-45B5-B53A-82C4EAD80C0C}"/>
                    </a:ext>
                  </a:extLst>
                </p14:cNvPr>
                <p14:cNvContentPartPr/>
                <p14:nvPr/>
              </p14:nvContentPartPr>
              <p14:xfrm>
                <a:off x="9619315" y="718940"/>
                <a:ext cx="208800" cy="205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EACC997-1A73-45B5-B53A-82C4EAD80C0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613195" y="712820"/>
                  <a:ext cx="2210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EDBD4EB-EB7A-4F98-574A-7585B792643C}"/>
                    </a:ext>
                  </a:extLst>
                </p14:cNvPr>
                <p14:cNvContentPartPr/>
                <p14:nvPr/>
              </p14:nvContentPartPr>
              <p14:xfrm>
                <a:off x="9857995" y="753500"/>
                <a:ext cx="98280" cy="214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EDBD4EB-EB7A-4F98-574A-7585B792643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851875" y="747380"/>
                  <a:ext cx="1105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985B669-15C2-BADF-6CC0-9623D96F6E8B}"/>
                    </a:ext>
                  </a:extLst>
                </p14:cNvPr>
                <p14:cNvContentPartPr/>
                <p14:nvPr/>
              </p14:nvContentPartPr>
              <p14:xfrm>
                <a:off x="9951955" y="1006580"/>
                <a:ext cx="64440" cy="32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985B669-15C2-BADF-6CC0-9623D96F6E8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945835" y="1000460"/>
                  <a:ext cx="766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5DAC8FA-C583-E475-6BE3-E34EC45D5453}"/>
                    </a:ext>
                  </a:extLst>
                </p14:cNvPr>
                <p14:cNvContentPartPr/>
                <p14:nvPr/>
              </p14:nvContentPartPr>
              <p14:xfrm>
                <a:off x="7538515" y="1308620"/>
                <a:ext cx="306360" cy="304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5DAC8FA-C583-E475-6BE3-E34EC45D545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532395" y="1302500"/>
                  <a:ext cx="3186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B10F0E5-A466-D97B-480C-86C29B6B859C}"/>
                    </a:ext>
                  </a:extLst>
                </p14:cNvPr>
                <p14:cNvContentPartPr/>
                <p14:nvPr/>
              </p14:nvContentPartPr>
              <p14:xfrm>
                <a:off x="8024155" y="1529660"/>
                <a:ext cx="135360" cy="46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B10F0E5-A466-D97B-480C-86C29B6B859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018035" y="1523540"/>
                  <a:ext cx="1476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9CB6E67-EBC7-A72F-50B4-25DC5526CE1D}"/>
                    </a:ext>
                  </a:extLst>
                </p14:cNvPr>
                <p14:cNvContentPartPr/>
                <p14:nvPr/>
              </p14:nvContentPartPr>
              <p14:xfrm>
                <a:off x="8505475" y="1245260"/>
                <a:ext cx="355680" cy="367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9CB6E67-EBC7-A72F-50B4-25DC5526CE1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499355" y="1239140"/>
                  <a:ext cx="36792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0397097-30A4-4F15-6E97-900CDD0337B7}"/>
                    </a:ext>
                  </a:extLst>
                </p14:cNvPr>
                <p14:cNvContentPartPr/>
                <p14:nvPr/>
              </p14:nvContentPartPr>
              <p14:xfrm>
                <a:off x="9195955" y="1461260"/>
                <a:ext cx="94320" cy="136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0397097-30A4-4F15-6E97-900CDD0337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89835" y="1455140"/>
                  <a:ext cx="1065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AF53306-06BA-335B-7BC7-1129B081899C}"/>
                    </a:ext>
                  </a:extLst>
                </p14:cNvPr>
                <p14:cNvContentPartPr/>
                <p14:nvPr/>
              </p14:nvContentPartPr>
              <p14:xfrm>
                <a:off x="9672595" y="1098380"/>
                <a:ext cx="99000" cy="375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AF53306-06BA-335B-7BC7-1129B081899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666475" y="1092260"/>
                  <a:ext cx="1112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D298D90-CD09-D729-5631-AC4EAE035D48}"/>
                    </a:ext>
                  </a:extLst>
                </p14:cNvPr>
                <p14:cNvContentPartPr/>
                <p14:nvPr/>
              </p14:nvContentPartPr>
              <p14:xfrm>
                <a:off x="10154635" y="381980"/>
                <a:ext cx="1278000" cy="3276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D298D90-CD09-D729-5631-AC4EAE035D4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148515" y="375860"/>
                  <a:ext cx="1290240" cy="32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66567AD-FC18-C7D8-C242-910E09C53CF4}"/>
                    </a:ext>
                  </a:extLst>
                </p14:cNvPr>
                <p14:cNvContentPartPr/>
                <p14:nvPr/>
              </p14:nvContentPartPr>
              <p14:xfrm>
                <a:off x="1274515" y="659900"/>
                <a:ext cx="543600" cy="7369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66567AD-FC18-C7D8-C242-910E09C53CF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268395" y="653780"/>
                  <a:ext cx="555840" cy="74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E28DE70-627B-3E88-A849-013FE8C785C9}"/>
                    </a:ext>
                  </a:extLst>
                </p14:cNvPr>
                <p14:cNvContentPartPr/>
                <p14:nvPr/>
              </p14:nvContentPartPr>
              <p14:xfrm>
                <a:off x="2081275" y="638660"/>
                <a:ext cx="602280" cy="1180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E28DE70-627B-3E88-A849-013FE8C785C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075155" y="632540"/>
                  <a:ext cx="614520" cy="11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7028AD6-0801-F8FE-8863-E6E497EBDE86}"/>
                    </a:ext>
                  </a:extLst>
                </p14:cNvPr>
                <p14:cNvContentPartPr/>
                <p14:nvPr/>
              </p14:nvContentPartPr>
              <p14:xfrm>
                <a:off x="1549555" y="1881380"/>
                <a:ext cx="419400" cy="74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7028AD6-0801-F8FE-8863-E6E497EBDE8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543435" y="1875260"/>
                  <a:ext cx="4316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368A09E-21A4-CD2C-C5D8-88083C91E36A}"/>
                    </a:ext>
                  </a:extLst>
                </p14:cNvPr>
                <p14:cNvContentPartPr/>
                <p14:nvPr/>
              </p14:nvContentPartPr>
              <p14:xfrm>
                <a:off x="1646755" y="1896500"/>
                <a:ext cx="1202400" cy="163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368A09E-21A4-CD2C-C5D8-88083C91E36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640635" y="1890380"/>
                  <a:ext cx="12146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E5B6D28-6CC8-A568-669D-F13D4E9A841E}"/>
                    </a:ext>
                  </a:extLst>
                </p14:cNvPr>
                <p14:cNvContentPartPr/>
                <p14:nvPr/>
              </p14:nvContentPartPr>
              <p14:xfrm>
                <a:off x="2719555" y="1712900"/>
                <a:ext cx="189360" cy="586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E5B6D28-6CC8-A568-669D-F13D4E9A841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713435" y="1706780"/>
                  <a:ext cx="20160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5B961EF-1643-0DB7-F064-77DD2FB0009E}"/>
                    </a:ext>
                  </a:extLst>
                </p14:cNvPr>
                <p14:cNvContentPartPr/>
                <p14:nvPr/>
              </p14:nvContentPartPr>
              <p14:xfrm>
                <a:off x="2956075" y="2162180"/>
                <a:ext cx="18360" cy="10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5B961EF-1643-0DB7-F064-77DD2FB0009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949955" y="2156060"/>
                  <a:ext cx="30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BAEFD89-A960-445E-1F43-EB45209D67F6}"/>
                    </a:ext>
                  </a:extLst>
                </p14:cNvPr>
                <p14:cNvContentPartPr/>
                <p14:nvPr/>
              </p14:nvContentPartPr>
              <p14:xfrm>
                <a:off x="838915" y="415460"/>
                <a:ext cx="721440" cy="3690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BAEFD89-A960-445E-1F43-EB45209D67F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2795" y="409340"/>
                  <a:ext cx="733680" cy="37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5276A4B-FC5E-09B4-7200-AE82E48C1F17}"/>
                    </a:ext>
                  </a:extLst>
                </p14:cNvPr>
                <p14:cNvContentPartPr/>
                <p14:nvPr/>
              </p14:nvContentPartPr>
              <p14:xfrm>
                <a:off x="1397995" y="4548980"/>
                <a:ext cx="381600" cy="1553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5276A4B-FC5E-09B4-7200-AE82E48C1F1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391875" y="4542860"/>
                  <a:ext cx="393840" cy="15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0905633-5B13-364E-5120-95F58FD46262}"/>
                    </a:ext>
                  </a:extLst>
                </p14:cNvPr>
                <p14:cNvContentPartPr/>
                <p14:nvPr/>
              </p14:nvContentPartPr>
              <p14:xfrm>
                <a:off x="1984075" y="5523140"/>
                <a:ext cx="368280" cy="147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0905633-5B13-364E-5120-95F58FD4626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977955" y="5517020"/>
                  <a:ext cx="3805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A5BB1C9-875F-3073-B5E8-208EFAD3C078}"/>
                    </a:ext>
                  </a:extLst>
                </p14:cNvPr>
                <p14:cNvContentPartPr/>
                <p14:nvPr/>
              </p14:nvContentPartPr>
              <p14:xfrm>
                <a:off x="2661235" y="5014820"/>
                <a:ext cx="965520" cy="353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A5BB1C9-875F-3073-B5E8-208EFAD3C07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55115" y="5008700"/>
                  <a:ext cx="97776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C7E8211-84DC-D330-E07E-BA2F474F61CC}"/>
                    </a:ext>
                  </a:extLst>
                </p14:cNvPr>
                <p14:cNvContentPartPr/>
                <p14:nvPr/>
              </p14:nvContentPartPr>
              <p14:xfrm>
                <a:off x="3835195" y="5016620"/>
                <a:ext cx="614160" cy="218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C7E8211-84DC-D330-E07E-BA2F474F61C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829075" y="5010500"/>
                  <a:ext cx="6264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46232B4-7F95-1C2D-E8A2-FE64A848DEA1}"/>
                    </a:ext>
                  </a:extLst>
                </p14:cNvPr>
                <p14:cNvContentPartPr/>
                <p14:nvPr/>
              </p14:nvContentPartPr>
              <p14:xfrm>
                <a:off x="4550875" y="4941740"/>
                <a:ext cx="623160" cy="303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46232B4-7F95-1C2D-E8A2-FE64A848DEA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544755" y="4935620"/>
                  <a:ext cx="6354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AEBA9BF-5AC4-D640-85E6-46DAAD8D22E4}"/>
                    </a:ext>
                  </a:extLst>
                </p14:cNvPr>
                <p14:cNvContentPartPr/>
                <p14:nvPr/>
              </p14:nvContentPartPr>
              <p14:xfrm>
                <a:off x="5397235" y="4140740"/>
                <a:ext cx="330120" cy="1234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AEBA9BF-5AC4-D640-85E6-46DAAD8D22E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391115" y="4134620"/>
                  <a:ext cx="342360" cy="12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86CADFB-30D0-0C69-3042-BBDFC6EFB4F8}"/>
                    </a:ext>
                  </a:extLst>
                </p14:cNvPr>
                <p14:cNvContentPartPr/>
                <p14:nvPr/>
              </p14:nvContentPartPr>
              <p14:xfrm>
                <a:off x="6527635" y="4184660"/>
                <a:ext cx="667440" cy="12164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86CADFB-30D0-0C69-3042-BBDFC6EFB4F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521515" y="4178540"/>
                  <a:ext cx="679680" cy="12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2FBC8A2-3D68-7B29-58F8-5CD89148E3CF}"/>
                    </a:ext>
                  </a:extLst>
                </p14:cNvPr>
                <p14:cNvContentPartPr/>
                <p14:nvPr/>
              </p14:nvContentPartPr>
              <p14:xfrm>
                <a:off x="7406755" y="4935260"/>
                <a:ext cx="271800" cy="146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2FBC8A2-3D68-7B29-58F8-5CD89148E3C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400635" y="4929140"/>
                  <a:ext cx="284040" cy="159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37181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89E955FE-5945-D1A0-09FA-7214B8DF3C8E}"/>
              </a:ext>
            </a:extLst>
          </p:cNvPr>
          <p:cNvGrpSpPr/>
          <p:nvPr/>
        </p:nvGrpSpPr>
        <p:grpSpPr>
          <a:xfrm>
            <a:off x="1039435" y="155900"/>
            <a:ext cx="10278000" cy="3865680"/>
            <a:chOff x="1039435" y="155900"/>
            <a:chExt cx="10278000" cy="38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6E84025-0104-D02C-0652-B23E3B1B133F}"/>
                    </a:ext>
                  </a:extLst>
                </p14:cNvPr>
                <p14:cNvContentPartPr/>
                <p14:nvPr/>
              </p14:nvContentPartPr>
              <p14:xfrm>
                <a:off x="1039435" y="248060"/>
                <a:ext cx="145440" cy="7599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6E84025-0104-D02C-0652-B23E3B1B133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33315" y="241940"/>
                  <a:ext cx="157680" cy="77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BDD3878-E8DA-C6C8-097C-D1F7275CBBC7}"/>
                    </a:ext>
                  </a:extLst>
                </p14:cNvPr>
                <p14:cNvContentPartPr/>
                <p14:nvPr/>
              </p14:nvContentPartPr>
              <p14:xfrm>
                <a:off x="1111075" y="557300"/>
                <a:ext cx="494640" cy="486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BDD3878-E8DA-C6C8-097C-D1F7275CBBC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04955" y="551180"/>
                  <a:ext cx="50688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5FB1D45-7691-7957-A8AB-BB1F8C898247}"/>
                    </a:ext>
                  </a:extLst>
                </p14:cNvPr>
                <p14:cNvContentPartPr/>
                <p14:nvPr/>
              </p14:nvContentPartPr>
              <p14:xfrm>
                <a:off x="1976155" y="516980"/>
                <a:ext cx="448920" cy="370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5FB1D45-7691-7957-A8AB-BB1F8C89824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70035" y="510860"/>
                  <a:ext cx="46116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37D1BB4-F549-D4BE-15DB-85D2E39A0961}"/>
                    </a:ext>
                  </a:extLst>
                </p14:cNvPr>
                <p14:cNvContentPartPr/>
                <p14:nvPr/>
              </p14:nvContentPartPr>
              <p14:xfrm>
                <a:off x="2610115" y="567020"/>
                <a:ext cx="219960" cy="306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37D1BB4-F549-D4BE-15DB-85D2E39A09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03995" y="560900"/>
                  <a:ext cx="2322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284A6F9-EBAC-CC54-FA99-7C9D2EB70C27}"/>
                    </a:ext>
                  </a:extLst>
                </p14:cNvPr>
                <p14:cNvContentPartPr/>
                <p14:nvPr/>
              </p14:nvContentPartPr>
              <p14:xfrm>
                <a:off x="2913955" y="543260"/>
                <a:ext cx="305280" cy="370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284A6F9-EBAC-CC54-FA99-7C9D2EB70C2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07835" y="537140"/>
                  <a:ext cx="31752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B412573-990F-62B4-32BE-851F9B6514EF}"/>
                    </a:ext>
                  </a:extLst>
                </p14:cNvPr>
                <p14:cNvContentPartPr/>
                <p14:nvPr/>
              </p14:nvContentPartPr>
              <p14:xfrm>
                <a:off x="3383035" y="447860"/>
                <a:ext cx="649440" cy="888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B412573-990F-62B4-32BE-851F9B6514E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76915" y="441740"/>
                  <a:ext cx="661680" cy="90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50AECC3-118F-003C-70FA-E863CF41FBCC}"/>
                    </a:ext>
                  </a:extLst>
                </p14:cNvPr>
                <p14:cNvContentPartPr/>
                <p14:nvPr/>
              </p14:nvContentPartPr>
              <p14:xfrm>
                <a:off x="4293115" y="967340"/>
                <a:ext cx="172800" cy="125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50AECC3-118F-003C-70FA-E863CF41FBC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286995" y="961220"/>
                  <a:ext cx="185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17C3073-322C-26C7-D6EC-8308F552DF33}"/>
                    </a:ext>
                  </a:extLst>
                </p14:cNvPr>
                <p14:cNvContentPartPr/>
                <p14:nvPr/>
              </p14:nvContentPartPr>
              <p14:xfrm>
                <a:off x="5032555" y="642620"/>
                <a:ext cx="1290600" cy="136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17C3073-322C-26C7-D6EC-8308F552DF3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26435" y="636500"/>
                  <a:ext cx="1302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5F0E537-1AA3-E91E-A0BF-2EA5798F91F8}"/>
                    </a:ext>
                  </a:extLst>
                </p14:cNvPr>
                <p14:cNvContentPartPr/>
                <p14:nvPr/>
              </p14:nvContentPartPr>
              <p14:xfrm>
                <a:off x="6597835" y="155900"/>
                <a:ext cx="1836360" cy="1259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5F0E537-1AA3-E91E-A0BF-2EA5798F91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591715" y="149780"/>
                  <a:ext cx="1848600" cy="12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9A2CA7D-FF9B-8751-9ED0-E9AE8EB7445B}"/>
                    </a:ext>
                  </a:extLst>
                </p14:cNvPr>
                <p14:cNvContentPartPr/>
                <p14:nvPr/>
              </p14:nvContentPartPr>
              <p14:xfrm>
                <a:off x="8530315" y="388460"/>
                <a:ext cx="160200" cy="394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9A2CA7D-FF9B-8751-9ED0-E9AE8EB7445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524195" y="382340"/>
                  <a:ext cx="1724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84DB5AB-6764-A482-7B79-6BBCB3974157}"/>
                    </a:ext>
                  </a:extLst>
                </p14:cNvPr>
                <p14:cNvContentPartPr/>
                <p14:nvPr/>
              </p14:nvContentPartPr>
              <p14:xfrm>
                <a:off x="8825875" y="444260"/>
                <a:ext cx="298080" cy="341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84DB5AB-6764-A482-7B79-6BBCB397415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819755" y="438140"/>
                  <a:ext cx="31032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93B6CE6-F913-EC24-2227-3057AB0EC08E}"/>
                    </a:ext>
                  </a:extLst>
                </p14:cNvPr>
                <p14:cNvContentPartPr/>
                <p14:nvPr/>
              </p14:nvContentPartPr>
              <p14:xfrm>
                <a:off x="9221875" y="248060"/>
                <a:ext cx="411120" cy="567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93B6CE6-F913-EC24-2227-3057AB0EC08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215755" y="241940"/>
                  <a:ext cx="42336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4F0677-9E24-10A6-AF0C-4E02189F2CDA}"/>
                    </a:ext>
                  </a:extLst>
                </p14:cNvPr>
                <p14:cNvContentPartPr/>
                <p14:nvPr/>
              </p14:nvContentPartPr>
              <p14:xfrm>
                <a:off x="6626635" y="1182980"/>
                <a:ext cx="470520" cy="1188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4F0677-9E24-10A6-AF0C-4E02189F2CD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20515" y="1176860"/>
                  <a:ext cx="482760" cy="12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3AC8F11-6D84-5659-DC5D-978E6125D168}"/>
                    </a:ext>
                  </a:extLst>
                </p14:cNvPr>
                <p14:cNvContentPartPr/>
                <p14:nvPr/>
              </p14:nvContentPartPr>
              <p14:xfrm>
                <a:off x="6634915" y="1591580"/>
                <a:ext cx="609120" cy="57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3AC8F11-6D84-5659-DC5D-978E6125D16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28795" y="1585460"/>
                  <a:ext cx="6213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2A6B133-A887-32BF-FB6B-C95CE5E07299}"/>
                    </a:ext>
                  </a:extLst>
                </p14:cNvPr>
                <p14:cNvContentPartPr/>
                <p14:nvPr/>
              </p14:nvContentPartPr>
              <p14:xfrm>
                <a:off x="7230715" y="1309340"/>
                <a:ext cx="1194120" cy="1103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2A6B133-A887-32BF-FB6B-C95CE5E0729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24595" y="1303220"/>
                  <a:ext cx="1206360" cy="11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CAE2F4A-A6B2-CFB2-3AD0-0172410B7F99}"/>
                    </a:ext>
                  </a:extLst>
                </p14:cNvPr>
                <p14:cNvContentPartPr/>
                <p14:nvPr/>
              </p14:nvContentPartPr>
              <p14:xfrm>
                <a:off x="8525275" y="1354340"/>
                <a:ext cx="580680" cy="238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CAE2F4A-A6B2-CFB2-3AD0-0172410B7F9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19155" y="1348220"/>
                  <a:ext cx="5929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280DC39-32B0-62D9-3CF1-3884E9609FA1}"/>
                    </a:ext>
                  </a:extLst>
                </p14:cNvPr>
                <p14:cNvContentPartPr/>
                <p14:nvPr/>
              </p14:nvContentPartPr>
              <p14:xfrm>
                <a:off x="9233035" y="988580"/>
                <a:ext cx="1014480" cy="543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280DC39-32B0-62D9-3CF1-3884E9609FA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226915" y="982460"/>
                  <a:ext cx="102672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0104C2C-6F0F-01D8-6996-1498E5AB4CBC}"/>
                    </a:ext>
                  </a:extLst>
                </p14:cNvPr>
                <p14:cNvContentPartPr/>
                <p14:nvPr/>
              </p14:nvContentPartPr>
              <p14:xfrm>
                <a:off x="10020715" y="1001180"/>
                <a:ext cx="336600" cy="86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0104C2C-6F0F-01D8-6996-1498E5AB4C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014595" y="995060"/>
                  <a:ext cx="3488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E476858-1031-FD8B-CD69-4F1959BFCE31}"/>
                    </a:ext>
                  </a:extLst>
                </p14:cNvPr>
                <p14:cNvContentPartPr/>
                <p14:nvPr/>
              </p14:nvContentPartPr>
              <p14:xfrm>
                <a:off x="10586275" y="1067420"/>
                <a:ext cx="280080" cy="468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E476858-1031-FD8B-CD69-4F1959BFCE3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580155" y="1061300"/>
                  <a:ext cx="29232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8F1B59E-53E8-E37C-F2BF-A73E6AE37742}"/>
                    </a:ext>
                  </a:extLst>
                </p14:cNvPr>
                <p14:cNvContentPartPr/>
                <p14:nvPr/>
              </p14:nvContentPartPr>
              <p14:xfrm>
                <a:off x="11052835" y="1340660"/>
                <a:ext cx="45000" cy="69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8F1B59E-53E8-E37C-F2BF-A73E6AE3774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046715" y="1334540"/>
                  <a:ext cx="572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25BD9EA-ED3E-E40B-6020-A1B43909FC47}"/>
                    </a:ext>
                  </a:extLst>
                </p14:cNvPr>
                <p14:cNvContentPartPr/>
                <p14:nvPr/>
              </p14:nvContentPartPr>
              <p14:xfrm>
                <a:off x="1143475" y="2933300"/>
                <a:ext cx="439560" cy="603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25BD9EA-ED3E-E40B-6020-A1B43909FC4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37355" y="2927180"/>
                  <a:ext cx="45180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5B51846-3865-9215-51B7-8CB42DB040C7}"/>
                    </a:ext>
                  </a:extLst>
                </p14:cNvPr>
                <p14:cNvContentPartPr/>
                <p14:nvPr/>
              </p14:nvContentPartPr>
              <p14:xfrm>
                <a:off x="1792555" y="2836820"/>
                <a:ext cx="1332360" cy="1184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5B51846-3865-9215-51B7-8CB42DB040C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786435" y="2830700"/>
                  <a:ext cx="1344600" cy="11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766E0F6-6549-CFA6-CC4A-3B22A2A3D976}"/>
                    </a:ext>
                  </a:extLst>
                </p14:cNvPr>
                <p14:cNvContentPartPr/>
                <p14:nvPr/>
              </p14:nvContentPartPr>
              <p14:xfrm>
                <a:off x="4518835" y="3032300"/>
                <a:ext cx="922680" cy="64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766E0F6-6549-CFA6-CC4A-3B22A2A3D97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12715" y="3026180"/>
                  <a:ext cx="9349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9A80922-2CB5-C1E4-5B76-3134DCCD9C5C}"/>
                    </a:ext>
                  </a:extLst>
                </p14:cNvPr>
                <p14:cNvContentPartPr/>
                <p14:nvPr/>
              </p14:nvContentPartPr>
              <p14:xfrm>
                <a:off x="6761635" y="2629820"/>
                <a:ext cx="451080" cy="505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9A80922-2CB5-C1E4-5B76-3134DCCD9C5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55515" y="2623700"/>
                  <a:ext cx="46332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72689E6-EC50-8ABC-9962-3823BB8FCF2E}"/>
                    </a:ext>
                  </a:extLst>
                </p14:cNvPr>
                <p14:cNvContentPartPr/>
                <p14:nvPr/>
              </p14:nvContentPartPr>
              <p14:xfrm>
                <a:off x="7284715" y="2695340"/>
                <a:ext cx="462240" cy="508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72689E6-EC50-8ABC-9962-3823BB8FCF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278595" y="2689220"/>
                  <a:ext cx="47448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3601284-41D5-60BB-46CF-A1C9555C0BAA}"/>
                    </a:ext>
                  </a:extLst>
                </p14:cNvPr>
                <p14:cNvContentPartPr/>
                <p14:nvPr/>
              </p14:nvContentPartPr>
              <p14:xfrm>
                <a:off x="7811395" y="2713700"/>
                <a:ext cx="981360" cy="982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3601284-41D5-60BB-46CF-A1C9555C0BA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805275" y="2707580"/>
                  <a:ext cx="993600" cy="9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2D8D61F-4C12-3900-CFEE-9B632CD70E73}"/>
                    </a:ext>
                  </a:extLst>
                </p14:cNvPr>
                <p14:cNvContentPartPr/>
                <p14:nvPr/>
              </p14:nvContentPartPr>
              <p14:xfrm>
                <a:off x="8900755" y="2795060"/>
                <a:ext cx="544320" cy="193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2D8D61F-4C12-3900-CFEE-9B632CD70E7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894635" y="2788940"/>
                  <a:ext cx="5565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4649D6D-C568-E3D6-24C6-E3B0F9CB302F}"/>
                    </a:ext>
                  </a:extLst>
                </p14:cNvPr>
                <p14:cNvContentPartPr/>
                <p14:nvPr/>
              </p14:nvContentPartPr>
              <p14:xfrm>
                <a:off x="9604915" y="2315540"/>
                <a:ext cx="995400" cy="641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4649D6D-C568-E3D6-24C6-E3B0F9CB302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98795" y="2309420"/>
                  <a:ext cx="100764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CD55D96-0B2E-7753-7AC5-82FE74D2878B}"/>
                    </a:ext>
                  </a:extLst>
                </p14:cNvPr>
                <p14:cNvContentPartPr/>
                <p14:nvPr/>
              </p14:nvContentPartPr>
              <p14:xfrm>
                <a:off x="10553875" y="2431460"/>
                <a:ext cx="362160" cy="59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CD55D96-0B2E-7753-7AC5-82FE74D2878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47755" y="2425340"/>
                  <a:ext cx="3744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C7F0BA0-E910-A357-352D-D584EAF3A48C}"/>
                    </a:ext>
                  </a:extLst>
                </p14:cNvPr>
                <p14:cNvContentPartPr/>
                <p14:nvPr/>
              </p14:nvContentPartPr>
              <p14:xfrm>
                <a:off x="10975795" y="2457380"/>
                <a:ext cx="309240" cy="462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C7F0BA0-E910-A357-352D-D584EAF3A48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69675" y="2451260"/>
                  <a:ext cx="32148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05AA192-90B3-6290-F535-A06A3E9C4D8D}"/>
                    </a:ext>
                  </a:extLst>
                </p14:cNvPr>
                <p14:cNvContentPartPr/>
                <p14:nvPr/>
              </p14:nvContentPartPr>
              <p14:xfrm>
                <a:off x="11248315" y="2726660"/>
                <a:ext cx="69120" cy="141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05AA192-90B3-6290-F535-A06A3E9C4D8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242195" y="2720540"/>
                  <a:ext cx="81360" cy="153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97516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5C59EA-F1A2-954F-283B-2383C3ED1E95}"/>
              </a:ext>
            </a:extLst>
          </p:cNvPr>
          <p:cNvSpPr txBox="1"/>
          <p:nvPr/>
        </p:nvSpPr>
        <p:spPr>
          <a:xfrm>
            <a:off x="603398" y="323903"/>
            <a:ext cx="6097772" cy="702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en-US" sz="2400" b="0" i="1" dirty="0">
                <a:solidFill>
                  <a:srgbClr val="DCDCDC"/>
                </a:solidFill>
                <a:effectLst/>
                <a:latin typeface="Mono Lisa"/>
              </a:rPr>
              <a:t># calling a function with multiple variables</a:t>
            </a:r>
          </a:p>
          <a:p>
            <a:pPr>
              <a:lnSpc>
                <a:spcPts val="1500"/>
              </a:lnSpc>
              <a:buNone/>
            </a:pPr>
            <a:r>
              <a:rPr lang="en-US" sz="2400" b="0" i="1" dirty="0">
                <a:solidFill>
                  <a:srgbClr val="DCDCDC"/>
                </a:solidFill>
                <a:effectLst/>
                <a:latin typeface="Mono Lisa"/>
              </a:rPr>
              <a:t> </a:t>
            </a:r>
            <a:endParaRPr lang="en-US" sz="2400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US" sz="2400" b="0" dirty="0" err="1">
                <a:solidFill>
                  <a:srgbClr val="16A3B6"/>
                </a:solidFill>
                <a:effectLst/>
                <a:latin typeface="Mono Lisa"/>
              </a:rPr>
              <a:t>my_function</a:t>
            </a:r>
            <a:r>
              <a:rPr lang="en-US" sz="2400" b="0" dirty="0">
                <a:solidFill>
                  <a:srgbClr val="BECFDA"/>
                </a:solidFill>
                <a:effectLst/>
                <a:latin typeface="Mono Lisa"/>
              </a:rPr>
              <a:t>(</a:t>
            </a:r>
            <a:r>
              <a:rPr lang="en-US" sz="2400" b="0" dirty="0">
                <a:solidFill>
                  <a:srgbClr val="49E9A6"/>
                </a:solidFill>
                <a:effectLst/>
                <a:latin typeface="Mono Lisa"/>
              </a:rPr>
              <a:t>"Emil"</a:t>
            </a:r>
            <a:r>
              <a:rPr lang="en-US" sz="2400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en-US" sz="2400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sz="2400" b="0" dirty="0">
                <a:solidFill>
                  <a:srgbClr val="49E9A6"/>
                </a:solidFill>
                <a:effectLst/>
                <a:latin typeface="Mono Lisa"/>
              </a:rPr>
              <a:t>"Tobias"</a:t>
            </a:r>
            <a:r>
              <a:rPr lang="en-US" sz="2400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en-US" sz="2400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sz="2400" b="0" dirty="0">
                <a:solidFill>
                  <a:srgbClr val="49E9A6"/>
                </a:solidFill>
                <a:effectLst/>
                <a:latin typeface="Mono Lisa"/>
              </a:rPr>
              <a:t>"Linus"</a:t>
            </a:r>
            <a:r>
              <a:rPr lang="en-US" sz="2400" b="1" dirty="0">
                <a:solidFill>
                  <a:srgbClr val="BECFDA"/>
                </a:solidFill>
                <a:effectLst/>
                <a:latin typeface="Mono Lisa"/>
              </a:rPr>
              <a:t>,</a:t>
            </a:r>
            <a:r>
              <a:rPr lang="en-US" sz="2400" b="0" dirty="0">
                <a:solidFill>
                  <a:srgbClr val="E4B781"/>
                </a:solidFill>
                <a:effectLst/>
                <a:latin typeface="Mono Lisa"/>
              </a:rPr>
              <a:t> </a:t>
            </a:r>
            <a:r>
              <a:rPr lang="en-US" sz="2400" b="0" dirty="0">
                <a:solidFill>
                  <a:srgbClr val="49E9A6"/>
                </a:solidFill>
                <a:effectLst/>
                <a:latin typeface="Mono Lisa"/>
              </a:rPr>
              <a:t>'Rishi'</a:t>
            </a:r>
            <a:r>
              <a:rPr lang="en-US" sz="2400" b="0" dirty="0">
                <a:solidFill>
                  <a:srgbClr val="BECFDA"/>
                </a:solidFill>
                <a:effectLst/>
                <a:latin typeface="Mono Lisa"/>
              </a:rPr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29E19FE-4534-ED4E-771F-2795E74872FA}"/>
                  </a:ext>
                </a:extLst>
              </p14:cNvPr>
              <p14:cNvContentPartPr/>
              <p14:nvPr/>
            </p14:nvContentPartPr>
            <p14:xfrm>
              <a:off x="2408392" y="1016129"/>
              <a:ext cx="804240" cy="51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29E19FE-4534-ED4E-771F-2795E74872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4072" y="1011809"/>
                <a:ext cx="8128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EC7F53F-8D65-ED30-8311-6700BBD5A757}"/>
                  </a:ext>
                </a:extLst>
              </p14:cNvPr>
              <p14:cNvContentPartPr/>
              <p14:nvPr/>
            </p14:nvContentPartPr>
            <p14:xfrm>
              <a:off x="2409472" y="1132769"/>
              <a:ext cx="3738600" cy="103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EC7F53F-8D65-ED30-8311-6700BBD5A7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03352" y="1126649"/>
                <a:ext cx="3750840" cy="11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A9FB72D6-A9A0-16C4-5DE6-F4585E5AE0E4}"/>
              </a:ext>
            </a:extLst>
          </p:cNvPr>
          <p:cNvGrpSpPr/>
          <p:nvPr/>
        </p:nvGrpSpPr>
        <p:grpSpPr>
          <a:xfrm>
            <a:off x="1815472" y="995609"/>
            <a:ext cx="6748200" cy="2717640"/>
            <a:chOff x="1815472" y="995609"/>
            <a:chExt cx="6748200" cy="271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A2413A2-B901-C7B5-32B8-320854CC9084}"/>
                    </a:ext>
                  </a:extLst>
                </p14:cNvPr>
                <p14:cNvContentPartPr/>
                <p14:nvPr/>
              </p14:nvContentPartPr>
              <p14:xfrm>
                <a:off x="2698192" y="1112609"/>
                <a:ext cx="116280" cy="915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A2413A2-B901-C7B5-32B8-320854CC908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92072" y="1106489"/>
                  <a:ext cx="128520" cy="9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AFAD2B4-6A9E-BA3D-2647-B01A51A8F247}"/>
                    </a:ext>
                  </a:extLst>
                </p14:cNvPr>
                <p14:cNvContentPartPr/>
                <p14:nvPr/>
              </p14:nvContentPartPr>
              <p14:xfrm>
                <a:off x="2766952" y="2151209"/>
                <a:ext cx="187200" cy="457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AFAD2B4-6A9E-BA3D-2647-B01A51A8F24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60832" y="2145089"/>
                  <a:ext cx="19944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77B9F89-7C40-4BF7-08A0-9FCBD07043EA}"/>
                    </a:ext>
                  </a:extLst>
                </p14:cNvPr>
                <p14:cNvContentPartPr/>
                <p14:nvPr/>
              </p14:nvContentPartPr>
              <p14:xfrm>
                <a:off x="3661192" y="1054649"/>
                <a:ext cx="108720" cy="546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77B9F89-7C40-4BF7-08A0-9FCBD07043E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55072" y="1048529"/>
                  <a:ext cx="12096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FC6546C-AC8A-47FA-11F2-CDEDA73AA6F1}"/>
                    </a:ext>
                  </a:extLst>
                </p14:cNvPr>
                <p14:cNvContentPartPr/>
                <p14:nvPr/>
              </p14:nvContentPartPr>
              <p14:xfrm>
                <a:off x="3805552" y="2021609"/>
                <a:ext cx="64080" cy="520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FC6546C-AC8A-47FA-11F2-CDEDA73AA6F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99432" y="2015489"/>
                  <a:ext cx="7632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4384A1F-EEF4-D1F9-67AC-3ABE9A632AA0}"/>
                    </a:ext>
                  </a:extLst>
                </p14:cNvPr>
                <p14:cNvContentPartPr/>
                <p14:nvPr/>
              </p14:nvContentPartPr>
              <p14:xfrm>
                <a:off x="4777552" y="995609"/>
                <a:ext cx="65520" cy="824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4384A1F-EEF4-D1F9-67AC-3ABE9A632AA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71432" y="989489"/>
                  <a:ext cx="77760" cy="83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4DEF4A2-389C-01CA-7741-A71F8F976B44}"/>
                    </a:ext>
                  </a:extLst>
                </p14:cNvPr>
                <p14:cNvContentPartPr/>
                <p14:nvPr/>
              </p14:nvContentPartPr>
              <p14:xfrm>
                <a:off x="4767112" y="2034209"/>
                <a:ext cx="350280" cy="559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4DEF4A2-389C-01CA-7741-A71F8F976B4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60992" y="2028089"/>
                  <a:ext cx="36252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E34E97E-46AB-C2DB-4CE4-8A9FDBB4D3E2}"/>
                    </a:ext>
                  </a:extLst>
                </p14:cNvPr>
                <p14:cNvContentPartPr/>
                <p14:nvPr/>
              </p14:nvContentPartPr>
              <p14:xfrm>
                <a:off x="5862232" y="1107569"/>
                <a:ext cx="108720" cy="1024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E34E97E-46AB-C2DB-4CE4-8A9FDBB4D3E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56112" y="1101449"/>
                  <a:ext cx="120960" cy="10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FB2C1E6-9973-9C2E-723B-D53F12F70A9D}"/>
                    </a:ext>
                  </a:extLst>
                </p14:cNvPr>
                <p14:cNvContentPartPr/>
                <p14:nvPr/>
              </p14:nvContentPartPr>
              <p14:xfrm>
                <a:off x="5272552" y="2286929"/>
                <a:ext cx="1089360" cy="807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FB2C1E6-9973-9C2E-723B-D53F12F70A9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66432" y="2280809"/>
                  <a:ext cx="1101600" cy="81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8195B8D-429A-AD65-A80D-69D51A8DCC8A}"/>
                    </a:ext>
                  </a:extLst>
                </p14:cNvPr>
                <p14:cNvContentPartPr/>
                <p14:nvPr/>
              </p14:nvContentPartPr>
              <p14:xfrm>
                <a:off x="1815472" y="3075689"/>
                <a:ext cx="6748200" cy="637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8195B8D-429A-AD65-A80D-69D51A8DCC8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09352" y="3069569"/>
                  <a:ext cx="6760440" cy="649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94704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A429B7E8-0E52-5CAD-314E-09914D19464D}"/>
              </a:ext>
            </a:extLst>
          </p:cNvPr>
          <p:cNvGrpSpPr/>
          <p:nvPr/>
        </p:nvGrpSpPr>
        <p:grpSpPr>
          <a:xfrm>
            <a:off x="1114912" y="90929"/>
            <a:ext cx="10981440" cy="6378480"/>
            <a:chOff x="1114912" y="90929"/>
            <a:chExt cx="10981440" cy="637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2F29290-F046-D262-1FFF-E3C73793EB0F}"/>
                    </a:ext>
                  </a:extLst>
                </p14:cNvPr>
                <p14:cNvContentPartPr/>
                <p14:nvPr/>
              </p14:nvContentPartPr>
              <p14:xfrm>
                <a:off x="1114912" y="543449"/>
                <a:ext cx="983880" cy="11689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2F29290-F046-D262-1FFF-E3C73793EB0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08792" y="537329"/>
                  <a:ext cx="996120" cy="11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EC3D636-80E6-2BB2-F251-7BBA01CF923C}"/>
                    </a:ext>
                  </a:extLst>
                </p14:cNvPr>
                <p14:cNvContentPartPr/>
                <p14:nvPr/>
              </p14:nvContentPartPr>
              <p14:xfrm>
                <a:off x="2008792" y="851249"/>
                <a:ext cx="96120" cy="176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EC3D636-80E6-2BB2-F251-7BBA01CF923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02672" y="845129"/>
                  <a:ext cx="1083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C28E3DF-CDA8-7E68-DA23-1F8B52B96FB0}"/>
                    </a:ext>
                  </a:extLst>
                </p14:cNvPr>
                <p14:cNvContentPartPr/>
                <p14:nvPr/>
              </p14:nvContentPartPr>
              <p14:xfrm>
                <a:off x="2258992" y="1295129"/>
                <a:ext cx="261720" cy="295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C28E3DF-CDA8-7E68-DA23-1F8B52B96FB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52872" y="1289009"/>
                  <a:ext cx="27396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6F8AA35-C4E2-2963-912A-E4F5DC5F0E2A}"/>
                    </a:ext>
                  </a:extLst>
                </p14:cNvPr>
                <p14:cNvContentPartPr/>
                <p14:nvPr/>
              </p14:nvContentPartPr>
              <p14:xfrm>
                <a:off x="2644192" y="952409"/>
                <a:ext cx="135720" cy="276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6F8AA35-C4E2-2963-912A-E4F5DC5F0E2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38072" y="946289"/>
                  <a:ext cx="1479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05F4571-0235-9B44-838F-022B071A917C}"/>
                    </a:ext>
                  </a:extLst>
                </p14:cNvPr>
                <p14:cNvContentPartPr/>
                <p14:nvPr/>
              </p14:nvContentPartPr>
              <p14:xfrm>
                <a:off x="2552392" y="1047809"/>
                <a:ext cx="480240" cy="222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05F4571-0235-9B44-838F-022B071A917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46272" y="1041689"/>
                  <a:ext cx="4924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6A55A9F-9261-83DE-DAFD-FAA94928D3CF}"/>
                    </a:ext>
                  </a:extLst>
                </p14:cNvPr>
                <p14:cNvContentPartPr/>
                <p14:nvPr/>
              </p14:nvContentPartPr>
              <p14:xfrm>
                <a:off x="3672712" y="903089"/>
                <a:ext cx="212040" cy="456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6A55A9F-9261-83DE-DAFD-FAA94928D3C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66592" y="896969"/>
                  <a:ext cx="22428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CC6E255-0451-0A7E-CD02-5D9515A616FF}"/>
                    </a:ext>
                  </a:extLst>
                </p14:cNvPr>
                <p14:cNvContentPartPr/>
                <p14:nvPr/>
              </p14:nvContentPartPr>
              <p14:xfrm>
                <a:off x="1220752" y="3347489"/>
                <a:ext cx="224640" cy="804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CC6E255-0451-0A7E-CD02-5D9515A616F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14632" y="3341369"/>
                  <a:ext cx="236880" cy="81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3A73B35-A809-B6A4-66BF-E0EAC63D56FA}"/>
                    </a:ext>
                  </a:extLst>
                </p14:cNvPr>
                <p14:cNvContentPartPr/>
                <p14:nvPr/>
              </p14:nvContentPartPr>
              <p14:xfrm>
                <a:off x="1407232" y="3006929"/>
                <a:ext cx="887400" cy="1476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3A73B35-A809-B6A4-66BF-E0EAC63D56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01112" y="3000809"/>
                  <a:ext cx="899640" cy="14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1443327-4D5C-66E2-DAE6-AD8B02163F7B}"/>
                    </a:ext>
                  </a:extLst>
                </p14:cNvPr>
                <p14:cNvContentPartPr/>
                <p14:nvPr/>
              </p14:nvContentPartPr>
              <p14:xfrm>
                <a:off x="2389312" y="3398249"/>
                <a:ext cx="82080" cy="63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1443327-4D5C-66E2-DAE6-AD8B02163F7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83192" y="3392129"/>
                  <a:ext cx="943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ECCFEEE-FF08-8A70-FB26-DE04AAA12EEE}"/>
                    </a:ext>
                  </a:extLst>
                </p14:cNvPr>
                <p14:cNvContentPartPr/>
                <p14:nvPr/>
              </p14:nvContentPartPr>
              <p14:xfrm>
                <a:off x="2786392" y="2939609"/>
                <a:ext cx="864720" cy="888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ECCFEEE-FF08-8A70-FB26-DE04AAA12EE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80272" y="2933489"/>
                  <a:ext cx="876960" cy="90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527723F-F4B5-7F46-D783-FDCE0D42717F}"/>
                    </a:ext>
                  </a:extLst>
                </p14:cNvPr>
                <p14:cNvContentPartPr/>
                <p14:nvPr/>
              </p14:nvContentPartPr>
              <p14:xfrm>
                <a:off x="3309112" y="3179009"/>
                <a:ext cx="320760" cy="265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527723F-F4B5-7F46-D783-FDCE0D42717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02992" y="3172889"/>
                  <a:ext cx="3330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7A64E4F-828E-F478-A80A-517C461CFC66}"/>
                    </a:ext>
                  </a:extLst>
                </p14:cNvPr>
                <p14:cNvContentPartPr/>
                <p14:nvPr/>
              </p14:nvContentPartPr>
              <p14:xfrm>
                <a:off x="2194552" y="4634129"/>
                <a:ext cx="610200" cy="1447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7A64E4F-828E-F478-A80A-517C461CFC6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88432" y="4628009"/>
                  <a:ext cx="622440" cy="14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F93A05B-59E4-9306-866E-322FBC9C7134}"/>
                    </a:ext>
                  </a:extLst>
                </p14:cNvPr>
                <p14:cNvContentPartPr/>
                <p14:nvPr/>
              </p14:nvContentPartPr>
              <p14:xfrm>
                <a:off x="3351232" y="4218329"/>
                <a:ext cx="799200" cy="1737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F93A05B-59E4-9306-866E-322FBC9C713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45112" y="4212209"/>
                  <a:ext cx="811440" cy="174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FA48A96-11F4-297A-CD27-959C51C5EE86}"/>
                    </a:ext>
                  </a:extLst>
                </p14:cNvPr>
                <p14:cNvContentPartPr/>
                <p14:nvPr/>
              </p14:nvContentPartPr>
              <p14:xfrm>
                <a:off x="5700592" y="271649"/>
                <a:ext cx="1308600" cy="218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FA48A96-11F4-297A-CD27-959C51C5EE8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94472" y="265529"/>
                  <a:ext cx="13208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B7FDDD8-3805-5895-AD3F-7FC6502AEFB6}"/>
                    </a:ext>
                  </a:extLst>
                </p14:cNvPr>
                <p14:cNvContentPartPr/>
                <p14:nvPr/>
              </p14:nvContentPartPr>
              <p14:xfrm>
                <a:off x="6468112" y="496289"/>
                <a:ext cx="144720" cy="605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B7FDDD8-3805-5895-AD3F-7FC6502AEFB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61992" y="490169"/>
                  <a:ext cx="156960" cy="61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C0189B3-CD77-A78B-4C40-B5C9BCC1302B}"/>
                    </a:ext>
                  </a:extLst>
                </p14:cNvPr>
                <p14:cNvContentPartPr/>
                <p14:nvPr/>
              </p14:nvContentPartPr>
              <p14:xfrm>
                <a:off x="6866272" y="566849"/>
                <a:ext cx="814680" cy="685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C0189B3-CD77-A78B-4C40-B5C9BCC1302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60152" y="560729"/>
                  <a:ext cx="82692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C229BDE-A66D-CB48-9104-06434D7D6B29}"/>
                    </a:ext>
                  </a:extLst>
                </p14:cNvPr>
                <p14:cNvContentPartPr/>
                <p14:nvPr/>
              </p14:nvContentPartPr>
              <p14:xfrm>
                <a:off x="7716232" y="503849"/>
                <a:ext cx="1405080" cy="433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C229BDE-A66D-CB48-9104-06434D7D6B2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10112" y="497729"/>
                  <a:ext cx="141732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EFD18EF-39E6-8DC6-1EC2-3C2C6586D776}"/>
                    </a:ext>
                  </a:extLst>
                </p14:cNvPr>
                <p14:cNvContentPartPr/>
                <p14:nvPr/>
              </p14:nvContentPartPr>
              <p14:xfrm>
                <a:off x="9299512" y="827129"/>
                <a:ext cx="75600" cy="99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EFD18EF-39E6-8DC6-1EC2-3C2C6586D77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293392" y="821009"/>
                  <a:ext cx="878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72DC27A-4D3C-AEF5-E54E-362D5C514970}"/>
                    </a:ext>
                  </a:extLst>
                </p14:cNvPr>
                <p14:cNvContentPartPr/>
                <p14:nvPr/>
              </p14:nvContentPartPr>
              <p14:xfrm>
                <a:off x="6153112" y="2757449"/>
                <a:ext cx="194400" cy="433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72DC27A-4D3C-AEF5-E54E-362D5C51497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46992" y="2751329"/>
                  <a:ext cx="20664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3F88EC2-3FB3-B49A-33B3-9BF8FFC48619}"/>
                    </a:ext>
                  </a:extLst>
                </p14:cNvPr>
                <p14:cNvContentPartPr/>
                <p14:nvPr/>
              </p14:nvContentPartPr>
              <p14:xfrm>
                <a:off x="7621552" y="1343369"/>
                <a:ext cx="449280" cy="1460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3F88EC2-3FB3-B49A-33B3-9BF8FFC4861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15432" y="1337249"/>
                  <a:ext cx="461520" cy="14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4595081-F6E9-8618-AC52-92F8EF67208B}"/>
                    </a:ext>
                  </a:extLst>
                </p14:cNvPr>
                <p14:cNvContentPartPr/>
                <p14:nvPr/>
              </p14:nvContentPartPr>
              <p14:xfrm>
                <a:off x="8540272" y="1422569"/>
                <a:ext cx="704520" cy="1002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4595081-F6E9-8618-AC52-92F8EF67208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534152" y="1416449"/>
                  <a:ext cx="716760" cy="10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A09A668-B268-CA80-FF2B-D75E4AD80050}"/>
                    </a:ext>
                  </a:extLst>
                </p14:cNvPr>
                <p14:cNvContentPartPr/>
                <p14:nvPr/>
              </p14:nvContentPartPr>
              <p14:xfrm>
                <a:off x="8873272" y="1649369"/>
                <a:ext cx="727560" cy="282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A09A668-B268-CA80-FF2B-D75E4AD8005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867152" y="1643249"/>
                  <a:ext cx="7398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578B042-450C-8D85-B3A8-78B02642903C}"/>
                    </a:ext>
                  </a:extLst>
                </p14:cNvPr>
                <p14:cNvContentPartPr/>
                <p14:nvPr/>
              </p14:nvContentPartPr>
              <p14:xfrm>
                <a:off x="9876232" y="1453169"/>
                <a:ext cx="29880" cy="16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578B042-450C-8D85-B3A8-78B02642903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870112" y="1447049"/>
                  <a:ext cx="42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50F5B93-2B8B-57A6-057C-EB8A13210803}"/>
                    </a:ext>
                  </a:extLst>
                </p14:cNvPr>
                <p14:cNvContentPartPr/>
                <p14:nvPr/>
              </p14:nvContentPartPr>
              <p14:xfrm>
                <a:off x="8367112" y="2866529"/>
                <a:ext cx="525600" cy="1392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50F5B93-2B8B-57A6-057C-EB8A1321080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60992" y="2860409"/>
                  <a:ext cx="537840" cy="14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DEF2918-CD76-5577-DB28-E67099252AA4}"/>
                    </a:ext>
                  </a:extLst>
                </p14:cNvPr>
                <p14:cNvContentPartPr/>
                <p14:nvPr/>
              </p14:nvContentPartPr>
              <p14:xfrm>
                <a:off x="9722872" y="2210969"/>
                <a:ext cx="799200" cy="1874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DEF2918-CD76-5577-DB28-E67099252AA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716752" y="2204849"/>
                  <a:ext cx="811440" cy="18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7C537AB-802F-5E1F-C958-A19542142F4F}"/>
                    </a:ext>
                  </a:extLst>
                </p14:cNvPr>
                <p14:cNvContentPartPr/>
                <p14:nvPr/>
              </p14:nvContentPartPr>
              <p14:xfrm>
                <a:off x="9659512" y="1338329"/>
                <a:ext cx="1353240" cy="509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7C537AB-802F-5E1F-C958-A19542142F4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53392" y="1332209"/>
                  <a:ext cx="136548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1C730DE-ADE5-1EA7-540B-F4E58E354EF9}"/>
                    </a:ext>
                  </a:extLst>
                </p14:cNvPr>
                <p14:cNvContentPartPr/>
                <p14:nvPr/>
              </p14:nvContentPartPr>
              <p14:xfrm>
                <a:off x="10888192" y="1199369"/>
                <a:ext cx="162000" cy="792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1C730DE-ADE5-1EA7-540B-F4E58E354EF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882072" y="1193249"/>
                  <a:ext cx="174240" cy="80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DE1618F-3228-FE4E-FF98-0762871E0228}"/>
                    </a:ext>
                  </a:extLst>
                </p14:cNvPr>
                <p14:cNvContentPartPr/>
                <p14:nvPr/>
              </p14:nvContentPartPr>
              <p14:xfrm>
                <a:off x="10492552" y="2321129"/>
                <a:ext cx="519840" cy="787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DE1618F-3228-FE4E-FF98-0762871E022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486432" y="2315009"/>
                  <a:ext cx="532080" cy="79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6E181DC-79B8-5379-DB13-0345861B8533}"/>
                    </a:ext>
                  </a:extLst>
                </p14:cNvPr>
                <p14:cNvContentPartPr/>
                <p14:nvPr/>
              </p14:nvContentPartPr>
              <p14:xfrm>
                <a:off x="11050912" y="1885889"/>
                <a:ext cx="531360" cy="751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6E181DC-79B8-5379-DB13-0345861B853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044792" y="1879769"/>
                  <a:ext cx="543600" cy="76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A909E3E-B8DB-4968-9A79-66752C044C5D}"/>
                    </a:ext>
                  </a:extLst>
                </p14:cNvPr>
                <p14:cNvContentPartPr/>
                <p14:nvPr/>
              </p14:nvContentPartPr>
              <p14:xfrm>
                <a:off x="11532232" y="1990649"/>
                <a:ext cx="422640" cy="161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A909E3E-B8DB-4968-9A79-66752C044C5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526112" y="1984529"/>
                  <a:ext cx="4348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E0A20DD-7A61-9D40-663E-C8AACDD157AC}"/>
                    </a:ext>
                  </a:extLst>
                </p14:cNvPr>
                <p14:cNvContentPartPr/>
                <p14:nvPr/>
              </p14:nvContentPartPr>
              <p14:xfrm>
                <a:off x="11953432" y="1969769"/>
                <a:ext cx="28440" cy="34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E0A20DD-7A61-9D40-663E-C8AACDD157A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947312" y="1963649"/>
                  <a:ext cx="40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56B6121-A10B-0723-0263-D078C2F4A1FF}"/>
                    </a:ext>
                  </a:extLst>
                </p14:cNvPr>
                <p14:cNvContentPartPr/>
                <p14:nvPr/>
              </p14:nvContentPartPr>
              <p14:xfrm>
                <a:off x="10493632" y="2340929"/>
                <a:ext cx="1065960" cy="731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56B6121-A10B-0723-0263-D078C2F4A1F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487512" y="2334809"/>
                  <a:ext cx="1078200" cy="74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9FA66CE-2ED7-B0D6-E266-5CD482520432}"/>
                    </a:ext>
                  </a:extLst>
                </p14:cNvPr>
                <p14:cNvContentPartPr/>
                <p14:nvPr/>
              </p14:nvContentPartPr>
              <p14:xfrm>
                <a:off x="11838592" y="1920449"/>
                <a:ext cx="91080" cy="29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9FA66CE-2ED7-B0D6-E266-5CD48252043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832472" y="1914329"/>
                  <a:ext cx="103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45ABA49-3AFA-6204-F69F-19523138EAB6}"/>
                    </a:ext>
                  </a:extLst>
                </p14:cNvPr>
                <p14:cNvContentPartPr/>
                <p14:nvPr/>
              </p14:nvContentPartPr>
              <p14:xfrm>
                <a:off x="12024712" y="1861769"/>
                <a:ext cx="71640" cy="145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45ABA49-3AFA-6204-F69F-19523138EAB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018592" y="1855649"/>
                  <a:ext cx="838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FFC83D8-8636-6000-37B6-798F681B5D05}"/>
                    </a:ext>
                  </a:extLst>
                </p14:cNvPr>
                <p14:cNvContentPartPr/>
                <p14:nvPr/>
              </p14:nvContentPartPr>
              <p14:xfrm>
                <a:off x="11076832" y="2935649"/>
                <a:ext cx="90360" cy="1180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FFC83D8-8636-6000-37B6-798F681B5D0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70712" y="2929529"/>
                  <a:ext cx="102600" cy="11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8BA2790-323E-A297-913B-197966788CC6}"/>
                    </a:ext>
                  </a:extLst>
                </p14:cNvPr>
                <p14:cNvContentPartPr/>
                <p14:nvPr/>
              </p14:nvContentPartPr>
              <p14:xfrm>
                <a:off x="10568872" y="3877049"/>
                <a:ext cx="967320" cy="685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8BA2790-323E-A297-913B-197966788CC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562752" y="3870929"/>
                  <a:ext cx="97956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5F68EF4-DAFE-0763-7700-763A46B27112}"/>
                    </a:ext>
                  </a:extLst>
                </p14:cNvPr>
                <p14:cNvContentPartPr/>
                <p14:nvPr/>
              </p14:nvContentPartPr>
              <p14:xfrm>
                <a:off x="9430912" y="4652489"/>
                <a:ext cx="1820880" cy="927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5F68EF4-DAFE-0763-7700-763A46B2711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424792" y="4646369"/>
                  <a:ext cx="1833120" cy="9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A0CB3A5-FCA8-376C-57CD-E10495754CDD}"/>
                    </a:ext>
                  </a:extLst>
                </p14:cNvPr>
                <p14:cNvContentPartPr/>
                <p14:nvPr/>
              </p14:nvContentPartPr>
              <p14:xfrm>
                <a:off x="11495152" y="4824569"/>
                <a:ext cx="106200" cy="88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A0CB3A5-FCA8-376C-57CD-E10495754CD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489032" y="4818449"/>
                  <a:ext cx="1184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3DB29AB-164D-37F7-C4D6-4BA7F18E3C3C}"/>
                    </a:ext>
                  </a:extLst>
                </p14:cNvPr>
                <p14:cNvContentPartPr/>
                <p14:nvPr/>
              </p14:nvContentPartPr>
              <p14:xfrm>
                <a:off x="4394152" y="4359449"/>
                <a:ext cx="1198800" cy="633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3DB29AB-164D-37F7-C4D6-4BA7F18E3C3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388032" y="4353329"/>
                  <a:ext cx="1211040" cy="64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764A750-C894-E99C-970B-FC5C82CCEA47}"/>
                    </a:ext>
                  </a:extLst>
                </p14:cNvPr>
                <p14:cNvContentPartPr/>
                <p14:nvPr/>
              </p14:nvContentPartPr>
              <p14:xfrm>
                <a:off x="5831992" y="4003409"/>
                <a:ext cx="1111320" cy="1248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764A750-C894-E99C-970B-FC5C82CCEA4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825872" y="3997289"/>
                  <a:ext cx="1123560" cy="12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5C9996E-A49C-85BB-ABC2-3B9DDA6AB3CA}"/>
                    </a:ext>
                  </a:extLst>
                </p14:cNvPr>
                <p14:cNvContentPartPr/>
                <p14:nvPr/>
              </p14:nvContentPartPr>
              <p14:xfrm>
                <a:off x="7279552" y="3935729"/>
                <a:ext cx="9360" cy="12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5C9996E-A49C-85BB-ABC2-3B9DDA6AB3C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73432" y="3929609"/>
                  <a:ext cx="216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AF85761-8EE2-CEE8-537A-678DCE4BC506}"/>
                    </a:ext>
                  </a:extLst>
                </p14:cNvPr>
                <p14:cNvContentPartPr/>
                <p14:nvPr/>
              </p14:nvContentPartPr>
              <p14:xfrm>
                <a:off x="7283512" y="4449089"/>
                <a:ext cx="75600" cy="171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AF85761-8EE2-CEE8-537A-678DCE4BC50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77392" y="4442969"/>
                  <a:ext cx="878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8801999-70A5-2EF2-E2AE-32194B4126F1}"/>
                    </a:ext>
                  </a:extLst>
                </p14:cNvPr>
                <p14:cNvContentPartPr/>
                <p14:nvPr/>
              </p14:nvContentPartPr>
              <p14:xfrm>
                <a:off x="7553872" y="3719729"/>
                <a:ext cx="596160" cy="661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8801999-70A5-2EF2-E2AE-32194B4126F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547752" y="3713609"/>
                  <a:ext cx="608400" cy="67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32DBE9B-7256-A233-AE16-2C17719AFA2B}"/>
                    </a:ext>
                  </a:extLst>
                </p14:cNvPr>
                <p14:cNvContentPartPr/>
                <p14:nvPr/>
              </p14:nvContentPartPr>
              <p14:xfrm>
                <a:off x="7245352" y="4139129"/>
                <a:ext cx="14400" cy="20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32DBE9B-7256-A233-AE16-2C17719AFA2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239232" y="4133009"/>
                  <a:ext cx="26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D2FE0F4-B68E-543B-EE53-7209D1CDC2FD}"/>
                    </a:ext>
                  </a:extLst>
                </p14:cNvPr>
                <p14:cNvContentPartPr/>
                <p14:nvPr/>
              </p14:nvContentPartPr>
              <p14:xfrm>
                <a:off x="7376752" y="4515689"/>
                <a:ext cx="36000" cy="224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D2FE0F4-B68E-543B-EE53-7209D1CDC2F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70632" y="4509569"/>
                  <a:ext cx="482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327D2D7-161B-F233-A122-8FF8E26E9F03}"/>
                    </a:ext>
                  </a:extLst>
                </p14:cNvPr>
                <p14:cNvContentPartPr/>
                <p14:nvPr/>
              </p14:nvContentPartPr>
              <p14:xfrm>
                <a:off x="6131512" y="4993409"/>
                <a:ext cx="2506320" cy="663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327D2D7-161B-F233-A122-8FF8E26E9F0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25392" y="4987289"/>
                  <a:ext cx="2518560" cy="67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2DEF2D6-9C80-EE73-AE9A-519E738BABDB}"/>
                    </a:ext>
                  </a:extLst>
                </p14:cNvPr>
                <p14:cNvContentPartPr/>
                <p14:nvPr/>
              </p14:nvContentPartPr>
              <p14:xfrm>
                <a:off x="6302512" y="4887929"/>
                <a:ext cx="413640" cy="1208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2DEF2D6-9C80-EE73-AE9A-519E738BABD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96392" y="4881809"/>
                  <a:ext cx="425880" cy="12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E26973A-28AA-C39E-C709-C27E5DC19C20}"/>
                    </a:ext>
                  </a:extLst>
                </p14:cNvPr>
                <p14:cNvContentPartPr/>
                <p14:nvPr/>
              </p14:nvContentPartPr>
              <p14:xfrm>
                <a:off x="5996152" y="5913209"/>
                <a:ext cx="851400" cy="352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E26973A-28AA-C39E-C709-C27E5DC19C2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90032" y="5907089"/>
                  <a:ext cx="8636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74E157F-F176-2FE2-85EA-FA8591196B56}"/>
                    </a:ext>
                  </a:extLst>
                </p14:cNvPr>
                <p14:cNvContentPartPr/>
                <p14:nvPr/>
              </p14:nvContentPartPr>
              <p14:xfrm>
                <a:off x="6699232" y="5873969"/>
                <a:ext cx="463680" cy="351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74E157F-F176-2FE2-85EA-FA8591196B5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93112" y="5867849"/>
                  <a:ext cx="4759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6F65A68-DA59-F7A7-792E-7D9870E172F5}"/>
                    </a:ext>
                  </a:extLst>
                </p14:cNvPr>
                <p14:cNvContentPartPr/>
                <p14:nvPr/>
              </p14:nvContentPartPr>
              <p14:xfrm>
                <a:off x="6814432" y="6156569"/>
                <a:ext cx="427320" cy="312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6F65A68-DA59-F7A7-792E-7D9870E172F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808312" y="6150449"/>
                  <a:ext cx="43956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A091B61-55FC-324E-A64E-A9762DF9AA68}"/>
                    </a:ext>
                  </a:extLst>
                </p14:cNvPr>
                <p14:cNvContentPartPr/>
                <p14:nvPr/>
              </p14:nvContentPartPr>
              <p14:xfrm>
                <a:off x="7467112" y="6138209"/>
                <a:ext cx="34920" cy="56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A091B61-55FC-324E-A64E-A9762DF9AA6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60992" y="6132089"/>
                  <a:ext cx="471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93F6995-5AF6-D35D-5749-51E2B26AFF2E}"/>
                    </a:ext>
                  </a:extLst>
                </p14:cNvPr>
                <p14:cNvContentPartPr/>
                <p14:nvPr/>
              </p14:nvContentPartPr>
              <p14:xfrm>
                <a:off x="8497072" y="5879729"/>
                <a:ext cx="41040" cy="36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93F6995-5AF6-D35D-5749-51E2B26AFF2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490952" y="5873609"/>
                  <a:ext cx="53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3A2220E-EF02-AD9D-DB25-AEE5FAEE4203}"/>
                    </a:ext>
                  </a:extLst>
                </p14:cNvPr>
                <p14:cNvContentPartPr/>
                <p14:nvPr/>
              </p14:nvContentPartPr>
              <p14:xfrm>
                <a:off x="9847792" y="260129"/>
                <a:ext cx="366840" cy="793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3A2220E-EF02-AD9D-DB25-AEE5FAEE420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841672" y="254009"/>
                  <a:ext cx="379080" cy="80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855AA14-8229-0B04-7028-21739D22F7DE}"/>
                    </a:ext>
                  </a:extLst>
                </p14:cNvPr>
                <p14:cNvContentPartPr/>
                <p14:nvPr/>
              </p14:nvContentPartPr>
              <p14:xfrm>
                <a:off x="10898272" y="135929"/>
                <a:ext cx="280800" cy="881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855AA14-8229-0B04-7028-21739D22F7D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892152" y="129809"/>
                  <a:ext cx="293040" cy="89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C771D95-667F-2EC5-CE2B-77B49EE78FB2}"/>
                    </a:ext>
                  </a:extLst>
                </p14:cNvPr>
                <p14:cNvContentPartPr/>
                <p14:nvPr/>
              </p14:nvContentPartPr>
              <p14:xfrm>
                <a:off x="10090072" y="432209"/>
                <a:ext cx="127440" cy="248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C771D95-667F-2EC5-CE2B-77B49EE78FB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083952" y="426089"/>
                  <a:ext cx="1396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1529DD6-C666-8A35-DD53-C219F573F0DD}"/>
                    </a:ext>
                  </a:extLst>
                </p14:cNvPr>
                <p14:cNvContentPartPr/>
                <p14:nvPr/>
              </p14:nvContentPartPr>
              <p14:xfrm>
                <a:off x="10232272" y="632009"/>
                <a:ext cx="183960" cy="150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1529DD6-C666-8A35-DD53-C219F573F0D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226152" y="625889"/>
                  <a:ext cx="1962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B11FC48-409E-B7BF-43E1-189B899DDDD0}"/>
                    </a:ext>
                  </a:extLst>
                </p14:cNvPr>
                <p14:cNvContentPartPr/>
                <p14:nvPr/>
              </p14:nvContentPartPr>
              <p14:xfrm>
                <a:off x="10583632" y="369209"/>
                <a:ext cx="197640" cy="324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B11FC48-409E-B7BF-43E1-189B899DDDD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577512" y="363089"/>
                  <a:ext cx="20988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C5FF14B-962B-DDB0-5A45-AE84BF41D843}"/>
                    </a:ext>
                  </a:extLst>
                </p14:cNvPr>
                <p14:cNvContentPartPr/>
                <p14:nvPr/>
              </p14:nvContentPartPr>
              <p14:xfrm>
                <a:off x="10784512" y="454169"/>
                <a:ext cx="124200" cy="3081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C5FF14B-962B-DDB0-5A45-AE84BF41D84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778392" y="448049"/>
                  <a:ext cx="1364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83892C2-ACEB-956B-F96A-B4FFF313F1D3}"/>
                    </a:ext>
                  </a:extLst>
                </p14:cNvPr>
                <p14:cNvContentPartPr/>
                <p14:nvPr/>
              </p14:nvContentPartPr>
              <p14:xfrm>
                <a:off x="10954432" y="420329"/>
                <a:ext cx="178920" cy="232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83892C2-ACEB-956B-F96A-B4FFF313F1D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48312" y="414209"/>
                  <a:ext cx="1911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41AB884-3E5D-2C58-46F3-F9C1E0AC3CFA}"/>
                    </a:ext>
                  </a:extLst>
                </p14:cNvPr>
                <p14:cNvContentPartPr/>
                <p14:nvPr/>
              </p14:nvContentPartPr>
              <p14:xfrm>
                <a:off x="11098432" y="611489"/>
                <a:ext cx="126720" cy="246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41AB884-3E5D-2C58-46F3-F9C1E0AC3CF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092312" y="605369"/>
                  <a:ext cx="1389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F281C32-A354-E419-7611-18B772AD205E}"/>
                    </a:ext>
                  </a:extLst>
                </p14:cNvPr>
                <p14:cNvContentPartPr/>
                <p14:nvPr/>
              </p14:nvContentPartPr>
              <p14:xfrm>
                <a:off x="9945712" y="270209"/>
                <a:ext cx="124920" cy="712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F281C32-A354-E419-7611-18B772AD205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939592" y="264089"/>
                  <a:ext cx="137160" cy="7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43B9BDF-AF39-9282-8B78-E1E951BB509B}"/>
                    </a:ext>
                  </a:extLst>
                </p14:cNvPr>
                <p14:cNvContentPartPr/>
                <p14:nvPr/>
              </p14:nvContentPartPr>
              <p14:xfrm>
                <a:off x="10866232" y="131249"/>
                <a:ext cx="257400" cy="1035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43B9BDF-AF39-9282-8B78-E1E951BB509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860112" y="125129"/>
                  <a:ext cx="269640" cy="10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D1BE66B-278D-0B48-29B3-0035571FE099}"/>
                    </a:ext>
                  </a:extLst>
                </p14:cNvPr>
                <p14:cNvContentPartPr/>
                <p14:nvPr/>
              </p14:nvContentPartPr>
              <p14:xfrm>
                <a:off x="4082392" y="90929"/>
                <a:ext cx="626760" cy="1897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D1BE66B-278D-0B48-29B3-0035571FE09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076272" y="84809"/>
                  <a:ext cx="639000" cy="19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93EBB8D-D8D2-1502-5748-4A794FC1E5D2}"/>
                    </a:ext>
                  </a:extLst>
                </p14:cNvPr>
                <p14:cNvContentPartPr/>
                <p14:nvPr/>
              </p14:nvContentPartPr>
              <p14:xfrm>
                <a:off x="5092912" y="203249"/>
                <a:ext cx="852120" cy="15372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93EBB8D-D8D2-1502-5748-4A794FC1E5D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086792" y="197129"/>
                  <a:ext cx="864360" cy="15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B9F95D0-30F5-87AF-9AFA-EEAC58F30783}"/>
                    </a:ext>
                  </a:extLst>
                </p14:cNvPr>
                <p14:cNvContentPartPr/>
                <p14:nvPr/>
              </p14:nvContentPartPr>
              <p14:xfrm>
                <a:off x="4688272" y="761609"/>
                <a:ext cx="28440" cy="552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B9F95D0-30F5-87AF-9AFA-EEAC58F3078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682152" y="755489"/>
                  <a:ext cx="4068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10AA194-3333-8D57-1226-C66F5F01E789}"/>
                    </a:ext>
                  </a:extLst>
                </p14:cNvPr>
                <p14:cNvContentPartPr/>
                <p14:nvPr/>
              </p14:nvContentPartPr>
              <p14:xfrm>
                <a:off x="4842712" y="1077689"/>
                <a:ext cx="230040" cy="281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10AA194-3333-8D57-1226-C66F5F01E78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836592" y="1071569"/>
                  <a:ext cx="2422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6A1C7DA-B6E4-FAEF-38D4-CB2E688EA0AA}"/>
                    </a:ext>
                  </a:extLst>
                </p14:cNvPr>
                <p14:cNvContentPartPr/>
                <p14:nvPr/>
              </p14:nvContentPartPr>
              <p14:xfrm>
                <a:off x="5302072" y="569009"/>
                <a:ext cx="196920" cy="570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6A1C7DA-B6E4-FAEF-38D4-CB2E688EA0A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95952" y="562889"/>
                  <a:ext cx="209160" cy="5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965A2CA-6C47-FE62-9377-FA1DB2F2F4FB}"/>
                    </a:ext>
                  </a:extLst>
                </p14:cNvPr>
                <p14:cNvContentPartPr/>
                <p14:nvPr/>
              </p14:nvContentPartPr>
              <p14:xfrm>
                <a:off x="5510152" y="767729"/>
                <a:ext cx="104760" cy="430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965A2CA-6C47-FE62-9377-FA1DB2F2F4F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504032" y="761609"/>
                  <a:ext cx="11700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44FEE32-F026-A79C-DEF9-F3D28A6D97A1}"/>
                    </a:ext>
                  </a:extLst>
                </p14:cNvPr>
                <p14:cNvContentPartPr/>
                <p14:nvPr/>
              </p14:nvContentPartPr>
              <p14:xfrm>
                <a:off x="4690792" y="703289"/>
                <a:ext cx="29880" cy="657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44FEE32-F026-A79C-DEF9-F3D28A6D97A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684672" y="697169"/>
                  <a:ext cx="4212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71D3B9E-3AE8-3098-9765-70B2FCAAEE79}"/>
                    </a:ext>
                  </a:extLst>
                </p14:cNvPr>
                <p14:cNvContentPartPr/>
                <p14:nvPr/>
              </p14:nvContentPartPr>
              <p14:xfrm>
                <a:off x="4612312" y="1375049"/>
                <a:ext cx="937800" cy="2473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71D3B9E-3AE8-3098-9765-70B2FCAAEE7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606192" y="1368929"/>
                  <a:ext cx="950040" cy="25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23988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0A9241D9-44CA-80D8-20C6-DB9E144581C0}"/>
              </a:ext>
            </a:extLst>
          </p:cNvPr>
          <p:cNvGrpSpPr/>
          <p:nvPr/>
        </p:nvGrpSpPr>
        <p:grpSpPr>
          <a:xfrm>
            <a:off x="1259632" y="143849"/>
            <a:ext cx="8966520" cy="1652760"/>
            <a:chOff x="1259632" y="143849"/>
            <a:chExt cx="8966520" cy="165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A5D1746-731E-BC86-9F2C-230434F962B7}"/>
                    </a:ext>
                  </a:extLst>
                </p14:cNvPr>
                <p14:cNvContentPartPr/>
                <p14:nvPr/>
              </p14:nvContentPartPr>
              <p14:xfrm>
                <a:off x="1259632" y="947009"/>
                <a:ext cx="1404000" cy="203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A5D1746-731E-BC86-9F2C-230434F962B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53512" y="940889"/>
                  <a:ext cx="14162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E28760E-1E3B-D13A-FF5C-357EE9C6EB12}"/>
                    </a:ext>
                  </a:extLst>
                </p14:cNvPr>
                <p14:cNvContentPartPr/>
                <p14:nvPr/>
              </p14:nvContentPartPr>
              <p14:xfrm>
                <a:off x="2655712" y="573689"/>
                <a:ext cx="84240" cy="1030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E28760E-1E3B-D13A-FF5C-357EE9C6EB1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49592" y="567569"/>
                  <a:ext cx="96480" cy="10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0C4AAF2-EF07-A84A-3E14-10704255FA8B}"/>
                    </a:ext>
                  </a:extLst>
                </p14:cNvPr>
                <p14:cNvContentPartPr/>
                <p14:nvPr/>
              </p14:nvContentPartPr>
              <p14:xfrm>
                <a:off x="3386872" y="602849"/>
                <a:ext cx="634680" cy="914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0C4AAF2-EF07-A84A-3E14-10704255FA8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80752" y="596729"/>
                  <a:ext cx="646920" cy="9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0DA1692-9960-A114-7A73-334866CA8878}"/>
                    </a:ext>
                  </a:extLst>
                </p14:cNvPr>
                <p14:cNvContentPartPr/>
                <p14:nvPr/>
              </p14:nvContentPartPr>
              <p14:xfrm>
                <a:off x="3790072" y="167249"/>
                <a:ext cx="450000" cy="1629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0DA1692-9960-A114-7A73-334866CA887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783952" y="161129"/>
                  <a:ext cx="462240" cy="164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A2FA0A1-87F8-E5B9-0D7C-4E27B9668D87}"/>
                    </a:ext>
                  </a:extLst>
                </p14:cNvPr>
                <p14:cNvContentPartPr/>
                <p14:nvPr/>
              </p14:nvContentPartPr>
              <p14:xfrm>
                <a:off x="4227112" y="633089"/>
                <a:ext cx="938880" cy="657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A2FA0A1-87F8-E5B9-0D7C-4E27B9668D8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20992" y="626969"/>
                  <a:ext cx="95112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8B7466D-9291-4D10-7A15-F89CEF12E060}"/>
                    </a:ext>
                  </a:extLst>
                </p14:cNvPr>
                <p14:cNvContentPartPr/>
                <p14:nvPr/>
              </p14:nvContentPartPr>
              <p14:xfrm>
                <a:off x="2152792" y="405929"/>
                <a:ext cx="3183840" cy="159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8B7466D-9291-4D10-7A15-F89CEF12E06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46672" y="399809"/>
                  <a:ext cx="31960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77A5250-B89E-6B63-EBB3-025CABD85E35}"/>
                    </a:ext>
                  </a:extLst>
                </p14:cNvPr>
                <p14:cNvContentPartPr/>
                <p14:nvPr/>
              </p14:nvContentPartPr>
              <p14:xfrm>
                <a:off x="5595472" y="1327889"/>
                <a:ext cx="218520" cy="255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77A5250-B89E-6B63-EBB3-025CABD85E3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89352" y="1321769"/>
                  <a:ext cx="2307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A5AF762-D6B3-FC8C-BD6F-3C2B1DC27712}"/>
                    </a:ext>
                  </a:extLst>
                </p14:cNvPr>
                <p14:cNvContentPartPr/>
                <p14:nvPr/>
              </p14:nvContentPartPr>
              <p14:xfrm>
                <a:off x="6928192" y="603209"/>
                <a:ext cx="1215720" cy="827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A5AF762-D6B3-FC8C-BD6F-3C2B1DC277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922072" y="597089"/>
                  <a:ext cx="1227960" cy="83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EEB1D17-09EB-01C4-D28E-C35E49382BB1}"/>
                    </a:ext>
                  </a:extLst>
                </p14:cNvPr>
                <p14:cNvContentPartPr/>
                <p14:nvPr/>
              </p14:nvContentPartPr>
              <p14:xfrm>
                <a:off x="8692192" y="581969"/>
                <a:ext cx="552600" cy="771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EEB1D17-09EB-01C4-D28E-C35E49382BB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86072" y="575849"/>
                  <a:ext cx="564840" cy="78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3433DD9-4B39-6DDD-651F-C5567918A909}"/>
                    </a:ext>
                  </a:extLst>
                </p14:cNvPr>
                <p14:cNvContentPartPr/>
                <p14:nvPr/>
              </p14:nvContentPartPr>
              <p14:xfrm>
                <a:off x="9545032" y="552809"/>
                <a:ext cx="607680" cy="790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3433DD9-4B39-6DDD-651F-C5567918A90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38912" y="546689"/>
                  <a:ext cx="619920" cy="80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1FDE68B-F89F-BEA4-B8D9-5EDB164B5753}"/>
                    </a:ext>
                  </a:extLst>
                </p14:cNvPr>
                <p14:cNvContentPartPr/>
                <p14:nvPr/>
              </p14:nvContentPartPr>
              <p14:xfrm>
                <a:off x="7117192" y="143849"/>
                <a:ext cx="3108960" cy="387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1FDE68B-F89F-BEA4-B8D9-5EDB164B575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11072" y="137729"/>
                  <a:ext cx="3121200" cy="39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0D327A1-15B3-71EE-3665-8D219B6FC156}"/>
              </a:ext>
            </a:extLst>
          </p:cNvPr>
          <p:cNvGrpSpPr/>
          <p:nvPr/>
        </p:nvGrpSpPr>
        <p:grpSpPr>
          <a:xfrm>
            <a:off x="2874232" y="2286569"/>
            <a:ext cx="5528520" cy="1615680"/>
            <a:chOff x="2874232" y="2286569"/>
            <a:chExt cx="5528520" cy="161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B787503-9702-4509-BC3A-5A332035FEF4}"/>
                    </a:ext>
                  </a:extLst>
                </p14:cNvPr>
                <p14:cNvContentPartPr/>
                <p14:nvPr/>
              </p14:nvContentPartPr>
              <p14:xfrm>
                <a:off x="3213712" y="2865449"/>
                <a:ext cx="1406160" cy="404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B787503-9702-4509-BC3A-5A332035FEF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07592" y="2859329"/>
                  <a:ext cx="141840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DE12442-6DF5-12C4-44B5-0C62694EBEBD}"/>
                    </a:ext>
                  </a:extLst>
                </p14:cNvPr>
                <p14:cNvContentPartPr/>
                <p14:nvPr/>
              </p14:nvContentPartPr>
              <p14:xfrm>
                <a:off x="4519432" y="2748449"/>
                <a:ext cx="416520" cy="450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DE12442-6DF5-12C4-44B5-0C62694EBEB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13312" y="2742329"/>
                  <a:ext cx="42876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16CAE05-4DF7-ED5B-E813-0EC4DDF3150B}"/>
                    </a:ext>
                  </a:extLst>
                </p14:cNvPr>
                <p14:cNvContentPartPr/>
                <p14:nvPr/>
              </p14:nvContentPartPr>
              <p14:xfrm>
                <a:off x="5229712" y="2286569"/>
                <a:ext cx="1013040" cy="948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16CAE05-4DF7-ED5B-E813-0EC4DDF3150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23592" y="2280449"/>
                  <a:ext cx="1025280" cy="9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B7694BF-307E-8C7D-FBB7-7F39ED654BE0}"/>
                    </a:ext>
                  </a:extLst>
                </p14:cNvPr>
                <p14:cNvContentPartPr/>
                <p14:nvPr/>
              </p14:nvContentPartPr>
              <p14:xfrm>
                <a:off x="6460552" y="2626769"/>
                <a:ext cx="848160" cy="411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B7694BF-307E-8C7D-FBB7-7F39ED654BE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54432" y="2620649"/>
                  <a:ext cx="86040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BE95616-3C9C-9D77-476C-F4BB0D86E24B}"/>
                    </a:ext>
                  </a:extLst>
                </p14:cNvPr>
                <p14:cNvContentPartPr/>
                <p14:nvPr/>
              </p14:nvContentPartPr>
              <p14:xfrm>
                <a:off x="2874232" y="3542969"/>
                <a:ext cx="4657320" cy="359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BE95616-3C9C-9D77-476C-F4BB0D86E24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68112" y="3536849"/>
                  <a:ext cx="466956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B0F0CCF-E6DB-F06F-36BC-256C5954DD83}"/>
                    </a:ext>
                  </a:extLst>
                </p14:cNvPr>
                <p14:cNvContentPartPr/>
                <p14:nvPr/>
              </p14:nvContentPartPr>
              <p14:xfrm>
                <a:off x="3469312" y="3328409"/>
                <a:ext cx="1636560" cy="174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B0F0CCF-E6DB-F06F-36BC-256C5954DD8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63192" y="3322289"/>
                  <a:ext cx="16488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5ADAFD2-3CF9-4521-5418-467B01E967D1}"/>
                    </a:ext>
                  </a:extLst>
                </p14:cNvPr>
                <p14:cNvContentPartPr/>
                <p14:nvPr/>
              </p14:nvContentPartPr>
              <p14:xfrm>
                <a:off x="4463632" y="3121409"/>
                <a:ext cx="3939120" cy="555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5ADAFD2-3CF9-4521-5418-467B01E967D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57512" y="3115289"/>
                  <a:ext cx="3951360" cy="567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47630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77AAF7B-9C0D-0556-820A-99E4D393AAF1}"/>
                  </a:ext>
                </a:extLst>
              </p14:cNvPr>
              <p14:cNvContentPartPr/>
              <p14:nvPr/>
            </p14:nvContentPartPr>
            <p14:xfrm>
              <a:off x="10471672" y="2522177"/>
              <a:ext cx="447120" cy="4471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77AAF7B-9C0D-0556-820A-99E4D393AA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65552" y="2516057"/>
                <a:ext cx="459360" cy="4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49E29C3-F8EB-7F99-66FD-03933BE45661}"/>
                  </a:ext>
                </a:extLst>
              </p14:cNvPr>
              <p14:cNvContentPartPr/>
              <p14:nvPr/>
            </p14:nvContentPartPr>
            <p14:xfrm>
              <a:off x="10568872" y="2596697"/>
              <a:ext cx="314280" cy="270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49E29C3-F8EB-7F99-66FD-03933BE456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62752" y="2590577"/>
                <a:ext cx="32652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8D9EAB4-5161-9B34-2F9E-13AE84AA913C}"/>
                  </a:ext>
                </a:extLst>
              </p14:cNvPr>
              <p14:cNvContentPartPr/>
              <p14:nvPr/>
            </p14:nvContentPartPr>
            <p14:xfrm>
              <a:off x="11425312" y="2402657"/>
              <a:ext cx="54000" cy="4701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8D9EAB4-5161-9B34-2F9E-13AE84AA913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419192" y="2396537"/>
                <a:ext cx="66240" cy="48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FB0B5F4F-D415-43B5-1451-5337AF8EE95B}"/>
              </a:ext>
            </a:extLst>
          </p:cNvPr>
          <p:cNvGrpSpPr/>
          <p:nvPr/>
        </p:nvGrpSpPr>
        <p:grpSpPr>
          <a:xfrm>
            <a:off x="957592" y="339497"/>
            <a:ext cx="8894520" cy="5873040"/>
            <a:chOff x="957592" y="339497"/>
            <a:chExt cx="8894520" cy="587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DCA54E2-8738-D418-59FF-8254D7CE5675}"/>
                    </a:ext>
                  </a:extLst>
                </p14:cNvPr>
                <p14:cNvContentPartPr/>
                <p14:nvPr/>
              </p14:nvContentPartPr>
              <p14:xfrm>
                <a:off x="1721872" y="592937"/>
                <a:ext cx="952560" cy="14965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DCA54E2-8738-D418-59FF-8254D7CE567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15752" y="586817"/>
                  <a:ext cx="964800" cy="150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327E36D-4B80-761C-FF99-324B7DCF748C}"/>
                    </a:ext>
                  </a:extLst>
                </p14:cNvPr>
                <p14:cNvContentPartPr/>
                <p14:nvPr/>
              </p14:nvContentPartPr>
              <p14:xfrm>
                <a:off x="957592" y="513017"/>
                <a:ext cx="2149200" cy="2393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327E36D-4B80-761C-FF99-324B7DCF74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1472" y="506897"/>
                  <a:ext cx="2161440" cy="240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6757B06-220A-656D-9F11-DB0AFDF9F069}"/>
                    </a:ext>
                  </a:extLst>
                </p14:cNvPr>
                <p14:cNvContentPartPr/>
                <p14:nvPr/>
              </p14:nvContentPartPr>
              <p14:xfrm>
                <a:off x="4401352" y="1085777"/>
                <a:ext cx="462240" cy="168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6757B06-220A-656D-9F11-DB0AFDF9F06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95232" y="1079657"/>
                  <a:ext cx="4744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C0F0A70-2B9E-FD14-A28D-250873C6D65F}"/>
                    </a:ext>
                  </a:extLst>
                </p14:cNvPr>
                <p14:cNvContentPartPr/>
                <p14:nvPr/>
              </p14:nvContentPartPr>
              <p14:xfrm>
                <a:off x="4914352" y="1443977"/>
                <a:ext cx="431640" cy="194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C0F0A70-2B9E-FD14-A28D-250873C6D65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908232" y="1437857"/>
                  <a:ext cx="4438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B7453ED-4310-EF62-DF1A-FE4DD5889869}"/>
                    </a:ext>
                  </a:extLst>
                </p14:cNvPr>
                <p14:cNvContentPartPr/>
                <p14:nvPr/>
              </p14:nvContentPartPr>
              <p14:xfrm>
                <a:off x="6076792" y="453617"/>
                <a:ext cx="777240" cy="1294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B7453ED-4310-EF62-DF1A-FE4DD588986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70672" y="447497"/>
                  <a:ext cx="789480" cy="13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1750633-3959-4813-95A2-65C6D6ECBDF1}"/>
                    </a:ext>
                  </a:extLst>
                </p14:cNvPr>
                <p14:cNvContentPartPr/>
                <p14:nvPr/>
              </p14:nvContentPartPr>
              <p14:xfrm>
                <a:off x="7630912" y="411497"/>
                <a:ext cx="51120" cy="705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1750633-3959-4813-95A2-65C6D6ECBDF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624792" y="405377"/>
                  <a:ext cx="63360" cy="7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093BD7E-197E-4BE2-8970-86FFB40CA4CB}"/>
                    </a:ext>
                  </a:extLst>
                </p14:cNvPr>
                <p14:cNvContentPartPr/>
                <p14:nvPr/>
              </p14:nvContentPartPr>
              <p14:xfrm>
                <a:off x="6744952" y="339497"/>
                <a:ext cx="575640" cy="118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093BD7E-197E-4BE2-8970-86FFB40CA4C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38832" y="333377"/>
                  <a:ext cx="5878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900EBDD-B04D-B73D-1E35-0735B9995B71}"/>
                    </a:ext>
                  </a:extLst>
                </p14:cNvPr>
                <p14:cNvContentPartPr/>
                <p14:nvPr/>
              </p14:nvContentPartPr>
              <p14:xfrm>
                <a:off x="7547752" y="349937"/>
                <a:ext cx="281160" cy="1184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900EBDD-B04D-B73D-1E35-0735B9995B7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541632" y="343817"/>
                  <a:ext cx="293400" cy="11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0A780A3-67F8-4145-35DA-4A145F12925A}"/>
                    </a:ext>
                  </a:extLst>
                </p14:cNvPr>
                <p14:cNvContentPartPr/>
                <p14:nvPr/>
              </p14:nvContentPartPr>
              <p14:xfrm>
                <a:off x="7575832" y="1937897"/>
                <a:ext cx="144360" cy="227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0A780A3-67F8-4145-35DA-4A145F12925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569712" y="1931777"/>
                  <a:ext cx="1566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B96D558-EAA4-0F50-FAB6-D944149A0438}"/>
                    </a:ext>
                  </a:extLst>
                </p14:cNvPr>
                <p14:cNvContentPartPr/>
                <p14:nvPr/>
              </p14:nvContentPartPr>
              <p14:xfrm>
                <a:off x="7567192" y="1987217"/>
                <a:ext cx="165240" cy="105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B96D558-EAA4-0F50-FAB6-D944149A043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61072" y="1981097"/>
                  <a:ext cx="1774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F6DF918-CF6E-9A4E-B231-478C3AF04F28}"/>
                    </a:ext>
                  </a:extLst>
                </p14:cNvPr>
                <p14:cNvContentPartPr/>
                <p14:nvPr/>
              </p14:nvContentPartPr>
              <p14:xfrm>
                <a:off x="8456032" y="962657"/>
                <a:ext cx="301320" cy="99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F6DF918-CF6E-9A4E-B231-478C3AF04F2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49912" y="956537"/>
                  <a:ext cx="3135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EC334E9-BC62-5128-D43B-342BC38F8A7C}"/>
                    </a:ext>
                  </a:extLst>
                </p14:cNvPr>
                <p14:cNvContentPartPr/>
                <p14:nvPr/>
              </p14:nvContentPartPr>
              <p14:xfrm>
                <a:off x="8659072" y="1351097"/>
                <a:ext cx="263160" cy="50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EC334E9-BC62-5128-D43B-342BC38F8A7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52952" y="1344977"/>
                  <a:ext cx="2754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98704FD-06FC-9CBA-D721-B1EA48BB3141}"/>
                    </a:ext>
                  </a:extLst>
                </p14:cNvPr>
                <p14:cNvContentPartPr/>
                <p14:nvPr/>
              </p14:nvContentPartPr>
              <p14:xfrm>
                <a:off x="3293632" y="3251537"/>
                <a:ext cx="402480" cy="784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98704FD-06FC-9CBA-D721-B1EA48BB314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87512" y="3245417"/>
                  <a:ext cx="414720" cy="79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7F9F9C-0F09-4F93-0EBD-AD5B7E87B0F4}"/>
                    </a:ext>
                  </a:extLst>
                </p14:cNvPr>
                <p14:cNvContentPartPr/>
                <p14:nvPr/>
              </p14:nvContentPartPr>
              <p14:xfrm>
                <a:off x="3614032" y="3141017"/>
                <a:ext cx="533520" cy="97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7F9F9C-0F09-4F93-0EBD-AD5B7E87B0F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07912" y="3134897"/>
                  <a:ext cx="5457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7D87F53-5DBC-378A-6B45-CA5DC3AF17CA}"/>
                    </a:ext>
                  </a:extLst>
                </p14:cNvPr>
                <p14:cNvContentPartPr/>
                <p14:nvPr/>
              </p14:nvContentPartPr>
              <p14:xfrm>
                <a:off x="4332232" y="3279977"/>
                <a:ext cx="525960" cy="374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7D87F53-5DBC-378A-6B45-CA5DC3AF17C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26112" y="3273857"/>
                  <a:ext cx="53820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0DF04D8-58D8-FE00-C235-B29699CEF899}"/>
                    </a:ext>
                  </a:extLst>
                </p14:cNvPr>
                <p14:cNvContentPartPr/>
                <p14:nvPr/>
              </p14:nvContentPartPr>
              <p14:xfrm>
                <a:off x="4519792" y="3195017"/>
                <a:ext cx="320760" cy="421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0DF04D8-58D8-FE00-C235-B29699CEF89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13672" y="3188897"/>
                  <a:ext cx="33300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6439F35-2B21-3954-1123-E62E00983838}"/>
                    </a:ext>
                  </a:extLst>
                </p14:cNvPr>
                <p14:cNvContentPartPr/>
                <p14:nvPr/>
              </p14:nvContentPartPr>
              <p14:xfrm>
                <a:off x="5151592" y="2961017"/>
                <a:ext cx="404640" cy="714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6439F35-2B21-3954-1123-E62E0098383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45472" y="2954897"/>
                  <a:ext cx="416880" cy="7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DDFAFF0-7CD3-B566-1396-DABB589B14B7}"/>
                    </a:ext>
                  </a:extLst>
                </p14:cNvPr>
                <p14:cNvContentPartPr/>
                <p14:nvPr/>
              </p14:nvContentPartPr>
              <p14:xfrm>
                <a:off x="5955472" y="3132017"/>
                <a:ext cx="482760" cy="376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DDFAFF0-7CD3-B566-1396-DABB589B14B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49352" y="3125897"/>
                  <a:ext cx="49500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E42B06F-2F50-B0A1-8533-99DAB1640099}"/>
                    </a:ext>
                  </a:extLst>
                </p14:cNvPr>
                <p14:cNvContentPartPr/>
                <p14:nvPr/>
              </p14:nvContentPartPr>
              <p14:xfrm>
                <a:off x="6158152" y="3273137"/>
                <a:ext cx="309240" cy="294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E42B06F-2F50-B0A1-8533-99DAB164009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152032" y="3267017"/>
                  <a:ext cx="3214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93EEF1A-DFCA-87D9-862B-86852B985CB2}"/>
                    </a:ext>
                  </a:extLst>
                </p14:cNvPr>
                <p14:cNvContentPartPr/>
                <p14:nvPr/>
              </p14:nvContentPartPr>
              <p14:xfrm>
                <a:off x="6873832" y="2868857"/>
                <a:ext cx="465480" cy="782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93EEF1A-DFCA-87D9-862B-86852B985CB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867712" y="2862737"/>
                  <a:ext cx="47772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9936FCB-26C4-0848-9BBA-3CD2438984E6}"/>
                    </a:ext>
                  </a:extLst>
                </p14:cNvPr>
                <p14:cNvContentPartPr/>
                <p14:nvPr/>
              </p14:nvContentPartPr>
              <p14:xfrm>
                <a:off x="8516512" y="2790737"/>
                <a:ext cx="511560" cy="493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9936FCB-26C4-0848-9BBA-3CD2438984E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510392" y="2784617"/>
                  <a:ext cx="52380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FE8B943-6A49-F2CC-37A6-F996C7E6E769}"/>
                    </a:ext>
                  </a:extLst>
                </p14:cNvPr>
                <p14:cNvContentPartPr/>
                <p14:nvPr/>
              </p14:nvContentPartPr>
              <p14:xfrm>
                <a:off x="8620552" y="2955257"/>
                <a:ext cx="450720" cy="375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FE8B943-6A49-F2CC-37A6-F996C7E6E76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614432" y="2949137"/>
                  <a:ext cx="46296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444F004-EDD8-0924-DADB-30B3A7FAED70}"/>
                    </a:ext>
                  </a:extLst>
                </p14:cNvPr>
                <p14:cNvContentPartPr/>
                <p14:nvPr/>
              </p14:nvContentPartPr>
              <p14:xfrm>
                <a:off x="9443512" y="2545577"/>
                <a:ext cx="408600" cy="711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444F004-EDD8-0924-DADB-30B3A7FAED7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437392" y="2539457"/>
                  <a:ext cx="420840" cy="72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F1406C2-90A0-1674-5779-C21A76D1DFE7}"/>
                    </a:ext>
                  </a:extLst>
                </p14:cNvPr>
                <p14:cNvContentPartPr/>
                <p14:nvPr/>
              </p14:nvContentPartPr>
              <p14:xfrm>
                <a:off x="1992232" y="2301857"/>
                <a:ext cx="964800" cy="163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F1406C2-90A0-1674-5779-C21A76D1DFE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86112" y="2295737"/>
                  <a:ext cx="9770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457016B-2EAB-FB1C-EBDD-D873326F12A2}"/>
                    </a:ext>
                  </a:extLst>
                </p14:cNvPr>
                <p14:cNvContentPartPr/>
                <p14:nvPr/>
              </p14:nvContentPartPr>
              <p14:xfrm>
                <a:off x="3625552" y="4578857"/>
                <a:ext cx="122760" cy="20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457016B-2EAB-FB1C-EBDD-D873326F12A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619432" y="4572737"/>
                  <a:ext cx="135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9D5FC5D-47D8-7808-652C-69A7E5EE1BCC}"/>
                    </a:ext>
                  </a:extLst>
                </p14:cNvPr>
                <p14:cNvContentPartPr/>
                <p14:nvPr/>
              </p14:nvContentPartPr>
              <p14:xfrm>
                <a:off x="3177712" y="4417937"/>
                <a:ext cx="97200" cy="28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9D5FC5D-47D8-7808-652C-69A7E5EE1BC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71592" y="4411817"/>
                  <a:ext cx="109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8CC837A-6195-E507-F560-5F3AE7EE98C4}"/>
                    </a:ext>
                  </a:extLst>
                </p14:cNvPr>
                <p14:cNvContentPartPr/>
                <p14:nvPr/>
              </p14:nvContentPartPr>
              <p14:xfrm>
                <a:off x="6369832" y="4899257"/>
                <a:ext cx="92160" cy="936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8CC837A-6195-E507-F560-5F3AE7EE98C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363712" y="4893137"/>
                  <a:ext cx="104400" cy="9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6D9C133-3F82-F7EE-15EA-AE879599D290}"/>
                    </a:ext>
                  </a:extLst>
                </p14:cNvPr>
                <p14:cNvContentPartPr/>
                <p14:nvPr/>
              </p14:nvContentPartPr>
              <p14:xfrm>
                <a:off x="7086952" y="4643657"/>
                <a:ext cx="1550880" cy="981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6D9C133-3F82-F7EE-15EA-AE879599D29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80832" y="4637537"/>
                  <a:ext cx="1563120" cy="9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ACB00C0-64C8-AE13-FB02-47FAFB818003}"/>
                    </a:ext>
                  </a:extLst>
                </p14:cNvPr>
                <p14:cNvContentPartPr/>
                <p14:nvPr/>
              </p14:nvContentPartPr>
              <p14:xfrm>
                <a:off x="4865032" y="3860657"/>
                <a:ext cx="3223800" cy="2351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ACB00C0-64C8-AE13-FB02-47FAFB81800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58912" y="3854537"/>
                  <a:ext cx="3236040" cy="23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540275D-6977-26D5-6768-F9A50FD15D8C}"/>
                    </a:ext>
                  </a:extLst>
                </p14:cNvPr>
                <p14:cNvContentPartPr/>
                <p14:nvPr/>
              </p14:nvContentPartPr>
              <p14:xfrm>
                <a:off x="6933952" y="3857777"/>
                <a:ext cx="2816280" cy="622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540275D-6977-26D5-6768-F9A50FD15D8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927832" y="3851657"/>
                  <a:ext cx="282852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B569E6D-19B1-2426-19D2-2AAFA8038755}"/>
                    </a:ext>
                  </a:extLst>
                </p14:cNvPr>
                <p14:cNvContentPartPr/>
                <p14:nvPr/>
              </p14:nvContentPartPr>
              <p14:xfrm>
                <a:off x="9544312" y="4541057"/>
                <a:ext cx="205920" cy="56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B569E6D-19B1-2426-19D2-2AAFA803875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38192" y="4534937"/>
                  <a:ext cx="218160" cy="68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74020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0307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22</Words>
  <Application>Microsoft Office PowerPoint</Application>
  <PresentationFormat>Widescreen</PresentationFormat>
  <Paragraphs>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Mono Lisa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2</cp:revision>
  <dcterms:created xsi:type="dcterms:W3CDTF">2026-03-22T05:30:52Z</dcterms:created>
  <dcterms:modified xsi:type="dcterms:W3CDTF">2026-03-22T06:32:32Z</dcterms:modified>
</cp:coreProperties>
</file>