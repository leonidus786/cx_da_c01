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18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324 252 4932,'2'-1'312,"-1"0"-1,1-1 0,-1 1 0,1-1 0,-1 0 0,0 1 0,1-1 0,-1 0 0,0 0 0,0 0 1,-1 0-1,1 0 0,0 0 0,-1 0 0,1 0 0,-1 0 0,1 0 0,-1 0 0,0 0 0,0 0 1,0 0-1,0 0 0,-1-3 0,2-24 2429,-4-17 1425,0 17-2581,2 23-1195,0 0 1,-1 0-1,1-1 0,-1 1 1,0 0-1,-1 0 0,0 1 1,0-1-1,0 0 0,0 1 1,-6-6-1,-5-11 1193,13 20 693,-17 62-1167,-84 417 1003,70-345-1983,-23 136-169,28-126-340,-15 89-1110,35-173 40,1 116 1,8-112 498,8 103-1978,-7-144 1650,0 0-1,2 0 0,1-1 0,0 0 0,17 35 1,-3-25-3966,7-4-2908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18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55 8845,'23'-14'1979,"-18"11"1292,-2 1-1893,9-3-795,0-1 0,1 2 1,0 0-1,-1 0 0,2 1 0,22-2 1,84 1 253,-116 4-779,38 0 157,-1 3 1,42 8-1,-61-7-154,0 1 0,0 1-1,-1 1 1,0 0 0,30 17 0,-46-21-53,1 0 0,-1 1 1,1 0-1,-1 0 0,0 0 0,-1 1 1,1-1-1,-1 1 0,0 0 0,0 1 1,0-1-1,-1 1 0,4 7 0,-5-8-4,-1 0 0,1 0-1,-1 0 1,0 0-1,-1 0 1,1 0 0,-1 1-1,0-1 1,0 0 0,-1 0-1,1 1 1,-1-1-1,0 0 1,-1 0 0,1 0-1,-1 0 1,-2 5 0,-3 3-6,-1 0 1,0-1 0,-1 1 0,0-2-1,-1 1 1,0-2 0,0 1 0,-14 9 0,-91 62-11,94-68 33,-43 27 159,-117 53 0,59-42-1695,0-5-5182,120-46 6520,-1 1-4071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19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19 212 9873,'-17'3'2448,"17"-2"-2334,-1-1 1,1 0 0,0 0 0,0 0 0,0 1 0,0-1 0,0 0-1,0 1 1,0-1 0,0 0 0,0 0 0,0 1 0,0-1 0,0 0-1,0 0 1,0 1 0,0-1 0,0 0 0,0 1 0,0-1 0,0 0-1,0 0 1,0 1 0,0-1 0,0 0 0,1 0 0,-1 1 0,0-1 0,0 0-1,0 0 1,0 0 0,1 1 0,-1-1 0,0 0 0,17 14 3167,-1-6-4084,-5-3 943,1-1 0,0-1 0,0 0 0,25 3 0,-15-2-43,24 3-43,-1-1 0,0-3 1,1-1-1,0-3 0,-1-1 0,1-3 1,55-12-1,-87 14-44,-1-1-1,1 0 1,15-8 0,-23 9 58,-1 0 0,0 0 0,0 0 0,0 0 0,-1-1 0,1 1 0,-1-1 0,0-1 0,0 1 0,4-6 0,-3 2 12,-2 5-12,-1 1 0,0-1 0,-1 0 0,1 0 0,0 0 0,-1 0 0,0 0 0,0 0 0,0 0 0,0 0 0,0 0 0,0-1 0,-1 1 0,0 0 0,0-1 0,0-3 0,-2-24 598,2 23-344,0 0 1,-1 1 0,1-1 0,-2 0 0,1 1-1,-1-1 1,0 1 0,0 0 0,-1 0 0,0 0 0,-6-10-1,8 15 357,-3 22-207,2-8-428,1 0 1,0 1-1,1-1 1,0 0-1,1 1 1,0-1-1,5 20 1,0 8 50,2 110 90,-4-48-166,-1 40 65,-25 223 0,16-290-127,-61 364-6,54-384-2,-24 70 0,27-97 64,-2 0 1,-1-1-1,-2 0 0,-19 28 1,24-42-19,-1-1 0,-21 19 0,29-28 9,0-1 0,0 1 0,0-1 0,0 0-1,-1 0 1,1-1 0,0 1 0,-1-1 0,0 1 0,1-1 0,-1 0-1,0-1 1,1 1 0,-1 0 0,0-1 0,0 0 0,1 0-1,-1 0 1,0-1 0,0 1 0,1-1 0,-1 0 0,0 0-1,1 0 1,-1 0 0,1-1 0,-1 1 0,1-1 0,-6-4 0,2 2-5,1-1 1,0 0 0,1 0-1,-1 0 1,1-1 0,0 1-1,1-1 1,-1 0 0,1-1-1,0 1 1,1-1 0,-1 0-1,1 0 1,-2-7 0,0-9-60,0 1 0,2-1 0,1 0 1,0 1-1,2-1 0,0 0 1,2 0-1,4-25 0,1 15-182,2 0 1,1 1-1,1 0 0,30-58 0,-4 27-789,2 1 0,3 2 0,3 3 0,75-77-1,-77 89-288,136-129-7885,-103 115 906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19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13601,'-14'239'11442,"19"-80"-7843,-2-107-3001,11 108-663,-10-134-761,2 1 1,1-1-1,0 0 1,13 25-1,11 8-3542,-7-23-5556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0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0 450 6645,'3'-1'1572,"33"-16"914,-22 10-1734,1 1 0,19-7 0,181-47 1530,226-71-1162,-408 117-1074,0-1 1,-1-2 0,0-1-1,-2-2 1,50-41-1,-18 6 52,-61 54-99,1 0 1,-1 0-1,0-1 1,0 1-1,1 0 1,-1 0 0,1 0-1,-1 0 1,1 1-1,-1-1 1,1 0 0,-1 1-1,1-1 1,0 1-1,-1-1 1,3 1 0,-3 0 5,0 0 1,0 0 0,0 1-1,0-1 1,0 1-1,0-1 1,-1 1 0,1-1-1,0 1 1,0-1 0,0 1-1,-1 0 1,1-1 0,0 1-1,-1 0 1,1-1 0,0 1-1,-1 0 1,1 0 0,-1 0-1,1 0 1,-1 0 0,0 0-1,1 0 1,-1 0 0,0 0-1,0 0 1,1 0 0,-1 1-1,1 6-12,-1 0 1,0 0-1,0 0 0,-1 0 0,0 0 0,0 0 0,-4 12 0,1 0-4,-19 64-15,-3 16-165,24-89 173,1 0 0,0 1-1,0-1 1,1 1 0,0-1 0,4 20 0,-4-29 18,1 0 0,-1 0 0,1 0 0,0 0 0,0 0 0,0 0 1,0 0-1,0-1 0,0 1 0,0 0 0,1-1 0,-1 1 0,0 0 1,1-1-1,0 1 0,-1-1 0,1 0 0,0 0 0,0 0 0,-1 0 1,1 0-1,0 0 0,0 0 0,0 0 0,0-1 0,0 1 0,0-1 1,1 1-1,-1-1 0,0 0 0,0 0 0,0 0 0,0 0 0,4-1 1,7-1 62,0 0 0,0-1 0,-1-1 0,18-6 0,-25 8-40,54-24 214,-43 19-160,-1 0 1,1 1-1,0 0 0,26-4 1,-35 9-59,-1 0 0,0 1 1,0 0-1,0 0 0,0 1 1,0 0-1,0 0 1,0 0-1,0 1 0,0 0 1,0 0-1,0 0 0,-1 1 1,0 0-1,1 0 0,7 6 1,28 24 62,-27-21-84,0 0 0,1-1 0,18 10 0,-23-14-13,-8-4 13,1-1-1,-1 0 0,1 0 1,0-1-1,-1 1 1,1 0-1,0-1 1,0 0-1,0 0 0,0 0 1,5 1-1,-1 0 13,0-1 0,0 0-1,0-1 1,0 0 0,0 0-1,0 0 1,-1-1 0,1 0-1,0 0 1,0 0 0,-1-1-1,1 0 1,0-1 0,-1 0-1,0 1 1,0-2 0,7-4-1,-8 5 72,0-1 0,-1 1-1,1-1 1,-1 0-1,7-8 1,-9 9-83,0 1 255,19 25 21,2 22 81,-20-37-327,0 0 0,1-1 0,0 1 0,9 12 0,-4-11 57,-1-1-1,2 0 1,-1 0 0,1-1 0,0 0-1,0-1 1,1 0 0,-1-1 0,1 0 0,1 0-1,-1-1 1,1-1 0,-1 0 0,24 3 0,-7-4 1,0 0 0,0-1 1,0-2-1,0-1 1,33-7-1,-52 7-70,0 0 0,1 0 1,-1-1-1,0 0 0,-1-1 0,1 0 0,-1 0 1,0-1-1,0 0 0,13-10 0,-18 12-11,0 0-1,-1 0 0,1 0 1,-1 0-1,1 0 1,-1-1-1,0 1 0,0-1 1,-1 1-1,1-1 0,-1 0 1,0 0-1,0 0 1,0 0-1,0 1 0,-1-1 1,0 0-1,0 0 1,0 0-1,0 0 0,0 0 1,-1 0-1,0 0 0,1 0 1,-2 0-1,1 0 1,0 0-1,-3-3 0,-5-12-21,-1 1 0,0 0 0,-2 1 0,0 0 0,-1 0 0,0 2 0,-2 0 0,0 0-1,0 1 1,-32-21 0,19 17-981,1 1 0,-2 2 1,0 0-1,-1 2 0,-1 2 0,-37-10 0,49 16-3440,5-3-2554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0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12101,'31'-10'3589,"-28"9"-990,20-2-995,-19 4-1502,1-1 1,0 1-1,0 0 0,-1 1 0,1-1 1,-1 1-1,1-1 0,-1 1 0,0 1 1,0-1-1,0 1 0,0-1 0,0 1 1,0 0-1,-1 1 0,1-1 0,-1 0 1,0 1-1,0 0 0,0 0 0,2 4 1,2 4-43,1 0 1,-2 0 0,0 1-1,0 0 1,-1 0 0,4 15-1,-5-6-39,0 0-1,-1 1 0,-1 29 1,-2-49-5,0-1 0,0 0 0,0 0 0,0 0 0,0 0 0,-1 0 0,1 0 0,-1 0 0,1 0 0,-1 0 0,-1 2 0,-3-5 410,3-12-82,2 5-90,0 1 0,1-1 0,0 1-1,1-1 1,0 1 0,0 0 0,0 0 0,1 0 0,0 0 0,0 0 0,8-10 0,-3 3 145,1 1 1,1 1 0,0 0-1,16-15 1,-19 21-217,-1 1 0,1 0 0,0 0 0,0 0 0,0 1 0,1 0 1,12-5-1,-17 8-155,0 0 1,-1 1 0,1-1-1,0 1 1,0-1 0,0 1 0,0 0-1,0 0 1,0 1 0,0-1-1,0 0 1,-1 1 0,1 0-1,0-1 1,0 1 0,0 0 0,-1 1-1,1-1 1,-1 0 0,1 1-1,-1 0 1,1-1 0,-1 1-1,3 2 1,-2 0-14,2 0-29,-1-1 1,-1 1-1,1 0 1,-1 0-1,1 1 1,-1-1-1,0 1 1,-1 0-1,1-1 1,-1 1-1,3 8 1,0 4-613,1 0 1,1-1-1,1 0 0,1 0 1,19 27-1,66 72-7150,-41-54-317,-23-27 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0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14189,'0'-20'6125,"3"0"-6053,6 3-572,7 3-3449,3 0-707,4 14-3641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1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383 132 11893,'-1'-8'631,"0"1"1,0 0-1,0-1 1,-1 1-1,0 0 0,0 0 1,-1 0-1,-3-7 0,4 10-220,0 0-1,-1 0 1,1 0-1,-1 0 1,0 1-1,0-1 1,0 1 0,0-1-1,0 1 1,-1 0-1,1 0 1,-1 1-1,-6-4 1,7 4-202,-1 1 1,0-1 0,-1 1-1,1 0 1,0 1-1,0-1 1,0 1-1,0-1 1,-1 1 0,1 1-1,0-1 1,0 1-1,0-1 1,-1 1-1,1 0 1,0 0 0,0 1-1,0-1 1,1 1-1,-1 0 1,0 0-1,1 1 1,-1-1 0,1 0-1,-1 1 1,1 0-1,0 0 1,0 0-1,-3 5 1,-7 10 144,1 0-1,0 1 1,2 1 0,-13 30 0,11-24 58,-13 28-63,3 0 1,-30 114-1,47-143-356,0 0 0,2 0-1,0 1 1,2-1 0,1 1 0,1-1 0,1 1-1,2-1 1,8 35 0,-7-47 7,0 0 0,1-1 0,0 0 0,1 0 0,0 0 0,1-1 0,0 0 0,1-1 0,0 1 0,0-2 0,2 1 0,-1-2 0,1 1 0,0-1 0,0-1 0,1 0 0,0-1 0,14 6 0,-13-6 0,-1-2 0,1 1 0,0-1 0,0-1 0,1-1 0,-1 1 0,0-2 0,1 0 0,-1-1 0,1 0 0,-1-1 0,1 0 0,-1-1 0,1-1 0,-1 0 0,0-1 0,-1 0 0,15-7 0,-20 7 0,0-1 0,0 1 0,-1-1 0,0 0 0,0 0 0,0-1 0,0 0 0,-1 0 0,0 0 0,-1-1 0,8-13 0,-6 10 0,-2-1 0,0-1 0,0 1 0,-1-1 0,0 1 0,-1-1 0,1-17 0,-2 8 0,-1-1 0,-2 1 0,0-1 0,-1 1 0,-1 0 0,-1-1 0,-1 2 0,-12-31 0,9 33-6,0 1 0,-1 0 1,-1 0-1,0 1 0,-1 1 0,-1 0 0,0 0 1,-1 1-1,-1 1 0,0 1 0,-31-20 0,24 19-425,0 1 0,-1 1 0,0 1 0,-1 2 1,1 0-1,-2 1 0,1 1 0,-43-3 0,-1 8-7068,77 12-10837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1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12177,'13'4'582,"-1"0"1,1 1-1,-1 0 0,0 1 1,-1 1-1,0 0 0,0 0 1,0 1-1,-1 1 0,0 0 1,0 0-1,-1 1 0,0 0 1,13 21-1,-9-4-321,-1 0 1,-2 0-1,-1 1 0,-1 0 1,-1 1-1,-1 0 0,-2 0 1,-1 0-1,-2 0 0,0 1 1,-2-1-1,-1 0 1,-7 36-1,8-62-238,0 1 0,-1-1 0,1 1 0,0-1 0,-1 1 0,0-1 0,0 0 0,-2 4 0,-8 13 1109,-7-29-456,17 8-650,0-1-1,0 0 1,1 0-1,-1 0 1,0 0-1,1 0 1,-1 0-1,1 0 1,0 0-1,0 0 1,0-1-1,0 1 1,0 0-1,0-1 1,1 1-1,-1-1 1,1 1-1,0-1 1,0 1-1,-1-1 1,2 0-1,-1-2 1,0-8-37,1 0 0,1 0 1,3-15-1,0 8-341,2 1 0,0-1 0,1 1 0,1 1 0,18-29 1,-2 9-1491,44-50 0,-42 56-763,1 2-1,1 1 1,59-44 0,-19 27-5325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2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711 1 6529,'-12'12'2022,"-2"-1"0,-20 14 0,-20 19 820,49-39-2720,1 0 0,-1 0-1,1 0 1,0 1-1,1 0 1,-1 0 0,1 0-1,0 0 1,1 0-1,-1 1 1,1-1 0,1 1-1,-1-1 1,0 9-1,2-11-95,0 1 0,0-1 0,0 0-1,0 1 1,1-1 0,0 0 0,0 0-1,0 1 1,0-1 0,1 0 0,0 0-1,0 0 1,0-1 0,0 1 0,0 0-1,1-1 1,-1 1 0,1-1 0,0 0-1,0 0 1,1 0 0,5 4 0,4 1-35,1-1 0,-1-1 0,1 0 1,0-1-1,1-1 0,-1 0 0,1-1 1,0 0-1,0-1 0,-1-1 0,1 0 1,1-1-1,-1-1 0,21-3 0,-32 3 104,0 0-1,1 0 0,-1 0 1,0-1-1,0 1 0,0-1 1,0 0-1,-1 0 1,1-1-1,0 1 0,-1-1 1,0 0-1,1 1 0,-1-1 1,0-1-1,0 1 0,-1 0 1,1-1-1,-1 0 1,0 1-1,0-1 0,0 0 1,0 0-1,-1 0 0,1 0 1,-1 0-1,0-1 0,1-6 1,-1 4 180,-1 0 1,1 0-1,-1 0 1,0 0-1,0 0 1,-1 0-1,0 0 0,-1 0 1,1 0-1,-1 0 1,0 0-1,-1 1 1,0-1-1,0 1 1,0 0-1,-1 0 1,-4-6-1,-31-27 1835,37 39-2055,0 0 1,0-1 0,0 1-1,0 0 1,0 0 0,0 0-1,0 1 1,0-1 0,0 0-1,0 1 1,0-1 0,0 1-1,1 0 1,-1-1 0,0 1-1,0 0 1,1 0 0,-1 0-1,-2 2 1,1 1-20,-1 0 1,1-1 0,1 1-1,-1 1 1,0-1-1,1 0 1,0 0-1,0 1 1,0 0-1,1-1 1,0 1-1,-2 8 1,-4 65 204,6-55-177,0 58 64,3 1-1,17 114 1,47 162-56,-15-93-34,-28-122-285,-6 1 0,-2 172 0,-16-253-17,-2 0-1,-4 0 1,-2-1 0,-3 0-1,-3 0 1,-2-1 0,-40 91-1,44-123 120,-2-2 0,-1 0 0,-1 0 0,-1-2 0,-1 0 0,-1-1 0,-1-1 0,-49 40 0,49-47 133,0-2-1,-1-1 1,-1 0 0,0-1-1,0-2 1,-1 0-1,-1-2 1,0-1-1,0 0 1,0-2-1,-33 2 1,43-5 168,0-2-1,-1 1 1,1-2 0,-1 0-1,1-1 1,-1-1 0,1 0-1,0-1 1,-27-11 0,34 11-73,-1-1 0,1 1 1,1-2-1,-1 1 0,1-1 0,0 0 1,0 0-1,0-1 0,1 0 0,0 0 1,1-1-1,-1 0 0,2 0 1,-1 0-1,1 0 0,0-1 0,-4-15 1,2 1 2,2-1-1,0 1 1,2-1 0,0 1 0,2-1 0,0 0 0,2 0 0,1 1 0,0-1 0,8-23 0,3-5 0,3 1 1,2 1 0,34-67 0,-17 51-388,3 2 0,3 2 0,3 2 0,2 2 0,2 1 0,109-94 0,-73 83-1638,3 3 1,3 4-1,2 4 1,113-50-1,-79 53-3930,3 9-3429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2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86 13321,'-7'-6'836,"1"1"0,-1 0 0,0 0 0,-1 0 0,1 1 0,-1 1 0,0-1 0,0 1 0,-8-2 0,12 4 2263,15-5-2783,0 0 1,0 1 0,1 1 0,-1-1-1,1 2 1,0 0 0,1 0 0,-1 1-1,18 0 1,482 19-19,-304-4-1443,-58-5 205,662 22-6447,-725-28 6147,130-3-2416,-194 1 2502,0-1 0,-1-1 0,1 0 0,-1-2 0,41-13 0,-26-1-2815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2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1058 460 6845,'-148'-113'2399,"93"70"40,-1 3 0,-121-64-1,130 82-1575,-244-111 3623,288 132-4293,1 0-1,-1 0 1,0 1 0,1-1 0,-1 1 0,0 0 0,0 0 0,1 0-1,-4 0 1,6 0-160,-1 0 0,1 0 0,-1 0-1,1 0 1,-1 0 0,1 0 0,-1 0-1,1 0 1,-1 1 0,1-1 0,0 0-1,-1 0 1,1 0 0,-1 1 0,1-1-1,-1 0 1,1 0 0,0 1 0,-1-1-1,1 0 1,0 1 0,-1-1 0,1 1 0,0-1-1,0 0 1,-1 1 0,1-1 0,0 1-1,0-1 1,0 0 0,0 1 0,-1-1-1,1 1 1,0-1 0,0 1 0,0-1-1,0 1 1,0-1 0,0 1 0,0-1-1,0 1 1,0-1 0,0 0 0,1 1-1,-1-1 1,0 1 0,0-1 0,0 1-1,0-1 1,1 1 0,-1-1 0,0 0 0,1 1-1,-1 0 1,8 8 200,0-1 0,0 1 0,0-2 0,1 1 0,13 8 0,-5-3-22,143 107 1000,149 125-45,-254-194-1025,-3 3 1,-1 1-1,48 72 1,-84-104-122,0 0 0,-2 2 1,0 0-1,-2 0 0,-1 1 1,0 0-1,-2 1 0,-2 0 0,0 0 1,-2 0-1,2 50 0,-8-42-178,-1 0 0,-2-1 0,-1 0 0,-2 0 1,-2 0-1,-1-1 0,-1-1 0,-2 0 0,-1-1 0,-20 32 0,-10 7-543,-2-3-1,-3-2 1,-65 66 0,-11-8-2921,-226 171 0,133-134-4312,127-92 204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3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63 141 7309,'2'-7'1149,"-1"0"0,0 0 0,0 0 0,-1 0 0,0 0 0,0 0 0,0 0 1,-4-12-1,0-26 3489,4 44-4520,1 0-1,-1 1 0,0-1 0,0 0 0,0 1 1,0-1-1,0 0 0,0 1 0,0-1 0,0 0 1,0 1-1,0-1 0,-1 0 0,1 1 0,0-1 1,0 1-1,-1-1 0,1 0 0,0 1 0,-1-1 1,1 1-1,0-1 0,-1 1 0,1-1 0,-1 1 1,1-1-1,-1 1 0,1-1 0,-1 1 0,1 0 1,-1-1-1,1 1 0,-1 0 0,0 0 0,1-1 1,-1 1-1,0 0 0,0 0 0,0 0-41,0 0 0,-1 1 0,1-1 1,1 1-1,-1 0 0,0-1 0,0 1 0,0 0 0,0-1 0,0 1 0,1 0 0,-1 0 0,0 0 1,0 0-1,1-1 0,-1 1 0,1 0 0,-1 0 0,1 0 0,-1 1 0,1-1 0,0 0 0,0 0 0,-1 0 1,1 1-1,-3 18 859,-1 40 1,0-2-26,-8 56-639,5-1 1,11 168-1,0-245-1637,2-1 1,19 67 0,4-18-2838,3 0-4099,-30-79 7578,23 58-11401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4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 12181,'-7'22'1856,"4"1"2381,22-20-4045,10 11-524,-4 6-876,7 0-529,15 0-2663,7 6-3405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4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32 666 10201,'-5'-1'104,"-21"-9"1810,26 9-1765,0 0 0,0 0 0,0 0 0,0 0-1,0 0 1,0 1 0,0-1 0,0 0 0,0 0 0,0 0 0,0 0 0,1 0-1,-1 0 1,0 0 0,1 0 0,-1 0 0,1 0 0,-1 1 0,1-2 0,5-12 1094,8-30 2852,-12 32-2904,2 1-1,-1 0 1,11-21-1,-11 26-981,1 0-1,-1 1 1,1-1 0,0 1-1,1 0 1,-1 0-1,1 1 1,0-1 0,10-6-1,-13 10-173,1-1-1,0 1 0,0 0 0,-1 0 1,1 0-1,0 0 0,0 0 0,0 1 0,0-1 1,0 1-1,0 0 0,0 0 0,0 0 1,0 0-1,0 1 0,0-1 0,-1 1 1,1 0-1,0-1 0,0 1 0,0 1 1,-1-1-1,1 0 0,3 2 0,9 8-131,0-1 1,-1 2-1,0 0 0,0 1 0,-2 0 0,1 1 0,-2 0 0,0 1 1,0 0-1,9 21 0,-3-2-629,-1 1 0,-3 1 0,0 0 1,7 38-1,-4 8-416,-16-80 1119,1 0-1,0 0 1,0-1-1,0 1 0,1 0 1,-1-1-1,0 1 1,1-1-1,-1 1 1,1-1-1,-1 1 0,4 1 1,-4-2-9,0-1 31,0 0 0,0 0 1,0-1-1,0 1 0,0 0 0,0 0 1,0-1-1,0 1 0,0-1 1,0 1-1,0 0 0,-1-1 1,1 0-1,0 1 0,0-1 0,-1 1 1,1-1-1,1-1 0,-2 2 3,256-194 986,-253 192-974,0 0-1,0 1 1,0-1-1,0 1 1,0-1-1,0 1 0,0 0 1,1 1-1,-1-1 1,0 0-1,1 1 0,-1 0 1,1 0-1,-1 0 1,0 0-1,1 0 1,-1 1-1,0 0 0,1-1 1,-1 1-1,0 0 1,0 1-1,4 1 0,7 4-11,0 2-1,-1-1 1,24 21-1,17 10 135,-13-15-131,-15-8-13,1-1 0,57 22-1,-55-28 28,-1-1-1,1-2 0,1-1 0,38 2 0,-50-6-16,-1-2 1,1 0-1,-1-1 1,1 0-1,-1-1 1,0-1-1,0-1 1,26-11-1,-33 10 127,-1 1-1,0-1 0,0-1 1,0 0-1,-1 0 0,0-1 1,0 0-1,-1 0 1,0-1-1,0 0 0,-1 0 1,0 0-1,-1-1 1,8-19-1,-1-3 519,-2 0 0,0 0 0,7-55 1,18-242 1175,-15 109-817,-11 180-738,-9 40-265,1-1 1,-1 0 0,0 1-1,0-1 1,1 1-1,-1-1 1,0 1 0,1-1-1,-1 1 1,1-1-1,-1 1 1,1-1 0,-1 1-1,1 0 1,-1-1-1,1 1 1,-1 0 0,1-1-1,-1 1 1,1 0-1,0 0 1,-1 0 0,1-1-1,-1 1 1,1 0-1,0 0 1,-1 0 0,1 0-1,0 0 1,-1 0-1,1 0 1,-1 0-1,1 0 1,0 1 0,-1-1-1,1 0 1,-1 0-1,1 0 1,0 1 0,-1-1-1,1 0 1,-1 1-1,1-1 1,-1 0 0,1 1-1,0 0 1,4 3 9,-1 0 0,1 0 0,-1 1 0,0 0 0,0 0-1,0 0 1,-1 0 0,0 0 0,0 1 0,3 7 0,21 66 34,-21-62-32,8 32 16,-1 0 1,-3 1-1,-2 1 1,3 63-1,-9-62-238,-2 0 0,-10 80-1,7-111 38,-34 205-2355,28-189 1202,0-1-1,-3 0 1,-1-1-1,-18 34 0,29-65 843,1-1-1,-1 0 1,0 0-1,-1 0 1,1 0 0,0 0-1,-1 0 1,0-1-1,-3 3 1,5-4 89,-1 0 1,1 0 0,-1 0 0,0-1 0,1 1 0,-1 0-1,0-1 1,1 1 0,-1-1 0,0 0 0,0 0 0,0 0-1,1 1 1,-1-2 0,0 1 0,0 0 0,-2-1 0,-17-2-6575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5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1139 7533,'17'-1'311,"-1"1"177,-1-1 1,1 0-1,-1-1 0,27-8 1,40-10 1366,1 4 1,1 3-1,108-2 1,19 11 254,-133 2-1074,-72 1-795,-9 2-229,-12 2-133,0 2-1,0 0 1,0 0-1,-23 14 1,33-17 16,1 1-1,0 0 1,-1 1 0,1-1 0,1 1 0,-1-1-1,0 1 1,1 0 0,0 1 0,0-1-1,0 0 1,0 1 0,1 0 0,0-1-1,0 1 1,0 0 0,0 0 0,1 0-1,-1 7 1,1-3 44,0 1 0,0-1-1,2 1 1,-1 0 0,1-1 0,0 1 0,1-1 0,0 1-1,0-1 1,1 0 0,1 0 0,-1 0 0,1 0-1,1-1 1,0 1 0,9 12 0,-1-4 118,1-1 0,0-1 0,1 0 1,1-1-1,0 0 0,1-2 0,0 0 0,1-1 0,0 0 1,1-1-1,0-2 0,0 0 0,1-1 0,0 0 0,0-2 0,1-1 1,0 0-1,0-1 0,0-2 0,29 0 0,-20-3 102,0 0 0,0-2-1,0-1 1,-1-2 0,1 0-1,-1-2 1,-1-2 0,0 0-1,0-2 1,-2-1 0,1-1-1,-2-1 1,43-35 0,-44 29-71,-1-2 0,-1 0 1,-1-2-1,-1 0 0,-1-1 0,-1-1 1,-2-1-1,-1 0 0,-1-1 1,17-56-1,-12 22-55,-2-1 0,-3 0 1,-3-1-1,-3-1 0,-1-71 0,-7 125-39,0 0 0,-1 0 1,0 0-1,-1 0 0,0 1 0,-1-1 0,-1 0 0,-9-22 0,12 35 8,-1-1 0,1 1 0,0 0 0,0-1 0,0 1 0,0 0 0,0 0 0,0 0 0,-1 0 0,1 0 0,0 0 0,0 0 0,0 0 0,0 0 0,0 0-1,-1 1 1,1-1 0,0 0 0,-1 1 0,1 0 2,-3 0-2,0 1 1,1 0-1,-1 0 1,0 0 0,1 1-1,0-1 1,0 1-1,0 0 1,0 0-1,0 0 1,0 0 0,1 0-1,-1 1 1,1-1-1,0 1 1,0 0-1,1-1 1,-4 9 0,-2 10-10,0 1 0,-4 26 1,6-29-16,-8 51 84,3 0 0,2 1 0,5 129-1,6-151-41,2 0-1,3 0 0,2-1 1,2 0-1,20 51 0,-28-88-12,1-1-1,0 1 0,1-1 0,0 0 0,1 0 1,0-1-1,1 0 0,0 0 0,1-1 0,17 15 0,-20-20-4,0 1 0,1-1 0,-1-1-1,1 1 1,0-1 0,0 0-1,1-1 1,-1 0 0,1 0 0,-1 0-1,1-1 1,-1 0 0,1-1-1,-1 1 1,1-2 0,0 1 0,-1-1-1,15-3 1,-10 0-3,0 0 0,-1 0-1,0-1 1,0-1 0,0 0 0,-1 0 0,0-1-1,0 0 1,0-1 0,11-13 0,5-6 4,-1-2 0,21-33 1,-17 18-23,-2-1-1,-2-2 1,34-87 0,33-158 96,-74 218-80,-2-1-1,8-97 1,-20 115-7,-3 0 1,-2 0 0,-14-97-1,14 145 4,-1 1 0,0 0 0,0 0 0,-1-1 0,1 1 0,-2 1 0,1-1 0,-1 0 0,0 1 0,-1 0 0,0 0 0,-9-11 0,13 17 6,-1 0-1,1 0 0,-1 1 1,1-1-1,0 0 0,-1 0 1,1 1-1,-1-1 0,0 1 0,1-1 1,-1 1-1,1 0 0,-1-1 1,0 1-1,1 0 0,-1 0 1,0 0-1,1 0 0,-1 1 1,1-1-1,-1 0 0,0 1 0,1-1 1,-1 1-1,1-1 0,-1 1 1,1 0-1,-1 0 0,1-1 1,0 1-1,-3 2 0,-2 2 3,-1 0 0,1 1 0,0-1 0,-5 8-1,10-12-1,-5 6 1,1 1 0,0 1 0,0-1 0,1 1-1,0-1 1,1 1 0,0 0 0,0 0 0,1 1 0,-2 10 0,1-5 4,-12 61 8,4 0 1,3 1-1,3 0 1,7 96 0,6-72-1,4 0 0,44 172 0,-45-233-15,2-1 0,2 0 0,1-1-1,2-1 1,1 0 0,2-2 0,2 0 0,1-1-1,1-2 1,46 45 0,-59-66-11,1 0-1,0-1 1,1 0-1,0-2 1,0 1 0,1-2-1,0 0 1,1 0-1,-1-2 1,1 0 0,0 0-1,1-2 1,-1 0-1,1-1 1,22 0 0,-24-2 8,-1-1 0,1-1 0,0 0 1,-1-1-1,0-1 0,0 0 0,0-1 1,0-1-1,-1 0 0,0 0 0,0-2 1,-1 1-1,0-2 0,0 1 0,0-2 1,-1 1-1,16-20 0,-12 10 41,0-1 1,-2 0-1,0-1 0,-1-1 0,-1 0 1,9-24-1,-4-3 412,20-94-1,-31 122-341,-3 13 22,0-1 1,-1 1 0,1-1-1,-2 1 1,1-1 0,-1-10 0,-14 36 153,5 0-252,1 0-1,1 1 1,1 0-1,1 0 0,0 1 1,-2 23-1,-5 119-2048,2-17-5049,4-103 2074,5-19-2649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5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10569,'19'-26'5096,"-29"43"-5488,4 0-616,19 9-4368,9 11-529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6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10053,'2'-4'2395,"0"-4"-1036,11-37 4079,-3 31-3475,-10 14-1949,1 0 0,-1-1-1,0 1 1,1 0 0,-1 0-1,0 0 1,1 0 0,-1 0-1,1 0 1,-1 0-1,0 0 1,1 0 0,-1 0-1,0 0 1,1 0 0,-1 0-1,0 0 1,1 0 0,-1 0-1,1 0 1,-1 0 0,0 0-1,1 1 1,-1-1 0,0 0-1,1 0 1,-1 0 0,0 1-1,0-1 1,1 0 0,-1 0-1,0 1 1,0-1 0,1 0-1,-1 1 1,11 14 227,-2 0-1,1 0 1,-2 1 0,0 0 0,-1 1-1,7 25 1,-8-23-255,1-1-1,1 1 1,0-2-1,1 1 1,13 18-1,-7-13 13,-14-20-2,0-1 0,0 1 0,1-1 0,-1 1 0,0-1 0,1 0 1,0 0-1,-1 1 0,1-1 0,0-1 0,0 1 0,0 0 0,0 0 0,1-1 1,-1 1-1,0-1 0,1 0 0,-1 1 0,1-1 0,-1 0 0,1-1 1,0 1-1,-1 0 0,1-1 0,0 0 0,-1 1 0,1-1 0,3 0 0,8-2 1,0-1 0,-1 0 0,1-1 0,-1-1 0,18-8 0,-7 4-2,-1-1 62,-20 8-63,0 1 0,0-1 0,1 1 0,-1 0-1,0 0 1,0 0 0,1 1 0,-1-1 0,0 1 0,1 0 0,-1-1 0,0 2 0,1-1 0,4 1-1,119 20-17,67 7 4,-193-28 20,185 7-24,-165-8 39,0-1 0,0 0-1,0-2 1,0-1 0,-1 0-1,35-15 1,-51 17 8,1 1-1,-1-1 1,1 0-1,-1 0 1,0-1-1,-1 1 1,1-1-1,5-7 1,-7 9-17,-1 0 1,1 0 0,-1 0-1,0 0 1,1 0 0,-1-1 0,0 1-1,0-1 1,-1 1 0,1 0 0,0-1-1,-1 1 1,1-1 0,-1 1 0,0-1-1,0 0 1,0 1 0,0-1 0,-1 1-1,0-5 1,0 4-20,0 0 0,-1 0 1,1 0-1,-1 0 0,1 1 0,-1-1 0,0 1 0,0-1 0,0 1 0,0 0 1,0 0-1,-1 0 0,1 0 0,-1 0 0,0 0 0,1 0 0,-1 1 0,0 0 1,0-1-1,0 1 0,0 0 0,0 0 0,0 1 0,0-1 0,0 1 0,0-1 1,0 1-1,-5 0 0,-8 2-223,1 0 0,-1 0 0,0 1 0,-24 9 1,-9 1-706,46-12 650,28 13-266,-14-14 690,-1-1-1,0 0 1,1 0 0,-1-1-1,0-1 1,0 0-1,0 0 1,0-1-1,-1 0 1,0 0 0,1-1-1,-2-1 1,1 0-1,12-10 1,-17 13-114,13-9 962,-16 13-950,0-1 1,-1 0-1,1 0 0,0 1 0,0-1 1,0 0-1,0 1 0,0-1 1,-1 1-1,1-1 0,0 1 0,0 0 1,-1-1-1,1 1 0,0 0 1,-1-1-1,1 1 0,-1 0 0,1 0 1,-1 0-1,1-1 0,-1 2 1,4 4-14,-2 0 1,1 0 0,-1 0-1,1 0 1,-2 0 0,1 1-1,-1-1 1,1 8 0,2 61 89,-3-35-52,2 73 39,-6 1-1,-30 208 1,2-158-450,-67 207 0,61-261-47,-4-3 0,-5-1 0,-96 162 0,107-207 262,20-32 18,-38 52 1,38-68 111,15-13 10,0 0 0,0 1 0,0-1 0,-1 0 0,1 0 0,0 0-1,0 1 1,0-1 0,-1 0 0,1 0 0,0 0 0,0 1 0,-1-1 0,1 0 0,0 0-1,-1 0 1,1 0 0,0 0 0,0 0 0,-1 0 0,1 1 0,0-1 0,-1 0-1,1 0 1,0 0 0,-1 0 0,1 0 0,0-1 0,0 1 0,-1 0 0,1 0 0,0 0-1,-1 0 1,1 0 0,0 0 0,0 0 0,-1 0 0,1-1 0,-1-7-2,0-1 0,1 1 1,1-1-1,-1 1 0,4-16 1,-2 12 13,53-421-1592,-11 79-2552,-27 255 1207,47-149 1,-34 169-159,9 8-1064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26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4252,'-47'0'1405,"37"0"1227,8 1-1333,-28 9 6043,34-8-7078,14 9-649,14 7-6704,-16-9 353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30.3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307 89 4524,'1'-22'1985,"-2"-16"2724,-2 16-133,2 15 46,-10 15-2534,0 2-2847,2-1 1100,0 1 0,0 0 0,1 0 0,0 1 0,1 0 0,0 0 0,0 1 1,2 0-1,-6 16 0,-5 19 875,-11 57 1,19-73-885,-133 813 2528,133-749-4283,8 188-1,42 89-3513,-33-319 2725,22 75 0,-22-101-455,1-1 0,18 34 0,2-11-4921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31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1 341 7981,'10'-1'597,"-1"0"1,1 0-1,0-1 1,13-5-1,-13 4 126,0 0-1,1 1 1,0 0-1,0 1 1,15 0-1,3 2 711,53 11 0,-68-9-1218,-1 1-1,1-1 0,-1 2 0,0 0 1,-1 1-1,19 10 0,-29-14-195,1-1 1,-1 0-1,0 1 0,0 0 1,0-1-1,0 1 0,-1 0 0,1 0 1,0 0-1,-1 0 0,1 1 1,-1-1-1,0 0 0,0 1 0,0-1 1,0 0-1,0 1 0,0-1 0,-1 1 1,1 4-1,-1-4 1,0 0 0,-1 0 0,0 0 0,1 0-1,-1 0 1,0 1 0,-1-2 0,1 1 0,0 0 0,-1 0 0,0 0 0,0-1 0,0 1-1,-3 3 1,-6 5 37,0-1 1,-1 1-1,-1-2 0,0 0 0,-24 12 0,3-4 0,-47 15 0,-18 9 87,95-40-153,8-2-16,85-33-352,173-40 1,-243 69 372,33-7-100,3-1-18,54-20 0,-105 31 110,0 1 0,0-1-1,1 1 1,-1 0 0,0 1-1,1-1 1,-1 1 0,0 0-1,6 0 1,-7 2 9,0-1 1,0 1-1,0 0 0,0 0 0,-1 0 0,1 0 1,0 1-1,-1-1 0,0 1 0,1-1 0,-1 1 1,2 4-1,22 20-8,-13-20 17,0-1 1,1-1-1,0 0 1,0-1-1,0 0 1,1-1-1,-1-1 1,19 1-1,4 1-9,-20-2 0,0-1 1,1-1-1,-1 0 0,0-1 1,1-2-1,-1 1 0,0-2 1,0 0-1,-1-1 0,1-1 1,25-12-1,-38 15 8,0 0 1,1 0-1,-1 0 0,0 0 1,0-1-1,-1 0 0,1 1 0,-1-1 1,0-1-1,0 1 0,0 0 0,-1-1 1,4-7-1,0-2 147,-1-1-1,8-30 1,-13 42 83,1 3-226,0 0 0,-1 0 0,1-1-1,0 1 1,-1 0 0,1-1 0,-1 1 0,1 0 0,-1-1-1,1 1 1,0-1 0,-1 1 0,0 0 0,1-1 0,-1 1-1,1-1 1,-1 0 0,1 1 0,-1-1 0,0 0-8,0 1 1,1-1 0,-1 1-1,0 0 1,0-1 0,0 1-1,1 0 1,-1 0 0,0-1-1,0 1 1,1 0-1,-1-1 1,0 1 0,1 0-1,-1 0 1,0-1 0,1 1-1,-1 0 1,0 0 0,1 0-1,-1 0 1,0 0 0,1-1-1,-1 1 1,0 0 0,1 0-1,-1 0 1,1 0 0,-1 0-1,0 0 1,1 0 0,4 7 17,-1 1 0,-1-1 0,1 1 0,-1 0 0,-1-1 0,3 13 0,-4-17-16,11 47 15,-1 0 1,-3 0 0,-2 1 0,-3 0 0,-4 82-1,-6-46-7,-4 0 0,-33 126 1,-12-47-60,41-125 152,14-38-18,12-24-24,50-94-300,244-521-1627,-305 635 1863,163-479-619,-149 447 826,-6 50 10,21 95 73,15 50-85,57 103-1541,-63-169-341,-26-68 903,-1-2-453,-2 0 0,0 1-1,-1 0 1,4 31 0,-12-58 1138,0 1 1,0 0-1,0 0 0,1 0 1,-1 0-1,0-1 0,0 1 1,0 0-1,0 0 0,0 0 1,-1 0-1,1-1 1,0 1-1,0 0 0,-1 0 1,1 0-1,0-1 0,-1 1 1,1 0-1,-1 0 0,1-1 1,-1 1-1,1 0 0,-1-1 1,1 1-1,-1-1 0,-1 2 1,0-2 14,0 1 0,1-1 0,-1 1 1,0-1-1,0 0 0,0 0 0,0 0 0,0 0 1,0 0-1,0 0 0,-3-2 0,0 1 98,1-1-1,0 0 0,0 0 0,0 0 1,0 0-1,0-1 0,0 0 1,0 1-1,1-1 0,-1-1 0,1 1 1,0-1-1,0 1 0,0-1 1,-3-6-1,1 2 35,0-1 0,0 0 0,1 0 0,0-1 0,0 1 1,-2-11-1,4 2-10,0 1 0,1-1-1,1 1 1,0-1 0,2 1 0,6-34 0,30-89 195,-38 138-239,94-256 1742,-87 241-1055,-2 0 0,0-1 0,-1 0 0,0 0 1,-2 0-1,0 0 0,-1-33 0,10 17 540,-10 31-226,1 1-653,2-3-193,-1 0 1,0 0-1,0 0 0,0-1 1,-1 1-1,0-1 1,0 1-1,0-1 1,1-7-1,-6-18-139,3 28-182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31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24 104 6305,'-1'-3'273,"0"0"0,0 0 0,1-1 1,-1 1-1,1 0 0,0 0 0,0 0 1,0-1-1,1 1 0,-1 0 1,2-4-1,-1 4 130,-1-1 0,1 1 0,-1-1 0,0 1 0,1-1 1,-2 1-1,1-1 0,-1-4 0,1 6 1860,-11-22 1838,9 28-4148,0-1 0,1 1 0,-1-1 0,1 1 1,0 0-1,0-1 0,0 1 0,1 0 0,-1 0 1,1 0-1,0 0 0,0 4 0,0-6-1102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31.9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28 177 7077,'-2'1'-54,"-21"4"2383,20-4-384,16-5-490,97-21 5384,60 0-5488,-56 9-863,-91 12-570,296-47-3155,-105 10-4799,-114 23 945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3:33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84 8197,'8'-10'709,"-6"8"-419,0 0-1,0-1 1,0 1 0,0-1-1,0 1 1,-1-1 0,1 0-1,-1 0 1,0 0 0,2-7 4786,-3 7-3823,0-28 732,0 28 303,0 7-1925,-52 246 502,6-39-885,21-99-175,15-71 58,1 0 0,-5 65 0,-2 26-145,16-130 278,0 1 1,0-1-1,0 1 0,1-1 1,-1 0-1,0 1 1,1-1-1,0 0 0,-1 1 1,1-1-1,0 0 0,0 0 1,0 1-1,2 1 1,0 0-7,-2-2-11,11-4 34,1 0 0,-1 0 1,0-1-1,0-1 0,0 0 0,0 0 0,-1-2 0,1 1 1,14-11-1,34-14 14,-36 19-15,-14 6-14,1 0 0,0 0 0,0 1 0,0 0 0,1 1 0,-1 1 0,1 0 0,0 0 0,12 0 0,2 4 11,1 1 0,-1 2 0,0 0 0,-1 1 1,26 11-1,-2 3 23,71 39 0,-48-20 7,134 50-1,-203-87-33,1-1-1,-1 0 1,1 0-1,-1-1 1,1 1-1,0-1 1,-1 0-1,1 0 1,0 0-1,0 0 1,-1-1-1,1 1 1,0-1-1,-1 0 1,1 0-1,6-3 1,-2-1 24,0 0 0,0-1 0,-1 0-1,14-13 1,-13 11 22,0 1 0,0 0 0,1 0-1,16-9 1,-12 9-39,-1 2 0,1 0 0,0 0 0,0 1 0,0 1 0,1 0 0,-1 1 0,24-1 0,52 2-37,-51 1 44,0-1 0,43-7-1,-69 6 41,0 0 0,-1-1 0,1-1 0,-1 0 0,0 0 0,0-1 0,0-1 0,-1 1 0,0-2 0,0 0 0,10-8 0,-13 8 25,0 0-1,0-1 1,-1 1-1,0-1 1,-1 0 0,0-1-1,0 1 1,-1-1-1,0 0 1,0 0 0,2-10-1,1 1-22,-2-1-1,0 1 0,-1-1 0,-1 0 0,1-20 1,-4 23-54,0 0 0,-1 1 1,-1-1-1,-6-24 0,7 37 27,-2 4 14,1 1 1,0 0-1,0-1 0,0 1 0,0 0 0,0 0 0,0 0 0,0 0 0,1 1 0,-1-1 1,1 0-1,-2 4 0,-7 23 223,0 1 0,3 0-1,0 1 1,2-1 0,-2 51 0,6-66-228,1 0 0,1 0-1,1 0 1,0 0 0,1 0-1,1 0 1,0 0 0,1-1 0,0 1-1,1-1 1,1-1 0,0 1-1,10 12 1,-5-8-17,2-1 0,0 0-1,1-1 1,0-1 0,1 0-1,1-1 1,0-1 0,28 17 0,-31-22-10,1-1 1,0 0-1,0 0 0,1-2 1,0 0-1,0-1 1,32 5-1,-41-9-11,0 1 0,0-1 0,0 0-1,-1-1 1,1 0 0,0 0-1,0 0 1,0-1 0,-1 0 0,1 0-1,-1 0 1,0-1 0,0 0 0,0-1-1,0 1 1,0-1 0,0 0 0,-1-1-1,0 1 1,0-1 0,7-9 0,-9 9-8,0 0-1,0 0 1,0 0 0,-1-1 0,0 1 0,0-1 0,0 1 0,-1-1-1,0 0 1,0 0 0,0 0 0,-1 1 0,0-11 0,-2-3-56,0 0 0,-9-36 1,-11-3-360,-28-45-642,43 91 892,0-1 1,0 2 0,-1-1 0,-1 1 0,0 1 0,0-1-1,-11-8 1,-1-1-144,5 6 53,-2 0 1,1 1 0,-2 1 0,0 0-1,0 2 1,-35-14 0,-12-7-565,25 12 334,68-1 386,-11 13 87,1 1 1,0 1-1,0 0 1,0 1-1,1 1 1,32-2 0,-8 3 4,74 8 1,-81-1 7,0 1-1,0 2 0,-1 2 1,0 1-1,0 1 0,57 31 1,-71-31 10,-1 2 0,-1 0 0,33 33 0,-18-16 44,-31-30-11,0 2-23,1-1 0,0 0-1,0 0 1,0 0 0,0 0 0,0-1 0,1 1-1,4 1 1,127 30 103,-98-26-1443,0 1 1,65 25-1,-74-23-142,-1-1 0,31 5-1,14 5-1469,-53-14 2491,-14-4 453,0 0 0,0 0 1,0 1-1,0 0 0,-1 0 0,1 0 1,0 0-1,-1 1 0,1-1 1,-1 1-1,0 1 0,0-1 0,8 9 2542,-10-10-1540,3 5-289,-4-5-580,0 0 0,1 0-1,-1-1 1,1 1-1,-1 0 1,1-1-1,-1 1 1,1-1 0,0 1-1,0-1 1,0 0-1,-1 0 1,1 0-1,0 0 1,1 0 0,-1 0-1,0-1 1,0 1-1,0-1 1,0 1-1,1-1 1,-1 0 0,0 0-1,0 0 1,0 0-1,4-1 1,7 0-131,-1-1 1,0-1 0,1 0-1,16-6 1,-26 8-311,29-7-2200,-31 8 2205,0-1 1,0 1-1,0 0 1,0-1-1,0 1 1,0-1-1,0 1 1,-1-1-1,1 0 1,0 1-1,0-1 1,0 0-1,0 0 1,-1 0-1,2 0 1,2-4-1457,12-7-5409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6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925 1293 5240,'0'0'1788,"-4"-1"-75,-12-3-280,0 1 0,0 1 1,-1 0-1,1 1 0,-28 2 0,3 3-153,1-2-1,-71-6 0,3 0 198,41 4 361,-127 16 0,189-15-1715,-1 0 1,0 0-1,0-1 0,0 1 0,0-1 0,0-1 1,0 1-1,-10-4 0,14 4-102,0-1 0,0 1 1,0-1-1,1 0 0,-1 0 0,0 0 0,1 0 0,-1 0 1,1-1-1,-1 1 0,1 0 0,0-1 0,-1 1 0,1-1 0,0 1 1,0-1-1,0 0 0,0 1 0,0-1 0,0 0 0,1 0 1,-1 1-1,0-1 0,1 0 0,0 0 0,-1 0 0,1-4 1,1-21 11,2 0 1,0-1 0,2 1-1,1 1 1,14-40-1,-17 57-28,58-164-273,1 0-11,71-245-132,-36 142 203,-95 295 181,-12 219 554,1-97-89,-49 674 752,-111 444-599,112-917-510,-118 789 80,137-725-202,20-62-274,18-92-117,0-240 411,2 20-97,10 52 0,-11-77 92,0 1-1,1-1 1,0 0-1,1 0 1,0 0-1,0 0 1,0 0-1,1 0 1,0-1-1,0 0 1,1 0-1,8 10 1,-11-15 20,0 0 0,-1-1 0,1 1 1,0 0-1,-1-1 0,1 1 0,0-1 1,0 0-1,-1 1 0,1-1 0,0 0 1,0 0-1,0 0 0,-1-1 0,1 1 1,0 0-1,0 0 0,-1-1 0,1 0 1,0 1-1,-1-1 0,1 0 0,0 1 1,-1-1-1,1 0 0,2-3 0,37-30-102,-39 33 96,13-15-107,-1 0-1,-1-1 1,0-1-1,-1 0 1,14-31-1,38-101-714,-17 16 155,-6-1 0,29-174 0,12-283-446,-75 521 1014,-2-1 0,-4 0 0,-3 1 0,-12-82 0,11 139 93,0-1 1,-1 1 0,-1 0-1,-11-25 1,-60-96-102,70 125 106,-1 1 0,0 0 0,0 0 0,0 1-1,-1 0 1,-1 0 0,1 1 0,-14-9 0,4 3 4,-6-3-17,-46-23 0,53 31 6,0-1 1,1 0 0,0-1 0,0 0 0,2-2 0,-25-22-1,37 31 14,0 0 0,-1-1 0,1 1 0,1 0 0,-1-1 0,0 0 0,1 1 0,0-1 0,0 0 0,0 0 0,0 1 1,1-1-1,-1 0 0,1 0 0,0 0 0,0 0 0,0 0 0,1 0 0,-1 0 0,3-7 0,0 3-20,0-1 0,1 1 0,-1 0 0,1 0 0,1 0 0,0 0 0,9-11 0,25-23-154,2 1-1,48-36 1,-61 53 22,23-16-734,1 2 0,113-61 0,128-37-8115,-202 98 2125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6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 19 10637,'5'-8'2505,"-16"21"529,5-24-664,0-1 4126,2 15-6428,1 0 0,0 0 1,0 1-1,0-1 1,0 1-1,1 0 0,0 0 1,-1 0-1,1 0 1,1 0-1,-1 0 0,1 1 1,-3 8-1,-9 70 131,10-54-84,2-24-108,-5 38 98,1 0 1,2 48-1,4-79-129,0 1-1,0-1 1,1 1-1,0-1 0,1 0 1,1 0-1,0 0 1,1 0-1,0-1 1,0 1-1,1-1 1,9 10-1,-8-11-61,0-2 0,1 1 0,1-1-1,-1 0 1,1-1 0,0 0 0,1 0 0,0-1-1,0 0 1,1-1 0,-1 0 0,12 3 0,-8-4 12,1 0 1,0-1-1,0-1 1,0 0-1,0-1 1,0-1-1,0 0 1,25-4-1,-20 0 40,-1 0 0,1-1-1,-1-1 1,0-1 0,-1 0 0,0-2-1,0 0 1,0-1 0,-1 0 0,-1-2-1,0 0 1,0-1 0,-2 0 0,19-21 0,-11 5 98,-2 0 0,0-2 1,-2 0-1,17-43 1,40-137 2809,-66 165-1827,-8 33-817,-15 22 262,7-3-480,1 1 0,0-1 0,0 1 1,1 0-1,0 1 0,0-1 0,1 1 1,0 0-1,0 0 0,1 1 0,0-1 1,0 1-1,1-1 0,0 1 0,0 15 1,-1 11-1011,2-1 1,7 59-1,-6-92 957,5 71-2500,3 32-2795,0-35-1085,6-9-2446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6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26 7681,'-10'-13'2155,"10"12"-2066,0 1 1,0-1 0,1 1-1,-1-1 1,0 1-1,9-10 11260,8 19-10860,-12-6-446,1 0 1,-1 0-1,0 1 1,0-1-1,-1 1 1,1 0-1,-1 1 1,0-1-1,0 1 0,0 0 1,-1 0-1,1 0 1,-1 0-1,0 0 1,2 9-1,3 8 4,-1 1 0,7 39-1,-13-59-47,1 11 8,-1 0-1,-1 0 1,0 0-1,0 0 1,-2 1-1,0-1 1,-6 24-1,-4 3 15,-21 50-1,-45 83-1,69-153-8,15-25 40,19-31 69,52-73 1346,5 3 0,152-150 0,-229 249-1345,0 1 0,1 0 1,0 0-1,0 1 1,0 0-1,0 0 0,1 0 1,7-3-1,-12 7-89,0-1 0,0 1 0,0 0 0,0-1-1,0 1 1,-1 0 0,1 0 0,0 0 0,0 0-1,0 1 1,0-1 0,0 0 0,0 1 0,0-1 0,0 1-1,-1 0 1,1 0 0,0-1 0,-1 1 0,1 0-1,0 1 1,-1-1 0,1 0 0,-1 0 0,1 1 0,-1-1-1,0 1 1,0-1 0,0 1 0,0-1 0,0 1-1,0 0 1,0-1 0,0 1 0,1 3 0,3 11 28,0 0 0,-1 0 0,-1 1-1,-1-1 1,0 1 0,-1 0 0,0-1 0,-3 21 0,3 45-29,6-21-1267,2 0 0,3 0 0,3-1 0,2-1 0,32 73 0,-18-64-5315,77 128 0,-70-143-492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7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407 58 7701,'-31'-21'2053,"30"21"-1953,0-1 1,1 1-1,-1-1 1,1 1 0,-1-1-1,1 0 1,-1 1-1,1-1 1,-1 1-1,1-1 1,-1 0 0,1 0-1,0 1 1,-1-1-1,1 0 1,0 1 0,0-1-1,0 0 1,-1 0-1,1 0 1,0 1 0,0-1-1,0 0 1,0 0-1,0 1 1,0-1 0,1 0-1,-1 0 1,0-1-1,1 0 330,-1 2-333,0-1 0,0 1 0,0-1 0,0 0 0,-1 1 0,1-1 1,0 1-1,0-1 0,0 1 0,-1-1 0,1 1 0,0-1 0,0 1 1,-1-1-1,1 1 0,0 0 0,-1-1 0,1 1 0,-1-1 1,1 1-1,0 0 0,-1-1 0,1 1 0,-1 0 0,1 0 0,-1-1 1,1 1-1,-1 0 0,0 0 0,-20 2 1078,-18 15-179,24-5-632,0 0 1,0 1-1,1 0 1,1 1-1,0 1 1,1 0 0,-11 17-1,20-27-303,-20 29 169,1 1 1,2 1-1,2 1 0,1 0 0,2 2 0,1 0 0,2 0 1,2 1-1,-7 56 0,13-64-270,2 0 0,0 0 0,2 1 0,2-1 0,1 0 0,1 0-1,2 0 1,1-1 0,2 1 0,0-2 0,3 1 0,20 39 0,-25-58-156,0 1 1,2-2-1,-1 1 0,2-1 1,-1 0-1,1-1 0,1 0 0,0-1 1,1 0-1,-1-1 0,24 13 1,-25-16-59,1-1 0,0 1 0,1-2 0,-1 0 0,1 0 0,-1-1 0,1 0 0,0-1 0,0 0 0,0-1 0,-1-1 0,1 1 0,0-2 0,17-4 0,-9 1-12,-1-2 0,0 0-1,0-1 1,0-1 0,-1-1 0,0 0 0,-1-2 0,0 0 0,24-22 0,-19 11 152,-1 0 1,-1-1-1,-1-1 0,-1 0 0,-1-2 0,15-33 0,-1-5 413,32-95 0,-41 97 915,-4 0 1,-2-1-1,9-72 1,-19 93-418,-3 32-401,-2 0 1,1 0-1,-1-1 1,-1 1-1,-1-16 0,1 24 28,1 7-42,13 65 384,-10-46-678,1 0 0,12 36 1,30 56-674,36 106-4073,-78-204 4039,0-4-101,-1 1 0,-1 0 0,0-1 0,0 1 0,-2 1-1,0-1 1,0 18 0,-7-14-1160,-11-2-1028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7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37 484 6989,'-35'-80'1377,"35"77"-1244,-1 0 0,1-1-1,0 1 1,0 0 0,0 0 0,0 0-1,1-1 1,-1 1 0,1 0 0,0 0-1,0 0 1,0 0 0,0 0 0,3-5-1,22-38 1113,-18 35-999,0 1-1,0 1 1,1 0-1,1 0 0,-1 0 1,15-9-1,66-37 1022,-15 13 76,119-49 0,-171 83-1082,0 0-1,0 1 1,1 1-1,0 1 1,0 1-1,0 1 1,1 2 0,-1 0-1,0 2 1,30 3-1,-48-3-211,0 1 0,-1-1 0,1 1 0,-1 0 1,0 0-1,1 0 0,-1 1 0,0 0 0,0 0 0,-1 0 0,1 1 0,-1-1 0,1 1 0,-1 0 0,0 0 0,-1 1 0,1-1 0,-1 1 0,0 0 1,0 0-1,0 0 0,-1 0 0,1 1 0,-2-1 0,1 0 0,0 1 0,-1 0 0,0-1 0,0 10 0,1 8-741,-2 0 0,0-1 0,-2 1 0,0 0-1,-12 43 1,0-14-6429,5-21-232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7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63 812,'16'-63'-280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8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67 309 10933,'6'-18'797,"1"-10"103,-8-2 2781,-2 4-2108,2 12-620,0 1 0,-1 0 0,0-1-1,-2 1 1,1 0 0,-1 0 0,-10-19-1,-28-45 2112,39 72-2781,24 18-3852,31 28-1126,0 6-3962,-18-16-291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8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83 9265,'-10'-23'1232,"16"3"-604,10 9-544,-3-1-452,-3 4-972,2-1-1464,11 15-909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8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306 137 9009,'0'-6'440,"0"0"-1,-1 0 1,1 0 0,-1 0 0,-1 0 0,1 0-1,-1 0 1,0 0 0,0 1 0,0-1 0,-1 1-1,0 0 1,-4-7 0,4 8 260,-1-1 0,1 0 0,-1 1 0,1 0 1,-2 0-1,1 0 0,0 0 0,-1 1 0,-7-5 0,10 7-558,0 0-1,-1 0 1,1 1 0,0 0-1,-1-1 1,1 1 0,0 0-1,-1 0 1,1 0 0,0 0-1,0 1 1,-1-1-1,1 0 1,0 1 0,0 0-1,-1 0 1,1-1 0,0 1-1,0 0 1,0 1 0,0-1-1,0 0 1,0 1-1,1-1 1,-1 1 0,0-1-1,-2 4 1,-5 5 69,1 0 0,0 0-1,0 1 1,1 0 0,1 1 0,0 0-1,0 0 1,1 0 0,-5 17 0,-3 21 207,-8 54 0,13-60-225,-15 86 286,-8 199 0,29-247-374,11 93 1,-7-148-86,-1-6-3,2 0 0,0-1-1,1 0 1,9 28-1,-9-38-11,0-1 0,0 0 1,1-1-1,1 1 0,-1-1 0,1 0 0,1-1 1,8 9-1,-9-11-5,0 0 0,0-1 1,0 0-1,1 0 0,-1-1 0,1 0 1,0 0-1,0 0 0,0-1 0,1 0 1,-1-1-1,0 1 0,1-1 0,-1-1 1,1 1-1,-1-2 0,1 1 0,-1-1 1,12-2-1,-2 0 2,0-1 0,0 0 0,-1-2 0,0 0 0,0 0 0,0-2 0,20-12-1,-21 9-2,0-1 0,-1-1 0,0 0 0,-1 0 0,-1-1 0,0-1 0,-1 0 0,14-25 0,-9 10-17,-1-1-1,-1 0 1,16-59 0,-21 49-160,-2 0 1,-1 0-1,-3-1 0,-1 0 1,-2 1-1,-2-1 1,-10-55-1,9 75-164,-2 0 1,0 0-1,-2 0 0,0 1 0,-1 0 1,-20-35-1,23 47 111,-1 0 0,-1 0 0,1 0 0,-2 1 0,1 0 0,-1 0 0,0 1 0,-1 0 0,1 0 0,-1 1 0,-1 0 0,1 1 0,-1 0 0,0 1 0,-19-7 0,20 9-298,0 0 1,-1 0-1,0 1 0,1 0 0,-1 0 0,0 1 1,-12 2-1,14-1-847,0 1-1,1 0 1,-1 0 0,1 0 0,-14 7 0,-1 3-6171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9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1 176 12085,'0'0'4975,"3"1"-3919,9 3-461,-10-3-504,1-1 0,-1 1 1,1 0-1,-1 0 0,1 0 1,-1 0-1,0 0 1,0 1-1,0-1 0,1 1 1,-1-1-1,-1 1 0,1 0 1,3 4-1,4 8 96,-2 1 0,1 1-1,-2-1 1,0 1 0,-1 0 0,6 33-1,7 108 263,-15-127-375,0 15-31,9 65 85,-11-107-146,24-5 29,0-1 0,-1-1 0,1-2-1,46-15 1,-38 10 2,59-11 0,81 10-3,-147 11-4,7-1-15,-11 2 61,0-1 0,0-1 0,0-1 0,26-7 0,-45 9-22,0-1 0,1 0 0,-1 1 0,-1-1 0,1 0 0,0 0 0,0-1 0,-1 1 0,1 0 0,-1-1 0,0 0 0,0 1 0,0-1 0,3-6 0,23-53 546,-15 29-105,-7 21-263,9-19 380,-1 0 1,-1-1-1,12-48 1,-12 19 478,37-99 0,-26 115-549,-23 45-509,-1-1 1,1 1-1,0-1 1,0 1-1,0 0 1,-1-1-1,1 1 0,0 0 1,0 0-1,0 0 1,0 0-1,-1 0 0,1 0 1,0 0-1,0 0 1,0 0-1,0 0 1,-1 0-1,1 0 0,0 1 1,0-1-1,0 0 1,-1 0-1,1 1 1,0-1-1,1 1 0,-1 0 16,6 2-10,-1 0 0,0 1-1,0 0 1,0 0 0,0 1-1,-1-1 1,1 1-1,-1 0 1,-1 1 0,1-1-1,-1 1 1,0 0 0,0 0-1,0 0 1,-1 0-1,0 1 1,0 0 0,-1-1-1,3 11 1,1 8 5,-1 0 0,-2-1 0,0 2 0,-1 37 0,-4-30-7,-1 0 0,-1 0 0,-2-1 0,-2 1 0,0-1 0,-3-1-1,0 0 1,-2 0 0,-1-1 0,-19 28 0,-6 4-5,-3-2-1,-2-1 1,-78 78 0,-170 123-1319,181-167-289,-30 20-3175,139-111 4400,1 0 0,-1 0-1,1 0 1,-1 0-1,1 0 1,-1 0 0,1 0-1,0 0 1,0 0-1,-1 3 1,2-4 193,0-1-1,0 1 1,0 0-1,-1-1 1,1 1 0,0-1-1,0 1 1,0 0-1,0-1 1,0 1 0,0-1-1,0 1 1,0 0-1,0-1 1,0 1 0,1-1-1,-1 1 1,0 0-1,0-1 1,0 1 0,1-1-1,-1 1 1,0-1-1,1 1 1,-1-1 0,0 1-1,1-1 1,-1 1-1,1-1 1,-1 0 0,1 1-1,-1-1 1,1 0-1,-1 1 1,1-1 0,-1 0-1,1 1 1,0-1-1,32-2-7871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19.6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245 116 12481,'-126'17'2336,"66"-16"783,37-3-1423,-6 3 507,23-1 2948,10-2-4012,42-12-611,-1 2 0,1 2 0,1 1 0,71-2 0,-42 4-459,1027-60-5790,-20 81-3562,-802-12 4275,3 5-2830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0.2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2169 269 5180,'-2'-10'864,"0"-1"-1,-1 1 0,0-1 1,-8-15-1,6 13 608,0 1 0,-5-26 0,7 32-1071,1-1 0,-1 1 0,0-1-1,-1 1 1,0 0 0,0 0 0,0 0 0,0 1 0,-1-1 0,0 1 0,0 0 0,-1 1-1,-5-5 1,3 3-17,1-1 0,0 0 0,1 0 0,0 0 0,-7-10 0,11 15 314,0 4-307,0 0-333,0 1-1,1-1 1,-1 1-1,1 0 1,-1 0-1,1-1 1,0 1-1,0 0 1,0 0-1,0 0 1,0 0-1,1 1 1,-1-1-1,1 0 1,0 0-1,0 0 0,0 0 1,1 0-1,-1 1 1,1-1-1,-1 0 1,1 0-1,0 0 1,2 4-1,5 14 120,1-1 0,16 29-1,-15-32-53,24 46 22,-3 0 0,-2 2 0,-4 1 0,18 69 0,-30-81-206,-3 0-1,-3 0 0,-1 0 0,-3 1 0,-2 0 1,-3 0-1,-2-1 0,-3 1 0,-2-1 1,-2 0-1,-31 88 0,17-83-77,-2 0 0,-3-1 0,-67 96 0,45-85-46,-3-2 1,-85 79-1,7-30-490,-4-5-1,-196 119 1,-161 51-1919,-18-41-6127,364-175 1248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1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1 132 2432,'44'-63'160,"-18"31"-256,9 12-636,9 3 128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2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180 492 5517,'-5'-26'1026,"3"0"0,0 0 1,1 0-1,2-1 1,0 1-1,2 0 1,1 0-1,9-33 1,34-160 6639,-46 215-6200,-9 25 93,-9 21-883,-98 284 1219,96-262-1749,-38 147 280,49-171-426,1-1-1,3 1 1,-1 56 0,6-79-50,0-1 0,0 1 1,2 0-1,0-1 0,1 1 1,1-1-1,0 0 0,2-1 0,-1 1 1,14 21-1,-13-27 14,0 0 0,1-1 0,0 0 1,0 0-1,1-1 0,0 0 0,0 0 0,1-1 1,0 0-1,0-1 0,1 0 0,-1-1 0,1 0 0,1-1 1,14 4-1,-4-3-28,0 0-1,1-2 1,-1-1 0,0-1 0,1-1 0,-1-1-1,1 0 1,-1-2 0,0-1 0,0-1 0,0 0-1,30-13 1,16-12-92,-1-2 0,90-60 0,-84 47 101,87-38-1,111-19-127,-257 98 158,205-72-256,-200 68 258,-1-1 0,1-1 1,-2-1-1,1-1 0,-1 0 0,18-18 1,2-6-33,41-52 0,-61 65 231,-2-1-1,0-1 1,-2 0 0,16-40-1,-17 38 373,-11 24 83,-16 13-47,12-7-500,-5 5 6,0 1 0,1 0 0,0 0 0,1 0-1,0 1 1,0 0 0,-5 15 0,-30 86 356,19-45-269,18-58-143,-108 307-263,89-236-1548,3 1-1,-11 87 1,27-137 561,0-2-238,-1 44-1,5-64 689,0-1-1,1 0 1,-1 1-1,2-1 1,-1 0-1,1 1 1,0-1-1,1 0 0,-1 0 1,1-1-1,4 8 1,11 7-6763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2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60 9749,'21'-7'770,"-15"5"-446,-1 0 0,1 0 0,-1 0 1,1-1-1,-1 0 0,0 0 0,0 0 0,8-7 1,-8 7-18,0 0 1,0 0 0,1 0 0,0 1 0,-1 0 0,1 0 0,0 1 0,0 0 0,0 0 0,0 0 0,0 0 0,0 1 0,8 1 0,14 0 368,40 8 1,-62-8-596,14 3 156,0 0 0,-1 1-1,37 16 1,-48-18-189,-1 1 0,1-1 0,-1 1 0,0 1 0,-1 0 0,1 0 0,-1 0 1,0 0-1,0 1 0,0 0 0,-1 1 0,5 7 0,-8-11-31,-1 1 0,0-1 0,0 0-1,0 1 1,0-1 0,-1 1 0,1-1 0,-1 1 0,0-1 0,0 1 0,0-1 0,-1 1-1,1-1 1,-2 6 0,0-1-4,-1 0 0,0 1-1,-7 13 1,3-12-15,-1 0 0,1-1 0,-1 0 1,-1-1-1,0 0 0,0 0 0,0-1 0,-1 0 0,-19 9 0,3 1-66,-73 41-417,-17 12-895,85-49 371,16-11 328,0 0 1,-18 17-1,28-22-472,1 0 0,-1 0 0,1 1 0,0-1-1,-5 11 1,0 1-4999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2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368 851 7029,'-6'-10'637,"0"-1"1,1 0 0,1 0-1,0 0 1,0 0 0,1 0 0,0-1-1,1 1 1,1-1 0,-1 0-1,2 0 1,1-16 0,-2 11 467,-1 0 1,-6-28-1,4 29-561,1-1-1,-1-28 0,6-33-90,4 0-1,19-101 1,-20 155-425,-2-1 1,0 0-1,-1 0 1,-2 0-1,-4-45 1,3 70-28,0-1 0,0 1-1,0 0 1,0 0 0,0 0 0,0-1 0,0 1 0,0 0-1,0 0 1,0 0 0,0 1 0,0-1 0,0 0-1,0 0 1,0 0 0,0 1 0,-1 0 0,-2 0 13,0 1 0,0-1 0,0 1 0,0 1 0,0-1 1,0 0-1,1 1 0,-1 0 0,1 0 0,-3 3 0,-33 40 100,20-23-87,-79 97 53,-30 34-320,128-154 189,0 1 1,-1-1-1,1 1 1,0-1-1,0 1 1,0 0-1,0-1 1,-1 1 0,1-1-1,0 1 1,0 0-1,0-1 1,1 1-1,-1-1 1,0 1-1,0 0 1,0-1-1,0 1 1,0-1-1,1 1 1,-1-1 0,0 1-1,0-1 1,1 1-1,-1-1 1,1 1-1,-1-1 1,0 1-1,2 0 1,12 12-1238,-2-10 565,0 0 0,0 0 0,0-1 0,0-1 0,0 0 1,1-1-1,21-1 0,6 0-2533,28 2-3864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3.5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984 955 10269,'3'-2'167,"-1"0"0,0-1 0,0 1 1,0 0-1,0-1 0,-1 0 0,1 1 0,-1-1 0,1 0 0,-1 0 1,0 0-1,1-3 0,-3 3 59,0 1-1,0 0 1,0-1 0,0 1-1,-1 0 1,1 0 0,-1 0 0,1 0-1,-1 0 1,0 0 0,0 0 0,0 0-1,0 1 1,0-1 0,-3-1-1,-47-46 3392,44 39-3343,-1 1 1,0 0 0,-1 0-1,0 1 1,0 1 0,0 0-1,-1 0 1,0 1-1,-22-9 1,19 11-161,-1 0 1,0 1-1,0 1 0,0 0 1,0 1-1,0 1 1,0 0-1,-24 4 0,17 0-32,-1 1 0,1 1 0,1 1 0,-1 1-1,-21 11 1,1 4-13,1 2 0,1 1 0,2 3 0,-64 59 1,76-62-146,1 2 0,1 0 0,1 2 0,2 1 1,1 0-1,1 2 0,2 0 0,1 1 0,-11 36 0,24-59 11,0-1 0,0 0 0,2 1 0,-1 0 0,1-1 0,1 1 0,0 0 0,0-1 0,1 1 0,3 14 0,-3-20 40,0 0 0,1-1 0,0 1 0,0-1 0,0 1 0,0-1 0,1 0 0,-1 0 0,1 0 0,0 0 0,0 0-1,1-1 1,-1 1 0,1-1 0,0 0 0,0 0 0,0 0 0,0-1 0,0 0 0,1 1 0,-1-1 0,0-1 0,1 1-1,7 1 1,0 0-5,1-1-1,0-1 0,0 0 0,0 0 0,0-2 0,0 1 1,0-2-1,-1 1 0,22-7 0,-16 2 4,1-1-1,-1 0 1,0-2-1,-1 0 1,28-19-1,-10 0 28,-1 0-1,-1-2 1,-2-2-1,50-65 1,-40 39 54,-3-1 0,-2-2 0,45-106-1,58-209 239,-119 319-270,5-18 33,66-170 288,-46 131-67,-32 78-242,-12 33-22,-4 5 11,-4 4 16,-1 1 0,1 0 0,1 0 0,-1 1 0,1 0 0,1 0 0,-1 1 0,1 0 1,-6 15-1,-30 92 41,36-100-56,-35 131 134,-21 155 1,54-258-138,2 0 1,2 0-1,1 1 0,9 78 0,-5-105-20,1-1 0,0 1 0,2-1 0,0 1-1,1-1 1,0-1 0,2 1 0,0-1-1,0-1 1,2 1 0,0-2 0,0 1 0,2-1-1,20 20 1,-20-25-1,0 0 1,1-1-1,0 0 0,1-1 0,-1-1 1,1 0-1,1-1 0,-1 0 0,1-1 1,19 2-1,-13-3-6,0-1 1,0 0-1,1-2 1,-1 0-1,1-2 1,35-7-1,-24 1-19,0-2 0,0-1-1,-1-2 1,-1-1 0,0-2-1,-1-1 1,-1-1 0,0-1-1,-2-2 1,26-24-1,-34 28-220,24-33 0,-42 50 229,-1-1 0,0 1-1,1-1 1,-1 0-1,0 1 1,0-1-1,1 0 1,-1 1-1,0-1 1,0 0-1,0 1 1,0-1-1,0 0 1,0 1-1,0-1 1,0 0-1,0 0 1,0 1 0,0-1-1,0 0 1,-1 1-1,1-1 1,0 1-1,0-1 1,-1 0-1,1 1 1,-1-1-1,1 1 1,0-1-1,-1 0 1,1 1-1,-1-1 1,1 1 0,-1 0-1,0-1 1,-19-10-690,14 10 575,-1 0 1,0 1-1,0 0 0,1 0 0,-1 0 1,0 1-1,1 0 0,-1 1 0,0 0 1,1 0-1,0 0 0,-1 0 1,1 1-1,0 0 0,0 1 0,-6 4 1,-10 7-35,1 1 0,-32 32 0,45-40 163,0 0 0,1 1 0,0 0 0,0 1 0,-6 12 0,10-17 12,1 0-1,0 0 1,0 0-1,0 0 1,0 0-1,1 0 1,0 0-1,0 0 1,1 1-1,-1-1 1,1 0-1,1 8 1,-1-10-7,1 1 1,1-1 0,-1 0 0,0 0-1,1 0 1,-1 0 0,1 0-1,0 0 1,0-1 0,0 1 0,1-1-1,-1 1 1,1-1 0,-1 0 0,1 0-1,0 0 1,-1 0 0,1 0-1,0 0 1,0-1 0,0 0 0,1 0-1,-1 0 1,4 1 0,3 1-19,1-1 0,-1 0 0,1-1 0,-1 0 1,1-1-1,15-1 0,10-4-178,-2-2 1,1-1-1,-1-1 1,0-2-1,-1-2 0,61-31 1,-36 10-12,-1-2 0,89-75 1,39-64 9,-123 113 347,-58 58-283,1 0 1,0 1-1,-1 0 0,1 0 1,7-3-1,-7 3-207,-3 3 174,-1 0-1,1 1 0,-1-1 1,1 1-1,-1-1 0,1 1 1,-1 0-1,1-1 0,-1 1 1,1 0-1,-1 0 0,0 0 1,0 0-1,2 1 0,2 6-4767,-5 9-627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3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0 191 5120,'20'-12'570,"0"1"0,1 0-1,0 1 1,1 2 0,36-11-1,-40 15-139,-1-2-1,1 0 0,16-10 1,-26 13-215,0-2 0,-1 1-1,0-1 1,0 0 0,0 0 0,-1-1 0,0 0 0,8-9 0,-12 12 660,-15-27 423,11 30-1247,0 1-1,0-1 1,0 1-1,0 0 0,1 0 1,-1-1-1,0 1 1,0 0-1,0 1 0,1-1 1,-1 0-1,1 0 1,-1 1-1,1-1 1,-1 1-1,1-1 0,0 1 1,0 0-1,0 0 1,-2 2-1,2-1-26,0-1 0,-1 1 0,1 0 0,0 0 0,1-1-1,-1 1 1,0 0 0,1 0 0,-1 0 0,1 0 0,0 0 0,0 0 0,0 0 0,1 0 0,-1 0 0,1 0-1,-1 0 1,1-1 0,0 1 0,0 0 0,0 0 0,1-1 0,-1 1 0,1-1 0,-1 1 0,1-1-1,0 1 1,0-1 0,0 0 0,0 0 0,0 0 0,3 2 0,9 7-565,1 0 0,-1-1 0,2 0 1,-1-2-1,1 0 0,0 0 0,20 5 0,-1 1-2118,26 12-3582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4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 3012,'39'-3'540,"-33"-14"-376,-16 2-2228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4.7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1793 899 6201,'2'-7'498,"1"0"0,0-1 0,0 1 1,1 1-1,0-1 0,0 0 0,0 1 1,1 0-1,0 0 0,10-9 0,14-18 1124,-24 26-1238,2-1 351,-1-1-1,0 0 1,0 0-1,6-16 1,-11 21-581,1-1 1,-1 1 0,-1-1-1,1 1 1,-1-1-1,1 1 1,-1-1 0,-1 1-1,1-1 1,-1 1 0,1-1-1,-1 1 1,-3-9-1,0 5-50,1 0 0,-1 1 0,-1-1 0,1 1 0,-1 0 0,0 0 0,-1 1 0,0-1 0,0 1 0,0 1 0,-1-1 0,0 1 0,0 0-1,0 0 1,0 1 0,-1 0 0,0 1 0,0-1 0,-15-3 0,-1 0 15,-1 2 1,1 0-1,-1 2 0,0 0 0,-43 2 1,-26 7 47,0 4 1,0 4 0,1 5 0,-122 40-1,112-21-92,2 6 0,1 3-1,3 5 1,-119 85 0,165-102-108,1 2 0,1 3 0,3 1 0,-77 90-1,115-122 33,0 2-1,1-1 1,1 1-1,0 0 1,1 0-1,0 1 1,0 0-1,-4 19 1,8-27-6,0-1 0,1 1-1,-1 0 1,1 0 0,0 0 0,1 0 0,-1 0 0,0 0-1,1 0 1,0 0 0,0 0 0,0 0 0,1-1 0,-1 1-1,1 0 1,0-1 0,0 0 0,0 1 0,0-1 0,0 0 0,1 0-1,0 0 1,0 0 0,-1 0 0,2-1 0,-1 1 0,0-1-1,0 0 1,1 0 0,-1 0 0,6 1 0,7 4-9,0-2 0,1 0 1,-1-1-1,1 0 0,0-2 0,1 0 0,24-1 1,128-11-164,-152 8 150,65-8-205,-1-4-1,85-27 0,156-70-611,-267 88 712,-1-2-1,0-2 1,-3-2-1,0-3 0,-2-2 1,73-65-1,-84 62 88,-2-2 0,-1-2 0,-3-1 0,52-83 0,-65 88 237,-1 0 0,-2-1-1,-2-1 1,-1 0-1,-3-1 1,13-73-1,-17 53 425,-2-1 0,-4-62-1,-2 40 547,1 77-982,0 1 0,-1 0 0,1-1 0,-1 1 0,0 0 0,0-1-1,-3-6 1,4 11-155,0 1 0,0 0 0,0-1 0,-1 1 0,1 0 0,0 0 0,0-1 0,0 1 0,-1 0 0,1-1 0,0 1 0,0 0 0,0 0 0,-1 0 0,1-1 0,0 1 0,-1 0 0,1 0 0,0 0 0,0 0 0,-1-1 0,1 1 0,0 0 0,-1 0 0,1 0 0,0 0 0,-1 0 0,1 0 0,0 0 0,-1 0 0,1 0 0,-1 0 0,-10 14 656,0 10-282,2 1 0,0-1-1,-6 33 1,-11 83 295,21-115-590,-18 126-1333,-5 177 0,27-300 607,-2 195-3314,5-173 489,2 1 0,15 67 0,1-43-5828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5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22 764 10461,'50'-17'1843,"72"-34"0,42-24 1422,-160 73-3231,28-12 331,0-2 0,32-22 0,-56 33-302,0-1 1,-1-1 0,0 1 0,0-1 0,0 0 0,-1-1-1,0 1 1,0-1 0,-1 0 0,0-1 0,6-14-1,-9 16-44,-1 1 0,0 0-1,0-1 1,0 1-1,-1-1 1,0 0-1,0 1 1,0-1-1,-1 1 1,0-1-1,-1 1 1,1 0 0,-1-1-1,0 1 1,-1 0-1,-4-7 1,4 7-10,-1 2 1,0-1-1,0 0 1,0 1 0,-1 0-1,1 0 1,-1 0-1,0 1 1,0-1-1,0 1 1,-1 0-1,1 1 1,-1-1-1,1 1 1,-1 0 0,0 1-1,0-1 1,0 1-1,0 0 1,0 1-1,-12 0 1,-4 0 34,1 1 1,0 1 0,0 1-1,0 1 1,-21 6-1,20-3 70,0 1 1,0 0-1,1 2 0,0 0 0,1 2 1,-29 20-1,40-25-56,0 1 0,0-1 0,0 2 0,1-1 0,0 1 0,1 1 0,0-1 0,0 1 0,1 0 0,0 1 0,1 0 0,0-1 0,1 2 0,-5 17 0,8-22-38,0 1 0,1-1 0,0 0-1,0 0 1,0 0 0,1 0 0,0 0 0,1 1 0,-1-2 0,1 1 0,1 0 0,-1 0 0,1-1 0,0 1 0,1-1 0,0 0 0,0 0 0,0 0 0,0 0 0,1-1 0,9 9-1,3 0 15,0 0-1,1-2 0,0 0 1,0 0-1,41 16 0,-28-16-87,2-2 0,-1-1 0,1-1 0,0-2 0,1-1 0,0-2 0,0-1 0,60-5 0,-5-6-517,0-4 0,95-26 1,-150 31 450,-1-2 1,-1-1 0,0-2 0,-1-1 0,0-1 0,-1-2 0,-1-1 0,0-1 0,-2-2 0,0 0-1,-1-2 1,-2-1 0,0-1 0,-2-1 0,0-1 0,-2-1 0,-1 0 0,24-50 0,-23 36 600,-3 0 1,-1-1 0,-1-1 0,9-55 0,-23 95-371,0 0 1,-1 0-1,0 0 1,1 0-1,-1-1 1,-1 1-1,1 0 1,0 0-1,-1 0 1,0 0-1,0 0 1,0 0-1,-1 0 1,-2-4-1,4 6-43,-2 1-1,1 0 1,0 0-1,0 0 1,0 0-1,0 0 1,-1 0-1,1 1 1,0-1-1,-1 0 1,1 1-1,-1-1 1,1 1-1,0-1 1,-1 1-1,1 0 1,-1-1-1,1 1 0,-1 0 1,0 0-1,1 0 1,-1 0-1,1 0 1,-1 1-1,1-1 1,-1 0-1,1 1 1,-1-1-1,1 1 1,0 0-1,-1-1 1,1 1-1,0 0 1,-1 0-1,1 0 1,-1 1-1,-7 3 239,0 2 0,1-1-1,0 1 1,0 0-1,1 1 1,0 0 0,-9 12-1,-3 8 441,-16 33 0,-8 23 341,-44 129 1,-12 99-2072,36-48-3241,48-129-95,13-97 125,5 56 0,6-31-5538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5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632 31 11633,'14'-3'620,"-10"2"-323,0 0 0,1 0 0,-1 0 0,0-1 0,-1 1 0,1-1 0,0 0 0,0 0 0,4-4 0,-4 4-50,-1 1 0,1-1-1,0 1 1,-1 0 0,1 1 0,0-1 0,0 0 0,0 1 0,-1 0 0,1 0 0,0 0 0,0 1 0,0-1-1,-1 1 1,8 2 0,-2-1 25,0 1 0,0 0 1,0 1-1,-1 0 0,13 7 0,0 11 193,13 19 55,-33-38-494,1-1 1,-1 1-1,0 0 0,0 0 1,0-1-1,0 1 1,0 0-1,0 0 1,-1 0-1,1 0 0,-1 0 1,0-1-1,0 1 1,0 0-1,0 0 0,-1 0 1,1 0-1,-2 5 1,-1 0 3,0 1 1,0-1 0,-8 14-1,10-20-16,-9 13 18,0 0-1,0-1 0,-2 0 1,0 0-1,0-1 1,-1-1-1,-1 0 0,-17 11 1,-125 72 41,149-91-74,-290 131-821,166-80-2168,6 4-4768,101-46-472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6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48 189 7693,'-5'-7'871,"1"0"0,0-1 1,0 1-1,-3-9 0,4 9 186,0 0 1,0 1-1,0-1 0,-7-8 1,8 13 52,8-7 368,-6 8-1440,1 1-1,-1-1 0,0 0 0,0 0 0,0 1 1,0-1-1,1 1 0,-1-1 0,0 0 0,1 1 1,-1-1-1,0 1 0,1-1 0,-1 0 1,1 1-1,-1-1 0,1 1 0,-1 0 0,1-1 1,-1 1-1,1-1 0,-1 1 0,1 0 1,0-1-1,-1 1 0,1 0 0,-1 0 0,1-1 1,0 1-1,-1 0 0,1 0 0,1 0 1,21 6 88,0 2 0,-1 0 0,0 1 1,-1 2-1,0 0 0,0 1 0,-1 1 1,-1 1-1,0 0 0,-1 2 1,0 0-1,-1 1 0,19 26 0,-26-29-105,0 0-1,-1 0 0,0 1 0,-1 0 0,-1 1 1,-1 0-1,0 0 0,-1 0 0,0 1 1,-2-1-1,0 1 0,-1 0 0,0 0 0,-2 0 1,0 0-1,0 0 0,-2 0 0,0 0 1,-8 27-1,5-26-25,-2 1 1,0-1-1,-1 0 1,-20 32-1,22-41 20,0-1-1,0 0 0,-1 0 0,0 0 1,0-1-1,-1 0 0,0-1 1,0 0-1,-1 0 0,-16 8 0,25-14-10,-1-1-1,0 1 1,0-1-1,1 1 1,-1-1-1,0 1 1,1-1-1,-1 1 1,0-1-1,1 0 1,-1 1-1,1-1 1,-1 0-1,1 0 1,-1 1-1,1-1 1,0 0-1,-1 0 1,1 0-1,0 0 1,-1-1-1,1 1 6,-2-4 10,1 0 0,0 0 0,1-1 0,-1 1 0,1 0 0,0 0 0,0 0 0,0 0 0,1 0 0,0 0 0,0 0 0,0 0 0,0 0-1,1 0 1,0 0 0,0 0 0,5-7 0,5-8 30,0 0-1,24-28 1,24-23-329,3 3 1,74-61-1,58-28-3573,-37 49-721,-48 43-1463,-55 33 292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6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50 5008,'-1'2'118,"0"1"-1,0-1 1,1 1-1,-1-1 1,0 1-1,1-1 1,-1 1-1,1 0 1,0-1-1,0 5 1,1-5-1,0-1 0,0 1-1,0-1 1,0 1 0,0-1 0,0 1 0,1-1 0,-1 0 0,0 1-1,1-1 1,-1 0 0,1 0 0,-1 0 0,1 0 0,-1 0 0,4 1-1,13 6 477,-1-1 0,1 0 0,0-1-1,1-1 1,0 0 0,0-2-1,-1 0 1,2-1 0,-1-1 0,0-1-1,37-4 1,-52 4-464,1-1-1,-1-1 1,1 1 0,-1-1-1,0 0 1,0 1-1,0-2 1,0 1 0,0-1-1,0 1 1,0-1-1,-1 0 1,1 0 0,-1 0-1,4-5 1,-6 6-74,0 0 1,0 1 0,0-1-1,0 0 1,-1 0-1,1 0 1,0 1-1,-1-1 1,1 0-1,-1 0 1,0 0-1,0 0 1,1 0-1,-1 0 1,-1 0-1,1 0 1,0 0-1,0 0 1,-1 0 0,1 0-1,-1 0 1,0 0-1,1 0 1,-1 0-1,0 1 1,0-1-1,0 0 1,0 1-1,-1-1 1,1 0-1,0 1 1,-1 0-1,1-1 1,-1 1-1,1 0 1,-3-2-1,-3-2 84,-1 0-1,0 0 0,0 1 1,0 0-1,0 1 0,-1-1 0,1 2 1,-1-1-1,0 1 0,0 0 0,0 1 1,-14 0-1,3 0 38,-1 2 0,1 1 0,-1 0 1,-30 9-1,29-5-53,0 1 0,1 1 1,0 2-1,0 0 0,1 1 0,0 0 1,1 2-1,-34 29 0,46-35-107,1 0-1,0 0 1,1 1 0,0-1-1,0 1 1,0 0-1,1 1 1,0-1 0,1 1-1,0 0 1,0 0 0,1 0-1,0 0 1,0 0-1,1 0 1,1 1 0,-1-1-1,2 0 1,-1 1 0,1-1-1,0 0 1,6 18-1,-2-11-115,0 0-1,2 0 1,-1-1-1,2 0 1,0 0-1,1-1 1,0 0-1,2-1 1,-1 0-1,1 0 1,1-1-1,13 11 1,8 3-457,1 0 1,1-2-1,1-2 0,1-2 1,1-1-1,51 18 1,-70-31 290,0-1 1,0-1 0,0 0-1,1-2 1,-1 0 0,35-2-1,-39-1 164,-1-1 0,0 0 0,0-1 0,0-1-1,0-1 1,0 0 0,-1 0 0,0-1 0,0-1 0,13-9-1,6-7 18,-2-1 1,-1-2-1,39-42 0,67-97 898,-57 66 162,1-6 1058,-114 128-1060,25-10-797,1 1 1,0 1-1,1-1 1,1 1-1,-10 29 1,16-41-149,-2 5 21,0 0 0,1 1 0,0-1 1,1 1-1,0-1 0,0 1 1,0-1-1,1 1 0,1 0 1,0-1-1,0 1 0,0-1 0,1 1 1,0-1-1,1 0 0,0 1 1,0-1-1,5 8 0,-4-10-27,-1 0-1,1-1 1,0 1-1,1-1 1,-1 0-1,1 0 1,0 0-1,1-1 1,-1 0-1,1 0 1,-1 0-1,1-1 1,1 1-1,-1-1 1,0-1-1,1 1 1,-1-1-1,1-1 1,-1 1 0,1-1-1,0 0 1,12 0-1,14-2 7,-1-1 0,0-2 0,0-1 0,0-2 0,0-1 0,-1-1 0,41-19 0,-21 4 163,-2-2-1,0-2 1,60-48 0,-17 0 784,-64 58-751,-25 17-327,-9 100-5545,-1-33-2988,4-43 1373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7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210 235 5428,'55'-50'4142,"-53"48"-4114,-1 0-96,29-51-1331,-29 51 1231,-4-2 148,1 0 226,0 0-1,-1 0 1,0 1 0,0-1 0,0 1-1,0-1 1,-1 1 0,1 0-1,-1 0 1,0 1 0,1-1 0,-1 1-1,-1 0 1,1 0 0,0 0-1,0 1 1,-9-3 0,9 2 110,1 0 0,0 0 1,-1-1-1,1 1 0,0-1 1,0 0-1,0 0 0,1 0 1,-1 0-1,1 0 1,0-1-1,0 1 0,-3-6 1,5 8-281,-2-2 615,-1 1-75,0 0-463,-1 0 0,0 0 0,0 0-1,0 0 1,0 0 0,0 1 0,0 0 0,0 0-1,0 0 1,-1 0 0,1 1 0,0-1 0,-1 1-1,1 0 1,0 1 0,-1-1 0,1 1-1,0 0 1,0 0 0,-1 0 0,-3 2 0,3-1-350,-1 1 0,1-1 1,-1 1-1,1 1 0,0-1 1,-7 7-1,8-6-833,-1 1 0,1-1-1,0 1 1,0 0 0,1 0-1,-5 9 1,1 1-6617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7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521 2 11529,'-30'-1'3983,"15"1"-3337,1 0 0,-1 0 1,1 1-1,-1 1 0,-21 5 0,-24 15-440,1 2-1,-84 46 1,141-69-233,-8 6-272,-1 0 1,1 1-1,1 0 0,-1 0 0,1 1 1,1 1-1,0-1 0,0 1 0,1 1 1,0-1-1,1 1 0,-7 17 0,11-24-79,15 27 168,-11-31 286,0 1 1,1-1-1,-1 0 0,0 0 1,1 0-1,-1-1 0,0 1 1,1 0-1,3-2 1,9-1 210,-7 3-102,0 0 0,0 0 0,0 1 1,0 0-1,0 1 0,0 0 1,0 0-1,9 4 0,58 33 1248,-19-9-862,-20-15-397,0-1 1,1-3-1,0 0 0,0-3 0,1-1 1,0-2-1,51 1 0,-38-6-127,0-2 0,0-2 0,0-2-1,-1-3 1,52-15 0,-84 18-6,0-1 1,-1 0-1,0-1 1,-1-1-1,0 0 1,0-1-1,-1-1 0,0-1 1,-1 0-1,0-1 1,-1 0-1,0-1 0,-1 0 1,-1-1-1,19-32 1,24-78 828,-53 122-850,1-1-1,-1 1 0,1 0 0,0 0 0,0 0 1,1 0-1,-1 0 0,0 0 0,4-3 0,-4 5 125,27 19-560,18 24-1887,9 8-2217,-15-16-2339,-14-7 168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7.9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3 191 7857,'-1'-5'1070,"0"0"1,1-1-1,-1 1 0,1-1 1,0 1-1,0-1 1,1 1-1,0-1 0,1-4 1,0 4-587,0 0 0,0 1 0,0 0 1,1-1-1,0 1 0,0 0 0,7-8 0,-5 7-407,1 0 0,0 0 0,0 1 0,0 0 0,1 0 0,0 1 0,0 0 1,0 0-1,0 1 0,1-1 0,-1 2 0,1-1 0,11-2 0,28-2-875,0 1 0,0 2 1,64 3-1,147 23-8838,-156-11 1934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28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300 303 7105,'-1'-11'423,"0"9"-261,1-1 0,0 0-1,-1 1 1,1-1-1,0 0 1,1 1 0,-1-1-1,0 0 1,1 1-1,-1-1 1,1 0 0,0 1-1,0-1 1,0 1-1,0-1 1,0 1 0,1 0-1,-1-1 1,3-1-1,12-17 1581,17-18 2916,-19 17-2469,-15 19-1142,-7 14-685,1 1-308,5-9 50,0-2-110,-4 3-115,5-3 173,0 0 1,0 0 0,0-1 0,0 1 0,0 0 0,0-1 0,0 1 0,0-1 0,0 1 0,0-1-1,0 0 1,0 1 0,-1-1 0,0 0 0,1 0-9,0-1 0,0 0 0,0 0 0,1 0 0,-1 0 0,0 0 0,1 0 0,-1 0 0,1 0 0,-1 0 0,1 0 0,0 0 1,-1 0-1,1 0 0,0 0 0,0 0 0,0 0 0,0-2 0,-1 3-35,1-1 0,0 0 1,0 0-1,0 0 0,0 0 1,0 0-1,0 0 0,0 0 1,0 0-1,0 0 0,1 0 0,-1 0 1,0 0-1,1 0 0,-1 0 1,0 0-1,1 0 0,0 0 1,5-19 231,-3-50-129,-2 68-104,-1 0 0,1 0 0,-1 0 0,0 0 0,0 0 0,0-1 0,0 1 0,0 0 0,0 0 0,0 0 0,-1 0 0,1 0 0,-1 0 0,1 0 0,-1 0 0,0 0 0,0 0 0,0 0 0,0 1 0,0-1 0,0 0 0,-1 0-1,1 1 1,0-1 0,-1 1 0,0 0 0,1-1 0,-1 1 0,0 0 0,1 0 0,-1 0 0,0 0 0,0 0 0,0 0 0,0 0 0,0 1 0,0-1 0,0 1 0,-4-1 0,-1 0 44,1 1 0,0 0 0,0 0 0,-1 0 0,1 0 0,0 1 0,-1 0-1,1 0 1,0 1 0,0 0 0,0 0 0,0 0 0,-6 5 0,-5 3 224,1 2 0,0 0 1,0 1-1,2 1 0,0 0 1,0 1-1,-21 31 0,27-35-226,1 0 1,1 1-1,0-1 0,0 2 0,1-1 0,1 1 1,0-1-1,1 1 0,0 0 0,1 0 0,1 1 1,-1 23-1,4-21-274,1 1 0,1 0 0,0-1-1,1 0 1,1 0 0,0-1 0,15 26 0,-3-9-1086,2-2 0,36 45 0,-40-58 481,1 0-1,1-1 0,0-1 1,1-1-1,22 13 0,-6-6-935,67 27 0,-80-40 1468,0-1 0,0-1-1,1-1 1,-1-1 0,1-1-1,0-1 1,38-1 0,-36-2 384,-1-1 1,1-1-1,-1-1 0,33-9 0,-25 3 1253,-2-1 0,50-26 0,-72 32-922,0 0 0,-1-1 0,0 0 0,0 0 0,0 0 0,-1-1 0,0 0 0,7-12 0,18-31-4336,-29 45-530,3-11-2669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2.6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533 921 4992,'-15'-35'1518,"-1"1"0,-2 0-1,-1 2 1,-27-34-1,34 48-768,0-1 0,-17-35-1,28 51-151,-2-15-116,2 0 3902,-3 12-4158,1-1 0,1 0 0,-1 0 1,1 0-1,0 0 0,1 0 1,0 0-1,0-1 0,0 1 1,1 0-1,1-14 0,0 18 260,-1 0-318,0-25 144,0 25 344,-3 5-544,-4 7-25,0 0 1,1 0-1,0 1 0,1 0 1,0 0-1,0 1 1,1-1-1,0 1 0,-2 14 1,-8 16 62,11-34-124,-164 480 518,91-222-251,75-262-291,-5 22 16,0 1 0,2 0 1,-1 28-1,3-35-22,2 0-28,0-19 31,1 0-1,-1 1 1,1-1-1,-1 0 1,0 0 0,1 1-1,-1-1 1,1 0-1,-1 0 1,1 0-1,-1 1 1,1-1-1,0 0 1,-1 0-1,1 0 1,-1 0-1,1 0 1,-1 0 0,1 0-1,-1 0 1,1-1-1,-1 1 1,1 0-1,-1 0 1,1 0-1,-1 0 1,1-1-1,-1 1 1,1 0-1,-1-1 1,0 1 0,2-1-1,9-5-75,-1 0 0,0-1-1,0 0 1,0-1 0,0 0 0,-1 0-1,-1-1 1,0 0 0,0-1 0,0 1-1,6-14 1,10-18-99,28-68 0,-46 97 174,27-71-139,-2-1 0,20-99 0,22-179-21,-39 183 63,-31 161 81,8-43 36,3 0 1,38-104 0,-49 157 0,1 1 0,0-1 0,0 1 0,0 0 0,7-7 0,-9 12 21,-1 0 1,1 0 0,0 1-1,0-1 1,0 0 0,0 1-1,0 0 1,0-1 0,0 1 0,0 0-1,1 0 1,-1 0 0,0 0-1,1 1 1,-1-1 0,1 1-1,-1-1 1,1 1 0,-1 0-1,1 0 1,-1 0 0,4 0-1,1 3 100,1-1 0,-1 1 0,0 0 0,0 1 0,-1 0 0,1 0 0,-1 0 0,0 1 0,0 0 0,0 0 0,0 0 0,-1 1 0,0 0 0,8 11 0,7 13 604,31 59 0,-11-6 548,51 152 0,3 101-302,-47-112-982,27 352-1,-63-446-167,39 355-1958,15-170-2209,-61-297 3968,4 14-1189,19 49 1,-23-71 849,1 0 0,0 0 0,0 0 0,1 0 0,1-1 0,-1 0 0,2-1 0,7 9 1,0-8-4514,1-13-3004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3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94 726 10849,'-7'-1'561,"0"1"-1,1 0 1,-1 0-1,0 1 1,0-1 0,-8 4-1,10-3 1146,-13-7 1126,17 6-2837,0 0 59,1 0 0,-1 0 0,1 0 0,-1-1 1,1 1-1,-1 0 0,1 0 0,-1 0 0,1 0 0,-1 0 1,1-1-1,-1 1 0,1 0 0,-1-1 0,1 1 1,-1 0-1,1-1 0,0 1 0,-1 0 0,1-1 1,0 1-1,-1-1 0,1 1 0,0 0 0,-1-1 1,1 1-1,0-1 0,0 1 0,0-1 0,-1 1 1,1-1-1,0 1 0,0-1 0,0 0 0,0 1 1,0-1-1,0 1 0,0-1 0,0 1 0,0-1 1,0 1-1,0-1 0,1 1 0,-1-1 0,0 1 1,0-1-1,0 1 0,1-1 0,-1 1 0,0-1 1,0 1-1,1-1 0,-1 1 0,1 0 0,-1-1 0,0 1 1,1 0-1,-1-1 0,1 1 0,0-1 0,7-7 161,0 1-1,1-1 1,0 1-1,0 1 1,0 0-1,1 0 1,12-5-1,81-31 429,-60 27-439,280-103 353,66-31-1217,-239 88 263,-95 35 289,-38 17-35,0 1 0,36-12 0,-18 8-111,-27 8 166,1 1 0,-1 0 0,1 1 0,14-2 0,-21 3 76,1 1 0,-1 0-1,0 0 1,0 1 0,1-1 0,-1 0-1,0 1 1,0-1 0,1 1 0,-1 0-1,0 0 1,0 0 0,0 0 0,0 0-1,0 0 1,0 0 0,-1 1 0,1-1-1,0 1 1,-1-1 0,1 1 0,2 3-1,2 3-6,-1 1 0,1-1-1,-1 1 1,-1 0-1,0 1 1,0-1 0,-1 1-1,0 0 1,2 14-1,6 29-21,-4-26 26,-2 0-1,3 50 0,-7-55 15,0 0-1,2 0 0,1 0 0,0-1 1,10 29-1,-13-49 2,0 0 1,-1 1-1,1-1 0,0 0 1,0 0-1,0 0 0,0 0 1,0 0-1,0 0 1,0 0-1,0 0 0,0-1 1,0 1-1,1 0 1,-1-1-1,0 1 0,0-1 1,1 1-1,-1-1 0,1 1 1,-1-1-1,0 0 1,1 0-1,-1 0 0,0 0 1,1 0-1,-1 0 1,1 0-1,-1 0 0,0 0 1,1-1-1,-1 1 0,2-1 1,43-17 9,-43 16-3,25-14-5,-1-1 1,-1-2-1,40-36 1,-21 17-11,53-51 7,-70 61 53,1 2 1,1 1 0,1 1 0,34-20 0,-57 40 13,-1-1 0,1 2 0,0-1 1,1 1-1,-1 0 0,1 1 0,-1 0 0,1 0 0,0 1 0,-1 0 0,1 0 0,0 1 1,0 0-1,0 1 0,-1 0 0,1 0 0,0 1 0,-1 0 0,11 4 0,158 91 1344,-48-23-849,-106-63-495,-1-1 0,1-1-1,1-1 1,0-1 0,0 0 0,0-2-1,49 3 1,-61-8-62,-1 0 0,1-1 0,-1-1 0,1 0 0,-1-1 0,0 0 0,0 0-1,0-1 1,-1-1 0,1 0 0,-1 0 0,0-1 0,-1 0 0,1-1 0,-1 0 0,10-10 0,-9 6-4,-1 0 1,0 0-1,-1 0 0,0-1 1,-1-1-1,0 1 1,-1-1-1,-1 0 0,0-1 1,0 1-1,-1-1 1,3-24-1,-4 17-67,-1 0 0,-1-35-1,-1 49 29,-1 0 0,1 0 0,-1 0 0,-1 0 0,0 1 0,0-1 1,0 0-1,0 1 0,-1 0 0,0 0 0,-7-10 0,9 15 6,0-1 1,0 0 0,-1 1 0,1 0-1,-1-1 1,1 1 0,-1 0 0,1 0-1,-1 0 1,1 0 0,-1 0-1,0 0 1,0 0 0,0 0 0,1 1-1,-1-1 1,0 1 0,0-1 0,0 1-1,0 0 1,0 0 0,0 0-1,0 0 1,0 0 0,0 0 0,0 1-1,0-1 1,0 1 0,1-1 0,-1 1-1,0-1 1,0 1 0,0 0-1,1 0 1,-1 0 0,0 0 0,1 0-1,-3 3 1,-1 0-68,1 0 0,-1 0 0,1 0 0,1 1-1,-1 0 1,0 0 0,1 0 0,0 0 0,0 0 0,1 0 0,-3 8 0,2 1 43,1-1 0,1 1 0,1 0 1,0 0-1,0 0 0,1 0 0,1 0 1,1 0-1,0 0 0,0-1 1,1 1-1,7 13 0,14 23 158,13 21-195,-26-54-700,1 1-1,0-2 0,27 28 0,-30-36-360,-1-1 1,1 0 0,1 0-1,-1-1 1,1 0 0,0-1-1,23 8 1,18 4-6643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3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209 71 8625,'4'-22'1086,"-1"4"707,0 1 3295,-5 16-4770,0-1 1,0 1 0,0-1 0,0 1 0,0 0 0,-1 0-1,1 0 1,0 0 0,-5-1 0,5 2-231,0 1 1,1-1 0,-1 1 0,0 0-1,0 0 1,1 0 0,-1 0-1,1 0 1,-1 0 0,1 0-1,-1 0 1,1 1 0,-1-1-1,1 1 1,0-1 0,-2 4-1,-18 33 475,10-17-312,-9 14-63,2 0 1,1 0-1,2 2 1,1 0-1,3 0 1,0 2 0,3-1-1,1 1 1,-3 71-1,9-93-169,0 1-1,2-1 1,0 1 0,2-1-1,-1 1 1,2-1-1,0 0 1,1-1 0,1 1-1,12 22 1,-14-31-36,0-1 0,1 1 0,0-1 1,1-1-1,-1 1 0,1-1 0,0 0 1,1 0-1,0-1 0,0 0 0,0 0 0,0 0 1,1-1-1,0 0 0,-1-1 0,1 0 1,1 0-1,-1 0 0,0-1 0,1-1 0,-1 1 1,18 0-1,-11-3-7,0 0 0,0-1 0,-1-1 0,1 0 0,0-1 0,-1 0 0,0-1 0,0-1 0,0 0 0,0-1 0,-1 0 1,-1-1-1,1-1 0,-1 0 0,20-20 0,1-4-21,-2-1-1,-1-2 1,46-71 0,-45 70 37,-30 37 16,0 1 1,0-1 0,0 0-1,0 1 1,0-1-1,-1 1 1,1-1-1,0 1 1,0 0 0,0-1-1,-1 1 1,1 0-1,0-1 1,0 1 0,-1 0-1,1 0 1,0 1-1,0-1 22,21 26 323,-2 1 0,0 2 0,25 50-1,3 5 356,-27-51-419,2-2 0,1-1 0,50 49 0,-59-65-226,1-1-1,1-1 0,0-1 1,0 0-1,1-1 0,1-1 1,0 0-1,31 10 0,-44-18-47,1 0 0,0 0 1,0-1-1,0 0 0,1 0 0,-1 0 0,0-1 0,0 0 0,0-1 0,1 0 1,-1 0-1,0 0 0,0-1 0,0 0 0,0 0 0,-1-1 0,10-4 0,-10 3-12,-1 0 0,0 0 0,0-1 0,-1 1 0,1-1 0,-1 0 0,0 0 0,-1-1 0,1 1 0,-1-1 0,0 1 0,0-1 0,-1 0 0,1-1 0,-2 1 0,1 0 0,0 0 0,-1-1 0,0-7 0,0-2-14,-1 0 1,-1 0-1,0 0 1,-1 0-1,-1 1 1,-1-1-1,0 1 1,-8-20-1,-2-1-194,-2 1 0,-26-43 0,25 52-80,-1 1-1,0 1 1,-2 0-1,-1 2 1,-1 0-1,-1 1 1,0 2-1,-32-20 1,33 24-435,-59-40-2191,33 17-7321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5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1512 11045,'9'-24'1998,"-5"15"-907,-1 1 0,0-1 1,0 0-1,1-14 0,-2 5 188,-1 15 539,1 2-1192,-1 0-583,0 0 1,-1 0-1,1 1 0,0-1 0,0 1 0,0-1 1,0 1-1,0-1 0,0 1 0,0-1 1,0 1-1,0 0 0,0-1 0,0 1 1,0 0-1,0 0 0,0 0 0,0 0 1,0 0-1,0 0 0,0 0 0,0 0 1,0 0-1,0 1 0,0-1 0,0 0 0,0 1 1,2 0-1,0 2 31,-1 0 1,1 0-1,-1 0 0,0 0 1,0 1-1,0-1 1,2 6-1,-3-5-76,17 34 152,-3 1 0,-1 1 0,9 45 1,15 123-1016,-35-187 717,-2-18 85,1-2 55,0 1 1,0-1-1,0 0 0,0 0 0,0 0 0,0 0 0,0-1 1,1 1-1,-1 0 0,2-1 0,0-1-1,-1-1 0,1-1 0,-1 1 0,0-1 0,0 1 0,0-1-1,0 0 1,4-6 0,1 1-5,17-19-27,32-47 0,-38 47 32,1 2 1,32-32 0,-28 36-2,36-23 0,-11 9 0,-47 33 10,1 1 0,0-1 1,-1 1-1,1-1 0,0 1 1,0 0-1,0 0 0,0 0 0,0 0 1,0 0-1,0 1 0,0 0 1,0-1-1,0 1 0,0 0 0,0 0 1,0 1-1,0-1 0,0 1 1,0-1-1,0 1 0,0 0 0,0 0 1,0 0-1,-1 1 0,1-1 0,0 1 1,-1-1-1,1 1 0,-1 0 1,4 4-1,7 5 10,-1 1-1,-1 1 1,0-1-1,12 21 1,18 29 43,-18-25 23,52 61 0,-65-88-73,0 0-1,1 0 1,0-1-1,0 0 1,1-1-1,0 0 1,0-1-1,1 0 1,22 7-1,-15-6 16,0-2 0,0-1-1,0 0 1,1-2 0,0 0 0,-1-1 0,1-1-1,0-1 1,0-1 0,0-1 0,-1-1-1,1 0 1,30-11 0,-30 7-10,0-1 1,-1-1-1,1 0 1,-2-2-1,24-16 1,-32 18 10,0 0 1,0-1-1,-1 0 1,0-1-1,-1 0 1,0-1-1,0 0 1,-2 0-1,9-17 1,-4 4 3,-2 0 0,-1-1-1,0 0 1,-2 0 0,-2-1 0,0 0 0,2-45 0,-6 57-53,-2 0 1,1 0 0,-2 0 0,0 0 0,0 0 0,-2 1 0,0-1 0,0 1-1,-2 0 1,1 0 0,-2 0 0,0 1 0,-1 0 0,0 0 0,-13-15 0,17 24 5,0 0 1,0 0 0,-1 1 0,1-1 0,-1 1-1,0 0 1,0 0 0,0 1 0,0-1 0,0 1-1,-1 1 1,1-1 0,-1 1 0,1-1 0,-1 2 0,0-1-1,1 1 1,-1-1 0,0 2 0,1-1 0,-1 0-1,0 1 1,1 0 0,-1 1 0,1-1 0,-1 1 0,-7 4-1,-3 1-29,1 0-1,1 1 0,-1 1 1,2 0-1,-1 1 0,1 1 1,1 0-1,-15 15 0,14-10-64,0 1-1,1 0 1,0 0-1,1 1 1,1 0-1,1 1 1,1 0-1,-10 33 1,15-40-19,0 0 0,1 0-1,0 0 1,1 1 0,0-1 0,1 0 0,1 1 0,0-1 0,0 0-1,1 1 1,1-1 0,0 0 0,1-1 0,0 1 0,10 19-1,-13-28 108,1 1-1,-1-1 0,1 0 0,0-1 1,0 1-1,0 0 0,1 0 0,-1-1 1,1 1-1,-1-1 0,1 0 1,0 0-1,0 0 0,0 0 0,0-1 1,0 1-1,0-1 0,0 1 0,1-1 1,-1 0-1,0 0 0,1-1 0,-1 1 1,1-1-1,-1 0 0,1 0 0,-1 0 1,1 0-1,-1 0 0,0-1 0,1 0 1,-1 1-1,1-1 0,-1-1 0,0 1 1,6-3-1,2-2 70,0-1 0,0 0-1,-1 0 1,0-1 0,0-1 0,-1 1 0,-1-1 0,14-18-1,-7 2 93,0 0-1,-2-1 0,-1 0 1,-1-2-1,-2 1 0,8-32 0,0 0 3,-3 3-66,-2-1 1,-2-1-1,-4 0 0,-1 0 1,-6-98-1,-21-145-180,-43-288-18,56 540 164,-4 71 166,8-4-121,0 0 1,2 0 0,0 0 0,1 1 0,2 32-1,-1-14 61,9 384 927,2-317-871,5-1-1,29 104 1,-33-165-159,3-2 0,1 1-1,1-2 1,3 0 0,1-1 0,2-1 0,40 52-1,-47-69-16,2-2 0,0 0 0,1 0 0,1-2 0,1 0-1,0-2 1,1 0 0,0-1 0,1-1 0,0-1-1,1-1 1,1-1 0,-1-1 0,33 6 0,-20-8 2,1-3 0,-1 0 0,0-3 0,1-1 0,-1-2 0,0-1 0,0-2 0,0-1 0,-1-2 0,0-1 0,0-2 0,61-32 0,-68 30-13,-1-1 1,0-1-1,-2-2 0,0-1 0,-1 0 0,-1-2 1,-1-1-1,-1-1 0,0 0 0,-2-2 0,-1 0 1,-1-1-1,-1-1 0,-2 0 0,17-43 0,-31 70-8,3-9-9,0-1-1,0 0 0,-1 1 1,2-18-1,-4 26 9,0-1 0,0 0-1,0 1 1,0-1-1,0 0 1,0 1 0,0-1-1,-1 0 1,1 1 0,-1-1-1,1 1 1,-1-1 0,0 1-1,1-1 1,-1 1-1,0-1 1,0 1 0,0-1-1,0 1 1,0 0 0,0 0-1,-1 0 1,1 0 0,0 0-1,-1 0 1,1 0-1,-1 0 1,1 0 0,-1 0-1,1 1 1,-1-1 0,1 1-1,-1-1 1,-2 1-1,-5-2-13,-1 2 0,0 0-1,1 0 1,-1 0-1,1 1 1,-1 1-1,1 0 1,-1 0-1,1 1 1,0 0-1,0 0 1,0 1-1,-8 5 1,-5 3-131,1 1 0,0 1 0,-34 31 0,45-36-50,0 0 1,1 0-1,0 1 0,0 1 0,1 0 0,0 0 0,1 0 0,0 1 0,1 0 0,0 0 0,-7 25 1,12-35 168,1 1 0,0-1 0,-1 0 0,1 0 0,0 0 0,0 0 0,1 1 0,-1-1 0,0 0 0,1 0 0,-1 0 0,1 0 0,0 0 0,0 0 0,-1 0 0,1 0 0,1 0 0,-1 0 0,0 0 0,2 2 0,-2-3 39,0-1 1,0 1-1,0-1 0,0 1 1,0-1-1,0 1 0,0-1 1,0 0-1,0 1 0,0-1 1,0 0-1,0 0 0,0 0 1,0 1-1,0-1 1,0 0-1,0-1 0,0 1 1,2 0-1,0 0 45,7 0 66,0 1-1,0 0 1,-1 1 0,1 0 0,0 1-1,-1 0 1,1 0 0,-1 1 0,0 0-1,0 1 1,0 0 0,-1 0 0,0 1 0,15 12-1,9 14-812,1-1 0,60 42 0,-74-60-812,1-1-1,1-1 0,0-1 1,1-1-1,0 0 0,40 9 1,-2-6-4521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5.2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334 268 5264,'0'-5'92,"-1"-4"189,1 0-1,-1 1 0,0-1 1,-1 0-1,0 1 0,0-1 0,-1 1 1,0 0-1,-1 0 0,0 0 1,0 0-1,0 0 0,-1 1 1,-8-10-1,-28-33 2619,34 40-2542,0 1 0,-1-1 0,0 1 0,-16-13 0,21 19-323,-1 1 0,1 0 0,-1 0 0,0 0 0,1 0 0,-1 1 0,0 0 0,0 0 1,0 0-1,0 0 0,0 0 0,0 1 0,0 0 0,-1 0 0,1 0 0,0 0 0,0 1 0,-4 0 0,-1 2-374,0 0 0,1 1 0,0 0 0,-1 0 1,1 1-1,-13 10 0,4-4-875,0 3-2236,12 3-1412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5.7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559 185 6617,'-48'-8'724,"18"3"270,1-1 0,-51-17 0,-80-24 4369,-38-14 941,185 52-5523,13 8-741,1 1 0,0-1 1,0 0-1,0 0 0,0 1 1,-1-1-1,1 0 0,0 1 1,0-1-1,0 1 0,0-1 1,1 1-1,-1 0 0,0-1 1,0 1-1,0 0 0,1 0 1,26-6 259,-1 1 1,0 2-1,1 1 1,41 2-1,-9-1-57,636 21 902,-613-15-1122,1279 109-3238,-1230-101-272,184-6 0,-277-11 1163,-1-1 0,43-12-1,-74 15 1641,36-7-4896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5.9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303 34 6665,'-69'-13'938,"-5"0"367,3 6 2421,-16 6 3921,87 1-7621,0 0 0,0 0 0,0 0 0,0 0 1,0 0-1,0 1 0,0-1 0,0 0 1,1 0-1,-1 0 0,0 0 0,0 0 1,0 0-1,0 0 0,0 0 0,0 0 0,0 1 1,0-1-1,0 0 0,0 0 0,0 0 1,0 0-1,0 0 0,0 0 0,0 0 1,0 1-1,0-1 0,0 0 0,0 0 0,0 0 1,0 0-1,0 0 0,0 0 0,0 0 1,0 0-1,0 1 0,0-1 0,0 0 1,0 0-1,0 0 0,0 0 0,0 0 0,-1 0 1,1 0-1,0 0 0,0 0 0,0 0 1,0 1-1,0-1 0,0 0 0,0 0 1,0 0-1,0 0 0,-1 0 0,1 0 0,0 0 1,0 0-1,0 0 0,0 0 0,0 0 1,7 11 426,0-1 0,1 1 1,0-1-1,1-1 1,0 0-1,0 0 0,19 13 1,85 48 894,-58-38-849,202 144 633,-198-129-804,-2 3 1,64 71 0,-91-87-345,-2 1-1,-2 2 1,-1 0 0,-2 2 0,19 41-1,-30-52-218,-1 2-1,-1-1 1,-2 1-1,-1 0 1,-1 1-1,-1 0 1,-2 0-1,-1 34 1,-3-38-300,-2-1 0,0 1 1,-2-1-1,0 1 0,-2-1 0,-18 42 0,11-35-1332,-23 37-1,-28 26-5185,17-29-2687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6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200 164 11913,'-66'-83'2504,"37"66"-207,10 8-233,-6-2-416,6-1-392,0 4-148,-4 5 20,46-6-3320,18-2 200,6 14-796,20 2-2213,12-5-3960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7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60 115 5412,'2'-4'961,"0"0"0,0 1-1,0 0 1,1-1-1,-1 1 1,1 0-1,0 0 1,0 0-1,0 1 1,0-1-1,0 1 1,1 0-1,-1-1 1,1 1-1,-1 1 1,6-3-1,-16-9-418,-4-4 2903,2 12-3441,0 1 1,-1 0 0,1 1-1,-1 0 1,0 1 0,0 0-1,-13-1 1,20 2 3,0 1 278,9 0-93,1233-9 573,-779 10-750,96 4-60,-398-4 91,321 8-899,-450-8 145,0 1 0,0 1 0,0 2-1,0 1 1,36 12 0,-63-17 465,0 0-1,0 0 1,0 0-1,0 0 1,0 0-1,0 1 1,0-1-1,0 1 1,-1-1-1,4 4 1,-5-5 88,0 1-1,1 0 1,-1-1 0,1 1 0,-1 0 0,0 0 0,0-1 0,1 1 0,-1 0 0,0 0 0,0-1 0,0 1-1,0 0 1,0 0 0,0 0 0,0-1 0,0 1 0,0 0 0,0 0 0,-1 1 0,-1 1-474,0 0 1,1 0-1,-2 0 0,1 0 1,0-1-1,-1 1 1,1-1-1,-1 1 1,1-1-1,-6 3 1,-19 13-5525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8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385 1 8149,'0'0'2240,"-9"11"1649,-10 18-980,2 1 1,1 0-1,-19 50 1,-24 101 273,29-81-2107,-6 21-662,-25 105-840,34-108-2256,-12 129 1,22-125-852,1 15-5355,13-78-507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38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74 450 11713,'-2'0'210,"-1"1"-1,1 0 0,-1 1 1,1-1-1,0 0 1,-1 1-1,1-1 1,0 1-1,0 0 0,0 0 1,0 0-1,1 0 1,-1 0-1,0 0 1,1 0-1,0 0 1,-1 1-1,1-1 0,-1 4 1,-21 53 2819,20-48-2628,0 0-100,1 0 0,1 1 0,-1-1 0,2 1-1,0-1 1,0 1 0,1 0 0,3 16 0,-2-13 24,1 5-215,2 0 1,0 0 0,0-1-1,2 1 1,1-1-1,0-1 1,1 0 0,1 0-1,1-1 1,1 0-1,0 0 1,1-2-1,0 1 1,2-2 0,-1 0-1,26 18 1,-27-24-88,1-2 1,0 1-1,0-2 1,0 0-1,0 0 1,1-2-1,0 1 0,0-2 1,17 1-1,-30-3-27,1 1 6,0-1-1,0 0 1,1 0 0,-1 0-1,0-1 1,0 1 0,0-1 0,0 0-1,0 0 1,0 0 0,0 0-1,0 0 1,0 0 0,0-1-1,-1 0 1,1 1 0,0-1 0,-1 0-1,0 0 1,1-1 0,-1 1-1,0 0 1,0-1 0,2-3 0,4-7-15,-1 0 0,0 0 0,-1-1 0,4-16 0,0 4-9,0 5-10,1 0 1,0 1-1,2 0 1,0 1 0,1 0-1,1 1 1,1 1-1,1 0 1,25-19-1,-13 13-4,1 2 0,1 1 0,0 1 0,2 2 0,39-15 0,-68 30 33,0 1 0,0-1 1,-1 1-1,1 0 1,0 0-1,0 0 1,0 0-1,0 1 1,0 0-1,0 0 1,0 0-1,0 0 0,0 1 1,0-1-1,0 1 1,0 0-1,0 0 1,-1 0-1,1 1 1,0 0-1,-1-1 0,1 1 1,-1 0-1,7 5 1,-6-2-1,0 0-1,0 0 1,0 0 0,-1 1 0,1-1-1,-1 1 1,-1 0 0,1 0 0,-1 0-1,0 0 1,0 0 0,-1 0-1,2 9 1,0 18 143,-1 50 0,-2-58 71,0 1 0,8 44-1,-6-60-170,0-1-1,1 1 1,1 0 0,0-1-1,0 0 1,0 0-1,1 0 1,1 0-1,-1-1 1,12 13 0,-7-11 39,0-1 0,0 0 1,1 0-1,0 0 0,1-2 1,0 1-1,0-2 0,16 7 1,8 1 81,62 13 0,-89-25-127,-1-1-1,1 0 0,-1-1 1,1 0-1,-1 0 0,15-3 0,-20 3-57,1 0-1,-1-1 0,0 0 0,1 1 1,-1-1-1,0-1 0,0 1 0,0 0 1,1-1-1,-2 0 0,1 1 0,0-1 1,0 0-1,0-1 0,-1 1 0,1 0 0,3-6 1,-5 6-14,0 0 0,-1 0 0,1-1-1,-1 1 1,0 0 0,1 0 0,-1 0 0,0-1 0,0 1 0,-1 0 0,1 0 0,0 0 0,-1-1 0,1 1 0,-1 0 0,0 0 0,0 0 0,0 0-1,0 0 1,0 0 0,-2-2 0,-1-3-55,0 1 0,-1 0 1,0 0-1,-1 1 0,-6-7 0,-48-33-704,-101-61 0,99 68 399,-307-179-1278,367 216 1661,-1-1 1,0 1-1,1-1 1,-1 1-1,0-1 1,1 0 0,0 0-1,0 0 1,-1 0-1,1 0 1,0-1-1,-2-2 1,4 4 9,0 1 0,0-1 1,0 1-1,0-1 0,0 0 0,0 1 1,0-1-1,0 1 0,0-1 0,0 0 1,0 1-1,0-1 0,0 1 0,1-1 0,-1 1 1,0-1-1,0 0 0,1 1 0,-1-1 1,0 1-1,1-1 0,-1 1 0,0 0 1,1-1-1,-1 1 0,1-1 0,-1 1 1,1 0-1,-1-1 0,1 1 0,-1 0 1,1-1-1,-1 1 0,2-1 0,5-1-9,1-1 1,-1 1-1,1 1 0,0-1 1,0 1-1,0 0 0,11 1 1,81 5-107,131 23 0,-220-26 98,878 83-424,-830-85 465,0-2 0,-1-2 0,110-24 0,-137 20 50,-1-1 0,0-2-1,0 0 1,-2-2 0,1-2-1,-1 0 1,-1-2 0,46-37-1,-10-8 443,-3-2-1,81-113 1,-11 15 491,-103 136-672,-34 47-92,7-20-234,-134 272 1223,-9 19-1109,84-145-1867,7 3 1,-62 294-1,111-422 1305,0 0 0,2 1 0,0 0 0,2-1 0,0 1 0,1-1 0,6 25 0,-6-37 195,1 0-1,0 0 1,0-1-1,1 1 1,0-1-1,1 0 1,0 0-1,1 0 1,-1 0-1,2-1 1,-1 0-1,1-1 1,0 1 0,1-1-1,-1-1 1,1 1-1,12 6 1,-14-10 228,0 0 0,-1 0-1,1 0 1,0-1 0,1 0 0,-1-1 0,0 1 0,0-1 0,1 0 0,-1-1 0,1 0 0,-1 0 0,0 0 0,1 0 0,-1-1-1,1 0 1,-1-1 0,0 1 0,0-1 0,0-1 0,0 1 0,0-1 0,0 0 0,-1 0 0,10-7 0,4-6 655,0-1-1,-1-1 1,-1-1 0,0 0 0,14-23 0,-23 31-306,7-11 608,0-1-1,-2 0 1,19-45-1,20-80 1927,-16 42-1295,-34 98-1636,1 1 0,1 0 0,0 0 0,0 0 0,0 0 0,0 1 0,1 0 0,7-8 0,-10 12-250,1 0 0,-1 1 0,0-1-1,1 0 1,-1 1 0,1 0 0,-1-1 0,1 1 0,0 0-1,4-1 1,-5 2-189,0-1-1,1 1 1,-1 0-1,0 0 1,0 0-1,1 1 1,-1-1-1,0 0 1,0 1-1,0 0 1,1-1 0,-1 1-1,0 0 1,4 2-1,16 9-8086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0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393 108 8209,'5'-8'905,"-1"-1"0,1 0 0,-2 0 1,1 0-1,-1-1 0,0 1 0,-1-1 0,1-11 0,-3 20-668,0 1 0,1-1 0,-1 1 0,0-1-1,0 1 1,0-1 0,0 1 0,0 0-1,0-1 1,0 1 0,0-1 0,0 1-1,0-1 1,0 1 0,-1-1 0,1 1 0,0-1-1,0 1 1,0-1 0,-1 1 0,1 0-1,0-1 1,0 1 0,-1-1 0,1 1-1,0 0 1,-1-1 0,1 1 0,-1-1-1,-12 6 1730,-13 23-1198,2 7 171,2 2 0,-20 44 0,17-32-471,10-21-258,-5 11 168,-29 80 0,-33 121 28,61-173-977,3 0-1,3 2 1,-12 121-1,7 72-2635,19-205 1359,2 0 0,14 91 0,4-68-1433,2-29-1766,7-6-3453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0.5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36 8957,'-10'-9'702,"6"5"-312,1 1 0,-1 0 0,0 0 0,0 1-1,0-1 1,0 1 0,-7-3 0,9 5-56,0-1-1,-1 1 1,1 0 0,0 0 0,-1 0-1,1 0 1,0 0 0,0 0 0,-5 2-1,-1-1 469,8 0-677,0 0 0,0 0 0,-1 0 0,1 0 0,0 0 0,0 0 0,0 1 0,0-1 0,0 0 0,1 0 0,-1 0 1,0 0-1,0 0 0,1 0 0,0 1 0,-1-1-28,2 4 47,1 0 1,0 0-1,0 0 0,1 0 1,-1-1-1,1 1 0,0-1 1,0 0-1,0 0 0,1 0 1,-1-1-1,1 1 0,10 4 1,3 4 54,215 130 940,-206-127-1068,455 279 695,-393-229-648,90 88-1,-130-106-102,-2 3 0,-2 2 0,42 63 0,-64-80-27,-2 1 0,-1 0 0,-2 2 0,-2 0 0,-1 1-1,11 47 1,-19-55-10,-2 1-1,0 1 1,-3-1 0,0 1-1,-3-1 1,0 1-1,-2-1 1,-12 56-1,5-52 13,-1 1-1,-1-2 0,-3 0 1,0 0-1,-3-1 1,-41 60-1,27-52-49,-1-1 0,-2-2 0,-2-1 0,-59 45 1,27-31-309,-1-4 1,-79 40-1,-153 56-2117,243-120 778,-100 25 1,9-21-3993,56-18-1463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0.8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1466 1 11089,'-76'2'2568,"31"-3"-746,-1 3 1,1 2-1,-55 12 0,47-2-225,2 1 1,-98 45-1,131-51-1377,1 0 0,0 1 0,0 1 0,1 1 0,0 0 0,1 1 0,1 0 0,0 2-1,1-1 1,1 2 0,-18 25 0,23-26-129,1 0 0,0 1 0,1-1 0,1 1 0,0 0 0,2 0 0,-1 0 0,2 1 0,0-1 0,2 23 0,4 22 137,18 84 0,-20-129-206,6 38 1,-2 0-1,-2 1 1,-2-1-1,-3 1 1,-3 0 0,-2 0-1,-2-1 1,-25 94-1,14-93-188,-2-1-1,-3 0 0,-2-2 0,-2-1 0,-3-2 0,-1 0 1,-3-2-1,-66 71 0,-178 151-4196,201-194 847,76-75 3427,1 1 0,-1-1 0,1 0 0,-1 1 0,1-1 0,-1 1 0,1-1 0,-1 1 0,1-1 0,-1 1 0,1-1 0,0 1 0,-1 0 0,1-1 0,0 1 0,0-1 0,0 1 0,-1 0 0,1-1 0,0 1 0,0 0-1,0-1 1,0 1 0,0 0 0,0-1 0,0 1 0,0 0 0,0-1 0,0 1 0,1 0 0,-1-1 0,0 1 0,0-1 0,1 1 0,-1 0 0,0-1 0,1 1 0,-1-1 0,0 1 0,1-1 0,-1 1 0,1-1 0,-1 1 0,1-1 0,-1 0 0,1 1 0,-1-1 0,1 1 0,0-1 0,-1 0-1,1 0 1,-1 1 0,1-1 0,0 0 0,1 0 0,2 1-526,0 0 0,1 0 0,-1 0 0,1-1 1,-1 1-1,1-1 0,4-1 0,43-14-7175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1.0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1147 1 9793,'-19'26'2576,"-16"8"-340,-16-8-51,-9 8 195,3 6-360,-13 3-264,-6 11-312,-109 66 612,93-57-1356,0 3-407,10 2-678,9-5-515,0 6-700,12-1-804,7-8-508,13 0-2817,16 3-4796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1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0 9281,'0'1'252,"0"-1"0,-1 0 0,1 0 0,0 0 0,-1 0 0,1 0 0,0 1 0,-1-1 0,1 0 0,0 0 0,-1 1 0,1-1 0,0 0 0,0 0 0,-1 1 0,1-1 0,0 0 0,0 1 0,0-1 0,-1 0 0,1 1 0,0-1 0,0 0 0,0 1 0,0-1 0,0 1 0,0-1 0,0 0 0,0 1 0,0-1 0,0 0 0,0 1 0,0-1 0,0 1 0,0-1 0,-9 36 1006,-4 11-4,7-24-738,1 0-1,1 0 1,1 0-1,1 42 0,-1-5-15,-7 238-1859,8-214-336,4 46-2168,3-42-2223,1-27-1869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1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966 440 6501,'-3'-31'432,"1"16"-121,1 0 1,0-1-1,1 1 1,1-1-1,0 1 1,1 0 0,1 0-1,0-1 1,6-14-1,4-7 643,-7 16-63,1 1 1,2 0-1,0 0 0,12-20 0,-16 34-676,-1 0 1,1 1-1,0-1 0,0 1 1,1 0-1,-1 0 1,1 0-1,0 1 0,0 0 1,1 0-1,-1 1 1,1-1-1,0 1 1,0 1-1,14-4 0,1 2-33,0 1 0,0 2 0,1 0 0,-1 1 0,0 1 0,0 1 0,0 1 0,0 1 0,-1 1 0,1 1 0,-1 1 0,0 0 0,-1 2 0,30 17 0,-15-6-75,0 2 1,-2 1 0,-1 2-1,-1 1 1,-1 2 0,-1 0 0,27 37-1,-39-43-71,-1 1 0,0 1-1,-2 1 1,-1 0-1,-1 1 1,-1 0-1,-2 0 1,0 1 0,-2 1-1,0 0 1,2 36-1,-7-31-14,-1 0 0,-2 0 0,-1-1 0,-1 1 0,-2-1-1,-2 1 1,-1-2 0,-1 1 0,-20 45 0,5-25-32,-2-1 0,-2-2 0,-2 0 0,-64 75 0,43-66 4,-2-4 0,-2-1 0,-65 46 0,7-20-398,-3-5 0,-3-5 0,-205 87 0,206-109-1711,-1-4 0,-221 47 0,323-87 1602,-37 6-1209,15-9-2230,14-5-1953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1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266 241 12389,'-11'6'450,"9"-5"-317,-1 1 0,1-1 0,0 0 0,-1 0 0,1 1 1,0 0-1,0-1 0,0 1 0,0 0 0,0 0 0,0 0 0,0 0 0,1 0 1,-1 1-1,1-1 0,-1 0 0,1 1 0,0-1 0,0 1 0,0-1 1,0 1-1,0 5 0,-7 31 1464,-2 0 1,-24 60 0,-6 19-635,31-83-801,-6 24 76,-3-1 0,-32 73-1,42-115-216,7-12-5,-1-7-6,-1-1-9,0 0 0,1-1 0,0 1 0,0-1 0,0 0 1,1 1-1,0-1 0,0 0 0,0 0 0,0 0 0,1 0 0,0 0 1,0 0-1,0 0 0,0 0 0,1 0 0,0 0 0,3-9 0,3-14-2,23-54 1,-26 73 6,246-548 1227,-245 546-1150,1 1 1,0 0-1,0 0 1,0 0 0,2 1-1,-1 0 1,1 1 0,0-1-1,1 2 1,12-10 0,-19 16-42,0 0 0,0 0 1,0 0-1,0 0 1,0 1-1,0-1 1,0 1-1,0-1 0,0 1 1,1 0-1,-1 0 1,0 0-1,0 0 1,0 0-1,0 1 0,0-1 1,0 1-1,0-1 1,0 1-1,0 0 1,0 0-1,0 0 0,0 0 1,0 0-1,0 0 1,-1 0-1,1 0 0,0 1 1,1 2-1,3 1 89,0 2 0,0-1 0,-1 1-1,0-1 1,0 1 0,5 10 0,-1 4 106,0 0 1,-1 1-1,-1 0 0,7 38 1,6 98 377,-11-78-423,-1-11-215,15 101-1243,15 47-1775,-4-17-3940,-27-152 1364,-3-4-3411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2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69 11097,'10'-11'2180,"25"-6"-396,12 8-327,4 0-349,9-2-180,13 5-260,10 3-140,12 1-232,19 2-384,4 2-240,6 7-596,9 0-432,0 2-189,1 3-143,-10 1-128,-4-4-1780,-2 3-2125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2.3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832 1 8069,'-235'87'10849,"183"-69"-9459,0 3 0,1 1-1,2 3 1,0 2 0,-56 43-1,81-51-1905,0 1-1,2 1 0,0 1 0,-28 37 0,37-40-1144,1 0-1,0 1 0,1 0 1,2 1-1,0 0 0,-11 39 1,10-17-8396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3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1045 485 5553,'10'-26'954,"-1"0"0,-2 0 0,6-33 1,-6 28 412,4-33 2794,-8-61 2715,-3 125-6859,0 0 0,0 0 0,0 0 0,0 1 0,0-1-1,0 0 1,0 0 0,0 0 0,-1 0 0,1 0 0,0 0 0,0 0 0,0 0 0,0 0 0,0 0-1,0 0 1,0 0 0,0 0 0,0 0 0,-1 1 0,1-1 0,0 0 0,0 0 0,0 0 0,0 0-1,0 0 1,0 0 0,0 0 0,0 0 0,-1 0 0,1 0 0,0 0 0,0 0 0,0 0 0,0-1-1,0 1 1,0 0 0,0 0 0,0 0 0,-1 0 0,1 0 0,0 0 0,0 0 0,0 0 0,0 0-1,0 0 1,0 0 0,0 0 0,0 0 0,0-1 0,0 1 0,0 0 0,0 0 0,-1 0 0,1 0-1,0 0 1,0 0 0,0 0 0,0 0 0,0-1 0,0 1 0,0 0 0,-9 6 316,-1 0 0,1 1 0,0-1 0,1 2 1,0-1-1,0 1 0,1 1 0,-11 13 0,-50 88 1062,45-71-984,-407 619 1788,336-528-2150,-151 193-408,107-151-219,122-155 240,17-25 118,21-33 60,315-448-348,-257 381 469,269-357-127,25 20 532,-366 436-362,4-5 36,1 1 0,0 1-1,0 0 1,17-11 0,-28 21-12,0 1 0,1-1-1,-1 1 1,1-1 0,-1 1 0,1 0 0,0 0 0,-1 0 0,1 0 0,0 0 0,0 1-1,-1-1 1,1 1 0,0 0 0,0 0 0,0 0 0,0 0 0,0 0 0,-1 1 0,1-1-1,0 1 1,0 0 0,-1 0 0,1 0 0,0 0 0,-1 0 0,1 0 0,-1 1-1,1-1 1,-1 1 0,0 0 0,4 3 0,-2 0 60,0 1 0,0-1 0,0 1 0,-1 0 0,0 1 0,0-1 0,0 0 0,-1 1 1,0-1-1,0 1 0,1 9 0,0 12 376,1 42 0,-3-51-279,-3 121 513,-24 165 0,10-146-509,3-12-183,-20 270 15,28-291-93,16 164-1,-7-258-419,1 0-1,1 0 1,1 0 0,2-1 0,2 0-1,0-1 1,2 0 0,28 47 0,-32-64-125,0-1 0,1 1 0,0-2 0,1 1 0,0-2 0,1 1 0,0-1 1,22 13-1,-23-17-294,0 0 0,1-1 0,0-1 0,0 0 0,0-1 1,0 0-1,0 0 0,1-1 0,-1-1 0,1 0 0,24-2 0,22-7-7841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3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99 149 11513,'-99'20'8116,"122"-35"-6440,-8 10-1555,-1 0-1,1 0 1,0 2-1,0 0 1,0 0-1,0 2 1,1 0-1,17 1 1,1-2-62,522-33-3409,-2-30-6385,-403 39 3355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3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626 58 7701,'-21'-48'2333,"17"39"3519,0 9-5566,1 0 1,-1 1-1,0 0 0,1 0 1,-1 0-1,1 0 0,0 0 1,-1 0-1,1 1 0,0 0 0,0 0 1,0 0-1,0 0 0,0 0 1,0 0-1,0 1 0,-4 5 0,-2 4 299,0 0-1,1 1 0,-7 14 0,4-8 214,-132 280 4034,86-169-3984,-68 198-2190,24 7-4441,100-330 5671,-9 30-881,-20 73-2558,16-36-2696,10-19-2595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3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0 130 8949,'2'-8'454,"0"1"1,0 1-1,1-1 1,0 0-1,0 1 1,0-1-1,1 1 1,0 0 0,0 0-1,1 0 1,-1 1-1,1 0 1,0 0-1,1 0 1,-1 0-1,1 1 1,11-7-1,-10 8-278,-1 0 0,1 1 0,0-1-1,0 2 1,0-1 0,0 1 0,0 0 0,0 0-1,0 1 1,1 0 0,-1 0 0,0 0-1,0 1 1,12 3 0,7 4-98,-1 0-1,40 19 1,-42-16-41,59 27-798,-2 4 0,-2 3 1,-2 4-1,-2 3 1,123 113-1,-156-126-58,-3 2 0,53 72 0,-76-93 169,-2 1-1,0 1 1,-2 0 0,0 1-1,-1 0 1,-1 1-1,-2 0 1,6 29 0,-4 35-3529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3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39 263 11281,'-39'12'3760,"49"-1"-2163,15-2-261,26-15-300,16 0-236,19-8-140,18 3-140,30-4-172,21-5-176,23-5-472,25-7-412,13 4-592,3-4-576,-3-5-597,-6 0-1803,-4 5-3293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45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8461 1011 2396,'46'6'1018,"-33"-4"-548,0 1 0,-1-2 0,19 1 0,41-5 927,-69 3-1184,11-3 57,-2 1-271,-9 1-59,-5 0-73,-1 0 98,1 0 1,0 0-1,0 0 1,-1-1-1,1 1 0,0-1 1,-3-3-1,-4-2-92,-31-12 54,33 17 118,0-1 0,0 0 0,0-1 0,0 0 0,-12-9 0,-2-3 313,1-2 1,1-1-1,0 0 1,2-1-1,-28-41 0,-88-135 1987,94 140-2001,3 7-134,-2 1 0,-2 2 1,-1 2-1,-85-69 0,89 85-169,-2 1-1,-1 2 1,-1 2-1,-1 1 1,0 3-1,-83-26 1,58 29-24,0 2 1,-1 4 0,-1 2-1,0 4 1,-122 8 0,-346 70 32,-373 138-25,9 56 30,295-65 4,10 26 1,-876 471 0,663-191 168,638-380-155,6 6 0,-213 227 0,301-276-44,3 3 1,-98 154 0,142-194-7,3 2 1,2 0-1,2 1 1,2 2-1,3 0 0,2 1 1,-10 65-1,21-88-16,3-1-1,0 0 1,2 0-1,1 1 1,2-1-1,1 0 1,2 0-1,0-1 1,2 1-1,2-1 1,0-1-1,2 0 1,2-1-1,0 0 1,2-1-1,27 37 1,-7-21 5,1-1 0,3-1 0,1-3 0,2-1 0,2-2 0,0-2 0,3-2 0,91 44 0,-37-30 62,2-4 0,1-4 1,166 34-1,-47-29 54,2-10 0,325 4 0,457-72 54,-480-17-128,715-163-1,-914 134-57,564-222 0,-644 196-17,-5-11 0,392-258 0,-265 92-70,-309 229 82,-4-2 1,-2-3 0,79-111 0,-111 137-11,-2-1 1,-2-1-1,-1 0 1,-2-2-1,-2 0 1,-1-1-1,-2 0 1,-2-1 0,-2 0-1,-1-1 1,-3 0-1,-1 0 1,-2 0-1,-2 0 1,-9-65-1,0 50-13,-3 1 0,-3 0 0,-2 2 0,-2 0 0,-2 1 0,-3 1 0,-2 1 0,-59-83 0,35 67 9,-4 3 0,-2 1 1,-2 4-1,-3 2 0,-96-68 1,14 28-141,-4 5 1,-5 7-1,-263-106 1,175 102-611,-456-104 0,445 145-2185,-439-27 0,496 70-305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4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44 740 3804,'-6'-9'339,"4"6"-178,1 1 1,-1-1 0,0 0-1,1 0 1,-1-1-1,1 1 1,0 0-1,0 0 1,0-1-1,1 1 1,-1 0-1,1-1 1,0-5 0,-14-40 3667,12 38-3401,0 2 48,0 1 1,1-1-1,0 0 1,1 1-1,0-1 1,2-17-1,3-15 3582,2-69 0,-14 85-2371,6 22 314,34 141-151,19 65-965,13-11-478,167 342 1,-131-368-330,-68-115-58,-30-46 4,0 0 0,1-1 0,-1 1 0,1-1 0,-1 0 0,1 0 0,1-1 0,-1 1-1,0-1 1,1 0 0,0 0 0,-1 0 0,7 2 0,-8-4-7,0 0 0,1-1-1,0 1 1,-1-1 0,1 1 0,-1-1-1,1 0 1,-1 0 0,1-1 0,-1 1-1,1-1 1,-1 0 0,1 0 0,-1 0-1,1 0 1,-1 0 0,0-1 0,0 0-1,0 1 1,0-1 0,4-3 0,7-7 32,-1 1 1,0-1 0,-1-1-1,16-21 1,38-63 58,-48 69-104,239-404-124,14-22-3001,-263 441 2985,133-191-2742,-104 157 1417,1 2 1,53-48 0,-48 55-2730,89-61 1,-41 43-4325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4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 13549,'-38'54'2096,"41"-26"45,-3 18-569,-3-6-320,-1-3-204,4 6-212,-3 9-120,0 8-456,-6 0-460,-10 2-644,3 1-972,0-3-800,0 6-2741,0 6-4296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4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 7993,'10'-14'1332,"-4"2"-336,3 1-232,10 22-1092,10 12-208,-19-11-796,2 13-1260,14 15-721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5.1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292 710 9641,'2'-9'199,"2"-9"412,1 0 0,0 0 0,1 1 0,1-1-1,11-18 1,-12 24-128,12-19 1109,-2-1 0,18-48 0,-13 26-625,2 1-1,37-60 1,-41 78-684,2-3 228,38-50-1,-53 79-435,-4 7-61,-1-1-1,1 1 0,-1 0 0,1 0 1,0 0-1,-1 1 0,1-1 1,0 0-1,0 1 0,1-1 0,-1 1 1,0 0-1,0 0 0,1 0 0,-1 0 1,0 0-1,1 0 0,-1 0 0,1 1 1,-1-1-1,1 1 0,-1 0 0,1 0 1,0 0-1,-1 0 0,1 0 0,4 2 1,-2-1-7,0 1 1,-1 0-1,1 1 1,-1-1 0,1 1-1,-1 0 1,0 0-1,0 0 1,0 0 0,3 4-1,4 6 21,-2-1 0,0 1-1,0 1 1,-1 0 0,-1 0-1,0 0 1,-1 1 0,7 26 0,1 14-16,8 59 0,-17-73 3,-1 2 0,-2-1-1,-2 0 1,-1 0 0,-3 0 0,-1 0 0,-3 0-1,-1-1 1,-1 0 0,-3-1 0,-25 57-1,14-49-17,-1-2 0,-2 0 0,-3-2 0,-1-1 0,-2-1 0,-2-2 0,-2-1 0,-69 56 0,-80 42-107,161-122-314,-1 0 1,0-2-1,-1-1 0,0-1 1,-48 12-1,74-22 254,0-1-1,0 0 1,0 1 0,0-1 0,0 0-1,0 1 1,0-1 0,0 0 0,0 0-1,-1 0 1,1 0 0,0 0-1,0 0 1,0 0 0,0-1 0,0 1-1,0 0 1,0-1 0,0 1 0,0 0-1,0-1 1,0 1 0,0-1-1,0 0 1,0 1 0,0-1 0,0 0-1,1 1 1,-1-1 0,0 0 0,0 0-1,1 0 1,-1 0 0,1 0-1,-1 0 1,1 0 0,-1 0 0,1 0-1,-1 0 1,1 0 0,0 0 0,0 0-1,-1 0 1,1 0 0,0 0-1,0 0 1,0 0 0,0 0 0,0 0-1,1-1 1,-1 1 0,0 0 0,0 0-1,1 0 1,-1 0 0,1-1-1,12-26-8409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6.1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244 849 10033,'-1'-2'134,"1"1"-1,0 0 1,0-1-1,-1 1 1,1-1-1,-1 1 1,1 0 0,-1-1-1,0 1 1,0 0-1,1 0 1,-1 0 0,0 0-1,0-1 1,0 1-1,0 0 1,0 0 0,0 1-1,-1-1 1,1 0-1,0 0 1,0 1 0,-1-1-1,1 0 1,0 1-1,-1-1 1,1 1-1,-1 0 1,1-1 0,0 1-1,-1 0 1,1 0-1,-1 0 1,1 0 0,-1 0-1,1 0 1,-3 1-1,1-2 122,1 0-1,0-1 0,-1 0 1,1 1-1,0-1 0,0 0 0,0 0 1,0 0-1,0 0 0,1 0 1,-1-1-1,1 1 0,-3-4 0,3 3-39,-10-12 294,8 12-319,0-1 1,0-1 0,0 1-1,1 0 1,0-1-1,-1 1 1,2-1 0,-1 0-1,0 1 1,1-1-1,0 0 1,-1-10 0,-4-72 1299,-1 104-1214,1-8-201,-5 19 47,1 0 0,1 0 0,-5 31-1,-10 94 218,19-121-221,-5 40-81,-16 126 88,23-155-233,2 0-1,7 69 1,-5-104 80,0-1 0,1 1 1,0-1-1,0 0 0,1 0 0,0 0 1,0 0-1,0 0 0,6 8 0,-6-12 20,-1 0-1,0 0 1,1 0 0,-1-1-1,1 1 1,0-1-1,0 1 1,0-1-1,0 0 1,0 0 0,1-1-1,-1 1 1,0-1-1,1 1 1,-1-1-1,1 0 1,0 0 0,-1-1-1,1 1 1,5-1-1,5 0 0,-1-1-1,1-1 1,-1-1-1,1 0 1,-1 0-1,0-1 1,0-1-1,-1 0 1,1-1-1,-1 0 1,11-9-1,15-11-42,66-61 0,-82 65 75,30-39 1,-39 44-43,1 0 0,1 1 0,0 0 0,1 1 0,28-20 0,-41 33 24,0 1-1,1-1 1,-1 1 0,0 0-1,0 0 1,1 0 0,-1 0-1,1 1 1,-1-1 0,1 1-1,-1 0 1,1 0 0,-1 0-1,1 1 1,-1-1 0,1 1-1,-1 0 1,1-1 0,-1 2-1,0-1 1,6 3 0,3 2 54,-1 1-1,1 1 1,20 17 0,-22-16-2,89 76 413,-67-55-350,1-2 0,0-1 0,3-2 0,40 22 0,-39-28-95,0-2 0,68 20 1,-84-32-15,-1 0 0,2-2 1,-1 0-1,0-1 0,1-1 1,41-4-1,-48 1-27,1 0 1,0-1-1,-1 0 1,1-1-1,-1-1 0,0-1 1,0 0-1,-1-1 0,0 0 1,0-1-1,-1-1 1,0 0-1,18-16 0,-18 12-90,0 0-1,-1-1 0,-1 0 0,0-1 0,-1 0 1,0-1-1,-2 0 0,0 0 0,0-1 0,-2 0 1,8-27-1,-7 19-30,7-34-236,-13 55 336,-1 0 1,0 0 0,0 0-1,0 0 1,0 0 0,-1 0-1,0 0 1,0 1 0,0-1-1,0 0 1,0 1 0,-1-1-1,-2-4 1,4 7-10,-1-1-1,0 1 1,0 0-1,0-1 1,0 1 0,0 0-1,0-1 1,-1 1-1,1 0 1,0 0-1,-1 0 1,1 0 0,0 0-1,-1 1 1,1-1-1,-1 0 1,1 1-1,-1-1 1,0 1 0,1-1-1,-1 1 1,0 0-1,1 0 1,-1-1-1,-3 2 1,2-1-18,-1 1 0,0 0 1,1 1-1,-1-1 0,0 1 0,1-1 0,0 1 1,-1 0-1,1 1 0,-6 4 0,-1 2-102,1 1-1,-1 0 1,1 0 0,1 1-1,-10 16 1,16-23 143,1 1 0,-1-1 0,1 1 0,0 0 1,1-1-1,-1 1 0,1 0 0,-1-1 0,2 1 0,-1 0 0,0 0 0,2 6 0,-1-5 1,0 1 0,-1-1 0,0 0 0,0 1 0,-2 11 0,-4 3 23,-1-1 0,-2 0 1,0-1-1,-1 0 0,-1 0 0,0-1 0,-2-1 1,-15 19-1,26-34 166,7-1-132,0 1-1,1-1 1,-1 0-1,1 0 1,-1 0-1,1-1 1,-1 1-1,1-1 1,-1-1-1,1 1 1,-1-1-1,0 0 1,1 0-1,-1-1 1,0 0-1,6-2 1,8-1 45,104-27 119,235-69-77,-348 98-155,0-1 1,-1-1-1,1 1 1,-1-1-1,0-1 1,-1 0-1,1 0 1,-1-1-1,13-14 0,-11 9 0,-1 0 0,0-1 0,-1 0 1,0-1-1,-1 0 0,5-15 0,89-207-3,32-108-49,-104 259 272,-5-2-1,15-95 1,-5-43 1197,-33 223-1310,-1 0 1,1-1-1,-1 1 1,0 0-1,0 0 0,0 0 1,0 0-1,0 0 1,0 0-1,-1 0 0,1 0 1,-1 0-1,1-1 1,-1 2-1,0-1 1,-1-3-1,1 4-51,1 1 0,0 0 0,0 0 0,0 0 0,-1 0 0,1 0 0,0 0 0,0 0 0,-1 0 0,1 0 0,0 0 0,0 0 0,-1 0 0,1 0 0,0 0 1,0 0-1,-1 0 0,1 0 0,0 0 0,0 0 0,-1 0 0,1 0 0,0 0 0,0 0 0,0 0 0,-1 0 0,1 0 0,0 1 0,0-1 0,0 0 0,-1 0 0,1 0 0,0 0 0,0 1 0,0-1 0,0 0 0,-1 1 0,-8 19 598,-24 132 1571,-27 304 0,54-350-3837,12 160 0,4-142-2596,2 0-3348,-1-33-3402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6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1737 3668,'-53'28'1110,"43"-22"4353,10-9-4236,1-15-185,1 0 0,0 1 1,2-1-1,0 1 0,1-1 0,11-24 0,53-102 1018,121-199-276,6-10-1222,-25-11-286,-160 337-290,49-135 81,-51 133-40,-1-1-1,-2 0 1,4-49-1,-9 72-25,-2-26-24,1 32 27,-1 0-1,1 0 1,-1 0-1,1 1 1,0-1-1,-1 0 0,1 0 1,-1 0-1,0 0 1,1 0-1,-1 1 1,0-1-1,0 0 1,1 0-1,-1 1 0,0-1 1,0 1-1,0-1 1,0 1-1,0-1 1,0 1-1,0-1 0,0 1 1,0 0-1,0-1 1,0 1-1,0 0 1,0 0-1,-1 0 1,-4 0 34,0 1 1,0 0 0,1 0 0,-1 1 0,1-1 0,-1 1-1,1 0 1,-1 1 0,1-1 0,0 1 0,0 0 0,1 0 0,-1 1-1,0-1 1,1 1 0,0 0 0,0 1 0,-6 7 0,-8 12 181,0 0 1,-18 37 0,29-48-129,-18 32 140,3 1-1,2 2 1,2 0 0,-17 71-1,17-37 71,-14 162 0,28-142-144,10 132-1,-3-178-109,4 62 40,5-1 1,6 0 0,33 118-1,-48-221-80,101 432-35,-99-417 29,-2-1 0,0 1 0,-2 1 0,-1-1 0,-1 0 1,-2 0-1,-1 0 0,-1-1 0,-13 43 0,14-58-62,-1 0 0,-1 0 0,1-1-1,-2 0 1,0 0 0,0-1 0,-1 0 0,0 0 0,-1-1 0,0 0-1,-1 0 1,0-1 0,-1 0 0,0-1 0,0-1 0,0 1 0,-1-2-1,0 1 1,-1-2 0,1 0 0,-1 0 0,-17 3 0,20-6-145,0 0 0,0-1-1,0 0 1,-1-1 0,1 0 0,0 0 0,-1-1 0,1-1 0,0 0 0,0 0 0,-13-5-1,19 5-53,-1 0 0,0 0 0,1 0 0,-1-1 0,1 0-1,0 0 1,0 0 0,0 0 0,0-1 0,1 1-1,-1-1 1,1 0 0,0 0 0,0 0 0,0 0 0,1-1-1,0 1 1,-1-1 0,1 0 0,1 0 0,-1 1-1,1-1 1,0 0 0,-1-8 0,2 5-845,0 0 0,0-1 0,0 1 0,3-13 0,14-38-7727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7.1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732 0 13221,'-5'5'135,"-3"2"212,1 1 1,0-1-1,0 1 0,-8 13 1,13-16-94,-1 0 1,1 1-1,0-1 1,1 1-1,-1 0 1,1-1-1,0 1 1,1 0-1,-1 0 1,1 7-1,-1 7 491,-2 0 1,0 0-1,-2-1 0,0 0 0,-10 26 0,-4 15 732,-13 41 916,-76 162 0,-70 86-854,166-325-1470,-53 94-171,-60 121-2148,97-176-428,-35 120-1,61-176 2119,1-1 0,0 1 0,0 0 0,1 0 0,0 14 0,0-19 309,1 1 1,-1-1-1,0 1 1,1 0-1,-1-1 0,1 0 1,0 1-1,0-1 1,0 1-1,0-1 1,1 0-1,-1 0 1,0 0-1,1 0 1,-1 0-1,1 0 1,3 2-1,-5-3 99,1-1-1,-1 1 0,1-1 0,-1 1 0,1-1 0,-1 1 1,1-1-1,0 0 0,-1 1 0,1-1 0,0 0 1,-1 0-1,1 0 0,0 1 0,-1-1 0,1 0 1,0 0-1,0 0 0,-1 0 0,1 0 0,0 0 1,-1 0-1,1 0 0,0-1 0,-1 1 0,1 0 0,0 0 1,0-1-1,-1 1 0,1 0 0,-1-1 0,1 1 1,0 0-1,-1-1 0,1 1 0,-1-1 0,1 1 1,-1-1-1,1 1 0,-1-2 0,18-16-5253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7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17 217 8117,'-1'-1'200,"-1"0"0,1 0 0,-1 0 0,1 0-1,0-1 1,0 1 0,-1 0 0,1 0 0,0-1 0,0 1 0,-1-3 0,2 4-109,0-1 0,0 1 0,0-1 0,-1 0-1,1 1 1,0-1 0,0 1 0,0-1 0,0 0 0,0 1 0,0-1-1,1 1 1,-1-1 0,0 1 0,0-1 0,0 0 0,0 1 0,1-1 0,-1 1-1,0-1 1,0 1 0,1-1 0,2-2 98,1 0 1,-1 0-1,0 1 0,1 0 0,-1 0 1,1 0-1,0 0 0,5-2 0,7-1 177,0 0 0,0 0-1,0 2 1,27-3-1,-2 0 73,451-49 1775,-141 21-1629,-87-8 350,-261 42-924,-1-1 0,1 0 0,0 1 0,-1 0 0,1-1 0,0 1 0,0 0 0,-1 1 0,1-1 0,0 0 0,0 1 0,-1-1 0,1 1 0,3 2 0,-5-2-9,0 0 1,1 0-1,-1 0 1,0 0-1,0 0 1,0 0 0,-1 1-1,1-1 1,0 0-1,0 1 1,-1-1-1,1 1 1,-1-1-1,1 1 1,-1-1-1,1 1 1,-1-1-1,0 1 1,0-1 0,0 1-1,0 0 1,0 1-1,-1 39 69,1 6-13,7 71 0,-5-103-57,1-1 0,1 1 0,0-1 0,1 0 0,0-1 0,2 1 0,-1-1 0,16 23 0,-15-28-5,0 1 1,1-1 0,0-1 0,1 0 0,0 0 0,0 0 0,1-1-1,0-1 1,0 0 0,1 0 0,-1-1 0,1 0 0,0 0 0,1-2-1,-1 1 1,1-2 0,-1 1 0,1-2 0,19 2 0,13-3 99,1-2 0,-1-2 0,80-17 0,-113 18-68,2 1 0,5-3-1,0 2 1,0 0-1,1 1 0,-1 0 1,0 2-1,1 0 0,-1 1 1,0 1-1,20 4 0,86 28 171,-62-15-81,94 15 0,-102-25-153,-33-5 70,0-1 1,1 0-1,41-2 0,-46-2-25,1-1 0,-1-1 0,0-1-1,0 0 1,0-1 0,18-8 0,-25 8-15,-1 0-1,0 0 1,0-1 0,0-1-1,-1 1 1,0-2-1,0 1 1,0-1 0,-1 0-1,12-17 1,-11 12-149,-1-1 0,0 1 0,0-1 0,-1-1 0,-1 1 0,5-26 1,-9 37 94,-1 0 1,0 0 0,0 0 0,0-1 0,-1 1-1,1 0 1,-1 0 0,-1-5 0,0 2-63,1 5 105,1 0 1,-1 1 0,0-1-1,0 1 1,1-1-1,-1 1 1,0-1 0,0 1-1,0 0 1,0-1-1,1 1 1,-1 0 0,0-1-1,0 1 1,0 0-1,0 0 1,0 0-1,0 0 1,-1 0 0,1 0-13,-3 0 17,0 0 1,0 0 0,0 0-1,-1 0 1,1 1 0,0-1-1,0 1 1,0 0-1,0 1 1,1-1 0,-1 1-1,0-1 1,0 1 0,1 0-1,-1 1 1,-5 4-1,-9 7-31,-28 28-1,39-35 79,-55 66 142,44-40 283,19-32-543,1 0-1,-1 0 0,1 0 1,-1 0-1,0 0 0,1 0 1,-1-1-1,1 1 0,0 0 1,-1-1-1,1 1 1,-1-1-1,1 0 0,0 0 1,0 1-1,-1-1 0,4 0 1,8-7-1422,23-8-5981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8.4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949 1210 7797,'19'-27'1933,"44"-48"0,4-4 527,22-53-472,-76 109-1710,-2 0 0,0 0 0,-1-1 1,7-26-1,-16 47-240,-1 1 0,1-1 0,0 0 0,-1 1 0,0-1 0,1 1 0,-1-1 0,0 0 0,0 1 0,0-1 0,-1 1-1,1-1 1,-1 0 0,1 1 0,-1-1 0,0 1 0,0-1 0,0 1 0,0 0 0,-1-1 0,1 1 0,-1 0 0,1 0 0,-1 0 0,0 0 0,1 0 0,-4-2 0,2 2 4,-1 0 0,0 0 1,1 1-1,-1-1 0,0 1 0,0 0 0,0 0 0,0 0 0,0 0 0,0 1 0,0-1 0,0 1 0,-1 0 0,1 0 0,-5 2 0,-2 0 38,1 0-1,0 1 1,0 0-1,0 1 0,0 0 1,1 1-1,-10 6 0,-61 45 382,73-50-412,-56 47 473,-101 108-1,-41 78 128,92-103-353,-254 335 319,357-458-600,0 1 0,2 0 0,-1 0 1,2 0-1,0 1 0,1 1 0,0-1 0,-4 21 0,10-34-17,-1 0 0,1 0 1,0 0-1,0 0 0,0 0 0,0 0 0,1 0 1,-1 0-1,1 0 0,-1 0 0,1 0 0,0 0 1,-1 0-1,1 0 0,0 0 0,0 0 0,0-1 0,1 1 1,-1 0-1,0-1 0,1 1 0,-1-1 0,1 0 1,-1 1-1,1-1 0,0 0 0,-1 0 0,1 0 1,0 0-1,2 1 0,1 0-11,1 0 0,-1-1 0,0 1-1,1-1 1,-1 0 0,1-1 0,-1 1 0,1-1 0,10-1 0,13-4-141,-1-1 0,0-1 0,0-2-1,34-15 1,104-58-803,-136 67 771,-7 3 51,46-24-569,72-51 0,174-152-1169,-252 183 1612,-3-2 0,-2-4-1,-2-1 1,-4-3 0,-2-2 0,-4-2-1,-3-3 1,40-88 0,-47 78 370,46-160 0,-68 185 229,-3 0 1,-1 0-1,1-110 1,-11 145-44,-4-39 0,2 54-180,1 1 1,-1-1 0,0 1-1,-1 0 1,0-1-1,0 1 1,0 0 0,-6-8-1,8 14-74,0 0-1,0 0 1,0 0 0,0 0-1,-1 0 1,1 0-1,0 0 1,0 0-1,-1 1 1,1-1-1,0 0 1,-1 1-1,1-1 1,0 1 0,-1 0-1,1-1 1,-1 1-1,1 0 1,-1 0-1,1 0 1,-1 0-1,1 0 1,-1 0-1,1 0 1,-1 1 0,1-1-1,0 1 1,-1-1-1,1 1 1,-1-1-1,1 1 1,-1 0-1,-5 2 84,1 1 0,0-1 0,1 1 0,-11 9 1,7-4 32,1 0 0,0 0 0,0 1 0,1 0 0,0 1 0,-9 18 0,2 3 269,-11 38-1,-55 245 1464,29 9-912,41-250-730,0 147-1,11-188-191,2 0 0,1-1 0,1 1-1,2-1 1,1-1 0,2 1 0,13 29-1,-18-52-41,-1 0 0,2 0 0,-1 0 0,1-1 0,0 0 0,1 0 0,0 0 0,0-1 0,0 0 0,1-1 0,0 1 0,1-1 0,-1-1 0,1 0 0,0 0 0,0-1 0,16 5 0,-7-4 0,0-1 1,0-1 0,0 0 0,0-2 0,1 0 0,-1-1 0,0-1 0,0 0 0,20-5-1,42-13 264,152-57 0,-101 30 506,-126 45-755,0-1 0,1 1 0,-1-1-1,0 2 1,0-1 0,1 0 0,-1 1 0,0 0-1,0 1 1,1-1 0,-1 1 0,0 0 0,0 0-1,0 0 1,0 1 0,0 0 0,0 0 0,0 0-1,0 0 1,-1 1 0,1 0 0,-1 0 0,0 0-1,0 1 1,0-1 0,0 1 0,5 7 0,-2-2-300,-1 0-1,-1 1 1,0-1 0,0 1 0,-1 0 0,0 0 0,0 1-1,-1 0 1,-1-1 0,0 1 0,1 17 0,-3-20-234,0-1 0,-1 1 0,0 0 0,-1 0 0,-2 7 0,-3 34-3588,7-49 4090,-2 24-2700,-3-8-2174,-1-2-2806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8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0 618 7189,'13'-103'1508,"0"49"-168,6-1-384,3 1-168,0 0-168,3 5-244,-2 1-372,2-1-356,10 3-380,-6 6-716,-4 0-1608,13 14-1153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8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108 191 12061,'-48'235'7788,"29"-159"-5722,4 0 0,-7 91 1,19-131-1691,2-1 1,2 1 0,7 53-1,-6-80-317,0 1-1,0-1 0,1 0 0,0 0 1,1 0-1,0 0 0,0 0 0,1-1 1,0 0-1,0 0 0,1 0 0,0 0 1,0-1-1,1 0 0,0-1 1,0 1-1,1-1 0,9 6 0,-4-6-25,-1 0 1,1-1-1,0 0 0,0-1 0,0 0 0,1-1 1,-1-1-1,1 0 0,0 0 0,0-2 0,-1 0 1,1 0-1,0-2 0,0 1 0,-1-2 0,1 0 1,20-7-1,-20 5-23,0 0 0,-1-1 0,0-1 0,-1 0 0,1 0 0,-1-1 1,-1-1-1,0 0 0,0-1 0,0 0 0,-1 0 0,-1-1 0,0-1 0,-1 1 0,0-2 1,12-22-1,-12 13-9,0 0 0,-2-1 0,0 0 0,-2 0 0,0 0 0,-2-1 0,0 1 0,-2-1 0,0 1 0,-2-1 0,-7-36 0,-7-10-314,-3 0 0,-40-96 0,44 126-404,-1 2 0,-44-73 0,50 97 96,0 0 0,0 1 1,-2 1-1,-14-14 0,17 19-309,1 0 1,-1 1-1,0 0 0,-1 0 1,0 1-1,0 1 0,-14-6 0,-6 5-4107,6 16-2753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5:59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421 710 5869,'30'-37'1145,"42"-65"0,-36 48-43,-14 20-13,28-52 0,106-229 3547,-123 246-3125,-29 59-753,-7 8-278,-16 12 68,4 1-343,0 1 0,0 1-1,2 1 1,-1 0 0,2 0 0,-12 19 0,-3 0 40,-82 110 533,-98 172 0,70-57-446,62-109 10,42-84-308,4 2-1,-35 115 0,61-172-23,0 1 0,1 0 0,0 0 0,1 0-1,0 0 1,1 1 0,0-1 0,2 19 0,0-25-16,-1 1 0,1 0 0,0-1-1,0 1 1,0-1 0,1 0 0,-1 0-1,1 0 1,1 0 0,-1 0 0,1-1 0,0 1-1,0-1 1,0 0 0,0 0 0,1-1 0,0 1-1,7 3 1,2 0-20,0-1-1,0-1 1,0 0-1,1-1 1,0-1-1,0 0 1,0-1-1,0 0 1,0-2-1,29-1 1,2-3-51,1-2 0,55-15-1,379-107-247,-441 116 299,55-10-1,-82 19 61,0 2-1,1 0 0,-1 0 1,0 1-1,1 1 0,-1 0 1,0 1-1,17 4 0,-27-5-1,0 0 0,-1 0-1,1 0 1,-1 0-1,1 1 1,-1-1-1,1 1 1,-1 0 0,0-1-1,0 1 1,0 0-1,0 0 1,0 0-1,0 1 1,-1-1 0,1 0-1,-1 1 1,1-1-1,-1 1 1,0-1 0,0 1-1,1 4 1,0 5 170,0-1 0,-1 1 0,0 0 0,-1 15 1,2 25 479,-1-46-636,-1 1 1,2 0-1,-1 0 1,1-1-1,0 1 1,0-1-1,1 0 1,0 1-1,0-1 1,1 0-1,-1-1 1,1 1-1,0-1 1,1 1-1,-1-1 1,1-1-1,0 1 1,1-1-1,-1 0 1,1 0-1,0 0 1,6 3-1,26 12-3,1-1 0,1-1 0,0-3 1,1-1-1,77 13 0,218 8-388,-293-31 267,0-3 1,0-1-1,50-8 0,-81 7 66,0 0-1,0-1 1,0 0-1,0-1 1,-1 0-1,1 0 1,-1-2-1,0 1 1,-1-1-1,0-1 0,0 0 1,0-1-1,-1 1 1,0-2-1,0 1 1,7-11-1,-12 13-2,0-1 0,-1 0 0,0 0-1,-1 0 1,0-1 0,0 1 0,0 0 0,-1-1-1,0 0 1,0 1 0,-1-1 0,0 1 0,0-1-1,-1 1 1,-3-14 0,0 1-66,-1 0 1,-1 1-1,-1-1 1,-15-30-1,9 28-139,-2 0-1,0 1 0,-1 1 0,-1 1 1,0 0-1,-2 1 0,0 1 0,-1 1 1,-1 0-1,0 2 0,-29-14 0,29 18-802,0 1-1,-43-13 1,55 20-69,-1 0 0,0 0-1,0 1 1,0 0 0,0 1 0,0 0 0,0 0 0,0 1 0,-11 3-1,-2 3-4266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0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995 1020 12421,'2'-11'800,"0"-1"-1,-1 0 1,-1 1-1,0-1 1,0 0-1,-1 0 1,-3-12-1,2 18-662,0 0 0,0 0-1,0 0 1,-1 0 0,0 1-1,0-1 1,0 1 0,-1 0 0,0 0-1,0 0 1,0 0 0,-1 1-1,1 0 1,-1 0 0,-7-5 0,-1 2-37,0-1-1,0 2 1,-1 0 0,0 1 0,0 0 0,-1 1 0,1 1 0,-1 0 0,0 1 0,0 1 0,0 0 0,0 1 0,0 0 0,0 1 0,-19 5-1,1 0-13,1 2 0,0 1-1,1 1 1,0 2 0,-57 31-1,42-17-25,2 3 0,1 1 0,-67 62 0,84-67-95,1 2-1,2 0 0,0 1 0,2 2 0,1 0 1,-21 44-1,39-68 6,-1 1 0,1-1 0,0 0 1,1 1-1,-1 0 0,1-1 0,1 1 1,-1 0-1,1-1 0,1 12 0,-1-16 20,1 0-1,-1 0 0,0 0 0,1 0 0,0 0 1,-1 0-1,1 0 0,0 0 0,0 0 1,0 0-1,0 0 0,1-1 0,-1 1 1,0-1-1,1 1 0,-1-1 0,1 1 1,-1-1-1,1 0 0,0 1 0,0-1 0,-1 0 1,1 0-1,0-1 0,0 1 0,0 0 1,0 0-1,0-1 0,0 0 0,0 1 1,0-1-1,0 0 0,0 0 0,1 0 1,-1 0-1,0 0 0,0 0 0,0-1 0,3 0 1,16-4-27,-1 0 0,1-1 0,-1-1 1,0-1-1,-1-1 0,0 0 0,0-2 1,21-16-1,17-16-21,58-59 0,-105 93 54,63-64 13,-4-2 1,-3-4-1,-3-3 1,59-103-1,-77 112 133,70-157-1,-72 133-45,-34 77-87,96-235 242,-104 251-223,-3 5-23,0-1 0,0 0 0,0 1 0,0 0 0,0-1 0,0 1 0,0 0 0,0 0 1,0 0-1,0 0 0,1 1 0,-1-1 0,0 0 0,1 1 0,-1-1 0,-1 3 0,-19 26 45,9-4-2,1 1 0,1 0 0,2 0 0,-7 30 1,6-20 39,-13 44 35,3 0 0,-17 157-1,35-203-115,1-1 0,1 0-1,2 1 1,1-1 0,2 0 0,1 0-1,2-1 1,1 0 0,25 58 0,-26-76-4,0-1 0,1-1 0,0 1 0,1-1 0,0-1 0,1 0 0,1-1 0,0 0 0,0 0 0,1-1 0,0-1 0,1 0 0,0-1 0,0 0 0,31 10 0,-29-12-10,1-2 0,-1 0 0,1 0 0,0-2 1,0 0-1,0-1 0,0 0 0,0-2 0,0 0 0,0-1 1,0 0-1,0-2 0,-1 0 0,1-1 0,17-7 0,-7 0-28,-2 0-1,1-2 0,-2-1 0,0-1 0,-1 0 0,32-31 0,-43 35 19,0-2 1,-1 0 0,0 0 0,-1-1-1,0 0 1,-2-1 0,1 0 0,-2 0-1,0-1 1,-2 0 0,7-26 0,-10 32 8,1-1 1,-2 1-1,0-1 1,0 1-1,-1-1 1,-3-18-1,3 25 6,-1 0 1,0 1-1,-1-1 0,1 1 0,-1-1 0,0 1 0,0 0 0,-1 0 0,1 0 0,-1 0 0,1 0 0,-1 0 0,-1 1 1,1-1-1,0 1 0,-1 0 0,0 0 0,1 0 0,-6-2 0,7 4 2,-1 0 0,0-1 0,1 1 0,-1 1 1,0-1-1,0 0 0,0 1 0,0-1 0,1 1 0,-1 0 0,0 0 0,0 0 0,0 1 0,-4 0 0,-11 2 27,1 1-1,0 0 0,-18 9 0,29-10-28,0 0-1,0 0 1,1 1 0,-1 0-1,1 0 1,0 0 0,0 1-1,1-1 1,-1 1 0,1 1-1,0-1 1,0 0 0,1 1-1,-1 0 1,1 0 0,1 0-1,-1 0 1,-2 12 0,4-15 1,-3 9 0,0 1-1,1 0 0,1 0 1,0 0-1,1 0 0,0 0 0,1 0 1,1 0-1,0 1 0,1-1 0,0 0 1,1-1-1,0 1 0,8 19 0,-4-16-165,0-1-1,1 0 0,0 0 1,1 0-1,1-1 1,1-1-1,0 1 0,0-2 1,1 0-1,24 19 0,-12-14-693,1-1-1,0-1 1,1-2 0,44 17-1,-32-17-2422,48 10-1,-13-6-3960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0.7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 7473,'16'-11'2312,"0"2"6781,6 7-9393,0-1-784,-3 6-477,3-3-771,1 0-1600,-4 0-2753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2.6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818 231 4444,'-20'-3'407,"12"1"-134,-1 0-1,1 0 0,0-1 0,-1 0 1,1 0-1,-12-8 0,-4 1 443,-1 2-1,0 1 0,0 1 1,-1 0-1,-34-1 0,-49-11 1233,94 14-1679,-232-46 4148,213 43-3160,-52-17 0,62 17-679,22 7-475,0-1 1,0 0 0,0 0 0,0 0 0,0 1 0,0-2 0,0 1 0,0 0 0,1 0-1,-1-1 1,-3-2 0,5 4-80,0-1 0,0 1-1,0 0 1,-1-1 0,1 1 0,0 0-1,0-1 1,0 1 0,0 0 0,0-1-1,0 1 1,0 0 0,0-1-1,0 1 1,0 0 0,0-1 0,0 1-1,0 0 1,0-1 0,0 1-1,0 0 1,0-1 0,0 1 0,0 0-1,1-1 1,-1 1 0,0-1 0,16-9 474,-4 7-336,0 1 0,0 0 0,0 1 0,24-1 0,-5 1 15,173-1-73,207 25-1,-219-9-764,218 20-2046,-100-7-787,-1-9-3677,-167-17-124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2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839 15 5465,'-17'-4'652,"-2"0"276,4-3 4139,17 33-1999,2-7-2252,0-1 0,2 1-1,0-1 1,11 22 0,42 71 984,-25-49-1224,45 80 255,27 53-13,-86-153-674,-3 1 0,24 84 0,-33-92-117,-2-1 1,-1 1 0,-2 0 0,-2 0 0,0 1 0,-6 39-1,1-47-55,-1 1 0,-2-1 0,-1 0 0,0-1-1,-2 0 1,-2 0 0,-28 49 0,12-35-273,-1-1-1,-3-2 1,-1 0 0,-1-3 0,-2-1-1,-65 48 1,5-16-1931,-176 92-1,-20-24-4752,138-74-157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3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6 6773,'-61'-3'701,"19"0"771,-74 7-1,-46 12 7106,213-21-6328,74 2 0,-41 3-1429,1115 27 2561,-927-14-3137,942 59-2130,-958-55 623,96 11-2175,-119-5-1659,-175-18 3129,-13 2-2495,-19 1-2375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4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514 0 10577,'-15'52'2528,"-1"-12"-276,0-6-119,0 15-169,-3 11-244,-3 3-232,-10 2-308,-6 10-212,-7 2-192,10 6-356,4 8-748,-7 1-244,-1-4-512,-5 6-728,6-2-628,3-1-3437,0-5-5032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4.4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0 321 10465,'30'8'478,"-15"-3"-54,0-1 0,0-1 0,1 0 0,0-1 0,20-1 0,47 2 1415,-64-1-1639,1-1 1,-1-1 0,0-1 0,0 0 0,28-6 0,9-8 56,71-29 1,-100 33-145,-1-2 0,0 0 0,-1-2 0,40-31 0,-41 27-14,-7 6 47,-1 0 0,14-16-1,-26 25-107,0-1 0,0 1-1,-1-1 1,0 0 0,0 0 0,0 0 0,-1 0-1,1 0 1,-1-1 0,0 1 0,2-12-1,-4 16-32,0 0 0,0-1 0,1 1 0,-1-1 0,0 1 0,0 0 0,0-1-1,-1 1 1,1 0 0,0-1 0,0 1 0,-1 0 0,1-1 0,-1 1 0,1 0 0,-1-1-1,1 1 1,-1 0 0,0 0 0,0 0 0,1 0 0,-1 0 0,0 0 0,0 0 0,0 0-1,0 0 1,-2-1 0,0 1 31,0 0 0,0 0-1,0 0 1,0 0 0,0 0-1,0 1 1,0 0-1,0-1 1,-1 1 0,1 0-1,-5 1 1,-6 1 146,1 1 0,-1 0 0,1 1 0,-20 9 0,-26 15 313,2 4 0,2 1 1,0 3-1,-89 79 0,126-98-418,1 0 0,1 1 0,0 1 0,1 0-1,1 1 1,2 1 0,0 0 0,0 1 0,2 0 0,1 0 0,-9 34 0,16-49-59,1 1 1,-1-1-1,1 0 0,1 1 1,-1-1-1,1 1 0,1-1 0,-1 0 1,1 1-1,1-1 0,-1 0 1,1 0-1,1 1 0,-1-1 0,1-1 1,4 9-1,-1-6-25,1-1 0,-1 1 0,1-1 0,1 0 0,0 0 0,0-1 1,0 0-1,1-1 0,0 0 0,14 7 0,2 0-386,1-1 1,0-2-1,1 0 1,-1-2-1,2-1 1,33 4-1,0-4-4525,110-2-1,-80-8-3221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4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14045,'-1'4'169,"1"-1"-1,0 0 1,0 1-1,1-1 0,-1 0 1,1 1-1,-1-1 1,1 0-1,0 0 1,0 0-1,1 0 1,-1 1-1,0-2 0,1 1 1,3 5-1,2-3 215,-1 0-1,0 0 1,1-1 0,0 0-1,0 0 1,8 3-1,121 66 2801,58 27-2332,-61-34-2309,-1-1-3099,-103-53 419,35 9-1,-16-7-2037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5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861 35 7325,'-53'-27'2382,"52"26"-2206,-1 1 0,1-1 0,0 0 0,0 0 0,-1 1-1,1-1 1,0 1 0,-1-1 0,1 1 0,0-1 0,-1 1 0,1 0 0,-1 0 0,1 0 0,-1 0 0,1 0 0,0 0 0,-1 0-1,-2 1 1,-3 0 493,-16 0 258,0 2 0,0 0 1,0 1-1,1 2 0,-1 0 0,1 1 0,1 1 1,-1 1-1,1 2 0,1-1 0,-31 23 1,5 1-156,0 2 1,3 3 0,-57 63-1,75-73-1099,1 1-1,2 1 0,-33 63 0,6 6-3300,5 3-5101,41-96 7911,-17 42-9823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5.4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 13905,'-7'43'2212,"23"39"1757,-16-36-2341,0-3-220,-3 0-272,0 8-220,3 4-184,-6-1-272,-1 0-384,4 3-576,3 0-160,0-2-356,3-1-296,-3-5-492,7 2-340,-1-11-541,0 0-2103,4-3-3761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5.5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86 112 13249,'-63'-34'2088,"40"31"2985,39-9-4481,26-2-172,8 5-160,20 1-248,19-1-372,16 4-440,16-1-408,15 3-348,20 3-133,21-3-127,4-3-492,13 6-1196,13 0-1965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6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576 114 11041,'-3'-15'2245,"-1"1"0,0-1 0,0 1 0,-12-23 0,14 35-1972,1 1 0,-1-1 0,0 1 1,0-1-1,0 1 0,0 0 0,0-1 0,0 1 0,0 0 1,0 0-1,0 1 0,-5-2 0,4 1 254,2 1-435,0 0 0,0 1 0,0-1 0,0 1 0,0-1 0,1 0 0,-1 1 0,0 0-1,0-1 1,0 1 0,1-1 0,-1 1 0,0 0 0,1-1 0,-1 1 0,1 0 0,-1 0-1,1 0 1,-1-1 0,1 2 0,-2 1 203,-140 219 3727,124-191-3903,-40 72-105,4 3 0,6 2 1,-38 119-1,63-156-12,4 1 1,2 0-1,-8 85 1,22-129-7,1 0 0,2 0 0,1 1 0,1-1 0,2 0-1,0 0 1,2-1 0,1 1 0,1-1 0,1-1 0,20 40 0,-19-50-430,1 0 0,0 0 0,1-1 0,1 0 0,0-1 0,1-1 0,1 0 0,0-1 0,0-1 0,30 17 0,-25-17-994,1-1 0,-1-2 0,35 11-1,-36-14-393,1-1 0,0-1-1,0-1 1,22 1 0,27-5-8324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6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773 75 8845,'-58'-51'2064,"23"45"-352,-19 0-316,13 0-264,3 4-256,-6-1-199,-7 3-65,-6 0-240,-4 3-436,-2-3-572,9 0-277,0 5-459,0 1-416,0-6-1968,0 0-2417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6.3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66 10765,'22'3'2356,"-6"-17"-344,6 5-315,23-2 3,-7-1-440,0 10-124,6-4-184,4-3-188,9 6-192,4 1-68,2 2-504,10 2-196,3 1-456,-3 6-680,0-1-700,0-5-668,0 9-2249,-3 5-3924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6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27 4184,'-16'5'808,"10"-19"-2284,0-3 944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7.0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91 6941,'66'-51'11823,"-52"30"-8816,-17 18-2874,0 1 0,0 0 0,0 1 0,0-1 0,0 1 0,0-1 0,-1 1 0,1 0 0,-1 0 0,1 0 1,0 1-1,-1-1 0,0 1 0,1 0 0,-1 0 0,1 0 0,-1 0 0,1 0 0,-7 2 0,0 0 128,-1-1 1,1 2-1,0-1 0,-1 1 0,-15 7 0,26-9-234,-1 0 0,1 0 0,-1 0 1,1 0-1,-1-1 0,1 1 0,0 0 0,0 0 0,-1 0 0,1 0 0,0 0 0,0 0 1,0 0-1,0 0 0,0 0 0,0 0 0,0 0 0,1 2 0,-1-1 45,0-1-61,0 1 1,1-1-1,-1 1 0,1-1 1,-1 1-1,1-1 1,-1 1-1,1-1 0,0 0 1,0 1-1,-1-1 1,1 0-1,0 0 0,0 1 1,0-1-1,1 0 1,-1 0-1,0 0 0,0 0 1,0-1-1,1 1 1,-1 0-1,1 0 0,-1-1 1,0 1-1,1-1 1,2 1-1,52 13-161,-42-12 71,39 7-629,-1-2-1,64 0 1,105-10-3613,-176 1 3132,87-4-4923,1-2-3833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7.8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861 827 9221,'-8'-1'508,"6"1"-392,1 0 0,-1 0-1,1 0 1,-1-1-1,1 1 1,-1 0 0,1-1-1,-1 1 1,1 0-1,-1-1 1,1 0 0,0 1-1,-1-1 1,1 0-1,0 0 1,0 0 0,-1 1-1,1-1 1,0-1-1,0 1 1,0 0 0,0 0-1,0 0 1,1 0-1,-1-1 1,0 1 0,0 0-1,0-3 1,0 2 68,0 1-1,1-1 1,-1 0 0,0 1-1,-1-1 1,1 1 0,0-1 0,0 1-1,0 0 1,-1 0 0,1-1-1,-1 1 1,1 0 0,-1 0 0,0 0-1,1 1 1,-1-1 0,0 0-1,1 0 1,-1 1 0,0-1 0,0 1-1,-2 0 1,-52-8 1641,38 6-1443,-10-1-104,0 2 1,1 0-1,-1 2 1,0 1 0,1 1-1,-1 2 1,1 1-1,0 0 1,0 2-1,1 1 1,0 2-1,1 0 1,0 2-1,-26 17 1,28-15-253,0 2-1,1 0 1,0 2 0,2 0 0,0 1-1,1 1 1,1 1 0,1 1 0,1 0-1,2 1 1,0 1 0,1 0-1,-17 49 1,28-66-52,0-1 1,1 1-1,0 0 0,0 0 0,0 0 0,1 0 0,0-1 1,1 1-1,2 15 0,-2-21 11,0 1 1,-1 0-1,1 0 1,0-1-1,0 1 1,1 0-1,-1-1 0,0 1 1,1-1-1,0 0 1,-1 1-1,1-1 1,0 0-1,0 0 1,0 0-1,0 0 0,1-1 1,-1 1-1,0-1 1,1 1-1,-1-1 1,1 0-1,0 0 1,-1 0-1,1 0 0,0 0 1,0 0-1,0-1 1,-1 0-1,1 1 1,3-1-1,6-1-38,0 0-1,-1 0 0,1-1 1,-1-1-1,0 0 1,0-1-1,0 0 1,18-9-1,6-7-87,40-29 0,-13 7 26,17-8 9,-2-3-1,104-96 0,-142 112 84,-3-1 1,-1-2-1,-2-2 1,-2 0-1,51-93 0,-46 56 13,-4-2 0,-3 0 0,20-97 0,-40 139 45,-2 0 1,3-53-1,-10 90-30,0 0 1,0 0 0,0 1-1,0-1 1,0 0 0,0 0-1,0 0 1,0 0 0,-1 1 0,1-1-1,-1 0 1,1 0 0,-1 1-1,0-1 1,0 0 0,0 1-1,0-1 1,-1-1 0,1 2 1,0 1 1,0-1-1,0 1 0,0-1 1,0 1-1,0 0 1,0-1-1,0 1 0,0 0 1,0 0-1,0 0 1,0 0-1,0 0 1,0 0-1,0 0 0,0 0 1,0 0-1,-1 0 1,1 1-1,0-1 0,0 0 1,-1 1-1,-4 2 26,0 0 0,1 0 0,-1 1 0,0-1 0,1 1 0,0 0 0,-9 10 0,3-1 59,1 1 1,0 0 0,1 1-1,1 0 1,-11 26 0,-23 86 388,32-87-406,3-1-1,1 2 1,2-1-1,2 1 1,3 48-1,3-34-3,3-1 0,1-1 0,24 76 0,-26-108-62,1-1-1,2 1 1,0-1 0,1 0 0,1-1 0,0 0-1,2-1 1,0-1 0,17 17 0,-20-23-10,1-1 0,0-1 1,0 0-1,1-1 1,0 0-1,1-1 1,0 0-1,0-1 1,0 0-1,1-1 0,0-1 1,0 0-1,0-1 1,24 2-1,-17-3-1,1-2 0,-1-1 0,0-1 0,0 0 0,-1-2 0,1 0 0,-1-1 0,1-1 0,35-17 0,-1-5 243,-1-3 1,50-38-1,-4 2 1569,-67 47-1165,-32 19-627,0 1 1,0 0 0,0-1-1,-1 1 1,1 0 0,0-1-1,0 1 1,0 0-1,0 0 1,0 0 0,-1 0-1,1 0 1,0 0 0,0 0-1,0 0 1,0 0 0,0 0-1,0 0 1,-1 1 0,1-1-1,0 0 1,0 1 0,0-1-1,-1 0 1,1 1 0,0-1-1,0 1 1,-1-1 0,1 1-1,1 1 1,-1-1 0,0 0-1,0 1 1,1-1-1,-1 1 1,0-1-1,0 1 1,-1 0 0,1-1-1,0 1 1,1 3-1,19 115-1426,-19-107 507,0 0-1,-1 0 0,0 0 1,-1 1-1,-2 20 1,-11 29-8963,7-43 956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7.9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23 249 6725,'-22'-51'2020,"37"28"-140,-2 3-408,-13 0-288,0-3 696,0 3-1220,0-3-448,10 9-592,2 0-504,1 2-484,3-5-2516,9 6-2649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8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 11697,'-19'8'1952,"35"4"-360,0-1-323,-4 3-253,-2 3-408,-1-5-128,-2-1-284,9 18-252,3 11-268,-10-3-464,4-3-232,6 1-273,6 5-55,4 0-388,-4 0-1844,-2 2-2101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8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744 186 6137,'5'-26'1451,"-3"21"-998,-1 0 0,1 0 0,-1 0 0,0 0 0,-1-1 1,1 1-1,-1 0 0,0 0 0,0-1 0,-1 1 0,0 0 0,1 0 0,-5-10 0,-4-6 1506,-10-16 1134,18 36-2956,0-1 0,0 1 0,-1-1 0,1 1 0,0 0 0,-1-1 0,1 1 0,-1 0 0,1 0 0,-1 0 0,0 0 0,1 0 1,-1 1-1,0-1 0,0 0 0,1 1 0,-1-1 0,-2 1 0,2 0 22,0 1 0,0 0-1,0-1 1,1 1 0,-1 0 0,0 0 0,0 0 0,1 0 0,-1 0 0,1 1 0,-1-1 0,1 0 0,0 1 0,0-1 0,-1 1 0,1-1 0,0 1 0,-1 3 0,-1-1 157,-11 20 651,0 0 0,2 1-1,1 0 1,-9 33 0,-6 11 178,5-17-870,-147 374 1315,86-211-2288,-71 209-2276,116-309 455,-20 68-2829,26-63-3157,20-64-1234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8.9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234 12 6413,'-49'-1'2041,"3"-1"3025,40 2-4708,0 1 0,1-1 0,-1 1 0,1 0 0,-1 0 0,1 1 0,-1 0 0,1 0 0,0 0 0,-8 4 0,1 2 531,1 1 1,-19 17-1,22-20-738,7-4-120,0-1 1,0 0 0,1 1-1,-1-1 1,0 1 0,0-1 0,1 1-1,-1-1 1,0 1 0,1-1 0,0 1-1,-1 0 1,1-1 0,0 1 0,0 0-1,0-1 1,0 1 0,0 0 0,0-1-1,0 1 1,1 0 0,-1-1-1,1 1 1,-1-1 0,1 1 0,0-1-1,-1 1 1,1-1 0,2 3 0,-1 1-51,3-4-28,96-42-667,-49 13 31,-50 27 564,5-11-117,-7 11 223,1-1 0,0 1-1,-1 0 1,1 0 0,-1 0-1,0-1 1,1 1 0,-1 0 0,0-1-1,0 1 1,0 0 0,0 0 0,0-1-1,0 1 1,0 0 0,0-1 0,-1 1-1,1 0 1,0 0 0,-1-1-1,1 1 1,-1 0 0,1 0 0,-1 0-1,0-1 1,1 1 0,-3-1 0,1-3 36,1 3-140,4 2-3122,12-1 2133,0 0-746,-3 0-2326,10-1-1409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9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 10177,'3'-1'290,"-1"1"-1,1-1 1,0 1-1,0 0 1,-1-1 0,1 1-1,0 1 1,0-1-1,-1 0 1,1 1 0,0-1-1,0 1 1,-1 0-1,1 0 1,-1 0 0,4 2-1,18 3 696,220 18 3918,79 10-3153,152 37-2854,-157-29-5725,-241-31 2176,-9 1-2515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9.4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258 0 11785,'-1'4'310,"-2"10"1135,3-13-1404,0-1 0,0 0 0,0 0 0,0 0 1,0 0-1,0 1 0,0-1 0,0 0 0,0 0 0,-1 0 0,1 0 0,0 0 0,0 1 0,0-1 1,0 0-1,0 0 0,-1 0 0,1 0 0,0 0 0,0 0 0,0 0 0,0 0 0,-1 0 0,1 0 1,0 0-1,0 0 0,0 0 0,-1 0 0,1 0 0,0 0 0,0 0 0,0 0 0,0 0 0,-1 0 1,1 0-1,0 0 0,0 0 0,0 0 0,-1 0 0,1 0 0,0 0 0,0 0 0,0 0 0,0-1 1,0 1-1,-1 0 0,1 0 0,0 0 0,0 0 0,0 0 0,0-1 0,0 1 0,0 0 0,-1 0 122,-1 0 0,1 0-1,0-1 1,0 1 0,0 0-1,0 1 1,0-1 0,0 0-1,0 0 1,0 0 0,0 1-1,0-1 1,0 0 0,0 1-1,0-1 1,0 1 0,1-1-1,-2 2 1,-1-1 301,-9 6 83,1-1 1,1 2-1,-1 0 0,1 0 1,0 0-1,1 2 0,0-1 1,0 1-1,1 0 1,1 1-1,-12 20 0,5-5-124,0 1 0,2 1-1,1 0 1,-7 32-1,9-30-277,2 0 0,2 1 0,1-1 0,1 1 1,1 0-1,3 32 0,0-54-176,0-1-1,1 1 1,0-1 0,1 1 0,0-1 0,0 0 0,0 0 0,1 0-1,0-1 1,1 1 0,0-1 0,0 0 0,1 0 0,6 6 0,-4-6-76,0 0 0,1-1 0,0 1 1,1-2-1,-1 1 0,1-2 0,0 1 1,0-1-1,1-1 0,11 3 0,0-2-46,-1 0-1,1-2 0,0-1 1,0-1-1,0 0 0,0-2 1,0 0-1,0-2 0,0 0 1,34-13-1,-40 12 108,-1-2-1,1 1 1,-2-2-1,1 0 1,-1 0 0,0-1-1,12-12 1,-21 17 39,-1 0 0,0 0-1,0-1 1,-1 1 0,1-1 0,-1 0 0,0 0-1,-1 0 1,1 0 0,-1-1 0,0 1-1,0-1 1,0 1 0,-1-1 0,0 0 0,0 1-1,-1-1 1,1 0 0,-1 0 0,0 0 0,-1 1-1,1-1 1,-3-8 0,-1 1 0,-1 0 0,0 0 1,-1 0-1,0 0 0,-1 1 0,0 0 1,-1 1-1,-9-12 0,-8-5-74,-48-46-1,28 36-1013,-59-39 0,67 59-1303,27 16-141,21 11-4599,12 2-524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9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338 33 13553,'6'-7'262,"-5"5"-86,1 0 1,-1 0-1,1 1 1,-1-1 0,1 0-1,0 1 1,-1-1-1,1 1 1,0-1 0,0 1-1,0 0 1,0 0-1,0 0 1,1 0 0,-1 0-1,0 0 1,0 1-1,1-1 1,-1 1 0,0 0-1,1-1 1,-1 1-1,0 0 1,1 0-1,-1 1 1,0-1 0,1 0-1,-1 1 1,4 1-1,3 2 123,-1 0-1,0 1 0,0 0 0,0 1 1,-1-1-1,0 2 0,0-1 0,0 1 0,-1 0 1,9 12-1,-6-6-36,-1 0 0,0 0 0,-1 1 0,0 0 0,8 27 1,-12-29-162,0-1 1,-1 0 0,-1 1 0,1 12 0,-2 18 234,-4 45 1,2-75-298,0 1 1,-1-1 0,0 1 0,-1-1-1,-1 0 1,0 0 0,0-1-1,-1 1 1,-1-1 0,0 0 0,0-1-1,-1 0 1,-14 15 0,17-20-18,-12 14 17,-2-1-1,-1 0 1,0-1-1,-1-1 1,-1-1-1,-29 15 1,17-12 226,0-3 1,-2-1-1,-63 17 1,75-23 59,-15 3 573,38-10-861,-1-1 0,1 0 0,-1 0 1,1 0-1,-1 0 0,1 0 0,-1 0 0,1 0 1,-1 0-1,1 0 0,0-1 0,-1 1 0,1-1 1,-1 1-1,1-1 0,0 1 0,-1-1 0,1 0 1,0 0-1,-2-1 0,3 2-22,0-1-1,-1 0 1,1 1-1,0-1 1,0 0 0,0 0-1,-1 1 1,1-1 0,0 0-1,0 0 1,0 1-1,0-1 1,0 0 0,1 0-1,-1 1 1,0-1-1,0 0 1,0 0 0,1 1-1,-1-1 1,0 0 0,1 1-1,-1-1 1,0 0-1,1 1 1,-1-1 0,2 0-1,15-19 196,1 6-85,0 1 0,1 0 0,21-9 1,4-3-123,42-24-1726,130-53 1,103-20-5393,-247 96 4941,20-8-3397,-3 2-3325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09.8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 8077,'-6'14'2012,"-19"-17"-516,2-2 1200,30 22-2916,-1 0-868,16-3-4000,16 9 187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0.0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 10029,'66'-25'2700,"-59"8"-1968,-1 2-624,7 7-560,0 2-296,6-3-8637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0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1252 0 5432,'-184'10'2451,"116"-4"-1260,0 3 0,-96 24 1,55-9-160,-170 22 1841,-47 9 1296,272-39-3029,76-1-298,-5-9-742,0-1 0,1-2 0,0 1 0,0-2-1,0 0 1,33-2 0,7 1 26,468 22 526,-302-14-600,675 34 80,2162 192 7,616 175 1732,-621-17 500,-2548-345-1835,-82-9-3,-422-39-336,-23-11-633,5 5-524,0 0 1,0 0 0,-1 2-1,-22-5 1,24 7-764,0-1 0,0-1 0,1 0 0,-1 0 0,1-1 1,-21-13-1,5 0-6821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1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13577,'16'-23'5589,"-22"12"-9394,-1-1-659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2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701 75 5573,'37'-36'1677,"-35"34"-1295,0 0-1,0 0 1,0 0 0,0 0 0,-1 0-1,1-1 1,-1 1 0,1-1-1,1-4 1,2-2 576,-3 7 1634,-1 6-1213,2 11-960,0 2 1,-1-1-1,-1 0 0,-1 0 1,0 0-1,-1 1 0,-1-1 1,0 0-1,-6 18 0,-8 26 229,-24 57-1,38-113-614,-60 157 594,-101 182 0,81-194-702,-80 153-1600,117-208 417,-81 191-2081,112-246 1925,2 1 0,1 0 0,2 1 0,2 0 0,-3 58 0,12-43-3542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4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3320,'-1'2'720,"-4"4"-660,-4 9 1373,19 3-357,-8-16-817,30 5 1775,0-14-1196,-29 7-465,1 0-41,33 2 19,1 2 1,-1 2-1,63 18 0,16 4 86,1069 112 956,12-95-1016,-721-32-202,367 7 124,359 12 362,-794-15-452,1308 69 516,-1536-76-682,-28-3 9,233 41 0,-348-38-153,-1 2 1,0 1-1,38 20 1,34 13-137,-83-39 270,0-1 0,0-1 0,0-1-1,0-1 1,1-1 0,-1-1 0,35-4 0,177-33 624,-193 28-641,-9 0-81,1 2 0,0 2-1,0 1 1,0 1 0,0 3 0,40 4-1,227 32 76,161 0-199,-354-32 1,554 1-337,-2-36 272,-580 25 226,537-28 4,-344 30-46,74-3-354,-336 4 395,-1 0 0,0-1 1,0 0-1,23-10 0,-21 7-94,-1 2 0,1-1 0,20-2 0,10-1-322,-27 5 331,-1 0 0,1 1-1,25 1 1,198 8-135,69-15 323,-187 0-63,482-12 156,0 45-160,-351 6-237,-111-16-19,-137-15 243,1 0 1,-1 0-1,0 0 0,0-1 1,0 0-1,1 0 0,-1 0 1,0-1-1,8-3 0,13-4-35,-9 5-43,3-2-91,0 0 0,0 2 0,0 1 0,1 0 0,-1 1 0,1 1 0,40 4 0,96 20-1135,-149-23 1371,-1 0 1,1-1 0,0 0-1,-1 0 1,1-1 0,-1 0-1,0 0 1,0 0-1,9-5 1,6-4 417,34-23 1,-36 21-365,34-17 0,45-14-39,-96 43 2449,-4 26-2054,-2-1 0,0 0 0,-1 0-1,-1 0 1,-14 36 0,-55 116 742,20-51-378,-144 465 1131,53-142-1449,-279 628-626,233-613-446,127-305-149,57-142-333,10-25-76,14-26-538,-10 22 657,-1 0-1,0-1 1,-1 0 0,7-28-1,-2 7-1647,11-23-2961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6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373 152 6785,'-4'-4'441,"0"0"0,0-1 1,1 1-1,-1-1 1,1 0-1,0 0 1,0 0-1,1 0 0,0 0 1,0-1-1,-3-9 1,-12-37 4826,16 49-4216,-11-6 373,-1-3 938,12 11-2328,0 0-1,0 0 1,0 1 0,0-1-1,-1 0 1,1 1 0,0-1-1,0 1 1,0 0-1,0-1 1,-1 1 0,1 0-1,0 0 1,-1-1 0,1 1-1,0 0 1,0 0 0,-1 1-1,1-1 1,0 0-1,0 0 1,-1 1 0,0-1-1,-1 3 29,1 0 0,-1 0 0,1 0 0,0 0 0,0 0 0,0 0 0,1 0 0,-1 1 0,0 3 1,-10 21 441,-7 33 1,-3 10 170,9-38-466,-36 100 734,-48 198 1,87-279-848,2 0 0,-1 86 0,9-103-134,2 0 0,2-1 0,1 1 0,18 64 0,-16-78-95,2-1 1,0-1-1,1 1 0,1-1 1,1-1-1,0 0 0,1-1 1,1 0-1,1-1 0,1 0 1,0-2-1,1 0 1,22 15-1,-6-8-83,1-1 0,1-1-1,1-2 1,0-2 0,1-1 0,55 13 0,6-5-913,99 8 0,-136-24 49,1-3 0,113-10 0,-64-6-1697,178-45 0,-124 4-2159,-69 12-296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7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85 4760,'-12'-11'578,"0"1"0,-1 0-1,-1 1 1,0 0-1,-25-11 4893,43 20-4901,316-16-316,-294 16-748,-1 2 0,1 0 0,36 9 0,-1 7-4363,-36-9 740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7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78 4908,'-35'-6'1037,"67"-5"-553,13-6-344,-4 2-436,-6 1-1561,-4 0 425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7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72 303 6013,'-58'8'5613,"57"-8"-5496,1 1-1,-1-1 1,0 1 0,0-1 0,0 1-1,0-1 1,1 1 0,-1 0 0,0-1 0,0 1-1,1 0 1,-1-1 0,1 1 0,-1 0 0,1 0-1,-1 0 1,1 0 0,-1 0 0,1-1 0,0 7 5768,38-14-5843,0-2-1,0-1 0,-1-2 1,50-24-1,-16 8-844,350-117-5622,-322 112 3359,64-18-3710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8.3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30 7445,'-12'-8'1727,"14"1"345,19-3 936,-14 8-2905,-4 1 55,-1 0-1,1 1 1,0-1 0,-1 1 0,1 0 0,0 0 0,-1 0 0,1 0-1,0 1 1,-1-1 0,1 1 0,0-1 0,-1 1 0,1 0 0,-1 0-1,1 0 1,-1 0 0,0 1 0,1-1 0,-1 1 0,0-1 0,0 1-1,0 0 1,0 0 0,0 0 0,0 0 0,-1 0 0,3 3 0,4 6 119,-1 0 1,1 1 0,9 23-1,-11-19-158,-1-1-1,0 1 1,-1 0-1,-1 1 1,0-1 0,-1 0-1,-1 1 1,-1-1-1,0 1 1,-5 29-1,-4 4 21,-2-1-1,-20 57 0,-39 89 748,76-208-878,0 0 1,1 1-1,0 0 1,14-17-1,6-10-35,122-182-1917,16 10-4238,-104 147 1668,7 4-2525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8.8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10 194 10497,'-5'33'2252,"4"-30"-1997,0 1 0,0-1 0,0 1 0,1-1-1,0 1 1,0 0 0,0-1 0,0 1 0,0-1 0,1 1-1,-1-1 1,2 5 0,10 24 873,2-1 0,1-1 0,33 50 0,24 48-74,-57-93-863,-1 0 1,14 54-1,-24-71-149,-1 0 0,-1 0-1,0 1 1,-1-1 0,-1 0 0,-1 1-1,-3 21 1,-15 68 250,10-73-216,8-31-47,2-9-11,-1-1-10,1-4-4,0 0-1,1 0 0,0 0 0,0 0 0,1 0 0,1 0 1,7-16-1,64-139-362,-21 42-286,228-382-1846,-245 438 2661,-25 44 148,23-36 1,-33 56-132,-1 7-8,28 175 213,-20-138-560,2-1-1,17 42 0,-9-29-144,57 147-1429,-72-189 1652,1-1-1,1 1 1,0-1-1,0-1 1,1 1-1,0-1 1,0 0-1,18 15 1,-23-22 96,1 1 0,-1-1 0,1 0 0,0 0 0,0 0 0,0 0 1,0-1-1,0 1 0,0-1 0,1 0 0,-1 0 0,0 0 0,1 0 1,-1-1-1,1 1 0,-1-1 0,1 0 0,-1 0 0,1 0 0,-1 0 1,1-1-1,-1 1 0,0-1 0,1 0 0,-1 0 0,0 0 0,1-1 1,-1 1-1,0-1 0,0 0 0,0 1 0,4-5 0,-2 2 67,0-1 0,0 0 0,0 0 0,-1-1 0,0 1 0,0-1 0,0 0 0,-1 0 0,1 0 0,-1 0 0,-1-1 0,1 1 0,0-9 0,0 5 5,-2-1 0,0 0 0,0 0-1,-1 0 1,0 0 0,-1 0 0,-3-18 0,-2 5-64,-1 0 1,-1 0-1,-1 1 1,-1 0-1,-1 1 1,-23-35-1,0 9-430,14 20-1191,-31-56-1,50 81 1236,0-1 0,-1 0 0,1 1 0,1-1 0,-1 0 0,0 1 0,1-1 0,0 0-1,0 0 1,0 0 0,0 1 0,1-1 0,0 0 0,-1 0 0,1 1 0,0-1 0,1 0 0,-1 1 0,1 0 0,0-1 0,-1 1 0,4-4 0,10-14-4084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9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0 7201,'-49'20'7180,"47"-15"-6256,3 7-594,0 0 1,1 0 0,0-1-1,1 1 1,7 19 0,31 64 537,-21-49-585,57 149 182,-66-162-455,-2 0 0,-1 1-1,-2 0 1,3 35 0,-9-59 119,1-1 1,-1 0 0,0 1 0,-1-1-1,0 1 1,-1-1 0,0 0-1,0 0 1,-1 0 0,0 0-1,0 0 1,-1-1 0,0 1 0,-8 10-1,10-20-37,1 0 1,0-1-1,0 1 0,-1-1 0,1 1 1,0-1-1,1 0 0,-1 1 0,0-1 0,0 0 1,1 0-1,-1-2 0,1-11 46,0 0 0,1 1 0,1-1 0,0 1 0,7-20-1,1-1 20,16-35 0,-6 23-621,2 2 0,3 0 0,51-72 0,-52 87-1369,48-47 1,-46 53-554,2 2 0,34-23 0,1 9-5190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19.3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 9637,'0'0'9973,"23"-12"-13338,-1 1-1395,-6 0-3741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20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1449 4172,'-8'-8'1538,"-2"8"5317,0 10-173,3 0-5451,2-2-3185,4-7 1987,0 0 0,1 1 0,0-1 0,-1 0 0,1 1 1,0-1-1,0 0 0,0 1 0,-1-1 0,1 0 0,1 1 0,-1-1 1,0 0-1,0 1 0,0-1 0,1 0 0,-1 1 0,1-1 0,-1 0 1,1 0-1,-1 0 0,1 1 0,0-1 0,0 0 0,-1 0 0,1 0 1,0 0-1,0 0 0,0 0 0,0 0 0,0-1 0,0 1 0,1 0 1,0 0-1,4 3 76,-1 0 1,1 0-1,0-1 1,0 1-1,1-2 0,7 4 1,2-2 27,0-1 0,1 0 1,0-1-1,0-1 0,21 0 1,86-13 289,-97 9-339,804-161 974,-617 114-898,1491-321 821,-1200 267-831,387-71 108,-394 81-193,1857-343 28,-2285 424-97,203-42 224,-119 27-668,-132 21-315,-22 7 740,1 0 0,-1 0-1,0 0 1,0 0 0,0-1-1,0 1 1,0 0 0,0 0-1,0 0 1,0 0 0,0 0-1,0-1 1,1 1 0,-1 0-1,0 0 1,0 0 0,0 0-1,0-1 1,0 1 0,0 0-1,0 0 1,0 0 0,0 0-1,0 0 1,-1-1 0,1 1-1,0 0 1,0 0 0,0 0-1,0 0 1,0-1 0,0 1-1,0 0 1,0 0 0,0 0-1,0 0 1,0 0 0,-1 0-1,1 0 1,0-1 0,0 1-1,0 0 1,0 0 0,0 0-1,-1 0 1,1 0 0,0 0-1,0 0 1,0 0 0,0 0-1,0 0 1,-1 0 0,1 0-1,0 0 1,-40-10-2245,23 6 1559,-12-2-3447,-47-2-1,17 4-4129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24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1197 5469,'22'-46'9013,"-11"18"-7517,-9 23-1132,0-1 0,-1 0-1,1 0 1,-1 0 0,0 0-1,-1 0 1,0 0 0,0 0-1,0-6 1,-1 9 360,-5-12-121,1-1 86,-29-38 166,32 50-825,0 1 0,0-1-1,0 0 1,0 0 0,1 0-1,0 0 1,0 0 0,0 0 0,1-1-1,-1 1 1,1-7 0,0 8 48,1-2-68,0 1 0,0 0 1,0-1-1,0 1 0,-1-8 1,-5 2-47,1-3 168,4 13-129,0-1 0,1 0 0,-1 1 1,1-1-1,-1 0 0,1 1 0,0-1 0,-1 1 0,1-1 0,0 1 0,-1-1 1,1 1-1,0-1 0,0 1 0,-1 0 0,1-1 0,0 1 0,0 0 0,1 0 0,2-2-6,0 0-1,-1 0 1,1 0-1,-1-1 1,1 1-1,-1-1 0,0 0 1,0 0-1,0 0 1,5-6-1,25-43 10,-14 21-8,-3 4-10,-1-1 1,-2 0-1,12-35 0,1-1 1,-13 33 8,-3 0 0,0-1-1,8-54 1,2-100-5,-20 38-10,0 143 0,-5 6 16,1 1 11,0-1 1,0 1-1,0 0 1,0 0-1,0 0 0,0 0 1,0 1-1,1-1 1,-1 1-1,1 0 1,-5 6-1,1 0-17,0 1 0,1 1 0,0-1 0,0 1 0,1 1 0,1-1 0,0 0-1,-5 24 1,4-16 3,-19 76 12,5 1-1,-8 104 1,4 197-117,18-240-364,-34 204-1,-13-108-21,51-247 489,0 0 1,0 0-1,1 0 1,0 0-1,0 0 1,1 0-1,1 8 1,-1-8-10,0-6 13,0 0 0,0 1 1,0-1-1,1 0 1,-1 0-1,0 0 1,0 0-1,0 0 0,1 0 1,-1 0-1,0 0 1,0 0-1,0-1 1,1 1-1,-1-1 0,0 1 1,0 0-1,2-2 1,-1 1-3,14-5-11,-1-1 0,1 0 0,-1-1 0,0-1 0,-1-1 0,0 0 1,23-22-1,86-99-1,-87 89-39,159-210-466,-105 128 328,-84 115 171,1 1 0,-1-1 0,2 1 0,-1 0 1,1 1-1,0 0 0,0 0 0,1 1 0,11-7 1,-19 13 24,0 0 0,0 0 1,0 0-1,0 0 0,0 0 1,1 1-1,-1-1 0,0 0 1,0 1-1,-1-1 0,1 1 1,0-1-1,0 1 1,0-1-1,0 1 0,0 0 1,0-1-1,1 2 0,0 0 4,6 5-2,-1-1 1,1 2 0,-1-1 0,-1 1 0,1 0 0,-2 0 0,8 12 0,-1-1 26,-10-17-33,-1 1 0,1-1 0,0 0 0,0 0 1,0 0-1,0 0 0,0 0 0,0 0 1,1 0-1,-1-1 0,0 1 0,1-1 1,-1 0-1,1 1 0,0-1 0,-1-1 0,1 1 1,0 0-1,0 0 0,0-1 0,-1 0 1,1 0-1,5 0 0,1-1 0,0-1-1,0 0 1,0-1-1,-1 0 1,16-8-1,11-4-70,-22 10 22,-10 4-9,1 2-5,0 0 39,-1 0 0,0 0 0,1 0 0,-1 1 0,0-1 0,1 1 0,-1 0 0,0-1 0,0 1 1,0 1-1,-1-1 0,1 0 0,3 4 0,-2 0-34,0 0-1,0 0 1,0 1 0,-1-1 0,5 13 0,-5-8 28,0-1 0,0 1 0,-1 0 0,-1-1 1,0 1-1,0 0 0,-1 0 0,0 0 0,-1 0 0,-3 14 1,-4 10-137,-20 59 1,15-57-3,5-13 63,-1 0-1,-1-1 0,-16 26 1,-12 32-142,37-79 235,3 0 25,-2-2-5,2 1-5,-1 0 1,0 0 0,0 0 0,0 0-1,1 0 1,-1 0 0,1-1 0,-1 1 0,0-1-1,1 1 1,-1-1 0,1 1 0,-1-1-1,1 0 1,-1 1 0,1-1 0,0 0-1,-1 0 1,1 0 0,-1-1 0,1 1 0,-1 0-1,1-1 1,-1 1 0,1 0 0,-1-1-1,1 0 1,-1 1 0,0-1 0,1 0-1,-1 0 1,2-1 0,25-14-45,-1-2 0,0-1 0,-2-2 0,33-31 0,87-107-340,-28 27-545,-23 46-229,-85 77 910,1 0 0,0 1 0,0 0 0,1 1-1,0 0 1,0 1 0,1 0 0,19-7 0,-12 7-407,1 1 0,0 1 1,0 1-1,40-1 0,257-19-1622,-246 13 2777,-1-3-1,103-32 1,120-31-45,-97 29-1992,-146 34 931,-1 1 691,83-33 1,-119 40 188,0-1 0,-1-1 0,0 0 0,0 0 0,-1-1 0,0-1 0,0 0 0,-1 0 0,-1-1 0,1 0 0,8-14 0,-13 17-700,7-10 86,-2 9-3219,6 1 187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25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 68 4108,'10'-24'729,"-10"22"-607,0 1 0,0-1 0,0 0-1,0 1 1,-1-1 0,1 1 0,-1-1 0,1 1 0,-1-1-1,1 1 1,-1-1 0,0 1 0,0-1 0,1 1 0,-1 0-1,0-1 1,0 1 0,0 0 0,-1 0 0,1 0 0,0 0-1,0 0 1,-1 0 0,-1-1 0,0 0 30,3 1-126,-1 1 0,0-1-1,0 0 1,1 1-1,-1-1 1,0 1-1,0-1 1,0 1 0,0 0-1,0-1 1,0 1-1,0 0 1,1 0-1,-1-1 1,0 1-1,0 0 1,0 0 0,0 0-1,0 0 1,0 0-1,0 0 1,0 1-1,0-1 1,0 0 0,0 0-1,0 1 1,0-1-1,0 0 1,0 1-1,1-1 1,-1 1 0,0-1-1,-1 2 1,-26 29 927,11-9-321,13-18-433,0 0 0,1 1 1,0 0-1,0-1 0,0 1 1,1 0-1,0 0 0,-3 7 1,0 2 270,4-11 269,4 4-119,-3-6-597,0 0 0,1 1 0,-1-1 0,0 0-1,1 0 1,-1 0 0,1 1 0,0-1 0,-1 0-1,1 0 1,0 0 0,0 0 0,-1 0 0,1 0 0,0 0-1,0 0 1,2 0 0,90-35 454,-56 19-489,52-14-1,-83 28 16,0 0-1,-1 0 1,1 0-1,0 1 1,0 0 0,0 0-1,0 0 1,-1 1-1,1 0 1,0 0-1,0 1 1,-1-1 0,7 3-1,1 3 12,-1 0 0,1 1 1,19 15-1,-2 0-23,34 15-244,-58-34 164,1-1 0,0 1 0,0-1 0,0-1 0,0 0-1,0 0 1,0 0 0,0-1 0,1 0 0,-1 0-1,1 0 1,-1-1 0,10-1 0,7 1-247,31 3-717,-21-1 153,35-2 0,-49-2-1215,36-8 1,-8-1-1043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25.7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0 167 4280,'13'-32'928,"3"21"-187,6-1-201,13-8-116,-7 9-208,7 2-196,7-2-284,-4-6-276,-3 3-328,3-4-753,-3 7 749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25.8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52 2828,'-12'11'972,"31"-11"-540,-3-3 76,-10-14-764,0 3-128,-9-3-1280,-3 5 944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1.6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302 135 8929,'2'-7'656,"1"-1"1,-1 1 0,-1-1-1,1 0 1,-2 1 0,1-1-1,-1 0 1,0 0 0,0 1-1,-1-1 1,0 0 0,0 1-1,-4-10 1,2 1 1402,3 14 1152,-2 4-1987,-2 5-943,0 0 0,1 1 1,0-1-1,0 1 1,1 0-1,-1 0 0,2 0 1,-2 8-1,-3 73 431,4-42-339,-6 96 34,-9 110-2412,8-180-399,-24 102 0,25-146 1389,-2 1 1,0-1-1,-2-1 0,-17 30 0,16-35-1190,-2-2 0,-31 38 0,-10-1-4949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1.8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4 621 8381,'-3'-78'2116,"28"33"-276,4 2-60,2 6-240,1 2-159,16 1-165,18-6-296,17 0-188,25 3-152,13 0-96,12-3-400,16 6-480,10 5-512,9 0-640,-3 7-565,4-1-2595,8 6-3689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2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711 248 3160,'-1'0'307,"0"0"0,0 0 1,0-1-1,0 1 0,0-1 0,0 1 0,0-1 0,0 1 0,0-1 0,0 0 0,1 1 0,-1-1 1,0 0-1,0 0 0,-1-1 0,6-11 7111,1 2-8452,-4 9 1197,1-1 0,-1 1 0,1 0 0,-1 0 0,1 0 0,0 0 0,0 0 0,0 0 0,0 0 0,0 1 0,1-1 0,2-1 0,14-13 748,-3-4 97,-8 11-570,0 0-1,-1 0 1,-1-1 0,0 0-1,0 0 1,-1-1-1,8-21 1,-12 31-404,-1-1 1,1 1-1,-1 0 1,0-1-1,1 1 1,-1-1-1,0 1 0,0-1 1,0 1-1,0-1 1,0 1-1,-1-1 1,1 1-1,0-1 1,0 1-1,-1 0 1,1-1-1,-1 1 1,0-1-1,1 1 1,-1 0-1,0 0 1,0-1-1,0 1 0,0 0 1,0 0-1,0 0 1,0 0-1,0 0 1,0 0-1,0 0 1,-1 0-1,1 1 1,0-1-1,-1 0 1,1 1-1,0-1 1,-3 0-1,-1 0 72,0 0 1,0 1-1,-1-1 0,1 1 1,0 0-1,0 0 0,-1 1 0,1-1 1,0 1-1,-9 3 0,-68 23 1148,-146 70 0,183-74-1015,2 2-1,1 2 1,1 1 0,-65 61-1,93-77-196,0 1 0,1 1 0,1 0 1,1 1-1,0 0 0,0 0 0,2 1 0,0 0 0,1 1 0,-8 26 0,11-28-20,1-1-1,1 1 1,1 0-1,0-1 1,1 1-1,1 0 1,0 0 0,1-1-1,0 1 1,1-1-1,1 1 1,0-1-1,8 17 1,17 29-29,3-1 1,43 60-1,-37-62-417,-4 0-1,31 68 1,-60-113 292,-1-1 0,0 1 0,-1-1 0,0 1 0,-1 0 0,0 0 0,-1 0 0,-1 1 0,0-1 0,0 0 0,-3 13 0,2-15-26,-2-1-1,0 1 1,0-1-1,0 0 1,-1 0-1,-1 0 0,1 0 1,-1-1-1,-1 0 1,0 0-1,0 0 1,0 0-1,-1-1 0,-9 7 1,-14 9-1215,-1-2 0,-1-1 0,-56 26 1,83-44 878,1 0 0,-1 0 0,0 0 1,0-1-1,0 1 0,0-1 0,-6 0 0,3 0-282,-23 4-2970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3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579 321 11797,'0'0'4086,"-3"-1"-2333,-55-14 6314,55 14-7108,5-2-3076,1 0 2023,-1 0 1,0 0 0,1 0-1,0 0 1,-1 1-1,1-1 1,6-3-1,-3 1-5,2-3 23,-1 0 1,0-1-1,11-17 1,-14 18 52,2 0 1,-1 1-1,11-12 0,-14 18 8,-31 11-60,24-7 132,1 0 0,-1 1 0,1 0 0,0 0 0,0 0 0,0 0 0,1 1 1,-1-1-1,1 1 0,-4 7 0,7-13-53,-1-1 0,1 1 0,0-1 0,-1 1 0,1-1 1,0 1-1,0-1 0,0 1 0,0-1 0,0 1 0,1-1 0,-1 1 0,0-1 0,1 1 1,-1-1-1,1 1 0,0-1 0,-1 1 0,1 0 0,0-1 0,1-1 0,19-21 64,-19 22-98,-7 3-13,0 0 46,0 1 0,1-1 1,-1 1-1,1 0 0,-1 0 1,1 1-1,0-1 1,0 1-1,0 0 0,0 0 1,0 0-1,-4 5 0,-8 5 2,-53 40 71,3 3 0,-106 115 0,140-135-64,2 1 1,-40 67 0,62-89-3,0-1 0,1 1 0,0 0 0,2 1 1,0 0-1,0 0 0,2 0 0,0 0 1,0 0-1,2 1 0,0 22 0,2-30 14,1 0-1,0-1 1,0 1-1,1-1 1,0 1-1,1-1 1,0 0-1,0 0 1,1-1-1,0 1 1,10 12-1,-7-11-16,0-1-1,0 0 0,1 0 0,0 0 1,0-1-1,0-1 0,1 1 0,0-2 1,1 1-1,20 7 0,-15-8 20,0-1 0,1 0 0,0-1 0,-1-1 0,1 0-1,24-2 1,-17-1-33,0-2 0,-1-1 0,1-1 0,-1-1 0,0-1 0,0-1 0,-1 0 0,0-2 0,20-13 0,-3-1-58,-1-1-1,-1-2 1,59-55-1,-64 48 17,-1-1-1,-1-1 1,-2-2-1,-2-1 1,-1-1-1,-3-1 1,-1-1 0,-1 0-1,-3-2 1,23-89-1,-33 100 28,-2 0-1,3-64 1,-8 82 5,-1-1 0,0 1 0,-1 0 0,-1 0 0,0 0 0,-1 0 1,0 0-1,-9-18 0,11 30 16,1 0 0,0 0 0,-1 1 1,0-1-1,1 1 0,-1-1 0,0 1 0,0 0 0,-1 0 1,1 0-1,0 0 0,-5-3 0,6 5 1,0-1 0,-1 1-1,1-1 1,0 1 0,0 0 0,0 0-1,0 0 1,0 0 0,0 0 0,0 0-1,-1 0 1,1 0 0,0 0 0,0 0-1,0 0 1,0 1 0,0-1-1,0 1 1,0-1 0,0 0 0,0 1-1,0 0 1,0-1 0,0 1 0,0 0-1,0-1 1,0 1 0,1 0 0,-1 0-1,-1 1 1,-2 4 26,1-1 0,-1 1 0,1 0-1,0 0 1,0 0 0,1 0 0,0 1-1,0-1 1,0 1 0,1-1 0,0 1 0,0 10-1,0 12 193,6 49 0,0-18-104,-3 8 33,-4 147 333,0-189-406,-2 1 1,0-1 0,-2 0 0,-1 0 0,-1-1 0,-13 27 0,3-18-14,-1 0-1,-2-1 1,-1-2 0,-2 0 0,-1-1 0,-1-2-1,-1 0 1,-2-2 0,0-1 0,-34 21 0,-41 21-473,-197 92 0,259-138 106,35-18 33,0 0-1,-1 0 1,1-1-1,-1 0 1,0 0-1,-15 1 1,18-3 44,5 0 186,0 0 0,0 0 0,-1-1 0,1 1-1,0 0 1,0 0 0,0-1 0,-1 1 0,1 0 0,0 0 0,0-1-1,0 1 1,0 0 0,0-1 0,0 1 0,0 0 0,0-1 0,0 1 0,0 0-1,0-1 1,0 1 0,0 0 0,0 0 0,0-1 0,0 1 0,0 0-1,0-1 1,0 1 0,0 0 0,1-1 0,-1 1 0,0 0 0,0 0-1,0-1 1,1 1 0,4-14-420,3 3 42,-1 1 1,1 0 0,0 0-1,1 0 1,1 1-1,16-13 1,71-45-1952,-96 67 2352,149-94-2662,-41 28 968,198-158 0,-227 156 1739,-24 22 584,80-87 0,70-85 3798,-168 183-2932,-37 34-1421,0 1 1,0 0-1,0 0 0,1 0 1,-1 1-1,0-1 1,0 0-1,0 0 1,0 0-1,0 1 1,1-1-1,-1 1 1,0-1-1,0 1 1,0-1-1,0 1 1,0 0-1,0-1 1,0 1-1,1 1 1,-1-1 71,2 2-50,1 0 1,-1 1-1,0-1 1,0 1 0,-1 0-1,1-1 1,-1 1-1,0 0 1,0 1-1,0-1 1,-1 0 0,1 0-1,-1 1 1,0-1-1,0 1 1,-1-1-1,1 1 1,-1-1 0,0 1-1,0 0 1,-1 6-1,-2 16 241,-1 0-1,-11 38 0,11-45-166,-13 39 106,-2-1 1,-3-1-1,-2-1 1,-3-1-1,-2-1 1,-2-2-1,-53 68 1,-4 11 267,78-114-451,1 1 0,1 0 0,1 1-1,0 0 1,-7 35 0,13-47-49,0 0 0,1 1 0,-1-1 0,2 0 0,-1 0 0,1 0 0,0 1 0,0-1 0,1 0 0,0 0 0,0-1 0,0 1 0,5 8 0,-2-6-38,1 0-1,0-1 0,0 0 1,1 0-1,0 0 0,0 0 0,1-1 1,11 8-1,0-2-718,2-1-1,-1-1 1,1 0-1,1-2 1,0 0-1,0-1 1,28 5-1,-6-9-4410,-30-3 2690,20 1-5244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1.8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191 357 3880,'3'-31'1638,"-2"25"-74,-2 3-3,-5-15 1307,1-1 0,-5-39-1,8 34-1138,-2 1 1,-11-33-1,11 39-425,0 1-1,0-1 0,2 1 1,0-1-1,0-18 1,-12 202 316,0-35-728,-34 438-3568,-9 190-2513,57-743 4337,0 68-2488,6-27-5633,-3-28 220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2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682 51 9761,'-43'-14'872,"-35"-8"1641,59 20-1265,-1 0 0,-26 1 0,8 0 47,-11-3 33,32 2-856,-1 0 1,0 2-1,-23 1 1,37 0-163,-15 18 708,20-15-944,-1 1-1,1-1 0,0 1 1,0-1-1,0 0 0,1 1 1,-1-1-1,1 0 0,0 0 1,5 7-1,2 2 92,0-1-1,1-1 0,1 0 1,0 0-1,0-1 1,25 17-1,-4-2 125,94 75 492,228 197 381,-305-249-1056,-2 2 0,-2 1 1,-2 3-1,61 100 1,-81-112-90,-1 1 0,-2 1 0,-2 1 0,-3 0 0,-1 1 1,-2 1-1,8 67 0,-17-79-63,-1 0 0,-2 0 0,-1 0 1,-2 0-1,-2 0 0,-1-1 0,-1 0 0,-2 0 0,-1 0 1,-29 60-1,16-51-49,-2-1-1,-1-1 1,-3-2 0,-1 0 0,-2-2 0,-1-2 0,-2-1-1,-49 37 1,17-21-193,-3-2 0,-1-4 0,-149 67-1,165-88-177,0-1 0,-2-4-1,0-1 1,-83 11 0,127-26 27,0-1-1,0 0 1,-22-2 0,30 0 120,0 0 0,1 0 0,0 0 0,-1 0 0,1-1 0,-1 1 0,1-1-1,0 0 1,0 0 0,0-1 0,0 1 0,1-1 0,-5-3 0,7 5 27,1 0 0,-1 0 1,0 0-1,0 0 0,0 1 0,0-1 1,1 0-1,-1-1 0,1 1 1,-1 0-1,1 0 0,-1 0 0,1 0 1,-1 0-1,1 0 0,0-1 0,-1-1 1,10-29-7995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2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618 523 11333,'-1'-2'557,"1"0"1,-1 0-1,0 0 0,0 0 0,0 0 1,0 0-1,0 0 0,0 0 0,-1 1 1,1-1-1,-1 0 0,1 1 0,-1-1 1,0 1-1,1 0 0,-1-1 0,0 1 1,-2-1-1,-1 0-326,1 1 1,0-1-1,-1 1 1,1 0-1,0 0 1,-1 1-1,1-1 1,-8 1-1,-4 2-370,0-1 0,0 2 0,-27 7 0,16-2 183,-144 44 205,146-42-263,1 0 0,0 2 0,1 0 0,-33 24 0,44-26-66,2-1 0,-1 1 0,1 1 0,1-1 1,-16 24-1,21-28 46,2-3 15,-1 1 1,1-1-1,0 1 0,0 0 1,0 0-1,0 0 0,1 0 0,0 0 1,-1 0-1,2 0 0,-1 0 0,0 1 1,1-1-1,0 0 0,0 0 1,0 1-1,0-1 0,1 0 0,0 0 1,-1 0-1,2 1 0,-1-1 1,0 0-1,5 7 0,1 1-8,1-1 1,1 0-1,0 0 0,0 0 0,20 15 1,-6-4-5,-15-15 39,-1-1-1,1 0 1,0-1 0,1 0 0,-1 0 0,1 0 0,0-1-1,0-1 1,1 0 0,-1 0 0,1-1 0,-1 0-1,1 0 1,0-1 0,-1 0 0,1-1 0,0 0 0,13-2-1,38-14-420,0-2-1,-1-2 0,66-34 0,-105 45 237,192-93-2014,-172 79 1677,-1-1-1,-1-2 1,37-32 0,-60 42 435,0-1 0,-1 0 1,-1-1-1,0 0 0,-2-1 0,0-1 1,-1 0-1,13-32 0,-3-6 1074,27-113-1,-38 125 516,-2-1 0,4-76 0,-12 118-346,-2 5-1025,1 0 0,-1 0 0,0 1 0,1-1 0,-1 0 0,1 1 0,-1-1 0,1 1 0,0-1 1,-1 1-1,-1 1 0,-2 1-1,0 1 0,0 0 0,1 0 0,-1 0 0,1 1 0,0-1 1,0 1-1,1 0 0,0 0 0,0 0 0,-5 11 0,-3 9 266,-10 33 0,-45 194 238,57-206-1414,3 0 0,2 1 0,3 74 0,3-53-1125,-2-37-686,8 58 0,-7-81 1330,0 0 0,0 0 1,0-1-1,-1 1 0,-1 8 0,1-15 1165,0 30-7489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3.2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0 103 6897,'0'-1'130,"1"1"0,-1-1 0,1 0 0,-1 0 0,1 1 1,-1-1-1,1 0 0,0 1 0,-1-1 0,1 0 0,0 1 0,-1-1 1,1 1-1,0-1 0,0 1 0,-1 0 0,1-1 0,0 1 0,0 0 1,0-1-1,0 1 0,0 0 0,-1 0 0,1 0 0,1 0 0,25-4 458,-25 4-396,274-8 3243,-150 7-2851,-35-1-296,243-9 414,-301 7-495,-1-1 0,57-17 0,-82 20-93,0-1 0,-1 0 0,1 0 1,-1-1-1,10-7 0,-7 5-61,-7 4 80,-6 3-134,-6 3 15,0-1 0,-1 1 0,2 1 0,-1-1 1,0 2-1,-16 12 0,-48 46-30,40-32-15,32-30-110,2-2 144,1 0 1,-1 0-1,0 1 0,1-1 1,-1 0-1,0 0 0,1 0 1,-1 0-1,0 0 0,1 1 1,-1-1-1,0 0 0,0 0 1,1 0-1,-1 1 0,0-1 1,0 0-1,1 0 0,-1 1 1,0-1-1,0 0 0,0 1 1,0-1-1,1 0 0,-1 1 1,0-1-1,0 0 0,0 0 1,0 1-1,0-1 0,0 1 1,0-1-1,0 1 11,0-1 0,0 1 0,0 0 0,0-1 0,1 1 0,-1-1 0,0 1 0,0-1-1,0 1 1,1-1 0,-1 1 0,0-1 0,1 0 0,-1 1 0,0-1 0,1 1 0,-1-1 0,1 0 0,-1 1 0,0-1 0,1 0 0,-1 1 0,1-1 0,-1 0 0,1 0 0,-1 1-1,1-1 1,-1 0 0,1 0 0,-1 0 0,1 0 0,0 0 0,-1 0 0,2 0 0,10 0 153,39 3 954,-49-3-1076,0 0 1,0 0-1,-1 1 1,1 0-1,0-1 1,0 1-1,0 0 1,-1 0-1,1-1 0,0 1 1,-1 1-1,1-1 1,0 0-1,-1 0 1,0 1-1,1-1 1,-1 0-1,0 1 1,0 0-1,0-1 1,0 1-1,2 2 1,3 23-42,0 0 0,-2 0 0,-1 0 0,-1 0 0,-1 0 0,-4 37 1,1 0-3690,4 0-3702,1-44 1011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4.1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642 436 7405,'2'-7'296,"1"-3"546,0 0-1,1 1 1,0-1-1,1 1 0,0 0 1,11-17-1,-14 24 1005,-2 0-1285,-1-1 0,1 0 0,-1 0 0,1 0 0,-1 0 0,0 0 0,0 0 0,-1 1 0,-1-4 0,-199 225 4436,102-91-3988,7 4 0,-95 176 0,157-258-892,20-33-58,0 0 1,1 1-1,0 0 0,-9 29 1,18-44 40,15-18-36,-11 10-55,19-28 3,30-60 0,11-19 24,430-701-106,-471 775 66,-8 14-5,-5 5 1,2 1 0,0 1 0,1 0 0,0 0 0,23-21 0,-33 36 13,-1 1 1,1 0 0,0 0 0,0 0-1,-1 0 1,1 1 0,0-1 0,0 0-1,0 1 1,0-1 0,0 1 0,0 0-1,0 0 1,0-1 0,0 1 0,0 1-1,0-1 1,0 0 0,0 0 0,0 1-1,-1-1 1,1 1 0,0-1 0,0 1-1,0 0 1,0 0 0,1 1 0,4 2 35,-1 0 0,0 0 0,-1 0 0,1 1 1,7 8-1,-5-4 63,-1 1 1,0-1-1,-1 1 1,0 1 0,-1-1-1,0 1 1,6 21-1,-1 3 266,6 44 0,31 453 762,-41-423-1068,7 322-312,6 87-718,-2-341-1435,-12-143 1008,2 0 0,21 67 0,-21-84 479,0-1 0,1 0-1,11 16 1,-15-26-53,0 1 0,1-2 0,0 1 0,0 0 0,0-1 0,0 0 0,1 0 0,0-1 0,10 6 0,2-2-7695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4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32 323 9109,'-27'-19'2313,"22"16"1673,6 1-3782,0 1 1,0 0-1,0 0 1,0 0-1,1-1 1,-1 1-1,0 1 0,0-1 1,1 0-1,-1 0 1,3-1-1,-1 1 93,9-5 27,1 0 0,-1 1 1,1 0-1,0 1 0,20-3 1,76-8 539,-82 12-685,415-25 1091,-244 20-987,-6 3-89,122-9 7,-297 12-183,0-1 0,31-9 0,-41 9-16,-1 0-1,1 0 1,-1 0-1,0 0 1,0-1-1,0 0 1,-1-1 0,1 1-1,-1-1 1,5-6-1,104-100 103,-114 111-104,0 0 0,0-1 0,0 1-1,0 0 1,0 0 0,1 0 0,-1-1 0,0 1-1,0 0 1,0 0 0,0 0 0,1 0-1,-1 0 1,0-1 0,0 1 0,0 0 0,0 0-1,1 0 1,-1 0 0,0 0 0,0 0 0,0 0-1,1 0 1,-1 0 0,0 0 0,0 0 0,1 0-1,-1 0 1,0 0 0,0 0 0,0 0 0,1 0-1,-1 0 1,0 0 0,0 0 0,0 0 0,1 0-1,-1 0 1,0 1 0,0-1 0,0 0 0,1 0-1,-1 0 1,0 0 0,0 0 0,0 1 0,0-1-1,0 0 1,1 0 0,-1 0 0,0 0 0,0 1-1,0-1 1,4 19 27,-4-11-32,-1-1-1,1 1 0,-1 0 0,-2 10 0,-14 37-160,3 0 1,2 1-1,2 1 1,-2 77-1,21-100 54,-5-35 86,28-12 50,-1-2 0,-1-1-1,0-1 1,29-23 0,-25 16 93,1 2 0,55-25 0,-84 44-100,0 1 0,0 0 0,1 0 0,-1 1 0,1-1 0,0 1 1,-1 1-1,1-1 0,0 1 0,-1 1 0,1-1 0,-1 1 0,1 0 0,0 1 1,-1-1-1,10 5 0,2 2 55,0 2 0,-1 0 1,0 1-1,17 14 0,-15-11 43,85 70-75,-60-47-5,87 57 0,-121-88-32,1-1 1,0 0 0,0-1-1,0-1 1,1 0 0,-1 0-1,1-1 1,0 0 0,0-1-1,-1 0 1,1-1 0,0-1-1,0 0 1,0 0 0,-1-1-1,1 0 1,-1-1 0,1-1-1,11-5 1,-5 2-11,-1-2 0,0 0 1,0-1-1,-1 0 0,-1-2 1,0 1-1,0-2 0,-1 0 0,-1-1 1,0 0-1,13-21 0,113-199-336,-137 231 316,-1-1 1,0 1 0,0 0 0,0-1-1,0 0 1,0 1 0,-1-1-1,0 1 1,1-1 0,-2-5-1,1 3-25,-1 5 41,1 0 0,-1 1 0,0-1 0,1 1 0,-1-1 0,0 1 0,0-1 1,0 1-1,0 0 0,1-1 0,-1 1 0,0 0 0,0 0 0,0-1 0,0 1 0,0 0 0,0 0 0,0 0 1,-1 0-1,1 0-12,-4 0-21,-1 0 0,0 0 1,1 0-1,-1 1 0,1 0 0,-1 0 0,1 0 0,0 0 0,-1 1 0,1 0 1,0 0-1,0 1 0,0-1 0,-7 6 0,-7 5-105,2 1 0,-21 21 0,16-15-13,6-5 96,0 1 0,1 0 0,1 1 0,0 1 0,-11 20 0,20-31 129,1 1 0,0 0 0,0 1 0,1-1 0,0 1 0,0 0 0,1-1 1,0 1-1,1 0 0,0 0 0,0 1 0,1-1 0,0 0 0,2 16 0,3-12 23,1 0-1,-1 0 0,2 0 1,0-1-1,17 22 0,-13-18-83,-7-10-223,1 1 0,0-1 0,0 0 0,1 0 0,0-1-1,0 0 1,0 0 0,0 0 0,1-1 0,0 0 0,0 0-1,12 5 1,3-2-1978,0-1-1,1-2 1,26 4-1,-38-7 961,60 10-5366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5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102 161 9341,'5'-20'639,"-4"15"-321,1 0 1,0-1-1,-1 1 1,0-1-1,-1 1 1,1-1-1,-1 1 0,0-1 1,0 1-1,-1-1 1,1 1-1,-1-1 0,-1 1 1,1-1-1,-3-6 1,-15-35 3945,8 61-2282,3 8-1397,1 1 1,1 1-1,1-1 1,1 1-1,-1 30 1,2-24-228,-28 525-8,31-201-5569,-6-119-4296,5-151 1691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6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18 7161,'0'0'2101,"3"1"-401,-1-1-1532,-1 0 1,1 0-1,-1 0 0,1 0 0,-1 1 0,1-1 0,-1 0 1,1 1-1,-1 0 0,1-1 0,-1 1 0,0 0 0,1 0 0,-1-1 1,0 1-1,0 0 0,1 0 0,-1 1 0,1 0 0,-1 2 38,0-1-1,0 1 1,0-1-1,0 1 1,-1 0-1,0-1 1,1 1-1,-2 6 1,1 27 332,1-1 0,2 1 0,2-1 0,1 0 1,13 43-1,-13-66-491,0 0 0,1 0 0,1 0-1,0-1 1,1 0 0,0-1 0,1 0 0,0 0 0,1-1 0,0-1 0,0 1 0,1-2 0,0 0 0,1 0 0,18 8 0,-25-14-7,1 0 1,0-1 0,1 1-1,-1-1 1,0-1 0,0 1 0,0-1-1,1-1 1,-1 1 0,0-1 0,0 0-1,0-1 1,0 0 0,0 0 0,0 0-1,9-6 1,-7 4 53,0-1 1,0 0-1,-1-1 0,0 0 0,0 0 0,0-1 1,-1 0-1,0 0 0,0 0 0,11-18 0,55-84 1037,-72 107-1120,-1 1-1,1 0 1,0-1-1,0 1 1,0 0-1,0 0 1,0-1 0,0 1-1,0 0 1,0 0-1,0 0 1,1 0-1,-1 1 1,3-3 0,-4 3 0,1 0 0,0 0 0,-1 0 0,1 0 0,-1 0 1,1 0-1,0 0 0,-1 0 0,1 0 0,0 0 1,-1 0-1,1 1 0,-1-1 0,1 0 0,0 0 0,-1 1 1,1-1-1,-1 0 0,1 1 0,-1-1 0,1 0 0,-1 1 1,1-1-1,0 1 0,1 2 14,0 0 1,-1 0-1,1 0 1,0 0-1,-1 0 1,0 0-1,0 0 1,0 1-1,0-1 0,0 0 1,-1 0-1,1 5 1,0 45 170,-9 101 0,-22 59 161,28-199-329,-14 70-79,-3-1 0,-4-1 0,-4-1 0,-3-2-1,-4-1 1,-47 82 0,23-64-150,-3-3-1,-4-3 0,-4-3 0,-97 95 0,164-180 199,-14 15-32,-2 0 0,0-1 0,-33 22-1,50-38 36,1 0 0,0 0 0,0 0 0,0 0 0,0 0 0,-1 0-1,1 0 1,0 0 0,0 0 0,0 0 0,0 0 0,0 0 0,-1 0-1,1 0 1,0 0 0,0-1 0,0 1 0,0 0 0,0 0 0,-1 0-1,1 0 1,0 0 0,0 0 0,0 0 0,0-1 0,0 1 0,0 0-1,0 0 1,0 0 0,0 0 0,0 0 0,0-1 0,-1 1 0,1 0-1,0 0 1,0 0 0,0 0 0,0 0 0,0-1 0,0 1 0,0 0-1,0 0 1,0 0 0,0 0 0,1-1 0,-1 1 0,0 0 0,0 0-1,0 0 1,0 0 0,0 0 0,0-1 0,0 1 0,0 0 0,0 0-1,0 0 1,0 0 0,1 0 0,-1 0 0,0-1 0,6-22 9,15-32 18,9 3 8,68-89 0,-56 84-35,47-65-31,290-424-436,-114 126 199,-121 184 208,-94 154 80,90-163 461,-115 188-252,-23 56-218,-1-1 1,1 1 0,-1 0-1,0 0 1,1 0 0,0 0-1,-1 1 1,1-1 0,0 0-1,-1 1 1,1-1 0,0 1-1,0-1 1,-1 1 0,1 0-1,0 0 1,0 0-1,2 0 1,0 2 3,0 0 1,0 0-1,-1 1 0,1-1 0,-1 1 1,1 0-1,-1 0 0,0 0 0,0 0 1,0 1-1,0-1 0,-1 1 0,3 5 1,4 4 23,2 4-2,-1 1 1,-1 0-1,0 1 1,-2 0-1,9 34 1,-3-12 0,-6-19-22,0 1 1,-2 0-1,-1 0 0,0 0 0,-2 0 0,-1 1 1,-1-1-1,-1 1 0,0-1 0,-2 1 0,-1-1 1,-1 0-1,-1 0 0,-1-1 0,-1 0 0,0 0 1,-2-1-1,-1 0 0,-15 23 0,-1-5-96,-3 0 0,-39 38 0,-33 43-3080,101-120 3043,1 1-1,-1 0 1,0-1 0,1 1-1,-1 0 1,1-1 0,-1 1-1,1 0 1,-1 0 0,1-1-1,-1 1 1,1 0 0,0 0-1,-1 0 1,1 0 0,0 0-1,0 0 1,0-1 0,0 1 0,-1 0-1,1 0 1,1 0 0,-1 0-1,0 0 1,0 0 0,0 0-1,0 0 1,1 0 0,-1-1-1,0 1 1,1 0 0,-1 0-1,0 0 1,1-1 0,-1 1-1,2 1 1,0-1-130,1 1 0,0-1 0,-1 0 0,1 0 0,0-1 0,0 1 0,0 0 0,-1-1 0,1 0 0,0 1 0,0-1 0,3-1 0,3 1-504,-1-1 1,1-1-1,-1 0 0,16-5 1,0 0-1063,27-5-2797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6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1 192 5577,'1'-18'382,"0"-2"355,0 1 0,9-38 0,-8 49 62,1 0-1,0-1 0,1 1 1,0 1-1,9-16 1,-13 22-571,0 0 1,1 1 0,-1-1-1,1 0 1,-1 0 0,1 0 0,0 0-1,-1 1 1,1-1 0,0 0-1,-1 1 1,1-1 0,0 0 0,0 1-1,-1-1 1,1 1 0,0-1 0,0 1-1,0 0 1,0-1 0,0 1-1,1-1 1,-1 3-81,0-1 1,-1 1-1,1-1 0,0 1 0,-1 0 0,1-1 1,-1 1-1,1 0 0,-1-1 0,0 1 0,0 0 1,0 0-1,0-1 0,0 1 0,0 0 0,0 1 1,-2 45 854,1-27-687,1-1 0,0 1-1,5 22 1,38 329 1213,-26-288-2981,3-1-1,4-1 1,36 80-1,-29-84-2116,-10-28-1943,-6-17-1149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6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1 195 10749,'146'-66'1452,"-89"35"-252,3 5-256,7 6-384,0 3-76,6 3-520,12 2-504,7 6-436,4 4-408,5 2-2252,1 0-2197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6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67 8653,'32'-23'9249,"-39"11"-8361,4 1-20,13-1-5653,2 4 489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7.7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905 37 5665,'0'0'1920,"2"-1"-21,22-11 1644,-21 11-1800,-2-2-84,6-17 1929,-9 28 1893,-8 30-3302,-23 125 1223,-17 73-1743,-111 300-1630,-194 276-29,100-227-7926,253-579 7877,-8 17-883,-43 98-6117,44-100 1677,7-4-3083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7.9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0 11541,'-10'9'525,"-17"19"2285,27-27-2724,-1 0-1,1 0 0,-1-1 0,1 1 0,-1 0 1,1 0-1,0-1 0,-1 1 0,1 0 1,0 0-1,0 0 0,0 0 0,-1-1 0,1 1 1,0 0-1,0 0 0,0 0 0,1 0 1,-1 0-1,0-1 0,0 1 0,0 0 1,1 0-1,-1 0 0,0-1 0,1 1 0,-1 0 1,0 0-1,1-1 0,-1 1 0,1 0 1,0-1-1,-1 1 0,1 0 0,-1-1 1,1 1-1,1 0 0,12 8 366,0-1 0,0-1 0,1 0 0,25 8 0,71 15 368,677 139-1294,5-26-6591,-592-106 2853,-3 3-2238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38.1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1715 27 11941,'-88'-21'2148,"75"19"-1501,0 0 1,0 1 0,0 0 0,0 1-1,0 1 1,-21 3 0,6-1 129,-237 37 4391,-122 63-2584,280-66-3031,-173 87-1,95-24-3188,6 9-5342,95-54-1681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1.5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542 487 3304,'-18'-12'500,"11"8"1119,1-1 1,-1-1 0,1 1-1,-6-7 1,11 10-941,0-17-107,0 16-445,1 0 0,-1 0-1,1 0 1,0 0 0,0 0 0,1 0-1,-1 0 1,1 0 0,-1 0 0,1 0-1,1-3 1,-1 4 214,0-3-63,0 0-1,0 0 0,0 0 1,1 1-1,0-1 1,0 0-1,5-7 0,-3 3-178,-3 7 852,6-18-962,-6 15 3313,-5 8-3257,0 0 0,0 0 0,1 1 0,-1-1 0,1 1 0,0 0 0,0 0 0,1 0 0,-1 0 0,1 1 0,0-1 1,0 1-1,-3 8 0,-6 11 58,-227 497 1131,131-268-1108,79-192-51,-37 90 23,45-117-86,16-30-11,13-20-11,37-66-26,18-29 75,39-53-134,89-190 1,-107 171-16,33-62 158,-97 206 6,3 0 0,1 2 0,58-65 0,-80 98 0,1 0 0,0 0 1,0 1-1,1-1 0,-1 1 0,1 0 1,0 1-1,-1-1 0,8-2 0,-9 4 2,-1 0-1,1 1 1,-1 0-1,1-1 0,-1 1 1,1 0-1,-1 0 1,1 0-1,-1 1 0,1-1 1,-1 1-1,0-1 1,1 1-1,-1 0 0,0 0 1,1 0-1,-1 0 1,0 0-1,0 0 0,0 1 1,0-1-1,3 3 1,8 10 256,0 1 0,-1 0 0,-1 1 0,0 0 0,-1 0 0,-1 1 1,13 33-1,-14-34-117,17 47 213,-2 0 0,-3 2-1,-3 0 1,-3 1 0,8 87 0,-2 342 1590,-57 49-4244,13-293 1017,21-221 555,-2 70-1528,6-88 1131,0 1-1,0 0 1,5 13 0,4 0-2410,-9-25 3302,-1-1-1,1 1 0,-1-1 0,1 0 0,-1 1 0,1-1 1,-1 1-1,1-1 0,0 0 0,-1 1 0,1-1 1,-1 0-1,1 0 0,0 0 0,-1 0 0,1 1 0,0-1 1,-1 0-1,1 0 0,0 0 0,-1 0 0,1 0 0,0 0 1,-1-1-1,1 1 0,-1 0 0,1 0 0,0 0 1,-1-1-1,1 1 0,0 0 0,-1 0 0,1-1 0,-1 1 1,1-1-1,-1 1 0,1 0 0,-1-1 0,1 1 1,-1-1-1,24-22-8114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2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1160 11025,'-79'14'3114,"75"-13"-1893,4 1-115,-1-1-1002,1 0-1,-1 1 0,1-1 1,0 0-1,0 0 1,-1 1-1,1-1 0,0 0 1,0 0-1,0 1 1,0-1-1,1 0 0,-1 1 1,0-1-1,0 0 1,1 0-1,-1 0 0,1 1 1,-1-1-1,1 0 1,0 0-1,1 2 0,1-1 18,0 0-1,1 0 1,-1 0-1,1-1 1,0 1-1,-1-1 1,8 2-1,8 0 76,0 0 0,0-2-1,1 0 1,-1-1 0,0 0-1,22-5 1,20 0 75,249-29 399,-3-26-399,177-75-155,-404 104-100,-72 28-34,-1-1 0,1 0 0,-1-1 0,0 0-1,0 0 1,0 0 0,8-10 0,-13 13 15,-7 3-10,-6 2 9,0 1 1,1 0 0,-1 0 0,1 1-1,0 0 1,0 1 0,0 0-1,1 1 1,0 0 0,0 0 0,1 1-1,0 0 1,-13 17 0,1 2 11,1 0 0,2 1 1,1 1-1,-19 46 0,33-67-14,-1 0-1,1-1 1,1 1-1,-1 0 1,2 0-1,-1 0 1,1 0-1,0 0 1,0 0-1,1 0 1,0-1-1,4 13 1,-5-19 5,1 0-1,-1 0 1,1 0 0,-1 0-1,1-1 1,0 1 0,0 0 0,-1 0-1,1-1 1,0 1 0,0-1-1,0 1 1,0 0 0,0-1-1,0 0 1,0 1 0,0-1-1,0 0 1,0 1 0,0-1 0,0 0-1,0 0 1,0 0 0,1 0-1,2 0-2,0 0 0,0-1 1,0 1-1,0-1 0,0 0 0,6-3 0,2-1-6,0-1-1,0 0 1,11-8 0,10-9-147,-1-1 0,-1-2 0,-1 0 0,-1-2 0,-2-2 0,-1 0 0,-1-1 0,-2-2 1,-1-1-1,-1 0 0,28-67 0,-30 46 41,-1-1 1,-3-1-1,9-72 0,5-175 752,-16 139 422,-1 67-256,-12 95-256,0 8-270,13 285 554,-4-154-2179,-10 168 0,-20-62-3222,19-203 2651,-3 1 0,-12 52 0,11-62-1423,5 1-1274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2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 7045,'0'0'113,"0"-1"1,0 1 0,0-1 0,0 1 0,0 0-1,0-1 1,0 1 0,0 0 0,0-1 0,0 1 0,0 0-1,1 0 1,-1-1 0,0 1 0,0 0 0,0-1-1,1 1 1,-1 0 0,0 0 0,0-1 0,0 1-1,1 0 1,-1 0 0,0-1 0,1 1 0,-1 0-1,0 0 1,0 0 0,1 0 0,-1-1 0,0 1 0,1 0-1,-1 0 1,0 0 0,1 0 0,-1 0 0,0 0-1,1 0 1,-1 0 0,1 0 0,-1 0 0,0 0-1,1 0 1,-1 0 0,0 0 0,1 1 0,-1-1-1,0 0 1,0 0 0,1 0 0,-1 0 0,1 1 0,3 1 112,0 1 0,0 0 0,0 0 0,-1 0 0,1 0 1,-1 0-1,1 1 0,-1 0 0,0 0 0,-1 0 1,1 0-1,-1 0 0,3 5 0,25 68 1060,-23-57-899,8 21 141,6 18 441,17 71 0,-36-120-834,0-1 1,1 0 0,0 0-1,1 0 1,0 0-1,0 0 1,0-1-1,2 1 1,-1-1 0,1-1-1,9 11 1,-14-18-122,0 0 0,0 1 0,0-1 0,0 0 0,0 1 1,0-1-1,0 0 0,0 0 0,0 0 0,0 0 0,0 0 0,0 0 1,0 0-1,0-1 0,0 1 0,0 0 0,0-1 0,0 1 0,1-1 1,1 0 23,5-2-84,0 0-1,0 0 1,-1-1-1,1 0 1,-1 0 0,0-1-1,0 0 1,0 0-1,-1 0 1,0-1-1,0 0 1,0-1 0,5-8-1,28-25-1712,40-22-2479,-22 27-1601,-20 19-1021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2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28 8857,'-13'-5'1884,"10"4"-203,1-1-122,-3-7-1021,-2-2 2465,6 11-2948,1 0 0,-1 0-1,1 0 1,-1 0-1,1 0 1,0 0 0,-1 1-1,1-1 1,-1 0-1,1 0 1,-1 0-1,1 0 1,0 1 0,-1-1-1,1 0 1,-1 0-1,1 1 1,0-1-1,-1 0 1,1 1 0,0-1-1,-1 0 1,1 1-1,0-1 1,0 1 0,-1-1-1,1 0 1,0 1-1,0-1 1,0 1-1,-4 6 112,1 0 0,0 0 0,1 0 0,-1 0 0,2 0 0,-1 0 0,-1 13 0,2-9-100,0-8-93,1 0-100,3 31-314,-2-31 391,4 7-61,-4-8 131,-1-1 0,0 0 1,1 0-1,-1 1 0,1-1 0,0 0 1,-1 0-1,1 0 0,0 0 0,0 1 1,-1-1-1,1 0 0,0-1 0,0 1 1,2 2-1,7 1 6,-1 1 0,0 0 0,0 1 0,0 0 0,9 9 0,-8-8-57,-1 1 0,1-2 0,16 10 1,-24-15 31,5-2 0,-1 1 1,0-1-1,1 0 1,-1 0-1,0-1 0,0 0 1,0 0-1,0 0 1,0-1-1,-1 0 1,1 0-1,-1 0 0,8-6 1,-12 7-35,31-9-1079,-10 9 657,0 0 311,-15 2 68,0 0 0,-1 0 0,1-1 0,-1 0 0,1 0 0,-1-1 0,1 0 0,-1 0 0,0 0 0,10-6 0,55-24 511,-34 16-181,-3 5 336,-33 11-574,1 0 0,0 0 0,-1-1 0,1 1 0,0 0 0,-1 0 0,1 0 0,0 1 0,-1-1 0,1 0 0,0 1 0,-1-1 0,1 1 0,-1-1 0,1 1 0,-1 0 0,3 1 0,9 3 100,31 10 49,36 10-25,25-9-1480,-102-15 218,10 7-13070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4.7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906 247 6161,'1'0'128,"0"0"0,0 0 0,0 0 0,-1 0 0,1 0 0,0-1 0,0 1 0,0 0 0,0-1 0,-1 1 0,1-1 0,0 1 0,0-1 0,-1 1 0,1-1 0,0 1 0,-1-1 0,1 0 0,-1 1 0,1-1 0,-1 0 0,1 1 0,-1-1 0,1-1 0,6-26 2634,-7 22-2251,0 1 0,0 0 0,0 0 0,-1-1 0,1 1 0,-1 0 0,-1 0 0,-3-10 0,-1 4-13,-1-1 0,-1 1 0,0 1 0,0 0 0,-1 0 0,-1 0 0,1 1 0,-13-8 0,13 10-369,-1 1 0,0 0 0,-1 1 1,1 1-1,-1-1 0,1 1 0,-1 1 0,-1 0 0,1 1 0,0 0 0,-1 1 1,1 0-1,-1 0 0,1 2 0,-14 1 0,-11 3 101,0 2 1,1 2-1,1 1 0,-1 2 1,1 1-1,1 2 0,-35 21 1,24-9-73,1 1 0,1 2-1,1 3 1,-50 51 0,79-72-114,1 0-1,1 1 1,0 0-1,-12 21 0,21-31-28,-1 0-1,1 0 0,0 1 0,-1-1 0,1 0 1,1 0-1,-1 1 0,0-1 0,1 1 1,0-1-1,0 1 0,0 3 0,1-5-8,-1 0 0,1 0-1,-1 0 1,1 0 0,0-1-1,0 1 1,0 0 0,0 0-1,0-1 1,1 1 0,-1-1-1,0 1 1,1-1 0,-1 0-1,1 0 1,-1 1 0,1-1-1,0 0 1,-1 0 0,1 0-1,0-1 1,0 1 0,2 0-1,6 2-1,1 0 0,0-1 0,-1-1 0,1 1 0,0-2 0,0 0 0,-1 0 0,1-1-1,20-4 1,6-3-30,55-20 0,-32 6 45,50-17 1155,-99 36-1004,-1 1-1,1 0 1,1 0-1,-1 1 1,0 1-1,0 0 0,0 0 1,12 3-1,-14-1-101,0 1-1,0 1 1,-1-1 0,1 1-1,-1 1 1,0-1-1,0 2 1,-1-1-1,1 1 1,-1 0 0,6 7-1,14 16-811,30 40-1,-40-47-448,3 4-1741,21 35 1,-9 5-6965,-19-31 1373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6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35 147 5176,'15'-7'1234,"-15"7"-1216,0 0-1,0 0 1,0 0-1,0 0 1,0 0 0,0 0-1,0 0 1,0 0-1,0 0 1,0 0-1,0 0 1,0 0-1,0 0 1,0 0-1,-1 0 1,1 0-1,0 0 1,0 0-1,0 0 1,0 0-1,0 0 1,0 0-1,0 0 1,0 0-1,0 0 1,0 0-1,0 0 1,0-1-1,0 1 1,0 0-1,0 0 1,0 0-1,0 0 1,0 0-1,0 0 1,0 0-1,0 0 1,0 0-1,0 0 1,0 0-1,0 0 1,0 0-1,0 0 1,0 0-1,0 0 1,0 0-1,0-1 1,0 1-1,0 0 1,0 0-1,0 0 1,0 0-1,-21 3 2086,17-2-376,15-4 830,15-5-1941,5-2 1359,-9 7 2376,-20 2-4324,-1 0 0,0 0-1,0 0 1,1-1 0,-1 1 0,0 0-1,0-1 1,0 1 0,0-1 0,-1 1-1,2-4 1,0 2 451,-34 0-461,29 3 601,2 0-614,0 0 1,1 0-1,-1 0 1,0 0-1,0 0 1,0 0-1,0 0 1,1-1-1,-1 1 1,0 0-1,0 0 1,0-1-1,1 1 1,-1 0-1,0-1 1,0 1-1,0-2 1,-19-5 52,17 7 16,-1-1-1,0 1 0,1-1 0,-1 0 0,1 0 0,-1-1 0,1 1 0,-1-1 1,1 1-1,0-1 0,0 0 0,0-1 0,0 1 0,-5-5 0,6 5 116,1-12 284,0-15 262,1 28-725,0 1-1,0-1 0,1 1 1,-1-1-1,0 1 0,0-1 1,1 1-1,-1-1 0,0 1 1,1-1-1,-1 1 0,1 0 1,-1-1-1,0 1 0,1 0 1,-1-1-1,1 1 0,-1 0 1,1 0-1,-1-1 0,1 1 1,-1 0-1,1 0 0,-1 0 1,1 0-1,-1-1 0,1 1 1,-1 0-1,1 0 0,0 0 1,-1 0-1,1 0 0,-1 1 1,1-1-1,-1 0 0,1 0 1,-1 0-1,1 0 0,-1 1 1,1-1-1,-1 0 0,1 0 1,-1 1-1,1-1 0,-1 0 1,1 1-1,9 4 104,0 1 1,0 0-1,-1 1 1,0-1-1,-1 2 1,1-1-1,-1 1 1,12 16-1,-1 2 97,28 51 0,-34-55-174,-2 1-1,0 0 0,-2 0 1,-1 1-1,0 0 1,6 44-1,-12-55-81,-1 0 0,-1 0 1,0 1-1,-1-1 0,0 0 0,-1 0 0,-1 0 0,0 0 0,0 0 0,-1 0 0,-1-1 0,0 0 0,-1 0 0,-10 16 0,11-22 4,0 0-1,0 0 0,0-1 0,-9 7 0,-3 4-47,14-13 45,2-3 43,0-1 0,0 1-1,0 0 1,0-1 0,0 1 0,0-1 0,0 1 0,0-1 0,0 1 0,0-1 0,0 0 0,0 0 0,0 1-1,0-1 1,0 0 0,0 0 0,1 0 0,-1 0 0,0 0 0,1 0 0,-1 0 0,1 0 0,-1 0-1,1 0 1,0 0 0,-1 0 0,1-1 0,0 1 0,0 0 0,-1 0 0,1 0 0,0 0 0,0-1 0,1 1-1,-1 0 1,0 0 0,0 0 0,0 0 0,1-1 0,-1 1 0,1 0 0,-1 0 0,1-1 0,11-26-15,1 0 0,1 1 0,2 0 1,0 2-1,2 0 0,34-39 0,143-130 62,-191 191-37,15-15 81,1 1 1,0 0-1,2 2 1,-1 0-1,45-20 1,-64 34-38,1 0 0,-1 0 0,1 0 0,-1 0 0,1 1 0,-1 0 0,1-1 0,0 1-1,-1 0 1,1 0 0,-1 0 0,1 1 0,0-1 0,-1 0 0,1 1 0,-1 0 0,1 0 0,-1 0 0,1 0 0,-1 0 0,0 0 0,1 0 0,-1 1 0,0-1 0,0 1-1,0 0 1,0 0 0,0-1 0,-1 1 0,1 0 0,-1 1 0,1-1 0,-1 0 0,2 3 0,4 8 158,-1 0 0,0 1 1,-1 0-1,5 23 0,-9-34-179,7 42 288,-1 0 1,-3 1-1,-1-1 0,-6 70 1,1-53-623,10 102 0,1-95-564,-5-21-555,3-1-1,2 0 0,19 63 0,-17-79 76,-4-12-607,0 0 0,17 32 1,-10-35-3126,6-5-2963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6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507 18 7849,'10'-18'3265,"-14"24"-21,-17 29-211,19-32-3190,-116 184 5047,43-74-2140,-86 182-1,131-228-2210,2 2 0,-26 106 1,47-143-485,1 2 1,1-1-1,2 1 1,1-1 0,2 1-1,1 0 1,10 60-1,-8-82-271,0 0 0,0 0 0,1 0-1,1-1 1,0 0 0,1 0 0,0 0-1,0 0 1,1-1 0,1 0 0,0 0-1,0-1 1,1 0 0,0-1-1,0 1 1,1-2 0,12 8 0,-8-7-608,0 0 1,0-1-1,1-1 0,0 0 1,21 4-1,-16-5-1060,0-2-1,0 0 1,0-1-1,22-2 0,15-2-6559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6.8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68 10413,'11'13'2739,"-17"-13"2266,-6-2-2339,-3 3-3498,1 4 1121,4-2-53,1 1-1,-1-1 0,0-1 0,0 0 0,0 0 0,-1-1 1,1 0-1,0-1 0,0 0 0,-16-3 0,23 2-101,1 1-115,1 0 0,-1 0 0,1 0 0,0-1-1,-1 1 1,1 0 0,-1-1 0,1 1 0,0-1-1,0 0 1,-1 1 0,1-1 0,0 0 0,0 0-1,0 0 1,0 1 0,0-1 0,0-1-1,0 1 1,-2-1 0,-12-14 54,13 15 5,4-1 23,3-7-104,4-3-12,-9 13 14,0-1 1,1 0-1,-1 0 0,0 1 1,1-1-1,-1 0 1,0 1-1,1-1 0,-1 0 1,0 1-1,0-1 1,0 1-1,1-1 0,-1 0 1,0 1-1,0-1 1,0 1-1,0-1 0,0 0 1,1 1-1,-1-1 1,0 1-1,0-1 0,0 1 1,0-1-1,0 1 1,-1-1-1,1 0 0,0 1 1,0-1-1,0 1 1,0-1-1,-1 1 0,-1 36-33,1-30 52,0 0 0,1 0 1,-1 0-1,2 0 0,-1 0 0,1 0 0,0 0 0,0 0 1,1 0-1,3 8 0,0-6-6,1 1 0,0-1 0,0-1 1,1 1-1,0-1 0,1 0 0,0-1 0,0 0 0,0 0 1,1-1-1,0 0 0,0 0 0,1-1 0,0 0 0,16 5 1,-4-1 12,0-2 0,1-1 0,0-1 1,0-1-1,0 0 0,32-1 0,-40-2-20,-1-1 0,0-1 0,0 0 0,0-1 0,0 0 0,0-2 0,-1 1 0,1-2 0,-1 1 0,0-2-1,0 0 1,-1 0 0,1-2 0,10-8 0,42-38-78,-62 50 78,0 0 0,0 0-1,0 0 1,0 0 0,-1 0 0,1 0 0,-1-1 0,0 1 0,0-1 0,-1 0-1,0 0 1,1 1 0,-2-1 0,1 0 0,0 0 0,-1-7 0,0 3-16,0 1 0,-1 0 0,0 0 0,0 0 1,-1 0-1,0 0 0,-1 0 0,-6-14 0,7 18 15,-1 0 0,0 1 1,0-1-1,0 1 0,-1-1 0,1 1 0,-1 0 0,0 0 0,-7-4 0,6 4-14,0 1 5,0 0 0,0 1 0,0-1 1,0 1-1,0 0 0,0 1 0,0-1 0,0 1 1,-1 0-1,1 0 0,0 0 0,0 1 0,0 0 1,-1 0-1,1 0 0,-8 4 0,-2-1 0,-5 1 116,0 1-1,1 0 1,0 2-1,0 0 1,-32 21-1,15-6 504,-57 51 0,76-59-455,0 2 0,2 0 0,0 0 0,1 2 0,0 0 0,2 0 0,0 1 0,2 1 0,-10 24 1,15-33-135,1 0 1,1-1 0,0 1 0,0 1 0,1-1 0,1 0 0,0 0 0,1 1-1,0-1 1,0 1 0,2-1 0,0 0 0,0 0 0,1 0 0,0 0 0,1 0-1,1 0 1,10 19 0,-4-14-309,2 0-1,0-1 1,0-1-1,2 0 1,0-1-1,0 0 1,1-2-1,1 1 1,0-2-1,1-1 1,0 0 0,38 15-1,2-5-1344,1-2 0,1-3 0,65 8 0,3-6-4086,9-2-3440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7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263 60 12561,'-2'-1'85,"-15"-11"1611,17 11-1545,-1 0 1,1 0-1,0 0 0,0 0 1,-1 0-1,1-1 1,0 1-1,0 0 0,0 0 1,0 0-1,0 0 1,0 0-1,1 0 0,-1 0 1,1-2-1,-1 1 194,-1 0 0,1 0 0,0 0 0,-1 0 0,1 0-1,-1 0 1,0 0 0,1 0 0,-1 1 0,0-1 0,-3-5 4844,2 12-3911,-82 184 3337,46-91-3554,12-31-1034,3 0 1,-21 99 0,38-132-31,1 1 1,1 0-1,3-1 1,0 1 0,2 0-1,11 67 1,-8-86-178,1 0 1,0 0-1,1-1 0,0 1 1,2-1-1,0-1 0,0 0 1,1 0-1,1 0 1,0-1-1,1-1 0,1 1 1,-1-2-1,2 0 0,0 0 1,0-1-1,1-1 0,0 0 1,1-1-1,-1-1 0,2 0 1,-1-1-1,1 0 0,0-2 1,0 1-1,0-2 0,0 0 1,21 0-1,-7-2-1192,1-1-1,-1-1 1,0-2 0,1-1-1,38-10 1,-62 12 637,0 0-1,-1 0 1,1-1-1,-1 0 1,1 0-1,-1 0 1,0-1-1,0 0 1,-1 0-1,10-9 1,14-20-7514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7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295 173 9729,'0'-10'827,"-4"-18"494,-8 10 2403,6 12-3067,0 0 0,0 0 0,1 0 0,-1 0 0,1-1 0,1 0 0,-1 0 0,1 0 0,1-1 0,-1 1 0,-2-10 0,-3-3 895,7 14-2175,15 10-1,-9-2 487,1-1 0,-1 1 0,0 0-1,0 0 1,0 0 0,-1 0 0,1 1 0,0 0 0,-1 0-1,0 0 1,1 0 0,-1 0 0,-1 1 0,1-1 0,0 1-1,-1 0 1,0 0 0,0 0 0,0 0 0,0 0 0,0 0-1,-1 0 1,0 1 0,0-1 0,0 0 0,-1 1 0,1-1-1,-1 1 1,0-1 0,0 1 0,-1-1 0,1 1 0,-2 5-1,-2 11-214,-1-1-1,-1 0 0,0 0 1,-1 0-1,-2-1 0,0 0 1,-21 32-1,-9 4-248,-50 55 0,65-82 423,17-20-92,0 1 1,0 0-1,1 1 1,0-1-1,1 1 0,0 1 1,0-1-1,1 1 1,0-1-1,-4 21 1,8-28-20,0 0 0,0 0 0,0-1 1,1 1-1,-1 0 0,1 0 0,-1 0 1,1-1-1,0 1 0,0 0 0,0-1 1,0 1-1,1 0 0,-1-1 0,1 0 0,0 1 1,2 2-1,12 8-3489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7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8385,'0'35'9413,"26"-35"-8161,-4 3-248,10-3-208,19 0-168,-4 0-140,17 2-332,-1-4-368,4-4-664,3 6-880,3-6-596,3-2-2641,0 5-3956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8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14609,'35'20'1977,"-25"-32"1047,2 21-1916,4-1-272,0 10-156,16 19-256,0-6-356,-4-2-332,4-1-464,-7 4-628,7 2-456,-3-2-413,2-7-2567,4-2-3773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8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673 1 9233,'-54'0'2648,"10"11"-476,25-2-224,-22-7-171,-23 10-193,26-1-288,-3 6-200,-4 6-348,1 6-24,-1 2-192,1 4-584,3-1-312,3 0-680,3-2-996,0 2-792,6-3-2333,13 4-4112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8.7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187 21 12837,'7'-17'1451,"-7"17"-1415,0 0 0,0 0 0,0 0 0,0 0-1,0 0 1,0 0 0,0-1 0,0 1 0,0 0 0,0 0 0,0 0 0,0 0 0,0 0 0,0 0 0,0-1 0,0 1 0,0 0 0,0 0 0,0 0 0,0 0 0,0 0 0,0 0-1,0 0 1,0 0 0,0-1 0,-1 1 0,1 0 0,0 0 0,0 0 0,0 0 0,0 0 0,0 0 0,0 0 0,0 0 0,0 0 0,0 0 0,-1 0 0,1 0 0,0 0 0,0 0 0,0 0-1,0-1 1,0 1 0,0 0 0,-1 0 0,1 0 0,0 0 0,0 0 0,0 1 0,0-1 0,0 0 0,0 0 0,0 0 0,-1 0 0,-27 18 2301,14-6-2129,0-1 0,1 2 0,1 0 0,0 1 0,1 0 0,0 0 0,1 1 0,1 1 0,0 0-1,1 0 1,1 1 0,0 0 0,2 0 0,0 0 0,0 1 0,2-1 0,-2 28 0,4-38-249,0 1 1,1 0 0,1 0-1,-1-1 1,1 1 0,0 0-1,1-1 1,0 1 0,0-1-1,0 1 1,1-1 0,0 0-1,1 0 1,0 0 0,7 10-1,-4-9-64,0 0 0,1 0 0,0-1 0,0 0 0,1 0 0,-1-1 0,1 0 0,1-1 0,-1 1 0,16 4 0,-12-5 36,1 0 0,-1-1 1,1-1-1,-1 0 0,1-1 0,0-1 1,0 0-1,0 0 0,0-2 1,0 0-1,0 0 0,0-1 1,-1-1-1,1 0 0,-1-1 0,0-1 1,24-11-1,-29 12 150,0-1 0,0 0 0,-1-1 1,0 0-1,0 0 0,0 0 0,-1-1 0,0 0 0,0-1 0,-1 1 0,9-16 1,-10 15 140,0-1 1,0 0 0,1 1 0,1 0 0,-1 1 0,1-1 0,0 1 0,14-13 0,-19 20-228,0-1 0,-1 0 0,1 1 1,0-1-1,0 1 0,-1-1 0,1 1 1,0-1-1,0 1 0,0 0 0,0-1 1,0 1-1,0 0 0,0 0 0,0-1 0,0 1 1,0 0-1,1 0 0,5 6-128,-6-4 83,3 2-306,1 0 0,-1 0 0,-1 0-1,1 0 1,-1 1 0,1 0 0,-1-1 0,-1 1 0,1 1 0,3 7 0,-4-8 40,-1-2-375,0-3 61,0 1 580,0-1-1,0 1 1,0-1 0,0 1-1,-1 0 1,1-1 0,0 1-1,0 0 1,-1 0 0,1-1-1,0 1 1,-1 0 0,1 0-1,-1 0 1,1 1 0,11 12-712,-10-12 558,0 0 1,0-1-1,0 1 1,0-1-1,0 1 0,0-1 1,1 0-1,-1 0 1,0 0-1,1 0 0,-1-1 1,1 1-1,-1-1 1,1 1-1,-1-1 1,1 0-1,0 0 0,-1 0 1,1 0-1,-1 0 1,3-1-1,23-4-2958,8 7-1105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9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8953,'7'5'8355,"3"-2"-4034,24 0-3853,-15-2 564,767 52 3071,0-38-3517,-322-21-323,-73 1-1524,-289-1 335,-54 2-920,0 3-3684,-62-2 54,7 1 3256,-10 1-5618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9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32 8713,'-29'-26'2685,"23"21"3616,-8 12-2338,4 0-3325,1 0 1,0 1-1,1 0 0,-1 0 0,2 1 1,-1 0-1,1 0 0,-10 19 0,1-5-17,-29 45 244,2 1-1,-54 122 1,76-139-2993,-19 74 0,29-82-1755,2 2-1,-3 49 1,8-15-7848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9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773 0 12913,'-23'9'554,"11"-6"-83,1 1 0,0 1 1,0 0-1,0 0 1,0 1-1,1 0 1,0 1-1,0 0 1,-17 17-1,-4 15 3414,-41 67 0,43-60-2132,-16 28-510,-59 131 1,-16 89 1067,77-182-2046,24-64-461,-36 89-4240,-44 171-1,96-295 3089,-2 13-64,6-3-7947,2-6 764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49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96 146 5973,'-65'-2'1894,"63"1"-1610,1 1 1,-1-1-1,0 0 1,0 0-1,1 0 1,-1 0 0,0-1-1,1 1 1,-1 0-1,1-1 1,0 1-1,-1-1 1,1 1-1,0-1 1,0 0-1,0 0 1,0 1-1,0-1 1,0 0 0,1 0-1,-1 0 1,1 0-1,-1 0 1,1 0-1,0 0 1,-1 0-1,1 0 1,0 0-1,0 0 1,1-3 0,1 2-88,0 0 1,1 0 0,-1 0 0,1 0 0,-1 0 0,1 1 0,0-1-1,0 1 1,0 0 0,7-4 0,-4 2 50,8-4 33,0 0 1,1 1-1,0 1 0,0 0 1,0 2-1,0-1 0,1 2 1,0 0-1,0 1 1,29-1-1,9 4 377,100 14-1,-84-4-433,0 4-1,0 3 0,-2 3 1,0 3-1,-2 3 0,100 56 1,-149-73-190,0 0 0,0 1 0,-1 1 0,-1 1 1,0 0-1,16 18 0,-27-26-51,0 0 0,0 1 0,0-1-1,0 1 1,-1 0 0,0 0 0,-1 0 0,1 1-1,-1-1 1,0 0 0,-1 1 0,1 0 0,-1-1-1,-1 1 1,1 0 0,-1-1 0,0 1 0,-1 0-1,1 0 1,-1-1 0,-1 1 0,-2 7 0,-1-2-69,0 0 0,-1 0 1,0-1-1,-1 1 0,-1-2 1,0 1-1,0-1 0,-1 0 1,0-1-1,-1 0 0,0 0 1,-16 10-1,-15 8-443,-1-3 1,-45 20-1,-230 87-4175,176-77 1191,62-24-796,11-4-2411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0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1 11661,'-2'26'1994,"1"-26"-1896,1 1 1,0 0 0,0-1 0,-1 1 0,1 0 0,0-1 0,-1 1 0,1 0 0,0-1-1,-1 1 1,1-1 0,-1 1 0,1-1 0,-1 1 0,1-1 0,-1 1 0,0-1-1,1 1 1,-1-1 0,1 0 0,-1 1 0,0-1 0,1 0 0,-1 0 0,0 0 0,0 1-1,0-1 1,-1 1 287,-2 0-214,1 1 0,0 1-1,0-1 1,1 0 0,-1 1 0,0-1 0,1 1 0,0 0-1,-1 0 1,1 0 0,0 0 0,0 0 0,1 1 0,-1-1-1,1 0 1,0 1 0,-1-1 0,2 1 0,-1-1-1,0 1 1,1 0 0,-1-1 0,1 1 0,1 7 0,0 6 51,1 1 1,0-1 0,11 33-1,-9-36-141,1 0-1,1 0 1,0 0 0,1-1-1,1 0 1,11 15-1,60 64 266,-69-81-292,-6-7-47,1 1 0,0 0 0,1-1 0,-1 0 0,1-1 0,-1 1 0,1-1 0,0 0 0,0 0 0,11 2 0,-13-3-6,1-1 0,-1-1 0,1 1 0,-1-1 0,1 1 0,-1-1 0,1 0 0,-1-1 0,1 1-1,-1-1 1,1 0 0,-1 0 0,0-1 0,1 1 0,-1-1 0,6-3 0,138-90-55,65-36-97,-148 99 66,82-30 1,-138 59 66,-7 1 13,1 1 1,-1 0 0,1 0 0,-1 0 0,1 1 0,-1-1-1,1 0 1,-1 1 0,1 0 0,0-1 0,-1 1 0,1 0-1,0 1 1,-1-1 0,1 0 0,-1 1 0,1-1-1,0 1 1,4 2 0,5 7-8,-7 16-23,-4-23 38,-1 1-1,0-1 0,1 0 0,-1 1 0,1-1 1,0 0-1,0 1 0,0-1 0,3 5 0,2 0-2,-1 0 0,2-1 0,-1 0 0,1 0 0,0 0 0,0-1 0,1 0 1,-1-1-1,16 9 0,7 1 5,48 16 1,-48-21-47,45 24 0,-48-21 4,1-1 0,47 14 0,-71-26 36,-1-1-1,0 1 1,0-1-1,0 0 0,1 1 1,-1-1-1,0-1 0,0 1 1,0 0-1,0-1 1,-1 1-1,1-1 0,0 0 1,-1 0-1,1 0 0,3-5 1,-3 5 8,62-47 139,-43 34-211,-1-1 0,0-1 0,25-28 0,-34 31-779,2 1-1,0 0 1,16-11 0,-21 18-985,-1 1 1,0 0 0,1 1 0,18-7-1,1 2-5032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1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623 156 8501,'3'-4'1098,"13"-9"9143,-14 14-10190,0-1 1,0 1-1,0 0 1,0 0-1,1 1 0,-2-1 1,1 0-1,0 1 1,0-1-1,2 3 1,10 7-397,-8-8-132,0 0 1,-1 1-1,0 0 1,0 0-1,0 0 1,0 1-1,-1-1 1,1 1-1,-1 0 1,5 8-1,-8-10-364,-4 1-600,-10 11 592,13-15 845,-1 1-1,1-1 1,-1 0-1,0 0 1,1 1-1,-1-1 1,1 0-1,-1 0 0,0 0 1,1 0-1,-1 0 1,0 0-1,1 0 1,-1 0-1,1 0 1,-1 0-1,0 0 0,1 0 1,-1 0-1,0 0 1,1-1-1,-1 1 1,1 0-1,-1 0 1,0-1-1,1 1 0,-1 0 1,0-1-1,0 0 10,-15-4 209,13 4 994,4-2-687,1 0-415,0-1 1,0 1-1,0-1 1,0 1-1,1 0 1,-1 0 0,1 0-1,0 0 1,-1 0-1,1 1 1,1-1-1,-1 1 1,0 0-1,7-3 1,6-3 211,1 1-1,19-5 1,11-5 347,-45 16-479,0 0-131,1-1-1,-1 1 0,-1-1 1,1 1-1,0-1 0,0 0 1,0 0-1,2-3 1,-150-45 3366,143 48-3334,0 0 1,0 0 0,0 0 0,0-1 0,1 1 0,-1-1 0,1 0-1,0 1 1,0-1 0,0 0 0,0-1 0,0 1 0,1 0-1,-1 0 1,-1-6 0,3 9-87,0-2 16,-1 1 0,0 0 0,1 0 1,-1-1-1,0 1 0,0 0 0,0 0 1,0 0-1,0 0 0,0 0 0,-1 0 1,1 0-1,0 0 0,0 0 0,-1 1 1,1-1-1,0 0 0,-1 1 0,1-1 0,0 1 1,-1 0-1,1-1 0,-1 1 0,1 0 1,-1 0-1,1 0 0,-3 0 0,-42 7 44,34-4-16,-8 1-2,0 1-1,1 1 0,-1 0 1,-20 11-1,-98 45 176,112-50-181,0 2-1,0 0 1,2 2-1,0 1 1,0 1-1,2 1 1,-37 39-1,47-45-25,1 0-1,0 1 1,1 0-1,1 0 0,0 1 1,1 1-1,1-1 0,0 1 1,-6 21-1,11-30-5,0 0 0,0 1 0,1-1 0,0 0 1,1 1-1,-1-1 0,1 0 0,0 1 0,1-1 0,0 0 0,0 0 0,1 1 0,0-1 0,0 0 0,0 0 0,1-1 1,0 1-1,1 0 0,-1-1 0,1 0 0,1 0 0,-1 0 0,1 0 0,6 6 0,3-1-81,1-1 0,-1 0 0,2-1 0,-1-1-1,1 0 1,0-1 0,1-1 0,0 0 0,0-1 0,19 3 0,11-1-815,1-1 0,73-2 1,117-19-3575,-79-6-1278,-141 18 4777,64-8-5131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1.1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 5372,'19'-11'1681,"10"8"-1297,-1-3-372,-6 3-384,-3 1-696,-6-7-717,3 0 545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1.4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 7185,'61'-30'6769,"-59"28"-5413,25 30 2072,-24-20-3202,0-1 0,-1 1 0,0-1 0,-1 1 0,1 12 0,3 12 277,-3-9-316,0 1 1,-1 0 0,-2-1 0,0 1 0,-2 0 0,0-1 0,-8 25 0,5-19-57,-3 7-16,-1 0-1,-18 40 1,-3 7 30,30-79-95,1-3-44,0 0-1,0 0 1,0 0 0,0 0-1,1 0 1,-1 1 0,0-1-1,0 0 1,1 0 0,-1 0-1,0 0 1,1 0 0,-1 0-1,1 0 1,1 2 0,-2-3-5,1 0 0,-1 0 0,1 1 1,-1-1-1,1 0 0,-1 0 0,1 1 0,-1-1 1,1 0-1,0 0 0,-1 0 0,1 0 1,-1 0-1,1 0 0,-1 0 0,1 0 0,0 0 1,-1 0-1,1 0 0,-1 0 0,1 0 0,0-1 1,4-1-6,0-1 0,0 1 1,0-1-1,0-1 0,4-3 0,5-3 9,103-67-280,-58 36-1364,88-45-1,23 4-6116,-76 39-821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3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78 3588,'121'-20'552,"-89"3"-460,-4-9-1320,4 12 1208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4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559 115 6413,'-24'-9'510,"14"5"-166,-1 0-1,0 1 1,1 0 0,-1 1-1,0 0 1,0 1 0,-16 0-1,-119-9 4138,-2 0-626,136 11-3476,-1-1 0,1 0 0,0-1 0,-1 0 0,1-1 1,0 0-1,0-1 0,0-1 0,-14-5 0,24 7 488,8 2 25,101-1 516,138 3-416,763 23-1088,-807-23-377,-163-1 376,551-2-1628,-461-1 831,313-11-2055,-6-31-7465,-369 32 4088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4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566 13 11817,'-1'0'162,"1"1"0,-1-1 0,0 1 0,0-1 0,0 1 1,1-1-1,-1 0 0,0 1 0,0-1 0,0 0 0,0 0 0,0 0 0,0 0 0,0 0 0,1 0 0,-1 0 0,0 0 0,0 0 0,0 0 1,0 0-1,0 0 0,0-1 0,0 1 0,1 0 0,-1-1 0,0 1 0,0-1 0,0 1 0,1-1 0,-1 1 0,0-1 0,0 1 0,1-1 1,-1 0-1,1 1 0,-1-1 0,0 0 0,1 0 0,0 1 0,-1-1 0,1 0 0,-1 0 0,1 0 0,0 0 0,-1-1 0,-1 3 108,1-1 0,-1 1-1,0-1 1,0 1-1,1 0 1,-1 0-1,0 0 1,1 0 0,-1 0-1,-2 2 1,2-2 29,-9 8 263,-1 1 0,1 0 0,1 1 0,0 0 0,-13 19 0,-43 72 974,27-40-934,-16 26-703,-78 174 1,85-141-2150,-19 86-4051,61-187 4608,1-1 0,1 1 0,-2 30-1,4 27-7844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4.8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60 10557,'16'-6'165,"11"-4"222,0 1 0,1 1 0,0 2 0,1 0 0,31-1 1,377 0 3061,215 48-2987,-366-18-1941,114 12-2923,-368-30 3833,107 7-4175,-113-12 1966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4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737 0 6665,'-16'10'586,"14"-8"-428,-1 0 0,0 0 0,0 0 1,0 0-1,0-1 0,0 1 0,0-1 1,0 0-1,0 0 0,-1 0 0,1 0 1,0-1-1,-1 1 0,1-1 0,-1 0 0,1 0 1,-7-1-1,2 0 283,0 1-1,0 0 1,-1 0-1,1 1 1,0 0 0,0 0-1,0 1 1,0 0 0,0 0-1,1 1 1,-1 0-1,1 0 1,-1 1 0,1 0-1,0 0 1,1 1-1,-9 7 1,-11 10 795,0 1 1,-37 45-1,23-20-418,3 1-1,2 2 0,-53 104 0,42-55-2905,-44 139 0,77-199 835,-20 62-6062,19-38-1965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5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0 120 8429,'32'9'3350,"41"7"0,-70-16-2496,-1 2-86,2 1-584,-1 0-1,0 0 1,0 0 0,0 0-1,0 1 1,-1-1 0,0 1-1,1 0 1,-1 0-1,0 0 1,-1 0 0,1 0-1,-1 0 1,0 0 0,0 1-1,1 6 1,2 6-134,24 125 642,-20-75-535,-7-40-105,1-18-59,0 0 0,1-1 0,0 1 0,6 13 1,-8-20 25,-1-2-16,1 1 0,0-1 0,-1 0 0,1 1 0,0-1 0,-1 0 0,1 0 0,0 1 0,0-1 0,-1 0 0,1 0 0,0 0 0,0 0 0,0 0 0,-1 0 0,1 0 0,0 0 0,0 0 0,-1 0 1,1-1-1,0 1 0,1-1 0,1 1 7,40-9 104,-1-2 1,46-17 0,-3 0 49,-49 14-504,-52 2 144,10 9 184,1 1-1,-1-1 1,0 1-1,0 0 1,0 1-1,0-1 1,0 1-1,0 0 1,0 1-1,-1 0 1,1 0-1,0 0 1,0 0-1,-8 3 1,-10-7-12,16 2 7,5 2 238,7-2-247,26-11 41,2 1 1,55-14-1,20-6 16,82-46-50,115-38-952,20 39 218,-183 47 495,-115 23 209,34-7 289,-57 14-209,0 0 1,0 0 0,-1 0-1,1 0 1,0 0 0,-1 0-1,1 1 1,0-1 0,-1 1-1,1 0 1,-1 0-1,1 0 1,-1 0 0,1 0-1,-1 0 1,1 1 0,-1-1-1,3 3 1,-4-2-6,0 0 1,1 0 0,-1-1-1,0 1 1,0 0 0,0 0-1,-1 0 1,1 0 0,0 1-1,-1-1 1,1 0 0,-1 0-1,0 0 1,1 0 0,-1 1-1,0-1 1,-1 0 0,1 4-1,-13 46 131,8-39-81,-25 74 184,19-61-227,1 0 1,2 0 0,1 0 0,1 1-1,-4 39 1,9-42-19,1 0 0,2-1 1,0 1-1,6 26 0,-4-34-5,1-1-1,0 1 1,1-1 0,1 0 0,0-1 0,18 26 0,-10-20 134,0-1 0,1-1 0,1-1 0,0 0-1,36 25 1,-46-37 30,0-1-1,0-1 0,0 1 1,9 2-1,-4-1 62,-8-5-125,-1 1-1,1 0 1,0-1-1,-1 0 1,1 0-1,0 0 1,-1 0-1,1-1 1,0 1-1,-1-1 1,6-2-1,-7 3-8,1-1-15,0 0 0,1 0 0,-1 0 0,0-1 0,0 1 0,0-1 0,0 0 0,-1 0 0,1 0 0,0 0 0,-1 0 0,1 0 0,-1-1 0,0 1 0,0-1 0,0 0 0,3-3 0,-3 1-29,-1 1 0,1 0 0,-1-1 0,1 0 0,-1 1-1,-1-1 1,1 0 0,-1 1 0,1-1 0,-2 0 0,1 1 0,0-1 0,-2-6 0,0 2-137,0-1-1,-1 1 1,0 0-1,-1 0 1,0 0 0,0 0-1,-1 1 1,0-1-1,0 1 1,-8-9 0,3 6-474,-1 0 0,0 1 1,-1 0-1,0 1 1,0 0-1,-17-9 0,16 10-229,-12-6-2254,0 2-3395,5 3-2339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6.2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3 201 5328,'-1'-2'77,"1"1"0,-1 0-1,1-1 1,0 1-1,-1-1 1,1 1-1,0-1 1,0 1 0,0-1-1,0 1 1,1-1-1,-1 1 1,0-1-1,0 1 1,1-1 0,-1 1-1,1 0 1,0-1-1,1-1 1,21-27 1657,-7 11-114,2 0 429,0 1 0,37-28 0,-49 41-1614,1-2 364,-3 4-345,-1-1-1,1 1 1,0 0 0,0 0 0,0 0-1,8-3 1,-7 37 384,-7-19-723,0 1-1,0-1 0,-1 1 1,-1-1-1,0 0 0,-6 11 0,-3 13-22,-23 72 85,15-51-99,-20 94 0,40-145-75,0 0 0,0 0 1,0 0-1,1 0 0,0 0 0,1 0 0,-1 0 1,1 0-1,1 0 0,-1 0 0,1 0 0,0 0 1,0-1-1,0 1 0,1-1 0,0 1 0,0-1 1,0 0-1,1 0 0,0 0 0,0-1 0,7 8 1,4-1-8,0 0 0,1 0 0,0-2-1,1 0 1,32 13 0,-4 4-569,-36-20 219,-9-5 284,1 0 0,-1 0 0,1 1 0,-1-1 0,0 0 0,1 0 0,-1 0 0,0 0 0,0 0 0,0 1 0,0-1 0,0 0 0,0 0 0,0 0 0,0 0 0,0 0 0,-1 2 0,1 0-152,-3 35-3058,2-32 2657,0-1-1,1 0 0,-1 1 1,1-1-1,1 1 1,-1-1-1,1 1 0,2 8 1,-2-13 355,0-1 0,0 0 1,0 0-1,1 0 0,-1 0 1,0-1-1,0 1 0,0 0 0,0 0 1,0-1-1,1 1 0,-1-1 1,0 1-1,0-1 0,2 0 0,-3 1-99,19-7-3580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7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1188 93 5008,'2'-9'579,"-1"-1"0,-1 0 0,1 1 0,-2-1 0,-1-17-1,1 26-417,0 0-1,0-1 0,1 1 0,-1 0 0,0 0 1,0 0-1,0 0 0,0 0 0,-1 0 0,1 0 0,0 0 1,0 0-1,-1 0 0,1 0 0,-2 0 0,1 4-47,0-1-1,1 1 0,-1 0 0,1 0 0,0 0 1,0 1-1,0-1 0,1 0 0,-1 0 0,1 0 0,-1 1 1,1 4-1,-1 2 152,-41 266 2985,-146 507-1,-106 88-2284,43-138-2411,44 11-2439,85-171-901,92-424 1728,9-17-1006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8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534 372 3564,'-188'-17'1955,"51"9"-1540,-59-4 880,184 10-367,35 1-300,845-34 1797,1398-68-1861,-998 38-463,1160-34 159,1 69 261,19 117 138,-1239 43-461,-10 50-160,-1140-171-27,2014 249 56,-1724-224-22,644 55 68,727-5-67,-936-52-1189,-420-18-522,-297-17 1537,0-2-1,0-4 1,92-23-1,330-137 681,-67 19-361,-196 84-1292,-76 21-2739,-75 25 511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9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8001,'4'21'455,"-2"-10"-136,0-1 0,0 0 0,1-1 0,0 1 1,1 0-1,0-1 0,1 0 0,8 13 0,36 57 3134,45 99 0,-15-24-1687,-31-68-1331,3-3 0,5-2 1,2-3-1,80 82 0,-15-40-1175,5-5-1,162 110 1,-134-120-4684,304 151 0,-302-183-699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9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4318 33 9285,'-22'-8'444,"12"3"-160,0 1-1,0 0 1,-1 1 0,1 1 0,-1-1 0,0 2-1,0 0 1,0 0 0,0 0 0,0 2 0,-12 1 0,-34 11 1078,0 3 1,2 3 0,-97 46-1,27-10-467,-749 283 1673,-73 29-1826,82-6-1802,436-172-2038,7 10-4506,249-114-440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6:59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7 229 15897,'-7'-20'2281,"23"-14"-597,0 25-332,0-2-384,3-4-500,-6 4-352,-4-1-208,1-2-420,2 0-536,7-3-712,13-15-496,-3 12-2797,6 0-4008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0.7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339 64 6901,'-42'-63'9263,"35"86"-6645,-77 245 3285,48-166-5221,5 1 1,-26 150-1,27-61-2206,-9 69-3026,26-87-4576,15-116 578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1.1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22 405 7669,'-6'-20'652,"1"0"1,1-1 0,1 1 0,1-1 0,0-25-1,2 37-379,1 1-1,0-1 0,1 1 0,0 0 0,0 0 1,0 0-1,1 0 0,0 0 0,1 0 0,0 1 1,0-1-1,1 1 0,0 0 0,0 0 0,0 1 1,8-7-1,2 0-67,1 1 0,0 1 1,1 0-1,0 2 0,0-1 0,1 2 1,0 1-1,1 0 0,-1 1 0,1 1 1,28-3-1,-5 2-48,2 2 0,-1 2 0,0 2 1,49 6-1,-41 0-36,-1 1 0,-1 3-1,78 26 1,-98-25-92,0 1-1,-2 2 1,1 0-1,-2 2 1,0 1-1,-1 1 1,39 35-1,-56-45-15,11 10 19,0 1 1,-1 0-1,-1 2 0,-1 0 1,-1 0-1,14 28 1,-15-19 10,0 1 1,-3 1 0,12 43 0,12 101 55,-14-57-4,-15-97-90,0 0 0,2 0 0,0 0 0,1-1 0,2 0 0,0-1 0,1 0 0,0-1 0,2 0 0,1-1 1,20 20-1,39 34-99,25 26-176,-89-87 175,-1 1-1,0 0 0,-1 0 1,0 1-1,-1 0 0,10 27 1,-14-32 9,-1 1 1,-1-1-1,1 0 0,-1 1 1,-1-1-1,0 1 1,0-1-1,0 1 0,-1-1 1,0 1-1,-1-1 1,0 0-1,0 0 0,-1 0 1,0 0-1,-1 0 1,1 0-1,-1-1 0,-1 1 1,1-1-1,-11 12 1,-2-1-137,0-1 0,-1 0 1,0-1-1,-2-1 1,0-1-1,-30 17 1,-20 5-159,-1-2 1,-89 29-1,-158 31-82,-189 21 50,493-112 400,-33 7-374,-1-1-1,0-3 1,-50 0-1,91-6 82,1 0-1,-1 0 1,1-1-1,-1 0 1,1 0-1,-1-1 1,1 0-1,0 0 1,-9-4-1,14 6 189,1 0 0,-1-1-1,1 1 1,-1 0 0,1 0-1,-1-1 1,1 1 0,-1-1 0,1 1-1,-1 0 1,1-1 0,-1 1-1,1-1 1,0 1 0,-1-1 0,1 1-1,0-1 1,-1 1 0,1-1-1,0 1 1,0-1 0,-1 1 0,1-1-1,0 0 1,6-18-3717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1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0 292 2904,'14'-4'166,"-8"2"104,1-1 0,0 1 0,-1-1 0,1 0 0,-1 0 0,0-1-1,0 0 1,0 0 0,-1 0 0,1-1 0,7-8 0,-6 1 848,-1 0-1,0 0 0,-1-1 1,0 1-1,-1-1 0,-1 0 1,0 0-1,-1 0 1,0-1-1,0-25 0,-2-30 2115,0 67-2226,-3 8-826,1 1 0,0 0 1,0-1-1,0 1 0,1 0 0,0 0 0,0 0 0,1 10 1,6 61 278,-1-35-171,0 51 147,28 292-2373,-32-373 1832,2 1 1,-1 0 0,2-1-1,0 0 1,6 13 0,-9-22 84,1-1 0,0 0-1,0 1 1,0-1 0,0 0 0,1-1 0,-1 1 0,1 0 0,0-1 0,-1 1 0,1-1-1,0 0 1,1 0 0,-1 0 0,0 0 0,0-1 0,1 1 0,-1-1 0,1 0 0,0 0 0,-1 0-1,1 0 1,0-1 0,5 1 0,5-2 20,0 0 0,0-1-1,1-1 1,-2 0 0,1-1 0,0 0-1,-1-1 1,23-12 0,3-2 8,140-58 83,-172 75-89,0 0 0,0 1-1,0 0 1,0 0 0,0 0 0,0 1 0,0 0-1,0 1 1,0-1 0,0 1 0,0 1-1,0-1 1,7 3 0,7 5 22,0 0 1,33 20-1,-35-18-27,-1-1-1,1-1 0,21 6 1,-28-11 4,1-1 1,-1-1-1,1 0 1,0-1 0,-1 0-1,1-1 1,0 0-1,0-1 1,0-1-1,-1 0 1,1 0-1,-1-1 1,0-1 0,1 0-1,-2-1 1,1 0-1,0-1 1,-1 0-1,13-10 1,-11 6 21,1-1 0,-1-1 0,-1 0 1,0-1-1,-1 0 0,-1-1 0,0 0 0,0-1 0,-2 0 0,1 0 1,-2-1-1,0 1 0,7-31 0,-9 28 84,0 0 0,1 0 0,0 0 0,2 1-1,17-31 1,-23 45-94,1 0 0,-1 0-1,1 0 1,-1 0 0,1 0 0,0 0-1,0 1 1,0-1 0,1 1 0,-1 0-1,0 0 1,1 0 0,-1 1-1,1-1 1,0 1 0,0 0 0,-1 0-1,1 0 1,0 0 0,0 1-1,0-1 1,0 1 0,0 0 0,0 1-1,0-1 1,0 0 0,0 1-1,-1 0 1,1 0 0,0 0 0,0 1-1,-1-1 1,1 1 0,4 3 0,5 2-13,-1 1 0,-1 0 0,1 1 1,-2 0-1,1 0 0,-1 1 1,0 1-1,-1 0 0,-1 0 0,0 1 1,0 0-1,-1 0 0,0 1 1,9 25-1,-11-22-36,1 0 0,-2 0 0,0 0 0,-1 0 0,-1 1 0,0-1 0,-1 1 0,-1-1 1,-1 1-1,0-1 0,-1 1 0,-8 28 0,4-27 7,-1 0 0,-1 0 1,-1-1-1,-19 30 0,-54 59-196,40-55 162,30-35 47,12-16 17,0 0-1,0 0 1,0 0 0,0 0-1,0 0 1,0 0 0,0 0 0,0 0-1,1 0 1,-1 0 0,0 0-1,0 0 1,0 0 0,0 0-1,0 0 1,0 0 0,0 0-1,0 0 1,0 0 0,0 0-1,0 0 1,0 0 0,0 0-1,1 0 1,-1 0 0,0 0 0,0 0-1,0 0 1,0 0 0,0 0-1,0 0 1,0 0 0,0 0-1,0 0 1,0 0 0,0 0-1,0 1 1,0-1 0,0 0-1,0 0 1,1 0 0,-1 0-1,0 0 1,0 0 0,0 0 0,0 0-1,0 0 1,0 0 0,0 0-1,0 0 1,0 1 0,28-24-24,-12 10 20,331-252 425,-315 239-49,1 2-1,60-33 0,-90 55-327,0 0 0,1 1 0,-1-1 0,1 1 0,-1 0 0,1 0 0,0 0 0,-1 1 0,1-1 0,0 1 0,0 0 0,-1 0 0,1 1 0,0-1 0,5 2 0,-6-1-32,-1 0 0,1 0 0,0 1 0,0-1-1,-1 1 1,1 0 0,-1-1 0,0 1 0,1 1 0,-1-1 0,0 0-1,0 0 1,0 1 0,-1-1 0,3 4 0,0 2-134,-1 1 1,0-1 0,0 1-1,0-1 1,-1 1-1,-1 0 1,1 0 0,-2 0-1,1 0 1,-2 18-1,-4 44-2166,1-7-1754,0-25-1998,1-19-2768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3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45 620 6237,'-23'-154'4103,"1"40"-1524,39 117-2683,-14-2 70,0 1 1,0 0 0,1-1 0,-1 1 0,0 1 0,-1-1-1,1 0 1,0 1 0,-1-1 0,1 1 0,-1 0 0,0 0-1,0 0 1,0 0 0,0 0 0,2 6 0,1 1-33,-1 1 1,0 0-1,5 21 0,-6-7-10,-1 0-1,-1 0 0,-1 0 0,-1 0 0,-2 0 1,-10 47-1,3-17 93,10-53 6,0 1 0,1-1 0,-1 1 0,0 0 0,1-1 0,0 1 0,0-1 0,0 1 0,0-1 0,0 1 0,0-1 0,3 4 0,-2-2 40,-1-3-26,0 0 0,0 1-1,0-1 1,0 0 0,0 0-1,0 0 1,1 0 0,-1 0 0,0 0-1,1 0 1,-1 0 0,1 0 0,-1 0-1,1-1 1,-1 1 0,1-1 0,-1 1-1,4-1 1,26 3 633,-17-4-252,-1 0-1,0-1 1,0-1-1,0 0 1,0-1-1,0 0 1,-1-1 0,1 0-1,-1-1 1,0-1-1,19-13 1,-29 18 1776,-2-1-1693,-3-28 316,3 28 272,3 6-1002,-1 0 1,0 1-1,1-1 0,-1 1 0,-1-1 0,1 1 0,0 0 0,1 6 0,0-2 48,6 14-82,-2 0 0,0 1 0,-1 0 0,-1 0 0,2 37 0,3 6 115,-5-31-256,-2 0 0,-1 0 0,-2 0 0,-1 0 0,-2 0 0,-7 35-1,-24 73-318,33-139 375,22-17-72,14-12 142,-1-1-1,40-39 1,-6 4-13,28-26 39,20-16-12,-84 77-64,3-4 82,2 2 0,74-43 0,-100 65-31,0 1 0,1 0 0,0 0 0,0 1 0,0 1 0,0 0-1,1 0 1,-1 1 0,1 1 0,0 0 0,0 1 0,-1 0 0,1 1 0,-1 1 0,17 3 0,-11 1 43,-1 0 0,0 1 1,0 1-1,0 0 1,-1 1-1,-1 1 1,0 0-1,0 2 1,15 13-1,-9-4 38,-1 1 0,0 1 0,-2 1-1,29 49 1,73 114 393,-117-183-508,0-1 1,0 0 0,0 0 0,0 0-1,0 0 1,0-1 0,1 1-1,0-1 1,-1 0 0,1 0-1,0 0 1,0-1 0,0 1-1,0-1 1,0 0 0,0 0 0,0 0-1,1-1 1,-1 1 0,0-1-1,0 0 1,1 0 0,-1-1-1,0 1 1,8-3 0,7-3-43,0 0-1,0-1 1,-1-1 0,23-13-1,-29 15-14,46-26-207,-2-1-1,-1-4 1,-2-1 0,50-47-1,-74 57 148,0-1 0,-2-1 0,-1-1 0,-2-1 0,-1-1 0,-1-2 0,29-65 0,-44 84 77,0-1 0,-2 0-1,0 0 1,4-33-1,-8 42 23,-1 1 0,0-1 0,0 1 0,0-1 0,-1 1 1,0-1-1,-1 1 0,0 0 0,0 0 0,0-1 0,-1 1 0,0 1 0,-8-14 0,5 19-13,1 2 24,-1 0-1,1 1 0,0 0 1,0 0-1,0 0 0,0 0 0,-5 4 1,8-4 2,0 0 0,0-1 0,0 1 0,0 0 0,1 0 0,-1 0 0,0 0 0,1 0 1,0 0-1,0 0 0,-1 0 0,1 1 0,1-1 0,-1 0 0,0 1 0,0-1 0,1 1 0,0-1 1,-1 1-1,1 4 0,1 8-20,0 1-1,1-1 1,1 0 0,0 0 0,1 0-1,1 0 1,0 0 0,1-1 0,0 0 0,1 0-1,1-1 1,0 0 0,1 0 0,17 18-1,-14-18-4,1 0 0,1 0 0,0-2 0,0 0 0,1 0-1,1-1 1,0-1 0,0-1 0,1 0 0,-1-1-1,2-1 1,22 5 0,8-1 10,-1-3-1,68 2 1,-85-9 42,0 0 1,0-3 0,-1 0 0,1-2 0,31-9 0,-52 11-17,1 0 0,-1-1 0,0 0 1,0-1-1,0 0 0,0 0 0,-1-1 0,0 0 0,0 0 0,0-1 1,-1 0-1,0 0 0,9-14 0,-7 7 11,0-1 1,-2 0-1,1 0 0,-2-1 1,0 0-1,-1 0 0,4-23 1,13-69 81,25-106 43,-34 165-119,1 0 1,26-55-1,32-74-14,-71 175 6,-1 5-8,1 31 90,2-1 0,1 0-1,1 0 1,2-1-1,1 0 1,15 36 0,-15-44-22,26 68 28,-5 2 0,20 103 0,-47-177-108,0 1 0,-1 0 1,-1 0-1,-1 0 0,-1-1 1,0 1-1,-2 0 1,0-1-1,-1 0 0,-1 0 1,-9 21-1,-2-6-14,0 0 0,-3-1 0,0-1 0,-44 52 1,62-82-4,9-3 11,0-1-1,-1-1 1,1 1 0,-1-1-1,0 0 1,11-7-1,-5 2-4,44-23-63,-3-3 0,-1-2-1,-1-3 1,-2-1 0,-2-3 0,-2-2-1,-2-1 1,37-53 0,83-169-41,-156 256 100,4-5 46,-2 14 138,-8 5-158,0 0 0,0-1 0,1 1 0,-1 0 0,-1 0 0,1 0 0,0 0 0,0 0 1,-1 0-1,1 0 0,-1 0 0,0 1 0,1-1 0,-1 2 0,1 15 28,0 0-1,0 0 0,-2 0 1,-1-1-1,0 1 1,-1 0-1,-1-1 1,-1 1-1,0-1 0,-11 22 1,-2 0-5,-2 0 0,-2-2 0,-35 48 0,12-27-302,-61 61 1,-6-12-3621,76-78-85,21-18-130,3-1-4738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3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1 118 15201,'28'-23'2893,"10"6"-609,7 8-352,12-5-300,10 6-268,9-4-332,19 1-228,13 2-159,16 6-169,12-5-388,7 5-784,7 6-229,2 0-295,10 2-708,-3-5-608,-4 0-908,-2 3-1777,-1 3-4176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3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513 1 15117,'-31'138'5934,"17"-68"-3349,-3-1 1,-26 68-1,6-44-1283,-111 288 1163,25 8-5474,97-292 1547,2-12-2336,-23 161 0,45-159 462,6-31-3234,-1-36-1047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4.0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689 802 5849,'-14'-50'503,"5"23"-66,1-1 0,2 0 1,1 0-1,-2-32 0,9-194 3187,0 233-3322,0-1-1,2 1 0,0 0 0,2 0 0,0 0 0,1 1 0,18-36 0,-20 48-205,0-1-1,0 1 0,1 0 0,0 0 0,1 1 0,-1 0 1,1 0-1,1 0 0,-1 1 0,1 0 0,0 1 0,1-1 1,-1 2-1,1-1 0,0 1 0,0 1 0,0-1 1,1 1-1,13-2 0,-1 3 43,0 1 1,1 0-1,-1 2 0,0 0 1,1 2-1,-1 1 0,0 0 1,0 1-1,-1 2 1,0 0-1,0 1 0,29 16 1,-28-12-68,-1 1 0,1 1 0,-2 1 0,0 1 0,-1 0 0,-1 1 0,0 1 0,-1 1 1,-1 1-1,24 38 0,-33-45-36,-1-1 0,0 1 0,-1 0 0,0 0 1,-1 1-1,-1-1 0,0 1 0,0 0 0,-2 0 0,0 0 1,-1 24-1,-1-26-8,-1 0 1,0 0 0,-1 0 0,-1 0 0,0 0-1,0 0 1,-1-1 0,-1 0 0,0 0-1,0 0 1,-1-1 0,0 0 0,-14 14-1,-3-1 18,-1 0-1,-2-2 1,0 0-1,-1-2 0,-1-2 1,-62 29-1,-197 60 122,-139 15-1229,139-53-4119,217-50 833,22-1-2416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4.3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14721,'2'7'316,"1"0"-1,0 0 0,0 0 1,1-1-1,-1 1 0,1-1 1,1 0-1,-1-1 0,1 1 1,0-1-1,1 0 0,9 8 1,11 12 505,111 98 1671,-25-25-1627,98 127-194,-185-193-709,-1 1 1,-2 1-1,-1 1 0,-2 1 0,23 58 0,-37-81 11,-1 0 1,-1 1 0,0-1-1,-1 1 1,-1 0-1,0 0 1,0 0 0,-1-1-1,-1 1 1,-5 25-1,5-33 21,-1 0-1,0 0 0,0 0 0,0 0 0,-1-1 0,0 1 0,0-1 0,0 1 0,-1-1 1,1 0-1,-2 0 0,1-1 0,0 1 0,-1-1 0,0 0 0,1 0 0,-2 0 0,1-1 1,0 0-1,-1 0 0,0 0 0,1-1 0,-1 0 0,0 0 0,-11 2 0,5-2 43,0-1-1,0-1 1,0 1-1,0-2 1,0 0-1,0 0 1,1-1-1,-1-1 1,0 0-1,1 0 1,0-1-1,-1-1 1,2 0-1,-18-11 1,21 12 1,0 0 0,1-1 0,-1 0 0,1 0 0,0 0 0,1-1 0,-1 0 0,1 0 0,0-1 0,1 0 0,0 1 1,0-1-1,0-1 0,1 1 0,0 0 0,0-1 0,1 0 0,0 1 0,0-1 0,1 0 0,0 0 0,0-16 0,3 9-72,1 1 0,0 0 0,1 0-1,0 0 1,1 1 0,1-1 0,0 1 0,1 0 0,0 1-1,1 0 1,13-16 0,3-1-459,2 1 1,0 1-1,37-28 0,-6 11-1643,117-66-1,76-19-3314,-131 69 1419,-26 13-1184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4.6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389 0 10637,'-8'5'471,"-1"0"0,1 0-1,0 0 1,0 1 0,0 1 0,1-1 0,-13 16-1,6-6 845,-1 0 0,-25 20 0,26-24-460,0 1 0,0 0 0,2 1 0,-14 18 0,2 6 35,1 1 0,2 1-1,2 0 1,1 2 0,-11 44 0,21-57-724,1 0-1,1 1 1,2 0 0,1 0-1,1 0 1,2 0-1,1 0 1,7 46 0,-6-65-165,1-1 0,-1 1 1,2 0-1,-1-1 1,1 0-1,1 0 0,0 0 1,1 0-1,-1-1 0,2 0 1,-1 0-1,1-1 1,1 1-1,-1-2 0,2 1 1,-1-1-1,1 0 1,0-1-1,0 0 0,0 0 1,1-1-1,0 0 0,0-1 1,1 0-1,-1-1 1,1 0-1,-1 0 0,23 1 1,-14-3-11,-1-1 0,1-1 0,-1-1 0,1 0 0,-1-1 0,0-1 0,0-1 0,-1-1 0,1 0 0,-1-1 0,0-1 0,29-19 0,-36 20 0,0 0 1,0-1-1,-1-1 0,-1 0 0,1 0 0,-1 0 0,-1-1 0,0 0 0,0-1 0,-1 0 0,0 0 0,-1 0 1,0 0-1,-1-1 0,0 0 0,-1 0 0,0 0 0,-1 0 0,-1 0 0,1-15 0,-2 4-161,-1 1-1,-2-1 1,0 0-1,-1 1 1,-1 0-1,-2 0 0,0 0 1,-12-25-1,3 15-316,0 1 0,-3 0-1,0 2 1,-37-43 0,40 54-154,-47-60-679,37 35-1636,10 1-3788,18 37 2508,14-4-2101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4.9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3 13625,'-9'-1'724,"1"0"307,0 0 3640,7 6-3316,-8 22-295,0 0-1,-2-1 1,-20 37 0,-12 28 129,19-30-662,3 1 0,3 1 0,-18 117 0,31-141-561,2-1 0,2 1-1,1 0 1,2 0 0,2-1 0,1 1 0,20 68 0,-18-86-116,1-1 0,1 0 0,1-1 0,0 0 0,2 0 0,0-1-1,29 32 1,-15-24-136,0 0-1,2-2 0,60 39 0,-72-52 174,-5-3-10,0-1 1,20 10-1,-29-15 117,0-1 0,0-1 0,0 1 0,1 0 0,-1 0 0,0-1 0,0 1 0,1-1 0,-1 0 0,0 0 0,1 0 0,-1 0 0,0 0 0,1 0 0,-1-1 0,0 1 0,0-1 0,1 1 0,-1-1 0,0 0 0,3-1 0,-4 1 1,-1 1 0,1-1 0,0 0-1,-1 1 1,1-1 0,-1 0 0,1 0 0,-1 1 0,0-1 0,1 0 0,-1 0 0,0 0 0,1 0 0,-1 1 0,0-1 0,0 0 0,0 0 0,0 0 0,0 0 0,0 0 0,0 0 0,0 1 0,0-1 0,0 0 0,0 0 0,0 0-1,-1 0 1,1 0 0,0 1 0,-1-1 0,1 0 0,-1 0 0,1 1 0,-1-1 0,0-1 0,-23-27-64,-123-93-153,125 105 119,-112-76-716,26 21-2011,42 19-3492,50 37 1321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5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280 136 9709,'12'-39'858,"16"-37"2412,-27 75-3008,-1-1-1,0 1 1,1 0-1,-1 0 1,1-1-1,-1 1 0,1 0 1,-1 0-1,1 0 1,0 0-1,0 0 1,0 0-1,-1 0 1,1 0-1,0 0 0,0 0 1,2 0-1,-2 2-110,-1 1-1,1 0 1,-1-1-1,1 1 1,-1 0-1,1 0 1,-1-1-1,0 1 1,0 0-1,0 0 1,0-1-1,-1 4 1,-3 59 1033,-3 0 0,-3 0 0,-21 73 0,14-60-665,-41 204 544,-63 256-5599,99-462 2804,-8 29-1521,9-21-1964,6-2-3879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5.8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1 592 9161,'52'-38'3930,"-48"35"-3443,0 1-1,1-1 1,-1 1 0,1 0-1,0 0 1,-1 0-1,1 0 1,0 1 0,10-2-1,2 0 295,23-7-12,33-7 521,128-49 1,-180 57-1244,0 0 1,0-2-1,-1 0 1,-1-2-1,0 0 1,-1-1-1,0-1 1,-1 0-1,-1-2 1,21-26-1,-28 32-38,0-1 1,-1 0-1,-1 0 0,0-1 0,0 0 1,-2 0-1,1-1 0,-2 0 0,0 0 0,0 0 1,-1 0-1,-1 0 0,0-27 0,-1 39-8,-2 0-1,1-1 1,0 1-1,0 0 0,-1 0 1,1-1-1,-1 1 0,0 0 1,1 0-1,-1 0 1,0 0-1,0 0 0,-1 0 1,1 0-1,0 0 0,-1 1 1,1-1-1,-1 0 1,1 1-1,-1-1 0,0 1 1,1-1-1,-1 1 0,0 0 1,0 0-1,0 0 1,0 0-1,0 0 0,-1 0 1,1 1-1,0-1 0,0 1 1,0-1-1,-1 1 1,-3 0-1,-4 0 4,0 1 1,1-1 0,-1 2-1,0 0 1,0 0-1,1 0 1,-10 5-1,0 1 7,0 1 1,0 0-1,1 2 0,1 0 0,-30 24 0,14-6 12,-47 55-1,65-68-19,2 1-1,0 1 1,1 0-1,1 1 1,0 0-1,2 1 0,0 0 1,1 1-1,1-1 1,1 1-1,1 1 1,1-1-1,-3 43 0,8-57-1,-1 1 0,1 0-1,1-1 1,0 1 0,0 0-1,0-1 1,1 0-1,0 1 1,0-1 0,1-1-1,0 1 1,0 0 0,1-1-1,-1 0 1,2 0 0,-1 0-1,0-1 1,1 0-1,10 8 1,-4-5-8,1 0 0,0 0 0,0-1 0,1-1 0,0 0 0,0-1 0,0 0 0,0-2 0,22 4 0,5-2-33,76 0 1,114-20-173,-171 6 128,0-3 0,-2-2 0,59-23 0,-77 22 41,-1-2 0,-1-2 1,-1-1-1,-1-2 0,41-32 1,-10 7-32,-65 46 78,1-1-1,0 1 1,0 0 0,0 0 0,0 0 0,0 1 0,0-1 0,0 0-1,0 1 1,5 0 0,-2-1 16,-3 1-16,0 0 0,1 0 0,-1 0 1,0 0-1,0 0 0,0 1 1,0-1-1,0 1 0,0 0 0,4 2 1,2-1 29,126 38 343,-94-28-333,69 28 1,-73-25-39,1-2 0,40 10 1,14-3 10,107 21 4,-159-36-15,-1-1 0,1-1 0,43-4 0,-74 0-344,0 1 0,0 1-1,0 0 1,0 0 0,0 0 0,0 1-1,0 1 1,11 4 0,38 22-9392,-27-11 2877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6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 10673,'0'-29'9661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6.4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0 128 8041,'16'-48'4481,"-16"47"-4328,0 0 0,0 0 0,0 1 0,0-1-1,0 0 1,0 0 0,-1 1 0,1-1 0,0 0-1,0 0 1,0 1 0,-1-1 0,1 0-1,0 1 1,-1-1 0,1 0 0,-1 1 0,1-1-1,-1 1 1,1-1 0,-1 0 0,0 0-1,0 1 24,0-1 0,1 0 0,-1 1 0,0-1 0,1 1 0,-1-1 0,1 0 0,-1 1 0,1-1 0,0 0 0,-1 0 0,1 0 0,0 1 0,-1-1 0,1 0 0,0 0 0,0 0 0,0 1 0,0-1 0,0 0 0,0 0 0,0-1 0,1-7 264,-1 8-357,0 0 0,0 0 0,0-1 0,0 1 0,1 0 0,-1 0 0,0-1 0,1 1 0,-1 0 0,1 0 0,-1 0 0,1-1 0,0 1 0,-1 0 0,1 0 0,1-1 0,1 0 8,-1 1 0,1 0 0,0-1 0,0 1 0,0 0-1,0 0 1,0 1 0,0-1 0,0 1 0,1-1 0,4 1 0,74-3 901,125 11 0,228 52-280,-170-21-808,-17-4-443,236 30-2051,-1-26-3766,-265-30-638,-122-9 831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6.6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664 84 6289,'-63'-42'2284,"61"41"-2125,1 0-1,0 0 0,0 0 0,-1 0 0,1-1 1,0 1-1,0 0 0,1-1 0,-1 1 0,0-1 0,0 1 1,1-1-1,-1 1 0,1-1 0,-1 1 0,1-1 1,0 0-1,0 1 0,-1-1 0,1-3 0,0 0 762,0 2 2594,-1 3-3358,-1 0 0,1 0 0,0 0 0,0 0 0,0 0 0,0 1 0,0-1 0,0 0 0,0 1 0,0-1 0,0 1 0,0-1 0,0 1 0,0-1 0,0 1 0,0 0 0,0-1 0,0 1 0,0 0 0,1 0 0,-1 0 0,0 0 0,1 0 0,-1 0 0,0 0 0,1 0 0,-1 0 0,1 0 0,0 0 0,-1 0 0,1 2 0,-1 1 121,0 1 0,1-1 1,0 1-1,0-1 0,0 1 1,2 7-1,4 14 434,0-1 0,3 0 0,0-1 0,1 0 0,15 26 0,-10-20-234,31 63 722,120 269 1415,-152-325-2464,-2 1 1,-2-1 0,-1 2-1,-2 0 1,3 73 0,-10-92-204,0-1 0,-2 1 0,0 0 0,-1 0 0,-2 0 0,0-1 1,0 0-1,-2 0 0,0 0 0,-2-1 0,0 0 0,0-1 0,-18 24 1,3-13-389,0-1 1,-2-1-1,-1-1 0,-1-1 1,-41 27-1,-165 85-3690,157-95 315,-134 94 1,125-57-970,84-76 4499,-11 17-3384,16 7-2181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6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172 172 7941,'54'-55'2104,"-35"41"1748,-10 0-2200,1-4 929,-26 4-1725,6 0-192,-9 2-296,0 1-332,-9 5-560,-23-2-576,35 5-476,-22 0-377,0 3-2351,9 3-3309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09.5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9 840,'0'-8'64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0.3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402 336 3432,'0'-6'244,"1"0"0,-1 0 0,1 0-1,0 0 1,0 0 0,1 0 0,0 0-1,0 1 1,0-1 0,1 0 0,0 1-1,0 0 1,0 0 0,0 0 0,1 0 0,0 0-1,6-5 1,0 0 83,-1 0 0,0-1 0,-1 0 0,0 0 0,0-1 0,9-21 0,-15 28-35,0-1 1,0 1 0,-1-1-1,0 1 1,0-1-1,0 1 1,-1-11-1,0 10 235,0 1 0,1-1-1,-1 0 1,1 1 0,0-1-1,1 0 1,3-8 0,-11-1 318,-1 5 3058,0 29-1897,-10 58-1720,-19 66 146,4-38-244,-25 67 242,25-92-8,-44 103 1536,60-142-1675,2 0 1,2 0-1,2 1 0,1 1 1,-3 51-1,-1-3-165,-111 582-2762,104-564 1366,-10 68-1449,27-148 1082,1 1 0,2-1 1,6 58-1,2-52-3326,2-17-2797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1.2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1 3980,'-3'0'287,"0"-1"1,0 1-1,-1 0 0,1 0 0,0 0 0,0 1 0,-1-1 0,1 1 0,0 0 0,0 0 0,0 0 1,-5 2-1,4-1 461,-14 6-240,15-7-419,1 0 1,-1 1-1,1 0 0,0-1 1,-1 1-1,1 0 1,0 0-1,0 0 1,0 1-1,1-1 0,-1 0 1,-1 4-1,0-3 119,1 1 0,-1-1 0,1 1-1,-1-1 1,0 0 0,-7 5 0,-44 30 5958,223-34-4961,237 0-860,1239-21 205,-1 26 573,-1170-5-955,2458 18 1091,-2811-22-1177,-20-2-6,1 6 0,111 17-1,-210-21 305,0 2-386,-1-1 4,1 1-1,-1-1 0,1 0 0,0 0 1,0 0-1,0 0 0,0 0 1,3 0-1,18-22-25,-22 19-6,16-9-36,-13 4-4247,3-19-3231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2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1 649 4564,'21'-31'1375,"-17"25"-129,7-28 3149,1 8 423,-9 26-4518,3 1-181,28 3 513,64 1-1,211-32-82,-187 14-414,546-69 272,-179 19 172,2313-169 1709,-978 164-1855,-1446 58-367,785-17-74,-465 13-553,-671 13 474,147 2-1252,-149 3-160,-38 0 149,-41 1-496,0-7-523,-1-1 0,-65-14 1,86 12 764,-39-7-2549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2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464 4 4912,'19'-3'5282,"-24"14"4673,-3 2-7047,2 2-5100,-18 72 3818,4 0 1,4 1 0,-7 136-1,-87 677-2094,-3-391-4661,9-178-4251,51-182-30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4.0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1 5368,'13'5'692,"4"2"196,-3-5 4554,-20 13-2345,5 31-440,1-7-1437,-2 44 265,-12 177 1907,-59 199-1514,-39-11-4020,106-431 1987,-26 82-3440,-35 176 0,65-257 2960,1-10 3,0 0 1,0-1-1,-1 1 0,0 0 0,-6 14 0,2-7-3141,15-4-1676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4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89 4648,'-1'0'111,"0"-1"0,-1 0 0,1 1-1,0-1 1,0 0 0,0 0-1,0 0 1,0 0 0,0 0 0,0 0-1,0 0 1,0 0 0,1 0 0,-1 0-1,0-1 1,1 1 0,-1 0-1,0-2 1,1 2-17,1-1-1,-1 1 1,1 0-1,0-1 1,-1 1-1,1 0 1,0-1-1,0 1 1,-1 0-1,1 0 1,0 0-1,0-1 1,2 0 0,1-2 82,-2 1 455,-2 3-538,0-1 0,0 0 0,0 1 0,0-1 0,0 0 0,0 1 0,0-1 0,0 0 0,0 1 0,1-1 0,-1 1 0,0-1 0,0 0 0,1 1 0,-1-1 0,0 1 0,1-1 0,-1 0 0,0 1 0,1-1 0,-1 1 1,1 0-1,-1-1 0,1 1 0,-1-1 0,1 1 0,-1 0 0,1-1 0,0 1 0,-1 0 0,1-1 0,0 1 0,-1 0 0,1 0 0,-1 0 0,1 0 0,0 0 0,-1 0 0,1-1 0,0 1 0,-1 1 0,1-1 0,0 0 0,-1 0 0,1 0 0,0 0 0,-1 0 0,1 1 0,0-1 0,-1 0 0,1 0 0,-1 1 1,1-1-1,-1 1 0,2 0 0,0 0-35,0 1 1,0-1-1,1 1 1,-1-1-1,0 0 1,1 0-1,-1 0 1,1 0 0,0-1-1,-1 1 1,1-1-1,-1 1 1,1-1-1,3 0 1,45-2 249,-31 1-172,826-30 1540,-778 27-1693,-48 2-3,1 0 0,0 2-1,0 0 1,-1 1 0,1 2-1,33 7 1,-52-9 32,1 0-1,-1 0 0,0 1 1,0-1-1,1 1 1,-1-1-1,0 1 0,0 0 1,-1 0-1,1 0 0,0 0 1,-1 0-1,1 0 1,-1 0-1,1 0 0,-1 1 1,0-1-1,0 1 1,0-1-1,0 1 0,0 3 1,2 7 224,-1 0 1,2 26 0,-4-31-143,1 44 259,-3-1 1,-2 0-1,-3 0 0,-1 0 1,-25 78-1,-139 406-1062,-42-16-3319,78-207-1826,127-291 3019,10-6-848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5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102 128 3300,'-36'-29'978,"12"12"1079,-4-15 225,27 30-1733,-2-3 508,-7-10-698,11 8 4143,16 2-4207,0 0 0,1 2-1,-1 0 1,1 0 0,0 2-1,0 0 1,19 3 0,129 16 257,-142-13-497,0 2 0,0 0 1,-1 2-1,27 13 0,-38-16 18,-10-5-18,80-7 559,-79 7-564,1-1 0,-1 1 0,1 0-1,-1-1 1,1 2 0,-1-1-1,0 0 1,0 1 0,0-1 0,0 1-1,5 3 1,-4-1 1,-1-1 0,1 1 0,-1 0 0,0 0-1,0 1 1,-1-1 0,1 1 0,-1-1 0,0 1 0,0 0-1,-1 0 1,1 0 0,-1 0 0,0 0 0,0 0 0,-1 0 0,1 6-1,-1 12 156,0 0 0,-5 33 0,-4 26 100,4-27-130,-13 59 1,-115 375-3638,130-482 3108,1 0 0,0 1 0,0-1-1,1 0 1,0 1 0,0 0-1,1 13 1,-3 8-2531,0-7-1833,8-10-212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6.7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30 3464,'9'8'1458,"-6"-10"1955,-7-18 1542,3 14-5430,0 5 525,-1 0 0,1 0-1,0 0 1,0 1 0,-1-1 0,1 1 0,0-1-1,-1 1 1,1-1 0,0 1 0,-1-1-1,1 1 1,-3 0 0,-2-2 947,9 7-967,1-1 0,0 0 1,0 0-1,1-1 1,-1 1-1,1-1 0,0 0 1,0 0-1,0-1 1,0 1-1,0-1 0,1 0 1,-1 0-1,11 1 1,12 4 121,-15-3-145,1-1 1,-1-1-1,1 0 0,24 0 0,-16-2-27,119-10 439,-118 7-105,0 0 0,-1-2 0,1-1 0,22-9 0,-42 13-177,1 1-1,-1 0 1,0 0-1,0 0 1,1 1-1,-1-1 1,0 1-1,1-1 1,-1 1 0,5 1-1,-6-1-114,-1 0-1,0 1 0,1-1 1,-1 1-1,0-1 1,1 1-1,-1 0 1,0-1-1,0 1 1,0 0-1,0 0 1,0 0-1,0 0 1,0 0-1,0 0 1,0 0-1,0 0 0,0 0 1,-1 0-1,1 0 1,0 1-1,-1-1 1,1 0-1,-1 0 1,1 1-1,-1-1 1,0 2-1,8 40 336,-2 0 0,-2 0 0,-4 74 0,-20 134-1253,15-209 265,3-21-374,0-10 1,1 0 1,0 0-1,1 0 1,0 0-1,2 13 1,8-30-8113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7.5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0 198 4960,'3'14'5403,"6"-16"3901,-1-1-7303,3 0-4091,281-24 3870,-208 22-1611,1000-36 511,9 29-419,-619 9-202,1901-58 291,-2107 39-164,36-1-184,-265 17-112,-20 3-1795,-5 2-3152,-27 13-7952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9.0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147 238 4852,'1'7'74,"1"9"1731,-18-28 5700,-13 16-5618,20-5 4935,7 33-6651,7-42-108,1 0-1,1 1 1,0 0 0,0 0-1,1 1 1,9-9 0,4-4 436,-11 10-383,0 0 0,-1-1 1,-1 0-1,0-1 0,9-19 1,-15 30 64,-14 11-94,8-4-69,1 0 1,-1 0 0,1 1 0,1 0 0,-1 0 0,1 0-1,0 0 1,0 0 0,-1 11 0,-2 4 18,-11 22 55,-21 43-1,20-50-41,-21 65-1,26-65-31,-1-1 0,-23 44 0,32-71-6,1 1 1,0 0-1,1 0 1,0-1-1,1 2 1,-1 10-1,-2 7 44,4-24 9,0-3-62,1 0 0,-1 0 1,1 0-1,0 1 0,-1-1 0,1 0 0,-1 0 0,1 1 0,0-1 1,-1 0-1,1 1 0,-1-1 0,1 1 0,-1-1 0,1 1 1,-1-1-1,0 1 0,1-1 0,-1 1 0,0-1 0,1 1 1,-1-1-1,0 1 0,1 0 0,-1 0-2,0-1 0,0 1 0,0-1 0,0 1 0,1-1 0,-1 1 0,0-1 0,0 1 0,1-1 0,-1 0-1,0 1 1,1-1 0,-1 1 0,0-1 0,1 0 0,-1 1 0,0-1 0,1 0 0,-1 1 0,1-1 0,-1 0 0,1 0 0,-1 0 0,1 1 0,-1-1 0,1 0 0,-1 0 0,1 0 0,-1 0 0,1 0 0,-1 0 0,1 0-1,-1 0 1,1 0 0,-1 0 0,1 0 0,-1 0 0,1 0 0,-1-1 0,1 1 0,-1 0 0,1 0 0,-1 0 0,0-1 0,1 1 0,-1 0 0,1-1 0,-1 1 0,1-1 0,24-17 58,0-1 1,23-25-1,-19 16-145,-26 26-12,9 32-56,-9-13 161,-1 0-1,-1 0 1,0 21-1,-1-19-16,1 1 0,4 28 0,1 12 3,-6-59 10,1 0 0,-1 0 0,0 0-1,1 1 1,-1-1 0,1 0 0,-1 0 0,1 0-1,-1 0 1,1 0 0,0 0 0,0 0 0,-1 0 0,1 0-1,0 0 1,0-1 0,0 1 0,0 0 0,0 0 0,0-1-1,0 1 1,1 0 0,23 8 2,-21-8-22,0-1 0,0 0-1,0 0 1,0-1 0,-1 1 0,1-1 0,0 0-1,0 1 1,0-2 0,-1 1 0,7-3 0,44-26-228,-23 12-23,56-25-490,122-70-843,-150 78 1091,33-22-141,-73 42 622,-1 0 0,0-2 0,-2 0 0,0-1 0,-1 0-1,0-1 1,20-37 0,-20 27 91,-1-1 0,-1-1 0,-2 0 0,-1-1 0,6-34 0,-11 39-177,3-45 0,-7 61-619,-1 1-1,-1-1 0,1 1 0,-2-1 1,0 1-1,-5-20 0,6 27-1122,7-8-4285,3-1 783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9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1 7077,'35'5'3296,"-44"25"52,7-22-3082,1-1 1,1 1 0,-1-1 0,2 14 0,-1-12-126,0-1 0,0 0 0,0 1 0,-3 9-1,-76 314 1817,69-288-1900,2 1 0,2 0 0,2 0 0,2 54 0,2-94-45,0 0 0,1 1 1,-1-1-1,1 0 0,1 0 0,-1 0 1,1 0-1,-1 0 0,2 0 0,-1 0 0,0 0 1,1-1-1,0 1 0,0-1 0,0 0 1,1 1-1,-1-2 0,7 6 0,-3-3-20,0-1 0,1 0 0,0-1 0,0 0 0,0 0 0,0-1 0,0 1 0,1-2 0,-1 1 0,14 1 0,22 5-182,48 17 1,1 1-113,-82-24 255,1 1-45,1-1 0,0 0 0,0-1 0,0 0 0,0-1 0,0 0 0,0-1 0,1-1 0,-1 0 0,0 0 0,24-7 0,-19 0 145,1 0-1,-1-1 0,0-1 0,-1-1 0,27-21 0,22-14 653,-63 44-413,-2 2-291,0 0 1,0 0-1,0 0 0,0 0 1,0 0-1,0 0 0,0 1 1,-1-1-1,1 0 0,0 0 1,0 1-1,0-1 0,0 0 1,-1 1-1,1-1 0,0 1 1,0-1-1,-1 1 0,1 0 1,0-1-1,-1 1 0,1 0 1,0-1-1,-1 1 0,1 0 1,-1-1-1,1 1 1,-1 0-1,0 0 0,1 0 1,-1 0-1,0 0 0,1-1 1,-1 1-1,0 0 0,0 0 1,0 0-1,0 0 0,0 0 1,0 0-1,0 0 0,0 1 1,-2 6-87,1 1 0,-1 0 1,-1-1-1,-3 9 1,-4 15-500,9-24 440,0-1 1,0 1 0,1 0-1,0-1 1,1 1 0,-1-1-1,1 1 1,3 8 0,-3-13 113,1 1 1,0 0-1,-1-1 1,1 1-1,1-1 1,-1 0 0,1 0-1,-1 0 1,1 0-1,0 0 1,0 0 0,0-1-1,0 1 1,0-1-1,1 0 1,-1 0-1,6 2 1,6 3 110,1-1 0,0 0 0,0-1 1,0-1-1,1 0 0,0-2 0,-1 0 0,1 0 0,0-2 0,0 0 1,0-1-1,18-3 0,-13 0-186,0-1 1,0-2-1,-1 0 0,0-1 0,-1-1 1,1 0-1,-2-2 0,31-22 1,21-21 464,-2-4 0,-2-2 1,85-102-1,43-65 3098,-193 225-3382,1-1 0,-1 1 1,1 0-1,0 0 0,0 0 1,0 0-1,0 1 0,0-1 1,4-1-1,5-2 132,-7 24 95,-5-19-287,0 10-150,0-1 0,-1 1 1,-1-1-1,1 1 0,-2-1 0,1 0 1,-1 0-1,-1 0 0,1 0 0,-9 14 0,-4 12-1229,-4 23-1454,-5 13-3805,9-40 724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19.7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64 7865,'-26'0'2264,"33"-14"-312,-4-1 3921,13 4-5049,3 2-208,16 4-276,25-4-360,-6 9-500,6 3-52,10 5-544,10-5-305,-4 0-271,6 0-2444,14 3-3137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0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241 38 6245,'1'0'96,"0"1"0,0 0 0,0-1 0,0 1 0,0-1 0,0 1 0,0-1 0,0 1 0,0-1 0,0 1 0,0-1 0,0 0 0,0 0 0,0 1-1,0-1 1,0 0 0,0 0 0,0 0 0,0 0 0,0 0 0,0-1 0,0 1 0,0 0 0,0 0 0,2-1 0,-2-1 110,0 1 0,0-1 0,0 1 0,0-1 0,0 0 0,0 0 0,0 1 0,0-1-1,-1 0 1,1 0 0,-1-2 0,7-16 6980,-8 26-5913,-3 16-394,-2 1 0,-1-1 0,-1 0 0,-1 0 0,-12 21 0,-6 17 198,-40 114 281,11 3-3721,42-132-950,-21 44 0,17-45-2891,5-10-2998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0.5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619 69 6101,'12'-12'578,"-2"0"1,1-2 0,9-16 0,-19 30-539,1 1 0,0-1 0,-1 1 0,1-1 0,-1 1 0,1 0 0,-1-1-1,1 1 1,-1 0 0,0 0 0,1 0 0,0 2 0,-1-3-8,0 1-18,1 1-1,-1-1 0,0 0 0,1 1 0,-1 0 1,0-1-1,0 1 0,0 0 0,0 0 0,0 0 0,-1-1 1,1 1-1,0 0 0,-1 0 0,1 0 0,-1 0 0,0 0 1,0 0-1,0 0 0,0 0 0,0 0 0,0 3 1,-12 53 115,6-36-70,-20 77-59,-6-2-1,-52 114 1,56-152-123,-45 68 0,30-56 252,25-38 89,12-19 444,-1-1 0,-1-1 0,-13 17 0,19-26 246,6-3-661,0-1 0,1 0 0,-1 1 0,0-1 0,0-1 0,-1 1 0,1 0 0,0-1 0,0 0 0,-1 0 0,1 0 0,4-4 0,41-38 1746,-39 34-1623,0 0 0,0 1-1,13-8 1,-1 4 39,1 1 0,0 1 1,0 2-1,37-11 0,-55 19-376,1-1 0,-1 1 0,0 0 0,0 1 0,1-1 0,-1 1 0,1 0 0,-1 0 1,0 1-1,1 0 0,-1 0 0,0 0 0,0 1 0,0-1 0,0 1 0,0 0 0,0 1 0,0-1 0,-1 1 0,1 0 0,-1 0 0,0 0 0,0 1 0,0-1 0,0 1 1,4 6-1,-3-2-19,0-1 1,-1 1-1,0 0 1,-1 0 0,1 0-1,-2 0 1,1 1-1,-1-1 1,0 1 0,-1-1-1,0 1 1,-1 0-1,1 0 1,-2-1 0,0 11-1,-3 5-1,-2-1 0,0 1 0,-1-1-1,-1-1 1,-1 1 0,-1-1 0,-1-1 0,-16 24-1,0-7-37,-1 0 0,-2-1 0,-43 40 0,43-49-111,-1-3-1,-2 0 1,-39 22 0,-111 51-1478,139-77 278,-47 16-1,69-30-1484,-1-1-1,-24 4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1.3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60 12701,'1'-2'275,"1"0"1,-1 0-1,1 0 0,-1 0 0,1 0 1,0 0-1,0 0 0,0 1 0,0-1 0,0 1 1,0-1-1,0 1 0,1 0 0,-1 0 1,4-2-1,37-10 2224,-41 12-2360,-1 1-65,-1-1-1,1 1 1,0 0-1,-1-1 1,1 1-1,-1-1 1,1 0-1,-1 1 1,1-1-1,-1 1 1,1-1-1,-1 0 1,1 1-1,-1-1 1,0 0-1,1 0 1,-1 1-1,0-1 1,0 0-1,1 0 1,-1 1-1,0-2 1,0 0 185,-6 84 4297,-2 31-3603,-75 374-155,53-324-2018,-8 35-606,31-172 1598,-11 50-524,17-69 680,0 0 1,0 0-1,1 0 1,0 0-1,0 0 1,1 0-1,0 1 1,2 6-1,-3-12 53,1 0-1,0 0 1,0 0 0,0 0-1,1 0 1,-1-1-1,0 1 1,1 0 0,-1-1-1,1 1 1,0-1 0,-1 1-1,1-1 1,0 0-1,0 0 1,0 0 0,0 0-1,0 0 1,0 0-1,0 0 1,0-1 0,0 1-1,0-1 1,1 0-1,-1 1 1,0-1 0,0 0-1,0 0 1,1 0 0,-1-1-1,0 1 1,4-1-1,8-2-117,1 0 0,0-1 0,20-9 0,-29 11 71,66-25-557,-31 13 266,137-42-1059,-108 38 1037,0 2-1,111-10 1,-140 28 421,-37-1 122,16-4 227,-17 3-386,1 0 97,0 0 0,1 0 0,-1 0 0,0-1 0,0 0 0,0 0-1,0 0 1,0 0 0,0-1 0,-1 1 0,1-1 0,0 0 0,-1 0 0,5-4 0,-2 2-73,1 0 1,-1 0 0,1 1 0,0 0 0,0 0 0,0 1 0,0-1 0,15-1 0,10-5-165,-29 9 124,0-1 0,1 1 0,-1 1 1,0-1-1,0 0 0,0 1 0,1-1 1,-1 1-1,0 0 0,3 2 0,2-1-26,38 10-476,-35-8 438,-1-1 0,1 0 0,0-1 0,0 0 1,0-1-1,0 0 0,0-1 0,17-1 0,21-9-39,-1-2-1,0-2 0,73-33 1,-14 6 32,35 0-14,-54 17-48,-70 19 25,1 2 1,1 0-1,-1 1 0,0 0 1,25 2-1,-31 0-119,10 1-265,-15-1 325,0 1-1,0-1 1,0-1 0,0 0 0,-1 0 0,1 0-1,0-1 1,7-3 0,21-9 479,-1-1 1,0-2-1,44-30 1,-75 45-217,0 0 0,0 0 0,0 0 0,0 0 0,0 1 0,0 0 1,1 0-1,-1 0 0,0 0 0,1 1 0,-1 0 0,0 0 0,1 0 0,-1 0 0,1 1 0,-1-1 1,7 3-1,-8-3-86,-1 2 23,1 0-1,0 0 1,-1 0-1,1 0 1,-1 0-1,1 0 1,-1 1-1,0-1 1,0 1-1,0-1 1,-1 1-1,3 4 1,-2-2-167,-1 1-1,-1-1 1,1 0 0,-1 0 0,0 1 0,0-1-1,0 0 1,-1 0 0,0 1 0,-2 7 0,-2 34-2231,5-43 2054,0 1 0,0-1 1,-1 0-1,1 0 0,-1 0 1,0 1-1,0-1 0,-1 0 1,1 0-1,-1 0 0,0-1 1,-2 5-1,4-7 145,0 0 0,-1 0 0,1 0-1,0-1 1,0 1 0,0 0 0,0 0 0,0 0 0,0 0 0,0 0 0,1 0 0,-1 0-1,0 0 1,0 0 0,1 0 0,-1 0 0,0-1 0,1 1 0,-1 0 0,2 1-1,-1 0-521,5 16-2387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1.4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6185,'0'0'1482,"3"0"-1170,5 3-278,0 0 0,0 0 1,-1 0-1,15 9 0,20 10-415,-18-12 1354,8 1-1176,-5-13-2871,-8-3 593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1.6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1 135 7597,'9'-12'4516,"1"1"-3584,-4 0-200,10-1 184,-3 4-868,3-4-480,6 4-96,-6-1-72,0 0-44,-1 7-184,8-4-200,-17-11-348,3 0-1360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5.5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63 417 5609,'7'-17'784,"-2"-1"0,0 1 0,-1-1 0,2-34 0,-4 32 307,1 0 1,1 0-1,11-35 0,-10 39 131,0-1 1,4-28-1,-7 33-687,0 0-1,1 0 0,0 0 1,1 1-1,0-1 1,6-10-1,-2 13 491,-4 21-264,-3-7-782,2 13 223,-2 1 0,0-1-1,-1 1 1,0-1 0,-6 27 0,2-1 52,0 10-33,-3-1 0,-25 99 0,-13 54 179,-1 2-525,36-176-52,2 1 1,-6 39 0,13-61 121,0-1-1,1 0 1,0 0 0,0 1-1,1-1 1,0 0 0,1 0-1,0 0 1,1 0 0,0 0-1,7 14 1,-8-20 42,0 0-1,1-1 1,0 1-1,0-1 1,0 0 0,0 0-1,0 0 1,1 0-1,-1-1 1,1 1 0,-1-1-1,1 0 1,0 0-1,0 0 1,0 0 0,0-1-1,1 0 1,6 2-1,9 0-30,-1-1 0,0-1-1,21-1 1,-3 0-108,15 1 69,-1 2 0,0 2 1,0 3-1,65 18 0,-32 7 11,-52-20 55,65 20-1,-74-27 15,1 0 0,1 0 1,0-2-1,38 3 1,-35-7 3,1-2 1,-1 0-1,1-2 1,-1-1-1,0-1 1,-1-2-1,0 0 1,0-2-1,-1-1 1,0-1-1,0-1 1,34-25-1,-47 29 6,-1 0 0,-1-1-1,1 0 1,-2-1 0,0 0 0,0-1 0,-1 0-1,0 0 1,-1-1 0,0 0 0,-1-1-1,-1 0 1,0 0 0,-1 0 0,0 0-1,-1-1 1,-1 0 0,2-23 0,1-20-467,-2 0 1,-3 0-1,-11-99 1,1-36-4066,10 155 715,8-50 1,3 46-2532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6.5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200 72 10389,'-18'-33'2152,"17"32"-2048,1 1 1,0-1-1,-1 0 0,1 0 0,0 1 0,0-1 1,0 0-1,0 1 0,-1-1 0,1 0 1,0 0-1,0 1 0,0-1 0,1 0 1,-1 1-1,0-1 0,0 0 0,0 0 0,0 1 1,1-1-1,-1 0 0,0 1 0,1-1 1,-1 0-1,0 1 0,1-1 0,-1 1 0,1-1 1,-1 1-1,1-1 0,0 0 0,1 0 321,7-14 3098,-11 19-2563,-6 22-449,1 0-1,1 1 1,2 1 0,0-1 0,1 42-1,-1-11-38,-2 29-11,-39 312 672,-49 146-1550,87-497 132,3 1 1,2 75-1,2-122 274,0 0 0,0 0 0,0 0 0,0 1-1,1-1 1,-1 0 0,1 0 0,0 0 0,-1 0 0,1 0 0,0-1 0,0 1 0,0 0 0,0 0 0,1 0 0,-1-1-1,0 1 1,3 1 0,-3-2 8,1 0-1,-1 0 0,1-1 0,0 1 0,-1-1 1,1 1-1,0-1 0,-1 0 0,1 0 1,0 0-1,0 0 0,-1 0 0,1 0 0,0 0 1,0 0-1,-1-1 0,1 1 0,0-1 0,-1 1 1,1-1-1,-1 0 0,1 0 0,2-1 1,91-55-171,-65 37 132,1 1-1,60-25 0,-80 39 44,1 2 1,-1-1-1,1 2 0,0-1 1,0 2-1,0-1 0,0 2 1,0 0-1,0 0 0,0 1 1,0 0-1,19 5 1,-8 2-26,0 2 1,0 0-1,-1 1 1,39 26 0,-41-23-13,0-2 0,1 0 1,0-2-1,1 0 0,0-1 1,24 6-1,-36-13 16,-1-1 0,1-1 0,-1 1 1,1-1-1,0-1 0,0 0 0,-1 0 0,1-1 0,-1 0 1,0-1-1,1 0 0,15-8 0,4-3-56,-1-3 1,38-28-1,-35 23 52,1-3 9,49-48 1,-35 30 74,-38 36-67,-6 5 3,-1 0 0,1 0 0,0 0 0,0 0 0,0 1 0,0-1 0,0 1 0,0-1-1,0 1 1,0 0 0,1-1 0,-1 1 0,0 1 0,1-1 0,-1 0 0,1 0 0,-1 1 0,1 0 0,0-1 0,-1 1 0,1 0 0,-1 0 0,1 0 0,-1 1 0,1-1 0,4 2 0,2 1 1,1 0 0,-1 1 1,0 1-1,0-1 0,-1 1 1,9 7-1,-6-5 5,0 0 1,20 9-1,-2-4-12,83 29-185,-97-37 112,0-1 0,1 0 0,-1 0 0,1-2 0,28 0 0,-42-1 77,12-1-70,1-1-1,26-5 1,-36 5 65,0 1 0,-1-1 0,0 1-1,1-1 1,-1-1 0,0 1 0,0-1 0,0 1 0,0-1 0,0 0 0,-1-1-1,1 1 1,-1 0 0,4-6 0,-6 7 9,3-3-7,0 0 0,-1-1 0,0 0 1,0 1-1,0-1 0,-1 0 0,1-1 0,-1 1 0,2-13 0,18-84-54,-1 12 60,-14 64 135,0 0-1,1 0 0,2 0 1,1 1-1,18-32 0,-28 56-49,4-27 1124,-7 34-1108,0 1 0,0-1-1,1 0 1,-1 1 0,1-1 0,1 1 0,-1 0 0,1-1-1,0 1 1,1 10 0,-3 35 396,-6-21-177,-1 0 1,-1-1-1,-21 43 0,13-34 19,-15 52-1,12-6 383,-19 161 0,16 88-43,3-22-335,-1-112-169,-67 285 0,69-407-148,-3 0 0,-4-1 0,-3-2 0,-4-1 0,-2-2 0,-74 108 0,86-146-8,-2-2 0,-1-1 0,-46 40 0,55-55-12,-1-1-1,0-1 0,-1 0 0,0-2 0,-1 0 0,0-1 1,-33 10-1,45-17 1,0-1 0,0 0-1,0-1 1,0 0 0,0 0 0,0-1 0,0 0 0,0-1 0,0 0 0,0 0 0,0-1 0,-11-3-1,15 3-2,-1-1 0,1 1 0,-1-1-1,1 0 1,0 0 0,0-1-1,0 0 1,1 0 0,-1 0 0,1 0-1,0-1 1,0 1 0,1-1-1,-1 0 1,1 0 0,0 0 0,0-1-1,1 1 1,-3-8 0,1-2-2,0 0-1,1 0 1,1-1 0,1 1 0,0-1 0,1 1-1,0 0 1,1-1 0,6-27 0,3 0-35,2 0 0,22-50-1,2 8-561,4 1 1,3 3-1,4 1 0,112-143 0,-87 138-1644,4 3 0,3 4 0,161-123 0,-98 107-3676,16 12-3551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6.9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99 267 9273,'12'-114'2049,"-1"54"1348,7-29 2557,-17 86-4592,0 8 112,12 66 121,-3 1-1,-3 1 0,-4 113 0,-34 223-673,28-379-802,-55 454-2850,4-27-6301,42-360 5149,0-36-1922,8-37-686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7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61 947 8345,'-7'-17'290,"-40"-106"6114,46 117-6238,-1 0-1,1 0 1,0 1 0,0-1-1,1 0 1,0 0-1,0 0 1,0 0-1,1 0 1,0 1-1,0-1 1,0 0-1,1 1 1,-1-1-1,1 0 1,1 1-1,-1 0 1,1 0 0,0 0-1,0 0 1,1 0-1,-1 0 1,1 1-1,5-5 1,28-25 88,1 2 0,2 1 0,1 3 0,54-29 0,-20 11-297,438-312-1116,-410 283 1383,-102 74-217,-1 1 0,1-1 0,-1 1-1,0 0 1,1-1 0,-1 1 0,1 0 0,0-1-1,-1 1 1,1 0 0,-1 0 0,1 0-1,-1-1 1,1 1 0,-1 0 0,1 0-1,0 0 1,-1 0 0,1 0 0,-1 0-1,1 0 1,0 0 0,-1 0 0,1 1-1,-1-1 1,1 0 0,-1 0 0,1 0 0,-1 1-1,1-1 1,-1 0 0,1 1 0,-1-1-1,1 0 1,-1 1 0,1-1 0,-1 1-1,1-1 1,-1 0 0,0 1 0,1-1-1,-1 1 1,0-1 0,0 1 0,1 0-1,-1-1 1,0 1 0,0-1 0,0 1 0,0-1-1,1 1 1,-1-1 0,0 1 0,0 0-1,0-1 1,0 1 0,-1 0 0,0 48 329,0-39-269,-62 786 1044,59-730-1331,5 85 0,-1-145 207,1 1 0,0-1-1,0 0 1,0 1 0,0-1-1,1 0 1,0 0 0,1 0-1,-1 0 1,1 0 0,4 6 0,-5-9 9,1-1 1,-1 1 0,0-1 0,1 0 0,-1 0 0,1 0 0,-1 0-1,1 0 1,0 0 0,0-1 0,0 1 0,0-1 0,0 0-1,0 0 1,0 0 0,0 0 0,1-1 0,-1 1 0,0-1 0,1 0-1,-1 0 1,0 0 0,6-1 0,74-17-27,-57 11 33,1 1 0,30-3 1,-28 7-16,1 1 0,0 1 0,-1 1 0,1 2 0,-1 1 0,32 9 1,99 39 33,26 7-30,-172-56 11,1 0-1,1 0 1,-1-1 0,0-1 0,0-1 0,1 0 0,-1-1 0,0 0 0,0-2 0,1 0 0,-2 0 0,1-1 0,22-10 0,93-42 646,-78 32-196,1 1 0,108-28-1,-159 50-447,0 1 2,0-1-1,1 1 0,-1 0 1,0 0-1,1 0 1,-1 0-1,1 0 0,-1 0 1,0 1-1,1-1 1,-1 1-1,4 1 0,68 29 2,-66-27-373,0 1 0,-1 0 0,0 1 0,1-1 0,-2 1 1,1 1-1,-1-1 0,0 1 0,0 0 0,-1 1 0,0-1 0,8 17 1,-4-8-899,-7-14 765,-1 1 0,1-1-1,-1 1 1,0-1 0,0 1 0,0 0 0,-1 0 0,1-1 0,-1 1 0,1 0-1,-1 0 1,0 0 0,0 3 0,0-5 370,0 22-6537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7.6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0 146 4480,'26'-91'1313,"-23"77"-373,0-6-148,0 0-60,-12 37-4145,-1-3 1553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7.9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105 124 11301,'1'-2'219,"-1"0"0,1-1 0,0 2 0,-1-1 0,1 0 0,0 0 0,0 0 1,0 0-1,1 0 0,-1 1 0,0-1 0,1 1 0,-1-1 0,3-1 0,-2 1 62,0 0 0,0 0 0,0 0 0,-1 0 0,1 0 0,0 0 0,-1 0 0,2-4 0,6-19 1717,-8 21-1464,0 0-1,1 0 1,0-1 0,-1 1 0,1 0 0,0 1 0,1-1 0,-1 0-1,6-6 1,-7 10-452,0 0 1,0-1-1,0 1 0,0 0 0,0 0 1,0 0-1,0 0 0,0 0 0,0 0 1,0 0-1,0 0 0,0 0 0,0 0 1,-1 1-1,1-1 0,0 0 0,0 1 1,0-1-1,1 1 0,1 0 132,2 2-83,1 0 1,-1 1-1,1-1 0,-1 1 0,0 0 1,0 0-1,-1 1 0,1 0 0,-1-1 1,0 1-1,6 10 0,6 12 184,14 30 0,-22-41-207,5 10-46,-1 1-1,-2 1 1,-1-1 0,-1 1 0,-1 1 0,-2 0-1,0 0 1,-3 0 0,0 49 0,-3-56-272,-1 0 0,-1-1 0,-1 1 0,-1-1 0,-1 0 0,-1 0 0,-1 0 0,0-1 1,-2-1-1,0 1 0,-1-1 0,-1-1 0,-22 26 0,18-26-340,-1-1 0,-1 0 0,0-2 0,-2 0 0,-29 18 0,-4-5-3045,-3-4-3520,37-15-2194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2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116 125 3824,'1'-4'315,"-1"0"0,1 0-1,0 0 1,1 0 0,-1 1 0,1-1-1,0 1 1,0-1 0,0 1-1,0 0 1,0-1 0,1 1-1,-1 0 1,7-5 3585,-32 3-3127,-78-14 2551,98 18-1101,-10-7-1443,13 8-746,-1 0 0,1 0 0,0 0 0,-1 0 0,1 0 0,-1-1 0,1 1 0,0 0 0,-1 0 0,1-1 0,0 1 0,-1 0 0,1 0 0,0-1 0,0 1 0,-1 0 0,1-1 0,0 1 0,0 0 1,-1-1-1,1 1 0,0-1 0,0 1 0,0 0 0,0-1 0,0 1 0,0-1 0,-1 1 0,1 0 0,0-1 0,0 1 0,0-1 0,1 0 0,5-2-12,0-1 0,1 2 0,0-1 0,-1 1-1,1 0 1,0 0 0,0 0 0,0 1 0,0 0 0,1 1-1,-1 0 1,9 1 0,17 1-18,46 11 0,-35-5-26,3 0 63,808 104-3,794-36 670,9-65-87,-1594-11-602,1435-2 377,1164 2 92,-1851 3-300,787 5-111,511-3 113,-1563-10-202,896-24 128,-380-45-113,-755 50 157,67 12-923,-372 12-33,-32-5-10425,-15-5 3295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8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300 278 9549,'11'-49'779,"-5"26"71,-2 0 0,3-34-1,-7 45-97,-1 0-1,0 0 1,-1 1 0,0-1-1,-4-12 1,-3-15 1673,9 35-1518,-3 7 201,-3 5-777,0 0 1,1 0-1,0 0 0,0 0 1,1 1-1,0 0 1,0 0-1,1 0 0,1 0 1,-4 16-1,1 14 418,-2 52 0,5-48-290,-9 144 741,-35 357 630,-71 5-1111,56-294-420,60-251-292,0 1 0,0-1 0,0 1 0,1-1 0,-1 1 0,1-1 0,0 1 0,1-1 0,-1 1 1,1-1-1,-1 1 0,1-1 0,3 8 0,-3-10-7,1-1 0,-1 1 0,0-1 1,1 0-1,-1 1 0,1-1 0,0 0 1,-1 0-1,1 0 0,0 0 0,0 0 1,-1 0-1,1 0 0,0-1 0,0 1 1,0-1-1,0 1 0,0-1 0,0 0 1,0 0-1,0 0 0,0 0 0,0 0 0,0 0 1,0-1-1,0 1 0,0-1 0,0 1 1,2-2-1,20-5-76,0-1-1,-1-2 1,1 0 0,27-17-1,26-13-77,-33 22 116,1 1 0,1 2 1,0 2-1,1 2 0,0 2 0,1 3 0,0 1 1,0 2-1,0 3 0,0 2 0,-1 1 0,1 3 1,0 2-1,88 27 0,77 55-499,-152-60 47,1-3 0,81 22 0,-127-45 450,1 0 0,-1-2 0,1 0 0,0-1 0,0-1 0,0 0 0,0-1 0,0-1 0,-1-1 0,1 0 0,0-1 0,-1-1 0,25-11 0,-19 6-31,0-2 1,-1 0-1,-1-2 1,0 0-1,-1-1 1,-1-1-1,0-1 0,30-37 1,-26 26-435,26-44 0,-40 59 320,-2 0 1,0 0-1,0 0 1,-1-1 0,-1 0-1,4-16 1,-8 26 130,1 1-1,-1-1 1,0 1 0,-1-1 0,1 1-1,0-1 1,-1 1 0,0-1-1,0 1 1,0 0 0,0-1-1,-1 1 1,1 0 0,-1 0 0,0 0-1,0 0 1,0 0 0,0 0-1,0 1 1,-5-4 0,6 4 28,0 1-1,-1 0 1,0-1 0,1 1 0,-1 0 0,0 0-1,0 0 1,1 1 0,-1-1 0,0 0 0,0 1-1,0-1 1,0 1 0,0 0 0,0-1 0,0 1-1,0 0 1,0 0 0,0 0 0,-3 1 0,-6-1-91,-8 1-79,1 0-1,0 1 1,0 1-1,0 1 1,0 1-1,1 0 1,-1 1-1,1 1 1,1 0-1,-1 1 1,1 1-1,-28 22 1,23-15-61,1 0 1,1 1-1,1 1 0,1 1 1,0 1-1,1 0 1,1 1-1,-21 40 0,35-58 227,-1 0-1,0 0 0,1 1 0,0-1 0,0 0 1,0 1-1,0-1 0,1 0 0,-1 1 1,1-1-1,0 1 0,0-1 0,0 1 1,0-1-1,1 1 0,-1-1 0,1 1 0,0-1 1,0 0-1,0 1 0,1-1 0,-1 0 1,1 0-1,4 6 0,-3-6 14,0 1-1,0-1 1,1 0 0,-1-1-1,1 1 1,0 0-1,0-1 1,0 0 0,0 0-1,0 0 1,1-1 0,-1 1-1,1-1 1,-1 0-1,1 0 1,-1-1 0,1 1-1,6-1 1,27-2-105,1-2 0,-1-1 0,0-2 0,-1-1 0,0-2 0,0-2 0,-1-1 1,61-33-1,-23 5-213,-2-4 1,130-105 0,-147 102 212,-3-3 0,89-108 0,-72 66 460,61-112-1,54-97 3181,-184 301-3562,11-15 1179,-6 18 113,-1 12-461,-3 4-422,-1 0 1,-1 0-1,0 0 1,-1 0-1,-1 0 1,-10 32-1,1 3 210,-107 628 2771,99-511-4969,8 0 0,10 183 0,17-163-2615,7-66-4910,-18-106 1848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29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1281 7465,'45'-120'1045,"-42"108"-724,-1 0-1,1 0 1,-2 0 0,1-23-1,-1 1 505,1 17-305,0 0 0,1 0 0,1 0 1,1 1-1,0-1 0,1 1 0,1 0 0,0 1 0,1 0 0,1 0 0,13-17 0,-15 23-300,0 0 0,0 1 0,1 0 0,1 0 0,-1 1 0,1 0-1,0 0 1,18-8 0,-21 12-143,0 0 0,1 0-1,0 1 1,0 0 0,0 0-1,0 1 1,0 0 0,0 0-1,0 0 1,0 1 0,0 0-1,0 1 1,0 0 0,13 2 0,-18-3-68,0 1 0,0-1 0,-1 0 0,1 1 0,0 0 0,0-1 0,0 1 0,0 0 0,0 0 1,-1 0-1,1 0 0,0 0 0,-1 0 0,1 1 0,-1-1 0,1 0 0,-1 1 0,0 0 0,0-1 1,0 1-1,0-1 0,0 1 0,0 0 0,0 0 0,0 0 0,0 0 0,-1-1 0,1 1 0,-1 0 1,0 0-1,1 0 0,-1 0 0,0 0 0,0 0 0,0 0 0,0 0 0,-1 0 0,1 0 0,-1 0 1,1 0-1,-1 0 0,1 0 0,-1 0 0,-2 3 0,-1 3 7,0 0 0,-1-1-1,0 1 1,-1-1 0,1 0 0,-1 0-1,-1-1 1,-12 11 0,-8 2 4,-1-1 0,-1-2 0,-32 14 0,-98 33 32,120-49 25,20-7-49,16-6-18,7-2-55,113-41-69,219-113 1,-254 108 12,-2-3 1,-3-3-1,92-83 1,-121 90 97,-3-1 1,-1-3 0,45-69 0,90-174 297,-168 277-100,-16 34 90,0-1-269,-240 899-276,166-597-3957,31-107-3713,34-150 2106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0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1193 6477,'16'-20'356,"-7"6"-15,1 1-1,1 1 1,0 0-1,1 0 1,0 1 0,0 1-1,21-14 1,-9 10 759,0 1 0,43-16 0,-59 26-930,0 0-1,0 1 1,0 0 0,0 0 0,1 1-1,-1 0 1,0 0 0,1 1 0,-1 0-1,0 1 1,1 0 0,14 4 0,-21-5-149,0 0 1,0 1 0,0 0 0,0-1-1,0 1 1,0 0 0,0 0 0,-1 0-1,1 0 1,0 1 0,-1-1 0,1 0-1,-1 1 1,1-1 0,-1 1 0,1-1-1,-1 1 1,0 0 0,0 0 0,0-1-1,0 1 1,0 0 0,-1 0 0,1 0-1,0 0 1,-1 0 0,1 0 0,-1 0-1,0 0 1,0 0 0,0 0 0,0 0 0,0 0-1,0 0 1,0 0 0,-1 1 0,1-1-1,-1-1 1,0 1 0,1 0 0,-1 0-1,-2 3 1,-2 5 5,-1 0 0,0 0 0,0-1 0,-1 0 0,-1 0 0,-9 9 0,-11 8 121,-52 35 0,-6 5 39,84-64-180,-1 0 0,1-1 0,0 1 1,1 1-1,-1-1 0,0 0 0,1 0 0,-1 1 0,1-1 0,-2 4 0,3-5-5,0-1-1,0 1 1,-1-1-1,1 1 1,0-1-1,0 1 1,0-1 0,1 1-1,-1-1 1,0 1-1,0-1 1,0 1-1,0-1 1,0 1-1,0-1 1,1 1-1,-1-1 1,0 1 0,0-1-1,1 0 1,-1 1-1,0-1 1,1 1-1,-1-1 1,1 0-1,-1 1 1,0-1-1,1 0 1,-1 0 0,1 1-1,-1-1 1,1 0-1,5 2 6,0-1 0,0 1-1,0-2 1,0 1 0,1-1-1,-1 0 1,10-1 0,-12 1-5,24-2 8,1-1 1,39-10-1,-25 4 2,133-35 96,-102 21-142,88-41 0,-139 52-30,-2-1-1,1-1 1,-2-1 0,0-1-1,-1-1 1,-1 0-1,22-26 1,-37 39 35,0 1 0,-1-1 0,1 0 0,-1 1 0,0-1 0,0 0 0,0 0 0,-1 0 0,1-1 0,-1 1 0,0 0 0,0-1 0,0 1 0,-1-8 0,-6 20 95,6-7-69,-1-1 0,0 1 0,1 0 0,-1-1 0,0 1 0,1 0 0,-1-1 0,0 1 0,1 0 0,-1 0 0,1 0 0,0-1 0,-1 1 0,1 0 0,0 0 0,-1 0 0,1 0 0,0 0 0,0 0 0,0 1 0,0 3 6,0-1-1,1 1 1,-1-1-1,1 1 1,0-1-1,1 1 0,-1-1 1,1 0-1,0 0 1,0 1-1,0-1 1,0 0-1,1-1 1,0 1-1,-1 0 0,2-1 1,-1 0-1,0 0 1,0 0-1,1 0 1,0 0-1,6 3 0,-2-2 51,-1 0-1,1 0 1,1-1-1,-1-1 1,0 1-1,1-1 1,-1-1-1,1 0 1,-1 0-1,1 0 0,14-2 1,32-8 66,-42 6-117,-1 1 0,0 0-1,1 1 1,-1 0 0,24 2 0,8 8-5,0 1 1,73 28 0,-4-1-4,-100-33-9,171 40-125,-158-40 149,-1-2 0,1-1 0,0 0 0,-1-2 1,39-6-1,11-10 45,134-47 1,17-6-38,-197 63 33,-12 4-30,1 0 0,-1-2 1,1 0-1,-1-1 0,-1-1 0,1-1 0,-1 0 0,18-13 1,-23 12 4,1 0 0,-2-1 0,0 0 0,0-1 0,0-1 0,-2 1 0,1-1 0,-2-1 0,10-17 0,-6 7 76,-7 15-29,0 0-1,0-1 0,0 1 1,-1-1-1,2-12 1,-4 18-60,-1 0 0,0 0 0,0 0-1,0 0 1,0 1 0,-1-1 0,1 0 0,-1 0 0,0 0 0,0 0 0,0 0 0,0 1 0,0-1-1,0 0 1,-1 1 0,1-1 0,-1 1 0,0 0 0,0-1 0,0 1 0,-3-3 0,-3-1 16,0 0-1,-1 0 1,0 1 0,0 0 0,0 0 0,-1 1 0,1 1 0,-1-1 0,0 2 0,0-1 0,0 1 0,-1 1 0,1 0 0,0 0-1,-1 1 1,-9 1 0,-2 0-6,0 2 0,1 0 0,-1 1 0,1 1 0,0 1 0,-38 17 0,50-18-39,-1 0 1,0 0 0,1 1-1,0 0 1,1 1-1,-1 0 1,1 1 0,-7 8-1,12-13-12,0 0 0,1 1-1,0-1 1,-1 1 0,1 0-1,0-1 1,1 1 0,-1 0 0,1 0-1,0 0 1,0 0 0,0 0-1,0 0 1,1 0 0,0 1-1,-1-1 1,2 0 0,-1 0-1,0 0 1,1 1 0,0-1 0,0 0-1,2 6 1,-1-5 10,0-1 0,0 0 0,0 1 0,1-1 0,-1 0 0,1 0 0,0 0 0,0-1 0,1 1 0,-1-1 0,1 0 0,0 0 0,-1 0 0,1 0 0,1 0 0,-1-1 0,0 0 0,1 0 0,-1 0 0,1 0 0,-1-1 0,1 0 0,0 0 0,0 0 0,-1-1 0,1 1 0,0-1 0,0 0 0,0 0 0,0-1 0,-1 0 0,1 0 0,0 0 0,6-2 0,10-4 27,-1-1 0,0-1 0,-1-1 1,0 0-1,0-2 0,-1 0 0,-1-1 1,27-25-1,-6 0 200,-1-2 1,43-61-1,86-141 834,-91 128-557,-16 16-56,-41 65-241,1 1 0,1 1 1,46-53-1,-37 53-237,-28 30-12,-1 1 1,1 0 0,0 0 0,-1-1 0,1 1 0,-1 0 0,1 0 0,0 0 0,-1 0 0,1 0 0,0 0 0,-1 0 0,1 0 0,0 0-1,-1 0 1,1 0 0,-1 0 0,1 0 0,0 0 0,-1 1 0,1-1 0,-1 0 0,1 0 0,0 1 0,-1-1 0,1 0 0,-1 1-1,2 0 1,12 11-1378,-13-7 901,0 1-1,0 0 1,-1 0 0,0 0-1,0 0 1,0 0-1,-2 11 1,0 15-2246,6 28-4537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0.3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58 9509,'0'-20'2124,"10"8"2064,-1-2-3283,1 2 331,15 12-1084,4 0-600,-10 6-608,22 8-473,-25-5-927,13 0-1224,18 2-2281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3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13 156 7169,'-2'-3'1832,"1"1"-1475,-1-1 0,1 1 0,0 0-1,0-1 1,0 1 0,0 0 0,1-1 0,-1 1 0,0-1 0,1 1 0,0-1 0,0 1 0,-1-1 0,2 0-1,-1 1 1,0-1 0,0 1 0,1-1 0,-1 1 0,1-1 0,1-3 0,0 4 1498,-1-2-1202,0 1-579,0-1 0,1 0 0,-1 1 0,1-1 1,0 1-1,0 0 0,0-1 0,1 1 0,-1 0 0,1 0 0,0 0 0,0 1 0,0-1 0,0 1 0,0 0 1,0 0-1,1 0 0,-1 0 0,1 0 0,-1 1 0,1-1 0,0 1 0,7-1 0,16-6 47,0 2 0,0 1 0,1 2 0,-1 0-1,1 2 1,0 1 0,50 7 0,-59-5-87,0 2 1,1 0-1,-2 2 0,1 0 1,-1 1-1,0 0 0,0 2 1,-1 0-1,0 1 0,0 1 1,25 22-1,-31-23-21,-1 0 0,-1 1 0,0 0 0,-1 1-1,0 0 1,0 1 0,-2-1 0,1 1 0,5 17 0,-6-11 11,-1 1 0,-1 0-1,0 0 1,-2 0 0,1 38 0,-6-13-137,-2 0 1,-1-1-1,-3 1 0,-1-2 0,-21 54 0,-16 38-2080,-5-2 1,-7-2-1,-86 140 0,79-166-89,5-4-837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3.8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8241,'5'6'127,"-3"-4"-54,0 0-1,-1 0 1,1 0-1,0 0 1,-1 0 0,1 0-1,-1 0 1,0 1-1,0-1 1,0 0-1,0 1 1,0-1 0,0 1-1,-1-1 1,1 1-1,-1 0 1,0-1 0,1 1-1,-1-1 1,-1 4-1,1 1 327,0 0-1,0 0 0,1 0 0,-1 0 1,1 0-1,1-1 0,0 1 0,0 0 1,0-1-1,0 1 0,1-1 1,0 0-1,1 0 0,-1 0 0,1 0 1,1 0-1,-1-1 0,1 0 1,7 7-1,0-1 127,0-1 1,1 0-1,0-1 1,0 0-1,1-1 0,1-1 1,22 9-1,-32-14-539,-1-1-1,1 1 1,0-1 0,-1 0-1,1-1 1,0 1-1,0-1 1,0 0-1,-1 0 1,1 0-1,0-1 1,0 0-1,8-2 1,18-11-2958,1-7-4932,-32 21 7787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5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43 823 3996,'-2'-2'70,"-1"-1"93,1 0 0,-1 1 0,1-1 0,-1 0 0,1-1 0,0 1 1,0 0-1,0-1 0,1 1 0,-1-1 0,1 1 0,0-1 1,0 0-1,0 1 0,0-1 0,1 0 0,0 0 0,-1 0 0,1 0 1,1 1-1,-1-1 0,2-6 0,3-56 3249,-4 42-1833,7-37 0,25-63 3825,-32 121-4370,-2 8-570,-7 28-154,2 1 1,1-1-1,2 1 1,2 58-1,0-47-227,-2 443 613,-26 292-488,27-757-214,1-17 13,0-1 0,1 1-1,0 0 1,0-1-1,0 1 1,1 0 0,2 8-1,-3-14-9,0 1-1,0-1 1,0 0-1,0 1 1,0-1 0,0 0-1,0 1 1,0-1-1,0 0 1,0 0-1,0 1 1,0-1-1,1 0 1,-1 1 0,0-1-1,0 0 1,0 0-1,0 1 1,1-1-1,-1 0 1,0 0 0,0 0-1,1 1 1,-1-1-1,0 0 1,1 0-1,-1 0 1,0 0-1,0 1 1,1-1 0,-1 0-1,0 0 1,1 0-1,-1 0 1,0 0-1,1 0 1,-1 0-1,0 0 1,1 0 0,-1 0-1,0 0 1,1 0-1,-1 0 1,0 0-1,0 0 1,1-1 0,-1 1-1,0 0 1,1 0-1,-1 0 1,1-1-1,16-20-115,12-38-51,70-263-246,-63 187 348,25-76-12,221-719-63,-258 861 178,2 0 0,52-92 0,-72 150 6,1 0 1,0 0-1,1 1 0,0 0 0,1 0 1,15-12-1,-22 19 4,1 1 0,0 0 0,-1 0 0,1 1 0,0-1 0,0 0 0,0 1 1,0 0-1,0 0 0,1 0 0,-1 0 0,0 0 0,0 1 0,1-1 0,-1 1 0,0 0 0,1 0 0,-1 0 1,0 0-1,1 1 0,-1 0 0,0-1 0,0 1 0,1 0 0,-1 0 0,0 1 0,0-1 0,0 1 0,4 2 1,5 6 210,0 0 1,-1 0 0,0 1 0,-1 1-1,0 0 1,15 23 0,44 90 862,-45-80-801,152 345 1307,-28 14-955,-138-373-630,32 99 144,26 146 0,4 137-241,-20-104-902,-32-214-524,49 143-1,-65-224 1050,1 0 0,1 0-1,0-1 1,0 0 0,1 0-1,1 0 1,0-1 0,1 0-1,0-1 1,21 20 0,-26-29-14,-1 0 0,1 0 1,0 0-1,0-1 1,0 0-1,0 1 0,0-1 1,1-1-1,-1 1 1,0-1-1,0 1 0,0-1 1,1 0-1,-1-1 1,0 1-1,0-1 0,1 0 1,-1 0-1,0 0 1,0-1-1,0 1 0,5-4 1,28-13-7899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6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1006 10349,'-6'-11'743,"4"9"-454,1 0 0,0 0-1,0-1 1,0 1-1,0 0 1,0 0-1,1-1 1,-1 1 0,1 0-1,-1-5 1,5 5 1197,39-23-15,-33 20-1299,186-89 2315,226-69-1139,4-2-975,-418 161-366,615-271 255,-494 218-454,-127 56 184,0 1 0,0-1 0,1 0 0,-1 1 0,0-1 0,1 1 0,-1-1 1,0 1-1,1 0 0,-1 0 0,0 0 0,1 1 0,-1-1 0,0 1 0,0-1 0,1 1 0,-1-1 0,0 1 0,0 0 0,4 2 0,-3 0-2,-1-1 1,1 1-1,0-1 0,-1 1 1,0 0-1,0 0 1,0 0-1,0 0 0,0 0 1,0 0-1,2 7 0,0 7-22,0-1-1,0 1 0,-2-1 0,1 24 0,-2-34 17,1 19-87,0 0 0,2-1-1,12 42 1,-12-55 60,0 0 0,1 0 0,0-1 0,0 0 0,1 0 0,1 0 0,0-1 0,0 0 0,0 0 1,10 8-1,-14-14-24,0-1 0,0 1 1,0-1-1,1 0 1,-1 0-1,1-1 1,-1 1-1,1-1 1,-1 1-1,1-1 1,0 0-1,0-1 1,-1 1-1,1-1 0,0 1 1,0-1-1,0 0 1,0-1-1,-1 1 1,1-1-1,0 1 1,0-1-1,0 0 1,-1 0-1,7-4 1,0 1-98,-1-1 1,-1-1 0,1 0-1,-1 0 1,0 0 0,-1-1-1,1 0 1,10-14 0,-9 8 93,1 1 1,0 1-1,1-1 0,1 2 0,-1-1 1,2 2-1,-1 0 0,1 0 1,1 1-1,-1 1 0,2 0 1,-1 1-1,0 0 0,1 1 1,0 1-1,0 0 0,1 1 0,20-1 1,-4 4 183,1 1 1,63 11 0,74 27 127,-123-26-99,91 12-1,-110-22-130,1-1 0,-1-2 0,1-1 0,45-6 0,-45-1-56,0-2 0,-1 0 0,0-2 0,0-1 1,50-32-1,-54 30 28,-10 5-24,2 1-1,0 0 0,30-12 0,-43 21 42,1 1 0,-1-1 0,1 1-1,-1 0 1,0-1 0,1 2 0,-1-1 0,0 0 0,1 1-1,-1-1 1,0 1 0,0 0 0,0 0 0,-1 0 0,1 0-1,2 3 1,23 22-14,-23-21 7,1 1 1,0-1-1,1-1 0,-1 1 0,1-1 0,1-1 0,-1 1 1,0-1-1,1 0 0,0-1 0,0 1 0,12 2 0,2-2 15,0-1 0,1 0-1,-1-2 1,0-1-1,32-3 1,114-24 33,-117 16-30,-1 3-1,74-3 1,-95 10-16,-16 1-83,-1 0 0,0 0-1,1 1 1,-1 0-1,21 6 1,-21-4-142,0 0 1,0-1-1,0 0 0,0-1 1,0-1-1,0 0 0,0 0 1,0-1-1,0-1 0,16-4 1,-9 1 108,0-2 1,-1 0 0,0 0-1,0-2 1,26-17-1,70-58 251,-80 57-188,1 2 0,1 0 0,65-31-1,-27 26-2846,116-32-1,-118 45-796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6.7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9 255 7489,'-8'4'7443,"16"-17"-5653,24-22-1874,2 10-297,-13 8-146,0 1 0,1 1 0,1 1-1,47-21 1,99-19-2041,-52 28-2086,-55 17 1239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36.8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 10093,'0'20'4820,"7"-34"-3528,-1 0 1893,-3 0-2753,0-4-200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49.9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270 172 8737,'-2'-9'1455,"2"0"0,-1 0 1,1-1-1,2-10 0,-2 19-1236,0-1 0,0 1 0,0 0 0,0-1 0,0 1 0,0-1 0,0 1 0,-1 0 0,1-1 0,-1 1 0,1 0 0,-2-3 0,-2-10 711,9-62 4301,-5 72-1189,2 8-3594,3 12-241,-1 1 1,-1-1 0,-1 1-1,0 0 1,-1 0-1,-2 29 1,-15 106 702,-102 382-302,13-79-323,64-144-285,38-263 0,3 0 0,1 0 0,3 0 0,13 71 0,-13-104-41,0 0-1,1 0 1,1 0-1,0-1 1,1 0-1,0 0 1,1 0-1,1-1 1,0 0 0,0-1-1,2 0 1,18 17-1,-16-18-55,1-1 0,1 0 0,0-1-1,0 0 1,1-1 0,0-1 0,0-1-1,1 0 1,0-1 0,0-1 0,18 3 0,-8-4-711,0-1 0,0-2 0,0 0 0,0-2 0,0-1 0,0-1 1,0-1-1,-1-1 0,51-20 0,-54 17-826,-1-2-1,0 0 1,0-2 0,-1 0-1,-1-1 1,32-29-1,-4-7-6923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0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10 338 7157,'-1'-1'199,"0"0"1,0-1 0,0 1 0,0-1 0,0 0 0,1 1-1,-1-1 1,1 1 0,-1-1 0,1 0 0,-1 0-1,1 1 1,0-1 0,0 0 0,0 0 0,0 1-1,0-1 1,0 0 0,1 0 0,-1 1 0,0-1 0,1 0-1,0 1 1,-1-1 0,1 0 0,1-1 0,5-16 1061,-1-14 995,-6 28-1985,1 1 1,0-1-1,0 0 1,0 0-1,0 0 1,1 1-1,0-1 1,2-5-1,3 0-77,0 0-1,0 0 0,1 0 1,0 1-1,1 0 0,0 1 1,0 0-1,12-8 0,-4 5-175,0 2 0,0 0 0,1 1 0,28-9 1,-6 5-899,1 1 1,0 3 0,1 1 0,51-1 0,-55 7-1607,0 1 0,60 10 0,-38 3-3019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0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1 135 9557,'0'0'3148,"12"-14"-1676,4 2-440,0 7 20,3-1-199,16 0-169,25-8-164,-12 2-456,9 4-776,3-9-697,-2 2-579,2-2-2120,-3 9-3073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0.9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14 13013,'1'-11'8266,"-1"10"-8142,0 1 0,-1 0 0,1 0-1,0-1 1,-1 1 0,1 0 0,0 0 0,-1 0 0,1 0 0,-1 0 0,1-1 0,0 1 0,-1 0-1,1 0 1,-1 0 0,1 0 0,0 0 0,-1 0 0,1 0 0,-1 1 0,1-1 0,0 0 0,-1 0-1,1 0 1,-1 0 0,1 0 0,0 1 0,-1-1 0,0 0 0,1 1-73,-1-1 1,0 0-1,0 1 1,0-1-1,1 1 1,-1-1-1,0 1 1,0-1-1,1 1 1,-1-1-1,1 1 1,-1 0-1,0-1 1,1 1-1,-1 0 1,1 0-1,0-1 1,-1 1-1,1 0 1,0 0-1,-1 0 1,1 0-1,0-1 1,0 1-1,-1 0 1,1 0-1,0 0 1,0 0-1,0 0 1,1 1-1,4 8 226,0-1-1,1 0 1,0 0-1,1 0 1,-1-1-1,2 0 1,15 14-1,67 44 62,-65-50-369,128 79-3680,-44-42-2002,-58-29-633,0 4-4011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1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607 26 12669,'-16'-26'5057,"-10"32"-2757,-9 11-312,0 6-352,1 3-368,-11 2-196,-3 12-264,-2 3-163,-4 6-389,6 5-905,4 3-451,-7-8-784,6 5-980,1 9-3417,12-3-5656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1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308 18 7953,'12'-5'2042,"-14"1"1588,-20-1 2673,9 3-6881,10 1 1628,-2 1 52,-4 0-639,3 0-216,1 0 0,-1 0 0,1 0 0,-1 0 1,1 1-1,-1 0 0,1 1 0,0-1 0,-1 1 1,1 0-1,-6 3 0,-3 4 82,1 1 1,0 1 0,1 0-1,0 0 1,1 1-1,0 1 1,1 0-1,1 0 1,0 1-1,0 0 1,2 1-1,-1-1 1,-6 23-1,5-10-187,0 2 0,2-1 0,1 1 1,1 0-1,2 0 0,0 52 0,4-65-423,0-1 0,2 0 0,0 0 0,0 1 0,1-2 0,1 1 0,1 0 0,0-1 0,1 0 0,0-1 0,1 1 0,15 17 0,-10-14-930,1-2 0,1 1 1,21 16-1,-16-17-1971,0 0 0,34 17 1,-18-12-6333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2.0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0 913 5961,'77'0'3195,"-48"2"-1394,40-4 0,-39-1-1304,-15 2-256,0 0-1,0-1 1,-1 0 0,1-2 0,-1 1-1,1-2 1,-1 0 0,-1 0-1,17-10 1,-21 10 67,0-1 1,0-1-1,-1 1 0,0-1 1,11-12-1,-17 15-228,0 1 0,0 0-1,0 0 1,0-1 0,0 1 0,-1-1 0,1 0 0,-1 1 0,0-1-1,0 0 1,-1 0 0,1 0 0,-1 1 0,1-1 0,-1 0 0,-1 0-1,1 0 1,-1-6 0,1 9-66,-1 0 0,1-1 0,0 1 0,0 0 0,-1-1 0,1 1 1,-1 0-1,1-1 0,-1 1 0,1 0 0,-1 0 0,0 0 0,0 0 0,1 0 0,-1 0 0,0 0 0,0 0 0,0 0 0,0 0 0,0 0 0,0 0 0,-1 0 1,1 1-1,0-1 0,0 1 0,0-1 0,-2 0 0,0 1 8,1 0 0,-1 0 0,0 0 0,1 0 0,-1 1 1,0-1-1,1 1 0,-1 0 0,1-1 0,-1 1 0,1 0 0,-5 3 0,-2 1 43,0 1 0,1 0 0,-1 0 0,2 1-1,-15 14 1,9-2 26,0 0 0,2 0 0,0 1 0,1 1 0,1 0-1,-11 35 1,18-46-68,0 0-1,1 0 0,0 1 1,0-1-1,1 1 0,0-1 1,1 0-1,1 1 0,-1-1 1,1 0-1,1 0 1,0 0-1,1 0 0,-1 0 1,2-1-1,0 1 0,0-1 1,0 0-1,1-1 0,0 0 1,1 1-1,0-2 0,0 1 1,1-1-1,0 0 1,0-1-1,1 0 0,-1 0 1,15 6-1,-9-5-16,1-1 1,1-1-1,-1 0 0,1-1 0,0-1 1,0 0-1,0-1 0,0-1 1,0 0-1,0-1 0,0-1 0,0-1 1,32-6-1,-23 3-6,1-1-1,-1-2 1,-1 0 0,1-1-1,-2-2 1,1 0 0,-1-1-1,-1-2 1,-1 0 0,0-2-1,25-22 1,-14 8 5,-1-2 1,-2-1-1,-1-1 1,31-49-1,-26 24 96,-3-1 1,38-108-1,-54 122 123,-1-1 1,-3 0-1,-2-1 1,4-71-1,-9 70 289,-1-61 768,-3 97-963,0 0 0,-1-1 0,0 1 0,-1 0 0,-1 0 0,-5-13-1,8 24-251,1 1-1,-1-1 1,1 1-1,-1-1 1,0 1-1,0 0 1,1-1-1,-1 1 1,0 0-1,0 0 1,0 0-1,0-1 1,-1 1-1,1 0 1,0 0-1,0 1 1,-1-1-1,1 0 1,-2-1-1,2 2-18,0 0 0,0 0-1,0 1 1,0-1 0,0 0-1,0 0 1,0 0-1,0 1 1,0-1 0,0 0-1,0 1 1,1-1 0,-1 1-1,0-1 1,0 1-1,0 0 1,1-1 0,-1 1-1,0 0 1,0-1 0,1 1-1,-1 1 1,-5 5 136,2 1 0,-1-1 0,1 1 0,1 0 0,-6 16 0,-8 37 306,-9 66-1,9-37-299,-21 152-1910,34-194 219,2 0 0,3 1 1,7 51-1,4-15-2812,-1-30-1376,4 11-5203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2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67 11173,'-3'-17'1380,"9"2"-548,1 1-304,12 8-1796,-3 1-2416,6-4-2293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2.7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 13 8261,'-16'-4'586,"8"2"-169,1 0 0,-1 0 1,1 1-1,-1 0 0,0 1 1,1 0-1,-16 1 0,-76 15 5651,96-15-4247,28 5-350,76 7-509,126 1 0,-148-11-734,856 27 1184,-466-17-1157,-259-9-249,166 8 350,-254-3-1582,128 27 1,-240-34 540,-1 0 1,1 1-1,-1 0 0,0 1 1,15 7-1,-6 1-2165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2.9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68 8497,'-37'-48'2559,"34"46"-2134,1 1 0,-1-1 0,0 0 0,0 1 0,0 0 0,0-1-1,0 1 1,-4-1 0,-1-1 3312,20 1-1277,-6 1-2213,-1 1 0,0 1 0,1-1 0,-1 1 0,0 0 1,1 0-1,-1 0 0,0 1 0,0 0 0,5 2 0,53 31 1142,-44-24-983,19 13 16,-1 1-1,-1 2 0,-1 1 1,-2 2-1,0 2 0,-3 0 1,0 2-1,39 62 0,-53-71-275,-2 2 0,0 0 0,-2 0 0,-1 1 0,14 56 0,-21-61-73,0 0 1,-2 0 0,0 0-1,-1 1 1,-2-1-1,0 0 1,-2 0 0,-6 30-1,-2-15-69,-2-1 1,-1 0-1,-1 0 0,-2-1 0,-2-2 1,-33 47-1,-158 183-2657,175-223 1819,-74 76-2358,31-35-550,8 1-3812,34-27-2437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3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35 12477,'-9'-12'4841,"-4"4"-3869,3-4-604,29 9-8417,0 3 424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5.6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0 235 5469,'0'0'160,"1"0"0,-1 1 0,0-1 0,0 1 0,1-1 1,-1 0-1,0 1 0,1-1 0,-1 0 0,1 1 0,-1-1 1,0 0-1,1 1 0,-1-1 0,1 0 0,-1 0 0,1 0 1,-1 1-1,0-1 0,1 0 0,-1 0 0,1 0 0,-1 0 1,1 0-1,-1 0 0,1 0 0,-1 0 0,1 0 0,-1 0 1,1 0-1,-1 0 0,1 0 0,-1 0 0,1-1 0,-1 1 1,1 0-1,-1 0 0,0-1 0,1 1 0,-1 0 0,1 0 1,-1-1-1,0 1 0,1 0 0,-1-1 0,0 1 0,1-1 1,-1 1-1,0 0 0,0-1 0,1 1 0,-1-1 0,8-7 7276,-7 5-6852,4-22 1146,-5 24-1606,0 0 1,-1-1-1,1 1 0,0 0 0,-1 0 0,1 1 0,-1-1 1,1 0-1,-1 0 0,0 0 0,1 0 0,-1 0 0,0 1 0,1-1 1,-1 0-1,0 0 0,0 1 0,0-1 0,0 1 0,0-1 1,0 1-1,0-1 0,-1 0 0,0 0 1397,2-2-1393,-1 1-90,1 0 1,-1-1-1,1 1 1,0 0-1,0-1 1,0 1-1,0-1 1,0 1-1,1 0 0,-1 0 1,1-1-1,-1 1 1,1 0-1,0 0 1,0-1-1,0 1 1,0 0-1,0 0 0,1 0 1,-1 1-1,1-1 1,-1 0-1,4-3 1,-3 3 549,-2 1-643,0 0 58,0 0 1,0 0-1,0 0 1,0 0-1,1 0 0,-1 0 1,0 0-1,1 0 0,-1 0 1,0 0-1,1 0 1,-1 1-1,1-1 0,-1 0 1,1 0-1,0 0 0,-1 0 1,2 0-1,0 0 1,-1 0-1,1 0 0,0 1 1,-1-1-1,1 1 1,0-1-1,0 1 1,0 0-1,-1-1 1,1 1-1,0 0 0,0 0 1,0 0-1,0 0 1,-1 1-1,1-1 1,2 1-1,-1 0 2,-3-2-9,1 0 0,-1 1-1,1-1 1,0 1 0,-1 0-1,1-1 1,0 1-1,-1-1 1,1 1 0,0 0-1,0 0 1,0-1 0,-1 1-1,1 0 1,0 0-1,0 0 1,0 0 0,-1 0-1,2 0 1,16-4 173,25-26-133,-40 30 17,7-9 0,25-10 23,-32 18-8,8-8-63,2-3 931,-12 11-919,0 1 1,0 0 0,-1-1 0,1 1 0,0-1 0,0 1 0,-1 0-1,1-1 1,0 1 0,0 0 0,0 0 0,-1 0 0,1 0 0,0 0-1,0 0 1,0 0 0,0 0 0,0 0 0,-1 0 0,1 0 0,0 0-1,0 1 1,0-1 0,-1 0 0,1 1 0,0-1 0,0 0 0,-1 1-1,1-1 1,0 1 0,-1-1 0,1 1 0,0-1 0,-1 1 0,1 0-1,-1-1 1,1 1 0,0 1 0,0 2 57,-1 0 1,1 1-1,-1-1 1,0 0-1,0 0 0,0 1 1,-1 3-1,0 3-76,-13 99 106,-31 121 0,5-32-78,31-147-304,-33 219-7643,33-190 2600,3 112 1,9-132-5628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7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0 302 4680,'2'0'149,"0"0"-1,-1 1 0,1-1 0,0 0 0,0 0 0,-1 0 0,1-1 0,0 1 0,0 0 1,-1-1-1,1 1 0,0-1 0,-1 1 0,1-1 0,0 0 0,-1 0 0,1 0 0,-1 0 1,5-4 4536,-8-26-2458,2 28-2019,0 0 0,1 0 0,0 0 0,0 1 0,0-1 0,0 0 0,0 0 0,0 1 0,1-1 0,-1 1 0,1-1 0,0 1 0,0 0 0,0-1 0,0 1 0,0 0 0,4-2 0,-3 1 715,-3 2-829,1 0 1,-1-1-1,0 1 0,1 0 0,-1 0 0,0 0 0,0 0 0,0 0 0,0 0 0,0 0 0,0 0 0,0 0 0,0 0 0,0-1 0,-1 1 0,1 0 0,0 0 0,-1 0 0,1 0 1,-1-2-1,-11-19 3124,-21-7 295,31 27-2047,1-13-1332,1 15-112,-1-1-1,1 1 1,0-1-1,0 0 1,0 1-1,0-1 0,-1 0 1,1 1-1,0-1 1,0 0-1,0 1 1,0-1-1,0 1 1,0-1-1,1 0 0,-1 1 1,0-1-1,0 0 1,0 1-1,1-1 1,-1 1-1,0-1 1,1 1-1,-1-1 0,0 0 1,1 1-1,-1-1 1,1 1-1,-1 0 1,1-1-1,-1 1 1,1-1-1,-1 1 0,1 0 1,-1-1-1,1 1 1,-1 0-1,1 0 1,0-1-1,-1 1 1,1 0-1,0 0 0,2-1-13,-1 0-1,1 0 1,-1-1-1,0 1 0,0 0 1,1-1-1,-1 1 0,0-1 1,0 0-1,0 0 1,-1 0-1,1 0 0,0 0 1,1-3-1,-1 3-10,-2-1 15,5-26 0,-4 26 660,5-8-616,0 1-21,-5 9 1218,0-1-1338,1 1 74,0 1 0,0-1-1,0 0 1,0 0 0,0 1 0,0-1-1,0 1 1,0 0 0,0-1-1,0 1 1,0 0 0,0 0 0,3 1-1,19 46-7944,-25-41 1938,-9 9 110,0 1-3434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7:59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790 214 6029,'5'-15'678,"-2"0"0,0-1 1,0 1-1,0-28 0,-4 20 1767,0-1-1,-7-36 0,8 57 601,-1 3-2955,0 1 0,-1-1 0,1 0-1,0 1 1,0-1 0,0 1 0,0-1-1,0 1 1,0-1 0,0 1-1,1 0 1,-1-1 0,0 1 0,0 0-1,0 0 1,1 0 0,-1 0 0,0 0-1,1 0 1,-1 0 0,1 0-1,-1 1 1,-9 25 671,4 16 253,1 0-1,2 81 1,3-92-724,2 206 1146,-16 504 471,-110 163-1306,-78-13-781,17-262-1344,159-545 1055,-104 291-2747,89-264 253,41-109 2631,-1 0 0,0-1 0,0 1 1,0 0-1,0-1 0,-1 1 0,1-1 0,-1 0 0,1 1 0,-1-1 1,0 0-1,0 0 0,0 0 0,-3 2 0,-3 0-4925,16-26-3070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0.0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191 12 3740,'-51'-9'1110,"41"7"-127,10 3-918,0-1 1,0 1-1,-1-1 1,1 1-1,0 0 1,-1-1-1,1 1 1,-1-1-1,1 1 1,-1-1-1,1 1 1,-1-1-1,1 1 1,-1-1-1,1 1 1,-1-1-1,0 0 1,1 1 0,-1-1-1,0 0 1,1 0-1,-2 1 1,1-1 22,0 1 1,0-1-1,0 0 1,0 1-1,0-1 1,0 1 0,0-1-1,0 1 1,1 0-1,-1-1 1,0 1-1,0 0 1,1-1 0,-1 1-1,0 0 1,1 0-1,-1 0 1,1 0-1,-1 0 1,0 1 0,-27 145 3469,23-127-3319,0-1 0,-2 0-1,0-1 1,-1 1 0,-15 25 0,14-33-263,8-10 73,1-1 0,-1 0 0,1 1 0,-1-1 0,1 1 1,-1 0-1,1-1 0,-1 1 0,1-1 0,-1 1 0,1 0 0,0-1 0,-1 1 0,1 0 0,0-1 0,-1 1 0,1 0 0,0-1 0,0 1 0,0 0 0,0 0 1,0-1-1,0 1 0,0 0 0,0 0 0,0-1 0,0 1 0,0 0 0,0 0 0,0-1 0,1 1 0,-1 0 0,0-1 0,1 1 0,-1 0 0,0-1 0,1 1 1,-1 0-1,1-1 0,-1 1 0,1-1 0,0 1 0,1 1 19,0-1-1,-1 0 1,1 0 0,0 0 0,0 0 0,0 0-1,0 0 1,0 0 0,1-1 0,-1 1-1,0-1 1,0 1 0,0-1 0,0 0 0,5 0-1,37-5 188,-22 2-63,405 10 965,-234 2-1198,279 6 206,1113 25 109,1782-10-57,-2968-27-182,1667 26 371,-1057 12 681,-676-6-509,-183-17 224,-145-17-227,10 4-565,-15-5-7,1 1 1,-1-1-1,1 0 0,-1 1 0,1-1 0,-1 0 1,1 0-1,-1 1 0,1-1 0,-1 0 0,1 0 1,-1 0-1,1 0 0,0 0 0,-1 0 0,1 0 1,-1 0-1,1 0 0,-1 0 0,1 0 0,0 0 1,-1 0-1,1 0 0,-1 0 0,1-1 0,-1 1 1,1 0-1,-1 0 0,1-1 0,-1 1 0,1 0 1,-1-1-1,1 1 0,-1 0 0,1-1 1,-1 1-1,0-1 0,1 0 0,0 0 14,0-1 1,0 1-1,0-1 0,0 1 1,0-1-1,0 1 0,0-1 1,-1 0-1,1 1 0,-1-1 1,1 0-1,-1 0 0,0 0 1,0 1-1,0-1 0,0 0 1,0 0-1,0 1 0,-1-4 1,1-4-81,0 6 195,0 3-209,-1 0 74,1 0 1,-1 0-1,0 0 1,1-1-1,-1 1 1,1 0-1,-1 0 1,1-1-1,-1 1 1,1 0-1,0-1 1,-1 1-1,1 0 1,-1-1-1,1 1 1,0 0-1,-1-1 1,1 1-1,0-1 1,-1 0-1,0 0-64,1 0-1,-1 1 1,1-1-1,-1 0 1,0 1 0,1-1-1,-1 0 1,0 1-1,1-1 1,-1 1 0,0-1-1,0 1 1,0-1-1,0 1 1,1 0 0,-1-1-1,0 1 1,0 0-1,-1-1 1,-23-3-1701,-11-1-1012,8 8-2800,-3 7-3444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1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105 164 4216,'-6'0'660,"1"0"0,0 0 0,0 0-1,0-1 1,0 1 0,-6-2-1,-27-2 1907,35 5-1056,0 1-751,-3 2-425,-6 8 871,12-12-1166,0 1 1,1 0-1,-1-1 1,1 1-1,-1 0 1,1-1-1,-1 1 1,1-1 0,0 1-1,-1 0 1,1-1-1,0 0 1,-1 1-1,1-1 1,0 1-1,-1-1 1,1 0 0,0 1-1,0-1 1,0 0-1,-1 0 1,1 0-1,0 0 1,0 0-1,0 0 1,0 0-1,40 9 769,-1-2 0,60 3 0,88-7-67,-102-3-503,967-19 1046,-522 3-1125,1767 6 329,105 91 954,-1733-55-622,-210-8-87,1892 82 3738,-2063-94-3699,-80-16-28,-164 3-684,-1-2-1,82-28 1,-58 16-35,307-90-157,-149 19-1704,-206 78 465,-20 14 1306,1 0 1,-1-1-1,0 1 0,0-1 0,1 1 1,-1-1-1,0 1 0,0-1 0,0 1 1,0-1-1,0 1 0,0-1 0,1 1 1,-1-1-1,0 1 0,0-1 0,0 1 0,-1-1 1,1 1-1,0 0 0,0-1 0,0 1 1,0-1-1,0 1 0,-1-1 0,-1-3-355,-1 1-1,0 0 0,0 0 0,0 0 0,0 1 0,-1-1 1,-6-3-1,2 0-64,-4-2-1394,-1 1 0,0 0 0,-1 0 0,-18-5 0,-18-1-7663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1.9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1189 129 3820,'-25'-40'4535,"25"39"-4465,0 0 0,0 0 0,0 0-1,0 0 1,0 0 0,0 0 0,1 0-1,-1 0 1,0 0 0,1 0 0,-1 0-1,1 0 1,-1 0 0,1 0 0,0-1 0,7-15 924,-7 12-588,1-1 0,0 1 0,0 0 1,1-1-1,-1 1 0,1 0 0,0 1 1,7-9 2393,-20 192 1537,-126 679 1028,-43-9-3885,-116 258-712,-26-190-516,288-829-205,-20 46 5,-88 158 1,105-236-279,35-55 188,1 0 0,0-1 0,0 1 1,0-1-1,0 1 0,0-1 0,1 1 0,-1 0 0,0-1 1,0 1-1,0-1 0,0 1 0,1-1 0,-1 1 0,0-1 1,0 1-1,1-1 0,-1 1 0,0-1 0,1 1 0,-1-1 1,1 0-1,-1 1 0,0-1 0,1 0 0,-1 1 0,1-1 1,-1 0-1,1 1 0,-1-1 0,2 0 0,-1 0-14,-1 1-1,1-1 1,0 0-1,0 0 1,0 0-1,0 0 1,0 0-1,0 0 1,0 0-1,0 0 1,0-1-1,0 1 1,0 0-1,0-1 1,0 1-1,0 0 1,0-1-1,0 1 1,0-1-1,-1 0 1,1 1 0,0-1-1,0 0 1,-1 1-1,1-1 1,0 0-1,0-1 1,23-31-1112,-13 17 394,70-100-6160,-59 82 2809,16-23-5874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3.2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899 279 3572,'31'0'771,"-24"0"-80,-20-6 499,-28-13 8378,41 15-9329,1 1 1,0-1-1,0 1 0,0 0 0,0-1 1,0 1-1,1 0 0,-1 0 0,1 0 1,4-5-1,27-34 901,-13 18-647,-12 13-324,1-3 91,2 0 0,0 0 0,0 1 0,1 0 0,1 1 0,24-18 0,-36 29-243,0 1 1,0-1-1,0 0 0,-1 1 1,1-1-1,0 0 0,-1 0 1,1 0-1,0 0 0,-1 0 1,1 0-1,-1 0 0,1 0 1,-1 0-1,0 0 0,0 0 1,1 0-1,-1-2 1,3-3 147,8 12 12,-10-4-150,0-1-1,0 1 1,0 0 0,0-1-1,0 1 1,0 0-1,0 0 1,-1-1 0,1 1-1,0 0 1,-1 0-1,0 0 1,1 0 0,-1 0-1,0 0 1,0 0 0,0 2-1,-6 38 351,3-23-174,-75 434 2766,-30-5-2111,91-383-733,-369 1200 521,176-652-644,115-332-67,-80 403 1,169-653-92,-1-1-65,-2 32 0,9-54 37,-1 0 1,1 0-1,0 0 1,1 0-1,0 0 0,0 0 1,1 0-1,0-1 1,4 10-1,-5-15 124,0 0 0,0 0-1,0 0 1,0 0-1,0-1 1,0 1 0,1 0-1,-1-1 1,1 1 0,-1-1-1,1 1 1,-1-1-1,1 0 1,0 0 0,0 0-1,0 0 1,0 0-1,0 0 1,0 0 0,0-1-1,0 1 1,0-1 0,0 1-1,0-1 1,0 0-1,0 0 1,0 0 0,1 0-1,-1 0 1,0 0-1,0-1 1,0 1 0,0-1-1,0 1 1,4-2 0,8-4-327,0-1 0,0 0 1,0 0-1,14-12 0,1 1-539,-15 10-27,-1 0-1,0 0 1,0-1-1,18-17 1,-24 19-358,-1-1 0,1 0 0,-2 0 0,11-17 1,-1-6-5166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4.5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872 278 4296,'2'-5'306,"0"0"-1,0 0 1,0 0-1,1 1 1,-1-1-1,1 1 1,0-1-1,1 1 1,-1 0-1,1 0 1,5-4-1,-6 6 709,-1 0 18,4-4-58,-1 1-1,0-1 0,0-1 0,6-8 1,12-12 776,-20 24-1629,0 1 1,-1-1-1,1 0 1,0 0-1,-1 0 1,4-6 0,34-98 2831,-40 106-2916,1 1 1,-1-1 0,0 0 0,0 0 0,1 1 0,-1-1 0,0 0 0,1 0 0,-1 1 0,1-1 0,-1 0 0,1 1 0,-1-1 0,1 0 0,-1 1 0,1-1 0,0 1 0,-1-1 0,1 1 0,0-1 0,-1 1-1,1 0 1,0-1 0,0 1 0,-1 0 0,1 0 0,0-1 0,0 1 0,0 0 0,-1 0 0,1 0 0,0 0 0,0 0 0,0 0 0,0 0 0,-1 0 0,1 0 0,0 1 0,1-1 0,0 1 9,-1 1 0,1-1 0,-1 0 0,1 1 0,-1-1 0,1 1 0,-1-1 0,0 1 0,0-1 1,0 1-1,0 0 0,0 0 0,0 0 0,0 0 0,0 2 0,1 6 138,0 0-1,-1 0 1,0 0 0,-1 0-1,-2 18 1,1 0 163,-8 95 1413,-48 237 0,18-151-984,-17 146 15,-51 305-17,-29-5-317,-43 38-320,-41-13-352,-7-49-492,201-557 546,23-65 117,-3 7-75,1 1-1,-5 22 0,10-36 13,-1 0 0,1 0 0,-1 1-1,1-1 1,0 0 0,0 0 0,0 0-1,1 1 1,-1-1 0,1 0 0,0 0-1,0 0 1,0 0 0,0 0 0,0 0-1,1 0 1,-1 0 0,1 0 0,2 2-1,-4-4 49,1 0 0,0-1 0,0 1 0,-1-1 0,1 1 0,0-1 0,0 1 0,-1-1 0,1 0-1,0 1 1,0-1 0,0 0 0,0 1 0,0-1 0,0 0 0,0 0 0,0 0 0,-1 0 0,1 0-1,0 0 1,0 0 0,0 0 0,0 0 0,1-1 0,1 0-101,0 0 0,0-1 0,-1 1 0,1-1 0,0 1 1,-1-1-1,5-4 0,2-3-738,0-2 0,14-18 0,46-70-7903,-31 37-1016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4.8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1 4112,'-48'5'3121,"42"12"-2933,3 1-44,-10-7-264,-3 3-116,-3-11-148,3 3-184,-3-6-1857,0 3 1577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5.0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17 3820,'41'-8'3389,"-60"8"-3217,-3-3-36,-3 0-668,-1 0-1505,4 3 73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5.4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1006 68 5000,'-49'-39'7287,"47"38"-6009,2 0-1079,-1-1 1,0 1-1,1 0 0,-1 0 1,1 0-1,-1 0 1,1 0-1,0-1 1,0 1-1,-1 0 1,1 0-1,0-1 1,0 1-1,0-2 1,-1-4 1717,-9 16-725,5-1-878,1 1-1,-1-1 1,1 1-1,1 0 0,0 0 1,0 1-1,1-1 1,-3 20-1,-7 24 725,-155 550 3643,40-143-3808,-253 841-2569,177-399-2185,197-877 3544,-3 22 25,11-17-3165,15-47-842,6-13-369,-3-9-2697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6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38 2636,'0'-15'520,"-7"4"-628,1 0-796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6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421 3 4328,'-13'-2'1347,"10"1"-200,-1 1-107,-41 6 2757,42-6-3679,1 1 0,-1 0-1,0 0 1,1 0 0,-1 1-1,1-1 1,-1 0-1,1 1 1,-1 0 0,1-1-1,0 1 1,0 0 0,0 0-1,-3 5 1,-3 4-5,0 0 0,-1-1 0,0 0 0,0 0 0,-1-1 0,0-1 0,-20 14 0,-89 44 54,80-46-61,37-19-101,-11 6 92,0 0-1,0 1 1,-11 10 0,24-17-56,0 0 1,1 0-1,-1 0 1,0 0-1,1 0 1,-1 0 0,1 0-1,-1 0 1,1 0-1,-1-1 1,1 1-1,0 0 1,0 0-1,-1 0 1,1-1-1,1 2 1,-2-2 12,2 2-30,0-1-1,0 1 0,0-1 0,0 1 0,0-1 0,0 0 0,0 0 1,0 1-1,1-2 0,-1 1 0,0 0 0,1 0 0,-1-1 0,1 1 1,-1-1-1,1 0 0,-1 0 0,0 0 0,3 0 0,12 1 49,878 30 687,-650-29-700,480-3-89,-154-1 146,2052 39 62,-2177-26-141,2812 53 860,-1312-66 131,-1828 3-1523,-94 0-2800,0 1-3315,-50-4 662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8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175 347 4844,'19'-20'6024,"-11"1"-4368,-8 15 2900,-64 116-2393,41-75-1902,2 1 0,-19 48 0,39-84-253,-18 36 127,12-23-112,0 1 0,0-1 0,-5 21 0,12-34 132,10-19-186,109-173 14,83-123 132,-178 279 35,31-33 1,-47 58-44,1 0 1,0 1-1,0 0 0,1 0 1,0 1-1,1 0 1,-1 1-1,19-7 1,-27 12-83,0 0 0,1 0 0,-1 1 0,0 0 0,1-1 0,-1 1 0,1 0 1,-1 0-1,0 0 0,1 0 0,-1 1 0,1-1 0,-1 1 0,0-1 0,1 1 1,-1 0-1,0 0 0,0 0 0,0 0 0,1 0 0,-1 0 0,0 1 0,-1-1 0,1 1 1,0-1-1,0 1 0,-1 0 0,1 0 0,-1 0 0,1 0 0,-1 0 0,2 3 0,2 4 93,-1-1 0,-1 1 0,1 0 0,-1 0 0,-1 0-1,0 0 1,2 16 0,-1 34 342,-8 110-1,-2-24-448,23 194-4517,-11-289 2775,4 31-1401,-1-20-3665,-5-38 1495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8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23 115 7625,'-22'5'4928,"31"-16"-3504,-2-3 688,15 5-1331,16-2-181,3 5-100,7 0-236,12-5-320,7-3-528,6 5-544,9 3-273,4-2-483,-6 2-1940,2-3-2549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9.0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55 4144,'29'-14'1535,"-23"11"5324,-8 1-5612,-3-9 159,1 3-3967,6 18 679,4 1-303,-3-24-661,-3 9 2828,3-16-2697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9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270 355 9177,'7'-16'1138,"3"-7"347,-8 8 7536,2 129-6627,-10 119-7014,7-140-265,0-39 1510,-1-51 2289,-1-1 129,-9 14 87,10-16 870,0 0 0,0 0 0,0 0 0,0 0 0,-1 0 0,1 0 0,0 0 0,0 0 0,0 0 0,-1 0 0,1 0-1,0 0 1,0 0 0,0 0 0,-1 0 0,1 0 0,0 0 0,0 0 0,0 0 0,0 0 0,-1 0 0,1-1 0,0 1 0,0 0 0,0 0 0,0 0 0,-1 0 0,1 0 0,0 0 0,0-1 0,0 1 0,0 0 0,0 0 0,0 0 0,-1 0 0,1-1 0,0 1-1,0 0 1,0 0 0,0 0 0,0-1 0,-7-34 963,6 25-810,-5-30 644,-2-11 189,1 0 0,3-1 0,2 1 1,7-76-1,7 46 503,3 1-1,46-136 1,-60 213-1377,7-3-74,-7 5-26,-1 1-1,1-1 1,-1 0-1,1 1 1,0-1-1,-1 1 1,1-1-1,0 1 1,0-1-1,-1 1 0,1-1 1,0 1-1,0-1 1,0 1-1,-1 0 1,1 0-1,0 0 1,0-1-1,0 1 1,0 0-1,0 0 1,0 0-1,1 0 1,70 57 76,-47-39-10,0 2 0,38 38 0,-49-40-50,-1 1-1,-1 0 1,0 1 0,-2 0 0,0 1 0,6 21 0,-4-13-21,1 0 0,20 33 0,25 15-3,-22-33-250,-34-40 217,0-1-1,-1 1 0,1-1 0,-1 1 0,1 0 0,-1 0 0,0 0 0,0 0 0,-1 0 0,1 0 0,-1 0 0,0 0 0,0 0 1,0 0-1,-1 0 0,1 0 0,-1 0 0,0 0 0,0 0 0,0-1 0,-1 1 0,0 0 0,1 0 0,-5 5 0,0-1-6,-1 0-1,0-1 1,0 0-1,0 0 1,-1-1-1,0 0 1,0 0-1,-1-1 1,-14 7-1,-12 4-15,-43 13 0,44-18 5,-64 22-337,-112 21-1,104-34-2403,-1-4-3664,84-15 1257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09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187 18 7281,'13'-18'10716,"-14"21"-9757,-3 3-590,0 0 0,0 0 0,0 0 0,-1 0 0,1-1 0,-1 1 0,-1-1 0,1-1 0,-10 8 0,-24 21 652,27-20-763,1 0 0,0 1 0,0 0 0,1 1 0,1 0 0,1 0-1,-9 21 1,14-26-266,0 0-1,1 0 0,-1 0 1,2 0-1,0 1 0,0-1 1,1 1-1,0-1 0,1 1 1,0-1-1,0 0 0,1 1 1,5 14-1,1-5-349,0-1 0,1 0 0,1 0 0,1-1 0,1 0-1,0-1 1,1 0 0,1-1 0,0-1 0,1 0 0,1-1 0,0-1 0,30 19 0,-6-8-1318,1-2 1,0-1-1,2-3 0,0-1 1,54 13-1,16-3-5882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0.2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266 48 5581,'-16'-3'386,"4"2"399,-1-1 0,1-1 1,-1 0-1,1-1 0,-18-8 0,-12-8 6344,40 21-6885,0 1 0,0-1-1,1 0 1,-1 1 0,0-1 0,1 1-1,-1-1 1,1 1 0,0 0 0,-1 0 0,0 3-1,0-3 93,-9 16 337,0 0 1,2 1 0,0 1-1,1 0 1,0 0-1,2 0 1,-6 35-1,3 1-870,-2 92-1,14 12-4383,0-127-90,9 36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0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553 263 4404,'-43'-119'1411,"42"117"-1285,0-1 0,0 1 0,0-1 0,0 0 0,1 1 0,-1-1 0,1 0-1,0 0 1,0 1 0,0-1 0,0 0 0,0 1 0,0-1 0,2-5 0,0-5 694,-13-44 3425,11 55-3910,0 0 1,1-1 0,0 1 0,-1 0 0,1 0 0,0 0 0,0 0 0,0 0 0,1 0 0,-1 0 0,0 1 0,3-4 0,15 33 28,-1 0 0,-2 0 0,0 2 0,-2 0 0,-2 1 0,0 0 0,-2 1 0,-2 0 0,0 0 0,-3 1 0,0 0 0,-3 0 0,-1 57 0,-3-59-448,-1 1-1,-2-1 1,-1 0 0,-2-1 0,-1 1 0,-1-2 0,-1 1 0,-2-1 0,-1-1-1,-1 0 1,-1-1 0,-2-1 0,-1-1 0,-35 38 0,25-35-748,-1-1-1,-1-2 1,-1-1 0,-52 30-1,57-39-957,0-2-1,-1-2 0,-50 16 0,-9-7-4870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2.2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 4752,'9'-6'2228,"16"-4"10932,-18 8-12231,-1 0-3774,-2 2 2019,-23 0-13588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2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25 6185,'5'12'1268,"-2"-12"680,-1-21 946,-2 19-1552,1 0-41,12-9 4611,-6 13-2255,-6 0-3397,0 1-1,-1-1 1,1 1-1,-1-1 0,1 1 1,-1-1-1,0 1 1,0 0-1,-1 4 0,-11 66 360,-5-14 13,8-27-1046,-6 35 1,4-20-1756,-16 48 0,-7 27-7971,24-59 77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3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119 106 8505,'10'-15'1567,"1"-1"0,0 2 0,1 0 0,15-14 0,-1 14-68,-18 11-1181,-5 2 42,15 4 88,-17-3-437,0 0 0,0 1-1,0-1 1,0 0 0,0 1 0,0-1-1,0 1 1,0 0 0,0-1-1,-1 1 1,1-1 0,0 1 0,0 0-1,-1 0 1,1 0 0,0-1 0,-1 1-1,1 0 1,-1 0 0,1 0 0,-1 0-1,1 0 1,-1 2 0,1 0 14,-1 0 0,1 0-1,-1 0 1,0 0 0,0 0 0,0 0 0,-1 0 0,0 4 0,-2 6-38,-1 0 0,0-1 0,-7 14 0,-7 7 78,-1-1 0,-1-1 0,-37 44 1,-23 33 272,69-93-209,6-8-25,-1 1 0,1 0 0,0 0 1,-5 13-1,9-19-84,0 0 1,1-1-1,-1 1 1,1 0-1,-1 0 1,1-1-1,0 1 1,0 0-1,0 0 1,0 0-1,0-1 1,0 1-1,0 0 1,1 0-1,-1 0 1,0-1-1,1 1 1,0 0-1,-1-1 1,1 1-1,0 0 1,0-1-1,0 1 1,0-1-1,0 1 1,0-1-1,1 0 1,-1 0-1,0 1 1,2 0-1,5 3-28,1 0 1,0-1-1,0 0 0,0 0 0,0-1 0,1 0 1,-1 0-1,1-1 0,-1-1 0,13 1 0,108 0-1312,-93-3 578,132-11-3920,-88 5 338,14 0-2837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4.7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89 5176,'-5'-1'354,"0"1"-1,0-1 0,0 0 1,1-1-1,-1 1 0,0-1 1,1 0-1,-1 0 0,-7-5 0,10 6 768,-20-2 1185,6 0 247,21-14-1390,-4 15-1122,0 0 1,-1 1-1,1-1 0,0 0 1,0 1-1,0-1 1,0 1-1,1-1 0,-1 1 1,0 0-1,0-1 0,1 1 1,-1 0-1,1 0 0,-1 0 1,1 0-1,0 0 0,-1 0 1,1 1-1,3-2 0,45-7 388,106 1-127,192 15 0,-245-3-271,448 21 61,387 12 163,2944 132 1231,-2553-73-1102,-215-14-271,-557-41-140,573 31 545,359-35 1008,-1045-45-1268,-54-1-80,-300 8-163,65 2-59,69 19-6,-135-17 17,-87-3 21,0-1 0,1 1 0,-1-1-1,0 0 1,0 0 0,0 0 0,0 0 0,0-1-1,0 1 1,0 0 0,3-4 0,-1 2-62,-3 2 63,-1 0 0,1-1 0,-1 1 0,0 0 0,0 0 0,1 0 1,-1 0-1,0-1 0,0 1 0,0 0 0,-1 0 0,1 0 0,0 0 0,0-1 1,0 1-1,-1 0 0,1 0 0,-1-1 0,0 1-8,-1-6-12,0 1 0,-1 0 0,0 0 0,0 0 0,-1 0 0,1 0 0,-1 1 0,-7-7 0,-13-23-141,16 22 135,0-1-1,2 0 1,0-1 0,-7-23-1,13 35-7,0 1 0,0-1 0,0 0 0,1 1-1,-1-1 1,1 0 0,0 1 0,0-1 0,0 1 0,0-1-1,0 1 1,0 0 0,1-1 0,-1 1 0,1 0 0,0 0-1,-1 0 1,1 0 0,0 0 0,0 1 0,3-3 0,11-13-1311,-13 13 937,0-1 0,-1 1 0,0-1 0,0 1 0,0-1 0,2-7 1,9-22-5527,1 11-1216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7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28 752 5224,'-1'0'78,"1"-1"-1,0 1 1,-1-1-1,1 1 0,0-1 1,-1 1-1,1-1 0,-1 1 1,1 0-1,-1-1 0,1 1 1,-1 0-1,1-1 0,-1 1 1,1 0-1,-1-1 0,0 1 1,1 0-1,-1 0 0,1 0 1,-1 0-1,0 0 0,1 0 1,-1 0-1,1 0 0,-1 0 1,0 0-1,1 0 0,-1 0 1,1 0-1,-1 0 0,0 0 1,1 1-1,-1-1 0,1 0 1,-1 0-1,1 1 1,-1-1-1,1 0 0,-1 1 1,0 0-1,-4 10 4583,9-21-4231,0 1 0,0 0 0,1 0 0,0 0 0,1 0 0,0 1 1,0 0-1,0 0 0,1 1 0,1 0 0,14-11 0,14-10 246,55-30-1,-53 35-263,157-87 341,2-2-1212,114-69-4209,-287 168 4117,115-72-5726,-70 47 427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7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42 423 5404,'-35'-2'1821,"28"1"5096,33-6-4383,325-72 759,907-158-3938,-1168 221-478,116-22-1943,-71 7-3115,-80 19 211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7.5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 9317,'-19'74'2400,"-6"-34"-248,3-5-296,2 2-283,5-3-101,5 9-552,-6 3-164,7 5-140,5 6-124,4 6-140,0-3-240,0 3-548,7 5-660,2-2-684,4 3-464,0-3-2593,-1 2-3804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8.1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267 16 6793,'-1'0'169,"1"0"0,-1-1 0,1 1 0,-1 0 0,0-1 0,1 1 0,-1 0 0,1 0 0,-1-1 0,0 1 0,1 0 0,-1 0 0,0 0 0,1 0 0,-1 0 0,0 0 0,1 0 1,-1 0-1,0 0 0,1 1 0,-1-1 0,0 0 0,1 0 0,-2 1 0,-24 12 1792,-20 24-108,28-16-1409,2 0-1,0 1 1,-19 36 0,-56 92-1477,89-148 930,7-3-96,46-13 146,-1-2 1,-1-3 0,79-41-1,25-9 56,208-79 1434,-348 143-1327,-11 4-75,-1 0-1,1 0 1,0 0-1,0 1 0,0-1 1,1 0-1,-1 1 1,0 0-1,0-1 0,0 1 1,4 0-1,-5 1-18,0-1-1,0 1 0,0 0 1,0 0-1,0 0 1,0 0-1,0 0 1,0 0-1,0 0 0,-1 0 1,1 0-1,0 0 1,-1 0-1,1 1 0,-1-1 1,1 0-1,-1 0 1,1 1-1,-1-1 1,0 0-1,0 1 0,0-1 1,0 0-1,0 3 1,2 24 115,-2 1 1,-1 0-1,-8 52 1,-1 4 133,10-79-257,-4 51 147,4 68 1,1-109-159,1-1 0,0 0 0,1 0 0,0 0 0,1 0 0,1-1 0,0 1 0,1-1 0,13 22 0,-18-35 44,0 1 0,0 0 0,0-1 1,0 1-1,0-1 0,0 0 0,0 1 1,1-1-1,-1 0 0,0 0 0,1 0 1,2 2-1,-3-3-20,-1 0 0,0-1 0,1 1 0,-1 0 0,0-1 0,0 1 0,1-1 0,-1 1 0,0 0 0,0-1 0,0 1 0,1-1 0,-1 1 0,0 0 0,0-1 0,0 1 0,0-1 0,0 1 0,0-1 0,0 1 0,0-1 0,0 1 0,0-1 0,0 1 0,0 0 0,0-1 0,-1 1 0,1-1 0,0 0 0,-2-6 56,1 0-1,-1-1 1,0 1 0,-7-13 0,4 13-155,1 0 0,0-1 1,0 1-1,1-1 0,0 0 0,-4-16 0,6 19-31,1 0 0,0 1 0,0-1 0,1 0-1,-1 1 1,1-1 0,0 0 0,0 1-1,1-1 1,-1 1 0,1-1 0,0 1-1,0 0 1,5-6 0,5-10-329,2 2 0,0 0-1,1 1 1,1 0 0,30-24 0,102-66-1443,-10 9 859,-132 92 925,1 1 1,1 1-1,-1-1 0,11-4 0,-15 8-59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8.3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1 4484,'6'31'3058,"-21"-24"-1458,-8 4 74,8-3-589,29-5-1690,-11-3 272,-1 0 0,1-1 0,-1 1 0,1 0 0,-1-1 0,1 1-1,-1-1 1,0 0 0,1 0 0,-1 0 0,0 0 0,0 0 0,3-2 0,11-6-3316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18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 3824,'32'-32'440,"-23"24"-2008,1-4 784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0.8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248 46 4836,'7'-1'8092,"15"-12"-6006,-19 7 4474,-3 4-6489,0 1 1,1-1-1,-1 1 0,-1 0 1,1-1-1,0 1 0,0-1 1,0 1-1,-1-1 0,1 1 1,-1 0-1,1-1 0,-1 1 1,0 0-1,-1-3 0,2 4-21,0 0-1,-1 0 0,1 0 0,-1-1 1,1 1-1,-1 0 0,1 0 1,-1 0-1,1 0 0,-1 0 1,1 0-1,-1 0 0,1 0 0,0 0 1,-1 0-1,1 0 0,-1 0 1,1 1-1,-1-1 0,1 0 0,-1 0 1,1 0-1,-1 1 0,1-1 1,0 0-1,-1 1 0,1-1 1,0 0-1,-1 1 0,-5 5 330,0 0-1,0 0 0,-8 14 1,13-19-411,-12 21 555,1 0 0,0 1 0,-12 37 0,7-18-103,-17 48 81,4 1 0,4 1 0,-14 100 0,32-149-430,3-1 1,1 1-1,2 0 0,7 84 1,-3-109-48,1 0 0,1 0-1,0-1 1,2 0 0,0 0 0,0 0 0,2 0 0,0-1 0,1 0-1,0-1 1,1 0 0,1-1 0,1 0 0,18 18 0,-22-24-24,0-2 1,0 1 0,1-1-1,0-1 1,0 0 0,0 0-1,1 0 1,-1-1 0,1-1-1,0 0 1,1 0-1,-1-1 1,0 0 0,1 0-1,-1-2 1,1 1 0,-1-1-1,1-1 1,10-1-1,-2-1-1,0-1-1,-1-1 1,1 0-1,-1-2 1,-1 0-1,1-1 1,31-19-1,-27 9-63,-1-1 0,0 0 0,-1-2 0,-1 0 0,-1-2 0,-1 0 0,-1 0 0,-1-2 0,-2 0 0,0 0 0,18-53 0,-18 36-92,-2 0 1,-2-1 0,-1 0 0,-2-1-1,-3 1 1,-1-1 0,-4-49 0,-1 64 35,0-1-1,-2 1 1,-13-42 0,13 55 77,-1 0-1,-1 0 1,-1 0-1,0 1 1,-1 0-1,0 1 0,-15-18 1,5 10-223,-1 1 1,0 1-1,-2 1 1,-37-26-1,55 43 148,-1 0 0,1 0 0,-1 0 0,1 1 1,-1-1-1,0 1 0,1 0 0,-1 1 0,0-1 0,0 1 0,1 0 0,-1 0 0,0 0 0,0 1 1,0 0-1,1 0 0,-1 0 0,1 0 0,-1 1 0,1 0 0,-7 3 0,6-3-243,0 1-1,0 0 0,0 1 1,0-1-1,0 1 0,1 0 1,-1 0-1,1 0 0,0 1 1,1-1-1,-1 1 0,1 0 1,0 0-1,0 0 1,0 1-1,-2 6 0,-2 23-5345,3 4-3522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1.1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3 9213,'-25'-3'2348,"12"17"-184,4 1 1593,-14-7-2173,7 1-164,-6 5-144,-13 9-228,16-3-216,-6 3-180,-1 0-212,4 8-620,3 1-320,-3-1-728,3 0-1060,-7-2-940,4 8-1897,16 0-4076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1.5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0 11725,'-34'12'2028,"27"-9"2747,21 31-1239,-13-20-3120,-1-1-1,-1 1 1,0 0-1,-4 17 1,2-13-4,1 1 1,0 25 0,2-44-413,1 54 524,3 0 1,14 74-1,-14-111-559,0-1 0,1-1 1,0 1-1,2-1 0,0 0 1,0 0-1,2-1 0,-1 0 1,2 0-1,0-1 0,1 0 0,15 14 1,-14-16-126,0-1 0,1 0 0,0-1 0,1 0 0,-1-1 1,18 6-1,-25-11 129,0-1 1,0 0-1,1 0 1,-1-1-1,1 0 0,0 0 1,-1-1-1,1 1 1,0-1-1,-1-1 1,1 1-1,0-1 1,-1 0-1,1-1 1,-1 0-1,0 0 0,9-4 1,-6 2 162,0-1 0,0 0 0,-1-1 0,1 0 0,-2 0 0,1-1 0,0 0 0,-1 0 0,-1-1 0,1 0 0,-1 0 0,-1 0 0,1-1 0,-1 0 0,-1 0 0,0 0 0,4-12-1,14-39 1498,-22 59-1573,1 0 0,0-1 0,0 1 0,0 0 0,0-1 0,0 1 0,0 0 0,1 0 0,-1 0 0,0 0 0,1 0 0,-1 0 0,2 0 0,1-2 364,-23 35-237,11-20-361,0 0 0,1 0 0,1 1 0,0 0-1,-7 25 1,-27 100-4507,7-28-5768,19-53-580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2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611 133 10769,'2'-5'399,"0"0"1,-1-1-1,1 1 1,-1 0 0,0-1-1,-1 1 1,1-1-1,-1 1 1,0-1-1,0 1 1,-1-1-1,0 1 1,0 0-1,0-1 1,-1 1-1,1 0 1,-1 0-1,0 0 1,-6-9-1,6 12-249,0 0 0,-1 1 0,1-1 0,-1 1 0,1 0 0,-1-1 0,0 1 0,1 1 0,-1-1-1,0 0 1,0 1 0,-4-1 0,2 0 108,-2 0-138,0 1 0,0-1-1,-1 1 1,1 1 0,0 0 0,0 0 0,-1 0-1,1 1 1,0 0 0,0 0 0,1 1 0,-1 0-1,0 0 1,-10 7 0,3-1 32,1 0 0,0 1 1,0 1-1,1 0 0,-18 21 0,21-21-102,1 1 1,0-1-1,1 1 0,1 0 0,0 1 1,0 0-1,1 0 0,1 0 1,0 0-1,1 1 0,0-1 0,1 1 1,0 0-1,2 0 0,-1 0 0,2-1 1,2 22-1,4 2-67,2 0 0,1 0 1,1-1-1,30 61 0,-34-82-51,-1 0 0,-1 0 0,0 1 0,0-1 0,-2 1 0,0 0 0,-1 0 0,0 1 0,-2-1 0,0 0 0,0 0 0,-2 0 0,0 1 0,-1-1 0,0-1 0,-1 1 0,-1 0 0,-1-1 0,0 0 0,-1 0 0,0-1 0,-17 25 0,3-15 18,-1-1-1,0-1 1,-2-1 0,-1 0 0,0-2 0,-49 27-1,69-43 104,0 0 0,0 0 0,-1-1 0,1 0 0,-1 0 0,0-1-1,1 1 1,-1-1 0,0-1 0,-7 1 0,12-1-17,-1 0 0,0 0 0,0 0 0,1 0 0,-1 0 0,0-1 0,0 1 0,1-1 0,-1 1 0,0-1 1,1 0-1,-1 0 0,0 0 0,1 0 0,-1 0 0,1 0 0,0 0 0,-1 0 0,1 0 0,0-1 0,0 1 0,0 0 0,0-1 0,0 1 0,0-1 0,0 0 0,0 1 0,0-1 1,1 0-1,-1 1 0,1-1 0,-1 0 0,1 0 0,0 1 0,0-4 0,-1-5 85,2 1-1,-1-1 1,1 0 0,1 0 0,-1 1-1,2-1 1,-1 1 0,1-1 0,1 1-1,0 0 1,5-8 0,10-16 8,35-47 0,-25 41-128,100-118-1325,-62 80 247,76-85-3152,-46 58-4205,-61 64 313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2.2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1 8573,'13'6'2400,"-26"5"-216,7 6-184,0 3-223,-7-8-265,0-1-308,-6 3-244,-3 3-176,6 3-160,-9 18-32,2-10-500,4 1-464,-6-1-864,3-2-916,3 5-3497,-4 1-4660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3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363 58 6817,'1'-3'384,"0"1"0,0-1 0,-1 1 0,1-1 0,0 1 0,-1-1 0,0 0 0,0 1 0,0-1 0,0 0 0,0 1 0,-1-5 0,0-12 7482,-23 27-6707,-1 7-755,1 0 1,1 2-1,0 1 0,1 1 1,-19 21-1,17-17-102,-4 4 69,2 1 0,-42 57 0,63-77-309,0 1 1,1 0-1,0 0 1,0 0-1,1 0 1,0 1-1,0 0 0,1-1 1,1 1-1,0 0 1,0 0-1,1 0 1,0 0-1,0 0 0,1 0 1,1 0-1,0 0 1,0-1-1,6 16 1,6 11 80,2-1 0,2 0 0,37 55 0,-25-42-107,-15-24-16,-1 1 0,-2 0 0,0 1 0,15 51 1,-24-64-39,0 0 0,-1 0-1,-1 1 1,0-1 0,-1 0 0,0 0 0,-1 1 0,0-1 0,-1 0 0,-1 0 0,0 0 0,-8 20 0,4-17-25,-1 0 0,-1-1 0,0 0 0,0-1 0,-2 0 0,0-1 1,-16 16-1,6-9-561,0-2 1,-2 0-1,-36 22 1,56-38-330,5-9 385,0 1-1,0 0 1,1 0 0,0 0-1,0 1 1,0-1 0,1 1-1,0-1 1,5-4-1,47-41-4394,-38 36 2236,19-16-3883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3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 8385,'38'9'1980,"22"-21"-412,-12 9-172,0 6-140,2 0-232,11 3-187,12 5-157,3 1-120,3-1-160,10 6-408,3 0-400,-3 0-320,0 1-301,3-1-227,-9 3-184,-13-3-248,-4-9-1708,-2 4-1753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3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9 6837,'-10'0'581,"6"0"-267,0 1 1,0-1 0,0-1-1,0 1 1,0 0-1,1-1 1,-1 0 0,0 0-1,0 0 1,-4-2-1,5 1 2944,11 3-2754,0 0 1,1 1-1,-1-1 1,-1 1-1,1 1 1,0 0-1,0 0 1,-1 0-1,0 1 1,0 0-1,11 8 0,1 3-56,-1 0-1,30 31 0,-34-30-333,0 0 0,-1 1 0,-1 0-1,-1 1 1,-1 1 0,0 0 0,-1 0 0,-1 0 0,-1 1 0,-1 1 0,0-1 0,-2 1 0,4 33 0,-6-9-88,-1 0 1,-2 0-1,-2 0 0,-3 0 0,-16 68 0,-78 210-4841,94-305 4243,-13 44-1708,-1 1-3679,7-26-714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3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8745,'51'-48'1832,"-13"48"-500,25-3-268,-22 3-200,-2 3-240,8 2-700,4 1-592,70-3-4224,-55-3-949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3.9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476 1 12817,'-42'21'2276,"34"-19"-1701,0 1 0,1 1 0,-1 0-1,1 0 1,0 0 0,0 1 0,0 0 0,1 1-1,-1-1 1,-9 13 0,-90 170 5879,53-89-5059,-79 156 432,122-235-1761,1 2 1,1-1-1,1 1 0,1 0 0,1 0 0,1 1 0,1 0 1,1-1-1,1 1 0,1 0 0,4 31 0,-2-40-92,1 0 0,0-1-1,1 1 1,0-1 0,1 0 0,0 0-1,2-1 1,-1 1 0,1-1 0,1-1-1,0 1 1,1-1 0,0-1-1,0 0 1,1 0 0,1-1 0,0 0-1,0 0 1,21 11 0,-15-11-62,1 0 1,31 11-1,-42-18 61,0 0 0,1-1 1,-1 1-1,1-1 0,-1-1 0,0 1 0,1-1 0,-1-1 1,1 1-1,7-3 0,-14 3 18,1 0 0,-1-1-1,1 1 1,-1 0 0,0-1 0,1 1 0,-1-1 0,0 0-1,0 1 1,1-1 0,-1 0 0,0 0 0,0 0 0,0 0-1,0 0 1,0 0 0,0 0 0,0 0 0,0 0 0,0 0 0,-1-1-1,1 1 1,0-2 0,0 1-13,-1 0 0,0 0 0,1 0 0,-1-1-1,0 1 1,-1 0 0,1 0 0,0 0 0,-1 0 0,1-1-1,-1 1 1,1 0 0,-2-3 0,-3-4-123,0 0 0,-1-1 0,1 2 0,-11-13 0,5 8-345,0 1 1,-1 0-1,0 1 1,-1 1-1,0 0 0,-19-11 1,-26-8-3206,-4 5-5091,41 15-1870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4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122 10 5973,'-12'-3'904,"0"1"0,0 0 0,0 1 0,0 0 0,0 1 0,0 0 0,-22 3 0,31-2 1699,3 0-2514,0 1 0,1-1 0,-1 1 1,1 0-1,-1-1 0,1 1 0,0-1 0,-1 0 0,1 1 0,0-1 0,0 1 0,0-1 0,0 0 0,0 0 1,0 0-1,1 0 0,-1 0 0,0 0 0,0 0 0,1 0 0,-1 0 0,1 0 0,-1-1 0,1 1 1,-1 0-1,4 0 0,47 10 476,-36-9-319,612 101 2125,6-41-2186,-453-47-71,1999 152-787,8-34 37,-122-7 903,-1912-114-7,-34-2 144,170-6 1,-267-5-356,0-2-1,-1 0 1,30-9 0,-51 12-68,1 0-1,-1-1 1,0 1 0,0 0 0,1-1 0,-1 1 0,0-1-1,0 0 1,0 1 0,0-1 0,0 0 0,0 0 0,0 0-1,0 0 1,0 0 0,0 0 0,0 0 0,-1 0 0,1 0 0,0 0-1,-1 0 1,1 0 0,-1 0 0,1-1 0,-1 1 0,0 0-1,1 0 1,-1-1 0,0 1 0,0 0 0,0-1 0,0 1 0,0 0-1,0 0 1,0-1 0,0 1 0,-1 0 0,1 0 0,0-1-1,-1 1 1,1 0 0,-1 0 0,0 0 0,1-1 0,-1 1 0,0 0-1,-1-2 1,-3-4-280,0 0 0,0 1 0,-1-1 0,0 1 0,0 0 0,-8-5 0,-26-17-3578,-58-29-1,11 9-4287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5.2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10 178 4888,'3'-75'1201,"-15"64"-281,15-15-272,3 1 328,-6 5-900,3 0-600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5.7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464 14 6149,'4'-5'196,"3"-4"1567,-8 13 633,-4 27-251,6 24-372,-2 0-1,-14 91 0,-35 110 296,49-250-2027,-61 269 1083,-37 177-296,12-52-1890,10-53-2139,16 4-4591,45-224 804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6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18 270 6353,'-3'-3'315,"1"-1"0,0-1 1,0 1-1,0 0 0,1 0 0,-1-1 1,1 1-1,0-1 0,0 1 1,1-1-1,-1 0 0,1 1 1,0-1-1,1 1 0,-1-1 1,1 0-1,-1 1 0,1-1 0,1 1 1,1-5-1,0 3-153,1 0 0,-1 0-1,2 0 1,-1 1 0,1-1-1,-1 1 1,1 0 0,1 1-1,-1-1 1,1 1 0,11-7 0,8-1-85,0 0 1,1 1-1,1 2 1,-1 1-1,40-7 1,24-1 122,155-5 0,102 21 15,925 97 141,-1 85-192,-1104-156-119,1281 208 38,1 0 150,-632-117-268,1-36 127,-349-70-153,110 9-730,76 51 758,-504-62 624,-150-9-583,1-1 1,0 1-1,-1-1 1,1 0-1,-1 1 1,1-1-1,-1 0 1,1 0-1,-1 0 1,1 0-1,-1 0 0,0 0 1,1-1-1,-1 1 1,0 0-1,1-3 1,16-21 126,-10 13-84,0 0 1,1 1 0,0 1-1,1-1 1,0 1 0,0 1-1,1 0 1,1 1 0,-1 0-1,1 0 1,0 1 0,1 1-1,0 0 1,0 1 0,0 0 0,1 1-1,-1 1 1,25-4 0,-36 7-54,-1 0 0,1 0 0,0 0 0,0 0 1,-1 0-1,1 1 0,0-1 0,-1 0 1,1 1-1,-1 0 0,1-1 0,-1 1 0,1 0 1,-1 0-1,1-1 0,-1 1 0,1 0 0,-1 1 1,2 1-1,19 26 60,-14-18-48,-5-7 115,0 1 0,0-1 0,0 0 0,0 1 0,-1-1 0,3 8-1,-4-9 733,-1 7-141,0-9-660,-1 0-1,1 0 1,0 1-1,0-1 1,0 0-1,-1 0 1,1 0-1,1 1 1,-1-1-1,0 0 0,0 0 1,0 0-1,0 0 1,1 0-1,-1 1 1,1-1-1,-1 0 1,1 0-1,1 2 1,14-3 82,0 0 1,0-1-1,0 0 1,0-2-1,19-4 1,51-7 13,-79 14-148,1 0 0,-1 0 0,0 0 1,1 1-1,-1 0 0,0 1 0,1-1 0,-1 1 0,8 4 0,-12-4-2,1 0 0,-1 1 0,1-1 0,-1 1 0,0 0 0,0 0 0,0 0 0,0 0 0,-1 0 0,1 1 0,-1-1 0,0 1 0,0 0 0,0 0 0,0 0 0,-1 0 1,0 0-1,1 0 0,-1 5 0,3 9 13,-2 1-1,1 35 1,-3-53-14,-3 91 64,-5-1-1,-26 127 0,-4-37-37,-7-3-1,-9-2 1,-7-2-1,-113 225 1,35-110-7,-176 339 16,303-608-28,0 2 0,2-1 1,0 2-1,1-1 0,2 1 1,0 0-1,-6 44 0,13-64 1,-1-1-1,1 1 0,0-1 0,0 0 0,0 1 0,1-1 0,-1 1 0,1-1 0,-1 0 0,1 1 0,0-1 0,0 0 0,0 1 1,0-1-1,0 0 0,0 0 0,1 0 0,-1 0 0,1 0 0,0 0 0,-1-1 0,1 1 0,0 0 0,0-1 0,0 1 1,0-1-1,0 0 0,0 0 0,0 0 0,1 0 0,-1 0 0,0 0 0,3 0 0,32 10 144,-19-8 36,-15-4-176,0 0 0,0 0 1,0 1-1,0-1 0,0 1 0,0-1 0,0 1 1,0 0-1,5 1 0,-8 0-15,1 0-1,0 0 1,-1 0-1,1 0 0,0 0 1,-1 0-1,1 0 1,-1 0-1,0 0 1,1 0-1,-1 0 1,0 0-1,0 1 1,0-1-1,0 0 0,0 0 1,0 0-1,0 0 1,0 1-1,0-1 1,-1 2-1,-10 9 24,0-1-1,-1 0 1,-14 10 0,14-11-35,-13 12-3,2 1-1,-35 42 0,-15 29 71,71-92-86,0 0 102,-22 12 277,22-13-226,-3-1-52,-21-4-42,-47-14 1,-4-2-129,-612-87-4001,-10 57-5787,429 44 2591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29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866 111 3016,'29'-23'3297,"-29"15"-2756,1 0-1,0 0 0,1 0 1,2-7-1,1-4 4964,-5 18-5372,0 0 0,0-1 1,0 1-1,0 0 0,0-1 1,0 1-1,0 0 0,0-1 1,0 1-1,-1 0 0,1 0 1,-1-1-1,1 1 0,-1 0 0,0-2 1,-8 15 3591,-7 36-1117,16-46-2995,-49 145 1411,-6 25 129,5 26-199,-57 207-29,8-67-517,-87 281-33,-3 11-193,109-351 14,17-64 30,63-214-258,0 1 0,0-1 1,0 0-1,0 1 0,0-1 1,1 1-1,-1-1 1,0 0-1,1 0 0,-1 1 1,1-1-1,0 0 1,-1 0-1,1 1 0,0-1 1,0 0-1,0 0 1,0 0-1,0 0 0,0 0 1,0 0-1,0-1 0,1 2 1,2-4-99,0-1 0,-1 1 1,1-1-1,-1 1 0,0-1 1,0 0-1,0-1 0,0 1 1,2-4-1,0 2-64,40-49-2238,16-18-1976,-17 26-2755,-12 18-1574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0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 0 10441,'-11'4'383,"0"-1"1,0 2-1,0-1 0,1 1 0,0 1 1,0 0-1,0 0 0,0 1 1,1 0-1,-9 10 0,17-15-248,-1 1-1,0 0 0,1 0 1,-1-1-1,1 1 1,0 0-1,0 0 0,0 0 1,0 0-1,1 0 0,-1 0 1,1 1-1,0-1 1,0 0-1,0 0 0,0 0 1,1 5-1,1 1 63,0-1-1,1 1 1,0-1 0,5 10 0,0-2-57,1-1 0,1-1 0,1 1 0,0-2 0,0 1 0,2-2 1,-1 0-1,2 0 0,0-1 0,0-1 0,26 15 0,6-1 20,0-1 1,85 27-1,-31-19-520,0-5 0,2-4 0,1-5 0,0-4 0,1-5 0,0-4 0,0-5 0,124-17 0,-162 8-110,0-4 1,-2-2-1,109-42 0,-70 13 202,134-79 0,-199 102 635,-13 6 163,1 1 0,0 2 0,1 0 0,29-9 0,-54 22-477,-1-1 0,1 1 0,-1-1 0,0 1 0,1 0 0,-1 0 0,1-1 0,-1 1 0,1 0 1,-1 0-1,1 0 0,-1 1 0,1-1 0,-1 0 0,1 0 0,-1 1 0,0-1 0,1 1 0,-1 0 1,1-1-1,-1 1 0,0 0 0,2 1 0,-1 0-7,-1 0 0,0-1-1,0 1 1,0 0 0,-1 0 0,1 0-1,0 0 1,-1 0 0,1 0 0,-1-1 0,0 1-1,0 1 1,0-1 0,0 0 0,0 3 0,-2 10 89,-1 1 0,0-1 0,-9 26 0,8-29-81,-7 18-144,-1-1 1,-1 0-1,-1 0 1,-2-2-1,-30 41 1,-111 120-6677,133-162 4812,-50 56-5990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1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0 9149,'-4'14'4272,"5"11"-2458,0 0-820,-31 109 2981,-13 123-444,-25 225-2366,67-462-1252,-24 286-2531,0-104-2173,7-130 1424,2-28-1781,9-24-757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1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0 504 9957,'14'-45'844,"-11"31"-432,1 1 0,1-1-1,0 1 1,1 0 0,0 0 0,10-13 0,-7 13 90,1 1 0,0 1 0,1-1 1,1 2-1,0 0 0,20-14 0,-10 8-68,12-9 5,2 2 0,1 2 0,1 1 0,72-27 0,-34 22-279,129-25-1,-125 36-740,1 4-1,-1 4 1,1 3 0,0 4-1,0 3 1,0 3-1,131 31 1,-182-31 191,0 2 0,0 1 0,-1 2 0,0 0 0,26 17 0,-45-23 235,0 0 0,-1 0 0,0 1 0,-1 0 0,1 1 0,-1 0 0,-1 0 0,1 0 0,-1 1 0,-1 0 1,0 1-1,0 0 0,-1 0 0,0 0 0,-1 0 0,0 1 0,3 11 0,-6-13 8,0-1-1,-1 1 1,1 0-1,-2-1 1,1 1 0,-1-1-1,-1 1 1,1-1 0,-1 1-1,-1-1 1,-5 13-1,-2 1-416,-1 0 0,-28 38-1,-30 28-1344,-17 8-103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1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0 6957,'-209'123'1380,"152"-77"-12,15-3-92,14-9 20,12-5-400,10-15-116,12 14-108,16 7-116,13-15-108,29-3 4,15-11-200,23-9-175,15-9-418,23-5-419,12-6-440,4-11-740,12-3-1620,10 5-2065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2.5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75 575 5493,'6'-46'2188,"-5"44"-1851,1-1 1,-1 1 0,1 0-1,-1 0 1,1-1-1,0 1 1,0 0 0,0 0-1,0 1 1,3-3-1,-10-7 574,5 11-850,0-1 0,0 0-1,0 1 1,-1-1 0,1 0 0,0 1-1,0-1 1,0 0 0,-1 1 0,1-1-1,0 1 1,0-1 0,-1 0 0,1 1-1,-1-1 1,1 1 0,0-1 0,-1 1-1,1-1 1,-1 1 0,1 0-1,-1-1 1,0 1 0,1 0 0,-1-1-1,1 1 1,-2-1 0,-38 6 630,38-4-656,1 0-1,-1 0 1,0 1 0,1-1-1,-1 1 1,0-1-1,1 1 1,0-1-1,-1 1 1,1 0 0,0-1-1,0 1 1,0 0-1,0 0 1,0 0-1,0 0 1,0 3 0,-1-2 78,-2 6-23,1 0 0,0 1 0,0-1 0,1 1 0,0-1 0,0 1 0,1 0 0,0 0 0,1 0 0,1 0 0,-1 0 0,1 0 0,1-1-1,0 1 1,0 0 0,8 18 0,-1-5-64,-6-16 9,0 0-1,0 0 1,0-1-1,1 1 1,4 5 0,-2-11 1,4-3-38,-1 1 9,-1-1 0,0 0 0,0-1 0,0 0 0,9-4 0,19-12-214,2 2 0,0 2 1,1 2-1,0 1 0,1 2 0,0 1 1,52-3-1,-63 11 8,-22 2 305,0-1 0,0-1 1,0 1-1,0-1 0,0 0 0,0 0 1,0-1-1,-1 0 0,1 0 1,-1-1-1,1 0 0,-1 0 1,11-7-1,8-9 181,-11 9-188,0-1 1,0 2 0,1 0 0,31-13-1,13 2-47,1 2 0,111-16 0,131 3-655,-272 28 487,0 0 0,0-2 0,0-2 0,-1 0 0,39-16 1,110-62-45,-165 80 169,1-1 0,-1 2 0,1 0 0,0 1 0,0 0 0,0 1 0,1 0 0,17 1 1,14 3-357,56 9 0,-70-7-142,-17-2 366,223 19-2542,-218-21 2590,0-1-1,0-1 0,0-1 1,0 0-1,-1-2 0,35-12 1,0 0-637,0 3 0,2 2 0,100-9 0,-117 16-895,-29 3 2354,-1 0 0,1 0 0,-1-1 0,0-1 0,1 1 0,-1-2 0,15-9 0,0 0-1028,-1 2 0,1 0 1,1 2-1,0 1 0,37-9 1,14-6-781,72-27-3161,-65 28 680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2.6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9 6633,'-41'-9'1020,"25"18"520,-6-9-992,0 0 288,3 0-636,-4-3-284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2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21 6541,'-38'5'1440,"22"4"1608,-6-12-2652,-1-3-624,4-8-956,-3 3-1792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6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1079 463 4580,'-23'-14'1337,"22"13"-1270,1 0-1,0 1 1,0-1 0,-1 0-1,1 0 1,0 1-1,0-1 1,0 0 0,0 1-1,0-1 1,0 0-1,0 0 1,0 1-1,0-1 1,0 0 0,1 0-1,-1 1 1,0-1-1,0 0 1,1 1 0,-1-1-1,0 0 1,1 1-1,-1-1 1,1 1-1,-1-1 1,1 1 0,-1-1-1,1 1 1,0-2-1,1 0 730,-3-11 50,0-1 0,-1 0-1,-3-14 1,4 26-500,0-43 1614,-1 18 7,5 24-1796,0 0 1,0 0-1,0 0 1,1 0-1,-1 1 0,6-4 1,-2 1-19,1-5 175,0 1-1,-1-1 1,0-1-1,-1 0 0,0 0 1,0 0-1,-2 0 1,1-1-1,5-24 1,-8 30-258,-1-1 0,1 0 1,-1 0-1,0 0 1,-1-1-1,0 1 0,0 0 1,0 0-1,-1 0 1,-3-11-1,4 16-59,-1 0-1,0 0 1,0 0 0,0 0-1,0 0 1,0 1 0,0-1-1,0 0 1,-1 1-1,1-1 1,0 1 0,-1-1-1,1 1 1,-1 0 0,0 0-1,-3-2 1,3 2-5,-1 0 0,0 0-1,0 0 1,0 1 0,0 0 0,0-1 0,0 1 0,0 0-1,0 0 1,0 1 0,0-1 0,0 1 0,1-1 0,-7 3-1,-11 4 32,0 2 0,1 0 1,0 1-1,0 1 0,1 1 0,1 0 0,-31 28 0,-2 9 90,-49 62-1,68-74-84,2 1 0,1 1 0,3 2 0,1 0 0,2 2 0,-25 69-1,37-83-29,2 1 0,0 0 0,3 0-1,0 1 1,2 0 0,1 0 0,2 0-1,1 0 1,1-1 0,2 1 0,9 36-1,9 6 2,3-1 0,52 102 0,24 67 23,-92-214-34,-2 0 0,-1 1 0,-1 0 0,-1 0 0,-1 0 0,-2 0 0,-1 1-1,-1-1 1,-7 41 0,3-46 1,-1 0 0,0 0 0,-2-1 0,-1 0 0,-1 0 0,0-1-1,-2 0 1,0-1 0,-1 0 0,-1-1 0,-1-1 0,-22 22 0,4-8 19,-1-2-1,-2-1 1,-45 28 0,3-13 23,-2-3-1,-97 34 1,141-61-72,30-11-169,-1-1 0,1 0-1,0-1 1,-1 1 0,-11 0-1,17-2 150,1 0 0,-1 0 0,1 0 0,-1 0-1,1 0 1,-1 0 0,0 0 0,1 0-1,-1 0 1,1-1 0,-1 1 0,1 0 0,-1 0-1,1 0 1,-1-1 0,1 1 0,-1 0-1,1-1 1,-1 1 0,1 0 0,-1-1-1,1 1 1,0-1 0,-1 0 0,1 0-32,0 0 1,0 0-1,0 0 0,0 0 1,0 1-1,0-1 1,1 0-1,-1 0 1,0 0-1,1 0 0,-1 0 1,1 0-1,-1 0 1,1 1-1,-1-1 0,1 0 1,-1 0-1,1 1 1,0-1-1,0 0 0,25-27-3078,1 1-1,50-39 1,-4 18-3791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7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261 660 6665,'3'-4'276,"-1"-1"0,0 0-1,-1 0 1,1 0 0,-1 0 0,0 0 0,0 0 0,0-7 0,1 5 15,1-1 1,0 1-1,0 0 0,0 0 1,1 0-1,0 1 0,0-1 0,7-8 1,1-1 36,72-97 1675,-32 47-194,-33 35-1058,-18 28 104,-3 9-390,-134 247 2378,33-69-1847,65-111-714,3-7-66,3 1 0,2 2 0,-25 87-1,49-131-177,-7 21 79,-13 91 0,24-118-85,1-1-1,0 1 0,1 0 0,1-1 0,1 1 0,1-1 0,9 37 0,-8-45-23,0-1 1,0 1-1,1 0 0,0-1 1,0 0-1,1 0 0,0-1 1,1 0-1,0 0 0,0 0 1,1-1-1,0 0 0,0 0 1,1-1-1,16 9 0,-15-10 0,0-1-1,1-1 1,0 0-1,0 0 1,-1-1-1,2 0 0,-1-1 1,0 0-1,0-1 1,0 0-1,0-1 0,0 0 1,13-3-1,4-2-32,0-2 0,0 0 0,-1-2 0,26-13 0,-6-1-91,-2-3 0,-1-1 0,-1-2 0,-2-2 0,-1-2 0,-2-2 0,-1-1 0,43-56 0,-26 21-106,-3-2 1,-4-3-1,-2-1 1,34-87-1,-58 115 146,-3-1 1,-2 0-1,-2-2 1,11-80-1,-20 91 41,-2-1 0,-2 0-1,-2 0 1,-2 0-1,-1 0 1,-13-49 0,15 81 27,-1 0 0,-1 0 1,0 1-1,-1-1 0,1 1 1,-2 0-1,0 0 1,0 1-1,-1 0 0,0 0 1,0 0-1,-1 1 1,-14-12-1,16 15 24,-1 1 0,1 0 0,-1 0 1,0 1-1,0 0 0,0 0 0,0 1 0,0-1 1,-1 2-1,1-1 0,-1 1 0,1 0 0,-1 1 0,0-1 1,1 2-1,-1-1 0,1 1 0,-1 0 0,0 1 1,1-1-1,-9 5 0,0 0 42,1 1 0,0 1 0,0 1 0,1 0 0,0 1 0,1 0 0,0 1 0,0 0 0,1 1 0,1 1 0,0 0 0,-12 19 0,-3 8 61,2 0 0,2 2 0,-21 55 0,9-7 5,4 3-1,-24 117 1,54-210-124,-54 271 126,17 80-3,22-160-77,7-125-55,-2-1 0,-3 0 1,-2-1-1,-4 0 0,-2-2 0,-3 0 0,-3-2 0,-2-1 0,-3-1 1,-57 79-1,58-96-165,-67 97-1806,96-137 1799,1 1 0,0 0 0,-1 1 0,1-1 0,0 0 1,0 0-1,1 0 0,-1 1 0,0-1 0,1 0 1,-1 1-1,1-1 0,0 0 0,0 5 0,0-6 93,1 0-1,-1-1 0,0 1 1,1-1-1,-1 1 0,1 0 1,-1-1-1,1 1 1,-1-1-1,1 1 0,-1-1 1,1 0-1,0 1 1,-1-1-1,1 1 0,0-1 1,-1 0-1,1 0 0,0 1 1,0-1-1,-1 0 1,1 0-1,0 0 0,-1 0 1,1 0-1,0 0 0,0 0 1,-1 0-1,2 0 1,8-2-1054,1 0 1,-1 0-1,0-1 1,16-7-1,-26 10 1119,51-22-6606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7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621 0 8889,'1'1'194,"1"0"1,-1 0 0,0 0-1,0 0 1,0 0 0,0 0-1,0 0 1,0 1 0,0-1-1,-1 0 1,1 1 0,0-1-1,-1 0 1,1 1-1,-1-1 1,1 1 0,-1-1-1,0 0 1,1 1 0,-1-1-1,0 1 1,0-1 0,0 1-1,0-1 1,-1 1 0,1-1-1,0 1 1,0-1-1,-1 2 1,-14 63 893,9-45-172,-19 70 375,-3-3 0,-41 87 0,-101 164-45,83-190-901,-49 92 209,116-200-317,2 1 0,1 0 0,-20 89 0,34-118-201,2-1 0,-1 1 0,2-1 0,-1 1 0,2 0 0,0-1 0,0 1 0,1-1 0,1 1 0,0-1 0,0 0 0,1 0 0,1 0 0,0 0 0,1-1 0,0 0 0,1 0 0,0-1 0,0 1 0,1-2 0,1 1 0,-1-1 0,2 0 0,-1-1 0,1 0 0,0-1 0,17 10 0,-8-7-245,-1-2 1,1 0 0,1 0 0,-1-2 0,1-1 0,0 0-1,26 2 1,16-1-1717,66-3-1,-79-5-2008,63-11 1,-35 1-4405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8.0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902 1 6165,'1'45'568,"1"5"617,-3 0 1,-8 57 0,-4-5 1537,-6 0 0,-61 195 0,-180 322 221,213-513-2708,-20 45-14,-153 364-152,169-376-1406,-60 253-1,111-392 1332,-24 146-2045,22-131 1091,1 1-1,1-1 0,1 0 0,0 0 0,1 1 0,0-1 1,7 22-1,8 1-5581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8.6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1 645 5284,'0'-4'188,"1"0"0,-1-1-1,1 1 1,0 0-1,1 0 1,-1 0-1,1 0 1,-1 0-1,1 0 1,1 0-1,-1 0 1,0 1-1,1-1 1,0 1-1,0 0 1,0 0-1,0 0 1,0 0-1,0 0 1,1 1-1,0-1 1,6-2 0,30-18 416,1 3 0,2 1 0,57-18 1,142-30 181,-177 51-592,585-119 728,9 36-418,-525 80-385,394-46 349,854 4 0,-1137 71-431,151 16 67,-54 8-134,-333-33 28,839 151-724,-749-133 522,-88-16 165,7 0-47,0 1 1,31 11-1,-47-14 407,7-1-218,1 0 1,-1-1-1,0 0 1,0-1-1,16-4 1,-23 5 314,-2 4-210,0 11-69,-1 0-1,-1-1 0,-1 1 0,0-1 0,0 0 1,-7 14-1,-38 80 540,22-53-425,-126 296 707,-20 46-422,-210 401-162,295-619-422,-490 930-2062,253-551-3676,275-482 2226,9-11-1662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39.6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107 384 4576,'-20'11'437,"16"-9"-287,0 0-1,0 1 1,0-1-1,0 1 1,0 0-1,1 0 0,-1 0 1,1 0-1,0 0 1,-1 1-1,2 0 0,-1 0 1,-3 6-1,-24 21 1910,30-29-1936,-1-1-1,0 0 0,1 1 1,-1-1-1,1 0 1,-1 1-1,1-1 0,0 0 1,0 1-1,-1-1 1,1 1-1,0-1 0,0 0 1,1 1-1,-1-1 1,0 1-1,0-1 0,1 0 1,-1 1-1,0-1 0,1 0 1,0 1-1,-1-1 1,1 0-1,1 3 0,7-2 74,0 0 0,0-1 0,0 0 0,0 0 0,1-1 0,-1 0 0,0 0 0,15-3 0,0 1 56,1334-102 2641,-701 51-2650,660-63 116,853-56-628,-1700 141 299,144-5-56,-557 33 57,103 9 0,-158-6-83,0 1-1,0-1 1,-1 0 0,1 0-1,0 1 1,0-1-1,-1 1 1,1 0 0,-1-1-1,1 1 1,0 0-1,-1 0 1,0 0 0,1 0-1,-1 0 1,1 0-1,-1 0 1,0 1 0,1 1-1,-2-3-2,1 1-1,-1 0 1,0 0 0,0 0-1,0 0 1,0-1 0,0 1-1,-1 0 1,1 0 0,0-1-1,0 1 1,-1 0 0,1 0-1,0 0 1,-1-1 0,1 1-1,0 0 1,-1-1 0,1 1-1,-1 0 1,1-1 0,-1 1-1,0-1 1,1 1 0,-1-1-1,1 1 1,-1-1 0,0 1-1,0-1 1,1 0 0,-1 1-1,0-1 1,0 0 0,1 0-1,-1 1 1,0-1 0,0 0-1,0 0 1,0 0 0,-22 6-1899,0-1 1,-29 3-1,-4 1-3594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3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1747 19 4276,'0'0'14631,"8"-12"-14021,-1 5 1794,-19 66-2263,-3-1 1,-25 64-1,27-84-82,-69 180 117,-216 402 1,226-497-157,-110 140 0,144-215-9,-2-3-1,-2-1 1,-2-2 0,-2-1 0,-65 43-1,63-54 26,-2-1-1,-75 31 1,-113 32-626,176-70 145,31-12-1051,-58 12-1,86-22 1217,0 0-1,-1 0 0,1 0 1,0 0-1,0-1 1,-1 1-1,1-1 0,0 0 1,0 0-1,0 0 0,0 0 1,0 0-1,0-1 0,0 1 1,0-1-1,0 0 1,1 0-1,-1 0 0,1 0 1,-1 0-1,1-1 0,0 1 1,-4-6-1,4 6-2,-6-12-3398,14-3-1576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3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1006 0 10257,'-76'162'2786,"10"-45"-738,10-20-1075,6-9-460,-4-3 0,-69 84 1,-142 144-58,125-153-215,124-142-268,-70 87 135,73-86 25,0 0 1,2 0-1,-18 39 1,28-56-117,-1 1 0,1 0 0,0 0 0,1 0 0,-1 0 0,0 0 0,1 0 0,0 0 0,-1 0 0,1 0 0,0 0 0,1 0 0,-1 0 0,0 0 0,1 0 0,0 0 0,0 0 0,0 0 0,2 3 0,-1-3-2,0 0 0,0 0 1,1 0-1,-1-1 0,1 0 1,-1 1-1,1-1 0,0 0 1,0 0-1,0 0 0,1-1 1,-1 1-1,0-1 0,5 1 1,11 3 12,1-1 0,-1-1 1,1-1-1,35 0 0,-49-2-32,86-1-476,173-26 1,90-42-1553,-275 52 1464,521-105-3177,207-44 924,-473 67 3081,-227 63-568,1-7-3700,-75 32 1550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4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23 100 7585,'-23'-31'3840,"30"17"-3836,-1-1-336,13 7-580,13-9-2124,-3 2-1129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6.6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537 63 7905,'-1'-7'584,"0"0"0,0 0 1,0 0-1,2-10 0,-1-1 5317,-18 32-3729,10-5-1892,0 1 0,0-1 0,1 1 1,1 1-1,0 0 0,-9 19 0,-3 6 139,-73 151 1134,-79 235-1,24 51-796,136-438-709,3 2 0,0-1 0,3 1 0,1 0 1,2 0-1,6 70 0,-3-93-38,0-1 0,1 0 1,0 0-1,1 0 0,1-1 0,0 1 1,0-1-1,1 0 0,1-1 1,0 1-1,1-1 0,0 0 1,0-1-1,1 0 0,1-1 1,0 0-1,0 0 0,0-1 0,1 0 1,1-1-1,-1 0 0,16 6 1,-5-5-2,0 0 0,0-2 0,1-1 1,0-1-1,0-1 0,0-1 0,0 0 1,31-4-1,-16 0-19,0-3 1,0-1 0,0-2 0,46-15-1,-56 13-13,-1-2-1,0 0 0,0-2 0,-2-1 1,0-1-1,0-1 0,-2-1 0,0-1 0,-1-2 1,-1 0-1,-1-1 0,-1 0 0,-1-2 1,-1-1-1,-1 0 0,-1 0 0,-1-2 1,-1 0-1,16-54 0,-18 39 10,-3 0 0,-1 0-1,-2-1 1,-2 1 0,-2-1 0,-2 0-1,-2 0 1,-1 0 0,-3 1 0,-1 0 0,-18-55-1,0 15 14,-48-100 0,60 154-84,0 0 0,-2 2 0,-2 0 0,0 0 1,-1 2-1,-43-42 0,58 63-56,0-1 0,-1 1 0,1 0 0,-1 0 0,0 0 0,0 1 0,0 0 0,0 0 1,0 0-1,-10-2 0,13 4-20,1 0 1,-1 0 0,1 0-1,0 0 1,-1 0 0,1 0-1,-1 0 1,1 0-1,0 0 1,-1 1 0,1-1-1,0 1 1,-1-1 0,1 1-1,0 0 1,0-1 0,-1 1-1,1 0 1,0 0 0,0 0-1,0 0 1,0 0 0,0 0-1,0 0 1,0 0-1,0 0 1,1 0 0,-1 0-1,0 1 1,1-1 0,-1 0-1,1 1 1,-1-1 0,1 0-1,0 1 1,-1-1 0,1 1-1,0-1 1,0 0 0,0 1-1,0-1 1,0 1 0,1 1-1,2 26-4785,2 9-2884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6.9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8589,'5'-1'284,"-1"1"1,0 0-1,1 0 1,-1 0-1,0 0 1,1 1-1,-1-1 0,0 1 1,0 0-1,0 1 1,0-1-1,0 1 1,0 0-1,0 0 1,0 0-1,0 0 1,-1 1-1,1-1 1,5 6-1,10 13 190,-1 1 1,0 0-1,-2 1 1,0 1-1,-2 0 1,0 1-1,-2 1 1,-1 0-1,9 31 1,-6-7-320,-2 0 1,-2 2-1,-2-1 1,1 56-1,-9-60-94,-2 0 0,-2 0 0,-2 0-1,-2-1 1,-28 88 0,2 12 1121,35-145-1134,1-1 0,0 0 0,-1 0 1,1 0-1,-1 0 0,1 0 0,-1 0 1,1 0-1,0 0 0,-1-1 0,1 1 1,-1 0-1,3-2 0,6-3-4,0 0 1,-1-1-1,0 0 0,0-1 1,0 0-1,-1 0 0,0-1 1,12-16-1,9-6 22,264-277-622,159-155-5937,-350 368 3207,45-41-5882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7.2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418 1 7897,'-2'4'335,"0"1"1,0 0-1,0 0 0,0 0 1,1 0-1,0 1 1,0-1-1,1 0 1,-1 0-1,1 1 0,1 5 1,-5 33 1112,-10 8-364,-39 95 0,51-142-1055,-37 78 263,-3-2 1,-66 95 0,-28 52 331,135-227-584,1 0 0,-1-1 0,0 1 0,1 0 0,-1 0 0,1 0 0,0-1 0,-1 1 0,1 0 0,0 0 0,-1 0 0,1 0 0,0 0 0,0 0 0,0 0 0,0 0 0,0 0 0,0 0 0,0 0 0,0 0 0,0 0 0,0-1 0,1 1 0,-1 0 0,0 0 0,1 0 0,-1 0 0,0 0 0,1 0 0,-1-1 0,1 1 0,-1 0 0,1 0 0,0 0 0,-1-1 0,1 1 0,0-1 0,0 1 0,-1 0 0,3 0 0,-1 0 5,1 0 0,0-1 0,0 1 0,0-1 0,0 1 0,0-1 0,0 0 0,0 0 0,-1 0 0,1-1 0,5 0 0,7-3 83,16-3 66,1 2-1,33-3 1,44 2 19,-81 6-584,0 1 0,0 1 0,0 1 1,29 8-1,10 1-1496,-9 1-624,-51-10 1934,-1-1 1,1 0-1,-1 0 0,1-1 0,-1 0 1,1 0-1,0-1 0,0 0 0,-1 0 1,1 0-1,0-1 0,10-2 0,8-6-3180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7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1 402 5408,'13'-12'89,"-6"7"-25,0-1-1,-1 0 1,1 0-1,-1-1 1,0 0-1,-1 0 1,0 0 0,0-1-1,0 0 1,-1 0-1,6-16 1,21-44 489,-24 54-294,0-1-1,0 0 0,7-26 1,-14 39 864,0 5-1088,3 30 5,-2-32-41,0 1 0,0-1 0,0 0-1,0 0 1,0 0 0,0 0 0,0-1 0,1 1 0,-1 0 0,0 0 0,0-1 0,1 1 0,-1-1-1,1 1 1,-1-1 0,1 0 0,-1 1 0,0-1 0,3 0 0,2 0-9,0 0 1,0-1 0,0 1-1,0-1 1,0-1 0,0 1-1,0-1 1,-1 0-1,1 0 1,7-5 0,56-36 316,-55 34-150,99-78 2382,-70 58-866,-41 30-1581,-1-1 1,1 1-1,0 0 0,-1-1 0,1 1 1,-1 0-1,1 0 0,-1 0 1,0 0-1,1 0 0,-1 0 1,0 0-1,0 1 0,1-1 0,0 3 1,6 87 406,-9-55-1000,1-28 171,-1 0 1,1 0-1,0 0 0,2 12 0,-1-18 217,-1 0-1,1 0 1,0 0-1,0 0 0,0 0 1,0 0-1,0 0 1,0 0-1,0 0 1,0-1-1,1 1 1,-1 0-1,1-1 1,-1 1-1,1-1 0,0 1 1,-1-1-1,1 0 1,0 0-1,3 2 1,-2-2-263,-1 0 0,1-1 0,0 1 1,-1 0-1,1-1 0,-1 1 1,1-1-1,0 0 0,0 0 0,-1 0 1,1-1-1,0 1 0,4-1 1,-7 1 374,25-4-2792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8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252 65 3824,'-1'-1'117,"1"-1"-1,0 1 0,-1-1 0,1 1 0,-1 0 1,1-1-1,-1 1 0,1 0 0,-1-1 0,0 1 1,0 0-1,0 0 0,0-1 0,0 1 0,0 0 1,0 0-1,0 0 0,0 0 0,0 1 1,0-1-1,-1 0 0,1 0 0,0 1 0,-1-1 1,1 1-1,-1-1 0,-2 0 0,-2-2-18,2 2 3564,-11-5-2341,14 6-1063,1 0 1,-1 0 0,1 0 0,0 0-1,-1 0 1,1 0 0,-1 0 0,1 0-1,-1 0 1,1 0 0,-1-1-1,1 1 1,-1 0 0,1 0 0,0 0-1,-1-1 1,1 1 0,-1 0 0,1-1-1,0 1 1,-1 0 0,1-1 0,-1 0-1,3-11 1089,1 5 842,-5 24-1712,-7 29-431,-51 122 618,19-28-456,21-79-188,2 0 0,-14 104 0,28-137-41,2-18 14,1 0 1,0 0-1,0 0 1,1 0 0,0 0-1,1 0 1,0 0-1,0 0 1,1-1-1,5 17 1,-3-18-9,-1 0 0,1-1 0,0 0-1,1 1 1,0-2 0,0 1 0,0-1 0,1 1 0,0-1 0,0-1 0,0 1 0,9 4 0,-12-8 4,0-1 0,0 1 0,0-1 0,1 0 0,-1 1 0,0-2 1,1 1-1,-1 0 0,1-1 0,-1 1 0,1-1 0,-1 0 0,1 0 0,-1-1 0,1 1 0,-1-1 0,0 1 1,1-1-1,-1 0 0,0-1 0,1 1 0,-1 0 0,0-1 0,0 0 0,0 0 0,0 0 0,0 0 0,-1 0 1,1 0-1,4-6 0,16-17-326,21-17-616,-7 3-1667,-32 33 1236,0 0 0,0 1 0,0-1 1,1 1-1,-1 0 0,13-7 0,-3 3-4768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8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613 0 12705,'-92'60'2856,"63"-20"-331,-12-3-417,0 0-276,-1 1-284,-2-1-308,0 3-264,-4 8-252,7-2-628,6 0-764,-3-3-440,6 0-836,0-3-696,4 0-3369,2-3-5248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8.5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1 15673,'-16'51'2245,"10"-2"-509,6-9-320,0 0-324,-3-6-172,0 6-192,-10 0-200,-3 6-88,-3 3-372,3 5-352,3-3-140,-6 1-464,0-4-476,3 4-540,4-1-260,-11-11-773,1-6-1359,13-2-3305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8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1 463 7645,'33'-69'985,"31"-59"1677,-45 96-1397,0 1 1,3 0 0,31-35-1,-44 55-874,1 1 0,0 0-1,1 1 1,0 0 0,0 0-1,1 1 1,0 1-1,0 0 1,1 1 0,0 0-1,22-6 1,-29 11-212,0 1 0,-1-1 0,1 1 0,0 1 0,0-1 0,-1 1 0,1 0 0,0 0 0,-1 1 0,1-1 0,-1 1 0,0 0 0,10 6 1,-4-2 20,0 1 0,-1 0 0,0 1 1,0 0-1,10 11 0,-6-3 42,-1 1 0,0 0-1,-1 1 1,-1 0 0,13 30 0,-9-13 9,-2 1 0,11 46 0,-19-58-194,-2-1 0,0 0 0,-1 1 1,-4 45-1,-19 96-360,13-112-45,-2-3-113,-2 0 0,-27 70 0,-4 11-431,41-122 825,1-1 0,-1 1 0,1 0 1,1 15-1,0-19 14,0-5 51,0 0 0,0-1 0,0 1 0,0 0 0,0 0 0,0 0 0,0 0 0,0 0 0,0 0 0,0 0 0,0 0 0,1 0 0,-1-1 0,0 1 0,0 0 0,0 0 0,0 0 0,0 0 0,0 0 0,0 0 0,1 0 0,-1 0 0,0 0 0,0 0 0,0 0 0,0 0 0,0 0 0,0 0 0,1 0 0,-1 0 0,0 0 0,0 0 0,0 0 0,0 0 0,0 0 0,0 0 0,1 0 0,-1 0 0,0 0 0,0 1 0,0-1 0,0 0 0,0 0 0,0 0 0,0 0 0,0 0 0,0 0 0,1 0 0,-1 0 0,0 0 0,0 1 0,0-1 0,0 0 0,0 0 0,0 0 0,0 0 0,0 0 0,0 0 0,0 0 0,0 1 0,0-1 0,0 0 0,0 0 0,0 0 0,0 0 0,0 0 0,0 0 0,0 1 0,25-11-48,-1-1 0,0 0 0,0-2 0,-2-1 0,1-1 0,32-28 0,246-234-78,77-63 591,-365 329-333,1 1 1,0 1-1,0 0 0,1 0 0,0 2 0,21-9 1,-33 15-77,0 0 0,1 0 1,-1 0-1,0 0 0,1 1 0,-1-1 1,1 1-1,-1 0 0,1 0 1,-1 0-1,1 1 0,-1-1 0,0 1 1,1-1-1,-1 1 0,0 1 1,1-1-1,-1 0 0,0 1 0,0-1 1,0 1-1,0 0 0,0 0 0,-1 0 1,1 0-1,-1 1 0,1-1 1,-1 1-1,0 0 0,0-1 0,0 1 1,0 0-1,0 0 0,-1 0 1,1 0-1,-1 1 0,1 3 0,3 6 69,-1 1 0,-1-1-1,0 1 1,-1 0-1,-1 0 1,0-1-1,-1 1 1,-2 23-1,-4 7 29,-16 58-1,4-18-461,-3 19-769,-13 83-2229,29-145 875,1 0 0,4 65 1,4-59-2676,4-8-2949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9.3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1250 1 10033,'136'62'6250,"-47"-15"-3955,-41-20-962,-45-26-1239,-1 1-1,1-1 0,0 0 1,0 0-1,0 0 0,1 0 1,-1-1-1,0 1 1,0-1-1,0 0 0,0 0 1,0 0-1,1 0 1,-1 0-1,0-1 0,0 0 1,0 1-1,0-1 0,0 0 1,0-1-1,0 1 1,3-2-1,5-4 63,0-1 1,-1 0-1,0 0 1,11-13-1,-13 13-35,0 0-1,0 1 1,0 0-1,12-7 0,17-6 96,-36 19-210,0 1 0,0 0 1,0 0-1,-1 0 0,1 0 1,0 0-1,0 0 0,0 0 1,0 0-1,0 0 0,-1 0 1,1 0-1,0 0 0,0 0 0,0 1 1,0-1-1,-1 0 0,1 1 1,0-1-1,0 1 0,-1-1 1,1 1-1,0-1 0,0 1 0,2 1 24,-1 0-18,1-1 0,-1 1 1,1 0-1,-1 0 1,0 1-1,0-1 1,0 0-1,0 1 0,0-1 1,-1 1-1,1 0 1,-1 0-1,1-1 1,-1 1-1,1 3 0,0 2-3,0 0 0,-1 0 0,0-1 0,0 1 0,-1 14 0,-2 3 1,-1 1-1,-11 42 1,-5 1-48,-4-1-1,-2-2 1,-4 0-1,-54 91 1,-173 232-483,243-372 513,-503 628-432,491-616 428,-493 508-28,405-438 271,98-88-184,0 0-1,-1-1 0,-1-1 1,0 0-1,-26 9 0,42-18-39,0 0 0,-1 1 0,1-1-1,0 0 1,-1 0 0,1 0-1,0 0 1,0 0 0,-1 0-1,1 0 1,0-1 0,-1 1-1,1 0 1,0-1 0,0 1-1,0-1 1,-1 1 0,1-1 0,0 0-1,0 1 1,0-1 0,0 0-1,0 0 1,0 0 0,0 0-1,0 0 1,0 0 0,1 0-1,-1 0 1,0 0 0,1 0-1,-1 0 1,1 0 0,-1-1-1,1 1 1,-1-2 0,-1-3 16,0 1 0,1-1 0,-1 0 0,1-1 0,1 1 0,-1-7 0,3 1 4,0-1 0,1 1 1,0 0-1,1 0 1,0 0-1,1 0 0,0 1 1,1 0-1,12-18 1,15-23-56,2 2 1,53-59-1,97-87-509,-140 150 339,431-409-4651,-141 171-3011,-154 145 265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49.6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1233 8 11301,'-2'-1'151,"1"0"-1,-1 1 1,1-1 0,-1 0-1,1 0 1,-1 1-1,1-1 1,-1 1 0,1-1-1,-1 1 1,0 0-1,-2 0 1,3 0 1,0 0 0,0 1-1,0 0 1,0-1 0,0 1 0,0-1-1,1 1 1,-1 0 0,0 0 0,1-1-1,-1 1 1,0 0 0,1 0 0,-1 0-1,1 0 1,-1 0 0,1 0 0,-1 0-1,0 1 1,0 1 1148,-14 13 952,-25 25-256,3 2 0,-54 78 0,-49 107 129,81-127-1446,-48 115 0,90-174-576,2 2 1,1-1-1,2 2 1,3 0-1,-8 82 0,15-65-81,3-1 0,3 1 0,14 73 0,52 180-852,-2-17-934,-63-267 1531,-1-1 1,-2 1 0,-1 0 0,-1 0 0,-1-1 0,-11 58 0,8-71 104,0 0-1,-1 0 1,-1-1-1,-1 0 1,0 0-1,-1-1 1,0 0-1,-2 0 1,0-1-1,0 0 1,-1-1-1,-1 0 1,-22 19 0,12-15-288,-1-1 0,-1-1 0,-1-1 0,0-1 0,0-1 1,-1-1-1,-1-1 0,0-2 0,0-1 0,0-1 0,-1-1 1,0-1-1,0-2 0,0 0 0,-35-4 0,50 1-27,1-1 0,-1 0 0,1-1-1,0 0 1,0 0 0,-18-9 0,24 9-163,-1-1 0,1 0 0,-1-1 0,1 1 0,0-1 0,1 0 0,-7-7 0,-18-30-5814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0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83 216 5549,'0'0'1204,"4"1"-219,79 16 1429,-72-14-2643,-1 1 1,0 1 0,0-1 0,0 2 0,10 7-1,-3-3-262,59 36-309,-43-51 2330,-6 1 63,-27 4-1494,1 0 1,0-1-1,-1 1 1,1 0 0,0 0-1,-1 0 1,1 0 0,0 0-1,0 0 1,-1 0-1,1 0 1,0 0 0,-1 0-1,1 0 1,0 0-1,-1 0 1,1 1 0,0-1-1,-1 0 1,1 1 0,0-1-1,-1 0 1,1 1-1,-1-1 1,1 0 0,-1 1-1,1-1 1,-1 1-1,1-1 1,-1 1 0,1 0-1,1 2 66,-1 0-1,1-1 1,-1 1-1,0 0 1,0 0-1,0 0 1,1 6-1,0 2 222,-1 1-1,0 0 0,-1 17 1,-35 273 3385,28-229-3421,3 0 0,4 0-1,8 79 1,-5-119-277,2 0 0,0 0 1,3-1-1,17 49 0,-15-51-25,-7-18-35,1 0 0,0-1 0,1 1 0,0-1 0,1 0 0,1-1 0,-1 1 0,2-1 0,-1-1 0,1 1 0,1-1 1,18 15-1,-23-20-5,6 4-3,0 0-1,0-1 0,1-1 0,0 0 1,0 0-1,0-1 0,0 0 0,1-1 1,0 0-1,0-1 0,0-1 1,1 0-1,-1 0 0,0-1 0,1-1 1,-1 0-1,15-2 0,-9 0-2,0-1-1,0-1 0,0-1 1,-1 0-1,1-1 1,-1-1-1,-1-1 1,0 0-1,0-1 1,0-1-1,15-12 0,-4 0 7,-1-1-1,0-1 0,-2-1 1,-1-1-1,-1-1 0,-1-1 1,-2-1-1,0 0 0,27-64 1,-30 52-11,-2-1 0,-1-1 0,-3 0 0,-1 0 0,-3-1 0,-1 0 0,-2-75 0,-38-202-39,18 215-1,-3-152 0,23 229 81,-3 29-36,0 0-1,0 0 0,0-1 1,0 1-1,0 0 0,0 0 1,0 0-1,1-1 0,-1 1 1,0 0-1,0 0 0,0 0 1,0 0-1,0 0 0,0-1 1,0 1-1,0 0 1,1 0-1,-1 0 0,0 0 1,0 0-1,0 0 0,0 0 1,0-1-1,1 1 0,-1 0 1,0 0-1,0 0 0,0 0 1,0 0-1,1 0 0,-1 0 1,0 0-1,0 0 0,0 0 1,0 0-1,1 0 0,-1 0 1,0 0-1,0 0 1,0 0-1,0 0 0,1 0 1,-1 0-1,0 0 0,0 0 1,0 0-1,0 1 0,1-1 1,-1 0-1,0 0 0,0 0 1,0 0-1,0 0 0,0 0 1,1 1-1,2 4 19,0 0 0,0 0 0,0 1 0,-1-1 0,0 1 0,2 7-1,6 21 74,-1 0 0,-2 1-1,-1 0 1,-2 0-1,-1 0 1,-4 51 0,-2-39-9,-3 0 0,-2-1 0,-2 0 1,-20 58-1,-2-21 4,-4-1 0,-3-2 1,-4-2-1,-92 126 0,-16-19 14,-125 110 83,77-106-166,134-131-95,16-14-57,-3 1-368,2 4 0,-62 75 1,109-120 313,-1 0-1,2 1 1,-1-1 0,1 0 0,-4 9 0,6-12 136,0-1 0,-1 1 1,1-1-1,0 1 0,0 0 1,0-1-1,0 1 1,0-1-1,0 1 0,0 0 1,0-1-1,0 1 0,1-1 1,-1 1-1,0-1 0,0 1 1,0 0-1,1-1 1,-1 1-1,0-1 0,1 1 1,0 0-46,0 0 1,0 0 0,0-1 0,0 1 0,0-1 0,0 1 0,0-1-1,0 0 1,0 1 0,1-1 0,-1 0 0,0 0 0,0 1-1,0-1 1,2 0 0,9 0-376,-1-1 0,0 0 0,0 0 1,0-1-1,0-1 0,14-4 0,66-31-3695,-66 27 2655,82-36-5569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0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682 0 9165,'-1'0'112,"1"1"1,-1-1-1,1 0 1,-1 0-1,1 0 1,-1 1-1,1-1 1,-1 0-1,1 1 1,0-1-1,-1 0 1,1 1-1,-1-1 1,1 1-1,0-1 1,-1 1-1,1-1 1,0 1 0,0-1-1,-1 1 1,1-1-1,0 1 1,0-1-1,0 1 1,0-1-1,-1 1 1,1-1-1,0 1 1,0-1-1,0 1 1,0 0-1,0 30 2628,-1 1-25,-16 28 861,-39 91-1,15-46-2077,-216 461 1025,219-491-2374,-42 75 21,-19 39 49,80-149-194,2 2 1,-19 74 0,32-101-123,2 0 0,-1 0 0,2 0 0,0 0 0,1 1 0,1-1 0,0 0 0,1 0 0,0 1 0,1-1 0,1-1 0,6 16 1,-3-14-178,0-1 0,2 1 0,-1-2 0,2 1 0,0-1 1,1-1-1,0 0 0,1-1 0,0 0 0,23 17 0,-2-6-362,0-2 1,1-2-1,1-1 0,1-1 0,1-2 0,0-2 0,1-2 0,0-1 0,44 6 0,16-4-1093,0-3 0,149-8 1,-135-8-570,-1-6 0,119-29 0,-72 8-2013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0.8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217 51 5288,'8'-29'1076,"-8"29"-1055,0 0 0,0-1 1,0 1-1,0 0 0,0 0 0,0 0 1,0-1-1,0 1 0,0 0 0,0 0 1,0-1-1,0 1 0,0 0 0,0 0 0,0 0 1,0-1-1,1 1 0,-1 0 0,0 0 1,0 0-1,0 0 0,0-1 0,1 1 1,-1 0-1,0 0 0,0 0 0,0 0 1,0 0-1,1-1 0,-1 1 0,0 0 1,0 0-1,1 0 0,-1 0 0,0 0 0,0 0 1,0 0-1,1 0 0,-1 0 0,0 0 1,18-2 1001,-1-1 0,24-8 0,-40 12-959,0-1 0,0 0 1,0 0-1,0 1 0,-1-1 0,1 1 0,0-1 0,0 1 0,-1-1 0,1 1 0,0 0 1,-1-1-1,1 1 0,0 0 0,-1-1 0,1 1 0,-1 0 0,1 0 0,-1 0 0,1 1 1,1 0 146,5 9 190,-1 0 0,0 1 0,0-1 0,-1 1 0,-1 0 0,0 1 0,0-1 0,-1 1 0,-1 0 0,0 0 0,-1 0 0,0 0 0,-1 0 0,-1 0 0,0 0 0,-5 24 0,1-13-61,-1-1-1,-2 0 1,0 0-1,-1-1 1,-1 0 0,-1-1-1,-1 0 1,-22 29-1,-80 104 353,39-48-4082,23-33-4142,31-38-989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1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1370 135 5713,'0'-3'166,"1"-3"276,-1 1-1,0-1 0,0 1 1,0 0-1,0-1 0,-1 1 1,-3-11-1,4 14-193,-1-1 0,1 1 0,0-1-1,0 1 1,-1-1 0,2 1 0,-1 0-1,0-1 1,0 1 0,1-1 0,-1 1 0,1 0-1,0-1 1,0 1 0,0 0 0,0 0 0,0-1-1,3-3 1,-2 3 69,-3 2-93,1 0 1,0-1-1,-1 1 1,1 0-1,-1-1 1,1 1-1,-1 0 0,0-1 1,1 1-1,-1 0 1,0 0-1,0 0 1,0 0-1,0 0 1,0 0-1,0 0 1,0 0-1,0 0 1,-1 0-1,1 1 1,-3-2-1,-11 3 246,-1 0 0,1 2 1,-1 0-1,1 1 0,0 0 0,-28 13 0,-93 51 2153,79-37-2039,-18 9 213,3 3-1,-101 78 1,137-91-653,1 1 1,2 1 0,1 2-1,1 1 1,2 2-1,-27 45 1,41-56-143,2 0 0,1 1 0,2 1 0,0-1 0,2 2 0,0-1 0,3 1 1,0 0-1,2 1 0,0 35 0,5-4-454,2-1 1,3 0-1,29 115 1,10 32-890,-41-169 1012,-1 0 1,-1 0-1,-5 61 1,1-88 254,-1 1-1,0-1 1,0 0 0,-1 1-1,-9 20 1,-6 6-233,-35 58-1,48-88 264,0 0 0,0-1 0,-1 0-1,1 0 1,-2-1 0,1 0 0,-1 0 0,0 0 0,0-1-1,0 0 1,-1 0 0,-11 4 0,3 0-93,-92 44-1052,97-48 634,-1-1 1,0-1-1,0 1 0,0-2 0,0 0 0,-1 0 0,-23-1 0,33-1 299,1 0 1,0 0-1,-1-1 1,1 1-1,-1-1 1,1 1-1,0-1 1,0 0-1,-1 0 0,1 0 1,-2-2-1,3 3 64,0-1-1,1 0 0,-1 0 0,0 0 1,1 0-1,-1 0 0,0 0 0,1 0 1,0 0-1,-1 0 0,1 0 0,-1 0 1,1 0-1,0 0 0,0 0 0,0 0 1,0 0-1,0 0 0,0-1 0,0 1 1,0 0-1,0 0 0,0 0 0,1 0 1,-1 0-1,0 0 0,1-2 0,13-34-5794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2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254 456 6137,'-21'9'1786,"21"-8"-1672,-1-1 0,1 1-1,-1 0 1,1-1-1,0 1 1,-1-1 0,1 1-1,0 0 1,0-1 0,-1 1-1,1 0 1,0-1-1,0 1 1,0 0 0,0 0-1,0-1 1,0 1 0,0 0-1,0-1 1,0 1-1,0 0 1,1-1 0,-1 1-1,0 0 1,0-1-1,1 2 1,-1 0 345,0 8 98,-1 0 0,-1-1 0,0 1 0,-1 0 0,1-1 0,-2 0 0,1 1 0,-10 15 0,-6 18 604,-30 122 1242,18-56-1558,20-74-619,-63 241 897,68-245-1043,1 2-1,2-1 1,1 0 0,1 1-1,2-1 1,8 54 0,-7-75-63,-1-3-5,1 0 0,-1 0 0,1-1 0,1 1-1,-1-1 1,1 0 0,1 0 0,-1 0 0,1 0 0,9 12 0,-7-11-4,0-1 0,0 0 0,1-1 1,0 1-1,0-1 0,0-1 0,1 1 0,0-1 1,0-1-1,0 1 0,0-2 0,17 6 0,-3-4-3,0-2-1,0-1 1,0 0-1,1-2 1,-1-1-1,1 0 1,-1-2-1,0 0 1,0-2-1,0 0 0,-1-2 1,39-16-1,-18 4-3,-1-2-1,-1-2 1,-1-2-1,-1-1 1,45-41-1,-34 23-10,-2-2 1,-3-2-1,-1-3 0,-2-1 1,-3-1-1,59-111 0,-80 128-2,-1 0-1,-1-1 0,-3 0 0,-1-1 0,-1 0 0,-3-1 1,0 0-1,-3 0 0,-2 0 0,-1-1 0,-1 1 0,-12-72 0,2 62-11,-1 0 0,-31-79 0,35 111 20,0 1 1,-2-1 0,1 2-1,-2-1 1,0 1 0,-1 1-1,0-1 1,-1 2 0,-1 0-1,-24-20 1,34 31 4,-1-1 0,0 0 0,0 1 0,0 0-1,-1 0 1,1 0 0,0 0 0,-1 1 0,1-1 0,-1 1 0,0 0 0,1 1-1,-1-1 1,0 1 0,1 0 0,-1 0 0,0 1 0,0-1 0,1 1-1,-1 0 1,1 0 0,-1 1 0,1-1 0,-1 1 0,1 0 0,0 0 0,0 0-1,0 1 1,0 0 0,0-1 0,0 1 0,1 1 0,0-1 0,-1 0 0,-2 5-1,-6 7 33,0 1-1,1 0 1,1 0-1,1 1 1,0 0-1,-11 32 0,11-19 41,1 0 0,1 1 0,-4 47-1,7 1 75,4-1-1,13 111 1,16 206 230,-27-301-344,-5-1 0,-17 116 0,-3-105-14,-4-1 1,-56 141-1,-11 33-460,89-257 374,-8 27-293,-2 0 0,-30 65 0,40-102 105,0 1-1,-1-1 0,0 0 1,-1-1-1,0 1 0,0-1 1,-1 0-1,0-1 0,-1 0 0,0 0 1,0-1-1,-1 0 0,0-1 1,0 0-1,-18 8 0,23-13 13,0 0 0,1 0 0,-1 0 0,0-1 0,0 1 0,0-1 0,1 0 0,-1-1 0,0 1 0,0-1 0,1 0 0,-1 0 0,0-1 0,-6-2 0,2 0-686,-1-1 0,1 0 0,1 0-1,-1-1 1,-10-9 0,-11-13-5461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2.3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674 50 8037,'9'-47'3791,"-9"45"-2233,-2 6 49,-69 132 3125,-47 99-1656,-112 273-691,155-358-1851,-75 219-1,142-344-449,0 1-1,2 1 1,0-1 0,2 1 0,1 0-1,1 46 1,4-56-129,0-1 1,0 0-1,1 0 1,1 0-1,1-1 0,0 1 1,1-1-1,1 0 0,0-1 1,1 1-1,1-2 1,13 19-1,-3-11-534,0 0-1,2-2 1,0 0 0,1-1-1,1-2 1,0 0 0,46 22-1,-23-16-2058,2-2 0,0-3 0,71 17 0,-15-12-5450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2.9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912 27 6857,'21'0'1915,"-19"-1"-1328,-1-1-1,1 1 1,-1-1-1,1 0 1,-1 1-1,1-1 1,-1 0-1,0 0 1,0 0-1,0 0 1,0 0-1,1-4 1,-16 21 604,-1-1-1,0 0 1,-35 22 0,1-1 92,-6 8-88,-47 36 239,2 4 1,-97 106 0,176-165-1388,1 1 1,0 2-1,2-1 0,1 2 1,2 1-1,0 0 1,2 0-1,1 1 0,2 1 1,1 0-1,1 1 0,1-1 1,2 1-1,2 1 0,1-1 1,1 0-1,1 1 1,9 51-1,28 111-617,5 36-556,-38-192 893,-1 0-1,-2-1 0,-1 1 0,-7 41 1,4-60 9,-1 0 1,-1-1-1,-1 1 1,-1-1-1,0 0 1,-1 0-1,-2-1 1,1 0-1,-2-1 1,0 0-1,-2-1 1,1 0-1,-2-1 1,0 0-1,-1-1 1,-25 19-1,36-31-147,0 1 1,0-1-1,0 0 0,0 0 1,0-1-1,-1 1 1,1-1-1,-5 1 0,-6 2-1341,14-8-2221,8-16 606,15-15-3559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3.2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89 7189,'28'3'1782,"1"-2"0,31-3 0,117-22 1178,-149 19-2494,5-2 386,58-21-1,-10 3 505,-77 24-1161,-7 1-151,0 0-1,0 1 0,0-1 1,0 1-1,0 0 1,1 0-1,-1 0 1,0 0-1,1 0 1,-1 0-1,1 1 1,-4 2-1,0 0 60,-9 5 63,2 1 0,-1 0 0,1 1 0,1 0 0,0 1-1,0 1 1,-10 15 0,3-1 89,0 2-1,-22 47 0,31-56-194,2 0-1,1 1 1,0-1 0,2 1-1,0 1 1,1-1-1,2 1 1,0-1-1,1 1 1,1 0 0,4 32-1,-1-36-317,0-1 0,2-1 0,0 1 0,0 0 0,2-1 0,0 0 0,1-1 0,0 0 0,1 0 0,1-1 0,0 0 0,1 0 0,1-1 0,24 21 0,-19-19-1023,1-1 0,1-1 0,0-1 0,1 0 0,0-1 0,32 11 0,13-4-5586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3.8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488 161 8485,'1'-1'143,"0"1"1,1 0-1,-1 0 0,0 0 1,0 0-1,1 0 0,-1 1 1,0-1-1,0 0 1,0 0-1,1 1 0,-1-1 1,0 1-1,0-1 0,0 1 1,0 0-1,0-1 1,0 1-1,0 0 0,0 0 1,0 0-1,0-1 1,0 1-1,0 0 0,-1 0 1,1 0-1,0 1 0,-1-1 1,2 1-1,-2 3 116,1-1-1,0 0 1,-1 1-1,0-1 1,0 0-1,0 1 0,-2 4 1,1 9 411,-3 22 1407,-16 75 0,9-60-1406,5-32-509,0 0 1,-1 0-1,-2 0 1,0-1-1,-1-1 1,-1 1 0,-1-2-1,-16 22 1,0-7-17,-2 0 0,-1-2-1,-45 38 1,35-39-45,-1-2-1,-67 35 0,94-56-62,2-3 34,27-21-69,22-13-362,2 1-1,1 1 0,65-31 1,28-17-1166,238-179-3354,-310 205 4177,-3-2 1,-1-3-1,89-110 0,-130 141 1104,-1-1 0,-1 0 0,-1-1 0,-1-1 0,13-41-1,-23 63 1140,1 25 160,-5 11-1123,-1-1 1,-2 0-1,-14 46 0,10-39-300,-63 215 661,39-142-822,29-90-221,-6 42 0,7-33-3,4-30 104,0 0 1,-1 0-1,1 0 1,0 0-1,0 0 1,0 0-1,0 0 1,0 0-1,0 0 1,0 0-1,1 0 1,-1 0-1,0 0 1,0 0-1,1 0 1,-1 0 0,1 0-1,-1 0 1,1 0-1,-1 0 1,1-1-1,-1 1 1,1 0-1,0 0 1,0-1-1,-1 1 1,1 0-1,0-1 1,0 1-1,0-1 1,0 1-1,-1-1 1,1 1-1,0-1 1,0 1-1,0-1 1,0 0-1,0 0 1,0 0 0,0 1-1,0-1 1,0 0-1,0 0 1,0 0-1,0-1 1,0 1-1,2 0 1,5-1-5,0-1 1,-1 1 0,1-1 0,9-4 0,-16 5 4,23-10-1,0-1 1,-1-1-1,0-1 1,25-21-1,-4 4-22,287-203-75,-309 219-187,-1-2 0,-1 0 0,0 0 0,-2-2 0,0-1 0,-1 0 0,25-39 0,-41 57-862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4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608 11 4176,'4'-8'3138,"-9"6"116,-19 6 2381,5 0-3351,6-1-2011,0 0 1,0 0-1,1 1 1,-1 1-1,1 0 0,0 0 1,-16 11-1,-80 59 724,98-68-907,-21 19 70,0 0 1,2 2-1,1 1 1,1 1-1,-42 61 1,52-65-428,2 0-1,1 0 1,1 2 0,1 0 0,2 0-1,0 1 1,2 0 0,-6 45 0,13-65-108,0-1 1,1 1 0,0 0 0,1 0 0,0-1 0,0 1 0,1 0-1,0-1 1,1 1 0,0-1 0,0 0 0,5 10 0,-5-14 147,-1 0 0,1 0-1,-1-1 1,1 1 0,0-1 0,1 1 0,-1-1 0,1 0 0,-1 0 0,1 0 0,0-1-1,0 1 1,0-1 0,0 0 0,1 0 0,-1 0 0,1-1 0,-1 0 0,1 0-1,-1 0 1,1 0 0,0-1 0,-1 1 0,8-1 0,-8-1 48,1 0 0,0 0 0,-1 0 0,1-1 0,0 0-1,-1 1 1,0-1 0,0-1 0,1 1 0,-1-1 0,0 0 0,-1 0 0,1 0 0,-1 0 0,1 0 0,-1-1 0,0 0 0,0 1-1,0-1 1,-1 0 0,3-5 0,97-129-1513,-32 48 2881,-53 64-424,22-44-1,-25 42 327,27-40 0,-34 58-493,1 0 0,0 0 0,0 0 0,16-12-1,-21 20 25,-1 3-480,-1 1 1,1-1-1,0 0 1,-1 1-1,1-1 1,-1 1-1,1-1 0,-1 1 1,0 0-1,0-1 1,2 5-1,-2-1-91,0 0 0,-1 0 0,0 0 0,0 0 1,0 0-1,-1 0 0,1 0 0,-1 0 0,0-1 0,-1 1 0,1 0 0,-1 0 0,0-1 0,0 1 0,-1-1 0,1 1 0,-1-1 0,0 0 0,-3 4 0,-5 5 25,0 0-1,-1-1 1,0 0 0,-21 14-1,14-13-52,-1-1 1,-39 16-1,50-24 12,8-4-41,0 0-1,0 0 0,0 0 0,0-1 1,0 1-1,0 0 0,0 0 0,0-1 0,0 1 1,0-1-1,1 1 0,-1-1 0,0 1 0,0-1 1,0 0-1,1 1 0,-1-1 0,0 0 1,1 1-1,-1-1 0,0 0 0,1 0 0,-1 0 1,1 0-1,-1 0 0,1 0 0,-1-1 0,3-1 4,0-1-1,0 1 0,0-1 1,1 1-1,-1 0 0,1 0 1,0 0-1,0 0 0,5-4 1,-2 2-8,26-21-145,1 1 0,0 2 0,52-26 0,-24 13-217,144-101-1676,-89 56 167,-88 63-187,34-30 1,-29 16-1515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5.0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622 46 5016,'-24'-39'1431,"24"39"-1399,0 0 1,0-1-1,0 1 0,0 0 0,0 0 1,0-1-1,0 1 0,0 0 0,0-1 1,-1 1-1,1 0 0,0 0 0,0-1 0,0 1 1,0 0-1,-1 0 0,1-1 0,0 1 1,0 0-1,-1 0 0,1 0 0,0-1 1,0 1-1,-1 0 0,1 0 0,0 0 0,-1 0 1,1 0-1,0 0 0,-1 0 0,1-1 1,0 1-1,-1 0 0,1 0 0,0 0 1,-1 0-1,1 0 0,0 1 0,0-1 0,-1 0 1,-54 9 2359,26-5-1282,-48 13 1,-86 30 1218,-86 28 946,235-67-2600,13-1 166,3-5-755,1 0 0,-1 0 0,1-1 0,-1 1 0,1-1 0,0 1 0,0-1 0,4 2 0,12 3 83,0 0 0,0-1 0,0 0 0,39 2 0,90-3 290,-60-4-249,1938 69 994,544 121-154,-1860-110-706,494 67 158,-560-60-278,1551 192-615,-1828-247-984,-185-27-1476,-4-12-4559,-87-4-2693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9.3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0 403 8537,'32'-43'11643,"-28"27"-10350,-4 15-1209,0 0 0,1 1 1,-1-1-1,0 0 1,0 0-1,1 0 0,-1 0 1,0 1-1,0-1 1,0 0-1,0 0 0,0 0 1,0 0-1,0 0 1,0 1-1,-1-1 0,1 0 1,0 0-1,0 0 0,-1 1 1,1-1-1,0 0 1,-1 0-1,1 1 0,-1-1 1,1 0-1,-2-1 1,-7-9 3388,7 9-3256,0 1 0,0-1 0,0 0 1,0 0-1,1 0 0,-1 0 1,1 0-1,-1 0 0,-1-4 0,8-25-159,-4 28 1,1 1-40,13-17 9,-13 17 42,4-9-52,0 1-14,-5 8 247,-1 1-244,1 0 0,0 1 0,-1-1 0,1 0 0,0 0 0,0 1 0,-1-1 0,1 1 0,0-1 1,0 0-1,0 1 0,0 0 0,0-1 0,0 1 0,0-1 0,0 1 0,0 0 0,0 0 0,0 0 0,0-1 0,1 1 0,22 0 411,-22 0-421,-1 1 1,0-1-1,1 1 1,-1 0 0,0 0-1,0 0 1,1-1-1,-1 1 1,0 0-1,0 1 1,0-1 0,0 0-1,0 0 1,0 0-1,-1 0 1,1 1-1,0-1 1,0 0-1,-1 1 1,1-1 0,-1 1-1,0-1 1,1 1-1,-1 1 1,7 49-4,-1-13-40,-3-26 29,0-1-1,-1 1 1,0 0-1,0 19 1,-2-30 28,13 33-196,-1 30 71,-12-62 127,18-11-15,-4 2 1,-1-1 0,0-1 0,16-13 1,-27 20-13,-2 0-57,0 1 72,1-1-1,-1 1 1,0-1-1,0 1 1,0-1-1,1 1 1,-1-1-1,0 1 1,1-1 0,-1 1-1,0 0 1,1-1-1,-1 1 1,0-1-1,1 1 1,-1 0-1,1-1 1,-1 1-1,1 0 1,-1 0-1,1-1 1,0 1-18,0-1-1,0 1 1,-1 0 0,1-1 0,0 1-1,0-1 1,-1 0 0,1 1 0,-1-1-1,1 0 1,0 1 0,-1-1 0,1 0 0,-1 0-1,0 1 1,1-1 0,-1 0 0,1-1-1,19-61-43,-19 60 62,9-28-449,-10 30 267,1 0 1,-1 0-1,0 0 0,0 0 1,0 0-1,1 0 0,-1 0 1,0 0-1,1 0 0,-1 0 1,1 0-1,-1 0 0,1 0 1,0 0-1,-1 0 0,1 0 0,0 0 1,0 0-1,0 1 0,1-2 1,0 2 0,0 0 0,0 0 0,0 0 1,0 0-1,0 0 0,0 1 0,-1-1 1,1 1-1,0-1 0,0 1 0,1 1 1,0-1 534,-1 0-461,0-1-461,0 1 555,0 0-1,-1 1 0,1-1 1,0 0-1,-1 0 1,1 1-1,-1-1 0,0 1 1,1-1-1,-1 1 1,1 2-1,-15 14-1039,12-19 999,0 1 0,0 0-1,0-1 1,0 1 0,0 0-1,0-1 1,0 1 0,0-1-1,0 0 1,0 1 0,0-1-1,0 0 1,0 0 0,0 1-1,-1-3 1,0 1 161,1 0-186,4-32-160,-3 31 177,0 0-216,0 3 279,-1-4-134,1 0-1,0 1 1,1-1-1,-1 0 1,0 0-1,1 1 1,0-1-1,0 0 1,0 1-1,1-1 1,-1 1 0,3-5-1,-3 6-144,0-2-1121,0-1 1477,0 1 0,0 0 0,1 0 0,0 0 0,-1 0 0,5-7 0,8-20 566,0-19-69,4-23 222,-18 71-749,0-1 12,0-1 0,1 1 1,-1 0-1,1 0 0,0-1 1,0 1-1,0 0 1,0 0-1,0 0 0,1 0 1,-1 0-1,1 0 0,0 1 1,3-5-1,-3 26 764,-3-1-419,-1 1 0,-6 24 1,-2 12 460,-10 103 913,-51 491 488,68-453-3903,0 6-2452,2-187 3650,0-8-421,0-1 1,1 1-1,0-1 1,0 0 0,1 1-1,-1-1 1,1 1 0,4 10-1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9.6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45 304 11637,'-37'-14'2038,"37"14"-2000,-1 0 1,1 0-1,0 0 0,0 0 0,-1 0 1,1 0-1,0 0 0,0 0 0,-1 0 0,1 0 1,0 0-1,0 0 0,-1 0 0,1 0 0,0-1 1,0 1-1,0 0 0,-1 0 0,1 0 0,0 0 1,0 0-1,0-1 0,-1 1 0,1 0 1,0 0-1,0 0 0,0-1 0,0 1 0,-1 0 1,1 0-1,0 0 0,0-1 0,0 1 0,0 0 1,0 0-1,0-1 0,0 1 0,0 0 0,0 0 1,0-1-1,0 1 0,0 0 0,0 0 1,0-1-1,1-4 242,0 0-1,0 0 1,1 0 0,0 0 0,0 0 0,0 0 0,1 0 0,-1 1-1,1-1 1,0 1 0,6-7 0,-1 3-65,-1 1 0,2 0 0,-1 0 0,1 1-1,12-7 1,10-3 93,2 1-1,49-16 1,-82 31-307,304-84 456,-253 74-933,1 3 0,1 1 0,104 4-1,-130 4 5,0 1 0,0 1 0,0 1 0,37 13 0,-54-14 256,0 0-1,0 0 1,-1 1-1,1 0 1,-1 1-1,0 0 1,-1 0-1,0 1 1,0 0-1,0 0 1,-1 1-1,0 0 1,0 0-1,7 14 1,-7-10-15,-2 0 1,0 0-1,0 1 1,-1-1 0,-1 1-1,0 0 1,0 0-1,-2 1 1,1-1-1,-2 0 1,-1 16 0,-1-2-344,-2 1 1,-1-1-1,-1 0 1,-14 38-1,-22 43-1727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8:59.7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361 63 7765,'-202'203'2686,"159"-160"-1946,31-31-302,-1 0 1,1 1-1,1 0 0,1 1 1,-10 16-1,11-18 94,4-6-182,1 0-1,-1 0 1,1 0 0,-3 9 0,6-14-306,1-1 0,0 1-1,-1 0 1,1 0-1,0-1 1,0 1 0,-1 0-1,1 0 1,0-1-1,0 1 1,0 0 0,0 0-1,0 0 1,0-1-1,0 1 1,0 0 0,0 0-1,1 0 1,-1-1-1,0 1 1,0 0 0,1 0-1,-1-1 1,0 1 0,1 0-1,-1-1 1,1 1-1,-1 0 1,1-1 0,-1 1-1,1-1 1,0 1-1,-1-1 1,1 1 0,-1-1-1,1 1 1,0-1-1,0 1 1,-1-1 0,1 0-1,0 0 1,0 1-1,-1-1 1,1 0 0,1 0-1,7 2 173,0-1-1,0-1 0,1 1 1,-1-2-1,0 1 1,17-4-1,60-18 486,-44 11-447,494-147 1039,-186 52-2656,-112 30-1826,-87 10-3588,-79 24-774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0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1 303 5577,'34'-54'3462,"-24"37"-2644,1 0-1,0 1 1,1 1-1,19-21 1,22-18 792,-29 27 349,44-36 1,-68 62-1923,1 1 1,-1 0 0,0 0-1,1-1 1,-1 1 0,1 0 0,-1 0-1,1-1 1,-1 1 0,1 0-1,-1 0 1,0 0 0,1 0-1,-1 0 1,1 0 0,-1 0-1,1 0 1,-1 0 0,1 0 0,-1 0-1,1 0 1,-1 0 0,1 0-1,-1 0 1,1 1 0,-1-1-1,1 0 1,-1 0 0,0 1-1,1-1 1,-1 0 0,1 0 0,-1 1-1,0-1 1,1 0 0,-1 1-1,1 0 1,12 24 952,1 35 666,-8 12-51,-2-1 1,-13 144-1,5-142-1146,-1 177 164,3-102-1865,-1-70-1854,-21 118 1,21-155 221,6-30 370,2-19-5274,-1-7 2719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0.4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0 179 9065,'3'-8'259,"-1"1"0,1-1-1,1 1 1,0 0 0,0 0 0,0 0 0,1 1 0,-1 0 0,2-1 0,-1 1 0,1 1-1,0-1 1,10-6 0,-1 1 260,0 2 1,1 0-1,0 0 0,0 2 1,1 0-1,0 1 0,0 0 0,0 2 1,1 0-1,0 1 0,-1 0 1,1 2-1,0 0 0,35 3 1,-41-1-396,1 1 0,-1 0 0,1 1 0,-1 0 0,0 1 0,23 10 0,-30-11-96,-1-1 1,1 1-1,-1 0 1,0 1-1,0-1 0,0 1 1,-1-1-1,1 1 1,-1 0-1,0 1 1,0-1-1,0 0 1,-1 1-1,1 0 1,-1-1-1,0 1 1,-1 0-1,1 0 1,1 9-1,-2 0 18,1 1-1,-2 0 1,0-1 0,-1 1-1,0 0 1,-1-1-1,-1 1 1,-9 27 0,-5 7 36,-30 56 1,15-35-24,12-23-27,3 0 1,1 1-1,3 1 0,-8 54 0,17-72-133,1 0-1,2 1 1,1-1 0,1 0 0,2 0-1,2 0 1,14 56 0,16 25-138,23 86 49,-53-167 274,2 35 0,-2-13 52,-4-47-140,-1 0-1,1 1 0,-1-1 0,0 0 1,0 1-1,-1-1 0,0 0 0,0 0 0,-1 0 1,1 1-1,-1-1 0,-1 0 0,1-1 1,-1 1-1,0 0 0,0-1 0,-1 0 1,0 0-1,1 0 0,-2 0 0,1 0 0,-1-1 1,1 0-1,-1 0 0,0 0 0,-10 5 1,13-8-59,1-1 1,0 1-1,-1-1 1,1 0-1,0 0 1,-1 1-1,1-1 1,-1 0-1,1 0 1,0-1-1,-1 1 1,1 0-1,0 0 1,-3-1-1,-3-1-197,-4 1-599,0-1 1,1 0 0,0 0 0,-1-1-1,1 0 1,0-1 0,0 0 0,1-1 0,-16-9-1,4 2-2590,6 4-1986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1.1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12 8593,'-37'-12'5990,"50"15"-4153,-11 2-435,-9 109 2137,-2 31-1262,-8-34-1472,-11 100-47,13-84-924,-26 148-3094,-2-100-1278,11-60-2517,18-55-143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1.5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22 868 5436,'-7'-48'326,"1"9"271,1-1 0,1-50 0,14-110 2869,-5 164-2724,1 0 0,2 1 0,18-51 0,-14 52 118,2 1 0,31-53-1,-41 78-687,1 0 0,0 0-1,1 1 1,0 0-1,0 0 1,0 1 0,1-1-1,0 1 1,0 1-1,0-1 1,1 2 0,0-1-1,0 1 1,0 0 0,1 0-1,9-2 1,-11 5-84,-1 0 0,1 0 0,-1 1 0,1 1 0,-1-1 0,1 1 1,-1 0-1,1 0 0,-1 1 0,0-1 0,0 2 0,0-1 0,0 1 0,0-1 0,0 2 1,-1-1-1,1 1 0,-1-1 0,9 10 0,-1-1 20,-1 1 0,0 1 0,-1 0 0,0 0 0,-1 1 1,8 16-1,-13-20-67,0-1 1,-1 1-1,0 0 0,0 0 1,1 13-1,20 130 287,-23-137-307,0 0 1,-1 0-1,-2 1 1,1-1-1,-2 0 1,0 0-1,-1 0 1,-1 0-1,-1 0 1,-10 24-1,15-40-19,-12 26 30,0 0-1,-2 0 1,-1-2 0,-1 0 0,-1-1 0,-1 0 0,-23 22-1,35-39-30,-1-1-1,0 0 0,0 0 0,0-1 0,-9 5 1,14-9 1,0 0 1,0 0-1,1-1 1,-1 1-1,0 0 1,0-1-1,0 1 1,0-1-1,0 0 1,0 0-1,0 0 1,0 0-1,-3 0 0,4 0 3,0-1 0,0 1 0,0-1 0,0 1 0,0-1 0,0 0 0,0 1 0,0-1 0,0 0 0,0 0 0,0 0 0,0 0 0,1 0 0,-1 1-1,0-2 1,0 1 0,1 0 0,-1 0 0,1 0 0,-1 0 0,1 0 0,0 0 0,-1 0 0,1-2 0,-2-6-14,1 0 0,0 1 0,0-1 1,1 0-1,1 0 0,-1 0 0,3-12 1,18-67-30,-9 44 34,56-186 19,-53 190-27,3 0 0,0 2 0,39-59 0,-48 84 18,1 0-1,0 1 1,0 1-1,1-1 0,1 2 1,16-13-1,-23 20 23,-1 0-1,0 0 1,1 0-1,0 1 1,-1 0-1,1 0 1,0 0-1,0 0 1,0 1-1,1 0 1,-1 0-1,0 0 0,0 1 1,0 0-1,1 0 1,-1 0-1,0 0 1,0 1-1,1 0 1,-1 0-1,0 1 1,8 2-1,-1 3 71,1 1-1,-1 0 1,0 1 0,-1 0-1,0 1 1,0 0 0,-1 1-1,0 0 1,-1 1 0,0 0-1,-1 0 1,-1 1 0,0 0-1,0 0 1,5 18 0,7 23 145,-3 0 0,15 88 0,-30-135-227,15 101-916,-5 1 0,-4 0 0,-5 0 0,-16 135-1,1-61-3422,4-59-2981,5-61 352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1.8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188 1 12681,'-14'18'662,"9"-13"-405,1-1 1,0 2 0,0-1 0,1 0 0,-1 1 0,1 0 0,0 0 0,1 0-1,0 0 1,0 0 0,0 0 0,0 1 0,0 8 0,-1 42 2054,2-25-782,-6 36 0,-22 197 2521,20 4-3546,-30 129-8340,35-377 6051,-1 1-1,-9 24 0,5-20-1100,-2 26-4938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2.1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825 6 11741,'-28'-5'9762,"37"12"-9329,14 14-320,-1 1 1,0 0-1,-2 2 0,0 1 1,-2 0-1,-1 1 0,-1 1 1,-1 1-1,-2 0 0,10 30 1,-4-7-93,-3 2 0,-2 0 1,-3 0-1,-2 1 0,-2 0 1,-2 1-1,-3-1 0,-3 1 1,-12 96-1,-2-67-8,-3 0 0,-4-2 0,-3 0-1,-4-2 1,-3-1 0,-4-2 0,-65 105 0,50-102 3,-3-2 0,-4-2-1,-3-3 1,-99 92 0,158-164-19,-161 136-47,132-113-193,-2-1 0,0-1 0,-46 20 0,77-40 75,-1-1 1,0 0-1,0 0 0,0 0 1,0 0-1,0 0 1,0-1-1,-1 1 0,1-1 1,0 0-1,0 0 0,0 0 1,0 0-1,-1-1 1,1 1-1,0-1 0,-4-1 1,5 1-97,1 0 0,-1 0 0,1 0 0,-1 0 0,1 0 0,0-1 0,0 1 0,-1-1 0,1 1 0,0-1 0,0 1 0,1-1 0,-1 1 0,0-1 0,0 0 0,1 1 0,-1-1 0,1 0 0,-1 0 0,1 1 0,0-1 0,0 0 0,0 0 0,0 0 0,0 0 0,0 1 0,0-1 0,1-2 0,10-57-8632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2.7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133 248 11401,'-7'32'701,"2"-12"199,1 0 0,1 1 0,0-1 0,1 0 0,2 27 0,8 80 3347,2 15-3133,-9-112-1601,-1-1-1,-1 0 0,-1 1 0,-12 56 1,-9 0-4883,23-84 5254,0 0 1,0-1 0,0 1 0,-1-1 0,1 1-1,-1-1 1,1 1 0,-1-1 0,0 1-1,1-1 1,-1 0 0,0 1 0,0-1 0,-2 2-1,3-3 61,-1-1 0,1 1-1,-1 0 1,1 0 0,0-1 0,-1 1-1,1 0 1,-1-1 0,1 1-1,0-1 1,-1 1 0,1 0-1,0-1 1,0 1 0,-1-1 0,1 1-1,0-1 1,0 1 0,0-1-1,-1 1 1,1-1 0,0 1 0,0-1-1,0 1 1,0-1 0,0 0-1,-2-8-57,1 0 0,0 0 0,1 0-1,0-12 1,54-328 1836,-38 279-940,2-1 0,53-126 0,-56 166-401,1 1 0,1 0 1,2 1-1,0 1 0,2 1 1,33-33-1,-52 58-320,0 0 0,1 0 0,-1 1 0,0-1 0,0 1 0,1-1 0,-1 1 0,1 0 0,-1 0 1,1 0-1,-1 0 0,1 0 0,0 0 0,0 1 0,-1 0 0,1-1 0,0 1 0,0 0 0,-1 0 0,1 0 0,0 1 0,0-1 0,-1 1 0,1-1 0,0 1 0,-1 0 1,1 0-1,4 3 0,-3-2 0,0 1 0,0-1 1,-1 1-1,1 0 0,-1 0 0,1 1 1,-1-1-1,0 1 0,-1-1 1,1 1-1,0 0 0,-1 0 0,0 0 1,0 1-1,3 8 0,-1 5 65,-1 2 0,-1-1 0,0 0 0,-2 0 0,0 1 0,-1-1 0,-4 22 0,-34 135 174,27-126-207,-14 43-38,-4-2 0,-55 117 0,66-171-42,-1-1 1,-50 66-1,-63 56 37,105-126-49,-5-3-259,18-17-55,13-10-316,0-3 333,1-1 0,0 1 0,0-1 1,1 0-1,-1 1 0,0-1 0,0 0 1,1 0-1,-1 1 0,1-1 0,0 0 1,-1 0-1,1-3 0,2 0-346,0 0 0,0 1 0,1-1 0,-1 0 1,1 1-1,0-1 0,5-5 0,0 0-1190,19-27-5389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3.0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345 0 11753,'21'3'1826,"-20"-3"-1709,0 0 1,0 1 0,0 0 0,-1-1-1,1 1 1,0-1 0,0 1 0,-1 0 0,1-1-1,0 1 1,-1 0 0,1 0 0,-1 0-1,1 0 1,-1-1 0,1 1 0,-1 0-1,1 0 1,-1 0 0,0 0 0,1 2 0,0 1 271,4 6-59,0 0 1,-1 0-1,0 0 0,0 1 1,-1-1-1,-1 1 0,2 11 1,2 156 1081,-8-151-1302,-1 0 0,-1 0 0,-1 0 0,-13 40 0,-1-12 17,-3-1-1,-2-1 1,-2-1 0,-2-1-1,-3-1 1,-49 61 0,65-94-39,-122 160 1301,136-175-1344,0-1-1,1 1 1,-1-1 0,1 1-1,0 0 1,0-1 0,-1 1-1,1-1 1,0 1 0,0 0-1,0-1 1,1 1 0,-1 0-1,0-1 1,1 1-1,-1-1 1,1 1 0,-1-1-1,1 1 1,-1-1 0,1 1-1,0-1 1,0 1 0,0-1-1,0 0 1,0 0 0,0 1-1,0-1 1,1 0 0,-1 0-1,0 0 1,1 0-1,1 0 1,2 4 48,1-1 0,0 0 0,0 0 0,1-1 0,-1 0 0,1 0 0,7 2 0,73 13-635,2-4 1,155 5 0,-100-10-841,183 10-3299,-107-12-2391,-89-5-975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3.2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0 12821,'-63'80'2156,"40"-43"-343,-5-2-281,2 8-336,4-6-180,-6 0-256,-4 9-144,0 5-288,-3 0-268,0 1-596,0-1-608,0-2-900,4-1-3501,2-7-4500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4.8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99 6809,'4'-13'15387,"-17"24"-11609,-19 28-2290,9-2 25,20 0-295,22-34-1114,-14-2-33,1-1-1,-1 0 0,0-1 1,1 1-1,-1-1 0,0 0 1,6-2-1,-8 2-29,30-12 83,-4-15-201,-22 23-157,-22 20-173,25-25 213,27-22-248,-29 26 392,-1 1 0,0-1 0,0 0 0,0-1 0,-1 0 0,0 0 0,5-9 0,12-12-18,21-17 249,-42 66 258,-1 13-105,-1 0 0,-9 65 0,-24 69 1150,10-51-1026,-43 222-1553,55-253-2792,3-18-4758,7-48 2444,11-5-3754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5.1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452 1 11273,'32'13'7422,"-3"3"-3457,-20-11-3771,0 1-1,-1 0 1,0 1 0,0 0 0,0 0-1,-1 1 1,0-1 0,-1 2-1,1-1 1,-2 1 0,1 0 0,6 15-1,-5-7-76,-2-1-1,0 1 1,-1 0-1,-1 0 0,0 0 1,-1 1-1,-1-1 1,-1 1-1,0-1 1,-1 1-1,-6 26 0,-2-3-1,-1 0 0,-2-2-1,-31 68 1,27-73-204,-3-1-1,0-1 1,-2-1 0,-1-1 0,-2-1 0,-37 36 0,4-13-709,-2-1 0,-69 43 0,6-22-3323,113-67 3260,6-4-1011,8-23-5152,9-10-130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5.4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1 8945,'-4'15'347,"-18"105"3871,20-101-3330,0-1 0,2 1 0,0 0 0,4 29 0,32 121 2168,-28-142-2815,1-1 0,2 0-1,0-1 1,18 30 0,-27-53-232,8 15 125,1 0-1,15 17 1,-22-29-46,1 0 0,0 0 0,1-1 0,-1 1 0,1-1 0,0 0 0,0-1 0,0 0 0,12 5-1,-17-8-61,0 0-1,0 0 0,1 0 1,-1 0-1,0 0 0,0-1 0,0 1 1,0 0-1,1-1 0,-1 1 0,0-1 1,0 1-1,0-1 0,0 1 0,0-1 1,0 0-1,1-1 0,1 0 21,6-3-21,-1 0 1,0-1-1,0 0 1,-1-1-1,0 1 1,0-1 0,0-1-1,-1 1 1,0-1-1,0 0 1,-1-1-1,0 1 1,5-15 0,5-13-29,-2-1 0,9-39 0,-21 74-2,3-14 2,11-34-362,-3-1-1,-2 0 0,3-57 1,2 11-6201,-13 91 1442,6-6-3081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5.9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302 439 11093,'-3'-24'1909,"3"19"2808,10-12-2592,-3 5-1397,0 0 0,0-1 0,5-16 0,1-4 258,0 1 193,17-67 0,1-6 147,-27 92-1193,-3 8-79,1-1 0,0 1 0,0 0 0,0 0 0,5-7 0,-7 11-49,1 1 0,-1-1-1,1 1 1,-1-1 0,0 1 0,1 0 0,-1-1 0,1 1 0,-1 0 0,1-1 0,-1 1 0,1 0 0,-1-1 0,1 1 0,0 0 0,-1 0 0,1 0 0,-1 0-1,1-1 1,0 1 0,-1 0 0,2 0 0,-1 1-1,0-1 0,0 0-1,0 1 1,0-1 0,0 1 0,0 0-1,0-1 1,0 1 0,0 0 0,0 0-1,0-1 1,0 1 0,0 0-1,-1 0 1,2 2 0,5 7-6,-2 0 0,1 1 0,-1-1 0,-1 1 0,0 0 0,0 0 1,-1 1-1,-1-1 0,0 1 0,0 0 0,-1 19 0,-1-1-37,-1-1 0,-1 1 0,-11 47 0,4-43-99,-2 0 0,-1 0 0,-2-1 0,-1 0-1,-2-2 1,-1 0 0,-1 0 0,-2-2 0,-37 41-1,15-23-909,-64 54-1,-55 24-5338,175-136 3987,0-1 0,15-16 0,42-51-564,35-37 1770,-7 8 2315,93-132 1,47-53 5591,-235 289-6420,0 1 0,0 0 0,0 0-1,1 0 1,0 1 0,-1-1-1,1 1 1,5-2 0,-8 3-233,0 1-1,0-1 1,0 1 0,0 0 0,0 0-1,0 0 1,0-1 0,0 1-1,1 0 1,-1 0 0,0 0 0,0 1-1,0-1 1,0 0 0,0 0 0,0 1-1,0-1 1,0 0 0,0 1 0,0-1-1,0 1 1,0-1 0,0 1-1,0 0 1,0-1 0,-1 1 0,1 0-1,0 0 1,0-1 0,-1 1 0,1 0-1,0 0 1,-1 0 0,1 2 0,2 2 67,-1 0 1,0 1-1,0-1 1,0 1-1,-1-1 1,0 1-1,0 0 1,0 11-1,-5 52 591,0-20-337,-16 186-327,1-13-6422,10-143-381,5-58 215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6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19 146 7505,'-19'-40'1692,"35"28"-84,0 4-148,3-6-8,3 2-116,-3 1-88,0 2-171,7 1-221,21-4-212,-5 6-312,8 1-156,4-1-320,10 3-632,6 3-680,6 0-393,-3 0-2543,0 0-3393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7.0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722 118 5064,'26'-5'1693,"-25"5"-1561,0 0 0,0-1 1,0 1-1,0 0 0,0-1 1,-1 1-1,1 0 0,0-1 1,0 1-1,-1-1 0,1 0 0,0 1 1,0-1-1,-1 0 0,1 1 1,-1-1-1,1 0 0,-1 0 1,1 1-1,-1-1 0,1 0 1,-1 0-1,1-1 0,0-1 411,21-38 4088,-23 38-4320,1 0-1,0 0 1,-1 0 0,1 0 0,-1 0-1,0 0 1,0 0 0,0 0-1,-1 0 1,-2-4 0,0 5-137,0 0 1,-1-1-1,1 2 1,-1-1 0,1 0-1,-1 1 1,0 0-1,0 0 1,1 0 0,-1 1-1,0 0 1,-10 0-1,14 0-157,-21 1 214,0 0-1,0 2 1,1 1-1,-1 0 1,1 1-1,-1 2 1,2 0 0,-1 1-1,1 1 1,0 1-1,-28 20 1,6-2-68,3 2 0,0 1 0,2 2 0,-37 44 0,62-64-212,1 1 0,1 1 0,-12 20 0,19-29 15,-1 1 1,1-1-1,0 1 0,1 0 1,0 0-1,0 0 0,0 0 1,1 0-1,0 1 0,0 11 1,1-18 28,0 1 1,0 0-1,1 0 1,-1 0 0,0 0-1,1-1 1,0 1 0,-1 0-1,1-1 1,0 1 0,0 0-1,0-1 1,0 1 0,0-1-1,0 1 1,0-1 0,1 0-1,-1 1 1,0-1 0,1 0-1,-1 0 1,1 0 0,-1 0-1,1 0 1,0 0-1,-1-1 1,1 1 0,0-1-1,0 1 1,0-1 0,-1 1-1,1-1 1,0 0 0,0 0-1,0 0 1,0 0 0,-1 0-1,1 0 1,0 0 0,3-2-1,10-1-1,0-1 0,0 0-1,0-1 1,14-7-1,-5 3-36,7-5 120,-19 9 9,1-1 0,21-5 0,-32 10-63,0 1-1,1-1 1,-1 1-1,0 0 1,1-1-1,-1 1 1,1 0-1,-1 0 1,0 1 0,1-1-1,-1 0 1,1 1-1,-1 0 1,0-1-1,0 1 1,1 0-1,-1 0 1,0 0-1,0 1 1,3 1-1,3 4 36,-1 1-1,0 1 1,0-1 0,-1 1-1,0 0 1,-1 1 0,0-1-1,0 1 1,-1 0-1,4 15 1,2 12 104,7 64 0,-6-32-58,-5-29-81,-1-1-1,-3 1 1,-1 0-1,-2 0 1,-8 56-1,-5-19-58,-42 136-1,35-154 82,-2-1 0,-3-1-1,-3-2 1,-2 0 0,-2-2-1,-2-2 1,-3-1 0,-2-2-1,-69 65 1,90-97 544,-40 28 0,62-63-184,1 9-466,1 0 0,1 1 0,0-1 0,0 1 0,1 0 0,0 1 0,1 0 0,-1 0 1,2 0-1,16-11 0,-3 0-192,355-283-5672,-117 111-1006,-170 126 3420,25-18-3749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7.3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309 15 10453,'18'-12'1761,"-14"10"2485,-3 7-3944,-1-1 1,2 1 0,-1 0 0,0-1-1,1 1 1,0 0 0,0-1 0,2 5-1,3 4 88,0 7-187,0 0 0,-1 1 0,-1 0 0,-1 0 0,0 1-1,-2-1 1,-1 0 0,0 1 0,-2 0 0,0-1 0,-2 1 0,-5 21 0,2-19-218,-1 1 1,-1-1-1,-1 0 0,-2-1 1,0 0-1,-1-1 0,-1 0 1,-2-1-1,-28 34 0,-155 139 73,165-176 104,23-16-126,18-10-56,166-138-626,69-96-4655,-215 213 4508,100-107-5762,-61 72 533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7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0 112 5617,'38'63'5745,"-12"-63"-3281,-16 0-1993,0 0 1,0-1-1,0-1 1,1 0-1,-2 0 1,1-1-1,0 0 1,0 0-1,-1-1 0,10-6 1,-3 1-188,0-1 0,-1 0-1,0-2 1,23-20 0,4-22-206,-31 39-164,-9 13-114,-8 2 203,-1 0 0,1 0 1,0 1-1,0 0 1,0 0-1,0 1 1,0 0-1,0 0 1,0 0-1,-9 6 1,2 1-10,0 0 1,1 1 0,-12 12 0,22-20-2,-9 9 52,0 1 0,0 0 0,1 0 0,1 1 0,0 0 0,1 0 0,0 1 0,1 0 0,-8 23 0,13-31-68,0 0 0,1 0-1,-1 1 1,1-1 0,1 1-1,-1-1 1,1 1 0,1-1 0,-1 1-1,1-1 1,0 1 0,0-1-1,1 0 1,0 1 0,0-1-1,0 0 1,1 0 0,0 0-1,0-1 1,0 1 0,1-1-1,0 0 1,0 0 0,0 0-1,9 7 1,5 3-783,1 0 1,0-2-1,1-1 0,39 19 0,42 9-4991,-12-11-1470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7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1210 25 8833,'-9'-6'3081,"7"4"-2806,0 0-1,0 0 1,-1 1-1,1-1 1,-1 1-1,1 0 1,-1-1-1,0 1 1,1 0-1,-1 0 1,0 1-1,0-1 1,1 1-1,-1-1 1,0 1-1,0 0 1,0 0-1,0 0 1,0 0-1,0 1 1,-3 0-1,-53 10 1149,0 3 1,1 2-1,1 2 1,-58 29-1,76-27-1072,2 2 0,1 1-1,0 2 1,2 1 0,1 2 0,1 1-1,2 2 1,1 1 0,1 1-1,2 2 1,-31 52 0,38-52-498,1 1 0,1 1 0,2 1 1,2 0-1,2 1 0,1 0 0,2 1 0,1 0 0,3 0 0,1 0 1,2 0-1,5 54 0,-4-89 97,7 53-625,-3 1 0,-2 1 1,-7 61-1,4-105 565,-2 0-1,1 0 1,-2 0 0,-1 0 0,0 0-1,0-1 1,-2 0 0,0 0 0,0 0-1,-2-1 1,0 0 0,0-1 0,-1 0 0,-1-1-1,0 0 1,-13 11 0,9-11-784,-33 18 1,-15 1-5588,59-29 1941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8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 9501,'10'-11'4660,"15"11"-3612,1 0 361,-7 0-865,3 0-104,-3 2-264,0 4-332,0 0-532,-3 0-349,3-1-191,0 1-264,-3 3-3876,0-1 543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8.7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373 126 7285,'25'17'5369,"-29"-12"-4798,0 0 1,1 0-1,-1 0 0,1 1 0,0-1 0,0 1 0,0 0 0,-2 8 0,-9 19 839,-56 91 2618,-11 20-1347,-37 127-256,97-212-2049,2 1 0,-18 106-1,34-149-337,2 1-1,0 0 1,1-1 0,1 1-1,0 0 1,1 0-1,1-1 1,1 1-1,1-1 1,0 0-1,1-1 1,15 31-1,-16-38-37,1 0 0,-1-1-1,1 1 1,1-1-1,0-1 1,0 1 0,0-1-1,1 0 1,0-1 0,0 0-1,1 0 1,0-1-1,0 0 1,0 0 0,1-1-1,-1-1 1,1 1-1,0-1 1,0-1 0,0 0-1,0 0 1,0-1-1,13-1 1,-2-1-44,0-1-1,0-1 1,0-1-1,0-1 1,-1-1-1,0 0 1,0-2 0,-1 0-1,0-1 1,18-12-1,0-3-82,-2 0-1,0-3 0,58-57 1,-37 27-104,-3-3 1,-2-2 0,-3-2 0,-3-3 0,-2-1 0,-4-2-1,49-121 1,-75 155 170,-1 0 1,-3-2-1,0 1 0,-3-1 1,-1 0-1,-1 0 0,-4-76 1,-1 103 54,-1 0 1,0 0 0,-1 0-1,0 1 1,0-1 0,-1 1-1,0 0 1,-1 0 0,0 0-1,-1 1 1,0 0-1,-10-12 1,12 16 26,-1 1 1,0-1-1,0 1 0,0 0 1,0 1-1,-1 0 0,1-1 0,-1 2 1,0-1-1,0 1 0,0 0 1,0 0-1,0 0 0,0 1 0,-1 0 1,1 0-1,-1 1 0,1 0 1,0 0-1,-1 0 0,1 1 1,-10 2-1,3 0 44,1 0-1,-1 1 1,1 1 0,0 0 0,0 0 0,1 1 0,-1 1-1,1 0 1,1 1 0,-15 12 0,10-6-13,1 1 1,1 0-1,1 1 1,0 1-1,1 0 1,-11 21-1,5 1-12,1 1-1,1 0 0,3 1 1,1 0-1,-9 77 1,2 174-663,-6 47 87,17-302 522,-2-1 0,-1 0 0,-2 0-1,-2-1 1,-18 36 0,-3-7-887,-69 96 0,100-153 368,-1 0 0,2-1 1,-1 2-1,1-1 0,-4 11 0,7-17 391,0 0 0,0-1 0,1 1 0,-1 0 0,0-1 1,0 1-1,1-1 0,-1 1 0,0-1 0,1 1 0,-1-1 0,0 1 0,1-1 0,-1 1 0,1-1 1,-1 1-1,1-1 0,-1 1 0,1-1 0,-1 0 0,1 1 0,-1-1 0,1 0 0,-1 0 0,1 1 0,0-1 1,0 0-1,17 6-2193,11-12-2662,16-9-2941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8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 95 5777,'32'-64'1624,"-31"62"-1457,1 0 1,-1 0 0,1 0-1,0 0 1,-1 0-1,1 0 1,0 0 0,0 0-1,0 1 1,0-1 0,1 1-1,-1 0 1,0 0 0,1-1-1,-1 1 1,0 1-1,1-1 1,0 0 0,-1 1-1,1-1 1,-1 1 0,1 0-1,-1 0 1,1 0 0,0 0-1,-1 0 1,5 1-1,-3 0 32,1 1-1,-1-1 1,0 1-1,0-1 1,-1 1-1,1 0 1,0 1-1,-1-1 1,1 1-1,-1-1 1,0 1-1,1 0 1,2 4-1,-4-3-46,1 1-1,-1-1 0,1 0 1,-1 1-1,0 0 0,-1-1 1,1 1-1,-1 0 0,0 0 0,0 0 1,0 5-1,-3 58 950,1-50-818,-4 27 247,-1 0 0,-3 0 0,-18 56-1,-56 130 687,47-141-668,-41 165-1,72-232-488,-7 31 93,1 2-1,4-1 1,-1 65-1,8-109-160,1 0-1,0 0 1,1 0 0,0 0-1,0-1 1,2 1-1,-1-1 1,1 1 0,0-1-1,1 0 1,1-1-1,-1 1 1,2-1 0,9 12-1,-7-12-336,0 0-1,1-1 1,1 0 0,-1 0-1,1-1 1,0 0 0,1-1-1,0 0 1,0-1 0,0-1-1,25 7 1,-11-6-1605,1-1 1,0-1-1,30 0 0,27-3-6133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09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32 5348,'-22'-6'2709,"35"1"-2705,-1-4-540,-5-2-4005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2.8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391 627 3936,'0'-31'1068,"2"0"-1,8-46 0,12-104 886,-20 167-1606,-1 0-1,0 0 1,-1 0 0,-1 0 0,-1 0 0,-4-23-1,-1-5 906,5 23-270,-1 0 0,-7-22 0,8 35-652,0 0 1,0 1-1,-1-1 0,0 0 1,0 1-1,0 0 1,-1 0-1,1 0 1,-1 0-1,-7-6 0,10 11-247,-1 0 0,0 0 0,1 1-1,-1-1 1,0 0 0,1 1-1,-1-1 1,1 1 0,-1-1 0,1 1-1,-1 0 1,1-1 0,-1 1-1,1 0 1,-2 2 0,0-2 80,-4 4-51,0 0 1,0 1 0,1 0-1,-1 0 1,1 0 0,1 1-1,-1 0 1,1 0 0,0 1-1,1-1 1,-7 15 0,-4 13 221,-14 54 1,16-47-174,-104 358 530,91-286-541,-19 184 0,40-235-131,2 1 1,4-1-1,9 79 1,-6-117-11,0 0 0,2 0 0,1-1 0,0 1 0,2-2 0,1 1 0,1-1 0,0-1 0,2 0 0,1-1 0,17 21 0,-14-23-10,0-1 1,1-1 0,1 0 0,0-2 0,35 22 0,-37-28 19,-1-1 0,1 0 0,0-1 0,1-1-1,0-1 1,-1-1 0,2 0 0,21 1 0,3-3-22,-1-2-1,1-2 1,-1-1 0,0-3-1,82-21 1,-57 6 20,0-3 0,112-56 0,-133 55 11,-2-2-1,0-1 1,-2-3-1,-2-1 1,-1-2-1,-1-2 1,43-53-1,-52 53-124,-2-2-1,-2-1 0,-1 0 0,-2-2 0,-2-1 0,-2 0 0,-2-2 0,17-65 1,-19 37-607,-3-1 1,4-142 0,-29-148-4969,0 249-879,9 87 132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3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10 606 4836,'0'0'1599,"1"-3"-129,7-34 2161,5-49 0,-11 73-3428,0-27 876,-1 1 0,-6-59-1,2 57-548,-25-200 2673,28 237-3171,-1 0 424,8 24-162,1 6-192,1 0 0,1 0 0,1-1 0,23 37 0,70 89 88,-42-64-163,-39-53 97,17 21-145,-3 2 1,-2 1 0,40 96-1,-67-133-32,-1 0-1,-1 0 0,-2 1 0,0 0 1,-1 0-1,0 26 0,-3-32 31,-1 1 0,-1 0 0,0 0 0,-1-1 1,-1 1-1,-1-1 0,0 0 0,-1 0 0,-10 17 0,7-17-81,-1 0-1,-1-1 1,-1-1 0,0 1 0,0-2 0,-2 0-1,0 0 1,-19 13 0,12-11-394,-1-1 0,0-1 0,-1-1 1,-1 0-1,-32 9 0,45-17-223,1-1 1,-1-1 0,-15 2-1,22-3-125,-1-1-1,0 0 1,0-1-1,1 1 1,-1-1-1,-5-1 1,-13-6-6723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4.1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474 6 6857,'0'0'4865,"-3"-1"-4189,-26-3 263,26 3-581,-1 2-71,-20 11-138,1 0 1,1 1-1,0 1 0,-36 31 1,43-33-82,-217 183-640,228-193 540,1 0-1,0 1 1,0 0-1,0-1 1,0 1-1,1 0 1,-1 0-1,1 1 1,-1-1-1,1 0 1,0 1-1,0 0 0,-1 5 1,36 2 321,9-13 53,-35 1-292,1 0-1,0 1 1,0-1-1,-1 1 1,1 1-1,10 2 1,28 11 195,0 2 1,65 34-1,-59-25-241,69 23-1,-77-36 19,0-2-1,0-2 0,0-2 1,78 0-1,-56-7 7,1-3 0,101-20 1,-118 13 115,-1-3 0,0-1 1,-1-2-1,-1-3 1,-1-2-1,-1-1 0,49-35 1,-82 50-110,-1-1 0,0-1 0,-1 0 0,0 0 0,-1-1 0,0 0 0,0 0 0,-1-1 0,-1 0 0,0-1 0,0 0 0,-2 0 0,8-22 0,-9 23-48,-3 7 12,1 1-1,-1-1 1,0 0 0,0 0 0,0 1 0,0-9-1,-1 11 3,0 0-1,-1 1 1,1-1-1,-1 0 1,1 1-1,-1-1 1,0 1-1,1-1 0,-1 0 1,0 1-1,0 0 1,0-1-1,0 1 1,0 0-1,-1-1 0,1 1 1,0 0-1,0 0 1,-1 0-1,1 0 1,-1 0-1,1 0 0,-3-1 1,1 2-15,0-1 0,0 1 0,0 0 0,0-1-1,0 1 1,0 1 0,0-1 0,0 0 0,0 1 0,1-1 0,-1 1 0,0 0 0,0 0 0,0 0 0,1 0-1,-1 1 1,1-1 0,-1 1 0,-2 1 0,-4 3-128,0 0 0,1 0 0,0 1 0,-9 10 1,8-6-326,1 1 0,0 0 0,1 0 1,1 1-1,-10 23 0,15-33 265,5-3 159,30-5 556,-31 5 935,-3 2-1156,-5 83 172,-4 0-1,-22 91 1,10-56-377,7-53-96,-3 0 0,-3-2 0,-2 0 0,-50 99 0,37-84 456,34-76 110,5-5-510,0-1-1,0 1 1,1-1-1,-1 1 1,0-1-1,0 0 0,-1-1 1,1 1-1,0-1 1,-1 1-1,6-6 1,-2 1 1,123-104 38,142-159 0,-149 144-54,44-46 11,125-124-99,-210 214 56,-80 80-3,-5 4 12,0-1-1,0 1 0,0 0 1,1 0-1,-1 0 0,0 0 1,1 0-1,0 0 0,0 1 0,-1-1 1,-1 4-1,-3 2 8,-40 43-9,-55 77 0,85-104-5,1 1-1,2 0 1,1 1 0,1 1 0,1 0 0,-8 30 0,16-49-12,2 1 0,-1-1 0,1 1-1,0 0 1,1-1 0,0 1 0,0 0 0,1-1 0,0 1-1,1-1 1,0 1 0,0-1 0,1 0 0,0 1 0,0-2-1,1 1 1,7 12 0,-4-11-100,0 0-1,0 0 1,1-1-1,1 0 1,-1 0-1,1-1 1,0 0-1,1-1 1,0 0-1,0 0 1,0-1-1,22 8 1,24 2-1732,1-2 0,1-3 0,103 6 1,-135-14 656,83 7-4567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4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46 8989,'-23'5'449,"3"-1"349,4 0 3102,55-11-3241,1 2 0,1 2-1,-1 2 1,64 5 0,-51-2-444,370 15 477,371 11-1301,173-37-4516,-877 5 3215,-1-4-1,160-36 1,-144 15-1978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4.5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1686 202 5985,'-29'-22'300,"12"8"2,0 0-1,-1 2 0,-1 0 0,0 1 0,-23-9 0,-17-5 1803,-2 3-1,-91-22 1,144 42-1885,-1 1-1,1 0 1,0 0 0,-1 0 0,1 1 0,-1 1 0,1-1 0,0 1 0,-1 1 0,1-1 0,0 1-1,-8 4 1,10-4-75,1 1 0,0 1 1,0-1-1,0 1 0,0 0 0,0 0 0,1 0 0,0 1 0,0-1 0,0 1 0,0 0 0,1 0 0,0 1 1,0-1-1,0 1 0,-3 9 0,3-4-8,0 0 1,0 1-1,1-1 1,1 1-1,0-1 1,1 1-1,0-1 1,0 1-1,1-1 1,1 1-1,3 12 1,3 5 61,0-1 1,2 0-1,17 32 0,73 119 458,9 16-294,-98-169-322,0 1-1,-2-1 1,-1 2 0,-1-1 0,7 56-1,-12-54-47,-1 1-1,-2-1 0,0 0 1,-2 1-1,-2-1 0,0 0 1,-2-1-1,-1 0 0,-1 0 1,-2 0-1,0-1 0,-2-1 1,-1 0-1,-1-1 0,-1 0 1,-23 25-1,-3-4-300,-2-1-1,-1-2 0,-3-2 1,-97 63-1,33-36-1335,-155 68 0,-134 14-7206,280-108 2286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5.1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774 728 9713,'-1'-3'205,"0"-1"1,0 1-1,1-1 0,-1 1 1,1-1-1,0 1 0,0-1 1,0 1-1,1 0 1,-1-1-1,1 1 0,1-6 1,19-44 1825,-3 11-725,2-5-445,1 2 0,2 1-1,53-76 1,-39 64 4,42-84 0,-75 132-768,0 0 0,-1 0 0,0-1 0,0 1 0,-1-1 0,0 0 0,1-10 0,-3 17-82,0 0-1,-1-1 1,1 1 0,0 0-1,-1 0 1,0 0-1,1 0 1,-1 0-1,0 0 1,0 0 0,0 0-1,0 0 1,0 0-1,-1 0 1,1 1-1,-1-1 1,1 0 0,-1 1-1,1-1 1,-1 1-1,0 0 1,0 0-1,1-1 1,-1 1 0,0 0-1,0 0 1,0 1-1,-1-1 1,1 0-1,0 1 1,0-1 0,0 1-1,0 0 1,-4 0-1,-11-2 45,-1 2-1,1 0 0,-1 1 1,1 1-1,0 0 1,-1 1-1,1 1 0,-31 12 1,-16 9 85,1 3 0,1 3-1,2 3 1,1 2 0,2 2 0,-89 79 0,113-86-108,0 1-1,2 2 1,2 0 0,1 3-1,2 0 1,1 1-1,2 1 1,-24 56 0,34-60-13,0 1 1,2 0-1,2 0 1,2 1-1,1 1 1,1-1-1,3 0 1,1 1-1,1 0 1,9 57 0,3-33-10,2 0 0,3-1 0,3-1 0,3 0 0,34 64 1,172 273 74,-176-311-97,126 256-310,-171-327 242,-1 0 0,-1 1 0,-1 0 1,0 0-1,-1 0 0,0 0 0,1 32 0,-5-44-62,0 0 0,-1 0 0,1 0 0,-1 0-1,0-1 1,0 1 0,-1 0 0,1 0-1,-1-1 1,0 1 0,0-1 0,0 1-1,0-1 1,0 0 0,-1 0 0,-5 6 0,7-8 18,-1 0 0,1 0 0,0 0 0,-1 0 0,1 0 0,-1 0 0,1 0 0,-1 0 0,0-1 0,1 1 0,-1-1 0,0 1 0,1-1 0,-1 0 0,0 1 0,0-1 0,1 0 0,-1 0 0,0 0 0,0 0 0,1-1 0,-1 1 0,0 0 0,0-1 0,1 1 0,-1-1 0,0 0 0,1 1 0,-1-1 0,1 0 0,-1 0 0,1 0 0,-1 0 0,1 0 0,0 0 0,-2-2 0,-1-1-300,0-1 0,1 0 1,-1 0-1,1 0 1,0 0-1,0 0 1,1-1-1,0 1 1,0-1-1,0 0 1,0 1-1,1-1 0,0 0 1,0 0-1,1 0 1,-1 0-1,1 0 1,2-10-1,8-42-5368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5.3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777 1 7665,'0'0'1671,"-2"3"93,-17 26 828,-17 33 0,1 1-615,-25 42 635,6 3-1,-75 209 1,-39 246-683,80-253-2405,-34 162-2171,70-155-679,44-234-357,5 151 1,10-180-718,10-14-2427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5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51 10321,'17'-13'644,"-13"9"-339,1 1 0,-1-1 0,1 1 0,-1 0-1,1 0 1,0 0 0,1 0 0,-1 1 0,0 0 0,1 0 0,-1 1 0,1-1-1,-1 1 1,10-1 0,13 3 55,0 0-1,-1 1 0,1 2 1,-1 1-1,0 1 1,45 17-1,-6 3 65,91 49 0,-129-60-341,-1 1 0,-1 1 0,-1 1 0,0 2 0,-1 0 0,39 44 0,-55-55-57,-1 1 1,0 1-1,-1-1 0,0 1 0,0 0 0,-1 0 1,-1 1-1,6 21 0,-8-24-22,-1 0 0,0 0 0,-1 0 1,0 0-1,0 0 0,-1 0 0,0 0 0,-1 0 0,0 0 0,0 0 0,-1-1 0,0 1 0,-5 9 0,4-8 8,-1-1-1,0 0 1,-1 0-1,0-1 1,0 0-1,-15 15 1,-3-3-40,-47 31-1,-61 35-513,37-32-689,78-45 173,1 0 0,0 1 0,0 0 0,-17 16 0,34-25 673,0 0 0,0-1 0,0 1 0,0 0 0,1 0 0,-1-1 1,0 1-1,0-1 0,1 1 0,-1-1 0,0 1 0,0-1 1,3 0-1,33 2-3980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5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657 4 7557,'0'0'3217,"-3"-1"-2013,-4 0-975,1 0 0,-1 1 1,1-1-1,-1 1 0,0 0 0,1 1 1,-1 0-1,1 0 0,-1 0 1,1 1-1,-1 0 0,1 0 1,0 1-1,-11 5 0,-11 8 247,-46 33 1,65-42-337,-40 27 135,2 2 0,1 3 1,-59 64-1,76-70-245,-9 10-131,2 0-1,-34 57 1,68-97 82,0 1 0,0 0 0,0 0 0,1-1 0,0 1 0,0 0 0,0 0 0,-1 5 0,1-2 23,1-7-5,0 0 1,0 0 0,0 0 0,0 0 0,0 1-1,0-1 1,0 0 0,0 0 0,0 0 0,0 0 0,0 0-1,0 0 1,0 0 0,0 0 0,0 1 0,0-1-1,0 0 1,0 0 0,0 0 0,0 0 0,0 0 0,0 0-1,0 0 1,0 0 0,0 0 0,0 1 0,0-1-1,1 0 1,-1 0 0,0 0 0,0 0 0,0 0 0,0 0-1,0 0 1,0 0 0,0 0 0,0 0 0,0 0-1,0 0 1,0 0 0,1 0 0,-1 0 0,0 0 0,0 0-1,0 0 1,0 0 0,0 0 0,0 0 0,0 0-1,0 0 1,1 0 0,-1 0 0,0 0 0,0 0 0,0 0-1,0 0 1,0 0 0,0 0 0,0 0 0,0 0-1,0 0 1,0 0 0,1 0 0,-1 0 0,0 0 0,0 0-1,0 0 1,0 0 0,0-1 0,25-3 109,-1-2-1,46-16 1,-29 7 157,-32 12-185,0 1 1,1 0-1,-1 0 0,0 0 1,1 1-1,-1 1 0,1 0 1,17 2-1,-22-1-71,0 0 1,-1 0-1,1 1 0,0-1 1,-1 1-1,1 1 1,-1-1-1,1 0 0,-1 1 1,0 0-1,0 0 1,0 0-1,-1 1 0,1-1 1,-1 1-1,0 0 1,0 0-1,4 6 0,6 12-114,-6-9-226,0 0 0,1-1 0,0 0 0,1-1 0,1 1 0,0-2 0,12 11 0,-2-7-832,1-1 0,1-1-1,1 0 1,-1-2 0,2-1-1,39 11 1,-1-3-3652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6.1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393 12 5865,'-21'-9'1889,"17"7"-136,-13 4 1119,16-3-2788,-1 1-1,1 0 0,0 0 1,-1 0-1,1 0 0,0 0 0,-1 0 1,1 1-1,0-1 0,-1 0 0,1 1 1,0-1-1,0 1 0,-2 0 1,-18 15 671,2 2 0,0 0 0,1 0 1,0 2-1,-24 37 0,12-16-321,2 1-1,2 1 0,-38 86 0,54-104-765,2 0 1,1 0-1,1 1 0,1 0 1,1 0-1,1 0 0,2 1 1,0-1-1,5 33 0,1-16-1242,13 53-1,-13-78-187,1 1 0,14 31-1,4-11-3393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6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1 360 5601,'7'-7'558,"-1"1"1,2 0 0,-1 0 0,1 0 0,-1 1 0,2 0 0,-1 0-1,17-6 1,-8 5 300,-1-1-1,0-1 0,19-12 1,16-8 234,-4 1-349,-1-2 0,-2-2 0,53-47 0,-68 54-395,-27 22-314,0 0 0,0 0 0,0 0 1,0 0-1,0 0 0,0 0 0,-1-1 0,1 1 1,-1-1-1,2-3 0,-3 6-31,0-1 0,0 1 0,0-1-1,0 1 1,0-1 0,0 1 0,1-1-1,-1 1 1,0-1 0,0 1 0,-1-1 0,1 1-1,0-1 1,0 1 0,0-1 0,0 1 0,0-1-1,-1 1 1,1-1 0,0 1 0,0-1 0,-1 1-1,1-1 1,0 1 0,-1-1 0,1 1-1,0 0 1,-1-1 0,1 1 0,-1 0 0,1-1-1,0 1 1,-1 0 0,1 0 0,-1-1 0,1 1-1,-1 0 1,1 0 0,-1 0 0,1 0 0,-1 0-1,0-1 1,1 1 0,-1 0 0,1 0-1,-1 0 1,1 1 0,-1-1 0,1 0 0,-2 0-1,-18 1 25,0 2-1,1 0 1,-1 0-1,0 2 0,1 1 1,0 0-1,0 1 0,-34 20 1,24-11-2,0 2 1,2 1 0,0 1-1,-40 39 1,60-51-20,-1 0 1,2 0-1,-1 1 1,1 0-1,1 0 1,0 0-1,0 1 1,1-1-1,-5 14 1,8-17-1,-1 0 0,1 0 1,0 0-1,0 1 1,1-1-1,-1 0 0,2 0 1,-1 1-1,1-1 0,0 0 1,0 0-1,0 0 0,1 0 1,0 0-1,0 0 0,1 0 1,3 6-1,2 0-55,1 1 1,1-1-1,0 0 1,1-1-1,0-1 0,1 0 1,0 0-1,0-1 0,22 12 1,-7-7-297,0-1 0,0-1 1,1-1-1,31 7 0,40 6-2091,180 20 0,-111-35-2198,-56-9-334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6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42 249 13105,'-19'11'2096,"9"-34"-47,7-2-273,-3 5-440,3-3-136,6 0-392,0-3-164,10 9-352,2 0-300,14-3-196,28-6-448,0 12-584,13 5-616,16 4-220,9-7-705,7 12-1395,3 3-3177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7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703 225 7609,'53'-88'7103,"-49"81"-2330,-23 26-3442,-5 11-815,1 2 0,-31 55 0,24-36-278,-99 165 488,-122 189-828,219-358 17,3-2-84,-1-1 0,-3-1 0,-58 57 0,90-98 91,-10-16-83,10 13 158,1 0 0,-1-1 0,1 1 0,0-1 0,0 1 0,0 0 0,0-1 0,0 1 0,0-1 0,0 1-1,0 0 1,0-1 0,1 1 0,-1-1 0,0 1 0,1 0 0,-1-1 0,2 0 0,18-38-71,46-65 0,-22 38 47,197-377-65,-182 314 107,-11 22 264,89-149 0,-131 246-252,-3 5 3,1 1 0,-1 0 0,1 0 0,0 0 0,7-7 1,-9 11-18,-1 0 0,0 0 0,1 0 1,-1 0-1,1 0 0,-1 1 0,1-1 1,-1 1-1,1-1 0,0 1 0,-1-1 1,1 1-1,0 0 0,-1 0 0,1 0 1,0 0-1,-1 0 0,1 0 0,0 0 1,-1 1-1,1-1 0,-1 1 0,1-1 1,0 1-1,-1-1 0,3 2 0,3 3 53,-1-1 0,1 1 0,-1 1 0,0-1 0,0 1 0,0 0 0,-1 0-1,0 1 1,0 0 0,-1 0 0,0 0 0,0 0 0,6 16 0,4 15 346,14 62 0,-22-79-326,40 195 459,35 415 0,-72-181-3733,-11-288 809,-1 84-4491,5-193 2638,5-9-2077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28.0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7 377 7577,'-1'0'98,"1"-1"1,-1 1 0,0-1 0,1 0-1,0 1 1,-1-1 0,1 0-1,-1 1 1,1-1 0,0 0 0,0 0-1,-1 1 1,1-1 0,0 0-1,0 0 1,0 1 0,0-1 0,0 0-1,0 0 1,0 1 0,0-1-1,0 0 1,0 0 0,0 0 0,0 1-1,1-1 1,-1 0 0,1-1-1,0 1 53,0 0-1,0-1 0,1 1 1,-1 0-1,0-1 0,1 1 1,-1 0-1,1 0 0,0 0 1,-1 0-1,4-1 0,4-1 150,0 0 0,0 1 0,0 0 0,16-1 0,30 2 163,69 8-1,-5 0-549,22-8-329,-1-5-1,-1-6 0,0-7 0,-1-5 0,-1-7 1,242-88-1,-212 42 1097,-65 28 1646,-99 47-1021,-11 4-1067,0 0-1,0 0 1,0 1-1,0 0 0,1 1 1,-1 0-1,1 0 0,0 0 1,0 1-1,-10 9 1,-9 9 33,-26 32 1,45-47-170,-192 233 74,183-219-392,1 0-1,1 1 1,1 1 0,1 0-1,1 0 1,1 1 0,1 1 0,1-1-1,2 1 1,0 1 0,2-1-1,-2 46 1,6-66 173,0-1 0,1 1-1,-1 0 1,1-1 0,0 1 0,1-1-1,-1 1 1,1-1 0,0 0 0,0 0-1,1 0 1,0 0 0,0 0 0,0 0-1,0-1 1,1 1 0,6 6 0,-4-7 12,0 0 1,0 0-1,0 0 0,0 0 1,1-1-1,0 0 1,-1-1-1,1 0 0,0 0 1,0 0-1,0 0 1,1-1-1,-1-1 0,8 1 1,5-2 4,-1 0 1,1-1 0,-1-1-1,0-1 1,0-1 0,0 0-1,25-12 1,130-69 40,-106 50-9,209-104 524,-242 119-380,-24 13-103,1 1 0,0 0 0,0 1 0,14-6-1,-8 5-58,0 1-1,0 0 0,20-3 0,-30 8-30,0 0 1,-1 0-1,1 1 0,0 0 0,0 1 0,0-1 0,0 2 0,0-1 0,-1 1 0,1 0 0,9 4 0,-6-1-92,-1 0 0,0 0 0,0 1-1,-1 0 1,1 1 0,-1 0 0,-1 0-1,11 12 1,51 81-821,-52-72 873,-16-26 191,-1 1-1,0-1 0,1 1 1,-1-1-1,-1 1 0,1-1 1,0 1-1,0 5 1,0-5 76,-1 0 1197,35-8-1009,-31 4-725,-2-1-201,49-41-7521,-38 34 3868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0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661 154 5268,'-2'-1'991,"-18"-10"7502,9 27-6322,5-9-1742,-10 19 281,1 1 0,1 1 0,-11 30-1,1-2-95,-302 705 1954,247-572-2412,46-109 4,-56 124-59,104-239-278,20-66 1,-5 13 51,-2 15 52,321-765-365,-320 774 454,3 3-1,3 0 0,80-104 1,-106 154 22,2 0 1,-1 1-1,1 0 1,1 0 0,0 2-1,0-1 1,1 2-1,25-13 1,-33 18 23,1 0 0,0 0-1,0 0 1,0 1 0,0 0 0,-1 0 0,2 0 0,-1 1 0,0 0 0,0 0 0,0 1-1,0-1 1,0 1 0,0 1 0,-1-1 0,1 1 0,0 0 0,-1 0 0,1 1-1,-1-1 1,1 1 0,-1 1 0,0-1 0,5 6 0,3 3 179,-1 0 0,0 1 0,-2 1 0,1 0 0,8 15 0,38 80 764,-19-22-258,-3 0-1,40 161 0,7 192 146,-45 12-1314,-33 2-1686,4 84-3912,-8-530 5539,0 1 0,1-1 0,0 1 0,1-1 0,0 0 0,0 0 0,1 1 0,0-2 0,0 1 0,0 0 0,6 7 0,-9-15 416,0 0-1,0 0 0,0 0 0,0 1 0,1-1 1,-1 0-1,0 0 0,0 0 0,0 0 0,0 0 0,0 0 1,1 0-1,-1 1 0,0-1 0,0 0 0,0 0 1,1 0-1,-1 0 0,0 0 0,0 0 0,0 0 0,1 0 1,-1 0-1,0 0 0,0 0 0,0 0 0,1 0 0,-1 0 1,0 0-1,0 0 0,0 0 0,0 0 0,1 0 1,-1-1-1,0 1 0,0 0 0,0 0 0,0 0 0,1 0 1,-1 0-1,0 0 0,0-1 0,31-12-4061,12-15-1949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0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226 361 9209,'-27'-2'578,"9"0"199,1 1 1,-1-2 0,-26-8-1,34 10 33,-1 1 0,1 0 1,0 0-1,-1 1 0,1 0 0,0 1 0,-16 4 0,23-5-47,3-3-690,1 1 1,0 0-1,-1-1 0,1 1 0,0 0 0,0-1 0,0 1 1,0 0-1,1 0 0,-1 0 0,0 0 0,2-2 1,2-1 70,7-6-17,0 1 0,1 0 1,0 0-1,0 2 1,21-10-1,81-27 154,-88 34-264,365-105-2226,7 36-3739,-283 59 2135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1.3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81 7517,'-1'-45'2231,"1"44"-2132,0 1 1,0-1-1,1 0 0,-1 0 0,0 0 0,0 1 0,0-1 0,1 0 1,-1 0-1,0 0 0,1 1 0,-1-1 0,1 0 0,-1 1 1,1-1-1,-1 0 0,1 1 0,-1-1 0,1 1 0,0-1 0,-1 1 1,1-1-1,0 1 0,-1-1 0,1 1 0,0 0 0,0-1 0,1 0 1,2-1 4554,-31 53-2806,-37 52 0,34-58-1398,-39 79 1,-43 149 226,96-227-626,2 1-1,3 0 1,1 1-1,-3 51 1,12-87-37,1 1-1,0-1 1,1 1 0,3 21 0,-3-31-13,-1-1 1,0 1-1,1-1 1,0 1-1,0-1 1,0 1-1,0-1 1,0 0-1,0 0 1,1 1 0,-1-1-1,1 0 1,-1 0-1,1 0 1,0-1-1,0 1 1,-1 0-1,1-1 1,1 1-1,-1-1 1,0 1-1,0-1 1,0 0-1,1 0 1,-1 0 0,1 0-1,-1-1 1,1 1-1,-1-1 1,1 1-1,3-1 1,3-1-6,1 0 1,0 0-1,0-1 0,0 0 1,-1-1-1,16-6 1,56-30 8,-51 23-8,24-11-17,1 3 0,1 2 0,76-19 0,-100 34 14,0 1-1,1 1 1,0 2 0,-1 2 0,1 0 0,0 3-1,55 8 1,-12 12-25,-5-1 66,-29-9-28,-17-5 73,43 7 0,-60-13-53,0 0 0,0 0 0,0-1 0,0-1 0,1 1 0,-1-1 0,0-1 0,0 0 0,14-4 0,-8 0 25,-1 0 0,0 0-1,0-1 1,0-1 0,-1 0 0,0-1 0,-1 0 0,0 0 0,0-2-1,-1 1 1,0-1 0,-1-1 0,14-22 0,9-24-32,-4-1 0,33-96 1,-15-6-1335,6-15-3231,-41 143 3035,-6 19 2,0 0 1,0 0 0,1 1-1,12-19 1,6 5-4601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1.6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810 129 7605,'39'-60'2489,"-14"14"5368,-27 34-5306,2 11-2517,0 1 0,0 0 0,0-1 0,0 1 0,0-1 0,0 1 0,0-1 0,0 1 0,0 0 0,-1-1-1,1 1 1,0-1 0,0 1 0,0 0 0,-1-1 0,1 1 0,0-1 0,-1 1 0,1 0 0,0 0 0,-1-1 0,1 1 0,0 0 0,-1 0 0,1-1-1,0 1 1,-1 0 0,1 0 0,-1 0 0,1-1 0,0 1 0,-1 0 0,-7 4 302,1 0 1,0 1-1,0 0 0,1 0 1,-1 1-1,-9 10 1,12-12-181,-17 18 288,0 1-1,2 0 1,1 2-1,0 0 1,2 1 0,1 0-1,1 1 1,-18 51 0,23-49-372,1 1 0,1 0 0,2 1 1,1 0-1,1 0 0,2 0 0,1 0 0,2 0 1,0-1-1,2 1 0,2 0 0,1-1 0,18 50 1,65 111-1414,-17-43-17,-61-119 1015,-1-1 1,-2 2 0,8 37 0,-14-48 199,-1-1-1,-1 1 1,0 0 0,-2 0-1,0-1 1,-1 1 0,-1-1-1,0 1 1,-2-1 0,0 0-1,-1 0 1,-1-1-1,-11 23 1,6-19 43,-2 1 0,0-2 0,-1 0-1,-1-1 1,0 0 0,-2-1 0,0-1-1,-1-1 1,-32 21 0,-21 8-828,-1-4-1,-2-3 1,-1-3 0,-111 34-1,160-62-2537,-51 7 0,54-10-4036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2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18 4120,'-64'-17'2424,"60"17"-2095,0 0 0,0 0 0,0 0 0,-1 0 0,1 1 0,0 0-1,-6 1 1,-12 3 603,-29-4 953,2 0 3455,91-4-4648,1 1 1,73 7-1,-32 0-359,347 10 433,230 11-359,169 10 129,-173-9-167,-484-18-261,1081 56 415,-997-56-593,132 11-4711,-369-18 1153,40 10 0,-39-6-3732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2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515 16 10789,'0'-15'1869,"-2"21"188,2-4-1873,1-1 1,-1 1-1,1-1 0,-1 0 0,1 1 0,0-1 0,0 0 0,0 1 0,0-1 0,0 0 0,0 0 0,0 0 0,0 0 0,0 0 1,0 0-1,1 0 0,-1 0 0,0 0 0,1-1 0,-1 1 0,2 0 0,84 26 1578,11 3-620,90 52 420,203 121 1,-295-147-1186,114 86 0,-177-116-313,-1 1 0,-2 1 0,0 2 0,-2 1 1,-1 1-1,37 59 0,-55-74-46,0 0 0,-1 1 0,-1 1 1,-1-1-1,0 1 0,-2 0 0,0 0 0,-1 1 0,-1-1 0,-1 1 0,0-1 0,-2 1 1,-3 29-1,-1-24-28,0-1 0,-2 1 0,0-1 1,-2 0-1,-1 0 0,0-1 0,-2-1 0,-1 0 1,0 0-1,-19 21 0,-11 7-157,-2-3 0,-2-1-1,-3-2 1,-1-2 0,-65 40 0,-20 1-656,-145 65 1,-326 118-4287,330-150-2223,149-61-738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2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163 118 14953,'-42'-26'2701,"33"15"-489,-4-1-428,1 4-344,-11-4-376,7 1-204,1 5-548,2-2-692,0-1-1664,7-2-136,28 8-5909,19 6-1560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4.1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454 123 5036,'4'-2'284,"-1"0"-1,1-1 1,-1 1-1,0-1 1,0 0-1,0 0 1,0 0-1,4-6 1,1-1 3637,-13-1-3008,4 10-709,0 1 0,1-1 0,-1 0 0,1 1 0,-1-1 0,1 0 0,-1 0 0,1 0 0,0 1 0,-1-1 0,1 0 0,0 0 1,0 0-1,-1 0 0,1 1 0,0-1 0,0 0 0,0 0 0,0-1 0,1-1-13,-1 0 0,1 1 0,-1-1 0,0 0 1,0 1-1,0-1 0,0 1 0,-1-1 0,1 0 0,-1 1 0,1-1 1,-1 1-1,0-1 0,0 1 0,0-1 0,-1 1 0,1 0 1,0-1-1,-2-1 0,1 2 51,0 21-19,0 0 1,-1 0 0,-1-1-1,-1 1 1,-11 25-1,-3 14 38,-92 323 347,-16-22-2935,38-117-2452,17-44-2818,52-145 2506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5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1 425 5537,'9'-13'378,"-4"7"-63,0-1-1,-1 0 1,0 0 0,0-1 0,0 1-1,-1-1 1,4-14 0,2-12 978,2 0 0,1 0 1,17-31-1,-22 52-1082,1 0 0,0 1 0,1-1 0,0 2-1,1 0 1,1 0 0,-1 0 0,2 2 0,24-18 0,-28 22-172,1-1 1,0 1 0,0 1 0,1 0-1,-1 0 1,1 1 0,0 0-1,0 1 1,0 0 0,0 0-1,0 1 1,0 1 0,1-1 0,-1 2-1,0-1 1,0 1 0,1 1-1,-1 0 1,0 1 0,-1 0-1,1 0 1,0 1 0,-1 0-1,0 0 1,14 10 0,-10-5-72,0 1 0,0 1 0,-1-1-1,0 2 1,-1 0 0,0 1 0,-1-1 0,-1 2 0,0 0 0,0 0 0,-2 0 0,0 1 0,0 0-1,-1 1 1,-1-1 0,6 33 0,-8-29-152,-1 1 0,0 0 0,-2-1 0,0 1 0,-1 0 0,-1 0 0,0-1-1,-2 1 1,-1-1 0,0 0 0,-1 0 0,-1 0 0,-17 32 0,4-17 90,-2-2 0,-1 0 0,-1-1 0,-2-2 0,-1 0 0,-1-2 0,-1-1 0,-1-1 0,-2-2 0,0-1 0,-1-1 0,-39 16 0,51-27 349,6-4 55,0 1 0,-25 16 1,38-21-241,-1 0 0,0 0 0,1 0 1,0 0-1,-1 0 0,1 0 0,0 1 1,0-1-1,0 1 0,0 0 0,1 0 0,-1-1 1,1 1-1,-1 0 0,1 0 0,0 0 1,0 0-1,1 1 0,-1-1 0,0 3 1,2 5 92,0 0 0,1 0 0,0 0 0,1-1 0,0 1 0,1-1 0,0 0 1,0 0-1,1 0 0,1-1 0,-1 1 0,1-1 0,13 14 0,11 10 127,1-1 0,38 29 0,-42-38-180,31 24 36,97 61 1,73 26-882,-186-111 462,1-1 0,1-3 0,0-1 0,2-3 0,0-1 0,1-3 0,0-1 0,63 4 0,-74-11 230,0 0-53,0-2-1,37-3 1,-26-1 93,0-3 1,-1-2-1,0-2 0,0-1 1,73-30-1,-76 22 4,0-2-1,-2-2 1,-1-2-1,0-1 0,-2-2 1,59-57-1,-33 20-51,83-109 0,-134 156 84,-2 0-1,16-35 1,-27 52-32,1 0 0,-1 0 1,0 0-1,0 0 0,0-1 0,0 1 0,0 0 0,0 0 0,-1 0 1,1 0-1,0 0 0,0 0 0,-1 0 0,1 0 0,-1 0 1,1 0-1,-1 0 0,1 0 0,-1 0 0,0 0 0,1 1 1,-1-1-1,0 0 0,0 0 0,0 1 0,0-2 0,-4 4 7,1-1 0,0 1 0,-1 0 0,1 0 0,0 1 0,0-1 0,0 1 0,1 0 0,-7 6 0,-10 12 2,1 2 0,1 0 0,1 0-1,2 2 1,0 0 0,-12 31-1,24-50-8,0 0 0,0 1 0,1 0 1,0-1-1,0 1 0,0 0 0,1 0 0,0 0 0,1 0 0,0 0 0,0 0 0,0 0 0,2 12 0,-1-16 1,0 1 1,1-1-1,-1 0 1,0 1-1,1-1 0,0 0 1,0 0-1,0 0 1,0 0-1,0 0 0,1-1 1,-1 1-1,1-1 1,0 1-1,-1-1 1,1 0-1,0 0 0,0 0 1,1 0-1,-1-1 1,0 1-1,1-1 1,-1 0-1,1 0 0,-1 0 1,1-1-1,-1 1 1,6 0-1,15 0-5,1-2 0,-1 0 0,1-1 0,-1-1 0,0-1 0,0-2 0,0 0 0,37-16 0,-17 3 95,-1-2 0,-1-1-1,63-45 1,-53 27 106,-3-2-1,82-87 1,70-113 1283,-160 190-931,-35 45-370,0 0 0,0 0 0,1 1 0,8-7 0,-26 38 823,-123 225 422,43-88-1104,-122 234-893,-171 246-6293,369-618 6569,-119 176-2666,130-194 2192,3-9 331,10-21 244,20-38 373,129-160 693,-106 154-513,19-24 543,132-131 0,-155 178-670,1 2 0,3 2 0,1 3 0,78-43 0,-114 72-203,36-11-1,-35 14-21,-17 5-3,0 0 0,0 1 0,0-1 0,0 1 1,0-1-1,0 1 0,1-1 0,-1 1 0,0 0 1,0 0-1,1 0 0,-1 0 0,0-1 0,0 2 1,0-1-1,1 0 0,-1 0 0,0 0 0,0 0 0,1 1 1,-1-1-1,0 1 0,0-1 0,0 1 0,0-1 1,0 1-1,2 1 0,-3-1-2,1 0 0,-1 1 0,0-1-1,0 0 1,0 0 0,0 0 0,0 0 0,0 0 0,0 1 0,-1-1 0,1 0-1,0 0 1,-1 0 0,1 0 0,-1 0 0,1 0 0,-1 0 0,1 0-1,-1 0 1,0 0 0,1 0 0,-1 0 0,0 0 0,0-1 0,0 1-1,-1 1 1,-7 5-3,0 0 0,-1 0 0,0 0 0,0-2 0,-19 9 0,-5 3 33,25-13-292,-8 6 1260,16-4-380,11-1-376,23 2-121,-23-6-64,-1 1 0,0 0 1,15 6-1,-9-2-41,-1 1 1,0 0-1,-1 1 1,0 1-1,0 0 1,20 19 0,-19-16-52,1 0 1,19 12-1,-27-19 25,-3-3 17,0 0-1,-1 0 1,1-1 0,0 1-1,0-1 1,0 0-1,0 0 1,0-1-1,0 1 1,0-1 0,1 0-1,-1 0 1,0 0-1,0 0 1,0-1 0,0 1-1,0-1 1,0 0-1,0-1 1,0 1 0,0-1-1,0 1 1,4-4-1,-1 1 57,0 0 0,0-1 0,-1 1-1,0-1 1,1-1 0,-2 1 0,1-1-1,-1 0 1,0-1 0,7-10 0,-5 5-12,1-1 32,-1 0 1,0-1 0,-1 0 0,0-1 0,4-17-1,-10 29-93,1 0 0,-1 0 0,1 0 0,-1-1 0,0 1-1,0 0 1,0 0 0,0 0 0,-1 0 0,0-1 0,1 1-1,-1 0 1,0 0 0,0 0 0,-1 0 0,1 0-1,-1 1 1,1-1 0,-1 0 0,0 0 0,0 1 0,0 0-1,0-1 1,-1 1 0,1 0 0,-1 0 0,1 0 0,-1 0-1,0 1 1,1-1 0,-4-1 0,1 1-195,0 0 0,0 0 0,0 1 0,-1-1 1,1 1-1,0 0 0,0 1 0,-11-1 0,12 1-823,1 1-145,-26 4-4124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6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476 290 5308,'-3'-1'1669,"-21"-11"1226,22 11-398,2-2-1401,0-9 281,1 0 0,0-1 0,4-13 1,-6 25-1343,1 0 1,0 1 0,0-1 0,-1 0-1,1 0 1,0 0 0,-1 0-1,1 1 1,-1-1 0,1 0-1,-1 0 1,0 1 0,1-1-1,-1 1 1,0-1 0,1 0 0,-1 1-1,0-1 1,0 1 0,1-1-1,-2 1 1,-17-10 536,19 10-551,-1 0 0,1 0 0,0 0-1,0 0 1,0-1 0,-1 1 0,1 0 0,0 0-1,0 0 1,-1 0 0,1 0 0,0 0 0,0 0-1,-1 0 1,1 0 0,0 0 0,0 0 0,0 0-1,-1 1 1,1-1 0,0 0 0,0 0 0,-1 0-1,1 0 1,0 0 0,0 0 0,0 0 0,-1 1-1,1-1 1,0 0 0,0 0 0,0 0 0,0 1-1,0-1 1,-1 0 0,1 0 0,0 0 0,0 1-1,1 12 364,16 28-278,-6-16 7,-1 13-78,-1 0 0,-2 1 0,-1 0 0,-3-1 0,-1 2 0,-1-1-1,-3 0 1,-1 0 0,-2 0 0,-1-1 0,-3 1 0,-1-2 0,-1 1 0,-2-1 0,-36 69-1,35-83-29,-1-1 0,-1 0 0,-1-1 0,-1-1 0,0 0-1,-2-2 1,0 0 0,-1-1 0,-1-1 0,-1-1 0,-35 17-1,54-30 5,1 0-1,-2 0 1,1 0 0,0 0-1,0-1 1,0 0-1,-1 0 1,1 0-1,0-1 1,-1 1-1,1-1 1,-1 0-1,1 0 1,0-1-1,-1 1 1,1-1 0,-1 0-1,1 0 1,0-1-1,-7-2 1,10 4-7,0-1-1,0 1 1,0-1 0,0 0 0,1 1-1,-1-1 1,0 0 0,0 1 0,1-1 0,-1 0-1,0 0 1,1 0 0,-1 1 0,1-1-1,-1 0 1,1 0 0,-1 0 0,1 0 0,0 0-1,-1 0 1,1 0 0,0 0 0,0 0-1,0 0 1,0-2 0,0 0 2,0 0 1,1 0-1,0 0 1,-1 0 0,1-1-1,0 1 1,1 0-1,1-4 1,4-4 9,0 0 0,0 1 0,17-19 0,29-21-33,113-82 0,-61 51-70,863-693-2057,-909 729 2264,-58 45-110,-1 0 0,0 0 1,1 0-1,-1 0 1,0 1-1,1-1 1,-1 0-1,0 0 0,1 1 1,-1-1-1,0 0 1,0 1-1,1-1 1,-1 0-1,0 0 0,0 1 1,0-1-1,1 1 1,-1-1-1,0 0 1,0 1-1,0-1 0,0 0 1,0 1-1,0-1 1,0 1-1,1-1 1,-1 0-1,0 1 0,-1-1 1,1 1-1,0-1 1,0 0-1,0 1 1,0 0-1,0 0 14,-1 7 0,0 1 0,0-1 0,-1 1 0,0-1-1,0 0 1,-1 1 0,0-1 0,0 0 0,-9 14 0,-5 12 58,-11 30-27,8-20-669,1 2 0,2 0 0,2 1 1,-13 69-1,14 45-6707,15-85-497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6.2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13 134 11313,'-13'-25'1848,"26"10"-260,19-5-184,0 6-275,12 0-201,16 2-272,13 4-152,20-4-308,14 4-384,11 2-304,9 6-428,9 0-432,14 6-237,2-6-711,1 5-1408,12 4-2325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7.0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1747 7269,'10'-24'8451,"-7"13"-7985,1 1 1,0-1-1,1 1 1,0-1-1,8-12 0,36-38 341,104-103 0,-35 58-516,613-591 155,-646 605-400,108-154 1,-133 160 125,68-108 419,-145 204-297,5 0-243,0 2 0,1-1-1,0 2 1,1-1 0,1 2-1,-10 16 1,-44 95 150,-143 356 153,38 14-519,160-467 147,2 0 0,0 0-1,2 1 1,2 0 0,0 46 0,3-66 10,0 1 1,1-1-1,0 1 1,0-1-1,1 0 1,0 0-1,1 0 1,8 16-1,-8-19 3,0-1 0,1 1 0,-1-1-1,1 0 1,0-1 0,0 1 0,1-1 0,-1 0 0,1 0-1,0 0 1,0-1 0,0 0 0,12 4 0,1-1 4,1-1 1,0-2 0,0 1 0,0-2-1,0-1 1,0-1 0,25-2-1,144-26 185,-149 20-109,22-4 86,66-11 227,-114 22-318,0 0 0,0 1-1,0 0 1,0 1-1,0 1 1,26 6 0,-33-5-113,0 0 0,0 0 0,0 1 0,0 0 1,-1 1-1,0-1 0,0 1 0,0 1 0,0-1 1,-1 1-1,0 0 0,0 0 0,0 0 0,-1 1 1,0-1-1,5 14 0,-5-11-655,0 0-1,0 0 1,-1 1-1,-1-1 1,1 1 0,-2-1-1,1 1 1,-1 0-1,-1 0 1,0-1-1,0 1 1,-4 19 0,-1-3-3651,7-7-2319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7.1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0 5240,'-16'23'1101,"-3"-11"-273,0-1-168,13 15-428,2 5-592,4-5-1868,0 2-261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37.6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42 508 10709,'0'0'3316,"-9"10"-271,-21 24 1410,28-32-3781,2 1-442,0 31 154,20-16 217,-19-17-595,0-1-1,0 1 1,0-1-1,0 1 1,0-1-1,0 1 1,0-1-1,0 0 1,0 1-1,0-1 1,0 0-1,0 0 1,0 0-1,0 0 1,1 0-1,-1 0 1,0 0-1,1 0 1,2-1 12,5 1 11,1 0-1,-1-1 0,0 0 0,0-1 0,0 0 1,1 0-1,-2-1 0,16-6 0,7-6-17,29-20-1,-34 16 9,0-1 0,-1-1-1,-1-2 1,35-42 0,-24 27-90,1-6-23,-2-2 1,-1-1-1,-3-2 1,26-57-1,-54 102 67,-1 1-1,1 0 1,-1-1-1,0 1 1,-1-1-1,1 0 1,-1 1-1,1-1 1,-1 0-1,0-6 1,-1 2-23,1 8 25,-1-1 1,0 0-1,0 0 1,0 0-1,1 1 1,-1-1-1,0 0 1,0 1-1,0-1 1,0 1-1,0-1 1,0 1-1,0-1 1,-1 1-1,1 0 1,0-1-1,0 1 1,0 0-1,0 0 0,0 0 1,-2 0-1,1 0-57,-2 0-16,1 0 0,-1 0 0,1 0 0,-1 0 0,1 0 1,-1 1-1,1 0 0,0 0 0,-1 0 0,1 0 0,0 0 0,0 1 0,0-1 1,0 1-1,-5 3 0,2 0-207,0 0 0,1 0 0,-1 1 1,1 0-1,0 0 0,0 0 0,-3 7 1,2-3-188,1-1 0,0 2 0,0-1 0,1 0 0,0 1 0,1 0 0,0 0 0,1 0 0,1 0 0,-2 18 0,5-17 112,-1 0 1,1 0-1,1 0 1,0 0-1,1-1 1,0 1-1,1-1 1,10 17 0,7 9-167,30 36 0,-26-37 931,15 13 1132,-39-47-1397,-1 0 0,0 1 0,0-1 0,0 1 0,0 0 0,0-1 0,-1 1 0,1 0 0,-1-1 0,0 1 0,0 3 0,1-3-1143,1-17-1647,-1 13 2615,2-19-5313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1.5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355 216 5432,'3'-4'283,"1"0"-1,-1-1 0,0 0 0,0 0 0,-1 0 1,1 0-1,-1 0 0,3-10 0,-5 13-183,0 1-1,1-1 1,-1 1-1,1-1 1,-1 1-1,1 0 1,0-1-1,-1 1 1,1-1-1,0 1 1,0 0 0,0 0-1,0 0 1,0-1-1,0 1 1,1 0-1,-1 0 1,0 0-1,0 1 1,1-1-1,-1 0 1,0 0 0,3 0-1,-2 0 336,0 0 0,0 0-1,0 0 1,0-1 0,0 1 0,0 0 0,0-1-1,-1 0 1,1 1 0,1-3 0,1-2 1,0 0 0,-1-1 0,0 1-1,0-1 1,-1 1 0,0-1 0,0 0 0,-1 0 0,1 0 0,-2 1 0,1-10 0,-1 12 612,2-21 143,-8 33-530,-19 50 511,3 1-1,2 1 0,-14 73 0,-1 1-438,-121 477-730,66-239-3809,79-330 3154,-6 20-1493,2 0 1,-11 127-1,25-183 1869,2 1 0,-1 0 1,0-1-1,1 1 0,1-1 0,-1 1 1,1-1-1,0 0 0,3 8 1,-4-12 22,0 0 0,1 0 0,-1 1 0,1-1 0,-1 0 0,1 0 0,0-1 0,0 1 0,-1 0 0,1 0 0,1-1 0,-1 1 0,0-1 0,0 0 1,0 0-1,1 0 0,-1 0 0,1 0 0,-1 0 0,0 0 0,1-1 0,0 0 0,-1 1 0,1-1 0,-1 0 0,1 0 0,2 0 0,37-5-4627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1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794 143 6645,'-11'-9'307,"5"3"-39,-1 0-1,1 1 0,-1 0 0,0 0 0,-1 1 0,1 0 1,-1 0-1,-13-4 0,-54-19 1867,-65-20 1655,124 43-3483,-1 1-1,1 0 0,0 2 1,-1 0-1,1 0 0,-1 2 1,-16 2-1,18 0-181,0 1-1,1 0 1,0 1 0,0 0-1,0 1 1,1 1 0,-1 0-1,2 1 1,-1 0 0,1 1 0,0 0-1,1 1 1,0 1 0,1-1-1,0 2 1,0-1 0,1 1-1,1 1 1,0 0 0,1 0-1,0 0 1,1 1 0,1 0-1,0 0 1,1 1 0,0-1 0,1 1-1,1 0 1,0 0 0,1 0-1,1 0 1,2 20 0,3 3-31,1 0 0,2-1 1,2-1-1,2 1 1,1-2-1,1 0 0,2 0 1,21 32-1,31 41 94,81 100-1,-142-199-183,106 136 44,130 183 50,-212-279-119,-2 1 1,-2 2-1,-2 0 0,34 108 1,-53-138-1,-1 0 1,-1 0-1,-1 0 0,-1 1 1,-1-1-1,-1 1 1,-1-1-1,-6 39 1,3-44 12,-1 1 0,0-1 0,-1 0 0,-1-1 0,-1 1 1,0-1-1,-1-1 0,0 0 0,-2 0 0,0-1 1,-17 18-1,0-5-34,-2-1-1,0-2 1,-1-1 0,-2-2 0,0-1 0,-46 20 0,25-16-563,-2-3 0,0-2 0,-82 15 0,118-30 29,1-1 0,-1-1 0,0-1 1,1-1-1,-38-4 0,45 2-668,-1-1 0,1 0 0,0-1 0,0 0 0,-21-11 0,16 5-4871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2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269 446 7797,'39'-22'1010,"-16"10"998,31-23 0,-47 30-1474,0-1 1,-1 0-1,0 0 1,0 0 0,0-1-1,-1 0 1,0 0 0,6-12-1,10-23 2016,-21 40-2369,-4 3-19,-26 9-45,1 2 1,-1 1-1,2 2 0,0 0 0,1 2 0,-44 36 0,35-23-748,2 2-1,1 1 0,2 2 1,-32 45-1,61-77 591,-1 0-49,1 1 0,-1 0 0,1 0 0,0 0 0,0 0-1,-1 5 1,2-8 69,1 1 0,0-1 0,0 1 0,0 0-1,0-1 1,0 1 0,0 0 0,0-1 0,0 1-1,1 0 1,-1-1 0,1 1 0,-1-1 0,1 1-1,-1 0 1,1-1 0,0 0 0,0 1 0,0-1-1,0 1 1,1 0 0,11 11 44,1-1 0,-1 0 0,2-2-1,0 1 1,19 9 0,6 5-65,72 42 384,-95-58-279,1-1 0,0-1 1,1-1-1,35 8 0,-40-12-50,0-2 0,0 0 0,0 0 0,0-1-1,0-1 1,0 0 0,0-1 0,-1-1 0,1 0 0,-1 0-1,0-2 1,22-11 0,15-11-33,-1-3 1,-1-1-1,52-47 0,13-22 32,-5-4-1,97-122 0,-38 22 1212,-130 162-814,-35 41-209,7 13 124,-9-7-313,1-1 0,-1 0 0,0 1 0,0-1 0,0 0 0,-1 1 0,1-1 0,-1 0 0,0 1 0,0-1 0,0 0 0,0 0 0,-1 0 0,1 0 0,-1 0 0,-3 5 0,-7 17-55,-51 156-2640,55-162 1344,-8 37 0,8-4-3783,7-13-1631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3.0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18 309 7349,'-1'0'178,"0"0"0,0 0 0,0 0 1,0-1-1,0 1 0,0 0 0,0-1 0,0 1 1,0-1-1,1 1 0,-1-1 0,0 0 1,0 1-1,1-1 0,-1 0 0,0 1 0,1-1 1,-1 0-1,0 0 0,0 0 0,18-5 3838,-1 2-4645,173-32 1924,-134 28-1466,0-3 0,-1-1-1,79-31 1,-121 38 78,1 0-1,-1-2 1,0 0 0,0 0-1,-1-1 1,16-13 0,9-14 969,-34 33-436,8-16 689,-8 10 3670,-2 5-4768,-1 1 0,1-1 1,-1 1-1,1-1 0,-1 1 0,0-1 0,0 1 0,0-1 0,0 1 0,-3-5 0,1 5-15,0 0 0,0 0 0,0 0 0,-1 0 0,1 1 0,-1-1 0,1 1 0,-7-1 0,1-1-9,-1 2 0,0-1-1,0 1 1,1 1-1,-1 0 1,0 0 0,0 1-1,0 1 1,1-1 0,-20 7-1,5 0-7,-1 0 0,-45 25 0,53-25-233,0 1 1,1 1 0,0 1-1,1 0 1,0 1 0,0 1-1,2 0 1,-1 1 0,2 0-1,0 1 1,-11 18-1,23-32 210,-1-1 0,1 1 0,1 0 0,-1 0 0,0 0 0,0 0-1,0 0 1,0 0 0,1 0 0,-1-1 0,0 1 0,1 0-1,-1 0 1,0 0 0,1-1 0,-1 1 0,1 0 0,-1-1 0,1 1-1,0 0 1,-1-1 0,2 2 0,12 10-96,-10-11 105,1 1 0,-1-2-1,0 1 1,1 0 0,-1-1 0,1 0 0,-1 0-1,1 0 1,6-1 0,2 0 20,116-13 905,1 0 817,-114 13-1371,0 2-1,-1 0 1,1 0-1,0 2 1,0 0 0,17 6-1,-25-6-177,0 1 0,0 0-1,-1 1 1,1 0 0,-1 0-1,0 0 1,-1 1 0,1 0 0,-1 0-1,0 1 1,-1-1 0,0 1-1,0 1 1,0-1 0,-1 1-1,6 12 1,3 13-502,-1 0 1,13 58-1,-22-78-18,7 34-1291,-7-29-788,1-1 1,0 0 0,1 0-1,9 19 1,5-8-6307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3.4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1143 249 13957,'-14'-53'1228,"-4"-25"1784,17 73-2862,-1-1 0,1 0 1,-1 1-1,0-1 0,0 1 0,-1 0 0,0 0 0,0 0 1,0 0-1,0 0 0,-1 1 0,0-1 0,0 1 1,0 0-1,0 0 0,-1 1 0,1-1 0,-1 1 1,0 0-1,0 0 0,0 0 0,-1 1 0,1 0 0,-12-3 1,7 2-25,0 1 0,0 0 1,-1 0-1,1 1 0,-1 1 0,1 0 1,-1 0-1,1 1 0,0 0 0,-1 1 1,1 0-1,0 1 0,-12 4 1,-5 5 98,2 2 0,0 1 0,0 1 0,2 1 0,0 1 0,1 1 0,-27 29 0,13-7-54,1 1 0,3 2 1,-28 49-1,40-59-120,2 1 0,2 2 1,1-1-1,2 2 0,2 0 0,1 0 0,2 1 0,-4 48 1,9-33-158,2 0 1,2 0-1,3 0 0,2 0 1,19 77-1,-8-63-109,-1-6 43,-2 1 0,-3 0 0,5 94 0,-16-139 116,0 0 1,-1 0-1,-1-1 1,-1 1-1,0-1 0,-1 1 1,-1-1-1,-1-1 1,0 1-1,-1-1 1,-1 0-1,-1 0 1,0-1-1,-1 0 1,0-1-1,-1 0 0,-17 16 1,2-6-304,0-2 0,-1-1 0,-34 19 0,44-30-524,-1 0-1,0-1 1,0-1-1,-1-1 1,0-1-1,-33 6 1,51-12 553,-1 0 1,1 0 0,-1-1-1,0 1 1,1-1 0,-1 1-1,1-1 1,-1 0 0,1 0-1,0 1 1,-1-1-1,1 0 1,0 0 0,0 0-1,-1-1 1,1 1 0,0 0-1,0 0 1,0-1 0,0 1-1,1 0 1,-1-1-1,-1-1 1,21-16-5291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3.6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1 9081,'0'0'162,"0"1"0,0 0 1,1 0-1,-1-1 0,0 1 0,0 0 1,0 0-1,0 0 0,0-1 1,0 1-1,0 0 0,0 0 0,0-1 1,0 1-1,-1 0 0,1 0 0,0-1 1,0 1-1,-1 0 0,1 0 1,-1-1-1,1 1 0,0 0 0,-1-1 1,1 1-1,-1-1 0,0 1 0,1-1 1,-1 1-1,1-1 0,-1 1 1,-1 0-1,-30 28 821,18-18-34,1 2-526,0 0 0,1 1 0,1 1 0,0 0 1,1 0-1,0 1 0,1 0 0,1 1 0,-8 25 0,13-32-322,0 0 1,1 0-1,0 0 0,1 1 1,0-1-1,0 1 0,2 20 1,0-25-68,1 1-1,-1 0 1,1-1 0,0 0-1,0 1 1,1-1 0,0 0-1,0 0 1,1 0 0,-1-1-1,1 1 1,0-1 0,7 7-1,-2-4-5,1 1 0,0-1 0,0 0 0,1-1-1,0-1 1,0 1 0,0-2 0,1 1 0,0-2-1,15 5 1,-7-5-11,0 0 0,0-1-1,0-2 1,1 0 0,35-2-1,5-8 58,0-2-1,-1-3 1,70-26-1,10-10 487,-139 50-555,0 0 0,0 0 0,0 1 0,0-1 0,0 0 0,0 0 0,-1 0 0,1 1 0,0-1 0,0 0 0,0 1 0,0-1 0,-1 1 1,1-1-1,0 1 0,0 0 0,-1-1 0,1 1 0,0 0 0,-1-1 0,1 1 0,0 1 0,1 0 8,0 0-91,1 0-1,-1 1 1,0-1 0,0 1-1,0-1 1,0 1-1,-1 0 1,1 0 0,-1 0-1,0 0 1,1 0 0,-1 0-1,-1 0 1,1 0-1,0 0 1,-1 1 0,1-1-1,-1 0 1,0 1 0,0-1-1,-1 0 1,0 4-1,5 36-3220,-3-40 2649,0 1 0,-1-1 0,1 1 1,-1-1-1,0 1 0,0-1 0,0 1 0,0-1 0,-1 1 0,1-1 0,-2 6 0,-5 16-6735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4.0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0 168 7113,'19'-32'387,"-14"24"-270,-1 0-1,1 1 1,0-1 0,1 1 0,0 0-1,0 0 1,0 1 0,1 0 0,0 0-1,9-6 1,-5 5-134,0 0-1,0 1 1,0 0-1,1 1 1,-1 1-1,1 0 0,1 0 1,-1 1-1,0 0 1,1 1-1,15 0 1,-21 2-77,1 0 1,-1 1-1,0 0 0,0 0 1,0 1-1,0-1 1,0 2-1,0-1 0,0 1 1,-1 0-1,1 0 0,-1 1 1,0 0-1,0 0 1,0 0-1,-1 1 0,1 0 1,-1 0-1,0 0 1,8 12-1,-4-4 208,0 0 0,0 0 0,-1 0 1,-1 1-1,-1 1 0,0-1 0,0 1 0,-1 0 0,-1 0 0,-1 0 1,0 0-1,-1 1 0,-1 0 0,0 19 0,-3 1 472,-5 45 1559,7-79-2003,-1 1 1,0-1-1,0 1 0,0-1 0,0 0 1,0 0-1,0 1 0,-4 2 0,2-1 61,5-2-95,0 0 0,0 0 1,0 0-1,0-1 1,0 1-1,0-1 0,0 0 1,0 1-1,0-1 0,1 0 1,2 1-1,9 0 150,-1 0-1,1-1 1,26-1 0,2 0-18,108 0-1648,-77-1-2187,-54 5-450,0 1 972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4.1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3740,'140'26'616,"-86"-26"-272,0 8 96,0 1-67,3-12-81,3 0-176,10 0-260,9 1-417,7-7-975,9 0 840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4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 12201,'-3'5'863,"0"0"-1,0 1 1,0-1 0,0 1-1,1 0 1,-3 10 0,-12 27 2824,6-21-3206,1 0 1,1 0 0,1 1-1,1 0 1,1 1 0,1-1-1,1 1 1,1 0 0,0 35-1,5 6-1848,3 0-1,17 83 1,-13-80-759,6 33-2105,-12-90 3741,-1-1-1,2 0 0,-1 1 1,1-2-1,1 1 0,11 18 1,-13-25 456,0 0 0,0 0 0,0-1-1,1 1 1,-1-1 0,1 0 0,-1 0 0,1 0 0,0 0 0,0-1 0,0 0 0,0 1 0,0-1 0,0-1 0,0 1-1,0-1 1,0 1 0,1-1 0,-1 0 0,0-1 0,7 0 0,12-2 308,-1-1 1,36-11 0,-42 10-228,20-5 191,577-129 3524,-276 113-1964,0 27-508,-287-1-1150,623 33 1275,0 28-910,-406-35-701,360 40-4441,-586-62 3858,-25-4 203,0 1 0,0 1-1,0 0 1,-1 1-1,1 1 1,27 10-1,-41-12-567,-4-6 46,2 4 1094,-3-6-222,0 0 0,0 0-1,-1 1 1,1-1 0,-1 1-1,-1 0 1,1 0 0,-1 1 0,0-1-1,0 1 1,-9-6 0,1 1 253,0 1 1,0-2-1,1 1 1,0-2-1,1 0 1,0 0-1,1-1 1,1 0-1,-1-1 1,2 0-1,0 0 1,-12-27-1,0-11 683,2 0 0,-14-72 1,16 63-99,2 7 752,2-1 0,-7-73 0,19 119-1086,0 0-1,0 0 0,1-1 1,0 1-1,4-13 1,-4 18-182,0-1 0,1 1 0,-1-1 1,0 1-1,1 0 0,0 0 0,0 0 0,0 0 1,0 0-1,0 0 0,1 1 0,-1-1 1,6-3-1,-5 4-46,0 1 0,0 0 0,0-1 0,1 2-1,-1-1 1,0 0 0,1 1 0,-1-1 0,1 1 0,-1 0 0,0 0 0,1 1 0,-1-1 0,1 1-1,-1-1 1,0 1 0,6 2 0,-2-1-15,0 1-1,0 0 1,-1 1 0,1-1-1,-1 1 1,0 0 0,7 6-1,47 49-1848,-1-1-6002,-40-41 1540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5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1055 452 7865,'25'-43'4027,"31"-71"0,-48 94-3109,-1-1 1,0 0-1,4-31 1,-9 40-708,0 1-1,-1 0 1,-1-1-1,0 1 1,0 0-1,-1-1 1,0 1-1,-5-14 1,5 22-165,0-1 0,0 0 0,-1 1 0,0-1 1,0 1-1,0 0 0,0 0 0,0-1 0,-1 1 0,1 1 0,-1-1 0,0 0 1,0 1-1,0-1 0,0 1 0,0 0 0,0 0 0,-1 0 0,1 0 0,-1 1 0,1-1 1,-1 1-1,0 0 0,1 0 0,-1 1 0,0-1 0,0 1 0,0-1 0,0 1 1,-5 1-1,-5 0 75,0 1 0,0 0 0,0 1 0,0 1 0,0 0 0,-24 12 1,-11 8 79,1 3 0,1 2 1,1 2-1,2 1 1,1 3-1,2 2 1,-64 71-1,87-87-168,2 1 1,0 0-1,1 2 1,1-1-1,2 2 1,0-1-1,1 2 0,-8 32 1,14-38-25,1 0 1,0 1 0,2-1 0,0 1-1,2-1 1,0 1 0,1 0-1,1-1 1,1 1 0,1-1 0,10 31-1,-1-17 0,1-1 0,2-1 0,38 60 0,76 83-63,-65-92 36,-32-39 6,10 12-28,53 90-1,-90-135 38,-1 0-1,1 1 1,-2 0-1,0 0 1,0 1 0,-1-1-1,-1 1 1,0-1 0,-1 1-1,0 0 1,-1 14-1,-1-17 0,0-1 0,-1 0 0,0 0 0,0 0 0,-1 0 0,-1 0 0,1-1 0,-1 1 0,-1-1 0,1 0-1,-2 0 1,1 0 0,-1-1 0,0 0 0,-13 12 0,3-6 16,-1 0 0,-1-1 1,0-1-1,0-1 0,-37 15 0,4-6-140,-58 13 0,46-16-633,-1-4 0,0-2 1,0-3-1,-97-1 1,148-7 135,0-1 0,0 0 0,0 0 0,0-2 0,-15-5 0,27 9 454,0 0 0,0 0 0,0-1-1,1 1 1,-1 0 0,0 0 0,0-1 0,0 1 0,1-1 0,-1 1-1,0 0 1,1-1 0,-1 0 0,0 1 0,1-1 0,-1 1 0,1-1-1,-1 0 1,1 1 0,-1-1 0,1 0 0,-1 0 0,1 1 0,0-1 0,-1 0-1,1 0 1,0 1 0,0-1 0,-1 0 0,1 0 0,0 0 0,0 0-1,0 1 1,0-1 0,0 0 0,0 0 0,1 0 0,-1 0 0,0 0-1,0 1 1,0-1 0,1 0 0,0-1 0,9-27-7138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5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399 0 9989,'-1'1'163,"0"0"0,0 0 0,0 0 0,0 0 0,1 0 0,-1 0 0,0 1 0,0-1 0,1 0-1,-1 0 1,1 0 0,-1 1 0,1-1 0,-1 0 0,1 1 0,0-1 0,0 1 0,-1-1 0,1 0 0,0 1 0,1 1 0,-2 0 320,-3 16 2047,-14 38-1,12-40-1598,1-1 0,-6 28 0,-28 259 5035,-15 87-3364,-67 61-4961,62-254-1829,41-143 2445,10-32-289,-10 45 1,18-63 1511,-1-1 1,0 1 0,-1 0-1,1 0 1,-1 0-1,1-1 1,-1 1 0,0-1-1,-3 4 1,-3 7-3279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6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29 357 7069,'-25'7'1814,"22"-6"-126,15-6-497,4 0-368,1 0-1,-1 1 0,1 1 0,0 0 0,22 1 0,89 5-97,-54 1-270,48-1-101,-1-4 0,199-29-1,-280 27-369,-37 3 6,-35 14-131,-38 13 141,-112 45 9,152-58-83,0 2-1,2 0 1,-48 37 0,75-52 67,-1 0 0,1-1 0,0 1 0,0 0 0,0 0 0,-1 0-1,1 1 1,0-1 0,0 0 0,1 0 0,-1 0 0,0 1 0,0-1 0,1 1 0,-1-1 0,0 0 0,1 1 0,0-1-1,-1 1 1,1-1 0,0 1 0,0-1 0,-1 1 0,1-1 0,0 1 0,1-1 0,-1 1 0,0 0 0,0-1 0,1 0-1,-1 1 1,1-1 0,-1 1 0,1-1 0,0 1 0,-1-1 0,1 0 0,0 0 0,0 1 0,2 1 0,1 1-20,0 0 0,1 0 1,0 0-1,0-1 0,0 0 0,1 0 1,-1 0-1,1 0 0,5 1 1,11 2-31,0 0 1,0-2-1,1-1 1,0 0 0,37-1-1,116-16-89,-129 6 133,0-2-1,-1-2 1,0-2 0,-1-2-1,-1-2 1,-1-1 0,0-3-1,-2-2 1,0-1 0,73-61-1,-47 23 40,48-56 218,45-60 630,-159 178-856,-1 0 0,0 1 0,1-1 0,-1 0 0,1 1 0,-1-1 0,1 1 0,-1-1 0,1 0 1,0 1-1,-1-1 0,1 1 0,0 0 0,-1-1 0,1 1 0,0-1 0,-1 1 0,1 0 0,0 0 0,0-1 1,-1 1-1,1 0 0,0 0 0,0 0 0,-1 0 0,1 0 0,0 0 0,0 0 0,0 0 0,0 0 0,0 2 9,-1-1 0,1 0-1,-1 0 1,1 1 0,-1-1-1,0 0 1,1 0 0,-1 1-1,0-1 1,0 0 0,0 1-1,0-1 1,0 0 0,0 1-1,-1 1 1,-12 59 528,-11 38-78,17-64-316,-1 0 0,-3 0 0,-23 54 0,-9 11-70,27-62-40,-1-1 1,-26 42-1,37-70-110,0 1 0,0 0 1,1 0-1,1 1 0,0-1 0,0 1 1,-2 20-1,6-30 51,1 0-1,-1 0 1,1 0 0,0-1 0,0 1 0,0 0-1,0-1 1,0 1 0,0 0 0,0-1-1,1 0 1,-1 1 0,1-1 0,-1 0-1,1 0 1,-1 1 0,1-1 0,0 0-1,3 1 1,0 0 4,1-1-1,0 0 1,0 0-1,0 0 0,0-1 1,0 1-1,0-2 1,6 1-1,4-1-1,57 0 10,-15 0-46,-1 2 1,74 11-1,-27 3 59,85 19-71,-177-32 35,0-1 0,0 1 0,19-2 0,6 1 48,-31-1-34,1-1 1,0 0-1,-1-1 0,1 0 0,-1 0 0,0 0 1,0 0-1,1-1 0,-2 0 0,1-1 0,0 1 1,8-8-1,9-4 14,55-35-70,-74 48 148,-7 3-73,0 0 0,0 0 0,0 0 1,1 1-1,-1-1 0,1 1 0,-1 0 0,1 0 0,-1 0 0,-1 2 1,-7 5 36,-34 20 149,32-22-167,1 0-1,0 1 1,0 1 0,0 0-1,2 1 1,-1 0-1,1 0 1,-9 13 0,18-21-50,0 0 1,0 0 0,0 1 0,0-1-1,0 0 1,0 1 0,1-1 0,0 0 0,-1 1-1,1-1 1,0 1 0,0-1 0,0 1-1,0-1 1,1 0 0,-1 1 0,1-1 0,-1 1-1,1-1 1,0 0 0,0 0 0,2 5-1,0-2-85,0 0 0,0 0-1,0-1 1,1 1-1,0-1 1,0 0 0,0 1-1,6 3 1,13 6-1143,1 0 0,0-2 0,0-1 0,1-1 0,48 12 1,-28-9-1506,39 15-3883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7.8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633 0 8329,'2'0'337,"1"0"0,-1 0 0,0 0 0,1 0 1,-1 1-1,0-1 0,0 1 0,1-1 0,-1 1 0,0 0 0,0 0 1,0 0-1,0 0 0,0 0 0,0 1 0,0-1 0,0 0 0,0 1 1,-1-1-1,4 4 0,-4-2-69,1 0 0,-1 0 0,1 0 1,-1 1-1,0-1 0,0 0 0,0 0 0,-1 1 1,1-1-1,-1 1 0,0-1 0,0 6 0,-2 9 372,-1 1 0,0-2 0,-2 1-1,-8 22 1,-15 30 1267,-67 119 1,71-145-1535,-50 91 630,-165 225-1,186-285-2211,-81 151 0,117-189 666,17-22 390,1-6 77,-1-8 57,0 1-1,0-1 1,1 1 0,-1-1 0,0 1-1,1-1 1,0 0 0,-1 1 0,1-1-1,0 0 1,-1 1 0,1-1 0,0 0-1,0 0 1,0 0 0,0 0-1,0 0 1,0 0 0,3 2 0,-1-2-9,0 1 0,1 0 0,-1-1 0,1 1-1,0-1 1,-1 0 0,7 1 0,3-1-41,0 0-1,0 0 1,25-4-1,131-29-308,-116 19 257,88-9 0,-111 20 94,0 1 0,0 2 0,47 6 0,-61-4 21,-1 1-1,1 0 1,-1 1-1,-1 0 1,1 1-1,-1 1 1,0 1-1,20 13 1,-19-9 7,0 1 1,17 20-1,-18-17 1,2-1 0,16 13 0,-14-16-3,2 0 0,0-1-1,29 11 1,-29-14-1,0 1 0,-1 2 0,0 0 0,20 14 0,96 98-1,-57-50 15,-70-65-11,1 0 0,-1-1 0,1-1 0,0 1 0,1-2-1,-1 1 1,1-1 0,0 0 0,1-1 0,-1-1 0,1 1-1,0-2 1,0 1 0,-1-1 0,2-1 0,-1 0 0,0-1-1,0 0 1,0-1 0,0 0 0,0 0 0,0-1 0,20-7-1,24-10 24,62-31 0,-62 24-3,68-20 1,-107 42 7,-13 4-40,0 0-85,7 2-8,-1 0-1,1 0 1,0 1 0,12 5-1,-16-5 45,25-15 21,-18 6 36,-2-1 0,1-1 0,-1 0 0,0 0 0,-1-1 0,0 0 0,13-16-1,-4 2 12,-1 0-1,21-37 0,-18 20-56,26-72 0,-37 84 39,0 0 0,2 1 0,1 0 0,1 1 0,2 1 0,30-38 0,-36 51 0,68-69 6,-67 72 11,0 0-1,0 0 0,1 1 0,0 1 0,22-11 0,-32 17 2,0 0-1,0 0 0,1 0 0,-1 0 0,0 1 0,1-1 1,-1 1-1,0-1 0,1 1 0,-1 0 0,1 0 0,-1 0 0,0 0 1,1 1-1,-1-1 0,1 0 0,-1 1 0,0 0 0,5 1 1,-6 0-2,1-1 1,0 1-1,0-1 1,-1 1-1,1 0 1,-1 0 0,1 0-1,-1 0 1,0 0-1,0 0 1,0 0-1,0 0 1,0 0-1,0 0 1,-1 1 0,2 2-1,-1 5 22,0 0 0,-1 1 0,1-1 0,-2 0 1,0 0-1,0 0 0,-4 17 0,-36 104 25,22-72-104,-22 110-1,40-162 32,-3 15-212,1 1 0,1 0 0,2 44 0,1-60 39,0 1 0,1-1 0,0 0 0,0 0 0,0 0 0,1 0 0,0 0 0,0 0 0,1-1 0,0 1 0,0-1 0,0 0 0,1-1 0,0 1 0,0-1 0,7 6 0,1-2-774,0-1 0,0 0 0,1 0 0,0-2 0,0 0-1,1 0 1,-1-1 0,1-1 0,30 4 0,6-1-5270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48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1151 1020 5529,'-35'-8'5259,"39"-8"-2045,-3 16-3143,-1-1-1,1 0 0,-1 1 0,0-1 1,0 0-1,1 1 0,-1-1 0,0 0 1,0 1-1,0-1 0,0 0 0,0 1 1,0-1-1,0 0 0,0 1 0,0-1 1,0 0-1,0 1 0,0-1 0,-1 0 1,1 1-1,0-1 0,0 0 0,-1 1 1,1-1-1,0 0 0,-1 1 0,1-1 1,-1 1-1,1-1 0,-1 1 0,1-1 1,-2 0-1,-3-4 222,-1 0 1,-1 1-1,1-1 0,0 2 1,-1-1-1,0 0 0,0 1 1,0 1-1,0-1 1,-1 1-1,1 0 0,-1 1 1,1 0-1,-1 0 0,0 0 1,-8 2-1,-18 0-82,1 1-1,-45 10 0,69-10-83,-131 27 165,1 7 0,-221 87-1,337-113-284,-20 6-95,-56 32-1,96-46 78,0 0 0,1 0 0,-1 0 0,1 0 0,0 0-1,0 1 1,0-1 0,0 1 0,0-1 0,-2 5 0,0 0-31,40-3-478,-12-6 343,0-1 1,-1-1-1,1-1 1,25-10-1,-10 4-127,25-8 129,-2-3 1,-1-2-1,-1-4 1,-1-2-1,-1-2 1,-2-3-1,95-78 0,-71 42 117,-2-3 0,-5-4 0,-2-3-1,63-97 1,135-228 854,-264 397-737,1 1 279,-7 18-79,-1 1-295,-7 33 140,-3-2 1,-1 0-1,-2 0 1,-25 47-1,-6 20-79,14-24 23,3 1 0,-34 176 0,62-256-73,0 1 1,0-1-1,1 1 1,0-1-1,0 1 1,0-1-1,1 0 1,0 1-1,0-1 1,1 0-1,0 1 1,0-1-1,0 0 1,1 0-1,-1-1 1,1 1-1,1 0 1,-1-1 0,1 0-1,0 0 1,0 0-1,1 0 1,0-1-1,-1 1 1,1-1-1,1-1 1,-1 1-1,1-1 1,-1 1-1,1-2 1,0 1-1,7 2 1,10 2-66,0-1 0,1-1 0,-1-1 1,1-1-1,32-1 0,-19 0-26,34 0-218,0-4-1,121-18 1,-164 16 225,0-2 0,-1-1 0,0 0 1,31-15-1,-43 17 62,-7 2 40,-1 1-1,1-1 0,-1-1 0,0 1 1,0-1-1,0-1 0,0 1 1,-1-1-1,0 0 0,0 0 0,10-12 1,-7 2 61,0-1 0,-1 0 0,12-34 1,-16 38-22,1-1 0,0 1 0,1 0 0,0 0 0,1 0 0,0 1 0,1 0 1,12-14-1,-9 15-18,0 2 0,0-1 0,1 1 0,0 1 0,1 0 1,-1 1-1,1 0 0,22-6 0,-32 11-27,1 1 0,-1-1 0,1 1 0,-1 0-1,1 0 1,-1 0 0,0 1 0,1-1 0,-1 1 0,0 0 0,1 0 0,4 2 0,-7-3 16,1 1 0,0 0 0,-1-1 0,1 1 0,-1 0 0,1 0 0,-1 0 0,1 0 0,-1 1 0,0-1 0,0 0 0,1 0 0,-1 1 0,0-1 0,0 1 0,0-1 0,-1 1 0,1-1 0,0 1 0,0 0 0,-1-1 0,1 4 0,-2 4-21,0 0-1,-1-1 1,0 1-1,-1 0 1,0-1-1,0 1 1,-9 15-1,10-20-29,-33 58-86,27-49 122,-1 0 0,2 1-1,0-1 1,1 1-1,0 1 1,-6 26 0,11-36 6,1 0 0,1 0 1,-1-1-1,1 1 0,0 0 1,0-1-1,0 1 0,0-1 1,1 1-1,0-1 1,0 1-1,0-1 0,0 0 1,1 0-1,0 0 0,-1 0 1,2-1-1,-1 1 0,0-1 1,6 5-1,3 2 9,0 0 1,1-1-1,1 0 1,0 0-1,14 5 1,14 5-511,58 17 0,-86-32 361,148 41-3670,-90-26-1210,-26-8-108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4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1630 120 6957,'-34'-94'7611,"21"68"-5199,23 42-972,34 50-1280,88 121 129,133 175-239,-229-305-233,-4 2 1,-2 0-1,-2 2 0,32 108 1,-36-78-350,37 117-648,-58-201 1156,0 1-1,1-1 1,-1 0-1,2 0 1,-1 0-1,1-1 1,7 9-1,-10-12 29,0-1-1,1 0 1,-1 0 0,0 0-1,1 0 1,0-1 0,-1 1-1,1-1 1,0 1-1,0-1 1,0 0 0,0 0-1,0 0 1,0-1-1,0 1 1,0-1 0,0 0-1,0 1 1,0-1 0,5-1-1,13-3-38,0-1-1,0-1 1,0 0-1,29-15 1,20-2-53,-67 22 82,-4 4-44,0 1 46,0 0 0,-1 0 1,1 0-1,-1 0 0,0-1 1,0 1-1,-1 0 0,1-1 1,-1 0-1,0 1 0,0-1 0,0 0 1,0 0-1,-5 3 0,2 0 46,4-5 96,-39-26 234,39 23-343,-1 1 0,1-1-1,-1 1 1,0 0 0,0 0 0,1 0 0,-1 0 0,0 0 0,0 1 0,0-1-1,0 1 1,0 0 0,0 0 0,0 0 0,0 0 0,0 0 0,0 1-1,0-1 1,-5 3 0,-5 0 79,1 1 0,0 1 0,-12 6 0,-15 12 93,2 1 1,1 2 0,1 2 0,-51 51 0,70-64-169,-458 456 281,35-33-1390,228-236 45,-449 406-1952,581-541 2445,-73 59-1086,135-114 537,0-1 0,-1 0-1,-30 12 1,11-5-3042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5.8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 95 10873,'-53'0'2059,"42"0"4162,10-3-5126,-2-3-666,0-9 790,3 14-1170,1 1 0,0-1-1,0 0 1,1 1-1,-1-1 1,0 1-1,0 0 1,0-1-1,0 1 1,0 0-1,0-1 1,1 1-1,-1 0 1,0 0-1,0 0 1,0 0 0,2 0-1,430 18 2558,-246-4-2344,-7-2-244,482 16-1661,-587-28 1107,447-12-3391,-430 4 1137,0-4 0,-1-4 0,144-45 0,-157 33-2616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6.1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64 9261,'-29'-38'2017,"23"31"-156,-13-12 5515,114 76-4810,-2-2-1480,-35-11-750,-2 2 1,-2 2 0,-3 3-1,86 110 1,-115-132-338,-1 0-1,-2 2 1,-2 0 0,0 1 0,-2 1 0,-2 0 0,14 49-1,-23-63-75,0 1 0,-1-1-1,0 1 1,-2 0 0,-1 0-1,0 0 1,-1 0 0,-1 0-1,-1 0 1,-1-1 0,-1 1-1,0-1 1,-2 0 0,-14 30-1,6-24-83,-1 0-1,-1-1 0,-1-1 1,-1-1-1,-1-1 0,0 0 1,-2-2-1,-33 24 0,-17 6-1439,-113 58-1,59-47-1060,8-3-3836,58-20-1380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6.4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1146 38 10401,'16'-22'1869,"-16"22"-1782,0-1 1,0 1-1,0-1 0,0 1 1,0-1-1,-1 1 1,1-1-1,0 1 1,0-1-1,0 1 0,0 0 1,0-1-1,-1 1 1,1-1-1,0 1 0,0-1 1,-1 1-1,1 0 1,0-1-1,-1 1 0,1 0 1,0-1-1,-1 1 1,1 0-1,-1 0 1,1-1-1,0 1 0,-1 0 1,1 0-1,-1 0 1,1-1-1,-1 1 0,0 0 22,0-1-1,0 1 1,1 0-1,-1-1 0,0 1 1,0 0-1,1-1 1,-1 1-1,0 0 1,0 0-1,0 0 0,1 0 1,-1 0-1,0 0 1,0 0-1,0 0 0,0 0 1,1 1-1,-1-1 1,0 0-1,0 0 0,1 1 1,-2-1-1,-51 53 664,3 2 0,2 2 0,2 2-1,3 3 1,-47 88 0,68-107-682,2 2 0,2 1 0,2 0 1,-17 78-1,-18 197 72,49-302-155,-1 4-2,-1-1 1,0 0-1,-2 0 0,0 0 0,-2-1 0,-1 0 0,0 0 0,-1-1 0,-1 0 0,-1-1 0,-1 0 0,-1-1 0,-26 27 0,17-23-49,-2-1 0,0-2-1,-1 0 1,-1-2 0,0-1 0,-1-1-1,-58 22 1,55-26-1548,-2-2 0,1-1 0,-1-1 0,-45 3 0,60-10-3005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6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915 1 11313,'-106'95'4319,"-137"188"2142,72-42-5195,19-26-1718,92-130-655,-19 23-1711,66-90 1082,0 1-1,1 0 1,-14 29-1,12-69-2688,4 2 2264,-5-12-305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7.0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96 6105,'-59'-52'1044,"57"50"-855,0 1 0,0-1 0,1 0 1,-1 0-1,1 0 0,-1 0 0,1 0 0,0 0 0,0 0 0,-2-4 0,3 5-111,0 1 0,0-1 0,0 1 0,0-1 0,0 1 1,0-1-1,0 1 0,0 0 0,0-1 0,0 1 0,0-1 0,0 1 0,1-1 0,-1 1 1,0-1-1,0 1 0,1-1 0,-1 1 0,0 0 0,0-1 0,1 1 0,-1 0 0,0-1 1,1 1-1,-1 0 0,0-1 0,1 1 0,-1 0 0,1-1 0,0 1 0,3-1 269,0-1 0,1 1-1,-1 1 1,0-1 0,1 1-1,-1-1 1,7 2 0,-3-2-599,54 4 1371,0 2-1,-1 2 1,71 19 0,-109-22-938,49 14 493,-1 2 1,132 59-1,-163-61-439,-1 2 1,-1 1 0,53 40 0,-74-49-161,-2-1-20,0 0 0,-1 2-1,0 0 1,0 0-1,-2 1 1,0 1 0,20 31-1,-12-17-15,-13-16-73,0-1-1,-1 2 0,9 23 1,-11-25-6,0-1 0,0 0 0,1 0 0,1-1 1,0 0-1,13 18 0,-15-25 33,0 1 0,1-1 0,-1-1 0,1 1 1,-1 0-1,1-1 0,0 0 0,0 0 0,0-1 0,0 0 0,0 1 0,0-1 0,0-1 0,0 1 1,1-1-1,-1 0 0,0 0 0,0-1 0,1 1 0,6-3 0,2 0 17,0 0 1,0-1-1,0 0 0,-1-2 1,0 1-1,20-12 0,-21 9 21,-1 0-1,0-1 1,0 0-1,-1-1 1,0 0-1,-1-1 1,0 0-1,0 0 1,-1-1-1,-1 0 1,0 0-1,-1-1 1,9-23-1,-12 28-192,-1-1 0,0 1-1,0-1 1,0 0 0,-1 1 0,-1-1-1,0 0 1,0 0 0,0 1 0,-1-1-1,0 0 1,-1 0 0,0 1 0,-1-1-1,1 1 1,-1 0 0,-1 0 0,0 0-1,0 0 1,-1 0 0,1 1 0,-13-13-1,10 13-925,-2 0-1,1 1 1,-1 0-1,0 0 1,0 1 0,0 0-1,-1 1 1,-13-4-1,18 6-4681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7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89 7869,'2'-2'227,"-1"-1"0,1 0-1,0 1 1,0 0 0,0-1 0,0 1 0,0 0 0,0 0 0,0 0 0,1 0 0,-1 1-1,1-1 1,0 1 0,-1-1 0,1 1 0,5-2 0,-3 2 27,-1 1 0,1-1 0,0 1 1,-1 0-1,1 0 0,-1 0 0,1 0 0,0 1 0,-1 0 1,1 0-1,7 3 0,-5-1-169,-1 0-1,1 1 1,-1 0 0,0 0-1,0 0 1,0 1 0,0-1-1,-1 1 1,0 1 0,0-1-1,-1 1 1,1 0 0,-1 0-1,0 0 1,-1 0 0,5 11-1,3 11 113,-1 0 0,11 50 0,-15-53-63,-2-6 78,2 38 0,-3-22 422,-3-33-483,0 0 1,0 1-1,0-1 1,0 1-1,-1-1 1,1 0-1,-1 1 1,0-1-1,-1 4 1,1 0 1236,16-16-780,37-25-1655,1 3-1,1 3 1,78-31 0,86-22-3179,-138 55 3186,-2-3-1,100-55 0,-147 65 1291,-24 14 169,1 0 0,-1 1 1,1 0-1,1 1 1,-1 0-1,0 0 1,1 0-1,17-3 1,-19 24 1078,8 43-140,-13-49-1259,0-1 0,1 0 0,0 0 0,0 0 0,1 0 0,0 0 0,1-1 0,0 1 0,1-1 0,9 12 0,3-1 155,0-1-1,2-1 1,0 0 0,24 15 0,-34-27-24,1 0 0,0 0-1,0-1 1,1 0 0,-1-1-1,1 0 1,0-1 0,0 0-1,0-1 1,0-1 0,18 1-1,-1-5 300,-19 1-190,1 0 0,0 1 0,12 1 0,-21 0-322,-1 0 0,1 1 0,-1-1 0,0 0 0,1 1 0,-1-1 0,0 1 0,1-1 0,-1 1 0,0 0 0,0 0 0,1-1 0,-1 1 0,0 0 0,0 0 0,0 0 0,0 0 0,0 0 0,0 1 0,-1-1 0,1 0-1,0 0 1,0 0 0,-1 1 0,1-1 0,-1 0 0,1 1 0,-1-1 0,0 1 0,1-1 0,-1 0 0,0 1 0,0-1 0,0 1 0,0-1 0,-1 3 0,1 7 10,-2 0 1,0-1-1,-6 22 0,6-23 13,-10 28-40,-1 0 0,-1-2 0,-32 57-1,-73 94-581,61-107 423,-3-3 0,-3-3 0,-4-2 0,-2-4 0,-4-2 0,-157 105 0,180-137 311,-102 48 1,149-79-119,-1 0 1,0-1-1,1 0 0,-1 0 0,0 0 0,0-1 1,0 1-1,1-1 0,-7-1 0,-3 1 4,34-24-189,10-5-443,1 2-1,44-31 0,78-42-2766,-94 63 1747,51-32-3662,9-2-3172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7.7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67 12809,'-25'2'6997,"22"-22"-7301,0-2-732,-16 7-5721,3 4-1968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0.1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408 133 12273,'1'-6'1001,"1"-1"0,1 1 0,-1-1 0,7-11 0,-7 14 417,0 8-1159,-1 0 0,1 0 1,-1 0-1,0 0 0,0 0 0,0 0 0,-1 0 0,0 0 0,0 1 0,0-1 0,0 0 0,0 0 0,-1 0 0,0 1 0,0-1 0,-1 4 0,-4 7 79,0 0-1,-1 0 0,-9 13 1,-7 15 447,-35 80 279,-127 294 636,152-331-1535,5 1-1,-34 177 1,59-246-147,1 0 1,1 0 0,1 0-1,0 0 1,1 0 0,6 28-1,-5-39-51,0 1 0,0-1 1,0 0-1,1 0 0,0 0 0,0 0 0,1-1 0,0 1 0,0-1 0,1 0 1,0 0-1,0-1 0,0 1 0,0-1 0,1 0 0,0 0 0,0-1 0,8 5 1,3-2-163,1 0 1,0-1 0,0 0-1,0-2 1,1 0 0,-1-1-1,1-1 1,0-1 0,0-1 0,0 0-1,0-1 1,-1-1 0,32-8-1,-15 2-68,0-2 1,-1-2-1,0-1 0,-1-1 0,-1-2 0,39-26 0,-44 24 64,-1-2-1,-1-1 1,-1-1 0,-1-1-1,-1-1 1,-1-1-1,-1-1 1,-2 0 0,0-2-1,-2 0 1,-1-1 0,-1 0-1,-2-1 1,0-1-1,-3 0 1,0 0 0,-2-1-1,5-58 1,-7 10 50,-4 0 0,-18-152 0,14 213 170,2-1 1,0-1-1,1 1 1,1 0-1,1 0 0,4-20 1,-3 29-13,0 1 0,1-1 0,0 1 0,0 0 0,1 0 0,1 1 0,-1-1 0,2 1 0,-1 1 0,1-1 0,0 1 0,15-12 0,-5 6-1,1 2 1,0 0 0,1 1 0,0 1-1,1 1 1,0 1 0,27-8-1,151-30 101,-189 45-94,43-9 88,21-5 199,119-8 0,-186 23-248,0 0 0,0 0 0,0 1 0,0-1 0,-1 1 0,1 1 0,0-1 0,0 1 0,-1 0 0,9 4 0,-10-4-10,-1 0 0,0 1 0,0-1 0,0 1 0,-1 0 0,1-1 0,0 1 0,-1 0 0,0 1 0,0-1 0,0 0 0,0 1 0,0-1 0,-1 1 0,0-1 0,1 1 0,0 6 0,1 6 74,-1 0-1,-1 0 1,0 0-1,-1 1 1,-1-1-1,-3 17 1,-24 100 439,23-111-478,-165 527 947,-43-12-654,11-27-381,189-475-19,-47 123-124,-57 246-1,114-390 133,0 0 0,2 1 0,-1 25 1,2-36 19,1 1 0,-1-1 0,1 0-1,0 1 1,0-1 0,0 1 0,0-1 0,1 0 0,0 0 0,0 0 0,0 0 0,0 0 0,1 0 0,-1-1 0,4 4 0,-5-6-8,0 0-1,1 0 1,-1 0 0,0 0 0,0-1-1,1 1 1,-1 0 0,0-1 0,1 1-1,-1-1 1,1 1 0,-1-1 0,1 0-1,-1 1 1,1-1 0,-1 0 0,1 0-1,-1 0 1,1 0 0,-1-1 0,1 1-1,-1 0 1,0-1 0,1 1 0,-1 0-1,3-2 1,7-1-37,7-2-34,1-1 0,-1 0-1,-1-2 1,1 0 0,26-17 0,88-73-936,-106 77 710,77-67-704,-90 76 783,-1-1 0,0 1 0,-1-2 0,-1 0 1,15-26-1,-23 37 189,0-1-1,-1 0 1,0 0 0,0 1 0,0-1 0,0 0-1,-1 0 1,1 0 0,-1 0 0,0 0 0,0 0-1,-1 0 1,1 0 0,-1 0 0,0 0 0,0 0-1,0 0 1,0 1 0,-1-1 0,0 0 0,1 1-1,-1-1 1,0 1 0,-5-5 0,-4-5 26,0 1 1,-1 0 0,0 1-1,-21-14 1,18 14 24,-75-54 356,57 44-38,1-2-1,2-1 1,0-1-1,-38-43 1,64 64-306,1 0 1,0 1-1,0-1 0,1 0 1,-1-1-1,1 1 0,0 0 1,0-1-1,0 0 1,1 1-1,-1-1 0,1 0 1,0 0-1,1 1 0,-1-1 1,1 0-1,0 0 0,0 0 1,0 0-1,1 0 1,0 1-1,0-1 0,0 0 1,0 0-1,1 1 0,0-1 1,0 1-1,0-1 0,1 1 1,-1 0-1,1 0 1,0 0-1,0 0 0,4-4 1,6-3-5,0 0 0,1 1-1,0 0 1,1 2 0,0-1 0,0 2 0,31-12 0,125-29-86,-146 42 3,809-137-4584,-546 103 2232,135-20-3707,-205 34 485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0.3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305 180 7321,'-3'-9'277,"0"2"35,0 0 1,0 0 0,1-1 0,0 1 0,1-1 0,-1 1-1,1-1 1,1 0 0,0 1 0,0-1 0,1-8 0,0 13 52,0 0 0,-1 0 0,1 0 0,-1 0 0,1 0 0,-1 0 0,0 0 0,0 0 1,-1 0-1,1 0 0,0 0 0,-1 0 0,0 1 0,0-1 0,0 0 0,0 0 0,0 0 0,0 1 1,-1-1-1,0 1 0,-3-5 0,5 6-306,-1 1 0,0-1 0,1 1 0,-1-1 0,0 1 0,1 0 0,-1-1 0,0 1 0,0 0-1,1 0 1,-1-1 0,0 1 0,0 0 0,0 0 0,0 0 0,1 0 0,-1 0 0,0 0 0,0 0 0,0 0 0,1 0 0,-1 0 0,0 1 0,0-1 0,0 0 0,1 0 0,-1 1 0,0-1 0,0 1 0,1-1 0,-1 1 0,0-1 0,1 1 0,-1-1 0,1 1 0,-1-1 0,1 1 0,-1 0 0,1-1 0,-1 2 0,-24 32 1007,23-32-980,-14 26 345,1 0 0,2 1 0,0 0 0,2 1 1,-11 53-1,-18 162-996,26-143-391,-23 146-3843,8-64-4915,22-134 3191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0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0 401 7781,'54'-29'4173,"-3"1"-3383,189-64 787,47-19-1001,-67 6 402,-215 103-938,6-4 88,1 0 0,0 1 0,0 1 0,0 0 0,15-3 0,-25 7-112,0-1-1,1 1 1,-1 0-1,1 0 1,-1 0 0,1 0-1,-1 0 1,1 0 0,-1 0-1,0 1 1,1 0-1,-1-1 1,0 1 0,1 0-1,-1 0 1,0 0 0,0 0-1,0 1 1,0-1-1,0 0 1,0 1 0,0 0-1,0-1 1,0 1 0,-1 0-1,1 0 1,-1 0-1,1 0 1,-1 0 0,0 0-1,0 0 1,0 1 0,1 1-1,4 15 23,-2-1 0,1 0 0,-2 1 0,0 0 1,-2 0-1,0 23 0,-16 115-143,9-110 164,5-30-104,-1 1 0,3 20 0,-1-32 18,0 1-1,1-1 1,0 1-1,1-1 1,-1 0-1,1 0 1,0 1 0,1-1-1,4 8 1,-5-12 39,-1 0 1,1-1-1,0 1 1,0 0-1,1-1 0,-1 1 1,0-1-1,0 0 1,1 0-1,-1 0 1,1 0-1,-1 0 1,1 0-1,-1-1 1,1 1-1,-1-1 1,5 0-1,48 0 93,-46-1-126,20 1 123,0 1 1,0 1 0,0 1-1,31 8 1,109 38 364,-145-42-440,1-1 0,0-1 0,1-1 0,-1-1 0,1-1 0,-1-1 0,1-2 0,-1 0 0,36-7 0,-27 1 91,-1-1 1,-1-2 0,1-1-1,-2-2 1,0 0-1,47-30 1,-14-5 403,-32 22-201,-29 24 59,-6 3-296,-4 3-49,1-1 1,-1 1 0,1 0 0,0 1 0,0-1 0,0 1 0,-5 6 0,9-9-31,1-1 0,0 0 0,0 0 0,0 1 0,0-1 0,0 1 0,0-1 0,0 1 0,0-1 0,0 1 0,1 0 0,-1-1 0,1 1 0,-1 0 0,1 0 0,0-1 0,0 1 1,-1 0-1,1 0 0,0 0 0,1-1 0,-1 1 0,0 0 0,0 0 0,1-1 0,-1 1 0,1 0 0,0-1 0,-1 1 0,1 0 0,0-1 0,0 1 0,0-1 0,0 1 0,0-1 0,0 0 0,1 1 1,1 1-1,7 4-142,0 0 0,1 0 1,0 0-1,0-2 0,0 1 1,1-1-1,0-1 1,15 4-1,104 18-2817,-125-25 2800,179 25-6807,-79-12 39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1.3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20 13141,'-5'-20'1317,"5"20"-1294,0 0 1,0 0-1,0 1 1,0-1-1,0 0 1,0 0-1,0 0 1,0 0-1,0 0 0,0 0 1,0 0-1,0 0 1,0 0-1,0 0 1,0 0-1,0 0 1,0 1-1,-1-1 0,1 0 1,0 0-1,0 0 1,0 0-1,0 0 1,0 0-1,0 0 1,0 0-1,0 0 0,0 0 1,0 0-1,0 0 1,-1 0-1,1 0 1,0 0-1,0 0 1,0 0-1,0 0 0,0 0 1,0 0-1,0 0 1,0 0-1,0 0 1,0 0-1,0 0 1,-1 0-1,1 0 0,0 0 1,0 0-1,0 0 1,0 0-1,0 0 1,0 0-1,0-1 1,0 1-1,0 0 0,0 0 1,0 0-1,0 0 1,0 0-1,0 0 1,0 0-1,-1 0 1,1 0-1,0 0 0,-5 37 2855,-1 6-1323,-37 117 1047,12 14-1344,28-150-1194,2-1 1,0 1-1,2 0 0,0-1 1,8 35-1,-8-51-78,1-1 0,0 0 1,0 1-1,0-1 0,1 0 1,0 0-1,0-1 0,1 1 0,-1 0 1,1-1-1,0 0 0,1 0 0,-1 0 1,1-1-1,0 0 0,9 7 1,-3-5-3,1-1 0,-1 0 0,1 0 0,0-1 0,0-1 0,0 0 0,24 3 0,13-3-212,0-1 1,1-3 0,72-11 0,-4 1-287,-60 9 215,0 2 0,0 2-1,69 13 1,28 4-89,-140-13 438,-11-3-36,11 10 39,3 16 16,-16-24-61,1 0 0,0 0 0,0 0 0,0-1-1,1 1 1,-1-1 0,1 0 0,6 6 0,1-3-52,1 0 1,-1 0-1,1-1 1,1-1-1,-1 0 1,1-1-1,-1 0 1,1-1-1,25 3 1,12-2-419,65-2 1,-41-2 42,-24 1 100,186-2-2913,-142-5 513,-28 3-2062,-13 3-932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8.9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0 7673,'-7'12'1324,"14"2"-1140,5-3-408,-9 4-5749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19:59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543 8 15585,'-2'0'227,"-32"0"1372,23-2-495,11 2-1064,0 0 0,0 0 0,0 0 0,0 0 0,0 0 0,0 0 0,0 0 1,-1 0-1,1-1 0,0 1 0,0 0 0,0 0 0,0 0 0,0 0 1,0 0-1,0 0 0,0 0 0,0-1 0,0 1 0,0 0 0,0 0 1,0 0-1,0 0 0,0 0 0,0 0 0,0 0 0,0-1 0,0 1 0,0 0 1,0 0-1,0 0 0,0 0 0,0 0 0,0 0 0,0-1 0,0 1 1,0 0-1,0 0 0,0 0 0,0 0 0,0 0 0,0 0 0,1 0 0,-1 0 1,0-1-1,0 1 0,0 0 0,0 0 0,0 0 0,0 0 0,0 0 1,0 0-1,1 0 0,11 23 3330,-4-2-2835,-2 0 1,0 0 0,-1 0 0,-2 1-1,0 0 1,-1 0 0,-1-1 0,-1 1-1,-1 0 1,-5 31 0,-8 20 282,-39 119 0,52-187-793,-25 74-404,-4 0 0,-64 120 0,-134 215-8981,189-339 6200,-1 1-4810,29-61 975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00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54 969 7021,'-53'3'1938,"53"-3"-1898,0 0-1,0 0 0,0 0 1,1 0-1,-1 0 0,0 0 1,0 0-1,0 0 0,0 0 0,0 0 1,1 0-1,-1 0 0,0 1 1,0-1-1,0 0 0,0 0 1,0 0-1,0 0 0,0 0 0,0 0 1,0 0-1,1 1 0,-1-1 1,0 0-1,0 0 0,0 0 0,0 0 1,0 0-1,0 1 0,0-1 1,0 0-1,0 0 0,0 0 1,0 0-1,0 0 0,0 1 0,0-1 1,0 0-1,0 0 0,0 0 1,0 0-1,0 0 0,-1 1 0,1-1 1,0 0-1,0 0 0,0 0 1,0 0-1,0 0 0,0 0 1,0 1-1,0-1 0,0 0 0,-1 0 1,1 0-1,0 0 0,0 0 1,0 0-1,0 0 0,0 0 1,0 0-1,-1 0 0,1 0 0,12 8 371,-12-8-312,7 4 274,1 0 0,0-1 0,-1 0 0,1 0 0,0-1 0,1 0 0,14 2 0,62-2 951,-39-2-502,153 5 1038,374-2 114,7-48-1333,-442 25-587,-1-6 0,155-49 0,-261 64-86,0-1 0,-1-1 0,51-30 0,-64 32-74,-1 0 1,0-1-1,-1-1 1,-1 0-1,0-1 1,0-1 0,17-26-1,-30 40 100,0-1 0,0 1 0,0 0-1,0 0 1,0-1 0,-1 1 0,1-1-1,-1 1 1,1-1 0,-1 1 0,0-1 0,1 1-1,-1-1 1,0 1 0,0-1 0,0 1 0,0-1-1,0 1 1,-1-1 0,1 0 0,0 1-1,-1-1 1,1 1 0,-1 0 0,1-1 0,-1 1-1,0-1 1,1 1 0,-1 0 0,0-1-1,0 1 1,0 0 0,0 0 0,0 0 0,0 0-1,-1 0 1,1 0 0,0 0 0,-1 0-1,1 0 1,0 1 0,-1-1 0,1 1 0,-1-1-1,1 1 1,-1-1 0,1 1 0,-1 0 0,1-1-1,-1 1 1,-2 0 0,-5 1 6,0 0-1,-1 1 1,1 0 0,0 0-1,0 1 1,0 1 0,1-1 0,-1 1-1,-9 6 1,12-6 3,-22 12 26,1 1 0,1 1 1,1 2-1,1 0 0,1 2 0,0 0 0,2 2 0,1 0 0,-23 36 1,36-49-21,1 0 0,0 0 1,1 0-1,0 0 0,0 1 0,2 0 1,-1 0-1,2 0 0,-1 0 1,2 0-1,-1 1 0,2-1 1,0 0-1,0 1 0,1-1 1,1 1-1,0-1 0,0 0 1,2 0-1,4 13 0,-5-19-4,1 0 0,0 0-1,0 0 1,0 0 0,1-1 0,0 0-1,0 0 1,0-1 0,0 1-1,1-1 1,0 0 0,0 0 0,0-1-1,0 0 1,10 4 0,5 1 7,-1-2 1,1 0-1,39 6 1,-24-9-61,0-1 1,0-2-1,1-1 0,-1-2 1,0-2-1,0-1 1,-1-2-1,0-1 1,0-2-1,58-27 1,-24 5-16,-2-3 0,-1-3 0,-2-3 0,62-54 0,79-80 21,-154 127 50,81-101 1,119-236 26,-228 345 146,29-72 0,-51 111-94,-5 4-112,-4 2 37,0 1 1,1 0 0,-1 1-1,1 0 1,1 0 0,-1 0-1,1 1 1,0 0 0,-7 10-1,-47 81 70,45-72-76,-50 86 130,-92 224 0,153-324-70,0-1 0,1 0 1,0 1-1,1-1 0,1 1 0,-1 0 0,1 12 0,1-22-48,1 1-1,-1-1 0,0 1 1,0-1-1,1 1 1,0-1-1,-1 1 0,1-1 1,0 1-1,0-1 1,0 0-1,1 1 0,-1-1 1,0 0-1,1 0 1,-1 0-1,1 0 0,0 0 1,0-1-1,0 1 1,0 0-1,0-1 0,0 1 1,0-1-1,1 0 1,-1 0-1,0 0 0,1 0 1,-1 0-1,1 0 1,-1-1-1,1 1 0,-1-1 1,1 1-1,-1-1 1,1 0-1,3-1 0,8 1 8,-1-2-1,0 0 1,0 0-1,0-1 0,22-9 1,67-32 68,-37 15-47,-48 21-39,-4 2-2,0 0 0,1 1 0,-1 0 0,1 1-1,0 1 1,26-3 0,-38 6-2,0 0-1,0 0 1,0 1-1,0-1 1,-1 0 0,1 1-1,0-1 1,0 1-1,0 0 1,-1 0 0,1-1-1,0 1 1,-1 0-1,1 1 1,-1-1 0,1 0-1,-1 0 1,0 0-1,1 1 1,0 1-1,1 1 0,-1 0 0,0 0 0,0 0 0,0 0 0,-1 0-1,0 0 1,1 0 0,0 7 0,-1 2-4,0 0 1,0 0 0,-1 0-1,-1 0 1,-3 20 0,-52 200 23,34-138-30,-11 58-25,30-134 38,1 1 0,1 0 0,1 0 1,0 0-1,6 33 0,-5-49-9,0 1 0,0-1 0,0 0 0,1 0 0,-1 0 0,1 0 0,0-1 0,0 1 0,1 0 0,-1-1 1,1 1-1,-1-1 0,1 0 0,0 0 0,0 0 0,1 0 0,-1-1 0,0 1 0,1-1 0,0 0 0,-1 0 0,1 0 0,0 0 0,0-1 0,0 1 0,0-1 0,1 0 0,-1 0 0,0-1 0,8 1 0,10-1-162,1-1-1,-1-1 1,0-1 0,38-10-1,-23 5-97,39-8-495,0-4 1,95-38-1,-74 27 121,-68 23 397,0-1 0,-1-2 1,40-20-1,-30 14 138,-28 13 67,0 0 0,-1-1 0,0 0 1,10-7-1,25-30-363,-34 31-834,1 0 0,21-16 0,-30 26 713,22-22 2545,-18 12-1405,1 0-1,1 0 1,0 1 0,0 0 0,18-16-1,-24 25 1055,-4 2-1309,-5 8-161,-1-1 1,1 1 0,1 0 0,-8 13 0,-14 20 143,10-18-200,-4 2 1,-22 38 0,-57 80-2012,46-69-1698,13-24-3203,34-35-44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01.2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10605,'5'2'1830,"37"7"-197,0-2 1,50 3-1,-24-3-1929,-1-2-1098,74-4 0,-93-3 1017,0 3-1,0 1 1,84 16 0,-116-12 450,0 0 0,0 1 0,-1 0 0,0 1 0,0 1 0,26 21 0,-8-7 39,-20-10 572,-13-12-622,0-1 0,0 0 0,0 1 0,0-1 0,0 0 0,0 1 0,0-1 0,0 0 0,0 1 0,0-1 0,0 0 0,0 1 0,0-1 0,0 0 0,-1 1 0,1-1 0,0 0 0,0 1 0,0-1 0,0 0 0,-1 0-1,1 1 1,0-1 0,0 0 0,-1 0 0,1 1 0,0-1 0,-1 1 0,-33 10 3704,6-2-4150,10 1 443,0 2 1,1 0-1,0 1 1,1 1-1,0 0 0,-23 28 1,22-22-150,14-17 66,0-1-1,0 1 0,1 0 1,-1 0-1,1 1 1,0-1-1,0 1 0,0-1 1,0 1-1,0-1 1,1 1-1,0 0 1,-1 0-1,1 0 0,1 0 1,-1 0-1,1 0 1,-1 0-1,1 0 0,1 6 1,-1-7 17,1 0 1,-1 0 0,1-1-1,-1 1 1,1 0 0,0-1-1,0 1 1,0-1 0,0 1-1,1-1 1,-1 0-1,1 1 1,-1-1 0,1 0-1,0 0 1,3 3 0,18 25-12,-10-6 8,-1 2 0,-1 0 0,-1 0 0,-2 0 0,-1 1 0,-1 0 0,-1 1 0,-1 0 0,0 52 0,-3 7 45,-4 0-1,-3 0 1,-4-1-1,-4 0 1,-35 117-1,29-150 218,-2 0 0,-2-2 0,-3-1 0,-47 68 0,43-69 94,7-10 131,-51 62 0,70-96-469,0 1 1,0-1 0,1 1 0,0 1 0,0-1-1,0 0 1,1 1 0,0 0 0,0 0 0,-1 9-1,4-16-13,0 0 0,-1 0 0,1 0 0,0 0 0,0 0 0,0 1 0,0-1 0,0 0 0,1 0 0,-1 0 0,0 0 0,0 0 0,0 0 0,0 1 0,0-1 0,0 0 0,0 0 0,0 0 0,0 0 0,0 0 0,0 0 0,0 1 0,0-1 0,0 0 0,1 0 0,-1 0 0,0 0 0,0 0 0,0 0 0,0 0 0,0 0 0,0 0 0,0 0 0,1 0 0,-1 0 0,0 0 0,0 0 0,0 0 0,0 1 0,0-1 0,1 0 0,-1 0-1,0 0 1,0 0 0,0-1 0,0 1 0,0 0 0,0 0 0,1 0 0,-1 0 0,0 0 0,0 0 0,0 0 0,0 0 0,0 0 0,0 0 0,0 0 0,1 0 0,-1 0 0,0 0 0,0-1 0,0 1 0,0 0 0,0 0 0,0 0 0,0 0 0,0 0 0,15-3-248,7 1-165,0-2-1,-1-1 1,1 0-1,32-15 0,271-143-4735,-140 65 106,-47 30-754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01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243 0 12989,'-48'9'972,"-29"6"1080,21-1 2188,-5 7 549,98-14-3875,45 0-1727,-1-4 1,110-9 0,-108 2-282,135-9-2261,45-2-4004,-81 12-1368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01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0 129 20754,'3'37'5008,"16"-57"-3960,26-6-1320,2 0-1212,-2-5-88,22 5-5344,15-11-6666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3.9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541 396 6369,'-5'-20'527,"0"-1"915,-1 0 1,0 1 0,-15-31 0,18 46-1159,-1-1 0,1 0-1,-1 0 1,0 1 0,-1 0 0,1 0-1,-1 0 1,0 1 0,0-1-1,-1 1 1,1 0 0,-1 1 0,0-1-1,0 1 1,-12-4 0,-4 1 213,0 2 0,0 0 1,-1 1-1,-26 1 0,-14-2 264,38 3-417,1 1 1,-46 6-1,46-3 636,-41-1 0,358-6 1028,10-26-1312,-189 17-477,1350-110 399,-709 121-4003,-720 4 2784,1 3 1,-1 1-1,50 15 0,-74-18 181,0 1-1,0 0 1,0 1-1,-1 0 1,0 1-1,0 0 1,0 0-1,-1 1 0,0 0 1,-1 1-1,1 0 1,-1 0-1,-1 1 1,10 13-1,-16-21 199,0 1 0,0-1 0,-1 1 0,1-1 1,0 1-1,-1 0 0,1-1 0,-1 1 0,0 0 0,1-1 0,-1 1 0,0 0 0,0-1 0,0 1 1,0 0-1,0-1 0,-1 1 0,1 0 0,0-1 0,-1 1 0,1 0 0,-1-1 0,0 1 0,1-1 1,-1 1-1,0-1 0,-1 2 0,-18 32-5473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4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429 33 8381,'-1'-5'383,"0"3"-180,0 0 0,1 0 1,-1-1-1,0 1 0,0 0 0,0 0 0,0 0 1,-1 0-1,1 0 0,-2-1 0,2 2-16,0 1 0,0-1 0,0 1 0,0 0 0,0-1 0,0 1 0,0 0 0,0 0 0,0 0 0,0 0 0,0 0 0,0 0-1,0 0 1,0 0 0,0 0 0,0 1 0,0-1 0,0 0 0,0 0 0,0 1 0,0-1 0,0 1 0,0-1 0,0 1 0,0-1 0,1 1-1,-1 0 1,0-1 0,0 1 0,0 1 0,-4 3 294,0 0 1,0 0-1,0 0 0,1 1 0,0-1 0,0 1 0,1 0 1,-4 8-1,-23 59 1933,27-63-2164,-98 354 3869,58-185-3668,-30 109-2966,11 2-4447,43-164 818,8-7-3610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4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117 1 10049,'-3'49'1775,"-2"-1"0,-2 1-1,-15 49 1,-5 41-498,5-28-835,-6 51-16,27-144-387,0 1 1,1-1-1,1 1 0,0-1 1,2 1-1,7 30 0,-8-43-30,0 0-1,0 1 1,1-2-1,-1 1 0,2 0 1,-1-1-1,0 1 1,1-1-1,0 0 0,0 0 1,1 0-1,-1-1 1,1 1-1,0-1 1,0-1-1,9 6 0,-6-5-7,-1-1 0,1 0-1,0-1 1,0 0 0,0 0 0,0 0-1,0-1 1,0 0 0,0-1-1,0 0 1,1 0 0,11-3-1,339-69-9,-52 7 386,117-26-69,-263 38-33,-148 48-215,0 1-1,0 0 0,1 1 1,26-3-1,-36 6-37,-1 0 0,1 0 0,0 0 1,0 0-1,-1 1 0,1-1 0,-1 1 0,1 0 0,0 0 0,-1 0 0,0 1 1,1-1-1,-1 1 0,0 0 0,0 0 0,0 0 0,0 0 0,0 1 1,0-1-1,0 1 0,-1-1 0,0 1 0,1 0 0,1 3 0,9 19 26,-1 0 1,-1 1-1,-1 0 0,9 36 0,7 54-2826,-22-98 1850,-3-10 357,1-1 0,0 0 1,0 1-1,1-1 1,0 0-1,0 0 0,8 11 1,-10-17 459,-1 0 1,1 0 0,0 0-1,0 0 1,0 0 0,0 0-1,0-1 1,0 1 0,0 0-1,0-1 1,0 1 0,0-1-1,0 1 1,1-1 0,-1 1 0,0-1-1,0 0 1,0 0 0,1 1-1,1-1 1,-1-1 27,0 1-1,0-1 1,0 0 0,0 1 0,0-1-1,-1 0 1,1 0 0,0-1 0,0 1 0,-1 0-1,1 0 1,0-1 0,-1 1 0,0-1-1,1 1 1,1-4 0,3-3 19,0-2 1,-1 1 0,0 0-1,0-1 1,-1 0-1,-1 0 1,4-15-1,7-16 93,61-226-487,-63 216 101,22-123-2919,-13 92 1071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4.9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127 104 6329,'-6'5'5188,"24"-12"-2093,31-18 871,-32 14-3457,1 0 0,-1 1-1,2 1 1,-1 0-1,1 2 1,28-8-1,-42 14-480,-1 0 1,1 0-1,0 0 0,0 1 0,0 0 0,0 0 0,0 0 1,0 1-1,-1-1 0,1 1 0,0 0 0,0 1 0,-1-1 1,1 1-1,-1 0 0,1 0 0,-1 0 0,0 1 0,0-1 0,0 1 1,0 0-1,0 0 0,0 1 0,-1-1 0,0 1 0,0 0 1,0 0-1,0 0 0,0 0 0,-1 0 0,0 0 0,3 9 0,-2-5-13,-1 0 0,0 0-1,-1 0 1,1 1-1,-2-1 1,1 1 0,-1-1-1,-1 0 1,1 1-1,-1-1 1,-1 0-1,0 1 1,0-1 0,0 0-1,-1 0 1,-6 11-1,-3 7-73,-2-1 0,0-1-1,-30 38 1,-9 3-1213,-91 86 0,-3-24-8253,107-97 1500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5.2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 12849,'-11'10'991,"8"-7"14,6-3 17,26-1 656,251 18 1668,-98-9-2824,1428 146 642,-1242-115-1069,109 1 29,-373-38 39,0-3-1,163-25 1,-256 25-193,0-1-1,0-1 0,0 0 1,0 0-1,-1-1 1,12-6-1,-17 6-230,1 1-1,-1-1 0,0 0 0,0 0 1,-1-1-1,1 1 0,-1-1 1,0 0-1,0-1 0,-1 1 1,6-11-1,56-104-10308,-41 86 4194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5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1124 37 9005,'-80'-29'2299,"75"27"-1911,-1 1 0,1-1 0,-1 1 0,1 0 0,-1 1 0,0 0 0,0-1 1,1 2-1,-1-1 0,0 1 0,-9 2 0,-7 0 601,16-3-579,0 0 0,0 0 0,0 1-1,0-1 1,0 2 0,0-1 0,0 1 0,0 0-1,-7 3 1,10-3-239,0 0 0,-1 0 0,1 1 0,1-1 0,-1 1 0,0-1 0,0 1-1,1 0 1,0 0 0,0 1 0,0-1 0,0 0 0,-3 7 0,4-5-44,-1 0-1,1-1 1,1 1 0,-1 0 0,1-1 0,0 1 0,0 0-1,0 0 1,0-1 0,1 1 0,0 0 0,0-1 0,0 1-1,1 0 1,-1-1 0,1 0 0,0 1 0,4 4-1,4 9 248,1-1-1,25 30 0,94 98 654,-73-86-708,-3 3-1,61 89 1,-102-129-305,0-1-1,-1 2 1,-1-1-1,-2 1 1,0 1-1,-1 0 0,-2 0 1,0 1-1,-2-1 1,0 1-1,-1 49 1,-4-44-184,-2 0 0,-2-1 1,0 1-1,-2-1 1,-1 0-1,-1-1 0,-2 0 1,-1 0-1,-1-1 1,-1-1-1,-29 42 0,14-31-264,-2-1 0,0-1 0,-3-2-1,0-2 1,-3-1 0,-70 45 0,26-26-890,-3-4 1,-144 55 0,-190 35-8109,301-103 1778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6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831 146 6885,'-5'-8'608,"1"2"124,1 0 1,-1 1-1,-1-1 0,-7-7 0,11 11-206,-1 0-1,0-1 0,1 0 1,-1 1-1,1-1 0,0 0 0,0 1 1,0-1-1,0 0 0,0-4 1,-6-13 1720,-20-29 2807,9 67-2821,11-1-1783,0-1 0,0 2 0,2-1 0,0 0 0,1 1-1,1 0 1,-2 27 0,-2 8 302,-34 157 230,-126 372-1,31-223-2099,7-19-681,73-184-267,-60 181-4908,104-292 5327,0-1-1222,0-16-2839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6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14 11405,'-73'4'2208,"70"-4"-1887,0 0 1,0-1 0,-1 1 0,1-1 0,0 1 0,0-1 0,0 0 0,0 0 0,0 0 0,0-1 0,-5-2-1,-1-1 698,6 4 285,16 16 1047,-6-9-1891,52 48 1256,80 55 0,-81-65-1321,241 172 770,92 72-719,-318-228-655,-4 3 0,-2 3 0,66 86 0,-105-117 8,-3 1 0,-1 1-1,-1 2 1,-3 0 0,-1 1 0,-1 1 0,20 76-1,-32-90 86,-1 0 1,-1 0-1,-2 1 0,0-1 0,-2 1 0,-1-1 0,-1 1 0,-2-1 0,0 0 0,-2 0 1,-1 0-1,-1-1 0,-20 43 0,9-32-11,-2 0 0,-2-2 0,-1-1 0,-2-1 0,-1 0 0,-1-3 0,-2 0 0,-1-2 0,-46 33 0,-7-4-616,-2-4 0,-160 73 1,144-80-2178,-172 54 0,221-88 462,25-8-948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7.2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947 145 10037,'0'0'65,"1"0"0,-1 0 0,0 0 0,1 0 0,-1 0 1,1 0-1,-1-1 0,0 1 0,1 0 0,-1 0 0,0 0 0,1 0 0,-1 0 1,1-1-1,-1 1 0,0 0 0,1 0 0,-1-1 0,0 1 0,0 0 0,1-1 0,-1 1 1,0 0-1,0-1 0,1 1 0,-1 0 0,0-1 0,0 1 0,0 0 0,0-1 0,1 1 1,-1-1-1,-16 1 1766,-35 12 694,-40 29-832,2 4-1,-120 82 1,151-86-1564,1 3 0,3 2 1,2 2-1,-58 69 0,94-98-171,-12 13-343,1 2 1,1 1-1,-39 70 0,64-103 355,0 0 0,0-1 1,1 1-1,-1 0 0,0 0 0,0 0 0,1 0 0,-1 0 0,1 0 0,0 0 0,0 0 0,-1 0 1,1 0-1,1 0 0,-1 0 0,0 0 0,0 0 0,1 0 0,-1 0 0,2 2 0,-1-3 17,0 0 0,0 0 0,0 0 0,0 0 0,0 0 0,1 0 0,-1-1 0,0 1 0,0 0 0,1-1 0,-1 1 0,1-1 0,-1 0 0,0 1 0,1-1 0,-1 0 0,1 0 0,-1 0 0,1 0 0,2 0 0,10-2-5,0 0 0,-1-1-1,1 0 1,16-7 0,-27 9 13,63-20 285,2 4-1,0 3 0,0 2 0,127-3 1,45 28 495,-177-5-684,1-4-1,113-6 1,-100-8-70,0-3-1,0-3 1,128-46 0,-153 41-15,-1-1 0,-1-3 0,-1-2 0,-1-2 0,-2-2 0,44-37 0,-34 18 118,-1-1 0,-3-3 0,79-107 0,-80 85 309,50-67 1221,-104 150-1576,0 1 0,1 0 1,0 0-1,0 0 1,0 0-1,0 13 1,1-10-24,-24 225-1698,23-182-1122,3 0-1,9 79 0,-4-61-1091,-7-70 3719,0 0-1,0 0 1,-1 0 0,1 0 0,-1-1-1,1 1 1,-1-1 0,0 1-1,0-1 1,1 0 0,-1 1 0,0-1-1,0 0 1,0 0 0,0-1-1,-4 2 1,1-4 124,-1 0 1,1 0-1,0 0 0,0-1 0,1 0 1,-1 0-1,0 0 0,1-1 0,-5-4 0,8 7 21,-15-15 605,0 0 0,2-1 0,0-1 1,0 0-1,-20-39 0,32 53-483,0 1 0,0-1 0,0 1 0,0-1 0,1 0-1,0 0 1,0 0 0,0 0 0,0 0 0,0 0 0,1 0 0,-1 0 0,1 0 0,0 0 0,1 0 0,-1 0 0,1 0 0,0 0 0,0 0 0,0 0-1,0 1 1,0-1 0,1 0 0,0 0 0,0 1 0,0-1 0,0 1 0,1 0 0,-1 0 0,1 0 0,0 0 0,0 0 0,0 0 0,0 1 0,6-5-1,4 0 29,-1 1 0,1 0 0,1 1 0,-1 0 0,1 1 0,-1 0 0,1 1 0,27-2 0,270-3 984,-261 8-1009,8-3 317,69-13 0,-112 14-437,-12 1-39,-4 5 53,-14 22-117,-20 30 0,16-29-199,-18 38 1,33-57 194,-6 13 66,0-1 1,2 2 0,1-1-1,-6 25 1,12-41 110,0 1 0,0-1-1,0 1 1,1-1 0,0 1 0,0-1 0,1 1-1,-1 0 1,1-1 0,1 1 0,-1-1 0,1 0-1,-1 1 1,2-1 0,-1 0 0,0 0 0,1 0-1,0-1 1,0 1 0,1-1 0,-1 1 0,7 5-1,24 21 182,37 44 0,-65-69-523,0-1-1,1 1 0,-1-1 0,1-1 1,0 1-1,0-1 0,1-1 0,-1 1 1,1-1-1,0 0 0,16 2 0,-5 1-758,61 15-6530,-28-10-253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7.6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493 468 9041,'8'-26'439,"28"-113"2263,-25 67-410,-9 46-445,12-43 0,-12 60-1404,-1 0 1,1 0-1,-1 0 0,-1 0 0,1 0 0,-2 0 0,1 0 0,-1 0 0,-4-17 0,4 24-387,1 1-1,-1-1 1,1 1-1,-1-1 1,1 1-1,-1-1 1,0 1-1,0 0 0,0 0 1,0-1-1,0 1 1,0 0-1,0 0 1,0 0-1,0 0 1,0 0-1,-1 0 0,1 0 1,0 1-1,-1-1 1,1 0-1,-1 1 1,1-1-1,0 1 1,-1-1-1,0 1 0,1 0 1,-1-1-1,1 1 1,-1 0-1,1 0 1,-1 0-1,1 1 1,-1-1-1,1 0 1,-1 0-1,1 1 0,-1-1 1,-1 1-1,-6 2 106,0 0 0,0 0 0,0 1 0,1 0 0,-15 9-1,-8 9 53,1 1 0,1 1 0,1 2 0,1 1 0,2 1 0,0 1 0,2 1 0,-27 48 0,21-28-103,3 1-1,2 2 1,3 0 0,-29 110 0,40-116-59,2 2 0,2-1 0,2 1 0,3 0 0,2 0 0,13 91-1,3-45-136,5-2 0,52 139-1,-48-158-183,79 240-1937,-100-294 1981,0-1 0,-2 1 0,0 0-1,-1 0 1,-2 35 0,-1-44 22,-1 0 1,1 0 0,-2 0-1,0 0 1,0 0 0,-1-1-1,0 0 1,-1 0 0,0 0-1,0 0 1,-13 16 0,6-10-480,-2-1 0,-18 17 0,26-27 212,0 0 0,0 0 0,-1-1 0,1 0 0,-1 0 0,0-1 0,-1 0 0,-14 5 0,19-9-2234,11-5 1095,29-15-180,-4 2-747,16-12-1620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7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1 9197,'6'0'350,"3"0"652,-13 1-181,-1 0-540,0 0 0,0 0-1,0 0 1,0 1-1,0-1 1,0 1-1,1 1 1,-1-1-1,-5 4 1,-9 11 251,1 0 0,1 2 0,0 0 0,-17 26-1,30-40-483,1 1-1,-1-1 1,1 1-1,0 0 1,1 0-1,0 1 1,0-1-1,0 0 1,0 1-1,1 0 1,0-1-1,1 1 0,-1-1 1,1 1-1,0 0 1,1-1-1,0 1 1,0 0-1,0-1 1,1 1-1,4 10 1,-2-10-43,1 1-1,0-1 1,1 0 0,-1 0 0,1 0 0,1-1 0,-1 0 0,1 0 0,0 0 0,0-1-1,1 0 1,9 4 0,8 4 70,54 18 0,-71-28-68,22 7 27,0-2 0,1-1 0,59 6 0,84-9 151,12 2 325,-133-5-19,-47-1-446,1-1-1,-1 1 1,1 1 0,-1-1-1,1 1 1,-1 0-1,1 0 1,-1 1 0,0 0-1,1 0 1,-1 1-1,0-1 1,0 1 0,6 5-1,55 48-2847,-65-55 2549,1 1 0,-1-1 1,0 0-1,1 1 1,-1-1-1,1 0 0,0 0 1,-1-1-1,5 2 1,14-5-5071,-5-3-1120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 5080,'19'-3'953,"3"-14"-501,0 6-508,3 5-1845,4 0 357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8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10029,'0'0'2124,"16"-8"-1716,0-1-504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4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601 94 7185,'2'-71'4463,"-2"69"-4234,0 1 0,1-1 0,-1 1 0,0-1 0,0 1-1,1 0 1,-1-1 0,0 1 0,1 0 0,-1-1 0,1 1 0,0 0 0,1-2 0,-2 3-111,0-1 0,1 1 0,-1 0 0,0 0 0,0 0 0,1 0 0,-1 0 0,0 0 0,1-1 0,-1 1 0,0 0 0,1 0 0,-1 0 0,0 0 0,1 0 0,-1 0 0,0 0 0,1 0 0,-1 1 0,0-1 0,1 0 1,-1 0-1,0 0 0,1 0 0,-1 0 0,0 0 0,1 1 0,-1-1 0,0 0 0,0 0 0,1 0 0,-1 1 0,3 2 168,-1-1 0,1 1 0,-1 0 0,0 0 0,0 0 0,-1 0 0,1 1 0,-1-1 0,2 4 0,1 11 139,-1 0 0,0 0-1,-2 0 1,0 0 0,-1 0 0,-4 35-1,0 7 203,-71 994 3065,-53-2-4458,115-953 489,-215 1269-4738,132-970 1684,24-136-1934,53-199 871,6-20-2474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5.1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581 734 6577,'-122'-41'1586,"104"35"-719,1-1 0,0-1 0,-29-18 0,13 7 611,32 18-1445,1 1-1,-1 0 1,1-1 0,0 1-1,-1-1 1,1 0-1,0 1 1,0-1 0,-1 1-1,1-1 1,0 1 0,0-1-1,0 1 1,-1-1-1,1 0 1,0 1 0,0-1-1,0 0 1,0 1-1,0-1 1,0 1 0,1-1-1,-1 0 1,0 1 0,0-1-1,0 1 1,0-1-1,1 1 1,-1-1 0,0 1-1,1-1 1,-1 0-1,1 0 58,-1 0-58,1-1 1,0 1-1,0-1 0,0 1 1,0-1-1,0 1 1,1 0-1,-1 0 1,0 0-1,1-1 1,-1 1-1,0 0 1,1 1-1,-1-1 1,1 0-1,0 0 0,2 0 1,35-7 209,-26 6-157,564-37 895,-493 36-884,662-20 212,1303-55 170,-544 9 654,1252-76 961,-811-57 122,-1912 196-2170,37-5 33,-65 11-66,-1 0 0,1 0 0,0 1 0,-1-1 0,1 1 0,0 0 0,-1 1 0,0-1 0,1 1 0,5 3 0,-10-4-5,1 0 0,-1 1 0,1-1 0,-1 0-1,1 1 1,-1-1 0,0 1 0,0 0 0,0-1 0,0 1-1,0 0 1,0 0 0,0-1 0,-1 1 0,1 0-1,0 0 1,-1 0 0,0 0 0,1 0 0,-1 0-1,0 0 1,0 0 0,0 0 0,0 0 0,-1 0-1,0 3 1,-1 10-7,-1-1-1,-9 24 1,7-23 15,-152 383 172,68-185-119,-661 1428 40,46-323-169,290-598 104,355-619 14,-389 609 260,350-579-335,70-102 48,22-23 52,3-6-91,1 0 1,0 0-1,0 0 1,0 0-1,0-1 1,0 1 0,0-1-1,0 0 1,0 1-1,0-1 1,0 0-1,0 0 1,0 0 0,0-1-1,-1 0 1,-9-5-15,0 2 0,0 0 0,-1 0 0,1 1 0,-1 0 0,0 1 0,0 1 0,-22-2 1,-12 2-93,-53 6 0,65-2 88,-119 6-59,-483 14-14,-169-54 103,-3-31 84,323 23-40,-2200-86 266,1787 136-1448,602 2-2648,-2 4-4711,240-15 1470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6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223 699 9485,'-6'-89'2807,"5"61"-1259,0 0 0,-2-1 0,-1 1 0,-12-44 0,4 47 160,16 47-1263,-4-19-424,1-1-1,-1 0 0,1 0 0,0 0 1,0 0-1,0 0 0,0-1 0,0 1 0,0 0 1,0 0-1,1-1 0,1 3 0,-1-2 0,-1-1-1,1 1 0,-1 0 0,0-1 0,1 1 0,-1 0 1,0 0-1,0 0 0,-1 0 0,1 0 0,0 0 0,0 3 0,2 11 139,12 37-294,-14-50 74,12 2-35,-9-3 97,0-1 0,0 0-1,0-1 1,-1 1 0,1-1 0,0 0-1,0 0 1,0 0 0,0 0 0,0-1-1,0 1 1,0-1 0,0 0 0,0 0-1,-1-1 1,1 1 0,-1-1 0,5-2-1,4-3 254,-1 0 0,1-1 0,16-16 0,-12 4 756,-12 16-291,-10 16-54,-127 221 1847,65-101-2068,-88 180-58,116-223-709,38-86 120,15-19-502,245-409-350,100-169 1348,-347 579-229,14-24 177,3 1 0,57-60 0,-81 95-191,1 0 1,-1-1-1,1 1 1,0 1-1,0-1 1,0 1-1,0 0 1,1 0-1,-1 0 1,0 1-1,1 0 1,0 0-1,-1 0 1,1 1-1,-1 0 1,1 0-1,0 0 1,-1 1-1,1 0 1,-1 0-1,1 0 1,5 3-1,-5-3 17,1 2 1,-1-1-1,0 1 0,1 0 1,-1 0-1,0 0 0,-1 1 1,1 0-1,-1 0 0,1 1 1,-1 0-1,-1-1 0,6 7 1,2 6 176,0 1 0,17 33 0,-24-42-186,20 42 231,-3 1 1,-2 1 0,-2 1-1,-2 1 1,14 101 0,6 292-1217,-25-240-1332,-8-164 1439,23 280-4157,-1-111-5949,-16-151 1158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6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39 491 13177,'-32'-22'2107,"26"18"2672,9 3-3728,10-5-678,1 2 0,0 0 0,0 0 0,26-2 0,66-1-957,-64 5 308,158-8-1844,248-19-2008,-389 22 3758,-1-3-1,1-2 1,64-24 0,-83 22 394,-1-2 1,0-2-1,-2-1 1,0-2-1,41-31 1,-21 8 646,-26 18 713,0 2 1,2 1 0,0 2 0,58-27 0,-91 48-1367,0 0 1,0 0-1,0 0 1,0 0-1,0 0 1,0 0-1,0 0 1,0 1-1,0-1 0,0 0 1,0 0-1,0 0 1,0 0-1,0 0 1,0 0-1,0 0 0,0 1 1,0-1-1,0 0 1,0 0-1,0 0 1,0 0-1,0 0 1,0 0-1,0 0 0,0 0 1,0 1-1,0-1 1,0 0-1,0 0 1,0 0-1,0 0 1,0 0-1,0 0 0,1 0 1,-1 0-1,0 0 1,0 0-1,0 0 1,0 0-1,0 1 0,0-1 1,0 0-1,0 0 1,0 0-1,1 0 1,-1 0-1,0 0 1,0 0-1,0 0 0,0 0 1,0 0-1,0 0 1,0 0-1,1 0 1,-1 0-1,0 0 0,0 0 1,0-1-1,0 1 1,0 0-1,0 0 1,0 0-1,0 0 1,1 0-1,-1 0 0,-3 44 1626,-13 75 0,8-73-1675,-3 81-1,9-56-2553,-12 77 0,-11-5-8593,21-117 3918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6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13 226 6917,'-12'-68'2172,"24"36"-204,-2 21-244,-1-12-80,-2 3-208,-1 3-275,4-3-241,5 6-192,17-4-172,9 16-524,4 10-136,6 4-624,6 8-692,0 2-321,0 10-2687,10 11-3425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6.8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45 332 13445,'-25'-6'6609,"15"-5"-4745,1-1-192,12-5-352,0 0-272,22-3-284,29-17-476,7 11-964,12-8-464,9-3-912,10-6-832,16 3-3129,10 8-5248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7.7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26 7497,'-41'-25'10933,"48"43"-8608,9 33-239,-11-31-1354,0-1 1,13 26 0,0-11-154,1-1 0,2-1 0,49 59 0,92 80 391,26 0-278,266 189 0,346 158 9,44-74-4527,-664-359 1234,-61-30-815,-2 3-4256,-45-20-2275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8.0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728 43 10353,'-42'-36'2254,"41"35"-2122,0 1-1,0-1 1,0 0-1,0 1 1,1-1 0,-1 1-1,0-1 1,0 1-1,0 0 1,0-1-1,0 1 1,0 0 0,0 0-1,0-1 1,-1 1-1,1 0 1,0 0-1,0 0 1,0 0-1,0 1 1,0-1 0,0 0-1,0 0 1,0 1-1,0-1 1,0 0-1,0 1 1,0-1 0,0 1-1,0-1 1,1 1-1,-1 0 1,0-1-1,0 1 1,0 0 0,1 0-1,-1-1 1,0 1-1,1 0 1,-1 0-1,1 0 1,-1 0 0,1 0-1,-1 0 1,1 0-1,0 0 1,-1 0-1,1 0 1,0 1-1,-2 5 240,0 0-1,1 0 1,-1 0-1,2 0 1,-1 9-1,2 26 804,3 0-1,1 0 1,14 55 0,44 120 434,8 37-662,-60-193-790,-2 1 1,-3 1 0,-3-1-1,-8 107 1,-4-92-325,-3-1-1,-3 0 1,-37 106 0,23-98-528,-4-2 0,-3 0 0,-4-3 0,-3-1 1,-4-2-1,-3-3 0,-111 127 0,160-199 681,-135 136-3497,39-54-3728,35-39-2209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8.1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18 14913,'0'0'2041,"-19"-3"-401,-13-9 524,13 10-1404,-10 4-176,4-2-412,-7 6-384,4 0-780,-4-6-1000,-13 3-1145,29 0-1523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4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544 22 10509,'-2'0'151,"1"0"-1,0-1 1,0 1 0,0 0 0,0 0-1,0-1 1,0 1 0,0 0 0,0-1-1,0 1 1,0-1 0,0 1 0,0-1-1,1 0 1,-1 1 0,0-1 0,0 0-1,0 0 1,0 0 0,18-9 3356,-14 8-3241,-8 17 3768,-87 148 2246,-15-6-5013,-12-9-4376,-12-13-3742,84-91 772,5-1-3776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9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1395 512 5096,'24'-2'1575,"-23"1"-1365,1 0 0,-1-1 0,0 1 0,0 0 0,0 0 0,0-1 0,0 1 0,-1-1 0,1 1 0,0 0 0,-1-1 0,1 0 0,-1 1 0,1-1 0,-1-1 0,2-2 447,2-1-101,0 0 0,-1-1 0,0 1 0,0-1 0,0 0 0,-1 0 0,0 0 1,0 0-1,1-12 0,1-29 2298,-1 22-1844,-1 0 0,-2-41 0,0-30 432,0 94-1198,-3 4-240,1-1-1,0 1 1,-1 0-1,1 0 1,0 0 0,0 1-1,0-1 1,0 0 0,0 1-1,0 0 1,0-1 0,1 1-1,-1 0 1,0 0 0,1 0-1,0 0 1,-2 2 0,-11 12 20,1-8 332,6-11 586,6 0-880,1 1 0,-1-1 0,1 1 0,0-1 0,-1 1 0,2-1 0,-1 1 0,0-1 0,0 1-1,2-5 1,10-110 330,-12 114-366,-3-7-103,4 9 81,-1 0 0,0 0 0,0 1 0,0-1 0,0 0 0,0 0 0,0 1 0,0-1 0,-1 0 0,1 0 0,0 1 0,0-1 0,0 0 0,-1 0 0,1 1 0,0-1 0,-1 0 0,1 1 0,-1-1 0,1 1 0,-1-1 0,1 0-1,-1 1 1,1-1 0,-2 0 0,-54-2-1,0 3 0,0 3 0,-94 15 0,67-5-31,1 3 1,-118 40 0,151-38 31,1 2 0,0 2 0,2 2 0,0 2 0,-48 37 0,48-28 46,1 3 1,3 1-1,-49 57 1,69-68-2,1 0 1,1 1 0,2 1 0,1 1-1,1 0 1,-19 56 0,31-75-6,1 1 0,0-1 0,0 0 1,2 1-1,0 0 0,0-1 0,1 1 0,0 0 0,1 0 1,3 13-1,-2-19-18,0 1 1,0-1-1,1 1 1,0-1-1,0 0 1,1 0-1,0 0 1,0-1-1,1 1 1,-1-1-1,1 0 1,1-1-1,-1 1 1,1-1-1,0 0 1,0 0-1,11 6 1,-1-3-13,0-1 1,1 0 0,0-1 0,1-1-1,0-1 1,-1 0 0,24 1 0,11-1-734,67-4 1,-57-4-1437,75-14 0,-6-10-6518,-52 9-1840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19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599 266 8185,'27'-57'1551,"-11"27"740,-1-1 1,-1-1 0,-2 0-1,11-49 1,-22 78-1075,-28 28 1359,6 7-1950,2 1-1,0 0 1,3 2 0,-16 44-1,6-17-142,-227 518 843,41 62-8917,140-350 129,63-222 2788,10-16-2539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0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1115 0 11477,'-15'7'612,"10"-5"-263,0 0-1,0 0 1,-1 0-1,2 1 1,-1 0-1,0 0 0,0 0 1,1 0-1,0 1 1,0 0-1,0 0 0,0 0 1,0 0-1,1 1 1,0-1-1,0 1 1,-4 9-1,5-9-123,1 1 0,0-1 0,0 1 0,1-1 0,0 1 1,0-1-1,0 1 0,0-1 0,1 0 0,0 1 0,0-1 0,0 1 0,1-1 0,0 0 0,0 0 0,0 0 0,5 7 1,5 8 483,2 0 1,28 32 0,-5-11 79,81 68 0,56 25-57,-64-52-433,-4 1-447,-4 3 0,-4 6 1,127 151-1,-203-214 4,0 1 1,-2 1-1,-1 1 0,-2 1 1,22 55-1,-33-70 78,0 1-1,-1-1 1,-1 1 0,-1 0 0,-1 0-1,-1 0 1,0 0 0,-1 0-1,-1 0 1,-1 1 0,-1-1 0,-8 29-1,3-25 18,-1-1-1,-1 0 1,-2 0 0,0-1-1,-1 0 1,-1-1-1,0-1 1,-2 0 0,0-1-1,-2-1 1,-32 26 0,-1-5-13,-1-3 0,-1-2 0,-80 35 0,-39 9-123,-330 98 1,-198-18-3226,511-131-12,159-25 1315,0 0-1,-31-4 0,4-9-5380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0.8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0 343 8897,'140'13'6048,"-89"-10"-5090,-1-3 0,1-2 0,74-13 0,147-47-87,-234 51-770,0-1-1,55-28 0,-76 32-80,0-2 1,-1 0-1,0-1 1,0-1-1,-1 0 1,-1-1-1,15-17 1,-26 26-19,0-1 1,0 1 0,0-1 0,0 0 0,-1 0-1,0 0 1,0 0 0,2-8 0,-4 11-4,1 1 1,-1-1-1,1 1 1,-1 0-1,0-1 1,0 1-1,0-1 1,0 1-1,0-1 1,0 1-1,0 0 1,0-1-1,-1 1 1,1-1-1,-1 1 1,1 0-1,-1-1 1,1 1-1,-1 0 1,0-1-1,1 1 1,-1 0-1,0 0 1,0 0-1,0 0 1,0 0-1,0 0 1,0 0-1,0 0 1,-1 0-1,1 0 1,0 1-1,0-1 1,-1 0-1,-1 0 1,-6-1 15,0 1 1,-1 0 0,1 0-1,0 1 1,0 0-1,-1 1 1,1 0 0,0 0-1,-15 4 1,-13 6 67,-35 14-1,30-8-40,-1 1 0,2 2 0,0 2 0,2 2 0,0 1 0,2 2 0,1 2 0,-37 37 0,66-57-42,-1-1 1,1 1-1,0 1 0,1-1 0,0 1 1,0 1-1,1-1 0,1 1 0,-5 13 1,8-19 4,0-1 0,0 1 1,0 0-1,1-1 1,-1 1-1,1 0 0,1-1 1,-1 1-1,0 0 0,1-1 1,0 1-1,0 0 0,1-1 1,-1 1-1,1-1 1,0 0-1,0 0 0,0 1 1,1-1-1,-1-1 0,1 1 1,0 0-1,0-1 1,0 1-1,6 3 0,3 2 3,0-1 1,0-1-1,1 0 0,0 0 0,1-1 1,-1-1-1,1-1 0,24 6 0,11-1-12,61 3 0,-29-9-12,156-12 1,80-33-22,-218 24 110,-1-5 0,-1-3 0,-1-5 0,-2-4 1,103-53-1,-142 59 161,83-60 0,-110 68-61,-1-2 0,0 0-1,-2-2 1,29-36 0,-1-13 542,-94 110-176,20-7-475,0 2 0,2 0 0,2 1 0,1 0 0,-23 66 0,35-83-61,0 0-1,1-1 1,0 1-1,2 0 1,-1 1-1,2-1 1,0 0 0,1 0-1,0 0 1,5 19-1,-5-27-11,1 0-1,0-1 1,1 1-1,-1-1 1,1 0 0,0 0-1,1 0 1,0 0-1,0 0 1,0-1 0,0 0-1,1 0 1,0 0-1,0 0 1,0-1 0,0 0-1,1 0 1,0 0-1,0-1 1,0 1 0,0-2-1,0 1 1,1-1-1,12 3 1,-4-2 4,0-1 0,0-1 0,0-1 0,0 0 0,1-1 0,-1 0 0,0-2 0,0 1 0,-1-2 1,1 0-1,-1-1 0,16-7 0,19-11 475,0-3 0,46-33 0,-24 14 1000,65-36 1228,-134 80-2576,1 18-702,-2-11 243,-1-1-1,0 0 1,0 1 0,0-1 0,-1 1 0,1-1 0,-1 0 0,-1 1 0,1-1-1,-4 8 1,-28 50-5810,16-33 283,3 1-4649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1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29 183 9317,'-4'-97'2240,"4"83"-480,-9-3-192,3 3-316,-1-4-251,4 4-109,19 8-3765,3 4 865,6 19-1808,20 8-2533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1.3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50 10385,'-1'-2'388,"1"1"1,-1 0 0,1 0-1,-1 0 1,1 0-1,-1 0 1,1 0-1,0 0 1,0-1-1,-1 1 1,1 0-1,0 0 1,0 0-1,0-1 1,0 1-1,1 0 1,-1 0-1,0 0 1,0-1-1,1 1 1,-1 0-1,1 0 1,0-1-1,3-18 4734,13 34-3213,-12-8-1742,0-1 0,0 1-1,0 1 1,-1-1-1,1 1 1,-2-1 0,1 1-1,-1 0 1,0 0 0,0 1-1,-1-1 1,0 1-1,2 10 1,-2-5-125,0 1 0,-1 0 0,-1 0-1,0-1 1,0 1 0,-6 25 0,-3-11-283,-1-1 0,-2-1 0,0 0 0,-2 0 0,-30 40 0,-27 35-584,69-98 762,8-5-158,21-5 331,0-1-1,-1-1 1,0-2 0,34-18-1,22-21 322,99-54 602,-132 80-724,-14 5-1,2 2 0,40-14 1,-74 30-307,0 0 1,0 0 0,1 0-1,-1 1 1,0-1-1,0 1 1,0-1 0,1 1-1,-1 0 1,0 0 0,0 1-1,1-1 1,-1 1-1,0 0 1,0-1 0,0 1-1,0 1 1,0-1-1,0 0 1,0 1 0,0-1-1,-1 1 1,1 0 0,0 0-1,-1 0 1,0 0-1,1 1 1,-1-1 0,0 1-1,0-1 1,0 1-1,-1 0 1,4 5 0,0 4-541,-1 1 1,0-1 0,-1 1 0,0 0-1,-1 0 1,0 0 0,-1 18 0,-1-21-131,0 0 0,-1-1-1,0 1 1,-1 0 0,-2 9 0,-21 50-10199,18-48 2879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1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1 561 6941,'57'-126'1464,"-29"74"-292,-2-5-256,-1-3-288,-6 9-400,3 2-392,7 1-416,-4-1-924,1 9-1160,2 11-789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2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17 287 6189,'-2'4'320,"0"-1"0,0 1 0,0 0 0,0 0 0,0 0 1,1 0-1,0 1 0,0-1 0,-1 6 0,2-8-174,0 0 1,0 1-1,1-1 0,-1 0 0,0 0 0,1 0 0,-1 0 0,1 0 1,0 0-1,0 0 0,0 0 0,0 0 0,0 0 0,0 0 0,0-1 1,1 1-1,-1 0 0,1-1 0,1 3 0,9 14 1175,-4-3-942,-2-9-291,0-1 0,1 0 0,0 0 0,0 0 0,0-1 0,1 0 0,0-1 1,-1 1-1,1-2 0,0 1 0,1-1 0,-1 0 0,0-1 0,0 0 0,1 0 0,-1 0 0,1-1 0,11-2 0,12-1 246,0-1 0,1-2 0,43-14 0,-57 15 111,0-2 1,0 0-1,24-14 1,-34 17-290,-1-2 1,0 1-1,0-1 1,-1-1-1,1 1 1,-2-1 0,1 0-1,9-13 1,-9-1 152,-6 13-271,0-1-1,-1 1 1,0 0-1,-1 0 1,0-1 0,0 1-1,-1 0 1,0 0 0,0 0-1,-1 0 1,0 1 0,-1-1-1,1 1 1,-1 0 0,-1 0-1,-6-8 1,-61-72 410,73 84-432,-1 0 0,0 0 0,1 0 0,0 0 0,-1 1 0,1-1 0,0 0-1,1 0 1,1-4 0,0 5-13,0-1 0,0 0 0,0 1 0,0 0 0,0 0 0,1 0 0,-1 0 0,0 0 0,1 1 0,0-1 0,-1 1 0,1 0 0,5-1 0,2-1 11,1 1 0,0 1 1,14-1-1,-21 2-17,1-1 0,-1 1 1,1 0-1,-1 1 0,0 0 0,1-1 0,-1 1 0,0 1 1,0-1-1,0 1 0,0 0 0,0 0 0,0 1 1,0-1-1,-1 1 0,1 0 0,-1 0 0,0 1 0,0-1 1,0 1-1,0 0 0,-1 0 0,0 0 0,1 1 1,-2-1-1,1 1 0,0 0 0,-1 0 0,0-1 0,2 9 1,6 13-28,-6-14 16,0-2 0,1 1 0,0 0 0,9 12 0,-10-18 10,0 0 1,0-1-1,0 0 1,1 0-1,0 0 1,-1 0-1,1-1 1,1 0-1,-1 0 1,0 0-1,10 3 1,-5-2 6,0 0 0,0-1 0,1 0 0,-1-1 0,1 0 1,-1 0-1,16-1 0,20-4 152,-1-1 0,1-3 0,-1-2 0,-1-1 0,0-3 1,0-1-1,74-37 0,-93 39-86,0 2 1,44-14 0,-60 22-57,-1 0 0,0 0 0,0 1 0,1 0 0,-1 1 0,1 0 0,-1 0 0,0 1 0,1 0 0,-1 0 0,0 1 0,0 0-1,10 3 1,-1 4-28,0 0 0,0 0 0,0 2 0,-1 0-1,-1 1 1,0 0 0,-1 1 0,0 1-1,-1 1 1,-1 0 0,21 31 0,-28-37-205,-1 0 0,0 1 0,0 0-1,-1-1 1,0 1 0,-1 0 0,0 1 0,0-1 0,-1 0 0,-1 13 0,0-19-19,-1 1 1,1-1-1,-1 0 1,0 0-1,0 0 1,-1 0-1,1 0 1,-1 0-1,0 0 1,0 0-1,0 0 1,-1-1-1,1 1 1,-4 3-1,-4 3-613,0 0 0,-18 14 0,22-20 661,1 1-128,0-2 0,-1 1 0,1 0 0,-1-1 0,0 0 0,0-1 0,0 1 0,-8 1 0,-23 5-1348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2.1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0 100 6313,'58'-28'1132,"-33"34"28,-3-4 2188,-6-13-2624,0 0-168,-6-1-360,-1-2-636,-3 0-492,1-4-2600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2.4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 6441,'44'-29'-700,"-2"1"-1013,-1 13 669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2.7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810 32 7649,'27'-26'2599,"-22"21"1823,-6 8-2447,-72 187 8304,-36 82-6558,15-41-1599,-272 897-6914,328-999 2472,-34 113-2996,20-82-2213,16-55-2297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23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0 13573,'-48'43'1946,"46"-40"-1739,0 0-1,0-1 1,0 1-1,0 0 1,0 1-1,1-1 1,-1 0-1,1 0 0,0 1 1,0-1-1,1 0 1,-1 1-1,0-1 1,1 1-1,0-1 1,0 1-1,0-1 0,0 1 1,1-1-1,-1 1 1,3 6-1,0-2 38,1 0 0,0 0 0,0 0 0,1 0 0,0-1 0,0 1 0,1-1 0,0 0 0,0-1 0,10 9 0,3 4 92,31 31 163,3-2 0,100 70 0,136 58-961,-270-165 390,58 30-783,158 62-1,127 31-1711,-267-100 1412,182 41 0,-132-49 738,1-6 0,1-7 0,0-6-1,187-16 1,-80-20 1949,-105 9 306,-8 0 443,-137 20-1693,-6-1-486,0-1 1,0 1-1,0 0 0,0 0 0,0 0 0,0 0 0,-1 0 0,1 0 1,-3 0-1,-13-2-16,0 0 1,0 2 0,1 0-1,-1 1 1,0 0-1,0 2 1,-27 5-1,5-2-16,-327 35-916,46-5-2819,2 4-4521,156-14 474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4.0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401 66 5360,'1'-1'184,"0"0"0,1 0 0,-1 0 0,0 0-1,0 0 1,0 0 0,0 0 0,0 0 0,0-1-1,0 1 1,-1 0 0,1-1 0,0 1 0,-1 0-1,1-1 1,-1 1 0,1-1 0,-1 1 0,1-2-1,-1-1 1062,1 0 0,-1 0 0,0 0 0,0 0 0,0 0 0,0 0 0,-2-8 0,-17 31 1120,8-5-1756,0 1 1,0 1-1,2 0 1,-13 28 0,-26 80 1108,32-78-1309,-84 294-19,8-41-5434,28-101-6370,51-152 3930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4.7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55 8529,'2'-11'647,"-1"8"-390,-1 0 1,1 0-1,-1 1 1,1-1-1,0 0 1,0 0-1,0 0 1,0 1-1,1-1 1,-1 0 0,1 1-1,-1 0 1,6-6 6742,7 22-5569,204 243 1108,-25-33-2351,-140-154-557,-4 3 0,-3 2 1,50 111-1,-84-153 81,-1 1 1,-2 0-1,-2 0 1,6 70-1,-13-42 200,0-59 33,-1-7-3,-1-11 76,0 1-1,1 0 1,1-1 0,1 1 0,-1 0 0,2 0-1,0-1 1,1 1 0,1 0 0,6-18 0,9-18-3,35-68 1,-43 96-12,24-47-8,48-72 0,-70 123 38,0-1-1,1 2 1,1 0 0,1 0-1,0 2 1,1 0 0,1 1-1,29-18 1,-42 29-7,-1 1 1,1-1-1,0 1 0,0 0 0,0 1 1,1-1-1,-1 1 0,0 0 1,1 0-1,-1 1 0,0-1 1,1 1-1,-1 1 0,1-1 1,-1 1-1,0 0 0,1 0 0,8 3 1,-8-1-3,-1-1-1,0 1 1,1 1 0,-1-1-1,0 1 1,-1 0 0,1 0 0,-1 0-1,1 1 1,-1 0 0,-1-1 0,1 1-1,-1 1 1,0-1 0,0 0 0,3 8-1,8 24 44,-1 1 0,-2 1-1,-2 0 1,-1 0 0,-2 1-1,1 56 1,-19 246 161,1-167-154,6-96-82,0 68 118,5-127-98,1 1-1,2-1 0,0 0 1,11 39-1,-12-55-16,-1 0 0,1 1 1,0-1-1,0 0 0,0 0 1,1 0-1,-1 0 0,1 0 1,0-1-1,0 1 0,0-1 1,1 0-1,-1 0 0,1 0 1,0 0-1,0-1 0,6 4 1,-4-4-10,0 0 1,0 0 0,1 0-1,-1-1 1,1 0 0,-1-1-1,1 1 1,-1-1 0,1-1-1,-1 1 1,9-2 0,4-3-21,0 0 1,0-1-1,0-1 1,0-1-1,-1 0 1,-1-2-1,21-13 1,93-76-78,-85 62 78,2 1-1,60-32 0,-106 66 40,1 1 0,0-1-1,0 1 1,0 0 0,0 0-1,0 0 1,0 0 0,0 0-1,0 1 1,0 0-1,0-1 1,0 1 0,0 0-1,0 0 1,1 1 0,4 0-1,-6 0 0,1 0-1,-1 0 1,0 1-1,0-1 1,0 1-1,1-1 1,-1 1-1,-1 0 1,1-1-1,0 1 1,0 0-1,-1 0 1,1 0-1,-1 1 1,3 3-1,0 5 7,0 0 0,-1 0 0,0 0 0,0 1 0,-1-1 0,0 21 0,1 34-467,-9 88 1,-7-69-3005,4-48-3611,4-18-1088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4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11693,'0'26'8621,"3"-3"-10957,3 5 479,-6-8-779,0 23-1268,0-26-2693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5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4 126 11205,'-1'-1'197,"1"0"-1,-1 0 1,1 0-1,0 0 1,-1 0 0,1 0-1,0 0 1,0 0-1,0-1 1,0 1-1,0 0 1,0 0 0,0 0-1,0 0 1,1 0-1,-1 0 1,0 0 0,1-1-1,-1 1 1,1-1-1,13-29 1463,-10 23-730,-1 2 48,0-1 1,1 1-1,0 0 1,0 0-1,1 0 1,0 0-1,0 1 0,8-8 1,-11 12-314,10 15 303,-9-9-900,0-1 1,-1 1-1,0 1 0,0-1 1,0 0-1,-1 0 1,0 1-1,0-1 1,0 1-1,-1-1 1,1 9-1,-6 63 151,4-68-209,-12 84-255,9-71-215,0 2 1,1-1-1,1 0 0,2 0 1,0 1-1,1-1 0,9 44 1,-8-59 351,-1 0-7,1 0 0,0-1 0,1 1 0,0-1 0,0 0 0,5 9 0,-6-14 101,-1 0 0,1 0 0,0 0 0,0 0 0,0 0 0,1 0 0,-1-1 1,0 1-1,1-1 0,-1 0 0,1 0 0,-1 0 0,1 0 0,-1 0 1,1 0-1,0-1 0,-1 1 0,1-1 0,0 0 0,0 1 0,4-2 1,17 0-47,-1-1 0,1-1 0,0-1 0,-1-1 1,26-9-1,114-51-75,2 0 48,-136 56 80,-1 2 0,2 1 0,37-4 0,-53 10 3,0-1 1,0 1-1,0 1 1,0 1-1,0 0 1,-1 1 0,1 0-1,-1 1 1,19 7-1,85 40-10,-89-33 75,-21-13-24,-5-5-11,1 0-1,-1 0 1,1 0 0,-1 0 0,1 0-1,-1-1 1,0 1 0,1-1 0,-1 1-1,0-1 1,1 0 0,-1 0 0,0 0 0,3-2-1,-2 1 37,14-6 496,0-2 0,-1 0 0,-1-1 0,24-21 0,-16 13 77,-20 16-527,1 1 1,-1-1-1,1 1 1,-1 0-1,1 0 1,0 0-1,0 1 1,0 0-1,0-1 1,1 1-1,-1 1 1,5-2-1,-7 2-92,0 0 0,-1 0 0,1 0 0,-1 0 0,1 1-1,0-1 1,-1 0 0,1 1 0,-1-1 0,1 1 0,-1 0 0,1-1 0,-1 1-1,1 0 1,-1 0 0,1 0 0,-1 0 0,0 0 0,0 0 0,0 0 0,0 0-1,1 1 1,-1-1 0,-1 0 0,1 1 0,0-1 0,0 0 0,0 1 0,-1-1-1,1 1 1,-1 0 0,1 1 0,3 18-644,-1-1 0,0 0 0,-2 1 0,-2 34-1,-3-10-3818,-2-1-3312,2-15-3262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5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32 12117,'-44'-17'3696,"31"8"-2303,4 3 1087,-1 18-2444,1-1-436,6 9-776,-1 3-572,14 6-3065,-1 16-3788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6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74 11261,'-3'3'2989,"1"-13"-40,3-30 2316,0 13-2477,-10 58-1574,3 19-971,-23 92-1,1 9-1589,24-114 1060,4-32 240,1-3 34,0 0-1,0-1 0,0 1 0,0-1 0,0 1 0,1-1 1,-1 0-1,1 1 0,-1-1 0,1 0 0,-1 0 1,1 0-1,0 0 0,-1 0 0,1-1 0,3 2 1,1-2 4,0 0 1,0 0-1,0 0 1,0 0 0,0-1-1,0 0 1,0-1-1,0 1 1,0-1 0,6-3-1,7-1-8,34-13 16,74-36 0,-90 36-4,2 2 0,0 1-1,1 2 1,42-8 0,-76 21-10,0 0 0,1 0 0,-1 0 0,1 1 0,-1 0 0,9 2 0,-13-2 12,1 1 1,-1-1 0,0 1-1,0 0 1,1 0 0,-1 0 0,0 0-1,0 0 1,0 1 0,0-1 0,0 1-1,0-1 1,-1 1 0,1-1 0,0 1-1,-1 0 1,1 0 0,1 4 0,-2-4-37,13 4 152,-10-5-88,1-1-1,0 1 1,0-1-1,-1 0 1,1 0 0,0 0-1,0 0 1,-1-1-1,1 0 1,0 0-1,-1 0 1,1-1-1,-1 0 1,1 1-1,-1-2 1,0 1 0,5-4-1,38-13 601,-28 15-333,1 0-1,31-2 1,-42 5-238,0 2 0,0-1 0,0 1 0,1 1 0,-1 0 0,0 0 0,0 0 0,9 5 0,7 5-437,0 2 0,36 25 0,14 9-962,-72-46 1324,0-1 1,1 0-1,-1 0 0,0 0 0,0 0 1,1 0-1,-1-1 0,0 1 0,1-1 1,-1 0-1,0 0 0,1-1 0,-1 1 1,0 0-1,1-1 0,-1 0 0,0 0 1,4-1-1,5-4 123,0 1-1,0-2 1,14-10 0,14-7 649,-17 14-353,-13 4-188,1 1 0,0 0 0,0 1 0,0 1 0,13-3 0,-21 5-181,0 1 0,0-1 1,0 1-1,0 0 0,0 1 1,0-1-1,0 0 0,0 1 1,0 0-1,0-1 0,0 1 1,0 1-1,0-1 1,-1 0-1,1 0 0,0 1 1,-1 0-1,0-1 0,1 1 1,-1 0-1,0 0 0,0 1 1,0-1-1,0 0 0,2 3 1,4 6-485,0 0 0,-1 0 1,0 0-1,-1 1 1,0 0-1,-1 1 1,-1-1-1,1 1 0,2 18 1,0-9-1773,-4-19-1419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6.3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19 137 7461,'-16'-71'2128,"13"48"-404,13 0-236,-1 3 2845,-6 34-4797,4 4-513,-4 4-347,0 1-832,0 6-1412,7 14-2093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7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9 815 5841,'4'-15'3891,"3"-6"4575,-2 8-5771,-10 27-2292,-3 4-69,7 26-109,-7 51 1,7-92-221,1 0 1,-1 0-1,1 0 1,0 0-1,0 1 1,0-1-1,0 0 1,0 0-1,1 0 1,-1 0-1,1 0 1,0 0-1,0 0 1,0 0-1,0-1 1,1 1-1,-1 0 1,1 0-1,-1-1 1,1 1 0,3 2-1,-2-3-3,0 0 0,0 1 0,1-1-1,-1-1 1,1 1 0,-1-1 0,1 1 0,0-1 0,-1 0-1,1 0 1,0 0 0,0-1 0,0 0 0,0 1 0,4-2-1,25 0 11,-1-2-1,1-1 0,-1-2 1,0-1-1,0-2 0,-1-1 1,0-1-1,51-27 0,-67 30 55,1 1 0,0 1 0,23-6 0,-32 10-52,0 1 0,0 0-1,0 1 1,0-1-1,0 1 1,0 1 0,0-1-1,0 1 1,0 0 0,0 1-1,9 3 1,16 8 17,33 20 0,-47-22-30,0-2 0,0 0-1,1-1 1,0-1 0,1-1 0,32 7 0,-20-12-62,0-1 0,0-1 0,0-2 1,53-11-1,-78 13-62,0-1 0,0-1-1,0 1 1,12-7 0,-8 4 145,-9 4-44,24-30 99,-24 27-53,6-7 14,-6 8-21,-2 1 5,1 0-115,-1 0 0,1 0 0,0 0 0,0 0 0,-1 0 0,1 1 0,1-1-1,-1 0 1,0 1 0,0-1 0,0 0 0,1 1 0,-1 0 0,1-1 0,-1 1 0,1 0-1,0 0 1,-1 0 0,1 0 0,0 0 0,0 0 0,2-1 0,0 0 72,0 0 1,0 0-1,0 0 1,0-1-1,-1 1 1,6-6-1,9-12 174,-1 0-1,-1-2 1,-1 0-1,0-1 0,-2 0 1,11-26-1,49-154 944,-30 77-772,-18 46 428,20-108 1,-30 119 117,-11 50-427,-4 15 12,-1 6-37,-8 17-249,1-1 1,0 1-1,2 1 0,-8 35 1,-8 87-1377,17-96 587,-13 76-1611,-7 64-2794,15-60-1839,9-43-1032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37.7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92 11725,'-16'-20'2364,"19"0"-108,-12 9-123,2-1 1375,-5 4-2204,-1-1 292,26 1-6708,-1 5 2172,14 3-10910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2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235 236 6137,'23'-33'1800,"-13"16"-120,1 1-1,1 0 1,1 1-1,22-22 1,-25 29-897,-2 0 0,1-1 0,-1 0 0,-1 0 0,9-13 0,11-15 1118,-40 73-1103,9-21-637,-73 241 863,1-5-581,19-56-405,15-59-170,-41 121-892,55-169 670,19-57 175,-15 37 0,22-63 156,0 0 0,1 1 0,-1-1 0,1 0-1,0 8 1,0-4 9,1-9 12,1 1 0,-1-1 0,1 1 0,-1-1 0,1 0 0,0 1 0,-1-1 0,1 0 0,0 1-1,-1-1 1,1 0 0,0 0 0,-1 0 0,1 0 0,0 0 0,0 0 0,-1 0 0,1 0-1,0 0 1,0 0 0,1 0-4,3 0 5,0 1-1,0-2 0,0 1 1,-1-1-1,1 1 0,0-1 0,0-1 1,-1 1-1,1-1 0,7-3 1,50-30 43,-47 26-22,30-19-14,13-10 68,2 4-1,109-46 1,-162 78-42,0 1 0,0-1 0,-1 2 0,1-1 0,0 1 0,0 0 0,0 0 0,0 1 0,0 0 0,0 0 0,0 0 0,0 1 0,0 0 0,-1 1 0,1-1 0,-1 1 0,0 1 0,0-1 0,0 1 0,0 0 0,10 9 0,-2 2 24,-1 1 1,0 0 0,-1 1-1,-1 1 1,-1-1 0,0 2 0,12 32-1,10 18 34,-28-62-78,-1 0 0,1 0 0,1 0 0,-1 0-1,1-1 1,0 0 0,1 0 0,-1 0 0,1-1 0,8 6 0,-10-9-12,1 1 0,0-1 1,-1 0-1,1-1 0,0 1 0,0-1 1,0 0-1,0 0 0,0-1 0,0 1 1,0-1-1,0 0 0,0-1 0,1 1 1,-1-1-1,0 0 0,9-3 0,70-17-255,171-21 0,-92 41 54,79 1 213,-217-3 4,0-2 0,26-7 0,17-3-84,-46 12 118,-13 2-65,-1 0 0,1 0 0,0 1 0,-1 0 0,1 0 0,0 1-1,9 2 1,51 13-178,48 10-379,-101-24 501,0 0 1,0-2 0,1 0-1,-1 0 1,23-4 0,-34 3 50,3 0 14,0-1 1,1 1-1,-1-1 0,0-1 0,0 0 0,-1 0 0,1 0 0,0-1 1,10-7-1,-10 7-4,1 0 0,0 0-1,-1 1 1,1 0 0,1 0 0,14-2 0,-10 4 6,1 0 0,0 0-1,0 2 1,23 3 0,21 0 32,-23-5-129,-24 0 58,1 0 1,-1 2 0,1-1-1,16 5 1,-18-3 37,0 1 0,0 0 0,0 1-1,-1 0 1,0 0 0,20 13 0,-8-5-14,46 19 1,-58-27 28,3 1-8,1-2 0,-1 0 0,1 0-1,0-2 1,0 1 0,0-2 0,-1 0-1,1 0 1,20-4 0,-17-1-30,-1-1 0,0 0-1,0-1 1,-1 0 0,0-1 0,0-1 0,15-12 0,-15 11-45,86-67-604,-74 53 371,2 2 0,49-30 1,-58 41 110,-1 0 0,35-29 1,-52 39 149,-31 35-557,5 6-307,23-37 801,119 11-272,-103-14 366,0 1 1,-1 0-1,22 5 0,-31-4-16,0-1 0,1 0 0,-1 0 1,1 0-1,0-1 0,-1 0 0,1 0 0,-1 0 0,12-3 0,2 1-43,-5 0 7,-1 1 1,1-2 0,-1 1-1,0-2 1,24-9 0,-19 6 9,0 1 0,23-4 0,-33 9 62,-1 1 0,1 1 0,-1-1 0,1 1 1,-1 0-1,0 1 0,1 0 0,6 2 0,58 26-93,-23-4 216,-13-7-821,40 15 0,-62-29 498,1-1 1,0 0-1,0-1 0,0 0 0,0-1 0,20 0 1,77-4 83,48 1-565,-52 8-4446,-46 0-342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2.6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3 5416,'-19'-3'941,"6"12"-497,-2-4-828,2-10-3049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3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565 1 11749,'-44'31'2572,"19"1"269,6 5-197,-4 3-416,7-9-80,-3 4-268,-6 13-367,-7 4-297,-3-1-212,7 3-228,-4 9-316,-3-3-544,-3 0-584,6 3-796,-9 0-493,3-6-959,-3 6-4124,-1 5-6878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4.5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2 364 5036,'-1'-23'723,"1"1"0,1-1-1,0 1 1,2-1-1,1 1 1,8-29-1,9-2 1804,-14 37-845,0 0 1,-1-1-1,3-18 1,-6 20 1883,1-8-2311,-1 21-1339,0 11 456,-3-6-512,1 0-1,-1 0 1,0 0 0,0 0 0,0 0 0,-1 0-1,1 0 1,-2 3 0,1-3-170,1 0 1,-1-1-1,1 1 0,0 0 1,-1 0-1,1-1 1,0 1-1,1 0 0,-1 0 1,0-1-1,1 1 1,0 0-1,-1 0 1,1-1-1,1 4 0,16 28-5534,1-8-3536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5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312 1 13257,'0'0'6599,"-2"2"-5164,-15 19 144,2 1 0,-26 46 0,24-38-1001,-25 35-1,-9 0-197,-63 60-1,102-108-368,12-17-11,0 0 1,0 0 0,0 0-1,0 1 1,0-1 0,0 0-1,0 0 1,0 0 0,0 0-1,1 1 1,-1-1 0,0 0-1,0 0 1,0 0 0,0 0-1,0 0 1,1 1 0,-1-1-1,0 0 1,0 0 0,0 0-1,0 0 1,1 0-1,-1 0 1,0 0 0,0 0-1,0 0 1,1 0 0,-1 1-1,0-1 1,0 0 0,0 0-1,1 0 1,-1 0 0,0-1-1,0 1 1,0 0 0,1 0-1,-1 0 1,0 0 0,0 0-1,1 0 1,33-11 46,-29 9-48,27-9-5,0 1 1,0 1-1,1 2 0,0 1 0,1 2 0,-1 1 0,1 2 1,-1 1-1,1 2 0,-1 1 0,53 11 0,136 34-479,-190-40 173,1-2-1,0-1 1,1-1 0,-1-2 0,1-2-1,-1-1 1,0-1 0,1-2 0,45-12 0,-15-2 330,-2-2 1,0-3-1,103-56 1,11 2 2274,-171 75-2214,0 0 19,1 0 0,0 1 0,-1-1 0,1 1 0,0 0 0,0 0 0,0 1 0,0 0 0,0 0 0,0 0 0,0 1 0,-1 0 0,1 0 0,0 0 0,0 1 0,-1 0 0,1 0 1,-1 0-1,1 1 0,-1 0 0,0 0 0,9 7 0,-1 1-37,0 1 0,-1 0 0,-1 1 0,0 0 0,-1 1 1,13 22-1,-4-8-1189,38 43 0,-1-1-1769,22 25-3829,-76-93 6120,1-1 268,0 0 360,-1 0 1,1-1-1,-1 1 0,1-1 1,-1 0-1,1 0 0,0 0 1,-1 0-1,1 0 0,-1 0 0,1-1 1,-1 1-1,1-1 0,4-2 1,32-22 1472,-25 14-1031,0 2-164,0 0 0,0 2-1,0-1 1,1 2-1,30-9 1,82-14-31,-97 24-262,182-20-1452,-125 17 998,-37-3 362,-25 3 1300,8 25-444,-2 1-795,-4-10-767,0 0 0,0-2 0,1-1 1,0-2-1,0 0 0,33-2 0,171-21-1052,-172 13 1576,-20 2-751,-1-1 1,69-22 0,-63 15-2077,5 3-1139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6.3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24 4248,'-1'-1'61,"1"1"0,0-1-1,0 1 1,-1 0-1,1-1 1,0 1 0,0-1-1,0 1 1,-1-1-1,1 0 1,0 1 0,0-1-1,0 1 1,0-1-1,0 1 1,0-1 0,0 1-1,0-1 1,0 1-1,1-1 1,-1 1 0,0-1-1,0 1 1,0-1-1,1 1 1,-1-1 0,0 1-1,0-1 1,1 1-1,-1-1 1,0 1 0,1 0-1,0-1 1,16-4 1425,-14 4-1347,0 1 1695,-9 6-1278,-3 2-41,0 1 0,0 0-1,1 0 1,0 1-1,1 0 1,0 1-1,1 0 1,0 0 0,-5 12-1,8-16-298,1 0-1,0 0 1,0 1 0,0-1 0,1 0-1,1 1 1,-1 12 0,2-16-153,-1 0 0,1 0 0,0 0 1,1 0-1,-1-1 0,0 1 0,1-1 1,0 1-1,0-1 0,0 1 0,0-1 1,1 0-1,-1 0 0,1 0 0,0-1 1,4 5-1,2-1 35,0 1 1,1-1-1,-1 0 0,1-1 1,0 0-1,19 6 0,69 14 236,-93-24-319,336 50 378,6-25-124,-155-13-44,483 36 606,1579 131 378,1330 202-2600,-3327-352 888,440 41-1497,-683-70 1829,13 2-531,0-1-1,0-2 1,0-1 0,0-1-1,32-7 1,-41 3-1155,-18 5 1702,0 1 0,0-1-1,0 0 1,0 1 0,0-1-1,0 0 1,0 1 0,-1-1 0,1 1-1,0-1 1,0 0 0,-1 1-1,1-1 1,0 1 0,-1-1-1,1 1 1,0-1 0,-1 1 0,1-1-1,-1 1 1,1-1 0,-1 1-1,0-1 1,-13-14-5233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6.6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7701,'3'-10'795,"0"-1"310,-2 1 4830,19 18-3355,36 6-1746,1-3 1,72 5-1,-8-1-455,475 87-2706,-150-23-6276,-280-53 1519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9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36 167 4952,'-1'-5'207,"1"1"-1,0-1 0,-1 0 0,2 1 1,-1-1-1,1 0 0,-1 1 0,1-1 0,1 0 1,-1 1-1,1 0 0,-1-1 0,1 1 1,0 0-1,4-5 0,-4 6 878,-2-1-696,0 1 1,1-1 0,-1 1-1,1 0 1,0-1 0,0 1-1,0-1 1,1 1-1,-1 0 1,1 0 0,0 0-1,-1 0 1,2 0 0,-1 0-1,0 0 1,6-5 5260,-9 6-4985,-2-9-515,-2-1 2430,5 11-2521,-1 1-1,1 0 1,0 0-1,-1 0 0,1 0 1,-1 0-1,1-1 1,0 1-1,-1 0 0,1 0 1,0 0-1,-1 0 0,1 0 1,-1 0-1,1 0 1,0 0-1,-1 0 0,1 1 1,-1-1-1,1 0 0,0 0 1,-1 0-1,1 0 1,0 0-1,-1 1 0,1-1 1,0 0-1,-1 0 1,1 1-1,0-1 0,0 0 1,-1 0-1,1 1 0,-1 0 28,-1 1 0,1-1-1,0 1 1,0-1 0,0 1-1,0-1 1,1 1-1,-1 0 1,0-1 0,1 1-1,-1 0 1,1 0 0,0-1-1,-1 1 1,1 0 0,0 2-1,1 34 488,0-24-301,4 172 2007,-1 64-1297,-24 9-1831,-2 34-3215,14-132 341,0 24-3769,6-136 2436,2-8-2857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49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663 62 8225,'-46'-47'5212,"45"46"-5043,0-1 0,-1 1 1,1 0-1,-1 0 0,1 0 0,-1 0 1,0 0-1,1 0 0,-1 0 1,0 1-1,0-1 0,0 0 1,1 1-1,-1 0 0,0-1 1,0 1-1,0 0 0,0 0 1,0 0-1,0 0 0,0 0 0,0 1 1,0-1-1,1 0 0,-1 1 1,0 0-1,-2 0 0,-1 1 97,0 1-1,0-1 1,0 1-1,0 0 0,0 0 1,1 0-1,-8 8 1,2 0 150,0 0 0,1 1 0,1 0 1,0 0-1,0 1 0,2 0 1,-1 0-1,-7 26 0,8-17-52,1-1 0,1 1 0,1 0 0,1 0 0,1 30 0,4-10-95,2 0 0,1 0 0,2 0 0,2-1 0,26 68 0,-10-47-93,3-1-1,64 99 1,92 100-804,17 27-776,-170-235 1035,-3 1 0,-2 1 0,36 102 0,-58-139 328,-1-1 1,0 1 0,-1-1 0,-1 1 0,-1 0 0,0 0 0,-1 0 0,-1 0-1,0 0 1,-1 0 0,-1 0 0,-1 0 0,0-1 0,-2 0 0,1 0 0,-2 0 0,0 0-1,-1-1 1,0-1 0,-2 1 0,-11 13 0,-1 0 18,-1-1 1,-2-1 0,-1-2-1,0 0 1,-2-2 0,-37 23-1,1-6-68,-133 58-1,125-67-230,-119 33-1,162-55-146,0-2 0,0-1 0,0-1 0,0-2 0,-1-1 0,1-1 0,-42-6-1,65 5 127,0 0 0,0-1 0,0 0-1,0 0 1,0 0 0,1-1-1,-1 0 1,0 0 0,1 0 0,0-1-1,0 1 1,-6-7 0,10 9 85,-1 0 1,1 0 0,1-1 0,-1 1-1,0 0 1,0 0 0,0 0 0,1-1-1,-1 1 1,0 0 0,1 0 0,-1-1-1,1 1 1,0-1 0,-1 1 0,1 0 0,0-3-1,8-35-6959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50.5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716 352 8533,'-28'-63'5656,"27"62"-5546,1 0 0,-1-1 0,1 1 0,-1 0 0,0 0 1,0 0-1,1 0 0,-1 0 0,0 0 0,0 0 0,0 0 1,0 0-1,0 0 0,0 0 0,0 0 0,-1 1 0,1-1 1,0 0-1,0 1 0,-1-1 0,1 1 0,0 0 1,0-1-1,-3 1 0,-1-1 97,1 1-1,-1 0 1,0 1 0,1-1-1,-1 1 1,1 0 0,-8 2 0,-2 2 119,1 0 1,0 1 0,-23 14 0,-22 22 334,-68 65 0,28-22-572,-60 35-856,130-98 630,21-16 111,-1 0 0,1-1 0,-1 0 1,-9 4-1,15-7 17,0 0 0,0 0 0,0 0 0,0 0 1,1 0-1,-1 0 0,1 1 0,-1-1 0,-1 4 0,0-1 13,2-2 8,0 0 0,1-1 1,-1 1-1,1 0 0,-1 0 0,1-1 0,0 1 0,0 0 0,1 0 1,-1 0-1,0-1 0,1 1 0,1 5 0,-1-7-16,0 1 0,0-1-1,0 0 1,0 0 0,0 1-1,1-1 1,-1 0 0,0 0 0,1 0-1,-1 0 1,0 0 0,1-1-1,-1 1 1,1 0 0,0-1 0,-1 1-1,3 0 1,31 5-32,-32-6 51,20 1 15,0 0 1,0-2 0,0-1 0,0-1 0,0 0 0,28-9-1,134-51-35,-152 50-58,58-23-423,-1-3 0,144-89-1,-185 97 315,-2-3 0,-1-1 0,-2-3 0,-2-1 0,73-88 0,46-71 917,-160 197-711,0 0-1,0 0 0,-1 0 0,1 0 1,0 0-1,0 0 0,0 1 1,1-1-1,-1 0 0,0 0 0,0 1 1,0-1-1,0 1 0,1-1 0,-1 1 1,0 0-1,0-1 0,1 1 1,-1 0-1,0 0 0,1 0 0,-1 0 1,0 0-1,1 0 0,-1 0 0,0 0 1,1 0-1,-1 1 0,0-1 1,1 1-1,-1-1 0,0 1 0,0-1 1,0 1-1,0 0 0,1-1 0,0 3 1,1-1 9,0 1 1,0 0 0,0 0 0,-1 1 0,0-1-1,1 0 1,-1 1 0,0-1 0,-1 1-1,1 0 1,1 4 0,7 36 143,-1 1 1,-3-1-1,1 47 1,-8 137-3220,0-210 1967,0 1 0,1-1 1,1 1-1,1-1 0,0 1 1,7 22-1,-8-38-42,5 23-451,-10-39 1836,1-1-1,1 1 1,1-1-1,0 0 1,0 1-1,1-1 1,1 0-1,0 1 1,1-1-1,1 1 1,0-1-1,9-23 1,-9 31-205,0 0 0,1 0 1,0 0-1,0 1 1,0-1-1,1 1 0,-1 0 1,1 0-1,0 0 0,1 1 1,-1 0-1,1 0 0,0 0 1,0 1-1,0 0 0,0 0 1,12-4-1,2 1-18,0 1 0,1 0 1,-1 2-1,36-2 0,-54 5-54,79-3 1101,0-4 1,119-25-1,-193 30-852,49-9 2026,-56 34-1920,-1-16-296,0 1-1,0 0 1,-1 0 0,0-1 0,-5 14 0,4-14-34,0 1 0,1 0 0,0 0 0,0-1 0,-1 16 0,6-20-39,0-1-1,0 1 1,0-1-1,1 0 1,-1 0-1,0 0 1,1-1-1,7 3 1,9 1 14,0-1 1,1-1 0,35 0 0,5 1-724,-12-1-678,-1-1 0,0-2 0,49-8 0,6-6-4161,-47 5 573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50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1 281 9469,'2'0'111,"4"1"386,0 0 1,0-1 0,0 1-1,0-1 1,0-1-1,0 1 1,0-1 0,0 0-1,8-3 1,8 0 1376,0 1 0,42-1 0,-39 3-1584,-1-1-1,41-7 1,120-44-535,-133 37 14,151-49-1822,-5-10-3286,-133 51 1296,7 4-2109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5.8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168 418 9629,'66'-66'2239,"-31"40"534,-34 25-2596,1 0 0,-1 0 0,0 0 0,1 0 0,-1 0 1,0 0-1,0 0 0,0 0 0,0 0 0,0 0 1,0-1-1,0 1 0,0 0 0,0-1 0,-1 1 0,1-1 1,0 1-1,0-3 0,-1-11 7017,-11 22-3433,0 2-4970,-4 6 1495,1 0-1,0 1 0,1 0 1,1 1-1,-20 36 0,7-4 175,-21 58 0,25-54-316,3 0 0,2 1-1,2 1 1,-10 94-1,22-126-105,2 0 0,0 0 0,2 1-1,1-1 1,10 44 0,-7-51-10,-1 1 1,2-1-1,0 0 0,1-1 1,1 1-1,0-2 1,1 1-1,22 23 1,-19-24-15,1-1 1,0-1 0,1 0 0,0-1 0,1 0 0,0-2 0,1 0 0,0 0 0,31 9-1,-39-14-12,1-2 0,0 1 0,0-1-1,1-1 1,-1 0 0,0 0 0,0-1-1,0 0 1,1-1 0,-1 0 0,0-1 0,0 0-1,0 0 1,0-1 0,-1-1 0,1 0-1,-1 0 1,1 0 0,13-10 0,-9 2-5,0 0 0,-1-1 0,-1-1 0,0 0 0,0 0 0,-2-1 1,0-1-1,0 0 0,-2 0 0,0 0 0,8-26 0,-1-2-96,-3-1 0,-1 0-1,6-67 1,-12 61-53,-3-1 0,-3 1 0,-1-1 1,-3 1-1,-11-51 0,-1 25-603,-3 1 0,-49-116 1,58 167 398,0 1 0,-2 0 0,-1 1 0,-17-22-1,23 35 55,1 1 0,-2-1 0,1 2 0,-1-1 0,-1 1 0,1 1 0,-1-1 0,-1 2 0,1-1 0,-20-7-1,27 13 136,1 0-1,-1 1 0,0-1 0,0 1 0,0 0 0,1-1 0,-1 1 1,0 1-1,0-1 0,0 0 0,1 1 0,-1-1 0,0 1 0,1 0 1,-1 0-1,0 0 0,1 0 0,-1 0 0,1 1 0,-1-1 0,1 1 1,-3 2-1,1-1-135,1 0 1,0 0-1,0 1 0,0-1 1,1 0-1,-1 1 1,1 0-1,0 0 1,0 0-1,0 0 1,0 0-1,-1 7 0,-2 29-4461,2 7-2753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6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137 152 8289,'41'-106'5824,"-23"63"248,-17 40-4542,-4 5-1434,0 0-1,1 0 1,-1 0-1,0 1 0,1-1 1,0 1-1,0-1 1,-3 5-1,-1 3-21,0-1-1,1 1 1,-6 17-1,-10 21 82,5-19-149,2 1 0,1 1 0,1 0 1,1 1-1,-11 62 0,6-22-276,11-55 194,0 0 1,2 1-1,0-1 1,0 21-1,3-37 72,0 1 0,1 0-1,-1 0 1,0 0 0,1 0 0,0-1-1,-1 1 1,1 0 0,0 0 0,0-1 0,0 1-1,0-1 1,0 1 0,0-1 0,0 1-1,1-1 1,-1 0 0,0 1 0,1-1-1,-1 0 1,1 0 0,0 0 0,-1 0 0,1 0-1,0 0 1,-1-1 0,1 1 0,0-1-1,3 1 1,8 2-14,0 0 0,0-1 1,19 0-1,9 2-1,-10 1 28,0-1 0,0-1-1,0-1 1,1-2 0,44-6-1,-52 3-5,1-1-1,-1-1 0,0-1 0,-1-1 0,0-1 1,0-2-1,0 0 0,-1-1 0,37-25 0,-35 18 55,-1-1-1,0-1 0,-2-1 0,0-1 1,-2 0-1,0-2 0,28-47 0,98-221 4688,-144 290-4374,-3 6 20,-13 29-339,2 0-1,1 0 1,2 1 0,1 1 0,-7 63 0,10-26-3349,6 137 0,2-135 73,1 12-4456,2-40-361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6.4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0 126 7641,'41'-74'2040,"-6"57"-396,-6 0-572,3 5-48,6 6-192,13 6-416,3 0-576,12 0-544,4 3-472,3 6-2504,0-3-2285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3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433 596 6357,'3'-26'819,"-1"0"1,-2 1-1,0-1 1,-7-45-1,3 33 59,0-95 1699,-1-3 394,-2 27 660,7 108-3606,0 1 0,-1 0 0,1 0 0,0-1 0,0 1 0,0 0 0,0 0-1,0-1 1,0 1 0,0 0 0,-1 0 0,1 0 0,0-1 0,0 1 0,0 0 0,-1 0 0,1 0-1,0 0 1,0-1 0,-1 1 0,1 0 0,0 0 0,0 0 0,-1 0 0,1 0 0,0 0 0,0 0-1,-1 0 1,1 0 0,0 0 0,0 0 0,-1 0 0,1 0 0,0 0 0,0 0 0,-1 0 0,1 0-1,0 0 1,0 0 0,-1 0 0,1 0 0,0 0 0,-1 1 0,-10 3 343,6-1-242,1 0 0,0 0-1,0 1 1,1-1-1,-1 1 1,1 0 0,-1 0-1,1 0 1,1 0-1,-1 1 1,-2 5 0,-24 62 921,17-37-573,-60 154 619,9 4 0,8 2 1,-41 279-1,85-396-989,5 1 0,5 123 0,3-168-122,1 0 1,2 0-1,2-1 1,1 0-1,1 0 1,2-1-1,1 0 0,25 46 1,-27-61-226,1-1 1,1 0-1,1-1 1,0 0 0,1-1-1,0 0 1,2-2-1,-1 1 1,1-2-1,1 0 1,0-1 0,0-1-1,1 0 1,29 9-1,-45-17 150,1 0-1,0-1 0,0 1 1,0-1-1,0 1 1,-1-1-1,1 0 0,0 0 1,0 0-1,0 0 0,0-1 1,0 1-1,0-1 0,2-1 1,-3 1 38,0 1 0,-1-1-1,1 0 1,-1 0 0,0 0 0,1 0 0,-1-1 0,0 1 0,1 0 0,-1-1 0,0 1 0,0 0 0,0-1 0,0 1-1,-1-1 1,1 1 0,0-1 0,-1 0 0,1 1 0,-1-1 0,1 0 0,-1-2 0,2-23-212,-2 0-1,-1 1 1,-1-1 0,-1 1 0,-8-32-1,-6-59-10,16 102 321,0 0 0,2 0 0,-1 0-1,2 0 1,6-26 0,-6 33-1,1 0 0,0 0 1,0 0-1,1 0 0,0 0 0,1 1 0,0 0 0,0 0 1,0 0-1,1 1 0,10-10 0,-6 8 32,0 0 1,1 1-1,0 0 0,0 1 0,0 0 0,1 1 0,15-5 0,-6 4 85,-1 1-1,0 1 0,1 1 1,0 1-1,0 1 0,0 0 1,0 2-1,-1 0 1,31 7-1,-25-2 29,0 1 1,0 1 0,-1 2-1,0 0 1,-1 2-1,0 0 1,-1 2-1,0 1 1,-2 0-1,1 2 1,31 32-1,-37-32-146,-1 1-1,0 1 0,-2 0 0,0 1 1,-1 0-1,-1 1 0,-1 0 1,0 1-1,-2 0 0,-1 1 0,-1 0 1,0 0-1,3 37 0,-7-18-907,-1 0 0,-3 0 0,-1 0 0,-1 0 0,-3-1 0,-23 79 0,-10 14-7794,16-73-720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3.7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725 1 8105,'-30'0'1036,"5"-1"1690,-51 6-1,46-1-2011,0 2 0,0 2 1,0 0-1,1 2 0,-33 16 0,49-20-563,-18 9 295,0 1 0,-40 28 1,47-25-265,0 0 1,1 2 0,1 0 0,-33 42 0,43-47-121,1 0 1,1 0-1,0 1 1,2 0-1,-1 0 1,2 1-1,1 0 1,-8 35-1,13-50-51,1 0-1,0 1 1,0-1-1,0 0 1,0 0-1,0 0 0,1 0 1,-1 1-1,1-1 1,0 0-1,0 0 1,0 0-1,0 0 1,1 0-1,-1-1 0,3 4 1,2 3 53,1-1 0,0 0 0,14 11 0,16 19 46,0 13-1544,38 71 1,-46-74-2164,-27-44 2919,0-1 0,0 0 0,1 0 1,0 0-1,-1 0 0,1 0 0,1-1 0,-1 1 0,3 1 1,-5-3 607,28 20-6021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4.5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9 709 11061,'0'0'100,"-1"0"0,0 0-1,1 1 1,-1-1 0,1 0 0,-1 1 0,1-1 0,0 1-1,-1-1 1,1 1 0,-1-1 0,1 0 0,0 1 0,-1-1-1,1 1 1,0 0 0,0-1 0,-1 1 0,1-1 0,0 1-1,0-1 1,0 1 0,0 0 0,0-1 0,0 1 0,0-1-1,0 1 1,0 0 0,0 0 0,12 14 4029,2-1-2585,40 63 286,52 95 0,-79-116-1736,-2 1-1,29 99 0,-44-125-137,-2-1-34,-1 1 0,-1 0 0,-2 0 0,-1 1 0,-1 50 0,-2-78 104,4-28 193,6-5-169,1 0 0,1 1 0,2 1 1,0 0-1,25-33 0,12-8-1096,2 2-1,108-101 1,-104 113-96,3 4 0,3 1-1,1 4 1,71-38 0,290-129-1507,-97 53 4486,-303 146-1483,14-7 1550,53-36 0,-89 53-1244,-3 2-612,-1-1 1,0 0-1,0 1 0,-1-1 1,1 1-1,0-1 0,0 1 1,-1 0-1,1-1 0,-1 1 1,1 0-1,-1 0 0,0 0 1,1 0-1,-3-1 0,-18 7 47,-1 1-1,1 1 0,-21 10 1,18-8 70,21-12 406,8-7-326,23-23 133,-26 32-346,13-22 58,-6 11-67,21-49 642,30-92-1,-79 173 271,-9 12-144,3 2 0,-35 54 1,-36 83 602,-109 277 315,135-284-1408,37-89-183,-247 618 63,261-636-215,3 2 0,2 0 0,3 1 0,-7 87 0,19-132 24,1 0 0,0 0 0,4 16 0,-5-29 8,1 0 0,-1 0 0,1 0 0,-1 0 0,1 0 0,0 0 0,0 0 0,0 0 0,0-1 0,0 1 0,0 0 0,0 0 0,0-1 0,1 1 0,-1-1 0,1 1 0,-1-1 0,1 0 0,0 0 0,-1 1 0,1-1-1,0 0 1,0 0 0,0-1 0,0 1 0,0 0 0,0-1 0,0 1 0,0-1 0,0 1 0,0-1 0,0 0 0,0 0 0,0 0 0,0 0 0,3-1 0,1 0-1,0 0-1,0-1 1,0 1 0,0-1-1,-1-1 1,1 1 0,0-1-1,-1 0 1,0 0 0,9-7-1,0-2-92,0-1-1,-1-1 1,-1 0-1,0 0 1,-1-1-1,0-1 1,-1 0-1,-1 0 1,0-1-1,-2 0 1,0-1-1,-1 1 1,0-1-1,-2-1 1,0 1-1,-1-1 1,-1 1-1,0-1 1,-2-27-1,-1 36-320,0 0-1,0 0 0,-1 0 0,0 0 1,0 0-1,-1 0 0,-1 1 1,0 0-1,0-1 0,-1 1 1,0 0-1,-8-10 0,11 17-134,0 0-1,0 0 1,1 0 0,-1 0-1,1 0 1,-1 0-1,1 0 1,0 0-1,0 0 1,0-1 0,0 1-1,0-1 1,1 1-1,-1 0 1,1-1-1,-1 1 1,1-1 0,0-2-1,12-10-8144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5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375 0 10773,'-22'4'609,"-14"2"802,1 1 1,1 2-1,-59 23 1,84-28-1242,0 1 0,0 0 0,0 0 0,1 1 0,-1 0 0,1 1 1,1-1-1,-1 2 0,1-1 0,0 1 0,1 0 0,0 0 0,0 1 0,1 0 0,0 0 1,0 0-1,-5 17 0,5-12-156,1 0 0,0-1 0,1 1 1,1 1-1,0-1 0,1 0 0,0 0 0,1 1 0,1-1 1,5 28-1,-5-39-22,0 0 0,0 0 0,1 0 0,-1 0 0,1-1 0,0 1 1,0 0-1,0-1 0,0 1 0,0-1 0,1 0 0,-1 0 0,1 0 0,-1 0 0,1 0 0,0 0 0,0-1 1,0 0-1,0 1 0,0-1 0,5 1 0,8 3 33,0-2-1,33 4 1,-37-6 5,52 9 227,73 21-1,32 6-18,-147-33-211,-1-2 0,1-1 0,0 0 0,0-2 0,0 0 0,-1-2 0,1 0 0,-1-2 0,0 0 0,24-9 0,-15 2 129,-1-1 1,0-2-1,31-21 1,-46 26-104,1-1 1,-2 0-1,1-1 1,-2-1-1,0 0 1,0 0-1,13-21 1,-23 30-57,0 0 1,0 0-1,0 0 0,-1 0 1,1 0-1,-1 0 0,0 0 1,0 0-1,0-5 0,0 3-21,-1 5 17,0-1 0,-1 1 0,1 0 0,0 0 1,-1 0-1,1 0 0,0 0 0,-1 0 0,0 0 0,1 1 0,-1-1 1,1 0-1,-1 0 0,0 0 0,0 1 0,0-1 0,1 0 1,-1 0-1,-1 0 0,0 0-18,0-1 2,-1 0 0,1 0 0,-1 1 0,1 0 0,-1-1 0,1 1 0,-1 0 0,0 0 0,1 0 0,-1 0 0,0 1 0,0-1 1,0 1-1,0 0 0,1 0 0,-1 0 0,0 0 0,0 0 0,0 1 0,0-1 0,0 1 0,1 0 0,-1 0 0,-5 2 0,-3 1-151,0 0 0,0 1 0,0 0 0,-19 14 0,24-14 67,1 0 0,-1 0 1,1 0-1,0 1 0,0 0 0,-7 11 1,11-15-4,1 1 82,0-1 69,0 0 0,0 0 1,1 0-1,-1 0 0,0 0 1,1 0-1,-1 0 0,1 0 1,0 0-1,-1 0 0,1 0 1,0-1-1,0 1 0,0 0 0,1-1 1,-1 1-1,0 0 0,1-1 1,-1 0-1,1 1 0,-1-1 1,1 0-1,0 0 0,3 2 1,-3-1 258,19 24 244,-14-12-492,0 1 0,-2-1 0,1 1-1,-2 0 1,0 0 0,-1 0 0,0 0-1,-1 1 1,-1-1 0,-1 27 0,-2-2-125,-1 1 0,-3-1 0,-1-1 0,-2 1-1,-1-1 1,-16 38 0,14-50-57,0-1-1,-1-1 1,-2-1-1,0 0 0,-2 0 1,0-2-1,-2 0 0,0-1 1,-29 24-1,0-9 132,-1-3-1,-105 54 1,93-55 820,58-30 70,19-17-474,-10 10-346,13-9 81,33-19 1,11-7 13,434-368 209,47-73-696,-439 399 160,-102 80 129,-7 6-15,-57 64 10,24-29 74,-59 81-1,86-106-24,1 2 0,1-1-1,0 1 1,1 0-1,1 1 1,0-1-1,1 1 1,1 0 0,-4 33-1,8-44-54,0 0-1,1-1 1,-1 1 0,1 0-1,0-1 1,0 1-1,1-1 1,0 1 0,0-1-1,0 0 1,0 0-1,1 0 1,0 0 0,0 0-1,1 0 1,-1-1 0,1 1-1,0-1 1,0 0-1,0-1 1,0 1 0,1-1-1,0 1 1,0-1-1,10 4 1,5 3-591,1-1 0,1-2 0,0 0 0,0-1 0,27 4 0,112 5-5724,-138-14 5024,86 5-6062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1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200 26 12393,'0'-25'8006,"-2"27"-6088,-8 11-1224,1 1 0,1 0 0,1 0 1,0 0-1,1 1 0,0 0 0,1 0 0,-3 17 0,-9 23 264,-11 29-567,4 0 1,3 2-1,-8 87 1,22-101-2891,2 76 1,7-86-3665,15 93 1,-5-91-4620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1.8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0 177 10977,'17'-21'908,"0"1"0,1 0 0,1 2 0,29-23 0,-38 34-564,0 0 0,1 1 0,0 0 0,0 0 0,1 1 0,-1 1 1,1 0-1,0 1 0,0 0 0,1 1 0,-1 0 0,13 0 0,-2 2-211,0 1 0,0 2 0,-1 0 0,1 1 0,-1 1 0,0 1 0,-1 1 0,37 16 0,-36-11-448,1 0 1,-2 1-1,0 1 1,-1 1-1,0 1 1,-1 1-1,28 32 1,-24-21-548,0 1 1,-2 1-1,25 47 0,-38-59 14,0 1-1,0-1 1,-2 2-1,0-1 1,-2 0 0,0 1-1,3 39 1,-9 25-4605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1.9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69 8001,'41'12'2044,"0"-7"-364,4-5-240,5-2-236,4-1-364,7 3-212,9-6-564,12 3-652,13-3-436,4 1-156,12-4-244,-13-5-268,4-6-1280,3 3-1065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2.3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271 22 6733,'-32'-3'9795,"31"1"-8732,-8-13 3,9 15-1038,0 0-1,0 0 1,-1 0 0,1 0-1,0-1 1,0 1 0,0 0-1,-1 0 1,1 0 0,0 0-1,0 0 1,-1 0 0,1 0-1,0 0 1,0 0 0,-1 0-1,1 0 1,0 0 0,0 0-1,-1 0 1,1 0 0,0 0-1,0 0 1,-1 0 0,1 0-1,0 0 1,0 0-1,0 0 1,-1 1 0,1-1-1,0 0 1,0 0 0,-1 0-1,-16 33 907,16-32-934,-18 37 296,-39 56 1,35-58-154,-30 59-1,30-56-38,20-35-71,0 0 0,0 1 0,1-1 0,-1 0 0,1 1-1,0 0 1,1-1 0,-1 1 0,1 0 0,-1 0-1,2 0 1,-2 10 0,2-14-22,0 1 0,0-1 0,0 1 1,0-1-1,0 0 0,0 1 0,1-1 0,-1 1 0,0-1 0,1 1 1,-1-1-1,1 0 0,0 1 0,-1-1 0,1 0 0,0 1 0,0-1 1,0 0-1,0 0 0,0 0 0,0 0 0,0 0 0,0 0 0,0 0 1,0 0-1,1-1 0,-1 1 0,0 0 0,1-1 0,-1 1 0,1-1 1,-1 1-1,0-1 0,1 1 0,-1-1 0,1 0 0,-1 0 0,1 0 1,-1 0-1,1 0 0,-1 0 0,1 0 0,-1-1 0,1 1 0,-1-1 1,2 0-1,7-1 32,0-1 0,-1-1 0,1 1-1,-1-1 1,11-7 0,22-16 429,39-34-1,-58 42-101,2 1-1,-1 0 0,2 2 1,0 1-1,43-18 0,-63 31-329,0 0-1,0 1 1,0 0-1,-1 0 0,1 0 1,0 0-1,0 1 1,0 0-1,1 1 0,-1-1 1,-1 1-1,1 0 1,0 1-1,0-1 0,0 1 1,-1 0-1,1 1 0,-1-1 1,1 1-1,-1 0 1,0 0-1,0 1 0,0 0 1,-1 0-1,1 0 1,-1 0-1,0 0 0,4 7 1,9 13-88,-1 0 0,-2 1 0,0 0 0,16 44 0,-22-50-135,50 148-2184,-27-70-1241,7-2-5141,-22-60-143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2.5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414 0 9585,'-19'74'2348,"-7"-42"-236,1-6-260,-4-4-315,1 4-321,-1 3-308,-6 5-188,0 0-212,0 1-552,0-4-804,0 3-944,0-2-1265,7 5-1295,9 0-3357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57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0 178 3564,'73'3'704,"-12"-15"-124,-4 1-80,0-1-155,3 1-93,1-6-104,8 0-136,17-6-152,-3-3-188,12 0-1349,13 1 701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59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843 160 5853,'0'-6'448,"0"0"0,0 1 1,0-1-1,-1 1 0,0-1 1,0 1-1,-3-10 1,2 8 170,0 0 1,0 0 0,1 0-1,-1-11 1,2 7-124,1 8-119,-1-1 0,0 1 0,0-1 0,0 1-1,-1-1 1,1 1 0,-1 0 0,0-1 0,-3-5 0,4 8-253,0 1-1,0-1 1,0 1 0,0-1 0,-1 1 0,1 0-1,0-1 1,-1 1 0,1 0 0,0-1 0,0 1-1,-1-1 1,1 1 0,-1 0 0,1 0 0,0-1-1,-1 1 1,1 0 0,-1 0 0,1 0 0,-1-1-1,1 1 1,0 0 0,-1 0 0,1 0 0,-1 0-1,1 0 1,-1 0 0,1 0 0,-1 0 0,1 0-1,-1 0 1,1 0 0,-1 0 0,1 0-1,-1 0 1,1 1 0,-1-1 0,1 0 0,0 0-1,-2 1 1,-19 21 1240,-11 37-629,-124 362 2633,69-172-2673,-70 143-164,-83 242 49,212-539-523,3 1 1,5 0-1,4 2 0,-5 181 0,21-231-31,3 0-1,2 0 0,2 0 0,20 71 0,-18-92-25,0 0 0,2 0-1,0-1 1,2 0-1,1-1 1,1 0-1,1-1 1,36 40-1,-42-54-27,1 0 0,0-1 0,0-1 0,1 0 0,0 0 0,0-2 1,1 1-1,-1-1 0,2-1 0,-1 0 0,0-1 0,1-1 0,0 0 0,0 0 0,0-2 0,0 0 0,0 0 0,0-1 0,0-1 0,0 0 0,0-1 0,0-1 0,0 0 0,-1-1 0,1 0 0,-1-1 0,0-1 0,0 0 0,-1 0 0,13-10 0,19-14-251,-2-3 0,-2-1 0,-1-2 0,-1-1 0,-2-3-1,-2 0 1,-2-2 0,-2-2 0,-1-1 0,-3-1 0,-1-1 0,-3-1 0,-2-1 0,24-89 0,-41 127 228,0 0 0,-2-1 0,1 1 0,-1-1 1,-1 1-1,0-1 0,-1 1 0,0-1 0,-1 1 1,0 0-1,-5-16 0,4 18 26,-1 1-1,0 0 1,0 0 0,-1 0-1,0 1 1,0 0 0,-1-1-1,0 2 1,0-1 0,-1 1-1,1 0 1,-1 0 0,-1 1-1,1 0 1,-13-6 0,-2 1 18,-43-13 1,62 22 3,7 0-28,20-6 42,0 2 0,1 1 0,0 1-1,46 0 1,-36 1-13,-3 1 66,-1 1 0,1 2 1,0 1-1,-1 1 0,0 1 0,0 2 0,0 2 0,-1 0 1,42 21-1,-55-22 14,-1 1 1,0 1 0,0 0 0,-1 1-1,0 1 1,-1 0 0,0 1-1,-1 1 1,-1 0 0,0 1-1,-1 0 1,0 1 0,-1 0 0,-1 0-1,-1 1 1,0 0 0,6 21-1,-7-7-100,-1 0-1,-1 0 1,-2 0-1,-1 0 1,-1 1-1,-2-1 1,-1 1-1,-1-1 1,-2 0-1,-1 0 1,-13 36-1,-11 23-1079,-5 0 0,-61 114 0,45-112-617,-17 34-1189,59-107 1700,2-1-1,0 1 1,1 0 0,-7 39 0,15-34-2313,14 4-1408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59.4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262 1 5693,'0'0'1530,"-4"0"-228,-1 0-1066,0 0 1,0 1 0,0 0-1,0 0 1,1 0 0,-1 1-1,0-1 1,1 1-1,-1 0 1,1 0 0,-1 1-1,-5 4 1,2-1 34,1 0 1,-1 1-1,1 1 1,1-1-1,-11 15 1,-1 7 134,1 1 1,-21 52-1,35-73-334,-47 137 462,48-141-463,0 0-1,0 0 1,1 1-1,-1-1 1,1 1-1,0-1 1,1 1 0,-1 0-1,1-1 1,0 1-1,1-1 1,-1 1-1,1-1 1,0 1-1,1-1 1,3 11-1,-4-16-5,0 1 1,0-1-1,0 1 0,0-1 0,0 0 0,1 0 1,-1 1-1,0-1 0,0 0 0,0 0 0,0 0 1,1 0-1,-1 0 0,0 0 0,0 0 0,0-1 1,2 1-1,-2-1 55,53-15 2383,-50 16-2382,0 0-1,-1 0 0,1 0 1,-1 1-1,1-1 0,0 1 1,-1 0-1,1 0 0,4 3 1,-6-3-91,-1 0 0,1 0 0,0 0 0,-1 1 0,0-1 0,1 1 0,-1-1 0,0 1 0,1 0 0,-1-1 0,0 1 0,0 0 1,0 0-1,-1 0 0,1-1 0,0 1 0,-1 0 0,1 4 0,7 44-412,2 64 0,-6-61-2897,1 2-3478,0-6-1285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0:59.7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 9389,'6'-3'234,"-2"1"94,1-1-1,-1 1 0,1 0 0,0 0 0,-1 0 0,1 1 0,0 0 0,0 0 1,0 0-1,0 0 0,0 1 0,0 0 0,0 0 0,1 0 0,-1 1 0,0-1 1,0 1-1,5 2 0,6 6 33,0 0 0,-1 0 1,-1 2-1,0 0 0,0 0 1,-1 2-1,0-1 0,-1 2 1,-1 0-1,15 22 0,-12-14-264,0 1-1,-2 0 0,-1 1 0,-1 0 0,-1 0 0,10 43 1,-15-46-95,-2 0 0,0-1 1,-2 1-1,0 0 0,-1 0 1,-1 0-1,-6 29 0,-3-7-49,-2 0 0,-24 56 0,26-76 186,0 0 1,-1-1 0,-1-1 0,-1 0 0,-1-1 0,-24 25 0,25-33 298,13-12-426,1 0 0,0 0 0,0 1-1,0-1 1,0 0 0,0 0 0,0 0 0,-1 0-1,1 0 1,0 0 0,0 0 0,0 0 0,0 0-1,0 0 1,-1 0 0,1 0 0,0 0 0,0 0-1,0 0 1,0 0 0,-1 0 0,1 0-1,0 0 1,0 0 0,0 0 0,0 0 0,0 0-1,-1 0 1,1 0 0,0 0 0,0 0 0,0 0-1,0 0 1,0-1 0,0 1 0,-1 0 0,1 0-1,0 0 1,0 0 0,0 0 0,0 0-1,0-1 1,0 1 0,0 0 0,0-3 40,0 0 1,0 0 0,1 1-1,-1-1 1,1 0 0,0 0-1,0 1 1,2-6 0,11-19 33,1 0 1,1 2 0,2 0 0,39-44-1,-19 24-151,227-260-3850,-70 117-4489,-98 105 653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0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325 201 13201,'-10'-111'2175,"9"105"-1774,-1-1 0,0 1 0,0-1 0,0 1 0,-1 0 0,-4-8 0,5 11 207,1 0 0,-1 0 0,1 0 0,0 0 0,0 0-1,0 0 1,0 0 0,0-1 0,0-5 0,-13 21 1163,11-7-1649,-1 0-1,1 1 0,0-1 1,0 1-1,0 0 1,1 0-1,0 0 1,-3 12-1,-5 60 389,5-38-350,-18 150 440,-17 106-618,-80 233-2154,113-505 2117,1 0-1,1 1 1,1 0-1,-1 28 0,5-53 58,0 0 0,0 0-1,0 1 1,0-1-1,0 0 1,0 0-1,0 0 1,0 0-1,0 0 1,0 0 0,0 1-1,0-1 1,0 0-1,0 0 1,0 0-1,0 0 1,0 0 0,0 0-1,0 1 1,0-1-1,1 0 1,-1 0-1,0 0 1,0 0 0,0 0-1,0 0 1,0 0-1,0 0 1,0 1-1,0-1 1,0 0 0,1 0-1,-1 0 1,0 0-1,0 0 1,0 0-1,0 0 1,0 0 0,0 0-1,0 0 1,1 0-1,-1 0 1,0 0-1,0 0 1,0 0 0,0 0-1,0 0 1,0 0-1,1 0 1,-1 0-1,0 0 1,0 0-1,0 0 1,0 0 0,0 0-1,1 0 1,25-2 173,1-2-1,-1 0 1,32-10 0,23-5 145,-38 13-214,1 1 0,-1 2-1,45 3 1,-67 1-97,1 1 0,0 1 0,-1 1 0,0 1 0,0 0-1,0 2 1,38 18 0,-52-22-57,0 1 0,0 0-1,-1 0 1,0 1 0,0 0-1,0 0 1,0 0 0,-1 1-1,0 0 1,0 0 0,-1 0 0,1 0-1,-1 1 1,-1 0 0,1 0-1,-1 0 1,0 0 0,-1 0-1,0 1 1,0-1 0,0 1 0,-1-1-1,0 1 1,-1 0 0,1-1-1,-2 1 1,1 0 0,-1 0-1,0-1 1,-1 1 0,1-1 0,-2 1-1,1-1 1,-1 0 0,-6 13-1,-2-1-86,-1 1 0,0-2 0,-2 0 0,0 0 0,-1-1 0,0-1 0,-2-1 0,-23 18 0,-6 0-12,-1-2-1,-58 27 1,35-22-318,-1-4 0,-129 39 0,188-67 104,-28 4-2352,40-8 2677,-1 0 0,1 0 1,0 0-1,0 0 0,0 0 0,0 0 0,-1 0 0,1 0 1,0 0-1,0 0 0,0 0 0,0 0 0,-1 0 0,1 0 1,0 0-1,0 0 0,0 0 0,0 0 0,0-1 0,-1 1 1,1 0-1,0 0 0,0 0 0,0 0 0,0 0 0,0 0 1,0-1-1,0 1 0,0 0 0,0 0 0,-1 0 1,1 0-1,0-1 0,0 1 0,0 0 0,0 0 0,0 0 1,0 0-1,0-1 0,0 1 0,0 0 0,0 0 0,0 0 1,0 0-1,0-1 0,0 1 0,1 0 0,-1 0 0,12-17-1767,24-19-3243,12-2-3031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1.1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309 29 9149,'-9'-8'686,"-8"-12"2483,13 20-1448,-8 0-1192,-1 1 0,0 0 0,1 1 0,-1 0 0,1 1 0,0 1 1,0 0-1,0 0 0,1 1 0,-1 1 0,1 0 0,-12 8 0,10-5-342,1 1 0,0 0 0,-12 12 0,19-17-158,1 0 1,0 1 0,0-1 0,0 1-1,1 0 1,0 0 0,0 0-1,0 0 1,1 0 0,-2 8-1,3-8-17,-2 5-74,1-1 0,0 1 0,0-1-1,1 1 1,1 21 0,1-32 56,0 1 0,0-1-1,0 0 1,0 1 0,0-1 0,0 0-1,0 0 1,0 0 0,0 0 0,1 0-1,-1 0 1,0 0 0,0 0 0,0 0-1,0 0 1,1-1 0,12 1-9,-1 0 0,0 1 0,0 0 0,0 1 0,0 1 0,0 0 0,0 1 0,-1 0 0,0 1 0,22 12 0,-1-4 27,0-1 0,1-2 0,0-2 0,36 6 0,-19-8 1,0-2-1,1-3 1,-1-1 0,0-3 0,0-2 0,0-3 0,63-17-1,-83 17 33,0-2-1,-1 0 0,42-23 0,-55 24-30,-1-1-1,0-1 1,0 0-1,-1-1 1,-1 0-1,0-1 1,14-17-1,-27 28-38,1-1 1,-1 1-1,0-1 1,0 1-1,0-1 0,0 1 1,0-1-1,0 0 0,-1 1 1,1-1-1,-1 0 0,0 0 1,0 1-1,0-1 1,0 0-1,0 0 0,-1 1 1,1-1-1,-1 0 0,0 1 1,0-1-1,0 0 1,0 1-1,0-1 0,0 1 1,-1-1-1,1 1 0,-1 0 1,0 0-1,1 0 1,-1 0-1,0 0 0,0 0 1,-4-2-1,0 1-95,-1 1-1,1-1 1,-1 1 0,1 1-1,-1 0 1,0-1 0,0 2 0,0-1-1,0 1 1,1 0 0,-1 1-1,0 0 1,-13 3 0,-7 2-595,1 2-1,-26 11 1,48-17 558,-2 1-158,0-1 0,0 1-1,0 1 1,1-1 0,-1 1 0,1 0 0,-6 6-1,8-7 126,2-2 94,1 1 1,0-1-1,-1 1 1,1-1-1,0 1 1,0-1-1,0 1 1,0-1-1,0 1 1,1-1-1,-1 1 1,0-1 0,1 1-1,-1-1 1,1 1-1,-1-1 1,1 1-1,0-1 1,1 3-1,0-3 45,0 0-1,0 1 1,0-1 0,0 0-1,0 0 1,0-1-1,0 1 1,0 0-1,1-1 1,-1 1 0,0-1-1,0 0 1,1 1-1,-1-1 1,0 0-1,4-1 1,42-6 383,-33 4 324,-9 1-209,0 0 1,0 0-1,-1 0 1,1-1-1,-1 1 1,1-2-1,-1 1 1,7-5-1,-5 2 222,-5 5 654,1 1-1252,-1 0 0,0 0 0,0 1 0,0-1-1,0 0 1,0 1 0,0 0 0,0-1 0,0 1-1,0 0 1,0 0 0,0 0 0,0 0 0,-1 1-1,1-1 1,0 0 0,-1 1 0,1-1-1,-1 1 1,1-1 0,-1 1 0,0 0 0,2 2-1,1 5 12,0-1 0,-1 1 0,0 0-1,2 11 1,2 6 84,5 15-98,-2 0 0,-2 1 0,-1 0 0,-3 0 0,-1 0 0,-2 1 0,-2-1 0,-2 0 1,-2 1-1,-11 47 0,-1-32-338,-2-1 0,-3-1 0,-2-1-1,-38 64 1,-145 193-931,138-223 1152,-3-3 0,-3-4 0,-4-3 0,-4-3 0,-140 99 0,208-165 242,-1 0 0,0-1 0,0-1-1,-22 8 1,37-17-163,0 1-1,0 0 1,1 0 0,-1 0-1,0 0 1,0-1-1,1 1 1,-1 0-1,0-1 1,0 1 0,1 0-1,-1-1 1,0 1-1,1-1 1,-1 1 0,0-1-1,1 1 1,-1-1-1,1 0 1,-1 1 0,1-1-1,0 0 1,-1 1-1,0-2 1,1 1 24,-1-1-31,1 1 1,-1-1-1,1 0 1,-1 0-1,1 1 1,0-1 0,0 0-1,0 0 1,0 0-1,0 1 1,0-1-1,0 0 1,1 0 0,-1 1-1,0-1 1,1 0-1,0 0 1,-1 1-1,1-1 1,0 0-1,2-2 1,28-41 183,-19 29-118,77-111 275,196-289-194,-274 398-186,189-284-550,22 12-378,18 41 13,-115 123 724,-57 61 94,-34 33 294,-1-2-1,36-48 1,-53 61 5,-7 10 45,0-1 0,-1 0 1,7-15-1,-14 25-200,0-1 0,1 1 0,-1 0 1,-1-1-1,1 1 0,0-1 1,-1 1-1,1-1 0,-1 1 0,0-1 1,0 1-1,0-1 0,0 1 1,0-1-1,0 1 0,-1-1 0,1 1 1,-1-1-1,0 1 0,-2-5 1,2 6-20,0 0 1,-1-1-1,1 1 1,-1 0 0,1 0-1,-1 0 1,1 0-1,-1 0 1,0 0 0,1 1-1,-1-1 1,0 1 0,0-1-1,0 1 1,1-1-1,-1 1 1,0 0 0,0 0-1,0 0 1,0 0-1,0 0 1,0 0 0,1 1-1,-1-1 1,0 1-1,-3 1 1,-7 2 62,1 1-1,-1 0 1,1 1 0,0 0-1,1 1 1,-1 0-1,-14 14 1,3-4 93,-10 10 150,2 1-1,1 2 0,2 0 0,0 2 0,3 1 0,0 1 0,-23 47 0,39-68-243,1 0-1,0 1 1,1 0-1,0 0 1,1 0-1,1 1 1,0-1-1,1 1 1,1 0-1,0 0 1,1 0-1,1 20 1,1-30-71,0 1 0,0 0 0,1-1 0,0 1 0,0-1 0,0 1 0,0-1 0,1 0 0,0 0 0,0 0 0,0 0 0,1-1 0,7 9 0,16 16-245,2-1-1,53 42 1,-66-59 13,0-1 1,0-1-1,1 0 0,0-1 0,1-1 0,-1-1 1,2 0-1,-1-1 0,36 4 0,-24-4-209,249 30-4222,-88-26-1508,-7-3-3177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7.6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783 87 5156,'-60'-79'3592,"60"79"-3312,0-1 0,-1 0 0,1 1 1,-1-1-1,1 1 0,-1-1 0,1 1 0,-1-1 0,0 1 0,1 0 0,-1-1 0,0 1 1,1 0-1,-1-1 0,0 1 0,1 0 0,-1 0 0,0-1 0,-1 1 0,-8 7 1924,-6 24-1649,13-23 78,-23 61 904,3 2 0,-14 77 0,15-54-595,-184 750 3310,79-311-3745,-94 694-6386,203-1012 2929,17-169 16,2 0-1,10 69 0,1-67-4502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8.2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1738 47 7993,'-162'5'4491,"142"-14"-2791,15 6-1191,12 1-369,-1 0 0,1 0-1,-1 1 1,1 0-1,-1 0 1,1 1 0,9 0-1,8-2 108,718-26 1914,2 40-1723,23 35-276,-562-22 25,346 87 0,-469-89-115,-2 3 1,-1 4 0,-1 3-1,-2 4 1,140 91 0,-179-102-48,-1 2 0,-2 1 0,-1 2 0,-1 1 0,-2 2 0,-1 1 0,-2 1 0,-1 1 0,-2 1 0,-1 2 0,-3 0 0,28 76 0,-34-69-16,-2 1 1,-2 0-1,-2 1 1,2 72-1,-10-53 5,-2-1 1,-19 112-1,-54 132 18,-23-4-14,15-50-17,-31 52 171,106-290-147,-11 27 51,-2-2-1,-2 0 1,-2-2-1,-1 0 1,-3-2-1,-1-1 1,-2-2 0,-1 0-1,-46 37 1,78-74-76,-54 50 70,-84 56 0,46-47-22,-3-5 0,-166 70 0,-88-14-11,255-88 0,0-4 0,-114 6 0,-198-7 58,381-17-98,-648-24 470,1-49-54,-844-199-1753,1320 225-1649,115 23-5205,62 16 1250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09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2816 3568,'0'0'9000,"0"3"-8529,0-1-233,0 1 1,1-1-1,-1 1 1,1-1-1,-1 1 1,1-1-1,0 1 1,0-1-1,0 0 1,0 0-1,0 1 1,1-1-1,-1 0 1,1 0-1,-1 0 1,1 0 0,0-1-1,0 1 1,0 0-1,5 3 3534,-9-3-3753,-39 34 710,39-34-578,3-6-8,9-31-12,1 0 0,2 2 0,1-1 0,23-38-1,484-903 9,-314 558-473,263-430-1089,-403 732 1055,-26 48-93,-7 12-961,40-90-1,-61 99-1030,-9 29 1448,-5 17 893,1-1 0,-1 0 0,1 0 0,-1 1 0,0-1 0,1 1-1,-1-1 1,0 1 0,0-1 0,1 1 0,-1-1 0,0 1 0,0 0-1,0-1 1,1 1 0,-1 0 0,0 0 0,0-1 0,0 1 0,0 0 0,-1 0-1,-32-1-3561,27 1 2583,-16 1-3220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0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1134 122 2480,'-14'9'593,"-1"0"-1,0-1 0,0-1 1,-31 11-1,22-7-77,0 0 121,8-8-201,13-2 16,2-3-50,-1-1-294,0 0-1,0 0 1,1 0-1,0 0 1,-1-1-1,1 1 1,1 0-1,-1-1 1,0 1-1,1 0 1,-1-1-1,1 1 1,0-1-1,0 1 1,1-4-1,0-11 76,-2 9-31,1 1 0,-1 0 0,0-1 1,0 1-1,-1 0 0,-1 0 0,1 0 1,-1 0-1,0 0 0,-1 1 0,0 0 1,0-1-1,-9-10 0,11 18-144,1 0 0,0 0 1,0 0-1,-1 0 0,1 0 0,0 0 1,0 1-1,-1-1 0,1 1 0,0-1 0,0 1 1,0-1-1,-2 2 0,1-1 8,-2 1-3,1-1 0,-1 1-1,1 0 1,0 0 0,0 1-1,0-1 1,0 1 0,0 0 0,0 0-1,1 0 1,-1 0 0,1 0-1,-3 4 1,-26 51 96,30-56-107,-250 492 589,236-468-415,-171 332 1981,-79 358-239,243-652-1859,-33 124 379,49-160-166,2 0 0,0 1-1,2-1 1,3 54 0,-1-78-222,0 1 0,1 0 1,-1 0-1,1-1 0,0 1 0,0-1 0,1 1 0,0-1 1,-1 1-1,1-1 0,1 0 0,-1 0 0,1 0 0,-1 0 1,1 0-1,0-1 0,1 1 0,-1-1 0,1 0 0,-1 0 1,1 0-1,0 0 0,0-1 0,0 1 0,0-1 0,1 0 1,-1 0-1,1-1 0,-1 1 0,6 0 0,11 3 56,1-2 0,-1 0 0,1-1 0,0-1 0,0-1 0,36-5 0,136-31 215,-152 27-259,544-142-1031,-6-26-4440,-370 111 1104,21-5-3623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2.2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9 106 4088,'-6'-10'1366,"5"10"-865,1-1 0,0 0 1,0 0-1,-1 0 1,1 0-1,0-1 1,0 1-1,0 0 1,0 0-1,0 0 1,0 0-1,0 0 1,0 0-1,1 0 1,-1 0-1,0 0 1,1-1-1,3-6 2,-3 5-1426,0 0 2420,-1 0-737,0-31 1122,5 33-1463,29-3-13,1 1 0,53 3 0,-7 0-103,2426-17 3032,-2501 17-3323,4583 173 6161,-4364-158-5935,390 36 607,-584-46-1031,40 9-1,-62-11-344,-1 0 0,1 0 0,-1 0 0,0 1 0,8 6-1,-14-9-1044,26-26-8527,-16 2 5161,6-12-2635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2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1803 65 8961,'-15'-9'807,"-2"0"0,1 1 0,-1 1 0,0 0 0,-1 1 0,0 1 0,0 1 0,-36-4-1,42 7-177,-1 1 0,1 0 0,-1 1-1,-15 2 1,25-3-543,1 0 0,0 1 1,0-1-1,-1 1 0,1-1 0,0 1 0,0 0 1,-1 0-1,1 0 0,0 0 0,0 0 1,0 0-1,0 0 0,1 1 0,-1-1 0,0 1 1,0-1-1,1 1 0,-1 0 0,1 0 1,0 0-1,-1 0 0,1 0 0,0 0 0,0 0 1,0 0-1,0 0 0,1 0 0,-1 1 1,1-1-1,-1 4 0,2 4 69,1 0 0,0 0 0,1 0 0,0 0 0,0-1 0,10 19 0,-10-21-84,28 52 505,57 84 0,-21-38-267,-34-48-131,-2 1-1,-3 2 1,34 101 0,-51-121-138,-1 0 0,-2 0 0,-2 1 0,-1 0 0,-3 0 0,-5 82 0,-2-78 11,-2-1 0,-3 0 1,-1-1-1,-2 0 0,-31 68 1,17-58-52,-1 0 1,-3-2 0,-68 84 0,40-67-220,-4-3 1,-2-2-1,-2-4 1,-4-2-1,-130 79 1,8-30-1581,-227 88 1,188-92-1397,47-27-4260,124-53-48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3.1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0 190 8777,'1'-2'125,"1"-2"283,-1-1-1,1 1 1,0 0 0,0 0 0,0 0 0,1 0-1,0 1 1,5-6 2946,3-17 2401,-13 19-5796,2 5 309,0 0-1,0 1 1,-1-1-1,1 0 1,-1 1-1,1-1 1,-1 1-1,1-1 1,-1 1 0,0-1-1,0 1 1,0 0-1,0-1 1,0 1-1,0 0 1,0 0-1,0-1 1,0 1 0,-1 0-1,1 0 1,0 0-1,-1 1 1,1-1-1,-1 0 1,1 0-1,-1 1 1,1-1 0,-1 1-1,-1-1 3441,16-2-3640,-13 3-68,1 0 0,0 0 0,-1 0 0,1 0 0,0 0 0,-1-1 0,1 1 0,-1 0 0,1 0 0,0 0 0,-1-1 0,1 1 0,-1 0 0,1-1 0,-1 1 0,1 0 0,-1-1 0,1 1 0,-1-1 0,1 1 0,-1-1 0,0 1 0,1-1 0,-1 1 0,0-1 0,1 1 0,-1-1 0,0 1 0,0-1 0,1 1 0,-1-1 0,0 0 0,0 1 0,0-1 0,0 0 0,0 1 0,0-1 0,0 1 0,0-1 0,0 0 0,0 1 0,0-1 0,0 0 0,-1 1 0,1-1 0,0 1 0,0-1 0,-1 1 0,1-2 0,-1 2 0,2-1-40,-1-1-1,0 1 1,0 0 0,0-1-1,1 1 1,-1 0 0,1 0-1,-1-1 1,1 1 0,-1 0-1,1 0 1,0 0 0,0 0-1,-1 0 1,1 0 0,0 0-1,0 0 1,0 0 0,0 0-1,0 0 1,0 1 0,0-1-1,1 0 1,-1 1-1,0-1 1,0 1 0,0-1-1,1 1 1,-1 0 0,2-1-1,47-7-3767,-47 7 3475,68-3-8478,22-5-6769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5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368 0 9833,'0'0'6542,"-1"3"-4759,-3 14-787,0-1-1,2 2 1,0-1-1,0 0 1,2 28-1,-1 3 198,-6 34 587,-29 123-1,22-132-1341,-85 356 941,8-41-3794,48-214 34,25-108-352,2 0 0,-11 111 1,27-137 902,0 7-5093,-1-29 954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5.3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35 419 13109,'-10'-9'436,"7"8"-272,0-1 0,1-1-1,-1 1 1,1 0-1,-1-1 1,1 1 0,-4-6-1,6 7-105,0 0 0,0 0-1,-1 0 1,1 0 0,0 0 0,0 0-1,0 0 1,0 0 0,0 0 0,1 1-1,-1-1 1,0 0 0,0 0 0,0 0-1,1 0 1,-1 0 0,1 0-1,-1 0 1,1 1 0,-1-1 0,1 0-1,-1 0 1,1 1 0,-1-1 0,1 0-1,0 1 1,0-1 0,-1 0 0,1 1-1,0-1 1,0 1 0,1-1 0,50-39 2306,-7 4-1147,1 3 1,95-51-1,-72 53-1019,1 4-1,2 3 1,0 3-1,119-19 1,-90 26-957,1 5 1,193 8 0,-216 7-581,-1 3 0,125 31 0,-161-29 160,0 3 0,-1 1 1,-1 2-1,-1 1 0,0 2 1,47 34-1,12 26-5058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5.5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199 597 12117,'-132'70'2312,"90"-53"-143,41-17-2050,0 1-1,0-1 1,1 0 0,-1 0 0,0 0 0,0 0-1,0 0 1,1-1 0,-1 1 0,0 0-1,0 0 1,0 0 0,1-1 0,-1 1-1,0 0 1,0-1 0,0 0 0,-8-2 2998,34 4-2293,1 0 1,0-2 0,-1-1-1,26-5 1,107-28 382,-75 15-666,76-15 88,707-156-1017,10 27-3419,0 38-2233,-291 56-2010,-317 41 966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6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544 72 6349,'9'-71'9890,"-12"73"-8421,0 0-1229,0 1 0,0 0 0,0 0 0,0 0 1,0 0-1,1 0 0,-1 1 0,1-1 1,0 1-1,0 0 0,1-1 0,-1 1 0,1 0 1,-1 0-1,1 0 0,-1 7 0,-1 12 822,-2 44 0,4-33-269,-37 372 4863,-20 0-3345,9-141-2758,-89 267 1,23-152-3866,23-74-3267,81-261 3782,10-22-1949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6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622 141 9801,'-17'-88'1878,"17"86"-1679,-1-1 0,0 1 1,1-1-1,-1 1 0,0-1 0,0 1 0,0-1 0,0 1 1,-1 0-1,1 0 0,0 0 0,-1 0 0,0 0 1,1 0-1,-1 0 0,0 0 0,0 0 0,0 1 0,0-1 1,-1 1-1,1 0 0,0-1 0,-1 1 0,1 0 0,0 1 1,-1-1-1,1 0 0,-1 1 0,1-1 0,-1 1 1,0 0-1,1-1 0,-6 2 0,-1 0 99,-1 1 0,1 0-1,0 1 1,0 0 0,0 0 0,-12 7 0,17-8-235,-2 1 28,0 1-1,1 0 1,0 0-1,0 0 1,0 0-1,0 1 1,0 0-1,1 0 1,0 0-1,0 0 1,1 1 0,-1 0-1,1 0 1,0 0-1,1 0 1,-1 0-1,1 0 1,1 1-1,-1-1 1,1 1-1,-1 11 1,1-1-8,0 1 0,1-1 0,1 0 0,1 0 0,0 0 0,2 0 0,6 22 0,7 9 29,2-1-1,2-1 0,3 0 0,30 44 0,129 162 101,-26-40-124,-139-186-88,-2 1 1,-1 0-1,-1 1 0,15 41 0,-26-59 6,1 1 0,-2 0 0,1 0 0,-2 1-1,1-1 1,-1 0 0,-1 1 0,0-1-1,-1 0 1,0 1 0,-1-1 0,0 0 0,0 0-1,-2 0 1,-4 13 0,-1-8-59,0 0 0,-1 0-1,-1-1 1,0 0 0,-1-1 0,-1 0 0,0-1 0,-1-1-1,-28 21 1,-6-2-528,-99 49 0,73-47-820,-1-3 1,-91 24-1,-50-6-6450,127-36 377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7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535 538 13057,'10'-52'2580,"2"-5"1499,-12 53-3705,1 0 0,-1 1 0,0-1 0,0 0-1,0 0 1,0 0 0,-1 0 0,0 1 0,0-1-1,-2-6 1,3 9-271,-1 0-1,1 1 0,0-1 1,-1 0-1,1 1 0,-1-1 1,1 0-1,-1 1 1,1-1-1,-1 0 0,0 1 1,1-1-1,-1 1 0,0-1 1,1 1-1,-1 0 1,0-1-1,0 1 0,1 0 1,-1-1-1,0 1 0,0 0 1,0 0-1,1 0 1,-1 0-1,-2 0 0,1 0-15,0 0 0,0 1 1,0-1-1,0 1 0,0 0 0,0 0 0,0 0 0,0 0 0,0 0 0,-2 2 0,-3 3 85,0 0 0,0 1 0,1-1 0,-10 13 1,-23 45 615,2 2 0,-50 123 0,53-110-520,-26 60 18,7 3-1,5 1 1,-34 185 0,71-269-205,3-1 1,3 1 0,4 94-1,2-124-74,2 0-1,2 0 1,0 0-1,2 0 1,1-1-1,1 0 1,2-1-1,1 0 1,16 29-1,-19-42 5,1 1 1,1-2-1,0 1 0,0-1 1,2-1-1,-1 0 0,2-1 1,-1 0-1,27 15 1,-20-16-14,0-1 0,1 0 1,0-1-1,0-1 0,1-2 1,40 7-1,-14-9-6,0-1 0,0-2 1,-1-3-1,1-2 0,-1-1 0,72-21 0,-19 0-14,-1-5 0,-1-4 0,-2-4-1,145-85 1,-179 87 11,-2-3-1,-1-2 1,-3-3-1,-2-2 1,-1-2-1,-4-3 1,65-86 0,-85 97-48,-3-1 1,-1-2 0,-2 0 0,-3-1 0,-1-1 0,-2-1 0,-3-1-1,-1 0 1,-3-1 0,4-52 0,-11 66 2,-1 0 1,-3 0-1,0 0 1,-3 0-1,-1 1 0,-1-1 1,-2 1-1,-2 0 1,-1 1-1,-1 0 1,-2 1-1,-1 0 0,-2 1 1,-38-53-1,20 42-195,-1 1 0,-3 2 0,-1 2 0,-2 1 0,-1 3 0,-2 1 0,-1 2 0,-2 3 1,-1 1-1,-67-26 0,52 29-333,-1 2 0,-1 3 0,-1 3 1,0 3-1,-1 3 0,0 3 1,-1 3-1,-69 4 0,78 5-831,-1 2-1,-110 28 1,109-16-1846,-62 26 0,-18 23-5921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8.9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19 144 8309,'-5'-8'438,"-8"-16"994,13 22-1331,0 1-1,0 0 1,0 0 0,0 0 0,0 0 0,0-1-1,0 1 1,0 0 0,1 0 0,-1 0 0,0 0-1,1-1 1,-1 1 0,1 0 0,-1 0 0,1 0-1,-1 0 1,1 0 0,0 0 0,0 0 0,1-1-1,0-1 228,0 0-1,0 0 0,0 0 0,0-1 0,-1 1 1,1-1-1,-1 1 0,0-1 0,0 1 0,0-1 0,-1 1 1,1-1-1,-1 0 0,0 0 0,0 1 0,0-1 1,0 0-1,-1 1 0,1-1 0,-1 0 0,-2-5 0,2 7 1160,1 5-1145,0 89 298,2 160 452,2-182-873,21 110-1,-19-148-202,1 0-1,2-1 0,1 0 0,2 0 0,1-2 0,1 1 0,1-2 0,2 0 1,1-1-1,1 0 0,1-2 0,1 0 0,37 32 0,-23-29-18,1-2 0,1-1 0,2-2 0,0-2 0,1-1 0,2-3 0,80 24 1,-18-14-149,2-6 1,123 9 0,363 4-1636,5-34-1410,234-17-5275,-552 14 1578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9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1 238 7713,'31'19'2027,"-24"-15"1101,-4-7-1977,22-9-486,0 0 0,1 1 0,0 2 0,0 1 0,40-7 0,-1-2-196,28-4-66,116-13 1,96 6-662,-291 27 232,1615-61-2517,-796 46-1249,-571 10-385,-72 1-1328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19.7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188 178 7077,'-40'15'1735,"25"-9"49,0 0 1,-1-1-1,-32 6 0,24-5-743,-5 0 2459,29-6-3468,0 0 0,0 0 0,0 0 0,0 0 0,0 0 0,0 0 0,1 0 0,-1 0 0,0 0 0,0-1 0,0 1 0,0 0 0,0 0 0,0 0 0,0 0 0,0 0 0,0 0 0,0 0 0,0 0 0,0 0 0,0 0 1,0 0-1,0 0 0,0 0 0,0 0 0,0 0 0,0 0 0,0 0 0,0-1 0,0 1 0,0 0 0,-1 0 0,1 0 0,0 0 0,0 0 0,0 0 0,0 0 0,0 0 0,0 0 0,0 0 0,0 0 0,0 0 0,0 0 0,17-9 436,11-1-269,-1 2-1,1 0 1,1 2-1,39-4 0,-21 3-90,403-44-377,-249 32-438,511-46-4376,-232 37-2199,-218 19 140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22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1372 3528,'0'0'5936,"2"-5"-5594,4-14 213,-4 14 1709,-12-26 124,8 29-2277,-22-13 274,22 14 2464,12-6-3703,-9 7 857,0 0 1,-1-1 0,1 1-1,0 0 1,0 0 0,-1-1 0,1 1-1,0 0 1,-1-1 0,1 1-1,0-1 1,-1 1 0,1-1-1,-1 1 1,1-1 0,0 1 0,-1-1-1,0 0 1,1 1 0,-1-1-1,1 0 1,-1 1 0,0-1 0,1-1-1,0-3 8,0-1 0,1 0 0,0 1 0,0-1 0,0 1 0,0 0 0,1 0 0,0 0 0,0 0 0,0 0-1,1 1 1,0-1 0,0 1 0,0 0 0,0 0 0,1 0 0,6-4 0,52-44-111,-6 1 249,-53 48-148,0 1-1,-1-1 1,0 0-1,1-1 1,-1 1-1,0-1 1,-1 1-1,1-1 0,-1 0 1,4-8-1,-5 10-3,1-1 0,-1 0 0,1 0-1,-1 1 1,1-1 0,0 1 0,0 0 0,3-4-1,25-24-114,11-10 277,-35 36-156,-1 0 0,-1 0-1,1-1 1,-1 1 0,7-9 0,15-16 72,32-26-40,36-31 315,-4 13-480,5 2 125,65-48 471,-148 113-437,0 0-1,0 0 0,13-4 1,31-14-47,-43 17 32,1 1-1,0 0 1,0 1-1,21-5 1,31-11-37,-7-2 10,-29 13 49,-1-2 1,27-16-1,26-23-73,-47 27 29,1 3 1,57-26-1,-48 29 28,82-22-1,-52 19-107,-47 12 140,37-6-1,35-4 10,-50 9-40,77-7 1,-97 17-34,53 6 0,-27 0 17,-43-4 4,0 1-1,0 1 1,0 0-1,0 0 1,15 9-1,-26-12-14,2-1-30,1 0 21,-1 0 0,0 0 1,0 0-1,0 1 1,0 0-1,5 2 0,7 0-119,8-2 169,-1-2-1,35-4 0,-55 5-35,1 1 0,-1 0 0,1-1 0,-1 1-1,1 0 1,-1 1 0,0-1 0,1 1 0,-1-1 0,0 1-1,0 0 1,3 3 0,-4-4 15,-1-1-18,0 1 0,0-1 1,0 1-1,-1 0 0,1 0 0,0-1 0,0 1 0,0 0 1,-1 0-1,1 0 0,-1 0 0,1 0 0,0 0 1,-1 0-1,1 0 0,-1 0 0,0 0 0,1 0 0,-1 0 1,0 0-1,0 1 0,0-1 0,0 0 0,0 0 0,0 0 1,0 0-1,0 0 0,0 0 0,0 0 0,-1 1 1,1-1-1,-1 1 0,-1 2-127,0 1-1,-1-1 1,1 0-1,-1 0 1,-6 6 0,8-8 16,-1 0-401,-16 14-2430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23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0 4184,'0'0'6667,"-3"1"-6238,-26 6 316,26-6-101,2 2-413,-1 0-201,1 0 0,-1 0 0,1 0 0,0 1 1,0-1-1,0 0 0,1 1 0,-1-1 0,1 1 0,-1-1 1,1 1-1,1-1 0,-1 0 0,0 1 0,1-1 0,-1 1 1,1-1-1,0 0 0,0 1 0,1-1 0,-1 0 0,1 0 1,-1 0-1,5 5 0,121 138 202,-56-68-162,-51-53-50,-1 0 0,-1 1 0,-1 1 0,-1 0 0,-1 2 0,-2 0-1,-1 0 1,-1 1 0,13 60 0,-17-62-12,-2 0 0,-1-1 0,-2 1 0,0 0 0,-2 1 0,-4 40 0,1-55 1,1 0-1,-2 0 0,0 0 0,0-1 1,-1 1-1,-1-1 0,0 0 0,-1-1 1,-1 0-1,0 0 0,-10 12 0,5-10-130,0-1 0,-2 0 0,1-1 0,-2 0 0,1-1 0,-2-1 0,-27 13 0,26-13-508,11-6-332,-1 0 0,1-1 0,-1 0 0,0 0-1,-9 2 1,14-5-2985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23.4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 7589,'13'-9'856,"9"6"-6317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25.3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3363 396 5028,'1'-1'162,"0"0"0,0 0 0,0 0 0,0 0 0,0 0 0,0-1-1,-1 1 1,1 0 0,0-1 0,-1 1 0,1 0 0,-1-1 0,0 1-1,1-1 1,-1 1 0,0-1 0,0 1 0,0-1 0,0 1 0,0 0-1,0-1 1,0 1 0,0-1 0,-1 1 0,1-1 0,-1-1-1,-1-5-25,1 7-46,1 0 0,-1 0 0,0-1 0,0 1 0,1 0 1,-1 0-1,0 0 0,0 0 0,0 0 0,0 0 0,0 1 0,-3-3 1,-7-6 635,-6-9-355,0 2 1,-2 0-1,0 1 1,-1 0-1,0 2 0,-28-14 1,43 25-324,-29-20 277,1 2-104,0 1-1,-58-25 1,59 33-188,-1 1 0,0 2 0,0 1 0,-1 2 0,0 1 0,0 2 0,0 1 0,0 1 1,0 2-1,-64 13 0,-34 20-42,-148 59 1,261-87-9,-51 19 95,-1-4 1,-1-3-1,-144 19 1,-217 9 115,298-31-108,85-9 21,1 2 1,0 3 0,1 2 0,0 2-1,-67 32 1,61-21-33,1 2-1,2 3 1,0 2 0,-54 50-1,74-56-13,3 1 0,0 2 0,2 1 0,1 1 0,-29 51 0,22-26 59,3 2-1,-36 104 1,-11 61 699,61-177-561,2 1 0,2 1 0,3 0 0,-5 101 0,13-138-198,0 1 1,1 0-1,0-1 1,2 1 0,-1-1-1,1 0 1,1 1-1,1-1 1,0-1-1,0 1 1,1-1-1,1 0 1,0 0 0,0-1-1,2 0 1,9 11-1,-2-5 55,2-1 0,-1 0-1,2-2 1,0 0 0,0-1 0,2-1-1,-1-1 1,35 13 0,-6-6 41,0-3 0,2-2 1,75 10-1,159 2 97,490-4 26,-554-19-167,364-24-54,-482 11-101,168-41 0,-203 34 32,-1-4 1,-1-2 0,86-45-1,-61 17-1,-2-4-1,-3-3 0,-3-4 1,-3-4-1,-2-4 0,117-137 1,-167 176-2,24-29 12,52-79-1,-40 44-10,36-60 12,-86 128-7,-2-2 0,-1 1-1,-1-1 1,-1-1 0,6-39 0,-12 53 8,-2 1 0,1-1 0,-2 0 0,0 0 0,-1 1 0,-6-32-1,0 18 0,-1 1 0,-24-55-1,23 65 2,-2 1 0,0 0-1,-1 1 1,0 0 0,-2 1 0,-25-25 0,8 12-27,-1 2 1,-50-31 0,43 33-16,0 1-1,-2 2 1,-1 2 0,0 2-1,-2 2 1,-77-19-1,42 21-98,0 4-1,-82 0 1,-162 13-518,241 0 584,-173-7-111,205 2 181,28 1-97,0 0 0,0-1 0,-32-8 1,53 10 50,0 0 0,0 0 0,-1 0 0,1 1 0,0-1 0,0 0 0,0 0 0,0 1 0,0-1 0,0 1 0,0-1 0,0 1 0,0-1 0,0 1 0,0 0 0,0 0 0,0-1 1,0 1-1,0 0 0,-1 2 0,-13 16-1210,14-14 870,-1 0 0,1 1 0,0-1 1,0 0-1,1 1 0,-1-1 0,1 0 0,0 1 1,2 10-1,-1 9-1449,-2 6-2117,3-11-1820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26.6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1944,'51'12'1084,"-73"-18"-852,0 0-324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26.9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38 4528,'-15'1'1440,"16"-4"-1330,9-1 2378,4 2 6085,-20-27-15846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28.5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2058 572 4212,'-3'-5'435,"1"1"-1,1-1 1,-1 0-1,1 0 1,-1 0 0,1 1-1,1-1 1,-1 0-1,1 0 1,0-7-1,-1 7-256,0-1-1,0 1 0,-1 0 1,0 0-1,0 0 1,0 0-1,0 0 1,-1 0-1,0 0 1,0 1-1,0-1 0,-1 1 1,-6-7-1,-2-4 315,-1 0-339,0 0-1,0 1 0,-2 0 0,1 1 0,-2 0 0,0 2 0,0 0 1,-1 0-1,0 2 0,-30-13 0,-280-95 1808,166 60-832,101 33-936,-1 3 0,0 2 0,-66-10 0,89 25-183,0 2 1,1 1-1,-1 2 0,0 2 0,0 1 0,1 2 1,0 2-1,-40 13 0,31-5-41,1 1 0,0 3 0,2 1-1,0 2 1,-73 54 0,89-56 26,1 2 0,1 0-1,1 1 1,1 2 0,-37 53-1,46-57 39,1 0-1,2 1 1,0 0-1,1 1 0,2 0 1,0 1-1,2 0 1,-5 37-1,7-28 113,2 0-1,1 0 1,2 0 0,1 0 0,2 0-1,1-1 1,2 1 0,1-1 0,2-1-1,1 1 1,15 30 0,-17-46-107,1 0 1,0 0-1,1-1 1,1 0-1,0-1 1,1-1-1,0 0 0,2 0 1,-1-2-1,2 0 1,0 0-1,31 16 1,-13-11 13,0-2 1,1-1 0,1-2-1,0-2 1,64 11 0,93-3 8,-177-17-56,85 1 5,0-3 0,132-21 0,182-55-58,-307 53 35,-2-5 1,-1-5 0,110-51-1,-187 72 11,0-1 0,0-2 0,-2-1 0,48-39 0,-63 45-1,0 1-1,0-2 0,-1 0 1,-1 0-1,0-1 0,-1 0 1,0 0-1,-1-1 0,0 0 1,-1 0-1,-1 0 0,4-18 1,-6 21 5,5-21-4,-1 1 1,-1-1-1,-2 0 0,-1-1 1,-2-52-1,-5 37 29,4 34-48,-1 0 0,0 0 0,-1 0 1,-1 1-1,0-1 0,0 1 0,-2-1 0,-9-20 0,8 23-12,-1 0-1,0 0 0,0 0 0,-1 1 0,-1 0 0,0 1 0,0 0 0,-20-15 0,12 14 36,-1 0-1,1 2 0,-2 0 1,1 1-1,-36-9 0,-102-10 53,127 22-64,-253-27 39,-311 6 0,540 25-184,0 2 0,-101 18 0,132-15-499,1 1 0,-1 1 0,-35 18 0,43-18-405,1 1 0,0 0 0,0 1 0,1 1 0,0 0 0,-14 15 0,0 7-5116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1.0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2682 740 2992,'35'-5'816,"-28"4"570,-7-2-793,-11-132 2465,5 82-2351,0 22-384,-1 0-1,-2 1 1,-23-59-1,20 65-210,-1 0 0,-1 1 0,-1 0 0,-1 1 0,-1 1 0,-1 1 0,0 0 0,-2 1 0,-24-18 0,27 25-60,-1 0-1,-1 0 1,0 2-1,-1 1 1,1 0-1,-2 1 1,-39-9-1,-6 4-24,-80-6-1,122 17-26,-80-4 52,-122 9-1,179-1 5,-1-1-41,0 3 0,0 1-1,0 3 1,1 2-1,0 1 1,1 3 0,-69 30-1,69-24-26,-101 47-18,59-18 47,2 3 0,2 4 0,3 4 0,3 4 0,-102 106 0,129-118 62,4 3 0,1 1 0,3 3 0,3 1 0,2 2 0,3 2 0,-44 111 0,69-146-41,1 1 0,2 1 1,1-1-1,1 1 0,1 0 0,2 1 1,2-1-1,0 0 0,2 0 1,2 0-1,0 0 0,2 0 1,2-1-1,17 48 0,-16-57 0,0 0 1,1-1-1,1 0 0,1-1 0,1 0 0,0-1 0,1-1 0,1 0 1,1 0-1,0-2 0,2 0 0,-1-1 0,32 19 0,-17-15 85,1-1 0,0-2 0,1-1 0,0-2 0,61 14 0,-45-17 39,2-2-1,-1-2 0,77-2 0,-26-10 47,-1-5 0,0-4 0,151-44 0,-132 27-175,-2-5 0,190-90 1,-244 95-105,6-2 129,76-51 1,-101 55-97,100-74-185,-125 88 209,0-2 1,-2 0 0,0 0 0,27-40 0,-36 44 5,0 0 0,-1-1 0,0 0 0,-2 0 0,0 0 0,0-1 0,-2 0 0,0 0 0,-1 0 0,-1-1 0,0 1 1,-2-20-1,-1 16 4,-1-1 0,-1 1 1,-1 0-1,-1 0 1,-1 1-1,-1 0 0,-1 0 1,0 0-1,-19-29 1,9 20-23,-1 1 1,-2 0 0,-1 2-1,-1 0 1,-1 1 0,-1 2-1,-1 1 1,-1 0 0,-1 2 0,-1 2-1,0 0 1,-2 2 0,-60-23-1,56 27-255,-1 2-1,0 1 0,0 2 1,-1 1-1,0 2 0,0 2 0,0 1 1,0 2-1,0 2 0,0 1 1,0 2-1,-63 18 0,-32 23-4430,68-24 27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2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8 314 6229,'-2'-3'529,"1"1"1,0-1 0,0 0 0,0 0 0,1 0-1,-1 0 1,1 0 0,-1 0 0,1 0 0,0 0-1,0 0 1,1 0 0,-1 0 0,1 0 0,-1 0-1,1 0 1,1-4 0,0 4-280,0-1 1,0 1-1,1 0 1,-1 0-1,0 0 1,1 0-1,0 1 1,0-1-1,0 1 1,0-1-1,0 1 0,4-2 1,9-4-194,1 1 1,1 1-1,-1 0 1,31-5 0,-33 7 469,396-79 620,-145 11-835,-186 51-271,-79 21-42,-1 0 0,1 1 1,-1-1-1,1 1 0,-1-1 0,1 1 1,-1-1-1,0 0 0,1 1 0,-1 0 1,0-1-1,1 1 0,-1-1 1,0 1-1,0-1 0,0 1 0,1 0 1,-1-1-1,0 1 0,0-1 0,0 1 1,0 0-1,0-1 0,0 1 0,0-1 1,0 2-1,0 0-1,0 5 4,0 0 1,0 1-1,-1-1 1,0 0-1,0 0 1,0 0-1,-1 0 1,0 0-1,-1 0 1,0 0-1,-5 9 1,-8 12 7,-27 35 1,10-14-4,-273 394 93,0 1 226,290-420-216,1 1-1,1 1 1,1 0-1,-13 40 1,24-58-75,0-1 0,1 1 0,0-1 0,0 1 1,1 0-1,-1 0 0,2 0 0,-1-1 0,3 11 1,-2-12-12,1-1 0,0 0 0,0 0 0,0 0 1,1 0-1,-1 0 0,1 0 0,1-1 0,-1 0 1,0 1-1,1-1 0,0 0 0,0-1 1,8 7-1,0-3 17,0 0 1,0 0-1,1-1 1,0-1-1,0 0 1,1 0-1,-1-2 1,28 5 0,9-3-209,57 0 1,-97-5 126,83-2-1861,161-22 0,89-41-6348,-307 58 7005,104-23-5539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2.7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174 431 9665,'21'-12'1510,"-20"15"-1000,-1 1-1,0-1 1,-1 1-1,1 0 1,-1-1-1,1 1 1,-3 5-1,-4 4 165,-1 0-1,0-1 0,-13 15 1,-18 26 726,23-25-1067,2 0 0,1 1 0,1 0 0,2 1 0,1 0 0,1 1 0,-6 47 0,10-51-206,-3 25 77,7-50-195,0 1-1,0 0 1,0-1-1,0 1 1,1 0 0,-1-1-1,1 1 1,0 0-1,0-1 1,0 1-1,0-1 1,0 0 0,0 1-1,1-1 1,2 4-1,-2-5-16,-1 0 0,0 0 0,1-1 0,-1 1 0,0 0-1,1-1 1,-1 1 0,1-1 0,0 1 0,-1-1 0,1 0 0,-1 0-1,1 1 1,-1-1 0,1 0 0,0-1 0,-1 1 0,1 0-1,-1 0 1,1-1 0,-1 1 0,1-1 0,-1 1 0,1-1-1,-1 1 1,1-1 0,1-1 0,4-2-52,0 0 0,-1-1-1,0 1 1,10-10 0,27-30-647,65-84 0,24-62 25,20-24 420,-132 188 247,9-12 5,1 1 0,61-57-1,-89 92 14,0 1 0,0-1 0,0 0 0,0 1 0,0-1 0,0 1 0,1 0-1,-1-1 1,0 1 0,1 0 0,-1 1 0,1-1 0,-1 0 0,1 1 0,0-1-1,-1 1 1,1 0 0,-1 0 0,1 0 0,0 0 0,4 1 0,-4 0-1,0 1-1,0-1 1,-1 1 0,1 0 0,-1 0 0,1 0 0,-1 0 0,0 0-1,1 1 1,-1-1 0,0 1 0,-1-1 0,1 1 0,0 0 0,1 3-1,4 11 7,-1-1-1,-1 1 1,0 0-1,-1 1 1,1 17-1,3 22 9,0 6 20,27 107 0,-30-152-37,1-1 0,0 0-1,1 0 1,1-1 0,1 1-1,1-2 1,0 1 0,0-2-1,2 1 1,21 21 0,-24-29-19,0 0 1,0-1 0,1 0-1,0 0 1,0-1-1,1 0 1,-1-1-1,1 0 1,0-1 0,0 0-1,20 2 1,-17-3-9,0-1 1,1-1-1,-1 0 0,0-1 1,1-1-1,-1 0 1,0-1-1,24-7 0,-13-1 22,0 0-1,0-1 0,-2-2 0,1 0 0,-2-2 0,0 0 1,-1-2-1,0 0 0,-2-1 0,0-1 0,-1-1 0,-1-1 1,26-44-1,-34 49 4,0 0 0,-2 0 0,0-1 1,-1 0-1,-1 0 0,0-1 0,-2 1 1,0-1-1,0-21 0,-3 25 0,0-1-1,-2 1 1,0 0 0,-1 0-1,0 0 1,-1 0 0,-1 0-1,0 1 1,-1-1 0,0 1-1,-2 1 1,-9-16 0,8 16-35,-1 1 1,0 0-1,-1 0 1,0 1 0,0 0-1,-2 1 1,1 0-1,-1 1 1,0 1-1,-1 0 1,0 1 0,0 0-1,-1 1 1,0 0-1,0 2 1,0-1-1,-19-1 1,10 2-509,0 2 0,0 1 0,0 1 0,-31 3 0,24 1-1729,0 2 0,-56 17 0,44-7-3620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3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4796,'51'-5'1585,"-41"4"6223,-9 3-7645,1 0-1,0-1 0,0 1 1,-1 0-1,1 0 0,-1 0 1,1 1-1,-1-1 0,0 0 0,1 3 1,1 9 32,-1-1 0,0 1-1,-2 0 1,0 22 0,0-12 59,-6 198 636,3-195-865,2-22-21,0-1 0,1 1 0,-1-1 0,1 1 0,0-1 1,0 1-1,1-1 0,-1 1 0,1-1 0,0 1 0,0-1 0,1 0 1,2 7-1,-4-10-24,1 0-1,-1-1 1,1 1 0,0 0 0,-1 0 0,1-1 0,0 1 0,-1 0 0,1-1 0,0 1-1,0-1 1,0 1 0,0-1 0,0 1 0,-1-1 0,1 0 0,0 1 0,0-1 0,0 0 0,0 0-1,0 0 1,0 1 0,0-1 0,2 0 0,31-8-285,-21 3 188,-1-1 1,23-13-1,185-140-387,-205 148 482,-1 1 0,2 1 0,-1 0-1,1 1 1,33-11 0,-45 18 25,0 0 1,0 0-1,0 1 1,1-1-1,-1 1 1,0 0-1,0 0 0,0 1 1,0-1-1,0 1 1,0 0-1,0 0 1,0 0-1,0 1 1,4 1-1,5 4 48,0 1-1,24 18 1,-29-19-249,0-1 1,1 1-1,0-2 1,0 1-1,1-1 1,17 6-1,153 27-4605,-112-37 715,-14-1 758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3.3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1 101 4852,'28'-43'617,"-15"26"115,-10-3-3093,0 0 1505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3.6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0 203 8077,'14'-15'773,"0"1"1,1 1 0,0 0-1,1 2 1,1-1-1,0 2 1,0 0 0,24-9-1,-10 6 547,-20 8-608,-1 0 0,1 1 0,14-3 0,39-14 702,52 7-3538,-31 6-818,7 0-1931,21 7-2825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4.8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74 8365,'14'-23'1714,"-12"18"1879,0 3-2660,4-6-219,-1 3-22,-1-1-1,1 1 1,0-1-1,11-6 1,-14 10 444,-1 6-1005,0-1 0,0 1 0,0 0 0,0 0 0,-1 0 0,1-1 0,-1 1 0,0 0 0,0 0 0,-1 5 0,1-6-5,-4 32 410,-2-1 0,-1 0 0,-13 41 0,3-15-30,-76 219 995,19-69-1024,-119 376-4339,165-504 2351,-26 85-3077,34-92-2434,16-56 881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5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1813 112 5577,'-3'-3'174,"0"-1"1,0 1 0,0-1 0,1 0 0,-1 0 0,1 0 0,0 0-1,0 0 1,1 0 0,-1-1 0,1 1 0,0 0 0,-1-9 0,2 11-78,-1 0 1,1 0-1,0 0 1,-1 0-1,1 0 1,-1 0-1,0 0 1,0 0-1,0 0 1,0 0-1,0 0 0,0 0 1,0 1-1,-1-1 1,1 0-1,-1 1 1,1-1-1,-1 1 1,1 0-1,-1-1 1,0 1-1,0 0 1,0 0-1,1 0 1,-1 0-1,0 1 1,0-1-1,0 0 1,-1 1-1,1 0 1,0-1-1,-2 1 0,-7-1 139,-1 1 0,1 0-1,0 0 1,-19 4-1,21-2-102,-340 70 2268,213-39-2080,-506 108-968,213-51-6343,333-70 2337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5.3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8521,'1'35'725,"2"-1"1,1 1-1,2 0 1,1-1-1,19 51 1,76 159 232,-89-217-847,46 90-323,5-3 1,5-2 0,5-4-1,141 159 1,-6-26-2637,-141-164-1009,-36-48 660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6.7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857 315 5360,'0'-34'1368,"1"1"0,2-1-1,9-40 1,-9 57-318,0 1 0,1-27 0,-3 32-207,0 1 0,0-1-1,1 1 1,3-12-1,-31 91 378,-47 143 243,-42 177-1321,-180 412 0,101-374-3746,58-148-3577,131-269 6759,-44 92-6548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21:37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2464 0 6025,'-8'3'494,"1"-1"0,-1 1 0,1 1 0,0 0 0,-8 5 0,16-8-414,-1 0 1,0 1-1,1-1 1,0 1-1,-1-1 1,1 0-1,0 1 1,0-1-1,0 0 1,0 0-1,0 0 1,0 0-1,2 2 1,-3-2-22,9 7 63,1 0 1,-1-1-1,1 0 1,0 0-1,1-1 1,0 0-1,0-1 1,0 0-1,14 4 1,17 3 81,54 7 0,-55-11-61,607 80 1007,5-43-683,-443-33-337,233 11 1,326 24-28,-690-41-82,371 42-8,-349-32-13,-1 4 0,138 47-1,-219-60 13,0 0-1,-1 2 0,0 0 1,0 1-1,0 0 1,-2 2-1,1 0 0,26 27 1,-34-29 51,0 1 0,0 0 0,-1 0 0,-1 1 0,0 0 0,-1 0 0,0 1 0,-1 0 0,0 0 0,-1 0 0,0 1 1,-1-1-1,2 26 0,-4 1 136,-1 1 0,-2-1 0,-1 1 0,-3-1 0,-1 0 0,-24 74 0,-104 223 509,123-311-659,-58 121 158,-142 223 0,74-169-121,-9-7 0,-8-6 0,-8-7 1,-326 280-1,477-451-18,-109 85 541,104-83-536,-1-2 1,0 1-1,-1-2 1,0-1-1,-26 9 1,-37 5-59,-1-4 1,0-4-1,-2-3 1,1-4-1,-1-3 1,0-4-1,-160-22 1,-233-82-206,7-38 128,68 18 35,-605-125 0,397 154 22,-4 49-1504,551 43 1068,6 1-458,0-2-1,1-3 0,-59-15 1,110 21 553,0-2 1,0 1-1,0-1 1,0 0-1,0 0 1,0 0-1,1-1 1,0 0-1,-10-9 1,14 13 230,1-1-29,-1 1 0,1-1-1,-1 1 1,1-1 0,-1 1 0,1-1 0,-1 1-1,1-1 1,-1 1 0,1-1 0,0 1 0,-1-1 0,1 0-1,0 1 1,0-1 0,-1 0 0,1 1 0,0-1-1,0-1 1,9-16-3747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3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206 370 9281,'12'-66'6311,"-12"64"-6086,0 1-1,0-1 1,-1 1-1,1-1 1,-1 1-1,0-1 1,1 1-1,-1 0 1,0-1 0,0 1-1,0 0 1,-1-2-1,-3-6 482,2-2-113,-1 0 0,1 1 0,-1-1-1,-1 1 1,0 0 0,-1 0 0,-6-9 0,-1 0 686,1-1 0,-12-28 1,5 16-465,17 29-611,1 1-37,-1-10 11,-1 1 1,-1 0-1,-5-13 0,-14 65-127,16-31-39,0 1 0,2 0 0,-1 0-1,1 1 1,-5 19 0,7-14-2,0 0 0,1 1-1,1-1 1,1 1 0,0-1 0,1 1 0,1-1 0,1 0 0,0 1 0,2-1 0,0-1 0,0 1 0,2-1 0,0 0 0,1 0-1,0-1 1,1 0 0,1 0 0,0-1 0,2 0 0,-1-1 0,1-1 0,16 14 0,10 4-101,0-1 0,2-2 1,1-1-1,1-3 0,1-1 0,1-2 1,1-2-1,1-2 0,0-3 0,75 14 1,126 2-1132,-205-28 1013,0-1-1,-1-2 1,79-14-1,-111 14 188,0 0 0,0 0-1,0-1 1,0-1 0,0 1 0,13-8 0,-19 8 32,0 1 0,0-1 0,0 0 0,0 0 0,0 0 0,-1 0 0,1 0 0,-1-1 0,0 1 0,0-1 0,0 0 0,0 1 0,-1-1 0,1 0 0,-1 0 0,0 0 0,0-7 0,1 2 39,-1 0-1,0 0 0,0 0 0,-1 0 1,0-1-1,-1 1 0,0 0 0,-1 0 0,-4-17 1,-17-34 406,-15-47 918,25 117-1169,10-5-187,0 1 1,0-1-1,0 1 0,1-1 1,0 1-1,0 0 1,0 0-1,1 0 0,-1 0 1,2 0-1,-1 0 1,1 0-1,0 11 0,0-4 3,0 176 116,1-54-69,-1-95-53,-1 72 34,-27 193 0,-13-109-89,-8-2-1,-9-3 0,-8-2 0,-8-3 0,-103 185 0,144-310 28,-66 91 0,83-130 14,-1-2-1,0 0 1,-2-1 0,0-1-1,-1-1 1,-1-1 0,-30 18-1,49-32-4,0-1 0,0 0-1,0-1 1,0 1-1,0 0 1,0-1-1,0 1 1,-1-1 0,1 0-1,0 1 1,0-1-1,-1 0 1,1 0-1,0-1 1,0 1 0,-1 0-1,1-1 1,0 1-1,0-1 1,0 0-1,0 0 1,0 0 0,0 0-1,0 0 1,-2-2-1,1 1-9,0 0-1,0-1 0,1 1 1,-1-1-1,1 0 0,0 0 0,0 0 1,0 0-1,0 0 0,0 0 1,1 0-1,-1-1 0,1 1 0,-2-6 1,2-4-90,-1-1 1,2 1-1,-1 0 1,2 0-1,0 0 0,0 0 1,1 0-1,1 0 1,5-14-1,7-20-469,23-46-1,-37 92 563,46-102-674,5 2 0,3 3-1,72-94 1,-81 130 536,3 3 0,2 2 0,3 2 0,2 3 0,89-65 0,-123 102 113,0 1-1,2 1 1,-1 1 0,2 0 0,0 2 0,0 1-1,0 2 1,42-8 0,-43 11 22,-1 2 1,1 1-1,0 1 0,0 1 0,-1 2 1,1 0-1,-1 1 0,0 1 1,42 15-1,-40-9 16,18 3 6,-40-13-9,20-2 81,-15 0-81,0-1 0,0-1-1,0 1 1,0-1 0,0 0-1,-1-1 1,1 0 0,-1 0 0,12-10-1,5-1 23,-3 2 26,135-88-217,-132 83 46,0-1 0,-1-1 0,-1-1 0,21-26 0,-40 44 87,0-1 0,0 0 0,-1 1-1,1-1 1,-1 0 0,0-1 0,0 1 0,0 0 0,0-1 0,-1 1 0,0-1 0,0 1 0,0-1 0,0 0 0,-1 1 0,0-6-1,-1 6 22,0 1-1,0-1 1,0 1-1,0-1 0,-1 1 1,0 0-1,1-1 0,-1 1 1,0 0-1,-1 0 0,1 1 1,0-1-1,-1 0 0,0 1 1,1-1-1,-1 1 1,0 0-1,0 0 0,-7-3 1,-17-9-30,0 1 0,-1 2 0,-49-14 0,-94-13-59,70 17 92,42 11 44,-89-4 1,64 8 102,63 4-136,-1 1 1,1 1-1,-33 4 0,51-3-506,8-2-2324,14 0-936,37 1 0,-15 7-3697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4.1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403 69 9073,'-4'-4'795,"1"0"-1,-1 0 1,-1 1 0,1-1-1,0 1 1,-1 0 0,0 0-1,1 0 1,-1 1 0,-9-3-1,-5-5 928,12 7-934,-1-1 0,1 1 0,-1 1-1,1-1 1,-1 1 0,0 1 0,-9-2 0,-21 9 2610,25 26-2424,-148 513 1582,146-477-2556,3-1 0,-4 86 0,15-126 0,1 0 0,1 0 0,1 0 0,1-1 0,2 1 0,1-1 0,0 0 0,19 44 0,-18-56 0,1-1 0,0 0 0,1 0 0,0-1 0,1 0 0,0-1 0,1 0 0,0 0 0,1-1 0,0-1 0,1 0 0,0-1 0,0 0 0,1-1 0,0 0 0,0-1 0,1-1 0,-1 0 0,1-1 0,0 0 0,17 1 0,-12-3 0,0 0 0,1-1 0,-1-1 0,0-1 0,0-1 0,1-1 0,-1-1 0,-1 0 0,1-1 0,-1-2 0,0 0 0,0 0 0,-1-2 0,0-1 0,29-19 0,-38 22-23,0-1 0,-1 0 0,1 0 0,-2-1 0,1 0 0,-1 0 1,0-1-1,-1 0 0,8-18 0,-7 12-65,-1 0 1,-1-1 0,-1 0-1,0 0 1,2-32-1,-5-4-150,-3 0-1,-1 0 1,-14-65-1,14 98 213,-6-30-199,-2 0 1,-2 0 0,-3 1-1,-1 1 1,-2 1-1,-3 1 1,-2 0-1,-1 2 1,-44-58 0,58 89-86,0 0-1,-1 0 1,0 1 0,-1 0 0,-16-10 0,23 17-33,-1 1-1,0 0 1,1 1-1,-1 0 1,-1 0-1,1 0 0,0 1 1,-1 0-1,1 0 1,-1 1-1,1 0 1,-1 0-1,-12 1 1,19 0 195,0-1 0,0 1 0,0 0-1,1 0 1,-1 0 0,0 0 0,0 0 0,0 0 0,0 1 0,0-1 0,0 0 0,0 0 0,0 1 0,0-1 0,0 1 0,0-1 0,1 0 0,-1 1 0,0-1-1,0 1 1,1 0 0,-1-1 0,0 1 0,1 0 0,-1-1 0,0 1 0,1 0 0,-1 0 0,0 1 0,1 0-545,1 1 1,-1-1-1,1 1 1,0-1-1,-1 0 1,1 1-1,0-1 1,0 0-1,3 5 1,-3-6 500,18 36-7384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4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 9081,'3'-20'3467,"1"27"1083,1 9-3951,-4-12-359,0-1 0,-1 1 0,1 0 0,-1 0 1,1 0-1,-1-1 0,0 1 0,-2 7 0,1 8 280,6 19 31,1-1 0,2 0 0,21 60 0,-19-66-465,2 0 0,1-1 1,1-1-1,1 0 0,2-1 0,1 0 0,1-2 1,1 0-1,2-1 0,25 22 0,-37-38-73,1 0-1,0-2 1,16 10-1,-23-15-9,0 0-1,-1 0 1,1-1-1,0 0 0,0 1 1,0-2-1,0 1 1,0 0-1,0-1 1,1 0-1,-1 0 0,0 0 1,0 0-1,0 0 1,0-1-1,4-1 1,0-1 34,-1 0 0,0 0 0,0-1 1,0 0-1,0 0 0,-1-1 1,1 0-1,-1 0 0,0 0 0,-1-1 1,1 0-1,7-11 0,-6 7 166,-1 0 0,0-1 0,-1 1 0,0-1 1,-1 0-1,0 0 0,-1 0 0,3-15 0,38-160 5431,-41 171-5150,-3 13-94,-6 13-65,2-2-335,0 1 0,1 0 0,0-1 0,1 1 0,0 0 0,1 1 0,0-1 0,0 15 0,0 1-207,0 3-1535,1 1 1,5 37 0,-2-43-1376,1 0-1,1 0 1,11 28 0,12 8-8586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5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635 293 8249,'-37'-17'2270,"29"14"-147,-12-14 2161,14 10-3364,-6-4 210,4 3-345,1 1-1,-1 1 1,-1-1-1,1 1 1,-1 0-1,-18-8 1,-52-20 2374,61 25-2831,0 0-1,-1 1 1,-1 1 0,1 1-1,-1 1 1,-20-3 0,13 6-200,4 0-29,-1 0 1,1-2-1,0 0 0,0-2 1,-39-14-1,60 19-41,-1 0 1,1 0-1,-1-1 0,1 0 1,0 1-1,-1-1 0,1 0 1,0 0-1,0 0 0,0 0 1,1-1-1,-1 1 0,1 0 1,-1-1-1,1 1 1,0-1-1,-1 0 0,0-2 1,2 3-68,0 1 12,1 1 1,-1-1 0,1 0-1,0 0 1,-1 1-1,1-1 1,0 0-1,-1 1 1,1-1-1,0 1 1,0-1-1,-1 1 1,1-1 0,0 1-1,0 0 1,0-1-1,0 1 1,1 0-1,-2 0 2,4-1-3,-1 0 0,1 0 0,0 0 0,0 1 0,0-1 0,-1 1 0,1 0 0,0 1 0,0-1 0,0 1 0,-1-1 0,1 1 0,0 0 0,6 3 0,1 1 3,1 0-1,-1 1 1,13 9 0,-1 1 1,0 2 0,-1 0-1,-1 2 1,-1 0 0,-1 1-1,-1 1 1,0 1 0,-2 1 0,-1 0-1,-1 1 1,0 0 0,-2 1-1,-2 1 1,0-1 0,-1 2 0,-2-1-1,6 49 1,-8-29 19,-3 0-1,-1 0 1,-3 0-1,-2 1 1,-1-2-1,-19 70 1,23-112-32,12-24-134,211-345-84,-183 296 199,4 3 1,96-115-1,-134 174 12,1 1 0,0 0 0,0 1 0,13-9 0,-17 13 25,-1 0-1,1 0 0,0 0 0,0 0 1,-1 0-1,1 1 0,0-1 0,0 0 1,0 1-1,0 0 0,0 0 1,0-1-1,0 1 0,0 0 0,0 0 1,0 1-1,0-1 0,0 0 1,0 1-1,0-1 0,-1 1 0,1 0 1,0-1-1,0 1 0,0 0 1,1 1-1,2 2 15,-1 1 1,1-1-1,-1 1 0,0-1 0,0 1 1,-1 0-1,1 1 0,-1-1 1,0 1-1,-1-1 0,1 1 1,-1 0-1,0 0 0,1 8 0,3 15 185,4 54-1,-6-34-139,14 159-1452,9 66-2984,-21-240 3608,1-1 0,2 0 0,1-1 1,2 0-1,30 60 0,-10-42-6539,2-11-4894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6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1 829 10909,'42'-13'706,"-11"3"1249,1 1 0,62-10 0,-59 14-893,-1-2-1,-1 0 1,1-3-1,62-26 0,-81 29-862,-5 4-73,-1 0-1,1-2 1,-1 1 0,0-1-1,-1 0 1,1-1 0,-1 0-1,0 0 1,0-1 0,10-11-1,-14 13-98,-1 0-1,1 0 1,-1 0-1,0-1 1,-1 1-1,1-1 1,-1 0 0,0 0-1,0 1 1,-1-1-1,0 0 1,0-1-1,0 1 1,-1 0-1,0-9 1,1 3-2,-1 9-21,0 1-1,0-1 0,-1 0 1,1 0-1,-1 0 1,1 0-1,-1 0 0,0 0 1,0 1-1,0-1 0,0 0 1,-1 0-1,1 1 1,-1-1-1,1 1 0,-1 0 1,0-1-1,0 1 0,0 0 1,0 0-1,-1 0 1,1 1-1,0-1 0,-1 0 1,1 1-1,-1-1 1,0 1-1,1 0 0,-1 0 1,-4-1-1,1 0 7,-1 1 0,1 0 1,-1 0-1,1 0 0,-1 1 0,1 0 1,-1 0-1,1 0 0,-1 1 0,1 0 1,0 1-1,-1-1 0,-9 5 0,-3 3-6,0 1 0,0 1 0,1 1-1,0 0 1,1 1 0,1 1 0,0 1-1,0 0 1,2 1 0,0 1 0,-14 23-1,21-30 6,1 0-1,0 1 1,1 0-1,0 0 0,0 0 1,1 0-1,1 1 0,0 0 1,1 0-1,0 0 1,1 0-1,0 0 0,1 0 1,0 0-1,1 0 0,0 0 1,1 0-1,0 0 1,1 0-1,1-1 0,8 22 1,-7-24-8,1 0 1,0 0-1,1 0 1,0-1-1,0 0 1,1-1-1,-1 1 1,2-1-1,-1-1 0,1 0 1,0 0-1,10 5 1,5 1-5,0-1 1,1-1-1,45 11 0,5-4-141,1-3 0,0-4 0,0-3-1,1-3 1,0-4 0,0-3-1,107-17 1,-145 12 51,0-1 0,-1-2 1,0-1-1,54-26 0,-73 29 67,-1-1 1,0-1-1,-1-1 0,0-1 1,-1 0-1,0-1 1,-1 0-1,0-2 0,-2 0 1,15-20-1,-11 8 5,-1-1 0,-1-1 1,14-40-1,-21 49 13,-2 0 0,0-1 0,-2 0 0,0 0 0,1-38 0,-5 56 8,0 0 0,-1 0 0,0-1-1,1 1 1,-1 0 0,-1 0 0,1 0 0,-1 0 0,1 0 0,-1 1 0,0-1 0,-1 0 0,1 1-1,-1-1 1,1 1 0,-1 0 0,0 0 0,0 0 0,0 0 0,-1 1 0,1-1 0,-1 1 0,1 0-1,-1 0 1,0 0 0,0 0 0,0 1 0,0-1 0,0 1 0,0 0 0,0 1 0,-1-1 0,1 1 0,0-1-1,0 1 1,0 0 0,-1 1 0,1-1 0,0 1 0,0 0 0,-5 1 0,-12 5 12,0 1 0,1 0 0,0 2 0,1 0 1,0 2-1,0 0 0,1 0 0,1 2 0,-20 19 0,16-12-9,2 1 0,0 0 0,1 2-1,1 0 1,2 1 0,-19 38-1,29-53 10,1 1 0,0 0 0,1 0 0,0 1-1,0-1 1,1 1 0,1-1 0,0 1 0,0-1-1,2 14 1,0-16-18,1 0 0,0-1 0,0 1-1,0 0 1,1-1 0,1 1 0,-1-1 0,1 0 0,1 0-1,-1 0 1,1-1 0,1 0 0,10 11 0,3 0-36,1-1 0,0-1 1,1-1-1,1-1 0,0-1 0,1 0 1,1-2-1,0-1 0,0-1 0,47 11 1,13-3-902,165 10 1,-145-19-221,1-6 0,-1-3 0,1-6 1,156-29-1,-232 29 1025,0-1 0,-1-2 1,0 0-1,0-2 0,-1-1 0,31-21 1,-42 24 285,-2-1 0,1 0 1,-1-1-1,-1 0 0,0-1 1,-1-1-1,-1 0 0,0-1 1,0 0-1,-2 0 0,11-23 1,-18 35-90,-1 0 0,0 0 0,0 0 0,1-1 0,-2 1 0,1-1 0,0 1 0,-1 0 0,0-1-1,1 1 1,-1-1 0,-1 1 0,1-1 0,0 1 0,-1-1 0,0 1 0,0-1 0,0 1 0,0 0 0,0 0 0,-1-1 0,1 1 0,-1 0 0,0 0 0,0 1 0,0-1 0,0 0 0,-1 1 0,1-1 0,-1 1 0,0 0 0,1-1 0,-1 1 0,0 1 0,-5-4 0,5 4-30,1 0 1,0 0 0,-1 0 0,0 0 0,1 1-1,-1-1 1,1 1 0,-1-1 0,0 1 0,0 0-1,1 0 1,-1 0 0,0 1 0,1-1-1,-6 2 1,-5 0 48,-6 1 2,1 2-1,0 0 1,0 0-1,0 2 0,1 0 1,-1 1-1,2 1 0,-1 1 1,1 0-1,-23 21 1,23-18-45,1 0 0,0 2 0,1 0 0,1 0 0,0 2 1,1-1-1,1 2 0,1-1 0,-15 35 0,24-48-25,-1 0 0,1 0 0,0 0 1,0 0-1,0 0 0,1 1 0,-1-1 0,1 0 0,0 1 0,1-1 0,-1 0 0,1 1 0,-1-1 1,1 0-1,0 0 0,1 0 0,-1 0 0,1 0 0,0 0 0,3 5 0,-3-6-13,1 0 1,-1 0-1,1 0 0,0-1 1,0 1-1,0-1 0,0 0 0,1 0 1,-1 0-1,0 0 0,1 0 0,0-1 1,-1 0-1,1 0 0,0 0 1,0 0-1,-1 0 0,1-1 0,0 1 1,0-1-1,0 0 0,5-1 1,7 0-61,0-1 1,0-1 0,0-1 0,-1 0 0,1-1 0,-1 0-1,0-2 1,0 1 0,-1-2 0,15-9 0,-12 4 13,-1 0 0,0-1 0,0 0 0,-2-1 0,0-1 0,24-35-1,-16 13 41,-1 0 0,-2-1 0,-2-1 0,-2-1 0,-2-1 0,17-84 0,-19 60 538,-2-1 0,0-132 0,-10 168-58,-1 1 0,-2 0 0,0 0 0,-3 0-1,0 0 1,-2 1 0,-1 0 0,-25-48 0,35 75-416,0 1 1,-1 0-1,0-1 1,1 1-1,-1 0 1,0 0-1,1 0 1,-1-1-1,0 1 1,0 0-1,0 0 1,0 0-1,0 0 1,0 1-1,0-1 1,-1 0-1,1 0 0,0 1 1,0-1-1,-1 1 1,1-1-1,0 1 1,-1-1-1,1 1 1,0 0-1,-1 0 1,1 0-1,-1-1 1,1 1-1,0 1 1,-1-1-1,1 0 1,-1 0-1,1 0 1,0 1-1,-1-1 1,1 1-1,0-1 0,0 1 1,-1-1-1,1 1 1,0 0-1,0 0 1,0-1-1,0 1 1,-2 2-1,-2 2 98,0 0-1,0 0 1,1 1-1,-1-1 1,1 1-1,1 0 1,-5 9-1,-2 13 102,0 1 0,3 0 0,0 0-1,2 0 1,-2 37 0,3-30-88,-4 32-711,3 134 0,8-160-886,1 0 1,3 0-1,1-1 0,20 59 0,9-7-5751,9-1-4821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7.9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77 218 11517,'-11'-11'665,"2"-1"0,-13-17-1,21 27-526,1 0-1,-1 0 0,0 0 0,1 0 1,-1 0-1,1 0 0,-1 0 1,1-1-1,0 1 0,0 0 0,0 0 1,0 0-1,0 0 0,1 0 0,-1-1 1,1 1-1,1-3 0,1-11 854,-3 11-617,1-1 0,-2 1 0,1-1 0,0 1 0,-1 0 0,0-1 0,-1 1 0,1 0 0,-1 0 0,0 0 0,0 0 0,0 0 0,-1 0 0,-3-5 0,-5-12 2975,12 18-1430,8 10-1216,25 42-263,-28-39-402,0 0-1,0 0 0,12 12 0,23 30-944,-39-49 233,2-1 319,0 1 1,0 0-1,0 0 1,0 0-1,-1 1 0,1-1 1,-1 1-1,4 3 1,2 1-151,-7-6 238,-4-3-395,0-2 712,-1 1 0,0-1 0,0 1 0,0 0 0,0 0 0,0 0 0,0 1 0,-1-1-1,-6-3 1,8 6-14,0-1 0,0 0 0,0 1 0,0-1 0,-1 1-1,1 0 1,0 0 0,0 0 0,0 0 0,-1 0-1,1 0 1,0 1 0,0-1 0,0 1 0,0 0 0,-1-1-1,1 1 1,0 0 0,0 0 0,0 0 0,1 0 0,-1 1-1,-2 1 1,-4 4 75,1 1 0,-1 0 0,1 0 0,1 1 1,0 0-1,0 0 0,1 0 0,0 1 0,0 0 0,1 0 0,0 0 0,1 0 0,0 1 0,1-1 0,0 1 0,1 0 0,0-1 0,1 1 0,0 0 0,2 12 0,0-11-72,2-1 0,-1 0-1,2 0 1,-1 0-1,2-1 1,-1 0 0,1 0-1,1 0 1,0-1-1,0 1 1,1-2 0,0 1-1,0-1 1,1-1-1,18 13 1,-3-4-45,1-1 1,0-1-1,1-1 1,0-2-1,38 12 1,124 25-857,-153-41 617,0-2-1,0-2 1,52-1 0,-68-4 165,0 0 1,0-1 0,0-1 0,0 0 0,0-2 0,-1 0-1,23-11 1,-32 12 74,0 1 0,-1-2 0,1 1 0,-1-1 0,0 0 0,-1-1 0,1 0 0,-1 0 0,-1 0 0,1-1 0,-1 0 0,0 0 0,-1-1 0,0 0 0,6-15 0,2-10 159,-8 24 128,-1 0 0,0-1 0,-1 1 0,0-1 0,-1 0 0,0 0 0,1-15 0,-5 22 206,-2 9-148,-11 21 28,-11 44 37,1 41 28,-12 134-1,15-80-262,7-72-196,-3 1 0,-5-2 0,-3-1 0,-5-1 0,-72 148 0,56-152-388,-96 130 1,105-168 87,-2-1 0,-2-3 0,-84 71 0,112-104 229,-1-1 0,0 0 1,-31 14-1,44-23 87,1 0-1,-1 0 0,0-1 0,1 1 0,-1 0 0,0-1 0,0 1 0,0-1 0,0 0 0,0 1 0,0-1 0,1 0 0,-1 0 0,0 0 0,0 0 1,0-1-1,0 1 0,0-1 0,0 1 0,1-1 0,-1 1 0,0-1 0,0 0 0,1 0 0,-1 0 0,0 0 0,1 0 0,-1 0 0,1 0 0,0-1 1,-3-1-1,3 0 6,-1 0 1,1 0-1,0 0 1,0 0 0,0 0-1,0 0 1,0 0 0,1 0-1,-1 0 1,1 0-1,0-1 1,0 1 0,0 0-1,0 0 1,1 0 0,-1-1-1,2-3 1,6-16-22,1-1 0,1 2-1,1-1 1,1 1 0,0 1 0,18-21 0,-10 13-3,84-118-87,6 5-1,142-140 1,281-231-87,-507 489 201,33-22 0,-48 38 11,1 1 0,-1 0 0,1 1-1,0 1 1,0-1 0,15-2 0,-24 7-8,0 0 1,0 1-1,1-1 1,-1 1-1,0 0 1,0 0-1,0 1 1,0-1-1,0 0 1,0 1-1,1 0 1,-1 0-1,0 0 1,-1 0-1,1 0 1,0 1-1,0-1 1,0 1-1,-1 0 1,1-1-1,-1 1 1,0 1-1,1-1 1,-1 0-1,0 0 1,0 1-1,0-1 1,-1 1-1,1 0 1,-1 0-1,1-1 1,-1 1-1,1 4 1,3 5 12,0 1 1,-2 0-1,1 1 0,-2-1 1,0 1-1,1 18 1,-2 2 16,1 0 1,2 0 0,1 0 0,2-1-1,16 51 1,-19-74-23,0 0-1,1 0 1,0 0-1,0 0 1,1-1 0,1 0-1,-1-1 1,1 1-1,1-1 1,-1 0-1,1-1 1,1 0-1,-1 0 1,1-1 0,1 0-1,-1-1 1,1 0-1,0 0 1,0-1-1,0 0 1,14 3-1,-7-4-71,-1 0 0,1-1 0,0-1 0,-1-1 0,1 0 0,28-4 0,-34 2-85,1 0 0,-1-1 0,1-1 1,-1 1-1,0-2 0,0 1 0,0-2 0,-1 1 0,19-15 0,-26 17 79,0 0 1,-1-1-1,1 1 0,-1-1 0,0 0 1,0 0-1,0 1 0,0-1 0,-1 0 1,0-1-1,0 1 0,0 0 0,0 0 1,0 0-1,-1-1 0,0 1 0,0-8 1,-1-5-131,-1 1 0,-6-31 1,5 38 128,0-1 1,0 1-1,-1 0 1,0 0 0,-1 0-1,0 1 1,-1 0-1,1 0 1,-2 0-1,-7-7 1,-10-9-84,-42-31 0,34 30 86,5 3 58,-42-45-1,67 65 9,1 0 0,0 0 0,-1 0 0,1-1 0,0 1 0,0 0 0,0-1 0,1 1 0,-1 0 0,1-1 0,-1 1 0,1-1 0,0 1 0,0-1 0,0 1 0,0-1 0,0 1 0,0 0 0,1-1 0,-1 1 0,1-1 0,0 1 0,0 0 0,-1-1 0,2 1 1,-1 0-1,0 0 0,2-3 0,1 0 1,-1 0 1,1 0 0,0 0 0,0 1 0,0 0 0,1-1 0,0 2 0,0-1 0,0 0 0,11-5 0,57-20-14,83-21 0,-60 21 17,-89 26-16,1 1 0,-1 1 0,0-1 1,0 1-1,1 0 0,-1 1 0,0 0 1,12 1-1,-16-1 13,-1 1-1,1-1 1,-1 1 0,1 0 0,0 0-1,-1 0 1,1 0 0,-1 0 0,0 1-1,1-1 1,-1 1 0,0 0 0,0 0-1,0-1 1,0 1 0,0 0 0,-1 1 0,1-1-1,0 0 1,-1 0 0,0 1 0,0-1-1,1 1 1,-1-1 0,1 5 0,16 81-17,-14-62 20,0-1 0,12 32 0,-7-36-62,0 0-1,2-1 0,1 0 0,0-1 1,1-1-1,1 0 0,1 0 1,0-2-1,1 0 0,1 0 0,1-2 1,0 0-1,0-1 0,2-1 1,-1-1-1,2 0 0,26 9 1,-20-16 137,-18-4 49,-6-1-40,0 0 0,-1 0 0,1 0 0,-1 0 0,1-1 0,-1 1 0,0-1-1,1 1 1,-1-1 0,0 0 0,3-4 0,4-18 5531,-9 23-5523,-6 19 889,-7 38-2109,3 0 0,-4 89 1,13-117-2674,5 45 0,-2-51-184,1 18-6380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8.2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9725,'8'3'463,"0"0"0,-1 0 0,1 0 0,-1 1 0,0 0-1,0 1 1,0 0 0,0 0 0,-1 0 0,0 1 0,0 0 0,-1 0 0,1 0 0,5 11 0,1 11-62,-1 0 1,-1 2-1,-2-1 0,-1 1 1,-1 0-1,-2 0 1,-1 1-1,-1 56 0,-4-42-258,-3 0-1,-1 0 0,-2 0 0,-2-1 0,-23 62 1,24-76-53,7-23 31,1-1 0,-1 0 1,0 0-1,-1 1 1,1-1-1,-1-1 0,-1 1 1,1 0-1,-1-1 1,0 1-1,-8 8 0,1-4 661,11-7 587,27-11-201,5-8-627,-1 0 1,57-43-1,-5 3-156,284-138-1715,17 30-3782,-67 56-3774,-156 64-811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8.6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40 7961,'29'-10'895,"-21"7"-299,1 0 0,-1 0 1,0-1-1,0-1 0,11-7 6801,-33 26-4745,11-9-2206,-5 5 60,1 2 0,0-1 0,1 1-1,1 0 1,-6 16 0,-19 71 1281,24-78-1468,-78 347 2485,38-152-2751,35-161-1019,3 0 0,1 1 0,3 92 0,9-43-3971,6 0-5186,-8-79 1701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9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0 172 10101,'49'-16'702,"96"-23"2896,-113 33-2575,1 1 1,0 1 0,51 2-1,-67 4-787,1 0 0,-1 0 0,0 2-1,-1 0 1,1 1 0,-1 1 0,0 0-1,27 15 1,-39-19-203,37 21 307,-1 2 0,57 45 0,11 19-50,50 44-103,-94-76-141,3-4 0,113 70 0,-156-109-73,0-2 0,0 0 0,43 13 0,-56-22-34,1 1 0,-1-2 0,1 1 0,0-2 0,0 1 0,0-2 0,0 1 0,0-2 0,0 0 1,17-3-1,-26 3 44,0 1 0,0-1 0,0 0 1,0-1-1,0 1 0,0-1 0,0 1 1,-1-1-1,1 0 0,0 0 0,-1 0 1,0 0-1,1 0 0,1-4 0,-3 4 10,0 0 0,1 0-1,-2-1 1,1 1-1,0 0 1,0-1 0,-1 1-1,0-1 1,1 1-1,-1-1 1,0 1 0,0-1-1,0 1 1,-1-1-1,1 1 1,0-1 0,-1 1-1,0-1 1,0 1-1,-1-3 1,-2-8 8,-18-47-48,-22-101 0,41 140 44,0 0 0,1 1 1,1-1-1,1 0 0,0 0 0,2 0 1,0 0-1,2 1 0,7-25 0,-6 27 14,2-1 0,0 1 0,17-29 0,-19 39-14,0 1-1,0-1 1,1 2-1,0-1 1,0 0-1,0 1 1,1 0 0,0 1-1,0-1 1,12-5-1,-7 4 16,-9 5-7,0 0-1,0 0 0,0 0 0,0 1 1,0-1-1,1 1 0,-1 0 1,1 0-1,-1 0 0,1 0 1,-1 0-1,1 1 0,-1 0 0,1 0 1,-1 0-1,1 0 0,0 0 1,-1 1-1,7 1 0,-4 0 4,-1 0 0,0 0-1,0 0 1,0 1-1,0 0 1,0 0 0,0 0-1,-1 1 1,1-1 0,-1 1-1,0 0 1,0 1 0,-1-1-1,1 1 1,-1-1 0,0 1-1,0 0 1,-1 0-1,1 0 1,-1 1 0,0-1-1,-1 0 1,2 7 0,3 23 55,-2 1 0,-1 0 0,-2 46 0,-2-36 25,8 54-1,-5-85-58,0 0 0,2 0 1,0 0-1,1 0 0,0-1 0,1 0 0,12 21 0,-8-20-7,1 0 0,0-1 0,1-1 0,0 0 0,1 0 0,1-1 0,0-1 0,1-1 0,0 0 0,0 0 0,33 13 0,-6-6 18,0-3-1,1-1 1,74 12 0,-77-18 2,0-2-1,55-1 0,-77-5-5,-1 1-1,1-2 0,0-1 1,0 0-1,-1-1 0,0-1 0,30-12 1,-43 15-27,1 0 0,-1 0 0,0 0 0,1-1 0,-1 0 1,0 0-1,-1 0 0,1 0 0,0 0 0,-1-1 0,0 1 1,0-1-1,0 0 0,0 0 0,-1 0 0,1-1 0,-1 1 0,0-1 1,0 1-1,-1-1 0,1 1 0,-1-1 0,0 0 0,-1 0 0,1 0 1,-1 1-1,0-1 0,0-8 0,-2-9-1,-1 1 0,-1 0 0,-1 0 0,-1 1 0,-1-1 0,0 1 0,-14-24 0,6 17 16,-2-1-1,0 2 0,-2 1 1,-29-31-1,-5 4-431,-2 3 1,-3 2-1,-89-56 1,31 36-2562,42 29-4526,53 27-630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9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4 11237,'0'-1'192,"-1"1"-1,1 0 1,0 0 0,0 0-1,-1-1 1,1 1-1,0 0 1,-1 0 0,1 0-1,0 0 1,0-1-1,-1 1 1,1 0 0,0 0-1,-1 0 1,1 0 0,0 0-1,-1 0 1,1 0-1,0 0 1,-1 0 0,1 0-1,0 0 1,-1 0 0,1 0-1,0 0 1,-1 0-1,1 0 1,0 1 0,-1-1-1,1 0 1,0 0 0,0 0-1,-1 0 1,1 1-1,-1-1 1,-7 15 2825,-3 30-993,10-42-1726,-9 76 2733,-1 150 1,10-179-2516,-21 466-187,23-466-2435,13 90 0,-2-60-2664,-2-19-2162,-3-11-4744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19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1 769 10577,'5'-3'455,"0"0"0,0-1 0,0 1 0,0-1 0,0 0 0,-1 0 0,0-1 0,0 1 0,0-1 0,0 0 1,-1 0-1,0 0 0,5-12 0,1-5 1001,-2-1 0,8-37 0,-7 24-722,31-141 2199,-21 47-1588,-15 90-831,2 1 0,2 0 0,14-44 0,-20 80-485,-1 0 0,1 1 0,0-1 0,0 1 0,1-1 1,-1 1-1,0-1 0,1 1 0,0 0 0,-1 0 0,1-1 0,0 1 0,0 0 0,0 1 1,0-1-1,0 0 0,1 1 0,-1-1 0,1 1 0,-1 0 0,5-2 0,-3 2-8,-1 1 1,1 0-1,-1 0 0,1 0 0,0 0 0,-1 1 1,1-1-1,-1 1 0,1 0 0,-1 0 0,0 0 1,1 1-1,-1-1 0,5 4 0,6 4 39,0 1 0,0 0 0,-1 1 0,0 1 0,17 21 0,-6-4 47,-2 1 0,-1 1 0,-1 0 1,-2 2-1,-2 0 0,0 1 0,17 60 0,-26-68-147,-1 0 0,-1 1 1,-1 0-1,-1 0 0,-2 0 0,0 0 0,-2 0 0,-1 0 0,-2 0 0,0 0 1,-10 32-1,-58 145-7149,60-170 3910,6-5-3067,10 2-3937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0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34 13521,'-13'-5'2076,"-3"-1"3637,29-3-5521,-4 1-644,14 5-3428,-1 0-1197,6 9-4032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3.7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561 294 12245,'-130'-46'4612,"123"44"-4175,0 0-1,0 1 1,0 0 0,-1 1 0,1 0 0,0 0 0,0 0-1,-1 1 1,1 0 0,0 0 0,0 1 0,0 0-1,0 0 1,-13 7 0,9-4 58,-1 1 0,1 1 1,0 0-1,1 1 0,-1 0 1,1 0-1,-13 16 0,-4 8 6,2 1 0,1 1-1,2 1 1,1 1 0,-19 47 0,30-58-262,0 0 0,2 0 0,1 1 0,1 0 0,1 1 0,2-1 1,0 1-1,2-1 0,2 34 0,1-48-239,0 1 0,0-1 0,1 0 0,0 0 0,1 0 0,1-1 0,0 1 0,0-1 0,1 0 0,1-1 0,13 19 0,-9-17 0,0-1 0,1 0 0,0 0 0,1-1 0,0-1 0,1 0 0,0-1 0,18 8 0,-1-3 0,1-2 0,0-2 0,0-1 0,1-1 0,0-2 0,0-1 0,0-1 0,40-3 0,-32-2 0,-1-2 0,0-1 0,0-2 0,0-2 0,44-16 0,-66 19 0,0-1 0,-1-1 0,0-1 0,0 0 0,0-1 0,-2-1 0,1 0 0,-1-1 0,-1-1 0,0 0 0,-1-1 0,23-31 0,-29 31 0,0 0 0,0 0 0,-2 0 0,1-1 0,-2 0 0,0 0 0,-1 0 0,0 0 0,-2-1 0,1 1 0,-2-1 0,0 1 0,-1-1 0,-4-22 0,-1 5 0,-2 0 0,-1 0 0,-2 1 0,-1 0 0,-25-46 0,15 36-192,-3 1 0,-2 1-1,-1 2 1,-2 0 0,-53-51 0,58 65 0,-1 2 1,-1 1 0,-1 1-1,-1 2 1,0 0 0,-1 2 0,-1 2-1,-49-17 1,69 27-191,0 2 0,-1-1 1,1 2-1,-1-1 0,0 1 0,1 1 0,-14 1 0,22 0 138,-1-1-1,1 1 0,0 0 1,-1 0-1,1 0 0,0 0 0,0 0 1,-1 1-1,1 0 0,0-1 1,-4 5-1,6-5 32,-1 1 0,1-1-1,-1 1 1,1 0 0,0 0 0,-1 0 0,1 0 0,0 0 0,1 0-1,-1 0 1,0 0 0,1 0 0,-1 0 0,1 1 0,-1-1-1,1 0 1,0 0 0,0 1 0,0 2 0,1 5-1490,0 1 0,1 0 0,0-1 1,7 18-1,11 28-6437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3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89 9577,'56'-40'1976,"-53"38"-1805,0 1-1,0-1 1,0 1-1,0 0 1,1 0-1,-1 1 1,0-1-1,1 1 1,-1-1-1,0 1 1,1 0-1,-1 0 1,0 1-1,1-1 1,-1 1-1,1-1 1,-1 1-1,0 0 1,0 0-1,0 1 1,0-1-1,0 1 1,0-1-1,0 1 1,0 0-1,0 0 1,-1 0-1,1 1 1,-1-1-1,0 1 1,1-1-1,-1 1 1,0 0-1,-1 0 1,1 0-1,2 5 1,12 30 201,-1 0 0,-2 1 0,-2 0 0,-1 1 1,-3 1-1,-1-1 0,-2 1 0,-1 0 1,-3 0-1,-5 58 0,2-76 269,-1 0-1,-8 29 1,11-49 1460,4-6-1587,85-108 628,-58 70-1411,50-53 1,199-200-7922,-255 269 5127,30-25 0,36-18-6735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5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822 1052 10329,'0'0'12649,"-4"0"-12443,-30 2 145,31-1-166,0-1-48,1 1-186,-23 5 592,24-7-523,1 1-1,-1 0 1,0 0 0,0 0 0,1-1 0,-1 1-1,0 0 1,1-1 0,-1 1 0,0 0 0,1-1-1,-1 1 1,1-1 0,-1 1 0,0-1 0,1 1-1,-1-1 1,1 1 0,0-1 0,-1 0 0,1 1 0,-1-1-1,1 0 1,0 1 0,0-1 0,-1 0 0,1 0-1,0 1 1,0-1 0,0 0 0,0 0 0,0 1-1,0-1 1,0 0 0,0 0 0,0-1 0,17-37 27,-9 13 6,-6 21 47,1 0-1,-2 0 0,1 0 0,0-1 1,-1 1-1,0 0 0,-1-1 0,1 1 0,-1-1 1,0 1-1,0 0 0,0-1 0,-1 1 1,0-1-1,0 1 0,0 0 0,-1 0 1,-2-7-1,-1 1 67,-1 0-1,1 1 1,-2-1 0,1 1-1,-1 0 1,-16-15 0,19 21-135,0 0 0,0 0 0,-1 1 0,1 0 0,-1 0 1,0 0-1,0 1 0,0 0 0,-1-1 0,1 2 0,0-1 1,-1 1-1,1 0 0,-1 0 0,0 0 0,-10 1 0,0 1-3,0 1 0,0 1 0,0 1 0,1 0-1,0 1 1,0 1 0,0 0 0,0 1 0,1 1-1,0 0 1,-20 16 0,-4 7 9,1 1 0,-48 54 1,52-49-12,2 0 1,1 2-1,2 2 1,2 0-1,2 2 1,-34 81-1,54-114-23,1 1-1,0-1 1,0 1 0,2 0-1,-1 0 1,1 0 0,1-1 0,0 1-1,0 0 1,1 0 0,3 12-1,-3-17-7,1-1 1,0 0-1,0 0 0,0 0 0,0 0 0,1 0 1,0 0-1,0 0 0,0-1 0,1 1 0,-1-1 0,1 0 1,0 0-1,0-1 0,1 1 0,-1-1 0,1 0 1,0 0-1,-1 0 0,1-1 0,0 1 0,1-1 0,6 1 1,1 0-82,0-1 1,1 0 0,-1-1-1,0-1 1,1 0 0,-1-1 0,0 0-1,0-1 1,1 0 0,-1-1-1,18-7 1,-6 0-128,0 0-1,-1-1 0,-1-1 1,41-29-1,-27 12 69,-2-2-1,-1-1 1,-2-2 0,-1-1-1,-2-1 1,-1-2-1,-2 0 1,-2-2 0,35-78-1,-8-7 21,-5-3 0,30-143 0,34-185 470,-108 445-142,-1-1-1,0 1 1,0-17-1,-22 52 788,14-13-865,1 0 0,0 1 0,1 0 0,0 0 0,0 0 1,2 0-1,-5 21 0,-8 98 527,12-92-463,-5 88 159,5 1 0,14 142 0,-7-222-292,1 18 32,3 0-1,16 66 1,-18-113-85,0-1 0,1 1-1,1-1 1,0-1-1,2 1 1,0-2 0,0 1-1,2-1 1,0 0-1,1-1 1,24 23-1,-29-31-33,1 0-1,1-1 0,-1 0 1,1-1-1,0 0 0,0 0 1,1-1-1,0 0 0,-1-1 1,1 0-1,0 0 0,0-1 1,14 1-1,-10-2-33,0-1 0,0-1 0,0 0 0,0-1 0,0-1 0,0 0 0,-1-1 0,26-10 0,-10 0-50,-2-1 0,1-2 0,-2 0 1,0-2-1,-1 0 0,-1-2 0,-1-1 1,22-28-1,-5 3-28,-3-2 1,-1-2-1,-3-1 0,51-110 1,-31 42-37,-17 23 21,-35 94 119,-13 33-57,9-7 92,2 1 1,0 0 0,1 0-1,2 0 1,0 0 0,2-1-1,1 1 1,0-1 0,2 0-1,0 0 1,2-1 0,12 23-1,-14-34 2,0-1-1,1-1 1,0 1 0,1-1-1,0-1 1,1 1-1,-1-2 1,1 1 0,1-1-1,0-1 1,0 0-1,0-1 1,0 0 0,1 0-1,0-1 1,0-1 0,0 0-1,0 0 1,1-2-1,-1 1 1,1-1 0,-1-1-1,1-1 1,-1 1-1,1-2 1,-1 0 0,0 0-1,0-1 1,0-1-1,0 0 1,0-1 0,-1 0-1,11-6 1,-3-2 1,-2 0 1,0-1 0,0-1-1,-1 0 1,-1-1-1,-1-1 1,0 0-1,-1-1 1,-1 0 0,-1-1-1,0-1 1,-2 1-1,14-41 1,-1-1 31,14-50-79,-32 97 51,-1-1-1,-1 0 1,0 0-1,-1 0 0,-1-24 1,0 34-6,0-1 0,-1 1 0,1 0 1,-1 0-1,-1-1 0,1 1 0,-1 0 0,0 0 1,-3-7-1,3 10 12,0 0 0,1 1 0,-1 0 1,0-1-1,1 1 0,-1 0 0,0 0 0,0 0 1,0 0-1,0 0 0,0 0 0,0 1 0,0-1 1,0 1-1,0-1 0,-1 1 0,1 0 0,0 0 0,0 0 1,0 0-1,0 0 0,-1 0 0,1 1 0,0-1 1,0 1-1,0-1 0,-3 3 0,-4-1 26,0 2 0,0-1 0,1 1 0,0 0-1,-1 1 1,2 0 0,-1 1 0,-11 9 0,17-14-22,1 1 1,-1 0-1,0 0 1,1 0-1,0 0 0,-1 0 1,1 0-1,0 0 1,0 0-1,0 0 1,0 0-1,0 1 0,1-1 1,-1 0-1,0 5 1,1-5-10,1 0 1,-1 0-1,0 0 1,1 0 0,0 0-1,0 0 1,-1-1 0,1 1-1,0 0 1,0 0-1,0-1 1,1 1 0,-1-1-1,0 1 1,1-1 0,-1 1-1,1-1 1,-1 0-1,1 0 1,0 0 0,-1 0-1,4 1 1,18 11 36,2-1-1,41 13 1,-44-18-54,0 1 0,-1 1-1,0 1 1,37 24 0,-47-26 6,1 1 1,-1 1-1,-1-1 0,0 2 1,0 0-1,-1 0 0,0 1 1,-1 0-1,0 0 1,-1 1-1,-1 0 0,0 0 1,0 0-1,-2 1 0,0 0 1,0 0-1,-1 0 0,-1 0 1,0 1-1,-1-1 1,-1 26-1,-19 160-70,18-195-10,0 0 1,1 0 0,0-1 0,0 1-1,0 0 1,1 0 0,-1-1 0,1 1-1,0 0 1,1-1 0,-1 1 0,1-1-1,0 1 1,0-1 0,0 0 0,1 0 0,-1 0-1,1 0 1,0 0 0,0-1 0,1 1-1,-1-1 1,1 0 0,-1 0 0,1 0-1,0 0 1,0-1 0,0 1 0,1-1-1,-1 0 1,5 1 0,23 7-2174,35 6 1,9-3-5360,-14-5-2584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5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44 11465,'-13'25'2308,"20"-42"-400,-1 3 2893,-3 0-5041,4-1-988,9 7-14802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6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9 371 4892,'-7'6'1624,"5"0"5569,9-2-363,1-2-5853,-2 0-3176,28 6 2571,1-1 0,-1-1-1,1-2 1,0-2 0,0-1-1,0-2 1,41-5 0,-70 5-363,0-1 0,0 0 0,1 0 0,-1 0 0,-1 0 0,1-1 1,0 0-1,-1-1 0,1 1 0,-1-1 0,0 0 0,0 0 0,-1-1 1,1 1-1,-1-1 0,0 0 0,0 0 0,0-1 0,-1 1 0,0-1 0,0 0 1,3-9-1,-1 2-10,0 0-1,-2-1 1,1 0 0,-2 1 0,1-1 0,-2 0-1,0-1 1,-1 1 0,0 0 0,-1 0 0,-1 0-1,0 0 1,-1 0 0,-8-25 0,9 33-3,-1-1 0,0 1 0,0 0 1,0 0-1,-1 0 0,1 1 0,-7-7 0,8 9 4,-1 1 0,1 0 0,-1-1 0,0 1 0,0 0 0,0 1 0,0-1 0,0 0 0,0 1 0,0 0 0,0-1 0,-1 1 0,1 1 0,-1-1 0,1 0 0,-1 1 0,-5 0 0,-5 1 4,0 1 0,0 0 0,0 1 0,0 1 0,1 0 0,-1 1 0,1 1 0,0 0-1,1 0 1,-1 2 0,1-1 0,1 1 0,-21 19 0,19-15 8,0 0 0,1 0 0,1 1 0,0 0 0,1 1 0,1 0 0,0 1 0,0 0 0,2 1 0,0-1 0,-7 26 0,10-28-23,2 0 0,0 1 0,0-1 0,1 0 0,1 1 0,0-1 0,1 1 0,1-1 1,0 0-1,0 0 0,1 1 0,1-2 0,9 22 0,-6-20-275,1-1 0,0 0-1,1 0 1,1-1 0,-1 0 0,2-1-1,0 0 1,0-1 0,1 0 0,0-1-1,23 14 1,2-3-3613,67 26 1,-28-17-4384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0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91 12213,'4'-60'2282,"-4"57"-1832,0 1 0,-1-1 0,1 0 0,-1 0 1,0 1-1,0-1 0,0 1 0,-2-5 0,0 5 3092,6 15-1730,27 78 1098,-14-47-2010,-3 1 1,9 53-1,-11-31-467,-2 1 0,-1 86 0,-18 135-2744,6-240 328,-20 95 1,18-121 1029,0 0 0,-2-1 1,0 0-1,-2 0 1,0-1-1,-16 23 1,21-37 122,-1 0 0,0 0 1,-1 0-1,1-1 0,-1 0 1,0 0-1,0-1 1,-16 8-1,-26 11-6585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0.3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0 206 5629,'11'-11'245,"3"-5"249,0 1-1,1 1 1,1 1 0,0 0 0,23-13 0,-11 10 192,0 2 0,1 2 1,1 0-1,0 2 0,0 1 0,1 2 1,0 0-1,0 3 0,46-2 1,-48 5-293,-1 2 0,0 1 0,0 2 0,0 0 0,0 2 0,0 1 0,-1 1 0,-1 2 0,1 0 0,44 26 0,-57-26-220,1 0 0,-2 1 0,0 1 0,0 0-1,-1 1 1,0 0 0,-1 1 0,-1 0 0,16 29 0,3 12 324,29 83 0,-57-135-490,12 30 114,1 0 1,26 43-1,-31-63-88,0 0-1,0-1 1,2 0 0,-1 0-1,2-1 1,-1 0 0,27 18-1,-10-13-7,1 0 0,0-2-1,1-1 1,1-2 0,0 0-1,1-2 1,-1-2 0,57 6-1,6-6-2,164-9 0,-195-2-19,72-13 0,-110 13-32,0-2 0,-1-1 0,1-1 0,-2-1 0,42-22 0,-62 30 26,-1 0 0,0-1-1,0 1 1,0-1 0,0 1 0,0-1-1,0 0 1,0 0 0,-1 0 0,1 0-1,0 0 1,-1 0 0,0 0 0,1 0-1,-1-1 1,0 1 0,0-1 0,-1 1 0,1-1-1,0 1 1,-1-1 0,1 1 0,-1-1-1,0 1 1,0-1 0,0 0 0,0 1-1,-1-1 1,1 1 0,-1-1 0,1 1-1,-1-1 1,0 1 0,0-1 0,0 1-1,0 0 1,0-1 0,-1 1 0,1 0-1,-4-4 1,1 1-11,-1 0-1,1 1 1,-1-1 0,0 1-1,0 0 1,-1 0 0,0 0-1,1 1 1,-1 0 0,-7-3-1,-69-22-229,61 22 124,-33-9-809,0 3 0,-80-9-1,91 18-3449,-78 3 0,62 4-4026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0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92 10269,'21'-7'816,"-15"6"-356,-1-1-1,1 0 1,0 0-1,-1-1 1,0 1-1,9-6 1,-14 7-268,1 0 1,0 0-1,-1 0 0,1 0 1,-1 0-1,1 0 0,-1 0 1,1 0-1,-1 0 0,0 0 1,1 0-1,-1 0 0,0 0 1,0 0-1,0 0 0,0 0 1,0 0-1,0-1 0,0 0 1,0-4 5158,-21 31-4705,1 1 1,1 0-1,2 2 0,0 0 0,2 1 0,1 0 0,-10 32 1,14-30-542,2 0 0,0 0 0,2 1 0,2 0 0,1 0 0,1 1 0,2-1 0,1 0 0,1 0 1,2 0-1,15 56 0,2-17 41,-17-70-133,9-3-17,-1-2 0,-1 0 0,1 0-1,-1-1 1,1 0 0,-1-1 0,13-9 0,1 0-88,0 2 1,1 0-1,36-12 1,88-22-504,-92 29 376,3-1 101,-24 9 44,-1-2-1,0-1 1,-1-2-1,53-31 1,-80 41 70,0-1 1,0 0-1,-1 0 1,0 0-1,10-13 1,-14 16-1,0-1 1,-1 0-1,0 1 1,1-1-1,-1 0 1,-1 0 0,1 0-1,-1 0 1,1-1-1,-1 1 1,-1 0-1,1-1 1,0 1-1,-1 0 1,0-8 0,-14-55 13,9 48-438,-5-37 0,9 47 43,1-1 0,0 1-1,1-1 1,0 1 0,0 0-1,1-1 1,0 1 0,1 0-1,0 0 1,1 0 0,-1 1-1,1-1 1,1 1 0,0 0 0,0 0-1,1 1 1,0-1 0,7-6-1,-5 7-603,0-1 0,1 2-1,0-1 1,1 1 0,-1 0-1,1 1 1,0 0 0,1 1-1,12-4 1,21-4-6278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1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 15 7065,'-53'52'2291,"41"-36"-240,7 3-229,-1 0-1,0 0 1,-19 35 0,18-40-1237,0 0 1,0 1-1,1 0 1,1 0 0,1 0-1,0 0 1,1 1-1,0 0 1,1 0 0,1 24-1,1-32-494,1 0-1,0 0 1,0 0-1,1 0 1,0-1-1,1 1 1,-1 0-1,1-1 1,1 0-1,0 0 1,0 0-1,0 0 1,1 0-1,-1-1 1,2 0-1,-1 0 1,1 0 0,0 0-1,0-1 1,0 0-1,1-1 1,7 5-1,0-2-39,0-1 0,0 0 1,1-1-1,-1 0 0,1-2 0,0 0 0,0 0 0,0-1 0,1-1 1,-1-1-1,0 0 0,1-1 0,-1 0 0,0-1 0,0-1 0,18-6 1,-27 7-40,-1 0 0,-1 0 0,1-1 0,0 1 0,-1-1 0,1 0 0,-1 0 0,0-1 1,0 1-1,0-1 0,0 0 0,-1 0 0,1-1 0,-1 1 0,0-1 0,-1 1 0,1-1 0,-1 0 1,0 0-1,0 0 0,0 0 0,-1 0 0,1 0 0,0-9 0,1-10-176,-1 0-1,-1 0 1,-5-47-1,4 68 105,-5-56-3102,-18-89 0,22 143 2613,0-1-1,1 1 0,0-1 1,0 1-1,0-1 0,3-9 1,-1-26-6993,-2 22 568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1.6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1 350 6345,'36'-3'2154,"-29"1"-1657,0 1-1,-1 1 0,1-1 0,0 1 0,0 0 0,0 0 0,-1 1 0,1 0 0,0 0 0,0 1 1,7 2-1,-2 3-185,-1 0 1,0 1-1,0 1 1,-1-1-1,0 2 1,-1-1 0,0 1-1,-1 1 1,0 0-1,0 0 1,-1 0-1,0 1 1,8 23-1,-7-16-120,-2 1 1,0 0-1,-1 0 0,-1 0 0,-1 0 0,-1 1 0,-1 0 0,-2 28 0,-2-22 364,-11 38-1,10-47-254,-9 7 1721,12-22-1343,12-36 620,-4 21-1248,0-1 1,1 1-1,0 1 1,1-1-1,0 1 1,17-15-1,73-53-1317,-35 30 238,34-30-1015,206-184-5759,-264 222 6444,68-91 0,-44 57 2559,-64 74-1146,0 1-1,0-1 1,0 1-1,0-1 1,1 1-1,-1-1 1,0 1-1,0-1 1,1 1-1,-1-1 1,0 1-1,1 0 1,-1-1-1,0 1 0,1 0 1,-1-1-1,0 1 1,1 0-1,-1-1 1,1 1-1,-1 0 1,1 0-1,-1 0 1,1-1-1,-1 1 1,1 0-1,-1 0 0,1 0 1,-1 0-1,1 0 1,-1 0-1,1 0 1,-1 0-1,1 0 1,-1 0-1,1 0 1,-1 0-1,1 0 1,-1 0-1,1 1 0,-1-1 1,1 0-1,-1 0 1,0 1-1,1-1 1,-1 0-1,1 0 1,-1 1-1,0-1 1,1 1-1,-1-1 1,0 0-1,1 1 1,-1-1-1,0 1 0,1-1 1,-1 0-1,0 1 1,0-1-1,0 1 1,0-1-1,1 1 1,-1-1-1,0 1 1,0-1-1,0 1 1,1 3 141,0 0 0,0 0 0,-1 1 0,1-1 0,-1 0 0,0 0 1,0 0-1,-1 4 0,-36 175 2844,26-119-2490,-8 71 339,18-116-802,0-1-1,2 0 1,0 0 0,2 1-1,6 27 1,-7-36-58,2 1 1,-1-1-1,2 1 1,-1-1 0,1 0-1,1-1 1,0 1-1,0-1 1,9 10-1,-5-9-5,0-1-1,0 0 0,1-1 1,0 0-1,1-1 0,0 0 1,14 6-1,-16-9-15,0 0 0,0 0 0,0-1 0,1 0 1,-1-1-1,1 0 0,0-1 0,-1 0 0,1 0 0,0-1 0,-1-1 1,1 1-1,0-2 0,-1 0 0,1 0 0,-1-1 0,17-6 0,-17 5-10,-1 0-1,1 0 0,-1 0 0,0-2 0,0 1 0,0-1 0,-1 0 0,0-1 1,0 0-1,10-12 0,-16 16 36,0 4-40,1 0 0,-1-1 0,0 1 0,0 0 0,0 0 0,1 0 1,-1 0-1,0 0 0,-1 1 0,1-1 0,0 1 0,0-1 0,0 1 0,-1-1 0,1 1 1,-1 0-1,0 0 0,1 0 0,-1 0 0,0 0 0,0 0 0,0 0 0,1 4 0,8 11-158,4-3-794,0 0-1,1-1 0,1 0 0,0-1 0,1-1 0,0-1 1,27 12-1,-27-13-290,18 8-3162,-3-2-2440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1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84 9137,'29'-23'1992,"-20"-6"6697,1 15-8537,-1-3-468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3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75 11349,'-8'-1'7053,"2"7"-3724,-4 21-2991,-3 6 24,-80 158 782,27-48-861,-35 97 45,68-153-323,30-79 37,0 0 0,0 0 1,1 0-1,0 0 0,1 0 1,-2 9-1,22-13-105,-16-4 66,1 0 1,-1 0-1,0-1 0,1 1 1,-1-1-1,0 0 1,0 0-1,0 0 1,1-1-1,-1 1 1,4-4-1,36-26 20,-12 6-67,13-4 32,68-35-1,-89 54 3,0 0-1,1 2 0,0 0 0,0 2 0,33-5 0,-35 9 3,1 1 0,-1 0-1,0 2 1,1 1 0,-1 0-1,0 2 1,0 1 0,25 8 0,14 10 25,85 43 1,-77-33 48,-61-29-68,2 1 7,-1 0 1,1 0-1,1-1 0,-1 0 0,0-1 0,1 0 0,0-1 0,-1 0 0,1-1 0,0 0 0,13-1 0,-16-1 17,0 0-1,0-1 0,0 0 1,0-1-1,-1 0 0,1 0 1,-1 0-1,1-1 1,-1 0-1,0 0 0,-1-1 1,8-6-1,-10 7 82,0 0-1,0 0 1,0-1-1,-1 0 1,0 0-1,0 0 1,0 0 0,0 0-1,-1 0 1,0-1-1,0 1 1,0-1 0,-1 0-1,1 0 1,-2 1-1,1-1 1,0 0 0,-2-8-1,-4-37 510,-2 1 0,-25-91-1,16 84-700,-11-97-1,25 136-451,2-1 0,0 1 0,1 0 1,6-34-1,-5 43-273,1 0 0,0 0 0,0 0 0,7-13 1,-7 18-81,0-1 0,-1 1 1,2 0-1,-1 0 0,0 0 1,1 0-1,0 1 0,0-1 1,4-2-1,4-2-8735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3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0 10717,'-9'46'1908,"3"-35"-244,-4 15-456,4-3-203,3 3-193,-1-4-220,-5 4-496,3 3-872,2-3-597,-5 16-419,2-24-2260,4 7-2973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3.8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39 117 8333,'-6'-83'2704,"-7"75"1664,3-4-2755,1-2 2655,22 23-5828,-1 2-328,-5 9-3417,8 9-4244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4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 12677,'1'0'166,"0"-1"-1,0 1 0,0 0 1,0-1-1,0 1 0,0 0 1,0 0-1,0 0 0,0 0 1,0 0-1,-1 0 0,1 0 1,0 0-1,0 0 0,0 0 1,0 0-1,0 1 0,0-1 1,2 1-1,-5 15 4215,-3 7-2682,4 2-582,0-1-1,2 0 1,5 29 0,1 18 348,2 123 372,13 225-4436,-19-222-2211,-6-67-4994,0-80 180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4.4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0 410 5741,'42'-27'1227,"2"2"0,0 2 0,78-29 1,149-34-397,-134 45-409,-82 24-299,106-36-134,-131 41 299,0-1-1,-1-2 1,33-21 0,-61 35-159,1 0 1,-1 0-1,1 0 1,-1 0-1,1 0 1,0 0-1,0 1 1,-1-1-1,1 1 1,0-1 0,2 1-1,-4 0-28,1 0 0,-1 0 0,1 0 1,-1 0-1,1 0 0,-1 0 0,1 0 0,-1 1 0,1-1 1,-1 0-1,0 0 0,1 0 0,-1 1 0,1-1 0,-1 0 1,0 1-1,1-1 0,-1 0 0,0 1 0,1-1 0,-1 1 0,0-1 1,0 0-1,0 1 0,1-1 0,-1 1 0,0 0 0,1 4 253,0 0 0,-1 0 0,1 1 0,-1-1-1,-1 0 1,0 8 0,1-9-686,-24 172 2086,-3 32-915,26-190-819,0-13 26,0 1 1,1-1-1,0 1 1,0-1-1,0 1 1,0-1-1,3 10 1,-3-14-33,1 0 1,-1 0-1,1 0 0,-1 0 1,1-1-1,-1 1 0,1 0 1,0 0-1,-1 0 1,1 0-1,0-1 0,0 1 1,0 0-1,0-1 0,0 1 1,-1 0-1,1-1 0,2 1 1,-1 0 7,0-1 0,0 1 1,1-1-1,-1 0 0,0 0 0,1 0 0,-1 0 1,0 0-1,1 0 0,-1-1 0,4 0 0,57-15 351,0 3-1,103-9 0,-142 21-351,0 1-1,0 1 0,0 1 1,0 1-1,-1 1 1,0 1-1,1 1 1,-2 2-1,1 0 0,32 17 1,90 49-2881,-47-27-5982,-44-24-1035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5.6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10 12913,'-7'-10'8248,"13"20"-5947,14 24-1505,-14-21-592,1 1 0,1-1-1,0-1 1,0 0 0,1 0 0,1 0-1,0-1 1,0-1 0,18 14 0,-8-10-96,1 0 1,0-1 0,1-2-1,45 18 1,-17-12-65,1-3 0,74 13 0,108 0-593,-113-20 13,184-14 0,-283 5 521,0-1 1,0-1-1,0-1 0,-1-1 0,1-1 0,-1 0 0,34-20 1,-51 26 85,0-1 0,-1 0 0,1 0 0,-1 0-1,1 0 1,-1-1 0,0 1 0,0-1 0,0 1 0,0-1 0,0 0 0,-1 0 0,1 0 0,-1 0 0,2-4 0,0-2 411,-1-1 0,0 0 0,0-14-1,1 3-74,-3 18-143,2 4-224,-1 0 0,1 1 0,-1-1 0,0 1 0,0-1 0,1 1 0,-1 0 0,0-1 0,0 1 0,1 3 0,-1-2 18,8 20 77,0 0 1,-2 1-1,-1-1 0,-1 2 0,2 25 0,1-3-6,12 74 7,-6 1 1,-5 0-1,-5 0 1,-6 1-1,-19 135 1,6-166-286,-3 0 1,-5-1-1,-64 165 1,84-249 137,-41 104-316,-67 120 0,71-159-127,-91 122 0,109-166 353,-2 0 0,-1-2 1,-1-1-1,-2-1 1,0-1-1,-51 31 1,67-47 77,0 0 0,-1-2 1,0 1-1,0-2 0,-1 0 1,1 0-1,-1-1 0,0-1 1,0 0-1,0-1 1,-20-1-1,27-1 27,1 1 0,0-1-1,-1 0 1,1-1 0,0 0 0,0 0 0,-1 0-1,1-1 1,1 0 0,-1 0 0,0 0 0,1-1-1,0 1 1,0-1 0,0-1 0,0 1 0,1-1 0,-1 0-1,1 0 1,0 0 0,1 0 0,-1-1 0,1 0-1,0 1 1,1-1 0,-4-11 0,2 2-4,1 0-1,1-1 1,0 0 0,1 1-1,0-1 1,2 0-1,0 0 1,0 1 0,2-1-1,0 1 1,0-1 0,2 1-1,0 0 1,7-15 0,8-12-9,1 0 0,2 1 0,42-55 0,23-17-182,5 3-1,211-190 0,254-147-1227,-352 300 667,236-123 1,-419 256 682,0 1 0,1 1 1,1 1-1,-1 2 1,1 0-1,1 2 0,43-8 1,-67 15 61,1 0 1,-1 0-1,0 0 0,0 0 1,1 0-1,-1 1 1,0-1-1,0 1 0,0-1 1,0 1-1,0 0 0,0 0 1,0 0-1,0 0 1,0 0-1,0 1 0,0-1 1,0 1-1,-1-1 0,1 1 1,-1-1-1,1 1 1,-1 0-1,1 0 0,-1 0 1,0 0-1,0 0 0,0 0 1,1 3-1,2 6 2,-1 1 0,0 0 0,0 0 1,0 17-1,2 1-17,-1-6-14,-2-12 40,0 0-1,1 0 0,1 0 0,5 14 0,-6-22-2,-1 0 0,1 1-1,0-1 1,0 0 0,0-1-1,0 1 1,1 0 0,-1-1 0,1 0-1,0 0 1,0 0 0,0 0-1,1-1 1,5 3 0,3 2 6,0-2 0,0 0-1,1 0 1,-1-1 0,1-1 0,0 0 0,22 1 0,102-19-270,-92 8-4,-45 6 252,-1 1 1,1-1-1,0 0 0,-1 1 0,1-1 1,-1 0-1,1 0 0,-1 1 0,0-1 1,1 0-1,-1 0 0,0 0 0,1 0 1,-1 0-1,0 0 0,0 1 0,0-1 1,0 0-1,0 0 0,0 0 0,0-1 1,0 1-27,0-2 11,-1 1 0,1 0 1,0-1-1,-1 1 0,0 0 0,1 0 1,-1 0-1,0 0 0,0-1 0,0 1 1,-1 1-1,1-1 0,0 0 0,-1 0 1,1 0-1,-1 1 0,1-1 0,-1 0 1,0 1-1,0 0 0,0-1 0,0 1 1,-3-1-1,-58-31-594,52 29 466,-201-76-1049,-31-15 671,237 93 532,0-1-1,1 0 1,-1-1 0,1 1-1,0-1 1,0 0 0,-5-6 0,9 9 2,-1-1 1,1 0-1,0 0 0,0 0 1,0 0-1,0 0 1,0 0-1,0 0 1,0 0-1,1 0 1,-1 0-1,1 0 1,0 0-1,-1-1 1,1 1-1,0 0 0,0 0 1,0-1-1,1 1 1,-1 0-1,1 0 1,-1 0-1,1 0 1,1-4-1,1 1 1,0 0-1,0-1 0,0 1 1,1 0-1,-1 1 1,1-1-1,1 1 1,-1 0-1,1 0 0,-1 0 1,1 0-1,0 1 1,8-4-1,10-5 16,45-17 0,-62 27-13,107-35-102,167-31 0,-123 33 106,-144 32 79,0 1 0,0 0-1,14-1 1,-25 3-64,0 0 0,0 0 0,0 0 0,0 0 0,0 0-1,0 0 1,0 0 0,0 1 0,1-1 0,-1 1 0,0 0 0,0-1 0,-1 1 0,1 0-1,0 0 1,0 0 0,0 0 0,0 1 0,-1-1 0,1 0 0,-1 1 0,1-1 0,-1 1-1,0 0 1,2 2 0,9 31 134,-2 1 0,-1-1-1,4 47 1,4 14-40,-12-73-89,1-1 1,1 0 0,0 0-1,2 0 1,1-1-1,19 31 1,-23-43-22,-1-1-1,1 0 1,1-1 0,-1 1 0,1-2 0,1 1-1,-1-1 1,1 0 0,0 0 0,1-1 0,-1 0 0,1 0-1,0-1 1,0 0 0,1-1 0,-1 0 0,1-1-1,11 2 1,-6-2 29,1-1 0,-1-1 0,1-1 0,-1 0 0,0-1 0,1-1 1,-1 0-1,20-8 0,-5 0 585,-1-2 0,52-31 0,-78 42-575,1 1-1,-1-1 0,0 0 0,1 1 0,-1 0 0,1 0 0,0 0 0,4 0 0,-6 0-8,-1 2-21,-1 0 0,1 0 0,-1 0 0,1 0 0,-1 0 0,0 1 0,1-1 0,-1 0 0,0 0 0,0 0 0,0 0 0,0 0 1,0 0-1,0 0 0,0 0 0,0 2 0,-1-3 3,0 19-199,-1 0 1,-1 0 0,0 0 0,-9 23 0,-5 27-3334,16-58 1747,-1 1 0,1-1 0,1 1 0,1 15 0,2 4-6109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5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 7945,'8'0'430,"0"0"0,0 0-1,0 1 1,0 0 0,0 1 0,0-1 0,-1 2 0,1-1 0,-1 1 0,9 4-1,-11-4-209,0 1-1,-1 0 0,1-1 1,-1 2-1,1-1 0,-1 1 1,-1-1-1,1 1 0,0 0 0,-1 0 1,0 1-1,-1-1 0,1 1 1,1 5-1,4 13 142,-2 0 0,0 0 0,-1 0 0,-2 0 0,0 1 0,-2 0 0,-1-1 0,0 1 0,-7 36 0,-1-15-95,-2 0 0,-2 0 0,-2-1 0,-20 45 0,9-34 511,-3-1 0,-68 101 0,79-130 1236,39-49-362,8-9-1443,279-238-149,-233 214-1299,2 3 0,113-56 0,-143 84 382,148-71-3425,-63 39-1727,-6 11-3300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6.6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455 1039 8065,'12'-9'8409,"-9"6"-7626,2-3-615,1 1 1,1-1-1,-1 1 0,1 1 0,0-1 1,0 1-1,0 0 0,0 1 1,1-1-1,0 2 0,10-4 1,21-9 120,41-18 49,103-49 7,-148 63-259,-2 0-1,0-2 0,36-31 1,-37 24 111,0-1 1,-3-2-1,0-1 1,-2-1-1,37-61 1,-48 67-59,-1-2 1,-1 0 0,-2-1 0,-1 0-1,-1-1 1,-2 0 0,-1 0 0,4-37-1,-10-61 795,-1 126-880,0-1 1,0 1-1,0 0 0,0-1 1,0 1-1,-1 0 0,0-1 1,1 1-1,-1 0 1,0 0-1,-2-4 0,2 6-30,1 1-1,0-1 1,-1 1-1,1-1 1,0 1-1,-1 0 0,1-1 1,-1 1-1,1-1 1,-1 1-1,1 0 1,-1 0-1,1-1 1,-1 1-1,1 0 0,-1 0 1,1-1-1,-1 1 1,0 0-1,1 0 1,-1 0-1,0 0 1,-1 0 23,1 1 1,-1-1 0,1 0-1,0 1 1,-1 0 0,1-1-1,0 1 1,0 0 0,0-1 0,-1 1-1,1 0 1,0 0 0,-1 1-1,-10 10 230,1 0-1,0 1 0,1 0 1,1 0-1,0 1 1,-10 20-1,-38 100 1061,44-101-1043,-471 1059 3081,-6-33-3493,439-940-2784,-69 247 1,113-337 1337,-5 45 1,13-22-1804,0-47 2499,-1-1 0,1 0 1,1 1-1,-1-1 0,1 0 0,-1 0 0,1 0 1,4 5-1,6 5-8690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6.9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76 10433,'19'-14'762,"-10"7"-106,0 0 0,0 1 1,0 0-1,1 0 0,0 1 0,0 1 1,0 0-1,1 0 0,11-2 1,12 2-37,1 2 1,-1 2 0,63 6-1,105 26 264,-140-19-627,74 27 1,-103-29-175,-1 2 0,0 2 1,54 33-1,-80-44-78,-1 0 0,1 1-1,-1-1 1,0 1 0,-1 0 0,1 0 0,-1 1-1,0-1 1,0 1 0,-1 0 0,4 7 0,-6-10-2,1 1 1,-1 0-1,0 0 0,0 0 1,0 0-1,-1 0 1,1 0-1,-1 1 0,0-1 1,0 0-1,-1 0 1,1 0-1,-1 0 1,0 0-1,0 0 0,0 0 1,0 0-1,-1 0 1,-2 5-1,-3 0-2,0 1-1,0-1 1,0-1-1,-1 1 1,-1-1-1,1-1 1,-1 0-1,-1 0 1,1 0-1,-1-2 1,-16 9-1,-11 2-21,-72 22 1,46-22-483,1-2 0,-2-3 0,-117 5 0,171-16-171,0 0 0,1 0 0,-1-1-1,0 0 1,0-1 0,1 0 0,-1 0 0,1-1 0,-1 0-1,-12-7 1,22 10 548,-1 0-1,1-1 0,-1 1 1,1 0-1,-1 0 0,1-1 1,-1 1-1,1 0 1,0 0-1,-1-1 0,1 1 1,0-1-1,-1 1 1,1 0-1,0-1 0,-1 1 1,1-1-1,0 1 1,0-1-1,-1 1 0,1-1 1,0 1-1,0-1 0,0 1 1,0-1-1,0 1 1,0-1-1,0 1 0,0-1 1,0 0-1,14-15-5599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7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 11405,'33'-5'956,"0"2"-1,1 1 1,-1 1 0,1 2 0,-1 1-1,1 2 1,-1 2 0,62 17-1,-59-12-691,-1 2 0,-1 1 0,0 2 0,-1 1 0,-1 1 0,0 2 0,54 45 0,-76-55-225,0-1-1,-1 1 1,0 1 0,0 0 0,-1 0-1,-1 0 1,0 1 0,0 0-1,8 24 1,-12-28-28,-1-1 0,-1 1 0,1 0 1,-1-1-1,0 1 0,-1 0 0,0 0 0,0 0 0,-1 0 0,0 0 1,0-1-1,-1 1 0,0 0 0,0-1 0,-1 1 0,0-1 0,0 0 1,-6 9-1,2-5-2,-1 0 0,0-1 0,-1 0 0,0 0 0,-1-1-1,0 0 1,-1-1 0,1 0 0,-1 0 0,-1-1 0,1-1 0,-1 0 0,-14 5 0,24-11-7,1 0-1,0-1 1,0 1 0,0 0 0,0-1-1,0 1 1,0-1 0,0 1-1,0-1 1,0 0 0,0 1-1,0-1 1,0 0 0,0 0-1,1 1 1,-1-1 0,0 0 0,0 0-1,1 0 1,-1 0 0,1 0-1,-1 0 1,1 0 0,-1 0-1,0-2 1,3-1-1,-1 0 0,1 1 1,0-1-1,0 1 0,0-1 0,1 1 0,-1 0 0,1 0 0,-1 0 1,5-3-1,2-4 1,54-56 2,128-104 0,-152 138 3,-12 9-10,0 1 0,2 1 0,40-20 0,-67 40 0,1 0 0,-1 0-1,1 0 1,-1 0 0,1 1 0,0-1-1,-1 1 1,1 0 0,0 0 0,-1 0-1,1 0 1,0 0 0,-1 0 0,1 1-1,0-1 1,-1 1 0,1 0 0,-1 0-1,1 0 1,-1 0 0,0 0 0,1 1-1,-1-1 1,0 1 0,0-1 0,0 1-1,0 0 1,0 0 0,0 0 0,1 2-1,4 4 1,-2 0-1,1 0 1,-1 1-1,-1-1 1,1 1-1,4 15 1,2 9 10,3 11-9,3-1 1,28 56-1,-24-60 82,50 67 0,-61-94 65,0 0 0,1-1 0,0 0 0,1-1 0,0 0 0,1-1 0,0 0 1,0-1-1,16 7 0,-22-12 45,0 0 0,1 0-1,-1-1 1,1 1 0,-1-2 0,1 1 0,0-1 0,-1 0 0,14 0 0,-16-2-107,1 0 0,-1 0 0,0-1 0,0 1 0,0-1 0,0 0 1,0-1-1,-1 1 0,1-1 0,-1 0 0,1 0 0,-1 0 0,0-1 0,0 1 0,5-8 0,0 1-3,-1 0 0,0-1 0,-1 1 0,0-2 0,0 1 0,8-23 1,-5 3-194,10-53 0,-16 68-185,-1-1-1,-1 0 1,-1 0-1,0 0 0,-1 0 1,-3-19-1,1 24-66,-1 0-1,0 1 0,-1-1 0,0 0 1,0 1-1,-1 0 0,-1 0 1,0 1-1,-10-13 0,7 9-795,-2 1 0,0 1-1,-21-19 1,25 25-233,0 1 0,0 0 1,-1 0-1,-14-6 0,4 4-6216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7.8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278 521 9561,'34'-9'513,"-9"2"289,0-1 1,43-19-1,66-26 3005,-86 36-2619,-9 3-241,-21 9-399,0-1-1,-1-1 1,33-19 0,-46 24-434,1-2 0,-1 1 0,0 0 0,0-1 0,-1 1 0,1-1 0,-1 0 0,0-1 0,0 1 0,0 0 0,0-1 0,-1 0 0,0 1 0,0-1 0,0 0 0,0 0 0,-1 0 0,2-9 0,-3 2 312,0 0 0,0 1-1,-1-1 1,-1 0 0,0 0 0,0 1-1,-8-21 1,5 16 131,1 0 0,0 0 1,1 0-1,-2-31 0,5 40-447,-1-13 265,2 19-180,3 14-44,8 47 78,-2 1 1,-2 0 0,-3 1-1,-5 92 1,-7-56-122,-5 0 1,-26 107-1,17-124-194,-4-1-1,-3-1 1,-52 101 0,-144 207-1745,77-183-150,119-171 366,-1 0-1,-2-2 1,-58 44 0,87-74 1344,0 1 0,0-1 0,1 0 0,-1-1 0,0 1 0,0 0 0,0-1 0,0 1 0,0-1 0,0 1 0,0-1 0,-1 0 0,-2 0 0,4 0 50,0 0 0,0 0-1,0 0 1,0 0 0,0-1 0,0 1 0,0 0 0,0 0 0,0-1-1,1 1 1,-1-1 0,0 1 0,0-1 0,0 1 0,1-1-1,-1 1 1,0-1 0,1 0 0,-1 1 0,0-1 0,1 0-1,-1 0 1,1 0 0,-1 1 0,1-1 0,-1 0 0,1 0-1,-1-1 1,6-28-7245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7.9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 10737,'0'0'2496,"19"-2"-1644,-4-1 364,5 14-1092,-5 1-496,4 5-512,10 8-360,-4-2-2516,7 0-2421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8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1 184 10593,'0'0'72,"0"1"-1,0-1 1,-1 1-1,1-1 1,0 1-1,0-1 1,0 1-1,0-1 1,0 1-1,0 0 1,0-1 0,0 1-1,1-1 1,-1 1-1,0-1 1,0 1-1,0-1 1,0 1-1,1-1 1,-1 1 0,0-1-1,1 1 1,-1-1-1,0 0 1,1 1-1,-1-1 1,0 1-1,1-1 1,-1 0-1,1 1 1,-1-1 0,1 0-1,-1 0 1,1 1-1,-1-1 1,1 0-1,-1 0 1,2 0-1,21-9 2633,-1-1-1227,39-7-413,1 3 0,1 2 0,76-4 1,-5 1-531,-114 12-496,-13 3-9,0-1-1,0 1 1,0-2-1,0 1 0,0-1 1,0 0-1,0 0 0,0-1 1,-1 1-1,0-2 1,1 1-1,-1-1 0,7-5 1,-2-6-25,-11 14 0,1-1 0,0 1 1,-1 0-1,1-1 0,-1 1 0,1-1 1,-1 1-1,0-1 0,0 1 0,0-1 1,0 0-1,0 1 0,0-1 0,0 1 1,0-1-1,0 1 0,-1-1 0,1 1 1,-1-1-1,1 1 0,-1-1 0,0 1 1,1 0-1,-1-1 0,0 1 1,-2-2-1,1 1-5,0 1-1,-1-1 1,1 1 0,-1 0 0,1 0-1,-1 0 1,0 0 0,1 0 0,-1 1-1,0-1 1,1 1 0,-1 0 0,-5 0-1,-5 0 29,0 2-1,0-1 0,0 1 1,0 1-1,-17 6 0,13-1 9,0 1 0,0 1 0,1 0 0,0 1-1,1 0 1,1 1 0,0 1 0,0 1 0,1-1 0,1 2-1,0 0 1,1 1 0,1 0 0,0 0 0,2 1 0,-1 0 0,2 1-1,1 0 1,0 0 0,1 0 0,-4 26 0,9-31-20,0 0 0,0 0 0,1-1 0,1 1 0,0-1-1,1 1 1,0-1 0,1 0 0,0 0 0,1 0 0,1-1 0,7 14 0,-5-12-58,1 0-1,0 0 1,1-1 0,0 0-1,1-1 1,1 0 0,0-1-1,0 0 1,19 12-1,-9-11-307,0-1-1,0-1 0,1 0 0,0-2 1,1-1-1,0-1 0,0-1 0,34 2 1,-8-4-1356,0-2 0,0-2 1,55-11-1,-32 0-2450,0-4-2287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9.0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327 23 7605,'-16'-10'969,"15"9"-800,0 0 1,0-1-1,0 1 1,-1 0-1,1 0 1,-1 0-1,1 1 1,-1-1-1,1 0 1,-1 1-1,1-1 1,-1 0-1,0 1 1,1 0-1,-1-1 1,0 1-1,1 0 1,-1 0-1,0 0 1,1 0-1,-1 0 1,0 1-1,1-1 1,-1 0-1,0 1 1,1-1-1,-1 1 1,1-1-1,-1 1 1,0 0-1,1 0 1,0 0-1,-1 0 1,1 0-1,0 0 1,-3 2-1,-25 24 1012,1 1 0,1 1 0,1 2-1,2 0 1,-36 62 0,50-74-1033,1 1 0,1 0 0,1 0 0,1 1 0,0 0 0,2 0 0,0 0 0,-1 38 0,5-51-192,1 1-1,-1 0 0,1 0 1,1-1-1,0 1 1,0 0-1,0-1 1,1 0-1,1 0 0,-1 0 1,1 0-1,1 0 1,-1-1-1,1 1 0,1-1 1,-1 0-1,1-1 1,0 0-1,1 0 0,-1 0 1,1-1-1,1 1 1,12 6-1,5 1-410,1-1 0,0-1 0,1-2 0,0 0 0,0-2 0,0-1 0,1-1 0,0-2 0,0 0 0,34-2 0,-40-2 241,1-2-1,0 0 1,-1-1 0,0-1-1,0-1 1,0-1 0,-1-1-1,0-1 1,0-1-1,-1 0 1,-1-2 0,1 0-1,19-17 1,-14 6 625,-1-1 1,0-2-1,-2 0 0,-1-1 0,-1-1 1,-1 0-1,18-40 0,-28 52 533,1 0 0,15-19 1,-24 33 121,-4 29-207,-5 74-141,-16 134-876,-7-84-3086,22-112 1034,8-33 1796,1 0 0,-2 0 0,1 0 0,0 0 0,-1-1 0,0 1 0,-1 0-1,1-1 1,-1 1 0,0-1 0,-1 0 0,1 0 0,-1 0 0,0-1 0,0 1-1,-6 5 1,9-10 362,0 0-1,-1 0 0,1 0 0,0 0 1,0 0-1,0 0 0,0 0 0,-1 0 1,1 0-1,0 0 0,0-1 0,0 1 1,0-1-1,0 1 0,0-1 1,0 1-1,-2-2 0,0 1-54,-1-1 116,-1 1 0,1-1 0,0 0 1,0 0-1,1-1 0,-1 1 0,0-1 0,1 0 0,-1 0 0,1 0 0,0 0 0,0-1 0,0 1 1,1-1-1,-1 1 0,-1-5 0,3 7-5,0-2 21,0 1 0,0 0 0,0-1 0,0 0-1,1 1 1,-1-1 0,1 1 0,0-1 0,0 0 0,0 1 0,0-1 0,0 0 0,0 1 0,1-1 0,-1 0-1,1 1 1,1-4 0,17-39 134,-17 42-131,9-17 168,1 1 0,28-34 0,-13 19 45,22-25 797,83-78 0,4-3 1721,-127 129-2547,1-1 258,0 1 0,0 0 0,1 0 0,1 1 0,12-9 0,-22 21-314,0 0 0,0 0 0,-1 0 0,1 0 0,-1 0 1,0 1-1,0-1 0,0 0 0,2 5 0,18 50 737,22 48-75,-6-37-555,-21-41-169,-1 1-1,-1 0 1,-1 1 0,15 52 0,-26-74-106,-1 1 1,1-1 0,-2 1 0,1 0 0,-1-1 0,0 1 0,0 0 0,-1-1 0,0 1 0,-1-1-1,1 1 1,-2-1 0,1 0 0,-1 1 0,0-1 0,0 0 0,-1-1 0,0 1 0,0-1 0,0 1-1,-1-1 1,0-1 0,0 1 0,-10 7 0,-13 8-632,0-2 0,-2-1 0,0-1 0,-1-1 0,-1-2-1,-35 11 1,52-19-171,1 1 0,-18 10-1,-18 9-6007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39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16 115 6857,'-9'-17'2228,"2"3"1752,14-1-2172,-1 4 2797,0-3-4621,-3-1-500,-6-2-3185,0 6-719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44.4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410 519 9709,'-23'16'10918,"6"7"-7238,-3 31-4625,14-34 2204,-155 393 1315,119-327-2294,-61 91 0,98-169-211,-1 0 1,0 0 0,-13 11 0,17-17 19,20-29 51,31-49-124,46-91 0,100-314-122,-23 48 866,-167 425-702,8-20 146,24-36 0,-33 58-122,0 0 1,0 0-1,1 1 0,0-1 0,0 1 0,0 0 1,0 1-1,1 0 0,0-1 0,0 2 0,13-7 0,-16 9-27,0 0-1,0 1 0,0-1 0,0 1 0,0 0 0,0 0 0,0 0 0,1 0 0,-1 0 0,0 1 0,0-1 0,0 1 0,0 0 0,0 0 0,0 0 0,0 0 0,0 1 0,-1-1 1,1 1-1,0 0 0,-1-1 0,1 1 0,-1 1 0,0-1 0,0 0 0,1 0 0,-1 1 0,3 4 0,5 8 134,0 1-1,-1 1 1,12 28 0,-19-42-191,18 48 15,-2 1 1,-3 1-1,-2 0 1,10 78 0,-1 224-26,-25-195 13,-32 226 0,-65 150 0,18-216-90,45-175-1706,19-50-2715,14-73 2787,4-20-557,15-32-8586,11-17 2353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44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4 154 10353,'-3'3'6437,"25"-6"-4677,26 0-152,6-5-112,12-1-316,17 1-264,22-4-192,18 1-220,27 2-632,5-2-260,-2-1-412,-1-5-480,-3 3-760,-9-3-348,-10 3-2953,-9 5-4288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45.6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987 1145 12609,'-9'2'576,"-17"0"480,25-2-988,1-1 1,-1 1 0,1 0 0,-1 0 0,1 0 0,-1 0 0,0-1 0,1 1 0,-1 0-1,1 0 1,-1-1 0,1 1 0,-1 0 0,1-1 0,-1 1 0,1-1 0,0 1 0,-1-1 0,1 1-1,0 0 1,-1-1 0,1 0 0,0 1 0,-1-1 0,1 1 0,0-1 0,0 1 0,0-1 0,-1 1-1,1-1 1,0 0 0,0 1 0,0-1 0,0 1 0,0-2 0,0-2 315,0 0 1,0 0 0,0 0-1,-1 1 1,0-1 0,0 0-1,0 0 1,0 0-1,-1 1 1,1-1 0,-1 0-1,0 1 1,0 0 0,0-1-1,-1 1 1,1 0-1,-4-3 1,2 2-119,-1 1 0,0-1-1,0 1 1,0 0 0,0 0 0,0 1 0,-1 0-1,1-1 1,-1 2 0,-9-3 0,3 2-148,-1 0 1,0 1-1,0 1 1,0 0-1,0 1 1,0 0-1,0 1 1,0 0-1,-23 8 1,-21 13 105,0 3 0,2 2 0,-80 55 0,-136 130 8,247-191-292,1 1-1,-34 43 1,56-64 26,-1 0-1,1 0 1,-1 0 0,1 0 0,0 1 0,0-1-1,0 0 1,0 1 0,0-1 0,0 0-1,1 1 1,-1-1 0,1 1 0,-1-1-1,1 1 1,0-1 0,1 5 0,-1-5-9,1-1 1,-1 1 0,1 0-1,0 0 1,0 0 0,0-1-1,0 1 1,0 0 0,1-1-1,-1 1 1,0-1 0,1 0-1,-1 1 1,1-1 0,-1 0-1,1 0 1,2 2 0,3 0-70,0 0 1,0-1-1,0 1 1,1-1 0,-1-1-1,0 1 1,1-1 0,-1-1-1,1 1 1,7-2-1,22-2-262,-1-2 1,1-2-1,-1-1 0,35-14 0,-3-3-251,71-37 1,-107 45 500,-1-2-1,0 0 1,-2-2 0,0-1-1,-2-2 1,47-50-1,-44 37 82,-1 0 0,-2-3 0,-2 0 0,36-76-1,19-77 993,107-396-1,-171 532-435,-5 22 106,7-44-1,-17 67-459,0 8-73,-1 0-1,1 1 1,-1-1-1,1 1 1,0 0-1,0-1 1,1 1 0,1-5-1,-2 6 469,-2 8 26,-30 215 1302,0 0-1075,-31 282 344,60-473-1129,2-1 1,1 0-1,1 0 1,2 0-1,1 0 1,1-1-1,1 0 1,13 32-1,-13-44-45,0-1 1,1 0-1,1 0 0,0-1 0,1 0 1,1 0-1,0-1 0,0-1 1,2 0-1,-1-1 0,2 0 0,-1 0 1,1-2-1,1 0 0,19 9 1,-12-9-77,0-1 0,1-1 0,0-1 0,1-1 1,-1 0-1,1-2 0,0-1 0,0-1 1,-1-1-1,30-4 0,-14-1-58,0-2-1,0-1 1,-1-2-1,0-2 1,51-22-1,-54 17 61,0-1 0,-1-1 0,-1-2 0,-1-1 0,-1-2 0,-1-1 0,-1-1 0,-1-2 0,-2 0 0,0-2 0,-2-1 0,36-62 0,-45 66 67,-1-1 0,-1 0 0,11-33 0,-22 52 31,1 1 1,-1-1-1,-1 1 0,0-1 0,0 0 0,0 1 0,-1-1 0,-1 0 0,1 1 0,-2-1 1,1 0-1,-1 1 0,0-1 0,-1 1 0,-6-14 0,8 20 1,-1-1-1,1 1 1,-1 0-1,0 0 1,0 0 0,0 0-1,0 0 1,0 0-1,-1 1 1,1-1-1,-1 1 1,1-1 0,-1 1-1,1 0 1,-1 0-1,0 0 1,1 0-1,-1 1 1,0-1 0,0 1-1,1 0 1,-1 0-1,0 0 1,0 0-1,0 0 1,1 0 0,-5 2-1,-6 0 24,0 1 1,0 0-1,-24 11 0,21-7-30,1 0 1,0 2-1,1 0 1,-1 0-1,2 2 0,0-1 1,-22 24-1,18-15-23,1 1 0,0 1 0,2 0 0,-17 33 0,27-45-139,0-1 1,1 1 0,1 0 0,0 0 0,0 0 0,0 0 0,1 0 0,1 0 0,-1 1 0,3 15-1,-2-18 35,1 0 0,0 0 0,1 0-1,-1-1 1,2 1 0,-1 0 0,0-1-1,1 0 1,1 1 0,-1-1 0,1-1-1,0 1 1,0 0 0,7 6 0,-9-10 82,0 0 1,0 0 0,0 0 0,1-1 0,-1 1 0,0-1 0,1 0 0,-1 0-1,1 0 1,0 0 0,-1 0 0,1 0 0,0-1 0,2 1 0,0-1-19,-1 0 0,1-1 1,-1 0-1,0 0 0,1 0 1,-1 0-1,0 0 0,1-1 1,3-2-1,11-6-40,-1 0 0,0-2 0,-1 0 0,0-1 0,-1 0 1,0-2-1,-1 0 0,14-18 0,5-11-7,56-93 0,-44 55 414,51-125-1,-76 152 20,-2-1 0,-3-1 1,13-84-1,-19 77 429,-3 32 74,-3 0 0,0-1-1,-2 0 1,-3-54 0,-3 73-357,0 15 136,-8 23 445,8-13-886,-157 396 2192,118-305-2301,-128 278-2154,48-138-3411,110-217 4808,-17 30-4717,-39 103 0,36-55-5235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47.8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248 121 4460,'6'-3'521,"3"-3"-14,-2 4 3517,-18-26 9649,12 26-13501,1 0-1,-1 0 0,0-1 1,0 1-1,1 0 0,-2-1 0,1 1 1,0-1-1,0 1 0,-1-1 0,0 1 1,1-1-1,-1 0 0,0 1 0,0-1 1,-1-2-1,1-3-233,0 5 498,-10-23 2976,4 120-2485,-4-1 0,-27 113-1,26-152-822,-139 590-104,136-587-1472,2 0-1,3 1 1,3 0 0,2 106 0,4-152 352,1 0 1,1 0 0,3 16-1,12 12-8398,-8-23 1092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48.7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465 23 9545,'-47'-22'2341,"46"22"-2206,0 0-1,1 0 0,-1 0 0,1-1 0,-1 1 1,0 0-1,1 0 0,-1 0 0,1 0 0,-1 0 1,0 0-1,1 0 0,-1 1 0,0-1 1,1 0-1,-1 0 0,1 0 0,-1 0 0,1 1 1,-1-1-1,1 0 0,-1 1 0,0-1 0,1 0 1,0 1-1,-1-1 0,1 1 0,-1-1 0,1 1 1,-1-1-1,1 1 0,0-1 0,-1 1 0,1-1 1,0 1-1,0-1 0,0 1 0,-1 0 0,1-1 1,0 1-1,0-1 0,0 1 0,0 0 1,0-1-1,0 1 0,0 0 0,0-1 0,0 1 1,0-1-1,1 2 0,3 20 3032,-1-11-3852,3 1 920,0 0 0,1 0 0,1 0 0,0-1 0,0 0 0,1 0 1,11 9-1,18 23 236,-30-33-422,-1 0 0,0 1 1,-1 0-1,0 0 0,0 0 0,-1 1 0,-1 0 0,0 0 1,-1 0-1,4 24 0,-6-27-36,-1-1 1,0 1-1,0-1 0,-1 1 1,0-1-1,-1 1 0,0-1 1,0 0-1,0 1 0,-1-1 1,-1-1-1,1 1 0,-1 0 1,0-1-1,-1 0 1,0 0-1,-8 9 0,-3 1 2,-1-2 0,-1 1 0,-1-2-1,0-1 1,0 0 0,-1-1 0,-1-2-1,-42 17 1,17-11-27,-1-3-1,0-1 1,-64 7-1,66-18-514,44-1 472,-1-1 0,1 1 0,0-1-1,0 1 1,0 0 0,0-1 0,0 0-1,0 1 1,0-1 0,0 0 0,0 1 0,1-1-1,-1 0 1,0 0 0,0 0 0,1 1-1,-1-1 1,0 0 0,1 0 0,-1 0 0,1 0-1,-1-1 1,1 1 0,-1-2 0,4 0-91,1-1 1,-1 0 0,1 1-1,0 0 1,0 0 0,0 0 0,0 1-1,0-1 1,1 1 0,5-2-1,19-8-895,0 2-1,59-11 1,-47 12 453,26-8-225,200-39-400,-246 52 1896,-1-1-1,36-14 0,-7 2 2226,-46 16-2357,0 1-58,102 11 250,0-5 0,193-15 0,-233 4-700,0-4 0,-1-2 1,106-32-1,-161 40-5,1-1 0,-1 1 0,0-1 0,0-1 0,0 0 0,-1 0 0,1 0 0,-1-1 0,-1-1 1,1 1-1,-1-1 0,0-1 0,0 1 0,-1-1 0,0 0 0,-1 0 0,0-1 0,0 0 0,-1 0 0,0 0 0,0 0 0,-1-1 0,0 1 0,2-18 1,-4 20 191,0 0 1,0 1-1,0-1 0,-1 1 1,0-1-1,-1 0 1,1 1-1,-1-1 1,-1 1-1,1-1 1,-4-7-1,2 2 116,3 10-66,-3 4-67,-4 7-105,1 0-1,-1 1 1,1 0-1,1 0 1,0 1-1,0 0 1,1-1-1,-3 15 1,-18 100 352,9-36-231,-10 25-21,-52 198 91,-75 152-756,122-387 39,-4-1 0,-3-2 0,-86 127 0,110-182 372,0-1 0,-1 0 0,-2-1 0,1-1 0,-2 0 0,0-2 0,-1 0 0,0-1 0,-34 18 0,47-29 43,0 0 1,0-1-1,0 1 0,0-1 1,0 0-1,0-1 0,-1 1 1,1-1-1,0 0 0,0-1 1,0 0-1,-7-1 1,8 1-5,3 1 7,1-1 0,-1 1 0,1-1 0,-1 0 0,1 1 0,-1-1 0,1 0 0,0 0 0,-1 0 0,1 0 0,0 0 0,0 0 0,0-1 0,0 1 0,0 0 0,0-1 0,0 1 0,0 0 0,0-1 0,1 1 0,-1-1 1,0 1-1,1-1 0,0 0 0,-1 1 0,1-4 0,-1-1-1,0-1 1,0 1 0,1-1 0,1-10 0,1 8-40,0 0 0,0 0 0,1 0 0,0 0 0,1 1 1,0 0-1,0 0 0,0 0 0,1 0 0,8-9 1,12-13-393,32-30 0,-21 24 79,69-70-1268,132-101-1,133-75-1674,121-101-253,-291 200 2737,-158 140 1128,-1-2 0,51-75 0,-26 22 1889,-65 95-340,-3 8-868,-92 185 3336,-30 112-2205,68-162-1767,44-106-1073,2 1 0,0-1-1,3 1 1,1 1 0,1-1-1,1 62 1,4-93 357,0 0 0,0 1 0,0-1 0,0 0 1,1 0-1,0 0 0,0 0 0,0 0 0,0 0 0,1 0 0,-1 0 0,1-1 0,0 1 0,0 0 1,0-1-1,1 0 0,-1 1 0,1-1 0,0 0 0,3 3 0,-5-6 73,0 1 0,-1-1-1,1 0 1,0 1 0,0-1 0,0 0-1,0 0 1,-1 1 0,1-1 0,0 0-1,0 0 1,0 0 0,0 0 0,0 0 0,0 0-1,0-1 1,0 1 0,4 0-1142,14 2-4308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49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0 316 5509,'0'-3'145,"1"-1"0,-1 1 0,0-1 0,1 1 1,0-1-1,0 1 0,0-1 0,0 1 1,1 0-1,-1 0 0,1 0 0,0-1 1,-1 2-1,5-6 0,0 2 83,0 0-1,1 0 1,-1 1-1,1 0 1,0 0-1,8-3 1,46-21 199,1 2 1,1 4-1,75-19 1,-74 23 236,21-8 1442,-82 26-1960,-1 0-1,0-1 1,1 1-1,-1-1 1,0 1 0,0-1-1,0 0 1,0 0-1,2-3 1,1-1 219,-3 5 227,2-6 503,8-10 1073,-11 16-2159,0 1 0,1-1 0,-1 1 0,1-1 0,-1 1 0,0 0 0,1 0 0,-1 0 0,1-1 0,-1 1 1,1 1-1,-1-1 0,1 0 0,-1 0 0,0 1 0,1-1 0,-1 0 0,1 1 0,-1-1 0,0 1 0,1 0 0,-1 0 0,2 1 0,-1 0-10,0 0 0,0 0 0,-1 1 0,1-1 0,-1 0 0,1 1 0,-1-1-1,0 1 1,0 0 0,0-1 0,0 1 0,0 2 0,0 6-77,1 0-1,-1 0 1,-1 1 0,0-1 0,-3 21 0,-3-5-424,-1-2 1,-16 40-1,3-11-135,20-51 612,0-1 0,0 1-1,0-1 1,1 1 0,-1-1 0,1 1-1,-1-1 1,1 0 0,0 1 0,0-1-1,0 0 1,0 0 0,1 0 0,1 3-1,-2-3-17,5 2-33,17-3 61,1 0 0,-1-2-1,32-5 1,-45 4 48,14-2 74,0 0-1,0 2 1,0 0-1,0 2 0,46 5 1,-66-4-82,1 0 1,-1 1-1,1 0 0,-1-1 1,0 1-1,0 1 0,0-1 1,0 1-1,0-1 1,-1 1-1,1 0 0,-1 1 1,0-1-1,5 7 0,-3-3 4,0 1-1,0-1 1,-1 1-1,0 0 1,5 17-1,-8-23-20,-1 0-1,1 0 0,0 0 1,-1 0-1,1-1 1,0 1-1,0 0 0,1 0 1,-1-1-1,0 1 1,0 0-1,1-1 0,-1 1 1,1-1-1,-1 0 1,1 0-1,0 1 0,0-1 1,-1 0-1,1 0 1,0-1-1,0 1 0,0 0 1,0-1-1,0 1 1,0-1-1,0 1 0,0-1 1,0 0-1,0 0 1,0 0-1,0 0 0,0 0 1,0 0-1,4-2 1,5-1 55,-1 0 1,1-1-1,-1 0 1,0-1 0,11-7-1,-10 6 81,122-74 1036,-130 79-1156,-1 0 0,1 0 0,0 0 1,0 0-1,0 0 0,0 0 0,0 1 0,0-1 0,0 1 1,0 0-1,0 0 0,0 0 0,0 1 0,0-1 0,0 1 1,0-1-1,0 1 0,0 0 0,0 0 0,-1 0 1,1 1-1,0-1 0,3 3 0,3 3 59,0 0 0,0 2 0,0-1-1,12 17 1,12 11 174,-23-27-201,0 2-12,1-1 0,0 0 0,1-1 0,0 0 0,1-1 0,0 0 0,0-1 0,0-1 0,1 0 0,20 6 0,-10-6-12,1-2 0,38 3 0,-52-6 42,0-1-1,0-1 1,0 0 0,0 0-1,0-1 1,-1-1-1,1 0 1,15-6-1,-25 8-55,1 1 0,-1-1 0,0 0 0,0 0 0,1 0 0,-1 0 0,0 0 0,0 0 0,0 0 0,0 0 0,0 0 0,-1 0 0,1 0 0,0-1 0,0 1 0,-1 0 0,1 0 0,-1-1 0,1 1 0,-1-1 0,0 1 0,1-2 0,-1-1 5,0-1 0,0 1 0,0 0 0,0 0-1,-1 0 1,0 0 0,0 0 0,-1-4 0,-3-4 1,1 0 0,-2 1-1,1 0 1,-13-17 0,4 11-185,-1 1 0,-1 0 0,-1 1 0,0 1 0,-24-15 0,-11-10-2273,23 7-5444,11 14-812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49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 11045,'44'-30'7340,"-41"29"-5279,2 2-1253,2 0-605,-4-1-140,0 1 0,-1-1 0,1 0 0,-1 1 0,1-1 0,-1 1 0,1 0 0,-1 0 0,0 0 0,1 0 0,-1 1 0,0-1 0,0 0 0,0 1 0,0 0 0,0-1 0,0 1 0,0 0 0,-1 0 0,1 0 0,0 0 0,-1 0 0,0 1 0,1-1 0,-1 0 0,0 1 0,0-1 0,-1 0 0,1 1 0,0 2 0,3 11 51,-2 0-1,0 0 1,0 0-1,-2 0 1,0 0-1,-3 25 0,-25 96-136,17-89-170,-13 52-115,23-97 282,6-5 5,-1 1 17,0-1-1,1 0 1,-1 0 0,0 0-1,0-1 1,0 1 0,5-6-1,-4 5 6,6-6 73,1 0 0,-2 0 0,18-20 0,0 0 117,-9 11-58,5-5 430,43-33-1,-60 51-426,4-3 118,0 0 1,0 2-1,1-1 0,15-6 1,-24 12-214,1 0 0,-1 0 0,1 0-1,-1 0 1,1 1 0,0 0 0,-1-1 0,1 1 0,-1 0 0,1 1 0,0-1 0,-1 1 0,1-1 0,-1 1 0,1 0 0,-1 0 0,0 1 0,1-1 0,-1 1 0,0-1 0,3 4 0,6 5-8,0 2 1,-1-1 0,0 1 0,9 16-1,12 12-814,62 52-3852,-25-36-4583,-24-23-991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0.3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29 13049,'-22'-28'10790,"20"28"-10578,1 1 0,-1 0 0,1-1 0,0 1-1,0 0 1,-1 0 0,1 0 0,0 0 0,0 0 0,0 0 0,0 0 0,-1 2 0,-2 1 237,-3 4 21,0 1 1,1 0-1,0 0 0,0 1 1,1 0-1,-6 15 0,-22 71 1425,17-45-1443,-129 427-367,139-449-1114,2 1 1,1 0-1,1 0 1,2 0-1,1 0 1,1 0-1,2 0 1,0-1-1,11 34 0,0 3-5523,-10-42 1768,1 7-3377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0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98 10157,'-1'-13'682,"-1"-1"412,2 1 5351,22 1-4680,-4 5-1430,1 0 0,0 1 0,0 1 0,0 0 1,33-2-1,104 0 437,-117 7-625,19-2 14,0 4 0,0 1 0,0 4 0,82 19 0,-115-19-142,-1 0 0,1 2 0,-2 1-1,1 1 1,-2 1 0,1 0 0,-2 2-1,0 1 1,0 1 0,-2 0 0,0 1-1,26 32 1,-17-15-11,1-1 0,2-2 0,49 40 0,-62-57-24,0-2 0,1 0 0,1-1 0,-1-1 0,2-1 0,0-1 0,0 0 0,36 7 0,-9-6-78,84 7 1,-116-16 94,-1 0 1,1 0-1,-1-2 0,0 0 0,0 0 1,0-2-1,0 0 0,0-1 0,23-10 1,-36 14 8,0 0 1,-1 1 0,1-1 0,-1 0 0,1 0-1,-1 0 1,1 0 0,-1-1 0,0 1 0,1 0 0,-1 0-1,0-1 1,0 1 0,0-1 0,0 1 0,0-1-1,-1 1 1,1-1 0,0 0 0,-1 1 0,1-1 0,-1 0-1,1-3 1,-1 2-8,-1 0-1,1 0 0,-1 0 1,0 0-1,1 1 0,-1-1 1,-1 0-1,1 0 1,0 1-1,-1-1 0,1 0 1,-5-4-1,-3-4-18,-1 1 1,-1 0-1,1 0 0,-21-13 1,-20-7-432,-1 3-1,-86-34 1,117 52 160,-100-33-2714,42 22-4651,53 15-1130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0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372 73 13769,'-19'-59'2790,"18"58"-2647,1 0 0,-1 0 0,0 0 0,0 0 0,1 0 0,-1 0 0,0 1 0,0-1 0,0 0 1,0 1-1,0-1 0,0 0 0,0 1 0,0-1 0,0 1 0,0 0 0,-1-1 0,1 1 0,0 0 0,0 0 0,0 0 0,0-1 0,0 1 0,-1 0 0,1 1 1,0-1-1,0 0 0,-2 1 0,-1-1 537,1 0 2776,2 6-1858,-11 65-963,-86 396 5055,82-415-5682,-73 223-393,63-208-2403,4 1 0,-21 102 1,36-100-2393,6-29-2647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1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17 300 5921,'-7'-15'441,"6"12"-290,-1 1 0,1 0 0,0-1 0,0 1 0,0-1 0,1 1 0,-1-1-1,1 1 1,-1-5 0,1 6-82,1-1-1,-1 1 0,0 0 0,1-1 0,0 1 0,-1 0 1,1-1-1,0 1 0,0 0 0,-1 0 0,1 0 1,0 0-1,0 0 0,0 0 0,0 0 0,1 0 0,-1 0 1,0 0-1,0 1 0,1-1 0,-1 0 0,2 0 1,28-11 221,0 2 1,0 0 0,1 3-1,0 0 1,33-1 0,-3-2-103,88-14 209,396-86 3130,-513 99-2908,21-7 601,-50 17-1101,-1 1 0,1-1 1,0 0-1,-1 1 0,1 0 0,-1 0 0,1 0 0,0 0 1,-1 1-1,1-1 0,4 2 0,-6-1-68,-1 0 1,1 0-1,0 0 1,-1 0-1,1 1 1,-1-1-1,0 0 0,1 1 1,-1-1-1,0 1 1,0-1-1,0 1 0,0-1 1,0 1-1,0 0 1,-1 0-1,1-1 0,0 1 1,-1 0-1,1 2 1,3 42 353,-3-35-288,15 165 387,-11-144-641,1 0 1,2 0-1,17 42 0,-24-71 131,0-1 0,0 1 1,0-1-1,1 1 0,-1-1 0,1 0 1,0 1-1,0-1 0,0 0 0,0 0 1,0 0-1,0-1 0,1 1 0,-1 0 1,0-1-1,5 2 0,1 0 47,0 0 0,0-1-1,1-1 1,10 2 0,22 4 436,17 7 76,-43-12-426,-1 1-1,1 0 0,-1 2 1,0 0-1,0 0 0,21 13 1,19 15 166,75 45 123,-105-66-390,1-1 0,0 0 0,42 10-1,-29-12-18,1-2 0,-1-1 0,1-2 0,1-2 0,64-4 0,-83 0-10,0-1 1,0-1 0,0 0 0,-1-2-1,1 0 1,-1-2 0,0 0 0,-1-1-1,0-1 1,-1-1 0,34-25-1,-44 29 1,1-1-1,-1 0 0,0-1 0,7-12 0,-12 18 6,-1 0-1,-1 0 1,1 0 0,0 0-1,-1 0 1,1 0-1,-1 0 1,0-1 0,0 1-1,-1 0 1,1-1-1,-1 1 1,1-1 0,-1 1-1,0 0 1,0-1 0,-1-3-1,0 4 11,0 1 0,-1 0 1,1-1-1,0 1 0,-1 0 0,1 0 0,-1 0 1,0 0-1,0 0 0,0 1 0,0-1 0,0 0 1,0 1-1,0 0 0,-1-1 0,1 1 0,0 0 0,-1 0 1,1 0-1,-1 1 0,1-1 0,-1 0 0,1 1 1,-5-1-1,-4 0 123,-1 0 1,0 1-1,0 0 1,-14 2-1,10 1 54,0 0-1,0 1 1,1 0 0,-1 1-1,1 1 1,0 1-1,-24 14 1,37-20-168,0 1 1,0-1-1,0 1 0,0-1 0,0 1 1,0 0-1,1 0 0,-1 0 1,0 0-1,1 0 0,0 0 0,-1 0 1,1 0-1,0 1 0,0-1 1,0 0-1,1 1 0,-1-1 0,0 1 1,1-1-1,0 1 0,0-1 1,-1 1-1,1-1 0,1 1 0,-1-1 1,0 1-1,1 2 0,1 0-56,-1 0-1,1 1 1,1-1-1,-1 0 0,1 0 1,0 0-1,0-1 1,0 1-1,0-1 1,1 0-1,5 5 0,4 2-336,0-1-1,1 0 0,0-1 0,0-1 0,27 11 1,80 24-3322,51-3-4837,-72-13 203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1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318 247 8933,'13'-15'751,"-7"8"-230,0 0-1,0-1 1,-1 0 0,0 0-1,0 0 1,-1 0 0,4-10-1,8-24 2660,-11 24-1211,1 1-1,1 1 1,1-1 0,0 1-1,13-18 1,-10 56 682,-8-10-2534,0 1 0,-1-1 0,0 0 0,-1 0 0,-1 1 0,0-1 0,-3 21 0,-19 92 219,19-111-333,-23 89-3,-69 175 0,-68 91 0,132-304-1266,4 1 0,2 1 0,3 1 0,4 2 0,-11 75 0,27-131-933,0 0-1,2 0 1,0 0 0,2 19 0,8 2-8992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2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19 13005,'6'-4'417,"1"2"0,0-1-1,0 1 1,0 0 0,0 0 0,0 1-1,1 0 1,-1 0 0,0 1 0,1 0-1,-1 0 1,13 2 0,-1 1 462,1 0 0,0 2 1,27 9-1,-28-6-480,0 0 0,0 1 0,-1 2 0,0-1-1,19 17 1,-30-23-327,-2 1-1,1 0 1,0 0-1,-1 1 1,0-1 0,-1 1-1,1 0 1,-1 0-1,0 1 1,0-1-1,-1 1 1,0 0-1,0 0 1,-1 0-1,0 0 1,0 1-1,1 8 1,-3-11-45,-1 0 0,0 0 0,0 0 1,0 0-1,-1 0 0,0-1 0,0 1 0,0 0 0,0-1 0,-1 1 0,1-1 0,-1 0 1,0 0-1,-1 0 0,1 0 0,-1 0 0,0-1 0,-8 6 0,-4 3 17,0 0-1,-2-1 0,-25 12 0,-7-2-84,-92 25-1,-43 0-2117,175-44 1855,-20 7-3863,45-5-2342,-2-2 5376,40 4-7837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2.4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645 16 10077,'-11'-4'712,"0"1"0,0 0 0,0 1 0,0 0 1,0 1-1,-1 1 0,1-1 0,-20 3 0,-26 10 310,1 3-1,1 2 0,-80 35 1,73-26-686,45-20-272,1 0 1,0 1 0,0 1 0,0 1 0,-22 16 0,36-24-55,-3 4 15,0 0 0,-1-1 0,0 0 0,-11 6 0,66 7 264,-39-14-168,0 0-1,0 0 1,0 1 0,13 8 0,-20-10-86,0 0 0,1 1-1,-1-1 1,-1 1 0,1 0-1,0 0 1,-1 0 0,1 0-1,-1 0 1,0 0 0,0 1-1,-1-1 1,1 1 0,-1 0-1,1-1 1,0 5 0,0 3-185,2-1 0,-1 0 1,1 0-1,0 0 0,1 0 1,0-1-1,1 0 0,0 0 1,9 10-1,-10-13-492,1-1 0,0 0 0,0 0 0,0 0 0,11 5 0,-9-5-605,1-2-1,-1 1 1,0-2 0,1 1 0,11 2-1,34 5-5850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2.6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 7865,'32'-43'2301,"-25"34"2141,11 4-1162,-17 5-3202,0-1-1,-1 1 1,1-1 0,0 1-1,0-1 1,0 1 0,0 0-1,-1 0 1,1-1 0,0 1-1,0 0 1,0 0 0,0 0-1,0 0 1,-1 0 0,1 0-1,0 0 1,0 0 0,0 1-1,0-1 1,0 0-1,0 0 1,-1 1 0,1-1-1,0 0 1,0 1 0,-1-1-1,1 1 1,0-1 0,0 1-1,-1-1 1,1 1 0,-1 0-1,1-1 1,0 1 0,-1 0-1,1 0 1,0 1 0,8 11 184,-1 0 0,0 1 1,-1 0-1,-1 0 1,0 1-1,-1 0 1,0 0-1,4 31 1,2 42-969,-6 0-3844,-3-29-2060,1-38-1819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3.0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1 304 6969,'343'-88'8746,"9"-4"-6916,-330 84-1696,0-2 0,-1-1 0,0 0 0,-1-2 0,0 0 0,-1-1-1,28-28 1,-45 41 532,-10 23-231,-41 100 174,-69 123-1,115-240-597,1-3 29,1 0 0,0 1 0,-1-1 0,1 0 0,0 1 0,0 0 0,0-1 0,1 1 0,-1-1 0,1 1 0,-1 0 0,1-1 0,0 1 0,0 0 0,0 0 0,0-1 0,0 1 0,1 0 0,-1-1 0,1 1 0,0 0 0,0-1 0,0 1 0,0-1 0,0 1 0,1-1 0,-1 0 0,1 1 0,-1-1 0,1 0 0,0 0 0,0 0 0,0 0 0,0-1 0,4 4 0,-5-5-19,0 1 1,0-1 0,0 1-1,0-1 1,0 1 0,1-1-1,-1 0 1,0 1 0,0-1-1,0 0 1,0 0 0,1 0-1,-1 0 1,0 0 0,0 0-1,0 0 1,2-1 0,2 1 78,7 1-51,0 1 0,0 1 0,-1 0 0,1 1 0,-1 0 0,0 0 1,0 2-1,-1-1 0,1 1 0,-1 1 0,-1-1 0,1 2 0,-1-1 0,15 17 0,11 12-1774,-18-18-3348,35 30 0,-19-27-3683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53.2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 10329,'0'0'8765,"7"-14"-7989,-4-4-348,10 13-2516,-1-1 231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1.5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455 111 4888,'0'-1'152,"0"0"0,0 0 0,0 0 0,0 0 0,0 0 0,0 0 0,0 0 0,0-1 0,0 1 0,0 0 0,-1 0-1,1 0 1,0 0 0,-1 0 0,1 0 0,-1 1 0,1-1 0,-1 0 0,1 0 0,-1 0 0,0 0 0,1 0 0,-1 1-1,0-1 1,0 0 0,1 1 0,-1-1 0,0 1 0,0-1 0,0 1 0,0-1 0,0 1 0,0-1 0,0 1 0,0 0-1,0 0 1,-1-1 0,-6-2 135,7 2-76,0 0 0,0 0 0,0 0-1,1 0 1,-1-1 0,0 1-1,0 0 1,1 0 0,-1-1 0,1 1-1,-1 0 1,1-1 0,-1 1 0,1-1-1,0 0 1,-4-9 2300,2 5-1878,-1 1 1,0 0-1,0 0 1,0 0-1,-1 1 1,0-1-1,-6-5 1,8 10-407,0 0 1,0 0 0,0 0 0,1 1-1,-1-1 1,0 1 0,0-1 0,0 1-1,0 0 1,1 0 0,-1 0 0,0 0-1,1 0 1,-1 0 0,0 0 0,-2 3-1,-5 8 389,1 1 1,0 1-1,-10 23 0,1-2 88,-41 91 546,-51 158-1,95-246-1427,1 8-700,2-1-1,1 2 1,-4 69 0,5-35-751,-10 70-2194,-3 28-5971,15-110 277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2.1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142 427 7633,'-33'-11'1196,"21"9"-281,1-2 0,-1 0 0,1 0-1,0-1 1,1 0 0,-18-12 0,27 15-744,-1 0 0,1 0 0,-1 0 0,1 0 0,0 0 0,0 0 0,0 0 0,0 0 0,1 0 0,-1-1 0,0 1 1,1 0-1,0 0 0,-1-1 0,1 1 0,0-1 0,0 1 0,0 0 0,1-1 0,-1 1 0,2-5 0,0-1 1,0 0 1,1 0-1,0 1 0,5-11 0,-2 9-41,0 0 0,1 0 0,-1 1-1,1 0 1,1 1 0,0-1 0,0 2 0,0-1 0,16-9-1,8-2 171,48-20 0,-19 12-424,2 4 1,0 2-1,2 3 1,131-18-1,-125 29-2924,0 3 0,98 8-1,-45 8-5980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2.3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48 363 12905,'-48'-3'5909,"55"-14"-4269,2 0-132,20 6-240,34-9-236,10 0-212,26-3-264,18-3-700,20-2-416,12-15-680,13 0-764,12 3-496,4 0-3213,-3 8-4780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6:22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34 8981,'-29'-7'2107,"28"6"-1940,0 1 0,0 0-1,0-1 1,0 1 0,0-1-1,0 0 1,0 1 0,0-1 0,0 0-1,0 0 1,0 0 0,1 0-1,-1 1 1,0-1 0,0 0-1,1 0 1,-1 0 0,0-2-1,1 2-69,0 1-1,0-1 0,-1 1 0,1-1 0,0 1 0,-1-1 0,1 0 1,0 1-1,-1-1 0,1 1 0,-1 0 0,1-1 0,-1 1 0,1-1 1,-1 1-1,1 0 0,-1-1 0,1 1 0,-1 0 0,1-1 0,-1 1 1,0 0-1,1 0 0,-1 0 0,1-1 0,-1 1 0,0 0 0,0 0 1,-60 19 3384,59-18-2947,-2-1-73,-5-1-960,-14 1 3523,20 3-1412,14 3-1228,-7-3-392,0-1 0,1 1 0,-1 0 0,0 0 1,-1 1-1,1-1 0,-1 1 0,1 0 0,-1-1 0,0 2 0,0-1 0,2 5 0,0 2-93,0-1 0,-1 1 0,0-1 0,-1 1 0,2 12 0,0 14-386,-2 1-1,-1 48 1,-2-70 377,0 16-365,-6 47 0,5-76 394,3-1-40,0-1 120,0 0 0,0 0 0,-1 0 0,1 0 0,0-1 0,0 1 0,0 0 0,0-1 0,0 0 0,0 1 0,1-1 0,2 0 0,2-3 23,0-1 0,-1 0-1,1-1 1,0 1 0,-1-1-1,8-8 1,-5 5 10,79-74 619,-50 44 634,49-36 0,-85 73-1188,1-1 0,-1 1 1,1-1-1,-1 1 0,1 0 1,-1-1-1,1 2 0,0-1 0,0 0 1,0 0-1,0 1 0,-1 0 1,1-1-1,0 1 0,0 0 1,0 0-1,0 1 0,0-1 0,0 1 1,0-1-1,5 3 0,-1 0 69,0 0 0,-1 1 0,1 0 0,-1 0 0,10 9 0,-14-12-136,12 13 144,0 0-1,0 1 1,-2 0-1,0 1 1,-1 1-1,0 0 1,9 20 0,4 6 5,4 3-759,53 66-1,-59-87-635,1 0-1,1-2 1,47 36-1,75 39-9390,-65-46-509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01.2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382 143 4252,'0'0'3501,"-1"-3"-2799,-2-12 879,-1-1 0,-1 1 1,-10-23-1,14 36-1054,1-1-292,1-1 1,-1 0-1,1 1 1,0-1-1,0 0 1,0 1-1,0-1 1,0 1-1,1-1 1,0 1-1,2-5 0,0 1 2903,-6 9-3098,0-1-1,0 1 1,1-1 0,-1 1-1,0 0 1,0 0-1,1 0 1,-1 0 0,1 0-1,0 0 1,0 0 0,-2 4-1,-6 20 128,0 0-1,2 0 1,1 1 0,-4 42-1,0-7 47,-50 467 639,18-122-912,-35 52-2012,16-173-1663,7-45-6094,50-215 4826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02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12 107 3844,'-11'2'614,"10"-4"172,17-9 1035,26-13 886,-35 21-2515,0 1 1,-1-1-1,1 1 1,0 0-1,0 1 1,11-1 0,13-4 49,47-7 15,0 3-1,92 1 0,-96 6-241,525-12-46,-343 24-430,-249-9 449,75 11-210,-79-11 191,-1 1-28,8 3-40,-1 0 0,0-1-1,1-1 1,19 4 0,-25-6-136,-2 0 117,27 5 111,-25-4 420,-7-3-304,-1-2 60,-1 0-1,1 0 0,-1 1 0,0 0 0,0 0 0,-1 0 0,1 0 1,-11-3-1,13 8-116,0 1 0,0-1 0,-1 1 0,1-1 0,1 1 0,-1 0 0,-3 4 1,0 4 64,1 0 1,0 0 0,1 0 0,0 0 0,1 1 0,0 0 0,0 0 0,2 0 0,-2 16 0,-3 23 215,-47 192 498,-3-13-424,0 2-223,7 83-117,41-231-1372,5 151 0,5-188-1653,-8 71-1,1-71-1458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03.1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29 4112,'0'0'127,"0"-1"-1,1 1 0,-1-1 0,0 0 1,1 1-1,-1-1 0,0 0 0,0 0 0,0 1 1,0-1-1,0 0 0,0 1 0,0-1 1,0 0-1,0 0 0,0 1 0,0-1 1,0 0-1,0 1 0,-1-1 0,1 0 1,0 1-1,0-1 0,-1 0 0,1 1 0,0-1 1,-1 1-1,1-1 0,-1 0 0,1 1 1,-1-1-1,1 1 0,-1-1 0,1 1 1,-1 0-1,0-1 0,1 1 0,-1 0 1,0-1-1,1 1 0,-1 0 0,0 0 0,1-1 1,-1 1-1,0 0 0,1 0 0,-1 0 1,0 0-1,0 0 0,-1 0 0,-7-2-790,6 1 2757,3 3-2034,1 0 1,-1 0-1,0 0 0,1-1 1,-1 1-1,1 0 0,0 0 1,0 0-1,0-1 0,-1 1 1,2 0-1,-1-1 0,0 1 1,0-1-1,0 1 0,1-1 0,-1 1 1,1-1-1,-1 0 0,1 0 1,-1 0-1,1 0 0,0 0 1,3 1-1,3 2 22,1-1 0,0 0 0,15 2 0,-19-3-23,110 17 384,194 7-1,-224-21-339,334 30 85,-96-6-20,-179-17 167,-141-12-322,1 0 1,-1 0 0,1-1-1,0 0 1,-1 0-1,0 0 1,1 0-1,-1 0 1,5-3 0,-1 1 7,-2 2 34,8-9-58,-6 5-2599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03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39 4380,'-2'-2'687,"1"0"0,-1-1 0,1 1-1,-1 0 1,0 1 0,0-1-1,0 0 1,0 1 0,0-1 0,0 1-1,0-1 1,-1 1 0,-2-1-1,-13-2 622,18 4-1279,-1 0-1,0 0 1,0 0-1,1 0 1,-1 0-1,0-1 1,0 1-1,1 0 1,-1-1-1,0 1 1,1 0 0,-1-1-1,1 1 1,-1-1-1,0 1 1,1-1-1,-1 1 1,0-2-1,-4-1 661,-2 16-300,5-5-255,0 0 0,0 1 1,1-1-1,0 0 1,0 1-1,2 8 1,-3 25 196,-48 245-137,-1-98-4928,36-137 576,4-3-2354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06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35 852 3492,'-34'9'8270,"55"-51"-2615,-3-16-3387,-13 38-2198,15-37-1,13-4 77,2 1-1,63-80 0,-65 95-162,99-148-1873,-54 58-6134,-53 86 679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07.6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3 3552,'-16'-1'244,"-13"0"3025,16 31-874,-5 20-2387,18-48 1700,-6-15-1437,-1-3 621,2 19-877,3-2-2,-1 0 1,1 1 0,-1-1 0,1 1-1,0-1 1,0 1 0,0 0-1,0 0 1,0 0 0,0 0-1,1 0 1,-1 0 0,0 1 0,1-1-1,0 0 1,0 1 0,0-1-1,0 1 1,0-1 0,0 1-1,0 5 1,-12 49 107,4 0 1,2 1-1,2 0 0,5 88 1,2-109-93,2-1 1,1 0-1,2-1 0,2 1 1,1-2-1,2 1 1,1-1-1,27 49 1,-30-66-22,0-1 0,1 0 0,1-1 1,1 0-1,0-1 0,1 0 0,0-1 1,1 0-1,1-2 0,32 20 0,-30-21-75,1-2 0,-1 0-1,1-1 1,36 9 0,-49-15 63,0-1 0,0 1 0,0-1 0,0 0 0,0 0 0,0-1 0,0 0 0,0 0 0,0 0 0,0-1 0,0 1 0,-1-2 0,1 1 0,-1 0 0,1-1 0,-1 0 0,0-1 0,0 1 0,0-1 0,8-8 0,-9 7-1,0 0 0,-1-1 0,1 1 1,-1-1-1,0 0 0,-1 0 1,1 0-1,-1 0 0,0 0 0,-1-1 1,1-6-1,2-8 9,-2 0 0,-1-23 1,-1 41-13,33 30 47,-26-16-35,-5-9 22,0-4-9,18-16 6,0-1 1,28-36 0,-14 16-40,-27 33 22,0-2 0,0 1-1,-1-1 1,0 0 0,-1 0 0,6-11 0,-7 14-44,-1 0 1,1 0-1,0 0 1,0 1-1,0 0 1,7-6-1,-7 7 4,-3 1 85,1 1-176,1-1 109,-1 1 0,0 0 0,0-1 0,0 1 0,1 0 0,-1 0-1,1 0 1,3 0 0,3-2-370,15-7-63,4-1-423,2 0 1,53-11-1,-26 10 402,42-6 34,-43 6 295,-53 12 415,1-1-263,-1-1 0,0 1 0,0-1 0,0 0 0,0 1-1,0-1 1,3-4 0,7-2-13,-2 1 173,-1 1 0,0-1 1,0-1-1,-1 0 0,0 0 0,-1-1 0,10-11 0,-17 18-161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08.9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4992,'-16'0'2177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0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3624,'0'0'12723,"1"3"-12592,12 41 279,-9-25-272,2 0 1,0-1-1,16 34 1,16 10-117,1-1 1,74 84 0,-2-22-2293,6-6-4185,-69-72 654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2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30 3012,'18'0'573,"-14"0"1233,-6 2-1716,-1 3-570,3-4 582,-1 0-1,1 0 1,-1 0 0,1 0 0,-1 0 0,1-1-1,-1 1 1,1 0 0,-1 0 0,0-1 0,0 1 0,1 0-1,-1-1 1,0 1 0,0 0 0,0-1 0,0 1-1,0-1 1,0 0 0,0 1 0,1-1 0,-1 0-1,0 1 1,0-1 0,0 0 0,0 0 0,-1 0 0,1 0-1,0 0 1,0 0 0,-1 0 0,-1-1-800,-6 0 3332,12 11 212,-3-9-2840,1-1 1,-1 1 0,1 0 0,0-1 0,-1 1 0,1-1 0,0 1 0,0-1-1,0 1 1,-1-1 0,1 1 0,0-1 0,0 0 0,0 0 0,0 1 0,0-1-1,0 0 1,-1 0 0,1 0 0,0 0 0,0 0 0,2 0 0,28-5 120,-9 2-67,80-9 154,189-16 163,-181 19-268,180-2 27,-74 28-189,-213-17 2,17 1-552,30 10-7109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3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11 4740,'-4'-2'-130,"5"-7"8611,-8 15-6660,3-1-1608,0 1 0,0-1 0,0 1 0,1 0 0,0 0 0,0 0 0,1 0 0,-1 1 0,-1 9 0,-6 13 265,0 4-180,1 0-1,2 0 0,-5 52 1,6-41-371,-13 54 1,5-45-1318,3 0 0,3 1 0,2-1 1,0 69-1,6-116 889,0-1 0,-1 1 0,0 0 0,0 0 0,0-1 0,-3 6 0,0 4-1481,0 3-1161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4.2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 5653,'0'0'5925,"3"1"-5525,25 2 150,-12-2-391,-1 1 0,0 1 0,18 5 1,-6 2-57,-1 0 1,0 2 0,27 17-1,-40-21-75,-1 0-1,-1 1 0,1 0 0,-1 1 1,-1 0-1,0 1 0,-1 0 0,9 13 1,-13-18-62,-2 0 0,1 0 0,-1 1 0,0-1 0,0 1 1,0-1-1,2 14 0,-4-17 11,0 0 0,-1 0 0,2 0 0,-1 0 0,0 0 0,0-1 0,4 5 0,-2-2-2,-2-2-17,5 2-7,9 7-22,145-297 73,-114 221 179,-45 63-169,0 1 0,0 0 0,0-1 1,0 1-1,0 0 0,-1 0 0,1 0 0,0 0 1,0-1-1,0 1 0,0 1 0,0-1 0,0 0 1,0 0-1,0 0 0,-1 0 0,1 1 0,0-1 1,0 0-1,1 1 0,-1 0 26,2-1-5,0 2 0,-1-1 0,1 0 0,0 0 0,-1 1 0,1 0 0,-1-1 0,0 1 0,0 0 0,1 0 0,-1 0-1,0 0 1,0 1 0,-1-1 0,1 0 0,-1 1 0,1-1 0,-1 1 0,2 5 0,3 7 109,-1 0 0,4 26 0,-3-13 57,54 227 535,-31-123-851,-24-113 38,1-1 0,0 0-1,2 0 1,0 0-1,1-1 1,0 0-1,15 18 1,-21-32 49,-1 0 1,1 0-1,0-1 0,0 1 0,1-1 1,-1 1-1,0-1 0,1 0 0,-1 0 1,1-1-1,0 1 0,0-1 0,0 0 1,-1 1-1,1-2 0,0 1 0,0 0 1,1-1-1,-1 0 0,0 0 0,0 0 1,0-1-1,0 1 0,0-1 1,6-1-1,-2-1-10,1 1 1,-1-1 0,0-1-1,0 1 1,0-1 0,0-1-1,0 0 1,-1 0 0,0 0-1,0-1 1,6-6 0,26-32-359,-3-1 1,49-79 0,-65 90 182,-3 6-117,30-41 0,-45 67 348,0 4-998,59 24 23,-58-25 948,0-2-55,6 0 45,0-1-1,-1 0 0,1-1 1,-1 1-1,0-2 0,14-7 1,15-7-8,25-16 15,-37 25-4,-15 6-94,-7 1 193,67 13 957,-67-10-394,0-2-529,26-6 38,32-13 0,-59 19-165,1 2-9,6 1-61,0 0-1,0 1 1,0 0-1,13 8 1,-19-10 74,15 4 76,-17-5-81,1 1 0,-1-1 0,0 1 0,0-1 1,0 0-1,1 1 0,-1-1 0,0 0 0,1 0 0,-1 0 0,0 0 0,0 0 1,1 0-1,-1 0 0,0 0 0,1-1 0,-1 1 0,2-1 0,62-24-1193,-50 21 605,0-1 0,0 0 0,-1-2 1,1 0-1,-2 0 0,1-1 0,23-19 1,-21 10-1242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4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3572,'17'0'452,"-28"0"3643,17 2-4184,-1 2 0,1-1 0,-1 0 0,0 1 0,0 0 0,7 8-1,24 14-756,-34-24 739,2-2-49,0 0 141,4 0 25,0 0-1,0-1 1,0 1-1,0-2 0,15-3 1,-20 4 303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5.8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2131 519 3072,'-1'-1'48,"1"0"0,-1 0-1,1 0 1,0-1-1,0 1 1,0 0 0,0 0-1,0 0 1,0 0-1,0-1 1,0 1 0,0 0-1,0 0 1,1 0 0,-1 0-1,0 0 1,1 0-1,-1-1 1,1 1 0,-1 0-1,1 0 1,0 0-1,-1 1 1,1-1 0,0 0-1,0 0 1,-1 0 0,1 0-1,0 1 1,0-1-1,0 0 1,0 1 0,0-1-1,0 1 1,2-2-1,-2-1 76,-1 0 1,0 0-1,0-1 0,0 1 0,0 0 0,0 0 0,-1-1 0,-1-5 0,-1 3-18,1 0 0,-1 0 0,0 1 0,0-1 0,-1 1 0,0 0 0,0 0 0,0 0 0,-6-5 0,-49-39 623,42 36-529,-36-28 411,-2 3 1,-2 2-1,-108-52 1,109 65-396,0 1 0,-1 3 1,-1 3-1,0 2 0,-1 3 0,-1 3 0,-99-3 0,108 13-123,1 1-1,0 3 0,0 2 0,-57 17 0,63-13-14,0 1-1,2 3 0,0 1 0,0 3 1,2 1-1,1 2 0,0 1 0,-58 50 1,62-43-6,1 1 1,2 1-1,1 2 1,2 1-1,1 1 1,2 1 0,-34 68-1,38-61-12,2 2 0,3 0 0,1 1-1,2 0 1,3 1 0,-10 94 0,19-112-39,1 0 0,2 0 1,1 0-1,1-1 1,1 1-1,2-1 1,2 1-1,0-2 0,2 1 1,1-1-1,1-1 1,2 0-1,1-1 0,1 0 1,1-1-1,1-1 1,1-1-1,2 0 1,0-2-1,41 34 0,-24-27-6,1-2-1,2-2 1,0-2-1,1-2 1,2-1-1,71 22 1,-54-25-9,0-3 0,1-3 0,0-3 0,94 2 0,-57-12-11,-1-5-1,0-4 1,-1-4-1,-1-5 1,0-3-1,120-47 0,-160 48 30,-1-2 1,-1-2-1,-1-3 0,69-50 0,-92 56-9,0-1 0,-1-2 0,-2 0 0,-1-2 0,-1-2 0,-1 0 0,38-66 0,-51 75-6,-1 0 0,-1-1 0,-1 0 0,-1 0-1,-1 0 1,-1-1 0,-1 0 0,-1 0 0,-2-1-1,0 1 1,-1 0 0,-1-1 0,-1 1 0,-7-31-1,1 21-56,-2 0 0,-1 0-1,-2 1 1,-1 0 0,-1 1 0,-2 1-1,-1 0 1,-1 1 0,-34-38-1,49 63 37,-20-25-115,-1 2 1,-1 0 0,-2 1 0,-32-22 0,39 32-43,-1 2 1,0 1-1,-1 0 1,-1 2-1,0 0 1,-1 2-1,-33-9 1,49 16-88,0 0-1,-1 1 1,1 0 0,0 1 0,-1-1-1,1 2 1,-1-1 0,1 1-1,0 1 1,-1 0 0,1 0 0,0 1-1,0 0 1,0 0 0,1 1-1,-1 1 1,1-1 0,0 1 0,0 0-1,1 1 1,-1 0 0,1 0 0,-9 11-1,-11 21-3093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6.5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1143 1324 5116,'0'1'135,"0"0"0,0 0-1,0 0 1,0 0-1,0 0 1,0 0-1,1-1 1,-1 1 0,0 0-1,0 0 1,1 0-1,-1 0 1,0-1-1,1 1 1,-1 0 0,1 0-1,-1-1 1,2 2-1,8-11 2689,-5 3-2571,-4 4 1885,1 1-1864,0-1-1,0 0 1,-1 0-1,1 0 0,-1 0 1,0 0-1,1 0 1,-1 0-1,0 0 1,0 0-1,0-1 1,-1 1-1,1 0 1,-1-1-1,1-2 0,0 2-94,0 1-127,-1 0 0,0 0 0,1-1 0,-1 1-1,0 0 1,0 0 0,0 0 0,0 0 0,-1 0 0,1 0-1,-1-1 1,1 1 0,-1 0 0,0 0 0,0 0 0,1 0-1,-1 1 1,-1-1 0,1 0 0,-2-3 0,-4-2 1,0 0-1,0 0 1,-12-9 0,0 1 33,-121-98 34,8 8-117,49 30-41,4-3 1,2-4-1,-94-133 0,60 41-165,26 38-476,64 103 21,-1 2 0,-1 1 0,-1 1 0,-51-47 0,74 75 598,1 1 0,-1-1 1,0 0-1,0 0 0,0 0 0,0 1 0,-1-1 0,1 1 0,0-1 0,0 1 0,0-1 0,0 1 0,-1-1 0,1 1 0,0 0 0,0 0 0,-1 0 0,1 0 1,0 0-1,0 0 0,-1 0 0,1 0 0,0 0 0,0 0 0,0 1 0,-1-1 0,1 0 0,0 1 0,0 0 0,0-1 0,0 1 0,0-1 0,0 1 0,0 0 1,0 0-1,0 0 0,0-1 0,0 1 0,0 0 0,0 0 0,1 0 0,-1 0 0,0 0 0,0 2 0,-3 5-981,0 1-1,1-1 1,0 1 0,-4 16-1,7-23 781,-4 18-3107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6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268 86 3488,'-1'-2'115,"1"0"0,0 1-1,-1-1 1,1 0 0,-1 1-1,0-1 1,1 0 0,-1 1-1,0-1 1,0 1-1,0-1 1,0 1 0,0 0-1,-1-1 1,-1-1 0,-27-21 1480,8 6-1039,10 12-322,11 5-197,0 0-1,-1 0 0,1 0 1,0 0-1,0 0 1,-1 1-1,1-1 0,0 0 1,-1 1-1,1-1 1,0 1-1,-3-1 0,-2 2 22,1 1 0,0 0 0,0 0 0,0 1-1,0-1 1,1 1 0,-1 0 0,1 0-1,-1 1 1,1-1 0,0 1 0,0 0-1,1 0 1,-1 1 0,1-1 0,0 1 0,0-1-1,0 1 1,1 0 0,-4 9 0,-2 8 54,1 0 0,1 0 0,-6 38 0,-2 20-148,-7 50-732,11-41-2476,7-48 433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18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3776,'353'20'488,"-217"-9"-520,-9 1-1196,-3 5 1208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34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346 174 3596,'-2'-4'480,"0"0"0,1 0-1,-1 0 1,1-1 0,-1 1-1,1 0 1,1-1 0,-1 1-1,1-1 1,-1-5 0,-6-37 3001,-3 16-1620,9 28-792,0 0 30,0-1-463,-1-16 29,2 7 3223,-22 25-1911,17-6-1753,1 0 0,-1 1 0,1 0 0,0-1 0,1 1 0,0 1 0,0-1 0,0 0 0,1 1 0,0-1 0,-1 14 1,-3 3 161,-18 92 1056,-14 201 0,20-130-1080,-50 272-1953,10-75-3101,35-183 595,13-68-3899,7-77-514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34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92 8965,'-15'-23'3102,"-17"-37"3812,34 59-6315,2-1-526,0 1 0,-1 0 0,1 0 0,0 0 0,0 0 0,0 1 0,0 0 0,-1-1 0,1 1 0,0 0 0,0 1 0,0-1 0,0 1 1,0 0-1,-1 0 0,1 0 0,4 2 0,11 5 92,-1 1 1,21 13-1,-17-10-33,17 10-12,-1 2-1,-1 1 1,-1 1 0,-1 2 0,57 61 0,-79-75-106,-1 1 1,-1-1-1,0 2 0,-2 0 1,1 0-1,-2 1 0,0 0 1,-1 0-1,-1 1 0,0 0 1,-2 0-1,0 0 1,-1 0-1,0 1 0,-2 0 1,-1 34-1,-3-27-6,-1 1 1,-1-2-1,-2 1 0,0 0 0,-2-1 1,0-1-1,-2 0 0,-14 24 1,5-16-14,-2 0 1,-1-2 0,-1 0 0,-53 49 0,21-31-301,-103 70 1,-68 22-1388,163-102 907,27-15-764,-1-2 1,-1-2-1,-49 17 0,69-31-2520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36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182 464 4252,'-2'0'101,"1"0"-1,0 0 1,-1 0-1,1-1 1,-1 1-1,1 0 1,0 0-1,-1-1 1,1 1-1,0-1 1,-1 1-1,1-1 1,0 0-1,0 1 1,0-1-1,0 0 1,-1 0-1,1 0 1,0 0-1,0 0 0,1 0 1,-1 0-1,0 0 1,0-1-1,0 1 1,1 0-1,-1 0 1,1-1-1,-1 1 1,1 0-1,-1-1 1,1 1-1,-1-3 1,0 3 45,0 0 1,0 0 0,0 0 0,-1 0-1,1 0 1,-1 0 0,1 1-1,0-1 1,-1 0 0,0 1 0,1-1-1,-1 1 1,-1-1 0,-7-2 1256,1-1-919,7 4-321,0-1 0,1 1 0,-1-1 1,0 0-1,0 0 0,1 0 0,-1 0 0,0 0 0,1 0 0,-1 0 0,1-1 0,-1 1 0,1 0 0,0-1 0,-2-1 0,-11-30 2059,12 28-1867,0 1 1,0-1 0,0 0 0,0 1 0,-1-1 0,0 1 0,0 0 0,-6-7 0,-26-19 1319,33 29-467,2-9-1137,1 0 0,0 1 0,0-1 1,5-12-1,-6 20 26,7-2-733,10-13 609,-15 15-2,15-29 22,-16 28 6,1-1 0,0 1-1,1 0 1,-1-1 0,0 1 0,1 0 0,0 0 0,0 0 0,0 1 0,0-1 0,0 1 0,4-3 0,-25-16 15,20 20-13,-1 0 1,1 0-1,-1 0 0,0-1 0,0 1 0,0 0 0,0-1 0,1 1 0,-2-1 0,1 1 0,0-1 0,0 1 0,0-1 0,-1 0 0,1 1 0,-1-1 1,1 0-1,-1 0 0,0 1 0,0-1 0,0 0 0,0 0 0,0 1 0,0-4 0,0-1-5,0 3 2,-8-27-7133,34 11 1075,-12 11-63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37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 72 3576,'13'-10'898,"-11"9"-42,-4-1-80,-5-1-816,5 2 231,1 1 0,0-1 1,0 1-1,-1-1 1,1 1-1,0-1 0,0 0 1,0 1-1,0-1 1,0 0-1,0 0 0,0 0 1,0 0-1,0 0 0,0 0 1,0 0-1,1 0 1,-1-1-1,0 1 0,1 0 1,-1-2-1,0 1 45,0-1 0,0 1-1,0 0 1,-1 0 0,1 0-1,0 0 1,-1 0 0,1 0-1,-1 0 1,0 0 0,0 1-1,0-1 1,0 1 0,0-1-1,-3-1 1,3 2-378,0 0 917,-1 1-364,-5 1-228,0 1-1,0 0 0,1 0 0,-1 0 1,1 1-1,-1 0 0,1 1 0,0 0 1,0 0-1,-8 7 0,15-11-164,0 1-1,-1 0 1,1-1-1,0 1 0,0 0 1,0-1-1,0 1 1,1 0-1,-1 0 1,0-1-1,0 1 1,0 0-1,0-1 1,1 1-1,-1-1 0,0 1 1,1 0-1,-1-1 1,0 1-1,1-1 1,-1 1-1,1-1 1,-1 1-1,2 0 0,-1 1 51,2 2-1,1 0 1,0-1-1,1 1 1,-1-1 0,0 0-1,1 0 1,0 0 0,0-1-1,0 1 1,0-1-1,0 0 1,0-1 0,0 1-1,11 0 1,14 3 168,47 0 0,-46-4-118,749 17 896,-373-13-681,1980 98 1191,-2112-88-1442,488 35 185,-261-16-30,13 4-71,-500-36-167,15 0 39,0 1 0,-1 1 1,52 15-1,-77-18-46,-3-3-1227,10-17 1333,-8 9-6829,-11-24 467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38.8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584 247 5264,'-3'-4'355,"0"1"0,0 0 0,0 0 0,-1 0 0,1 1 0,-1-1 0,1 1 0,-1 0 0,0 0 0,-7-3 0,-24-14 1782,-55-52 2414,88 69-4447,0-1 0,1 0-1,-1 0 1,0 0-1,1 0 1,0 0 0,-1 0-1,1 0 1,1-1 0,-1 1-1,0-5 1,-1 0 87,1 5-99,1 0 1,-1 1-1,1-1 1,0 1-1,0-1 1,0 0 0,1 1-1,-1-1 1,1 0-1,-1 1 1,1-1-1,0 1 1,2-5-1,-2 4-168,0 1 1023,-6-14-822,0 2 1243,5 14-1350,0 0 0,-1 0 0,1 0 0,0 0 0,0 0 1,-1 0-1,1 0 0,0 0 0,-1 0 0,1 0 0,0 0 0,-1 0 0,1 1 0,0-1 0,-1 0 0,1 0 0,0 0 0,0 0 0,-1 0 1,1 0-1,0 1 0,0-1 0,-1 0 0,1 0 0,0 1 0,0-1 0,0 0 0,-1 0 0,1 1 0,0-1 0,0 0 0,0 0 0,0 1 1,0-1-1,-1 0 0,1 1 0,0-1 0,0 0 0,0 0 0,0 1 0,-6 14 68,1-1 0,1 1 1,0 0-1,0 0 0,-1 27 0,4-34-75,1 0-1,-1 1 1,1-1-1,1 0 1,0 1-1,0-1 1,1 0-1,0 0 0,0 0 1,1 0-1,0 0 1,0 0-1,1-1 1,0 1-1,0-1 1,0 0-1,1-1 0,1 1 1,-1-1-1,1 0 1,0 0-1,0 0 1,1-1-1,-1 0 1,1 0-1,8 3 0,2 1-7,2-1 0,-1 0 0,1-2 0,0 0 0,0-1 0,1-1 0,-1-1 0,1-1 0,32 0 0,9-5 3,-1-2 0,0-4 0,0-2 0,-1-2 1,-1-3-1,75-32 0,-105 37-1,-1-1 0,0-2 0,0 0 1,-2-2-1,0-1 0,0-1 0,-2-1 0,32-33 0,-45 40 2,-16 17 5,-16 23-17,13-5 4,0 0 0,2 1 0,-8 43 0,5-18 6,-13 59 3,6-26 2,-42 123 0,17-103-76,-4-3 0,-5-1-1,-113 163 1,57-118-71,-197 203 0,247-287 153,-3-3-1,-2-2 1,-110 73 0,163-122 17,-1 1 0,1-1 1,-1-1-1,0 0 0,-1 0 0,1-1 1,-21 3-1,28-5-25,0-1 1,-1 0 0,1 0-1,0 0 1,-1 0-1,1 0 1,0-1-1,0 0 1,0 0-1,-1 1 1,1-2-1,0 1 1,0 0-1,0-1 1,0 1-1,1-1 1,-1 0-1,0 0 1,1 0-1,-1 0 1,1 0-1,0-1 1,0 1-1,0-1 1,0 1-1,0-1 1,0 0-1,1 0 1,-1 0-1,-1-4 1,0-5 7,-1 0 1,1-1 0,1 1-1,1-1 1,0 1-1,0-1 1,2-23 0,18-91 46,-12 96-48,2 0 0,1 0 1,1 1-1,22-41 1,73-109-39,-106 179 22,55-82-149,80-91 0,-121 158 117,36-43-323,3 2-1,3 2 0,2 3 0,69-47 0,-50 47-1135,2 4-1,160-71 0,3 38-2082,-91 35 372,-71 18 313,5 5-819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39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505 0 7517,'-5'0'455,"0"1"0,0 0 1,-1 0-1,1 0 0,0 1 1,0-1-1,0 1 1,0 0-1,0 1 0,1-1 1,-1 1-1,1 0 0,0 0 1,-1 0-1,1 1 0,1 0 1,-1-1-1,0 1 0,-3 6 1,-7 10 181,2 0 1,0 1-1,-10 24 1,10-20-48,-12 27 229,3 0 0,-25 98-1,-10 114 76,40-181-715,-35 232-1651,29-158-1420,6-52-408,0-27-1745,-5-85 2021,-6-13 871,6-7-270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39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73 306 5961,'-24'6'365,"-1"1"211,1-6 3542,44-16-3019,0 4-834,1 0 0,0 2 0,0 1 0,41-11 0,-10 4-97,239-64 433,-79 24-394,-50 14-151,29-9 73,-187 49-113,-1-1-1,1 1 1,0 0-1,-1 1 0,1-1 1,0 1-1,0-1 0,-1 1 1,1 0-1,0 1 1,0-1-1,-1 0 0,1 1 1,0 0-1,-1 0 1,1 0-1,0 1 0,-1-1 1,6 4-1,-5-2 21,0 1-1,0-1 1,-1 1-1,0 0 1,1 0-1,-1 0 1,-1 1-1,1-1 1,-1 0-1,0 1 1,0 0-1,3 9 1,1 10 68,-2 1 1,0-1-1,-2 1 1,-1 41-1,-1-66-105,-3 110 264,0-57-167,3 1 1,6 54-1,3-81 142,-6-21-160,-2-6-65,1 0 1,-1 1 0,1-1 0,-1 0 0,0 0 0,1 0 0,-1-1 0,1 1 0,-1 0 0,1-1 0,-1 1 0,0 0-1,3-2 1,-3 2 5,11-4 45,1-1 0,-1 0 0,-1 0 0,22-14 0,-23 13-45,0-1 0,1 2 0,0 0 0,1 0 0,22-6 0,-14 8 2,-1 0 0,1 2 1,0 0-1,0 1 0,0 1 0,34 6 0,119 37-59,-64-14 15,-23-14 239,-77-14-56,0-2 0,0 1-1,0-1 1,1-1 0,-1 0-1,0 0 1,11-3 0,-17 3 170,-1 0-256,0 0 0,0-1 0,1 1 0,-1 0 0,0 1 0,1-1 0,-1 0 0,1 1 0,-1-1 0,0 1 0,4 0 0,49 53 471,-38-34-450,1-2-1,0 0 1,2-1-1,0 0 0,39 21 1,-31-24-28,0-2 0,1-1 0,1-1 0,-1-2 0,1-1 0,0-1 0,1-2-1,-1 0 1,47-4 0,-69 0-11,-1 0-1,1 0 1,-1-1-1,0 0 1,0 0-1,10-5 0,-15 5-41,0 1 0,-1-1 0,1 0 0,-1 0 0,0 0 0,0 0 0,1 0 0,-1 0 0,-1 0 0,1-1 0,0 1-1,0 0 1,-1 0 0,1-1 0,-1 1 0,0-4 0,-1 1-8,0 0 1,0 1-1,-1-1 0,1 0 1,-1 0-1,0 1 0,-1-1 1,1 1-1,-1 0 0,0 0 1,-4-5-1,-9-15-54,0 3-325,0 1 1,-1 0-1,-1 1 0,-1 1 0,-1 1 0,0 0 1,-1 2-1,-1 0 0,-36-18 0,-36-24-3272,31 18-3749,58 36 2501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40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22 147 6189,'5'-24'1646,"-4"20"-57,-24-4 2260,19 5-1510,16 6-1531,-11-2-770,0-1 1,0 0-1,0 1 0,1-1 1,-1 0-1,0 1 0,0-1 0,0 0 1,1 0-1,-1 0 0,0 0 1,0 0-1,0 0 0,1 0 0,-1-1 1,0 1-1,0 0 0,0-1 1,0 1-1,0-1 0,1 1 0,-1-1 1,0 1-1,0-1 0,0 0 1,-1 1-1,1-1 0,1-1 0,6-4 222,17-10 312,0 1 1,1 0 0,0 2 0,1 2-1,29-9 1,-47 17-489,0 1 0,0 1 0,0 0 0,1 0 0,-1 0 0,0 2 0,1-1 0,-1 1 0,0 0 0,0 1 0,0 0 0,11 4 0,-13-4-59,-1 1 1,1 0-1,-1 1 1,0-1-1,1 1 1,-2 0-1,1 1 1,-1 0-1,1-1 1,-1 2-1,0-1 1,-1 0-1,0 1 0,1 0 1,5 12-1,1 10-1,0 0-1,10 48 0,0 1-1093,-10-37-152,15 37-922,-25-76 2126,-1-1 1,1 1-1,0-1 1,0 1-1,-1-1 1,1 1-1,0-1 1,0 0-1,0 1 1,0-1-1,0 0 1,0 0-1,0 0 0,0 0 1,-1 0-1,1 0 1,0 0-1,2 0 1,-1 0-41,3 1 14,1-1-1,-1 0 1,1 0 0,-1 0 0,1 0 0,-1-1 0,0 0 0,1-1 0,-1 1 0,0-1 0,0 0 0,7-3 0,3-4-33,-1 0 1,22-17-1,-26 17-394,0 2-1,1-1 0,0 1 1,0 1-1,0 0 1,17-6-1,34-7-6207,-46 16 2478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41.0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430 19 4452,'-8'-3'511,"1"0"0,-1 0-1,1 1 1,-1 0-1,0 0 1,0 1 0,1 0-1,-1 0 1,0 1-1,0 0 1,0 0 0,-13 3-1,-30-2 1655,-5-4-435,1 3-1,-61 7 1,79 3-1078,37-10-630,0 1 1,0-1 0,0 0-1,0 1 1,0-1 0,0 1-1,0-1 1,0 1 0,0-1-1,0 1 1,0-1 0,0 1-1,0-1 1,1 1-1,-1-1 1,0 1 0,0-1-1,1 0 1,-1 1 0,0-1-1,1 1 1,-1-1 0,0 0-1,1 1 1,-1-1 0,0 0-1,1 1 1,-1-1 0,1 0-1,-1 0 1,0 1-1,1-1 1,5 3 25,-1 0-1,0 0 1,1 0-1,-1-1 1,1 0-1,0 0 1,0 0-1,-1-1 1,1 0-1,8 1 1,68-2 275,-65 0-268,834-12 800,-578 11-719,375 8-13,-93 0-197,-498-8-214,137 6-28,-166-3-465,0 2-1,0 1 1,-1 1 0,49 17 0,-23-5-7878,-37-15 3028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41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65 4604,'-117'-53'1627,"111"51"-1350,0 0 0,0 0 0,0 0 1,0 1-1,0 0 0,0 0 1,0 1-1,0-1 0,-1 1 0,-6 1 1,-2 0 1066,-4 3 1334,16 5-1319,17 16 77,14 10-575,1-2-1,3-1 1,35 29-1,114 78 529,-1 0-960,-145-109-242,-1 2-1,55 67 1,-79-87-174,-1 1 0,0 1 0,0 0-1,-1 0 1,-1 0 0,-1 1 0,0 0 0,-1 0 0,0 1 0,-1 0-1,-1 0 1,-1 0 0,0 0 0,-1 0 0,-1 0 0,0 0-1,-1 0 1,-1 0 0,-1 0 0,0 0 0,-1 0 0,0-1 0,-1 1-1,-1-1 1,-1-1 0,0 1 0,-1-1 0,-12 18 0,-7 3-153,-1-2 1,-2-1-1,0-1 1,-3-1-1,-44 32 1,-191 111-2220,204-135 1406,46-27 406,-79 45-2611,83-49 1314,0-1-1,-22 6 0,19-8-4074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42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132 235 4224,'-5'-3'262,"0"1"0,0 0-1,0 0 1,0 1-1,-1-1 1,1 1 0,-6-1-1,10 2-161,0-1 1,0 0-1,0 0 0,1 0 0,-1 1 0,0-1 1,1 0-1,-1 0 0,1 0 0,-1 0 0,1 0 0,-1 0 1,1 0-1,0 0 0,-1-1 0,1 1 0,0-1 1,0 1-5,-1-1 124,-1-1 0,0 0 0,0 1 0,0-1 0,0 1 0,0 0 0,0 0 0,-1 0 0,1 0 0,-1 0 0,1 0 0,-1 0 0,0 1 0,-4-3 0,3 3 71,0-1 0,1-1 0,-1 1 1,1 0-1,-1-1 0,1 0 0,0 0 1,-5-5-1,8 8-266,0 0 0,0 0 0,0 0 0,0-1 0,0 1 0,0 0 0,-1 0 0,1-1 0,0 1 0,0 0 0,0 0 0,0-1 0,0 1 0,0 0 0,0 0 0,0-1 0,0 1 0,0 0 0,0 0 0,0-1 1,0 1-1,0 0 0,0 0 0,1-1 0,-1 1 0,0 0 0,0 0 0,0-1 0,0 1 0,0 0 0,0 0 0,1 0 0,-1-1 0,0 1 0,0 0 0,0 0 0,1 0 0,-1 0 0,0-1 0,1 1 0,16-6 365,32 0-341,-38 6 47,288-6 219,-170 8-274,399-12 48,-189 2-30,1324-40-2915,-1053 17-1807,-508 25 3012,92-6-2398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43.3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1 146 5889,'17'-3'2054,"0"-2"0,30-11 0,17-6-1058,33 0-317,189-17-1,105 22-509,-235 12-309,586-7-2330,-393 9-1828,-144 2-383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43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54 187 4804,'-9'0'961,"-20"-2"-1191,18-4 2443,7-6 4422,9 10-6117,94-16-102,1 4-1,109-1 1,-43 4-873,936-72-7550,-834 60 3307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7:51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2751 4390 1844,'24'2'604,"-19"-1"-73,-12 3 403,-12 10 4060,57-23-4642,1 0 0,0 3-1,58-3 1,-28 13-284,0 3 1,104 24 0,-100-16 224,142 11 0,474 37 128,-254 20-258,-354-67-178,0-3 0,1-3 0,0-4-1,86-5 1,417 1-49,-462 5 27,41 1 49,236 43 1,-190-11-19,-99-19 79,146 10 0,-203-26-85,460 30 176,-326-23-64,51 8-40,-98-6-52,26 9 45,-57-6-98,385 31 11,454 21 148,-620-47 184,170 16 283,-330-26-435,286-16 0,-350-1-109,0 5 0,189 22 1,-162-3-92,45 8 134,15-4-118,-117-15 46,520 33 65,-165-16-142,-174-2 56,293 23-21,-59-8 69,84 12-31,-382-32-75,-86-7 109,123-2-1,-22-7-23,-59 1 32,875 43-5,-365-9-53,31-45-12,68-6-2,-266 42 11,-72-2 17,-146-19 0,371-37 0,334-45-72,-54-22 45,-408 41 11,-14 2-27,-357 32 9,206-60 0,-197 34-3,366-93-80,-295 107 152,-79 14-73,209-51-45,-246 44 45,247-55 29,-303 71 0,73-23 0,-109 28 20,0-1 0,0-1 1,-1 0-1,0-1 0,0-1 0,-1-1 1,-1 0-1,15-14 0,-2 1-6,0 0 0,1 2 1,1 2-1,2 0 0,53-25 0,-39 25-18,2 2-1,0 2 1,74-15 0,301-49 25,-180 21-115,-167 38 140,-39 10-40,-1-1 1,-1-2-1,0-2 1,-1 0-1,51-35 1,-70 39-9,0 0 0,-1-1 1,0-1-1,-1 1 0,0-2 0,-1 0 1,-1 0-1,10-22 0,24-31-5,-35 57 2,0 0 1,0 0 0,1 1 0,1 1 0,0 0 0,0 0 0,24-13 0,5 2 44,50-19-1,-54 25-68,-1-2-1,36-21 1,-65 32 35,0 0 0,0 0 0,-1-1 0,1 0 0,-1 0 0,6-10 0,1-1-9,1-1-2,-1-1 0,-1 0 0,14-32 0,-16 30 8,2-4 13,-1-1-1,-2 0 1,9-43-1,-15 55-10,-1 1 0,0 0-1,-1 0 1,0 0 0,-1 0-1,-1 0 1,0 0 0,-1 0-1,0 0 1,-1 0 0,0 1-1,-1 0 1,-1 0 0,0 0-1,-12-17 1,-9-10-37,-3 2-1,-66-66 1,77 84 21,-87-75 19,-8-9 42,47 41-20,45 43-40,-36-39 1,31 29 32,19 22-13,2 0 1,-1-1-1,-7-11 1,5 6-6,-1 2 1,0-1-1,0 1 0,-1 1 1,-1-1-1,1 2 1,-2 0-1,1 0 0,-1 2 1,-1-1-1,1 1 1,-1 1-1,-17-5 0,-18-4 9,-2 2-1,-79-11 0,-192-15-48,137 18 76,-112-23-21,226 30 10,1-4 0,-75-28 0,-29-22 11,-468-160 25,150 76-88,319 96 71,-172-64-102,-49-31-22,-81-1 121,211 99-35,-324-23 1,191 37-67,-531-39 163,650 55-148,-204-39 131,312 38-85,-888-160-15,669 81-2,67 17 8,-339-52-63,461 111 86,-533-57-83,287 35 51,-198-17-51,-193-13-25,-10 40 9,729 35 97,-975 19-114,640 9 112,-342 25-69,-361-29 44,1012-22 29,-732 2 113,63 6-120,601-6-9,-400-3-58,155 6 103,273 0-78,-388 20 32,567-23 1,-242 16-2,-201 7-50,388-20 54,-66-3-14,-100-3-49,81 3 34,-857 28 200,789-17-160,-165-9-97,47-3 31,262 8 59,1 3 0,1 3 0,-110 34 1,85-20-46,-12 1 77,-446 109 117,545-137-159,-287 49-23,33-14-12,31-2 12,140-20 23,-127 34 0,137-27-48,-275 89 82,238-64-1,-61 21 38,-43 14-82,205-75 12,1 1 1,1 1-1,-1 0 1,1 0-1,0 1 1,1 1-1,0 0 1,-16 18-1,-7 10 20,-32 46-1,34-40 0,-29 39-42,4 2-1,-65 127 1,-33 39 71,44-82 90,69-93-102,-42 106 1,64-125-45,2 2-1,-13 72 1,20-79-44,-27 133 34,35-172 25,1 0 1,0 0-1,1 0 1,0 0 0,1 1-1,0-1 1,1 0-1,1 0 1,0 1-1,0-1 1,8 20-1,0-7 12,-3-10-13,-1 1 0,0 0 0,-1 0 0,0 1 0,-2-1 0,0 1-1,1 33 1,-6-22-15,-1 1-1,-1-1 0,-2 0 1,-1 0-1,-12 31 0,-22 59 144,38-111-128,0 1 0,0 0-1,1-1 1,0 1-1,0 0 1,1 0 0,0 0-1,0 0 1,1 10-1,0-15 3,1 0 0,-1 0 0,1 1 0,-1-1-1,1 0 1,0 0 0,1-1 0,-1 1 0,0 0-1,1 0 1,-1-1 0,1 1 0,0 0 0,0-1-1,0 0 1,0 1 0,0-1 0,1 0 0,-1 0-1,1-1 1,-1 1 0,1 0 0,0-1 0,0 1-1,5 1 1,41 14-20,104 42-49,-132-49 62,0 1 0,-1 1 0,0 0 0,35 30 0,-46-33-11,0 0 0,-1 1 0,0 0 0,0 1-1,-1-1 1,10 23 0,26 76-119,-41-102 124,0 0 17,0 0 0,1 0 1,0 0-1,0 0 0,0-1 0,1 1 1,0-1-1,0 0 0,1 0 0,-1-1 1,1 1-1,1-1 0,-1 0 1,1 0-1,0-1 0,0 1 0,0-1 1,1-1-1,-1 1 0,1-1 1,8 2-1,40 13-7,63 10 1,-68-18-21,0 3 1,59 23-1,244 128-226,-259-114 191,-13-8-22,-3 3 1,86 64 0,-34-17 23,-121-87 51,0 1 0,0-1 0,0-1 0,1 0 0,-1 0 0,1-1 1,0 0-1,0-1 0,0 0 0,0-1 0,14 1 0,14-1 54,67-9 0,-40 2-106,159 4-322,-209 4 300,0 0-1,0 1 1,0 0 0,-1 2-1,1-1 1,-1 2 0,0 0-1,-1 1 1,1 0 0,-1 1-1,-1 0 1,1 1 0,-2 1-1,16 14 1,-7-1-15,-11-12 76,1-1 0,-1 0 0,17 12 1,-24-20 165,1-3-198,10-1 28,0-1 0,-1-1 0,1 0 0,-1 0 0,14-8 0,201-91-452,-195 89 424,39-10 1,-39 8-1,-29 14 44,-3-3-1686,-1 1 1560,0-1 1,-1 0-1,1 1 0,-1-1 1,0 1-1,0-1 1,0 1-1,0 0 0,-1 0 1,0 0-1,-5-6 0,4 5 53,1 0-1,-1 0 1,1-1-1,-1 0 1,-2-9-1,2 6 88,1 1 0,-1-1 0,0 1 0,-1 0 0,0 0 0,-1 1 0,-7-9 1,12 13 30,-1 0 0,1 0 0,-1 0 0,1-1 0,0 1 0,1 0 0,-1-1 0,0-3 0,-3-9 176,4 15-203,-1 0 0,1 0 1,0 0-1,-1 0 0,1 0 1,0 0-1,0 0 0,0-1 1,0 1-1,0 0 1,0 0-1,0 0 0,0 0 1,0 0-1,1 0 0,-1 0 1,0 0-1,1 0 0,-1 0 1,1 0-1,-1 0 0,1 1 1,-1-1-1,1 0 1,0 0-1,-1 0 0,1 1 1,0-1-1,1-1 0,1-2-33,-1 2 25,23 12-1217,-60-29-580,32 17 1315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19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0 276 2640,'7'-15'410,"0"0"-1,1 1 1,0-1-1,1 1 1,16-19-1,63-61 619,-49 55-458,-36 36-513,0-1 1,0 1-1,1 0 1,-1 0 0,1 1-1,0-1 1,0 1-1,0 0 1,0 0 0,0 0-1,1 0 1,-1 1-1,0 0 1,1 0 0,-1 0-1,1 0 1,4 1-1,-3 0-381,-1 0 0,0 1-1,0 0 1,1 0-1,-1 1 1,0-1-1,0 1 1,0 0 0,5 3-1,9 4-1178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1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39 241 5284,'-8'-22'364,"3"8"554,0 0 0,0 0 0,2 0 0,0 0 0,-2-17 0,2-87 7991,19 252-7423,-1-29-1068,-5 2 1,-6 161-1,-20-50-228,-14 412 129,30-541-299,0-27 115,10 88 0,-9-137-43,0-9 29,-1 1-1,0 0 0,1-1 1,0 1-1,0-1 1,1 0-1,-1 1 0,1-1 1,0 0-1,0 0 1,0 0-1,5 7 0,-7-11-115,0 0 0,0 0 0,0 0 0,0 0 0,0 0 1,0 0-1,1 1 0,-1-1 0,0 0 0,0 0 0,0 0 0,0 0 0,0 0 0,0 0 0,0 0 0,0 0 0,0 0 0,0 0 0,1 0 0,-1 0 0,0 0 0,0 0 0,0 0 0,0 0 0,0 0 0,0 0 0,0 0 0,0 0 0,1 0 0,-1 0 0,0 0 0,0 0 1,0 0-1,0 0 0,0 0 0,0 0 0,0 0 0,1 0 0,-1 0 0,0 0 0,0 0 0,0 0 0,0 0 0,0 0 0,0 0 0,0 0 0,0 0 0,0 0 0,0-1 0,0 1 0,1 0 0,-1 0 0,0 0 0,0 0 0,0 0 0,0 0 0,0 0 0,0 0 0,0 0 1,0-1-1,0 1 0,0 0 0,0 0 0,0 0 0,13-21 153,-1-1 1,0 0-1,-2 0 1,12-38 0,2-3-50,27-53-286,5 3 0,6 2 1,3 2-1,111-136 0,-111 168-781,4 2-1,77-65 1,-80 85-1132,3 2-1,126-72 1,-70 62-3128,-1 12-3042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1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2526 197 6605,'0'-15'892,"0"0"0,2 0 0,-1 0 0,2 0 0,0 0 0,1 0 0,1 1 0,7-18 0,-12 30-672,-1 0 0,1 0 1,0 0-1,-1-1 1,0 1-1,1 0 0,-1 0 1,0 0-1,0 0 0,0 0 1,0 0-1,-1 0 1,0-1-1,1 1 188,0 1-340,1 0 1,0 0-1,-1 1 0,1-1 0,-1 0 0,0 0 0,1 1 1,-1-1-1,1 0 0,-1 1 0,0-1 0,0 0 0,1 1 1,-1-1-1,0 1 0,0-1 0,0 1 0,1 0 0,-1-1 1,0 1-1,0 0 0,0 0 0,0-1 0,0 1 0,0 0 0,0 0 1,0 0-1,0 0 0,-1 0 0,-26 11 490,1 6-337,1 1 1,0 2-1,1 1 1,2 0 0,0 2-1,1 1 1,-23 32-1,-12 26-24,-48 91 0,20-9-39,-72 199 1,109-232-120,6 3-1,6 1 1,-23 169 0,-8 59 6,53-309-43,-2 0 0,-3-1 1,-2-1-1,-42 77 0,41-94 4,-2-2-1,-2 0 0,0-2 0,-2-1 1,-1-1-1,-2-2 0,-1-1 0,0-1 1,-42 23-1,-6-2-81,-2-5 0,-173 63 1,165-75-314,-106 21 0,144-40-294,-1-2 0,1-3-1,-86-2 1,125-3 337,1-2 0,-1 1 0,1-2-1,0 1 1,0-2 0,0 0 0,-16-7 0,25 9 121,0 1-1,0-1 1,0 1 0,0-1 0,0 0-1,1 0 1,-1 0 0,1-1-1,-1 1 1,1 0 0,0-1-1,0 0 1,0 1 0,0-1 0,1 0-1,-1 0 1,1 0 0,0 0-1,0 0 1,0 0 0,0-1-1,0 1 1,1 0 0,-1-1 0,1 1-1,0 0 1,0 0 0,0-1-1,0 1 1,1 0 0,-1-1 0,2-3-1,2-3-1410,0 0-1,1 1 0,8-15 0,-13 24 1634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2.1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83 189 10549,'-22'-9'2156,"-3"1"-216,6-4-260,3 1 837,16-15-1485,3 0-392,22 9-124,29-9-100,13 9-108,28 6-232,23-1-652,28 4-676,19 2-848,22 9-3225,10 3-4268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2.7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1321 280 10313,'-24'-51'728,"10"22"366,-22-35 0,29 53-855,0 1 0,-1 1 0,0-1 0,-1 1 0,0 1 0,0 0 0,-1 0 0,0 1 0,-1 0 0,1 0 0,-1 1 0,0 1 0,-1 0 0,0 0 0,1 1 0,-1 1 0,0 0 0,-14-1-1,2 1-120,1 1-1,-1 1 0,0 1 1,1 1-1,-1 1 0,1 1 0,-1 2 1,-35 10-1,24-2-33,1 2 0,0 1 0,1 1-1,1 2 1,1 1 0,0 2 0,2 1 0,0 1 0,2 1 0,-43 52-1,18-11 2,3 2-1,3 3 0,-61 127 1,99-183-79,-17 35 19,1 0 1,3 2 0,2 1-1,-15 66 1,30-98-23,-2 3-5,1-1 0,1 1 0,2 0 0,0 0-1,1 0 1,2 0 0,4 36 0,-2-42 7,1-1 0,1 1 0,1-1 1,0 0-1,2 0 0,-1 0 0,2-1 0,0-1 0,1 1 0,1-2 0,0 1 0,1-1 0,0-1 0,1 0 0,1-1 1,0-1-1,1 0 0,0 0 0,0-2 0,1 0 0,0-1 0,1 0 0,0-1 0,0-1 0,0-1 0,22 4 1,-16-5-4,-1-2 0,1 0 0,0-2 0,0 0 0,0-2 0,0 0 0,-1-2 0,1 0 0,28-10 0,17-10 11,105-54 0,-69 29-20,-88 42 5,0 1 1,0 1 0,1 0-1,0 1 1,0 1-1,0 1 1,0 0-1,1 1 1,-1 1 0,21 3-1,-13 0-1,0 2 0,0 1 0,-1 1 0,0 0 0,0 2 0,31 16 0,-46-19 9,1-1 1,-1 1 0,0 0 0,0 1-1,-1 0 1,0 0 0,10 13 0,-15-17-4,1 1 0,-1 1 0,-1-1 0,1 0 1,-1 1-1,0-1 0,0 1 0,0 0 0,0 0 0,-1 0 0,0 0 0,0 0 1,0 0-1,-1 0 0,1 0 0,-1 0 0,-1 9 0,-4 4 2,0 0-1,0-1 1,-2 0-1,0 0 1,-1 0-1,-17 25 1,13-23-10,1 2-1,1-1 1,-13 38-1,22-56 6,1 0-1,-1 0 0,1 1 1,0-1-1,0 0 0,0 0 1,0 1-1,0-1 0,1 0 1,-1 1-1,1-1 0,0 0 1,-1 0-1,1 0 0,0 0 1,0 0-1,0 0 0,0 0 1,1 0-1,-1 0 0,1 0 1,-1 0-1,1-1 0,-1 1 1,1-1-1,0 1 0,0-1 1,0 0-1,0 1 0,0-1 1,0 0-1,0 0 0,3 1 0,6 2 9,0 0-1,0-1 1,1 0-1,-1-1 0,18 2 1,11-1-6,0-2 0,0-2 0,0-2 0,-1-1 0,1-2 0,-1-2 0,-1-1 0,1-2 0,-2-2 0,1-1 0,47-27 0,-78 37 14,0 0 0,0-1 0,0 0 1,0 0-1,-1-1 0,0 0 0,0 0 0,0 0 0,-1-1 0,0 0 0,0 0 0,6-15 0,-8 15-18,-1 0-1,0 0 0,0 0 0,-1 0 0,0 0 0,0-1 1,-1 1-1,0 0 0,0-1 0,-1 1 0,1 0 0,-2-1 1,1 1-1,-5-12 0,-2-3-96,-1 1 1,-1 0-1,-1 0 0,0 1 1,-2 0-1,-27-32 0,-102-93-3020,109 114 1791,10 11-354,6 6-2808,4 3-1894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3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863 1116 8301,'-2'-7'121,"1"-1"110,-1 1 1,0-1 0,0 1-1,-1-1 1,0 1 0,0 0-1,0 0 1,-1 0 0,0 1-1,-1-1 1,1 1 0,-1 0-1,-1 1 1,1-1-1,-1 1 1,-8-7 0,1 5 18,0 0 0,-1 1 1,0 0-1,0 1 0,0 1 0,0 0 1,-1 1-1,1 0 0,-1 2 1,0-1-1,0 2 0,0 0 0,1 1 1,-30 5-1,6 1-13,0 2-1,1 2 1,0 1 0,-53 27 0,52-21-47,1 2 1,-48 35-1,68-43-134,1 1 1,1 1-1,0 1 0,0 0 0,2 1 0,-21 29 0,32-41-51,-1 0 0,1 0 0,-1 0 0,1 1 0,1-1 0,-1 1 1,1 0-1,-1-1 0,1 1 0,1 0 0,-1 0 0,1 0 0,-1-1 0,1 1 0,1 0 0,-1 0 0,1 0 0,0 0 0,0-1 0,0 1 0,1 0 0,-1-1 0,1 1 0,0-1 0,5 7 0,-2-4-39,0-1-1,1 0 1,0 0 0,0 0 0,0-1-1,1 1 1,0-2 0,0 1-1,0-1 1,1 0 0,-1 0 0,1-1-1,16 4 1,1-1-12,1-2 0,0 0 0,-1-2-1,1-1 1,0-1 0,0-2 0,0 0 0,0-2 0,-1 0-1,1-2 1,-1-1 0,0-1 0,39-18 0,-45 16 40,0-1 0,-1-1 0,-1 0 1,0-1-1,-1-1 0,19-19 0,-2-5-12,44-60 0,-36 37 59,50-102-1,17-74 69,-59 125-126,37-89 112,95-190 706,-177 406-477,-4 13-172,-1 0 0,-5 35 0,-3 24 9,7-9-15,3 0-1,21 145 0,-18-194-127,2 14 17,2 0 1,2 0 0,22 62-1,-16-68-9,1-1 0,1-1 0,3 0 0,0-1-1,2-2 1,2 0 0,0-1 0,3-2 0,0 0-1,2-2 1,44 31 0,-45-38 13,1-1-1,0-2 1,2-1 0,0-2 0,0-1 0,1-1 0,0-2-1,1-1 1,1-2 0,-1-1 0,1-2 0,0-1-1,46-3 1,-36-4-1,0-1-1,-1-3 0,0-2 1,0-1-1,-1-2 0,0-3 1,-1-1-1,-1-1 0,-1-3 1,-1-1-1,-1-3 0,0 0 1,50-47-1,-76 61-23,0-1 1,0 0-1,14-21 1,-25 31-15,1 0 0,-1 1 0,0-1 0,0 0 0,0 0 0,0-1 0,-1 1 0,1 0 0,0 0 0,-1 0 0,0 0 0,1-1 0,-1 1 0,0 0 0,0 0 0,0-1 0,-1-3 0,0 4 0,1 1 0,-1 0 1,1-1-1,-1 1 0,0 0 0,0 0 0,1-1 0,-1 1 0,0 0 1,0 0-1,0 0 0,0 0 0,0 0 0,-1 0 0,1 0 0,0 1 1,0-1-1,-1 0 0,1 1 0,0-1 0,-1 1 0,1-1 0,0 1 1,-1-1-1,-2 1 0,-6-1 2,1 1 1,-1 0-1,0 1 0,0-1 1,1 2-1,-1 0 1,1 0-1,-1 1 0,1 0 1,0 0-1,0 1 1,0 0-1,1 1 0,-1 0 1,-13 11-1,18-13 1,0 0 0,0 1 0,0-1 0,0 1 0,1 0 0,-1 1 0,1-1 0,0 1 0,0-1 0,1 1 0,0 0 0,-1 0 0,2 0 0,-1 0 1,0 0-1,1 0 0,0 0 0,0 1 0,1-1 0,0 0 0,-1 1 0,2-1 0,-1 0 0,1 1 0,-1-1 0,2 0 0,-1 1 0,0-1 0,1 0 0,3 6 0,0-2 0,1 1 0,0-1 0,0 0 0,1-1-1,0 1 1,0-2 0,1 1 0,0-1 0,17 12 0,9 3-89,49 23 0,-66-36 28,133 60-1779,211 64 0,-330-122 1464,267 86-4446,16-1-4496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3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0 143 7641,'26'-40'1652,"-7"9"-352,13 16-332,15 1-188,1 3-160,9-1-124,13 1-68,16 5-160,12 3-356,277 9-2116,-223 5 1044,13 4-2020,7-1-1357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4.0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1753 118 6317,'0'0'1668,"4"-1"-15,72-20 4749,-69 20-6126,0-1 0,1 2 0,-1-1 0,0 1 0,1 0 0,-1 1 0,0-1 0,8 3 0,0-1 40,0 0-150,14 0 375,36 10 0,-42-8-433,18 6 227,-39-9-117,-1-1-214,1 0-1,-1-1 1,1 1 0,-1 0-1,0-1 1,1 0-1,-1 1 1,0-1-1,0 0 1,1 1-1,-1-1 1,0 0 0,0 0-1,0 0 1,0 0-1,0 0 1,0 0-1,-1-1 1,1 1 0,0 0-1,0 0 1,-1-1-1,1 1 1,-1 0-1,1-1 1,-1 1 0,0 0-1,1-1 1,-1 1-1,0-3 1,4-46 58,-4 46-59,0-35 478,0 36 195,-18 10-318,15-7-343,1 1-1,0-1 0,0 1 0,0 0 0,0 0 0,0 0 0,1 0 0,-1 0 0,0 1 0,0-1 0,1 0 0,-4 4 0,0 2 23,0 0 0,0 0 0,1 1 0,0 0 0,0-1 0,1 2 0,-3 10 0,-14 65 161,13-48-92,-47 303 302,26-142-344,16-128-33,-3-2 0,-3 0-1,-37 92 1,36-114-85,-3-1-1,-1-1 0,-2-1 0,-3-2 0,-53 64 0,29-51-183,-2-2 0,-2-2-1,-3-3 1,-1-3-1,-2-2 1,-2-3-1,-81 35 1,-38 5-2269,-278 78 1,155-79-4255,170-50-63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4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817 201 7713,'-7'-3'716,"-7"-4"-119,6 6 4337,5 5-3623,-156 263 4285,-65 151-4008,165-293-2479,5 4-1,6 1 1,-58 261-1,103-379 683,-4 24-746,-5 54-1,11-82 686,1 1 1,0-1-1,0 1 0,1 0 0,0-1 0,1 1 0,0-1 1,0 0-1,0 1 0,1-1 0,8 15 0,-10-21 147,0 0-1,1 0 0,-1 0 0,1 0 1,-1 0-1,1 0 0,0 0 1,-1-1-1,1 1 0,0-1 0,0 1 1,0-1-1,0 0 0,1 1 1,-1-1-1,0 0 0,0-1 1,1 1-1,-1 0 0,0-1 0,4 1 1,-3-1 38,0 0 0,0-1 0,1 0 0,-1 1 0,0-1 0,0 0 0,0-1 0,0 1 0,0 0 0,-1-1 0,1 0 0,0 1 0,-1-1 0,4-3 0,7-7-97,0-2-1,-1 0 0,-1 0 0,14-23 0,-21 32 89,27-47-4,-1 0 0,-3-2-1,-3-1 1,28-88-1,42-240 884,-45 166-300,-17 80 1,36-134 703,-54 229-867,1 1 1,3 0-1,1 1 1,29-46-1,-36 67-129,2 0 0,0 1 0,1 1 0,1 0 0,0 1 0,2 1 0,35-24 0,-43 32-99,1 1-1,0 0 1,1 1-1,-1 0 1,1 1-1,0 0 0,0 1 1,1 0-1,-1 1 1,1 0-1,-1 1 1,1 1-1,-1 0 1,1 0-1,21 5 0,-17-1-9,0 1-1,0 1 0,0 0 0,0 1 0,-1 1 1,-1 1-1,1 0 0,-1 1 0,25 22 0,-31-23-48,0-1 0,0 1 0,0 1 0,-2 0 0,1 0 0,-1 0 1,-1 1-1,1 0 0,-2 1 0,0-1 0,0 1 0,-1 0 0,-1 0 0,4 23 0,-6-26-17,-1 0 0,-1 1 0,0-1 0,0 0 0,-1 0 0,0 0 0,-1 0 0,1 0 0,-2-1-1,1 1 1,-1-1 0,-1 0 0,1 0 0,-2 0 0,1-1 0,-1 1 0,0-1 0,0-1 0,-1 1 0,-7 5 0,-6 4 7,1-1 1,-2-1-1,0-1 1,0-1-1,-2-1 1,-30 11-1,-21 3 7,-1-4 1,-80 12-1,-161 10 35,82-12-427,140-16-1309,-164 46 0,257-61 1611,-1 0 0,1 1 0,0-1 0,0 0 1,0 1-1,0-1 0,0 1 0,0-1 0,0 1 0,0 0 0,1-1 1,-1 1-1,0 0 0,0 0 0,0 0 0,1-1 0,-1 1 0,0 0 1,1 0-1,-2 2 0,2-2 14,0 0 0,0 0-1,0 0 1,0 0 0,0 0 0,1 0 0,-1 0 0,0 0 0,0-1 0,1 1-1,-1 0 1,0 0 0,1 0 0,-1 0 0,1 0 0,-1-1 0,1 1-1,-1 0 1,2 0 0,2 3-129,0 1-1,1-2 0,0 1 0,-1-1 1,1 1-1,8 2 0,7 2-579,2 0 0,-1-2 0,1-1-1,38 5 1,-43-8 258,102 15-2956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5.3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1096 483 4184,'5'-24'1320,"-5"23"-1166,0-1 0,-1 0 0,1 1 0,0-1 0,-1 0 0,1 1-1,-1-1 1,0 1 0,0-1 0,1 1 0,-1-1 0,0 1 0,0-1 0,0 1 0,-1 0 0,1-1 0,0 1 0,0 0 0,-2-1 0,-5-3 66,1 1 1,-1 0 0,0 1-1,0 0 1,-1 0 0,1 1 0,0 0-1,-17-2 1,4 0 119,-33-4 56,0 2 0,0 2 0,0 2 0,0 3 0,0 3 0,-64 12 0,73-8-319,1 2 1,0 2 0,1 2-1,0 2 1,1 1 0,1 3 0,1 1-1,-72 52 1,102-66-118,1 1 0,0 0 0,0 0 1,1 1-1,-9 13 0,15-19 20,0-1 0,1 1 0,-1-1 0,1 1 0,-1 0 0,1 0 0,0-1 0,0 1-1,0 0 1,1 0 0,-1 0 0,1 0 0,0 0 0,-1 0 0,1 0 0,1 0 0,-1 0 0,0 0 0,1 0 0,-1 0 0,1 0 0,0 0 0,0 0 0,0 0 0,0 0 0,4 4 0,1 1-12,1 0 0,0 0 0,1-1 1,0 0-1,0 0 0,1-1 0,0 0 0,0 0 0,0-1 1,1 0-1,-1-1 0,1 0 0,0-1 0,19 5 0,8-1-13,-1-1 0,74 1 0,-82-7 33,0-1 1,0-1 0,0-1 0,0-1 0,0-2 0,-1-1 0,0-1 0,50-22 0,-44 15 8,-1-2 1,-1-1-1,29-23 0,-24 13 34,-1-2 0,-1-1 0,48-59 0,-35 28 257,54-90 0,88-123 2654,-188 273-2892,0 0 1,0 1-1,1-1 1,-1 1 0,0 0-1,1-1 1,-1 1 0,0 0-1,1 0 1,0-1 0,-1 1-1,1 1 1,0-1 0,-1 0-1,1 0 1,0 1 0,0-1-1,3 0 1,-4 1-20,0 0 0,1 0 0,-1 1 0,1-1 0,-1 0 0,0 1 0,1-1 0,-1 1-1,0 0 1,0-1 0,1 1 0,-1 0 0,0 0 0,0 0 0,0-1 0,0 1 0,0 0 0,0 1 0,1 0 0,1 3 29,0 0-1,0 0 1,0 0 0,-1 0 0,0 1-1,0-1 1,0 1 0,-1-1-1,0 1 1,1 10 0,3 266 84,-8-205-2350,-21 125-1,20-184 1739,-1 0 0,-1 0-1,-10 20 1,8-20 154,6-14 221,0 1-1,-1 0 0,0-1 1,0 1-1,0-1 0,-1 0 0,1 0 1,-1-1-1,0 1 0,0-1 0,0 1 1,-1-1-1,1-1 0,-1 1 1,0-1-1,1 1 0,-1-1 0,-6 1 1,10-3 82,0 0 1,0-1 0,0 1 0,0 0 0,0-1 0,0 1 0,1-1-1,-1 1 1,0-1 0,0 0 0,1 1 0,-1-1 0,0 0-1,1 1 1,-1-1 0,1 0 0,-1 0 0,0-1 0,0 1-7,1 0 17,-1 0 1,1 1-1,-1-1 1,1 0-1,-1 0 1,1 0-1,0 0 1,-1 0-1,1 1 1,0-1-1,0 0 1,0 0-1,-1 0 1,1 0-1,0 0 1,0 0-1,0 0 1,1 0-1,-1 0 1,0 0-1,0 0 1,1 0-1,13-26 7,34-25 6,-39 43-9,223-211-75,-160 154 71,113-111 253,-158 154-91,-20 23-90,-13 14-27,-20 29 22,14-26-26,1 1-1,-10 23 0,14-25-30,1 1 1,1 0-1,0 0 0,1 0 0,2 1 0,-1-1 0,2 1 0,0 0 0,1-1 1,1 1-1,1 0 0,4 17 0,-4-24-3,1-1 1,0 0-1,0 0 1,1-1-1,1 1 1,0-1-1,0 0 1,0 0-1,1 0 1,1-1-1,-1 0 1,2 0 0,-1-1-1,1 0 1,0 0-1,0 0 1,1-1-1,-1-1 1,1 1-1,1-2 1,17 8-1,4-3 30,0-2 0,1 0 0,0-3 0,53 3 0,-46-6-83,-1 3 1,70 15-1,-91-14-87,0 2 0,-1-1 0,0 2 0,0 0 1,0 1-1,-1 1 0,27 22 0,-8 0-2512,57 66 0,-70-73 643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6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2267 373 3572,'75'-155'5081,"-73"149"-4901,1 0 1,-1 0 0,0 0-1,-1 0 1,1-1 0,-1 1-1,-1-1 1,1 1 0,-1-1-1,0 1 1,0 0 0,-1-1-1,0 1 1,0-1 0,-1 1-1,1 0 1,-1 0-1,-1 0 1,1 0 0,-1 0-1,0 0 1,0 1 0,-1-1-1,0 1 1,0 0 0,0 0-1,0 0 1,-1 1 0,0 0-1,0 0 1,0 0 0,0 0-1,-1 1 1,1-1 0,-1 2-1,0-1 1,0 1-1,0-1 1,-12-1 0,-7 0 103,-1 1 0,-1 2 0,1 0 0,0 2 0,0 1 1,-30 6-1,-154 42 637,183-43-800,-198 59 411,2 9 1,4 10-1,4 10 1,-202 122 0,347-175-430,1 2 1,-69 61-1,117-87-72,1 0-1,0 2 1,2 0 0,0 1-1,1 1 1,1 1 0,1 0 0,2 1-1,0 1 1,-10 28 0,19-41-17,1 0 1,0 0 0,1 0 0,0 0-1,1 0 1,0 0 0,1 1-1,0-1 1,1 0 0,1 0 0,0 0-1,1 0 1,6 19 0,-3-15-7,2 1 1,0-1-1,1-1 1,1 1-1,0-2 1,1 1-1,0-1 1,24 21-1,-10-13-101,1-1-1,1-1 1,1-1-1,35 17 1,130 51-1084,-99-51-201,1-5 0,112 22-1,66-10-4917,-87-25-1148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6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601 161 5300,'-43'-31'1270,"35"25"-136,6 4-834,1 0 0,0-1 0,-1 1 1,1-1-1,0 1 0,0-1 0,1 0 0,-1 1 0,0-1 0,1-3 0,-9-23 1644,-27-15 606,35 43-2474,0-1-1,0 1 1,0 0 0,-1-1 0,1 1 0,0 0 0,-1 0 0,1 0-1,-1 0 1,1 0 0,-1 0 0,1 0 0,-1 0 0,0 1 0,1-1-1,-1 0 1,0 1 0,1 0 0,-1-1 0,0 1 0,0 0-1,0 0 1,1 0 0,-1 0 0,0 0 0,0 0 0,-2 1 0,-2 0 37,1 1 0,0-1 0,-1 1-1,1 0 1,0 1 0,0-1 0,-8 6 0,-8 8 216,0 1 0,1 1 0,-26 30 0,-49 70 354,84-105-632,-17 23 58,2 0 0,1 2 1,2 1-1,-34 78 0,52-102-96,0 1 1,1 0-1,0 0 0,1 0 0,1 0 0,1 0 1,0 21-1,2-25-4,1-1 1,-1 0 0,2 0-1,0 0 1,0 0 0,1-1 0,0 1-1,0-1 1,1 0 0,1 0-1,11 15 1,-2-7 2,0-2 0,1 1-1,1-2 1,1 0 0,0-1 0,0-1 0,2-1 0,-1 0-1,2-2 1,-1 0 0,42 13 0,-7-7 32,1-2 1,1-3-1,90 6 1,-94-14 28,-1-2 1,69-7-1,-89 3-18,-1-2 0,0-2-1,-1 0 1,1-2 0,33-15 0,-56 20-49,0 0 1,-1 0 0,1 0 0,-1-1-1,0 0 1,0-1 0,-1 0-1,1 0 1,-1 0 0,-1 0 0,1-1-1,-1 0 1,0-1 0,4-8-1,-4 6 4,-1 0 0,-1 0 0,0 0-1,-1-1 1,0 1 0,0-1-1,-1 1 1,0-1 0,-1 0 0,-1-14-1,-3 2 4,0-1 0,-1 1 0,-2 0 0,0 0 0,-2 0 1,0 1-1,-1 1 0,-1-1 0,-23-30 0,-8-3-97,-2 2 0,-2 3 0,-2 1 0,-56-42 0,-10-2-1007,36 37-2481,76 55 1711,21 6-10762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7.4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1136 1427 5821,'9'-6'867,"-1"0"0,0 0 1,0-1-1,12-15 0,14-11 1935,-23 22-2172,-1 0-1,-1-1 1,0 0 0,0-1-1,12-24 1,-6 10 123,-13 24-667,0 0 0,0-1 0,-1 1 0,1-1 0,-1 0 0,0 1 0,0-1 0,0 0 0,0 0 0,-1 0 0,1 0 0,-1-6 0,-1 8-62,1 0-1,-1 0 0,1 0 0,-1 0 0,0 0 1,0 0-1,1 1 0,-1-1 0,-1 0 1,1 1-1,0-1 0,0 0 0,-1 1 1,1-1-1,0 1 0,-1 0 0,0 0 1,1-1-1,-1 1 0,0 0 0,0 0 1,1 0-1,-1 1 0,0-1 0,-4-1 0,-11-2 48,0 0 0,-1 1 0,1 1 0,-1 0 0,1 1 0,-1 1 0,0 1-1,1 1 1,-29 5 0,-21 10 193,-87 34-1,144-48-236,-51 18 95,-165 65 240,169-60-308,2 2 1,0 2-1,2 3 0,2 2 0,1 3 0,2 1 0,-63 67 1,101-94-51,1 0 0,0 0 0,0 1 1,1 0-1,1 0 0,0 1 0,1 0 1,-5 18-1,9-27-3,1 1 1,-1-1-1,1 1 1,0 0 0,1 0-1,0-1 1,0 1-1,0 0 1,0 0-1,1-1 1,0 1-1,0 0 1,1-1-1,-1 1 1,1-1-1,0 1 1,1-1-1,-1 0 1,1 0-1,0 0 1,1 0-1,-1-1 1,1 1-1,7 6 1,-1-3-8,0-1 0,1 0 0,0-1 0,0 0 0,0 0 0,1-1 0,0-1 0,0 0 1,0-1-1,0 0 0,1-1 0,23 2 0,-5-3 5,0-1-1,-1-1 1,1-2-1,35-8 1,-22 1-64,-1-3 0,0-1 0,-1-2 0,-1-2 0,-1-2 0,56-37 0,-22 6-160,-1-3-1,78-77 1,-92 71 150,-3-2 1,-3-2 0,-3-2-1,-3-3 1,-3-2-1,53-113 1,160-480 68,-187 463 91,-54 151-31,-10 29 152,2-1 0,11-24 1,-24 48 176,-3 3-306,0 0 0,1 1 0,-1-1 0,1 1 1,1 1-1,-1 0 0,1 0 0,0 0 0,1 0 0,-6 9 0,-5 11 117,-22 54 0,24-45-76,-11 49-1,-37 159 202,36-124-470,-19 198 0,35-220-250,2-33 17,-5 48-1428,1 175 0,13-254 1089,1-1 0,2-1-1,1 1 1,2 0 0,1-1-1,1-1 1,2 1 0,1-1 0,32 56-1,-37-76-91,0 0-1,1 0 0,10 10 0,36 23-3651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7.7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217 439 6389,'-26'-24'1630,"21"20"2623,7 2-3010,16-8 173,-8 4-733,0 0-1,1 1 0,17-6 1,119-35 784,-125 41-1368,0-1-1,-1-2 1,1 0 0,-1-1 0,34-21 0,-46 24-88,0 0 0,-1 0 1,0-1-1,0 1 0,-1-2 0,0 1 1,0-1-1,0 0 0,-1-1 1,-1 1-1,1-1 0,-1 0 0,-1-1 1,5-12-1,-8 19-11,0-1 0,0 1 0,0-1 0,-1 1 0,1-1 1,-1 1-1,0-1 0,0 1 0,0-1 0,-1 1 0,1-1 0,-1 1 0,0-1 0,0 1 1,0-1-1,0 1 0,-1 0 0,-1-4 0,0 3 1,0 1 0,0-1 0,0 1-1,-1-1 1,1 1 0,-1 0 0,0 0 0,0 1 0,0-1-1,0 1 1,0 0 0,-5-2 0,-6-1-3,0 1 0,0 1 0,0 0 0,0 0 0,0 2 0,-1 0 0,-17 1-1,5 2 30,0 2-1,0 0 0,1 2 0,0 1 0,0 1 1,1 2-1,0 0 0,1 2 0,0 0 0,1 2 0,0 1 1,1 1-1,1 1 0,-38 36 0,54-46 23,0-1-1,0 1 1,1 0 0,-1 0-1,2 1 1,-1 0 0,1-1-1,0 2 1,1-1 0,0 0-1,0 1 1,1-1 0,0 1-1,1 0 1,-1-1 0,2 1-1,-1 0 1,1 0 0,1 0-1,-1 0 1,2-1 0,-1 1-1,1 0 1,0-1-1,1 1 1,0-1 0,0 0-1,1 0 1,0 0 0,1 0-1,5 8 1,8 7 36,0-1 1,2 0-1,1-1 0,0-1 0,1-2 1,41 27-1,5-2-143,85 38-1,428 165-6261,-432-187 973,-42-14-2318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8.3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87 189 11309,'-13'-17'2288,"0"5"-292,10-14-243,-10-11-177,1 12-244,5 13-188,1-2-200,0-3-120,-4 2-328,7 1-236,12 40-5888,17 14 167,9-20-4388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29.5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1245 139 6761,'0'-116'6104,"0"114"-6008,1 1-1,-1 0 1,1 0 0,-1 0-1,1 0 1,0 0 0,-1 0-1,1 0 1,0 0 0,0 0-1,-1 0 1,1 0 0,0 0-1,0 1 1,0-1 0,0 0-1,0 1 1,0-1-1,2 0 1,2-2 953,-10 29-579,-1 1 1,-1-1-1,-1 0 1,-20 43-1,-59 101 460,68-136-740,-345 593 1168,48-87-1896,31 14-2947,243-453 548,-46 169 0,76-214-332,16-9-1238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0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12 3696,'-14'-4'375,"6"2"-21,0 0 0,1 1 0,-1 0 0,-11-1 0,16 2 1606,8 2-1332,177 43 1254,241 27-1,-254-46-1476,1988 294 2093,656 107-732,623 154-987,-1710-298-655,-702-141 12,-930-134-112,56 10-44,-131-14 42,-15-3 26,-3-3-46,0-2 4,17-14 29,-16 16-20,4-32 214,-9 0-376,2 31 141,1 0 3,0 1-1,-1 0 1,0-1-1,1 1 1,-1 0-1,0 0 1,0 0-1,0 0 1,0-1-1,-1 1 1,1 1-1,-1-1 1,1 0-1,-1 0 1,0 0-1,1 1 1,-1-1-1,0 1 1,0-1-1,0 1 1,0 0-1,0 0 1,-1 0-1,1 0 1,-5-1-1,3 0-28,-36-20-99,38 21 55,-1-13-247,-6-29 322,8 40 205,1 3-200,-1-1 0,0 1 0,1-1 0,-1 0 0,0 1 0,1-1 0,-1 0 0,1 1 0,-1-1 1,1 0-1,0 0 0,-1 0 0,1 1 0,0-1 0,-1 0 0,1 0 0,0 0 0,0 0 0,0 0 0,0 0 1,0 1-1,0-1 0,0 0 0,0-1 0,-1-1 50,-4 20 14,-11 27 57,-3-1-1,-25 45 0,7-14 51,-232 500 562,-88 182-445,268-586-956,-7-4 0,-7-4 0,-7-5 0,-171 188 0,167-220-185,-5-6 0,-165 128 0,216-197 537,-2-2 0,-2-4 0,-1-3 0,-3-3 0,-1-3 0,-134 40 0,183-67 130,-12 4-292,0-2 0,0-2 0,-80 7 0,82-14-746,0-1 1,-68-10-1,25-8-1467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1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5388,'21'11'285,"-3"0"107,0-2 0,0 0 1,1-2-1,0 0 0,33 8 1,617 68 3934,-534-72-4001,915 80 999,666 64 870,-9 65 118,-123 68-517,-8 47-484,1907 526 469,-2427-560-1869,-1018-289 61,298 99-1497,-307-99 458,-1 1 1,0 2 0,-1 1-1,44 32 1,-69-46 686,0 0-1,0 0 1,1 1 0,-2-1-1,1 0 1,0 1 0,0-1-1,-1 1 1,1 0-1,-1-1 1,1 4 0,4 8-2966,3 2-2210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1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5176,'-1'-11'-297,"2"-7"4388,5 30-724,6 40-971,10 83 1,-14-76-1537,16 60 0,3-29-224,43 97 0,53 83-372,-13-31-975,-31-49-591,35 80-1360,-76-190 1048,63 97 0,-94-167 1391,1 1 0,0-2 0,0 1 0,2-1 0,-1 0 0,1-1 0,0 0 0,0 0 0,1-1-1,0-1 1,1 0 0,-1 0 0,21 6 0,-28-11 90,0 0 0,0 0 0,0-1 0,1 1 1,-1-1-1,0 0 0,0 0 0,0 0 0,0-1 0,0 1 0,0-1 0,0 0 0,0 0 0,0-1 0,0 1 0,0-1 0,4-3 1,0 1-208,0-2 1,0 1 0,-1-1 0,0 0 0,0-1 0,8-9 0,14-22-1271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1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2365 452 5312,'12'-152'685,"-13"143"-585,0 0-1,0 0 1,-1 1 0,0-1-1,0 1 1,-1-1-1,0 1 1,-1 0 0,1 0-1,-9-12 1,0-1 248,6 11-154,0 0-1,0 1 0,-1 0 0,0 0 1,-1 1-1,0 0 0,0 0 0,-1 1 1,0 0-1,0 0 0,-1 1 1,0 1-1,0-1 0,0 2 0,-20-7 1,-6 0 160,0 2 0,-1 1 0,-54-3 0,-15 4 51,0 4 0,0 5 1,-143 20-1,-309 92-68,175 8-1778,133-27-2454,30-7-1693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1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12577,'9'-23'3813,"17"17"-2989,-4 6-128,-12-14-3953,-1 2-963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4.4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1047 795 5949,'2'-37'2313,"-2"1"0,-1 0 1,-2 0-1,-10-46 1,12 81-2199,0 0 1,0 0-1,0 0 1,0 0-1,0 0 1,0 1-1,0-1 1,-1 0 0,1 0-1,0 1 1,-1-1-1,1 1 1,0-1-1,-1 1 1,1 0-1,0-1 1,-1 1 0,-1 0-1,-3 3-16,0 0 0,1 0 0,-1 1 0,1-1 0,0 1-1,0 0 1,0 1 0,-4 4 0,-1 1 25,-25 27 326,-46 61 1,29-33-199,37-48-201,-340 388 552,284-340-785,-137 99 0,204-161 174,-46 30-57,47-31 45,-1 0 1,0 0-1,-1 0 0,1-1 1,0 0-1,0 1 0,-1-1 1,1-1-1,0 1 0,-8 0 1,11-1 12,1 0 0,-1 0 0,0 0 0,0-1 0,0 1 0,0 0 0,1 0 1,-1 0-1,0-1 0,0 1 0,1 0 0,-1-1 0,0 1 0,0 0 0,1-1 0,-1 1 1,0-1-1,1 1 0,-1-1 0,1 0 0,-1 1 0,1-1 0,-1 0 0,1 1 0,-1-1 1,1 0-1,-1 0 0,1 1 0,-1-2 0,1 0 0,0-1 1,0 1-1,0 0 1,0-1-1,0 1 1,1 0-1,-1 0 1,0-1-1,1 1 0,0 0 1,0-2-1,5-8-6,-1 1 0,1 0 0,12-16 0,103-118-91,-27 35-52,-15 11 134,347-453 40,-111 138 734,-299 397-683,0 0-1,28-22 1,-43 38-57,0 0 0,1 0-1,-1 0 1,0 1-1,0-1 1,1 0-1,-1 1 1,0-1 0,1 1-1,-1-1 1,1 1-1,-1 0 1,0 0 0,1-1-1,-1 1 1,1 0-1,-1 0 1,1 0-1,-1 1 1,1-1 0,-1 0-1,0 1 1,1-1-1,-1 0 1,1 1 0,-1 0-1,0-1 1,1 1-1,-1 0 1,0 0-1,0 0 1,0-1 0,0 1-1,0 0 1,0 1-1,0-1 1,0 0 0,0 0-1,0 0 1,0 1-1,-1-1 1,2 2-1,1 2 17,0 1 0,0 1 0,0-1-1,-1 0 1,0 1 0,0-1-1,-1 1 1,2 7 0,4 256 420,-6-107-386,0 311-937,-21 1-3302,15-397 2627,4 0 0,4 0 1,15 100-1,-18-176 1468,0 0 0,0-1 0,1 1 0,-1 0 0,1 0 0,-1 0 0,1-1 0,0 1 1,-1 0-1,1-1 0,0 1 0,0-1 0,0 1 0,0-1 0,2 2 0,-2-2 52,-1-1 0,1 0 1,-1 0-1,1 0 0,-1 0 0,1 0 0,-1 0 0,1 0 0,0 0 0,-1 0 1,1 0-1,-1 0 0,1 0 0,-1 0 0,1 0 0,-1 0 0,1 0 0,-1-1 1,1 1-1,-1 0 0,1 0 0,-1-1 0,1 1 0,-1 0 0,1-1 0,-1 1 1,1 0-1,-1-1 0,0 1 0,1-1 0,2-3-56,0 0-1,0-1 1,0 1 0,-1 0-1,1-1 1,-1 0 0,0 1 0,1-8-1,0-1 65,-2 0 1,1 1-1,-2-1 0,0 0 1,0 0-1,-1 0 0,-5-23 0,-2 3 423,-20-55-1,18 65 42,-2 0 0,-1 0 0,0 2 0,-2 0 0,-31-36 0,-9-12 1072,42 54-1095,7 9-160,1-1 0,-1 0 1,-7-13-1,12 19-233,0-1 1,1 1 0,-1 0-1,0-1 1,1 1-1,-1-1 1,1 1 0,0 0-1,-1-1 1,1 1 0,0-1-1,0 1 1,0-1-1,0 1 1,0-1 0,0 1-1,1-1 1,-1 1 0,0-1-1,1 1 1,-1 0-1,1-1 1,-1 1 0,1-1-1,0 1 1,0 0 0,-1 0-1,3-2 1,2-2 20,1 0 0,1 0-1,-1 1 1,1 0 0,0 0 0,0 0 0,0 1 0,0 0-1,1 1 1,10-3 0,87-13 313,-72 13-318,524-71 218,-476 65-223,139-1 0,-211 13-93,0 0 0,1 0 0,-1 1 0,0 0 0,1 0 0,-1 1 0,0 0 0,-1 1 0,1 0 0,-1 0 0,0 1 0,0 0 0,0 1 0,0-1 0,-1 1 0,0 1 0,0 0 0,-1 0 0,0 0 0,7 11 0,-5-6-214,0 0 0,1-1-1,1 0 1,-1 0 0,2-1 0,0 0-1,20 14 1,-23-19 240,1-1 1,0 1-1,0-2 1,0 1-1,0-1 1,1-1-1,-1 1 1,1-2-1,18 2 1,5-3 117,53-6 1,6 0 8,483 20-2886,-80-16 2105,-6 1 2729,-447 3-2017,305 27-2251,-214-14-1970,-75-9 852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4.5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 3904,'60'-2'1032,"-25"7"-207,10 4-229,2-3-180,-2-1-552,5-8-384,4 1-1297,10 4 501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5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1029 190 5845,'-2'-8'575,"1"1"1,0-1-1,1 0 1,0 0 0,0 1-1,1-1 1,0 0 0,0 1-1,0-1 1,5-11-1,-5 17-465,0 0-1,0-1 0,0 1 0,-1 0 1,1-1-1,-1 1 0,1 0 0,-1-1 1,0 1-1,0 0 0,0-1 0,0 1 1,0-1-1,-1 1 0,1 0 0,-1-1 1,0 1-1,1 0 0,-1 0 0,0 0 1,0-1-1,0 1 0,-1 0 0,1 0 1,0 0-1,-1 1 0,1-1 0,-1 0 1,0 0-1,0 1 0,1-1 0,-1 1 1,0 0-1,0-1 0,-1 1 0,1 0 1,0 0-1,0 0 0,0 1 0,-4-2 1,-8-2 6,-1 1 1,1 0 0,-1 1 0,1 0 0,-1 2-1,0-1 1,1 2 0,-1 0 0,0 0 0,-16 5-1,-12 4 98,2 2 0,-49 20 0,38-11-99,2 2-1,1 2 0,1 2 0,1 2 0,2 3 0,-77 68 1,99-78-152,0 1 1,2 2-1,1 0 0,1 0 1,1 2-1,2 1 1,0 0-1,2 0 1,1 2-1,2 0 0,0 0 1,2 1-1,-5 35 1,12-54 2,1-1-1,0 0 1,1 1 0,0-1 0,1 1 0,0-1 0,1 0 0,0 1-1,1-1 1,0 0 0,1 0 0,0-1 0,1 1 0,0-1-1,0 0 1,1 0 0,1-1 0,-1 1 0,2-1 0,-1-1 0,1 0-1,0 0 1,1 0 0,0-1 0,0 0 0,17 8 0,2 1-6,2-2 1,0-2-1,1 0 1,0-2-1,0-2 1,1-1-1,33 4 1,235 7-84,-205-16 15,311-5-98,-343 1 243,17-2-13,1-4 1,-1-4-1,119-33 0,-119 27-25,0 3-1,0 3 1,143-1 0,245 34-1341,-377-15 499,141 13-1552,31-3-1776,-199-14 1912,15 1-1071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5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5817,'73'9'892,"-19"-15"-156,-6 3 24,-7 6-416,0 3-228,4-4-412,2 1-556,4 3-1325,3-6-179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5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63 9265,'19'-10'800,"0"0"0,1 2 1,0 0-1,1 1 0,-1 2 1,1 0-1,35-4 0,25 8 82,0 4-1,83 13 0,-105-9-669,871 133-1865,-646-91 270,544 126-2079,-10 44 1029,-794-212 2379,518 125-599,7-50-2736,-438-75 877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6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1016 172 5320,'9'-12'261,"-3"4"347,-1 0 1,0 0-1,0-1 0,0 1 1,-1-1-1,0 0 0,4-17 1,17-46 3837,-24 69-3003,0 8-1055,6 14-118,101 272 1536,-99-272-1781,223 526 578,-195-441-646,-4 2 0,-5 1 0,19 151-1,-43-226 32,-2 1 0,-1-1-1,-2 1 1,-1-1 0,-1 0-1,-2 1 1,-13 43 0,10-51 6,-1 0 1,-2 0 0,0-1-1,-2-1 1,0 0 0,-2 0-1,0-2 1,-2 0 0,-27 28-1,9-17-12,-1-3 0,-2 0-1,0-3 1,-2-1 0,-65 30-1,-189 64-145,292-119 162,-583 166-3894,417-126-1546,92-22-1064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6.3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12 12249,'-22'-11'4269,"32"19"-7014,2 1-1235,11-12-2829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7.2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588 26 5284,'5'-5'858,"14"-11"-128,-5 12 5525,-25 23-4083,-26 28 25,-44 46-1,44-53-1313,-63 87 1,52-46-930,3 1 1,-62 162-1,72-144-2130,4 3 0,-20 128-1,37-157 537,-10 69-3997,20-81 1105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7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2564 60 5348,'0'1'61,"1"-1"-1,-1 0 1,0 1-1,1-1 0,-1 0 1,0 1-1,1-1 0,-1 0 1,0 0-1,1 0 0,-1 1 1,1-1-1,-1 0 0,1 0 1,-1 0-1,1 0 0,-1 0 1,0 0-1,1 0 1,-1 0-1,1 0 0,-1 0 1,1 0-1,-1 0 0,1 0 1,-1 0-1,0 0 0,1-1 1,-1 1-1,1 0 0,-1 0 1,0 0-1,1-1 0,0 1 1,30-12 1133,-5 2-269,23-1-110,-1 1 0,84-4 0,102 9 136,-125 5-533,787 23 915,-604-11-1187,836 88 146,-1015-84-278,0 6-1,125 40 1,-227-59-19,0 1 0,0 1 0,0 0 0,-1 0 0,0 1 0,0 0 0,-1 1 0,12 9 0,-17-12 10,0 1 1,0 0 0,0-1 0,0 1 0,-1 1 0,0-1 0,0 1 0,0-1 0,0 1 0,-1 0-1,0 0 1,-1 0 0,1 0 0,-1 0 0,0 0 0,-1 0 0,1 8 0,-2 9 2,-2-1 0,0 1-1,-1-1 1,-2 0 0,0 0 0,-13 30 0,-64 122 254,81-171-256,-509 1068 455,414-839-449,-146 401 179,181-438-157,-46 158 1362,104-342-1138,-1-1-1,1 1 0,-2-1 1,1 0-1,-13 16 0,16-23-45,-3-4-35,-18-7-120,-1 0 0,1-2-1,1 0 1,0-2 0,0 0 0,-26-21-1,-48-26-255,-548-239-844,-21 42 513,616 237 482,-1225-414-634,-24 98-1113,1027 271 1123,158 37-515,-131-48 0,186 49-156,55 24 1043,-1 0 0,1 0 0,-1 0 0,1-1 0,0 0-1,0 1 1,0-1 0,0-1 0,0 1 0,1 0 0,-3-5 0,4 7-65,0-1 0,1 0 0,-1 0 0,1-1 1,-1 1-1,1 0 0,0 0 0,0 0 0,0 0 1,0 0-1,0 0 0,1-3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39.7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10 4068,'-2'-10'823,"3"12"-220,10 17 2668,-16-15-3182,0-1 0,0 0 0,0 0 0,0 0-1,-9 3 1,-20 12 117,-2 4 100,46-5 228,-7-13-451,1 0 1,0 0 0,0 0 0,1 0 0,-1-1 0,1 1-1,0-1 1,0-1 0,0 1 0,0-1 0,0 0-1,10 3 1,4-1 53,0 0 0,27 1 0,-39-4-89,976 54 1647,-273-21-972,5167 605 3694,-2969-113-3601,-2777-500-627,146 40 348,-264-61-502,1 0 1,-1 1-1,0 0 1,-1 1-1,1 0 1,-2 1-1,1 1 1,-1 0-1,17 18 1,-28-26-32,0 0 0,-1 0 0,1 0 0,0 0 0,-1 0-1,1-1 1,-1 1 0,1 0 0,-1 0 0,1 0 0,-1 0 0,0 0 0,1-1 0,-1 1 0,0 0 0,0-1 0,0 1 0,0 0 0,0 0-1,0-1 4,-2 3-5,-1 0 0,0-1 0,1 0 0,-1 0 1,0 0-1,0 0 0,0 0 0,0-1 0,-1 0 0,1 1 1,0-2-1,0 1 0,-1 0 0,1-1 0,-8 0 1,-8-1 15,0-1 1,-22-4 0,24 3 4,-8-2-18,-1 0 0,1-1 0,1-2 0,-1-1 0,-44-21 0,17 5 4,38 19-10,1 0-1,0-1 1,0-1 0,1 0 0,-19-16 0,-64-48 36,2 1 19,64 44-1036,28 26-271,17-8-14472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58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0 7041,'-1'4'8674,"3"0"-4999,9 10-4778,-9-12 2249,0 0-263,-3 1-501,-1 31 284,2-31 2544,-11-9-2059,10 5-1013,1 1 1,-1-1 0,0 0 0,0 1-1,0-1 1,1 0 0,-1 1 0,0-1-1,0 1 1,0 0 0,0-1-1,0 1 1,0 0 0,0-1 0,0 1-1,0 0 1,0 0 0,-2 0 0,-31-3-643,31 3-457,21 0-11168,-17 0 10470,21 0-8465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58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3 101 11021,'0'-17'2057,"0"14"-120,0-1-194,-1 0-1186,0 0-1,1-1 0,0 1 1,0-1-1,0 1 0,0 0 1,1-1-1,-1 1 0,1-1 0,0 1 1,3-8-1,-3 10 300,30-13 1018,-27 15-1792,1 1-1,-1-1 1,1 1-1,-1 0 0,0 0 1,1 0-1,-1 1 0,0-1 1,6 4-1,41 25 342,-29-17-268,7 7-45,-1 1 1,-2 1-1,0 2 0,-1 1 1,37 48-1,-44-50-149,0 1 1,-2 1-1,-1 0 1,22 52-1,-30-61-77,-1 1-1,-1 0 0,-1 0 0,0 0 1,-1 1-1,-1-1 0,0 1 0,-2 0 1,-1 23-1,-1-30 41,0 0 0,-1-1 1,0 0-1,0 1 0,-1-1 0,0 0 1,-1-1-1,0 1 0,-1-1 1,-6 9-1,-8 6-147,-46 45 1,39-44 138,23-21 88,1-1 1,-2 0-1,1 0 0,0 0 0,0 0 0,-8 2 0,-1 2 108,9-5 121,4-3-186,-1-1 0,0 1-1,0 0 1,0 0-1,0 0 1,0 0-1,0 0 1,0 0 0,0 0-1,-1 0 1,1 0-1,-2 0 1,2 0-36,1 1 0,-1 0 0,0-1 0,1 1 0,-1-1 0,0 1 0,1-1 1,-1 1-1,0-1 0,1 1 0,-1-1 0,1 0 0,-1 1 0,1-1 0,-1 0 0,1 0 0,0 1 0,-1-1 0,1 0 0,0 0 0,-1 1 1,1-1-1,0 0 0,0 0 0,0 0 0,0 0 0,0 1 0,0-1 0,0 0 0,0 0 0,0 0 0,0 0 0,1 1 0,-1-1 0,0 0 1,0 0-1,1 1 0,-1-1 0,1 0 0,-1 0 0,1 1 0,-1-1 0,1 0 0,16-30 118,0 2 1,3 0-1,0 1 0,34-36 0,-35 41-88,59-62-1878,139-115-1,-65 64-3799,-81 76-261,7 7-3558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5:59:58.9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219 515 10881,'9'-14'10051,"-7"12"-9428,5-4-423,0 0 0,0 0 1,0 1-1,1 0 0,-1 0 1,1 0-1,0 1 0,13-4 0,27-8 163,50-25-1,31-37-237,-126 74-114,0 0-1,1 0 1,-1 0 0,-1 0 0,1 0-1,-1-1 1,0 1 0,0-1 0,0 0-1,0 0 1,1-6 0,-1 3-19,0 0 4,0-1 1,0 1-1,-1 0 0,0-1 1,0 0-1,-1 1 0,0-1 0,-1 0 1,0 1-1,0-1 0,-1 1 0,0 0 1,0-1-1,-1 1 0,0 0 0,-1 0 1,1 0-1,-2 1 0,1 0 0,-1-1 1,0 1-1,0 1 0,-1-1 1,0 1-1,0 0 0,-1 0 0,-12-8 1,13 11 3,0 0 1,0 0 0,0 0 0,0 1 0,-1 0-1,1 0 1,-1 1 0,1 0 0,-1 0 0,0 0-1,-10 1 1,5 1-8,1 0-1,0 1 1,0 0-1,0 1 1,0 0 0,-14 7-1,2 1 15,1 0-1,1 2 0,0 0 1,1 2-1,-32 28 1,29-21 39,0 1 0,1 1 0,2 1 0,0 1 0,-23 41 0,36-53-6,0 0 0,0 1 0,2 0 0,-1 0 0,2 0 0,0 1 0,1 0 0,1 0 0,0 0 0,1 0 0,1 0 0,4 31 0,-2-32-25,1-1 0,0 0 0,2 0 0,-1 0 1,2-1-1,0 1 0,0-1 0,1-1 0,1 1 0,0-1 0,0 0 0,2-1 0,-1 0 0,1-1 0,1 0 0,0 0 0,0-1 0,1 0 0,0-1 0,18 8 0,10 4-371,0-3-1,2-1 0,0-1 0,1-3 0,68 11 1,58-7-3187,-1-17-3842,-57-5-1895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0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723 329 5364,'4'-35'3303,"4"-18"1615,-6 45-4343,-2 0 0,1 0 0,-1 0 1,0 0-1,-1-1 0,0 1 0,0 0 1,-1 0-1,0 0 0,-3-8 0,-2-11 344,4 18-623,0-1 0,-1 1 0,0 0 1,0 0-1,-1 0 0,0 0 0,-7-8 0,5 7-58,5 8-194,-1 0 0,1-1 1,-1 1-1,1 0 0,-1 0 0,0 1 0,0-1 0,0 0 0,0 1 1,0 0-1,0 0 0,0 0 0,0 0 0,0 0 0,0 1 0,-1-1 1,1 1-1,0 0 0,-1 0 0,-4 0 0,-9 2 37,-1-1 0,-24 7 0,37-7-62,-23 6 49,0 2 0,0 0 1,1 2-1,0 1 0,-43 26 0,16-2-1,-73 61 0,110-82-55,2 1 0,0 0 0,0 1 0,2 1 0,0 0 0,1 1 0,-10 22 0,20-38-14,1 0 1,-1 1-1,1 0 1,-1-1-1,1 1 1,0 0-1,1-1 1,-1 1-1,1 0 1,0 0-1,-1 0 1,2-1-1,-1 1 1,0 0-1,1 0 1,0-1-1,0 1 1,0 0-1,0-1 1,0 1-1,1 0 1,0-1-1,-1 0 1,1 1-1,4 3 1,-2-3-16,-1 1 1,2-1-1,-1 0 1,0-1-1,1 1 1,-1-1-1,1 0 1,0 0-1,0-1 0,1 1 1,-1-1-1,0 0 1,1 0-1,-1-1 1,11 2-1,-8-2-6,1 0 1,-1 0-1,1-1 0,-1 0 0,1 0 0,0-1 0,-1 0 0,0-1 1,1 1-1,14-7 0,-2 0 21,-1-1 1,1-1-1,-1 0 0,-1-2 0,0-1 1,-1 0-1,0-1 0,26-28 1,-24 20 92,-2-1-1,0 0 1,-2-2 0,20-37 0,-31 54-19,0 0-1,0 0 0,13-12 1,-15 16-52,-1 2 88,6 27 296,-7-11-319,0 0 0,-1-1 0,-1 1 0,-1 0 0,0-1 0,0 1 0,-1-1 0,-7 19 0,0 3 113,-90 292 624,1-7-104,94-303-597,2 0-1,0 0 0,1 0 0,0 0 1,1 0-1,3 25 0,-2-37-85,1 1 0,0-1-1,0 0 1,0 0 0,1 0 0,0 0 0,0 0-1,0 0 1,0-1 0,1 1 0,0 0-1,0-1 1,0 0 0,0 0 0,1 0 0,0 0-1,0-1 1,0 1 0,0-1 0,0 0 0,1 0-1,-1 0 1,1-1 0,0 0 0,5 2-1,10 1-249,0-2-1,0 0 0,1-1 0,-1-1 1,0-1-1,26-3 0,-21 1-745,0-2 0,0 0 0,0-2-1,0-1 1,32-13 0,-16 1-2785,-1-1-1,39-27 0,-21 12-4969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0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227 23 7529,'0'0'9376,"-1"-2"-8833,0 0 0,0 0-1,-1 0 1,1 0 0,-1 0 0,1 0 0,-1 1 0,1-1-1,-1 1 1,-3-3 0,-7 5 333,6 0-574,0-1-1,0 1 1,0 0-1,1 0 1,-1 1-1,0 0 1,1 0-1,-1 0 1,1 1 0,0 0-1,0 0 1,0 0-1,0 0 1,-6 6-1,0 3-175,0 1 0,1 1 0,0-1 0,1 2 0,1-1 0,0 1 0,1 0 0,1 1 0,0 0 0,1 0 0,1 0 0,0 1 0,-2 27 0,5-28-202,0-1-1,1 1 1,1 0-1,0-1 1,1 1 0,1-1-1,1 0 1,0 0 0,0 0-1,2 0 1,0-1-1,1 0 1,0 0 0,18 25-1,-16-30-130,0 0-1,0 0 0,1-1 1,0 0-1,1-1 1,0 0-1,0-1 0,1 0 1,23 9-1,-29-13 205,-1 0 1,1 0-1,-1 0 0,1-1 0,0 0 0,-1 0 1,1 0-1,0-1 0,0 0 0,0 0 0,0-1 1,-1 1-1,1-1 0,0 0 0,-1-1 1,1 0-1,0 0 0,-1 0 0,0 0 0,0-1 1,1 0-1,-1 0 0,-1 0 0,1 0 0,0-1 1,-1 0-1,0 0 0,0 0 0,0-1 0,-1 1 1,1-1-1,3-7 0,71-132 1067,-25 42-442,6-10 208,-57 109-647,0 26-94,-2-21-79,-3 20 1,0 1 0,-12 37 1,8-34 10,-7 47 0,10-39-19,1 0-1,2 0 0,1 0 0,2 0 0,8 44 1,-7-70-44,0 0-1,0 0 1,1-1 0,0 1 0,0-1-1,1 0 1,0 0 0,0 0 0,1-1 0,0 0-1,0 0 1,0 0 0,1-1 0,-1 0 0,2 0-1,-1 0 1,0-1 0,1 0 0,0-1-1,-1 0 1,2 0 0,-1-1 0,0 0 0,0 0-1,1-1 1,13 1 0,-7-2 11,0-1-1,0 0 1,-1-2 0,1 1 0,-1-2-1,0 0 1,0 0 0,0-2 0,-1 0-1,1 0 1,-1-1 0,-1-1 0,1 0 0,-2 0-1,1-2 1,-1 1 0,0-1 0,-1-1-1,0 0 1,-1 0 0,15-24 0,10-27 126,-1-2 1,32-94 0,-8 18 1306,-56 138-1212,-2 6-131,1 0-1,-1 0 0,0 0 0,-1 0 0,1 0 0,-1 0 1,-3 7-1,-2 1 8,-69 198-315,40-66-3786,34-127 2511,0 0 0,1 21-1,2 10-6149,2-10-3080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1.1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 9801,'0'0'1240,"13"-3"-304,-1-5-188,11 16-164,-4 1-220,-4 2-424,20 7-500,-9-1-244,9 3-440,-7 0-2016,-6 0-1501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1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 8101,'3'-7'-996,"2"-7"1688,0 5 5543,-2 39 2542,-2-13-8205,2 0-1,0 0 0,1-1 0,1 1 1,0-1-1,10 20 0,12 42 165,-25-69-658,38 165 567,-34-138-874,-1 0 1,-1 69 0,-5-78 4,-1 0 0,-2 0 0,0 0-1,-2 0 1,-1 0 0,-12 29 0,6-11 114,12-42 489,-4-20 178,6 8-495,-1 1 0,1 0 0,0 0 0,1 0 0,0 0 0,0 0 0,1 0 0,0 1 0,7-14 1,46-71 138,-36 61-146,22-30-775,2 2 0,3 1-1,2 3 1,67-58 0,-52 58-5080,113-75 1,-98 82-3733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2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226 400 10633,'17'-12'741,"-11"8"-158,1 0 0,-1 1 0,1-1 0,11-3 0,-16 6 1096,0-1-1334,0 0-1,0-1 1,0 1-1,0 0 1,0 0 0,1 0-1,-1 1 1,5-3-1,0-1 233,2-6-153,0 0 0,-1 0-1,0-1 1,-1 0 0,0 0-1,-1-1 1,-1 1-1,7-23 1,-3 12 106,-5 11-240,0 0 1,0-1 0,-2 0-1,1 0 1,-2 1-1,1-17 1,-2 25-242,1 1 1,-1 0 0,0-1 0,-1 1-1,1 0 1,0 0 0,-1-1-1,0 1 1,0 0 0,0 0 0,0 0-1,0-1 1,-1 1 0,1 1-1,-1-1 1,0 0 0,0 0 0,0 1-1,0-1 1,-1 1 0,1-1-1,-1 1 1,1 0 0,-1 0 0,0 0-1,1 1 1,-1-1 0,-5-2 0,3 4-22,1-1 0,-1 1 1,1 0-1,-1 0 1,1 0-1,-1 1 0,1-1 1,-1 1-1,1 0 1,0 0-1,-1 1 0,1-1 1,0 1-1,-7 4 1,-4 3 52,1-1 0,-23 20 0,19-12-29,1 0 0,1 2 0,0 0 0,2 1 1,-17 26-1,8-4 13,-32 72 1,46-91-57,2 0-1,0 0 1,1 1-1,1 0 1,-3 42 0,7-53-40,1 1 1,0 0-1,1-1 1,1 1 0,0-1-1,1 1 1,0-1 0,0 0-1,2 0 1,-1 0-1,1-1 1,9 15 0,-7-15-65,1 1 0,1-2 1,-1 1-1,2-1 0,-1 0 1,1-1-1,1 0 0,-1-1 1,2 0-1,-1-1 1,1 0-1,0 0 0,1-2 1,-1 1-1,1-2 0,0 1 1,0-2-1,1 0 0,-1 0 1,15 0-1,-9-2-22,0 0 1,0-2-1,-1 0 1,1-1-1,0 0 1,0-2-1,-1 0 0,0-1 1,34-15-1,-27 8 39,-1-2 0,0 0 0,-1-1 0,-1-2 0,0 0 0,20-22 0,-3-1 44,-3-2 1,38-54-1,47-92 206,-114 176-119,0-1 48,1 1 1,0 0 0,1 0-1,14-14 1,-21 24-71,4 32 53,-6-4-104,-1 0 0,-1 0 0,-10 49 1,-2 27-572,6-11 5,8-90 583,0 1 1,0-1 0,-1 0 0,1 0 0,0 0 0,0 0-1,1 0 1,-1 0 0,0 0 0,0 0 0,0 0-1,1 0 1,-1 1 0,0-1 0,1 0 0,-1 0 0,1-1-1,0 1 1,-1 0 0,1 0 0,0 0 0,-1 0 0,1 0-1,0-1 1,0 1 0,0 0 0,-1-1 0,1 1 0,0 0-1,0-1 1,0 1 0,0-1 0,0 0 0,0 1 0,0-1-1,1 0 1,-1 0 0,0 1 0,0-1 0,0 0-1,0 0 1,0 0 0,0 0 0,0 0 0,0-1 0,1 1-1,-1 0 1,0-1 0,0 1 0,0 0 0,1-2 0,8-1 63,-1-2 0,1 1 0,-1-1 0,10-8 1,-15 11-66,17-12 105,1 2 0,29-12 0,-47 23-103,0 0 0,0 1 0,0 0 1,0 0-1,0 0 0,-1 0 1,1 0-1,0 1 0,0 0 0,0 0 1,4 1-1,-3 0 12,6 2-25,-1 0 0,0 1 0,0 1 0,0 0 0,-1 0 0,0 1 0,0 0 1,0 0-1,-1 1 0,9 10 0,25 22-240,-40-38 245,1 1-1,0-1 0,0 0 1,0 0-1,0 0 0,0-1 1,0 1-1,1-1 0,-1 0 1,0 0-1,1 0 0,-1 0 1,1 0-1,-1-1 0,1 0 1,-1 1-1,7-2 0,-3-1 63,1 0 1,0-1-1,-1 0 0,1 0 0,-1 0 1,9-7-1,-9 6 47,109-53 2038,-108 53-2053,1 0-1,0 0 1,-1 1-1,1 0 1,0 1-1,1-1 1,-1 2-1,0 0 1,1 0-1,-1 0 1,1 1-1,-1 1 1,16 2 0,10 3-15,0 3 1,45 15 0,-6 0 0,-48-18-143,0 0 1,1-2-1,-1-1 1,1-1-1,0-1 1,0-2-1,-1 0 1,1-2-1,0-1 1,-1-1 0,45-15-1,-60 16 38,-1 0 1,0-1-1,-1-1 0,1 0 1,-1 0-1,0-1 0,-1 0 1,1 0-1,-1-1 0,-1 0 1,1-1-1,-2 1 0,1-1 1,-1-1-1,0 1 0,-1-1 1,0 0-1,-1 0 0,5-18 1,-8 28 16,-1-1 1,0 1 0,0-1 0,1 0-1,-1 1 1,0-1 0,0 1-1,0-1 1,0 0 0,0 1 0,0-1-1,0 0 1,0 1 0,0-1-1,0 0 1,0 1 0,0-1 0,0 1-1,0-1 1,-1 0 0,1 1-1,-1-1 1,-12 0-344,7 2 452,-15 1-127,20-1 32,0-1 0,1 1 1,-1-1-1,1 0 0,-1 1 0,1-1 1,-1 1-1,1 0 0,0-1 1,-1 1-1,1-1 0,0 1 1,-1 0-1,1-1 0,0 1 0,0-1 1,-1 1-1,1 0 0,0 0 1,0-1-1,0 1 0,0 0 0,0-1 1,0 1-1,0 0 0,0 0 1,0 0-16,-1 4-52,1 0 0,0-1 0,0 1 0,0 0 0,0 0 0,1-1 1,-1 1-1,1-1 0,0 1 0,1-1 0,-1 1 0,1-1 0,0 1 0,4 6 0,0-2-109,1 0-1,0-1 1,0 1-1,16 12 1,-22-20 174,0-1 1,0 0-1,0 0 0,0 1 1,0-1-1,1 0 0,-1 0 1,0 0-1,0 0 0,0-1 1,0 1-1,0 0 0,1 0 1,-1-1-1,0 1 0,0-1 1,1 0-1,1 0-10,48-6-45,1 2 0,76 3 0,47-4 62,-59-1-119,-66 5-45,72-12 0,-106 11 150,1-1 0,-1-1 0,0 0 0,0-1 0,-1-1 0,1 0 0,-2-2 1,19-11-1,-26 14 15,-1 0-1,1 0 1,-1 0 0,-1-1 0,1 0 0,-1 0-1,0 0 1,-1-1 0,5-8 0,3-13 103,11-36-1,-5 13 86,32-95 1002,-33 111-749,-15 32 162,1 24-266,0-8-386,-2-1-1,0 1 1,0-1 0,-1 1-1,0-1 1,-2 12 0,1-12-326,1-1 0,0 1 1,0-1-1,1 1 0,1-1 1,3 14-1,3 26-3564,-2 4-1642,-6-53 5378,0-1 1,0 1 0,0 0 0,-1-1 0,1 1 0,0 0 0,-1-1-1,1 1 1,0 0 0,-1-1 0,1 1 0,-1-1 0,1 1 0,-1 0 0,1-1-1,-1 1 1,1-1 0,-1 0 0,1 1 0,-1-1 0,0 1 0,1-1 0,-2 1-1,0 0-665,-13 10-3755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2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42 137 8549,'-41'-34'1988,"47"23"-160,4-1 1796,-1 1-2147,16-6-213,-12 5-244,16 9-188,22-8-164,-1 2-124,17 9-8,9-2-432,4-4-656,8 3-820,11-3-748,-1 6-3373,13 6-4420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3.2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99 161 15429,'-52'-32'3036,"51"31"-2761,0 0 0,-1 0 0,1 0 0,0-1 0,0 1-1,0 0 1,0-1 0,0 1 0,0 0 0,0-1 0,0 1 0,1-1 0,-1 0 0,1 1-1,-1-1 1,1 0 0,-1 1 0,1-1 0,0 0 0,0 1 0,0-1 0,0 0 0,0-1 0,0 1 40,1 1 1,-1-1-1,0 0 1,0 1 0,-1-1-1,1 1 1,0-1-1,-1 1 1,1-1 0,-1 0-1,1 1 1,-1 0 0,1-1-1,-1 1 1,0-1-1,-1-1 1,-1 2 172,-3-3-13,-5-20 786,9 19-1196,0-22-108,3 27-118,0-1-1,0 1 1,0 0-1,0-1 1,0 1-1,0 0 1,0 0-1,0-1 1,0 1-1,0 0 1,0 0-1,0 0 1,0 0-1,0 0 1,0 0 0,0 1-1,0-1 1,1 0-1,-1 1-185,5 0-908,-1 0 0,1 1 0,-1-1 0,1 2 0,8 3 0,5 3-3759,23 4-8717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3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38 13469,'3'-13'739,"0"1"329,0 0 3620,-4 12-4461,0 0 0,0 0-1,0 1 1,0-1 0,-1 1-1,1-1 1,0 0-1,0 1 1,0 0 0,0-1-1,0 1 1,0 0-1,1-1 1,-1 1 0,0 0-1,0 0 1,0 0-1,1 0 1,-1 0 0,0 0-1,1 0 1,-2 2 0,-8 26 1606,-68 271 4111,-33 157-6165,81-193-5137,25-200 2567,3-25-2626,4 71 1,7-44-5351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3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 13337,'79'-29'1928,"-31"24"-339,9-1-221,10-3-420,9 6-200,13 6-172,9 0-436,14 3-620,15 2-800,12 1-732,4 5-2957,6 6-3940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3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1 12577,'-1'1'109,"1"0"-1,0 0 1,-1 0-1,1 0 1,-1 0 0,0 0-1,1 0 1,-1 0-1,0 0 1,1 0-1,-1 0 1,0 0-1,0-1 1,0 1 0,0 0-1,0 0 1,0-1-1,0 1 1,0-1-1,0 1 1,0-1-1,0 1 1,0-1 0,0 0-1,0 1 1,0-1-1,-1 0 1,1 0-1,0 0 1,0 0 0,0 0-1,0 0 1,-1 0-1,1 0 1,0-1-1,0 1 1,0 0-1,0-1 1,-2 0 0,2 1 27,0-1 1,0 1 0,0 0 0,0 0 0,0-1-1,0 1 1,0 0 0,0 0 0,-1 0 0,1 0-1,0 0 1,0 0 0,0 0 0,0 1 0,0-1 0,0 0-1,-1 1 1,1-1 0,0 0 0,0 1 0,0 0-1,0-1 1,0 1 0,1-1 0,-1 1 0,0 0-1,0 0 1,0 0 0,0-1 0,1 1 0,-1 0 0,0 0-1,1 0 1,-1 0 0,1 0 0,-1 0 0,1 0-1,0 0 1,-1 1 0,1-1 0,0 0 0,0 1-1,-1 3 232,0 0-1,1 0 0,0-1 0,0 1 0,0 0 0,0 0 0,1-1 1,0 1-1,2 6 0,6 13 19,1-1 0,1 0 0,2-1 1,0 0-1,1-1 0,1 0 0,21 22 0,-14-21-1429,1-1 0,0-1 0,39 24 0,36 17-5460,-51-36 376,3-2-3650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4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616 1 10173,'-136'8'2528,"79"-14"-296,9 4 265,-9 2-389,3 0-292,6 2-324,-6 7-300,7 2-252,6 7-576,12 2-756,4 2-436,15-10-960,1 5-880,9 14-3181,15-2-4984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4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1 12785,'-35'48'2072,"25"-19"-347,4-18-269,-10 15-324,-3 20-240,13-12-152,-1 3-192,4 6-284,-3 6-572,6-4-812,0 7-780,-7 2-1153,4-2-1363,3-4-3417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4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11869,'54'6'2072,"-12"-12"-280,-26 4-311,12-1-301,26 3-372,-9 8-112,5 4-576,1-1-896,13 3-988,2 6-3417,-5 3-4132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5.3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0 6693,'-1'3'1523,"-25"75"4350,-2 6-4054,-18 27-249,-53 193 0,84-239-1413,2 0 0,3 1 0,3 0 0,2 109-1,6-151-133,1-1-1,1 1 1,2 0-1,0-1 1,1 0-1,1 0 0,1 0 1,14 26-1,-14-35-66,1 0 0,0 0 0,1-1 0,0-1 0,1 0 0,0 0 0,1-1 0,0 0 0,1-1 0,0-1 0,0 0 0,1-1 0,17 8 0,-5-5-7,0-2 0,1 0-1,0-2 1,0 0 0,1-2 0,0-2 0,0 0 0,0-2 0,0 0 0,42-6 0,-5-5 350,0-3 1,-1-2 0,84-32 0,-141 45-123,-1 0 0,1 1 0,0 0 0,0 0 0,0 0 1,0 1-1,11 1 0,-17-1-159,-1 1 0,1-1-1,0 1 1,-1-1 0,1 1 0,-1-1 0,1 1 0,0-1-1,-1 1 1,0 0 0,1-1 0,-1 1 0,1 0 0,-1-1-1,0 1 1,1 0 0,-1 0 0,0-1 0,0 1 0,0 0-1,1 0 1,-1-1 0,0 2 0,0 0 35,4 14-21,0 0 0,-2 1 0,0 0 1,0-1-1,-2 26 0,2 27-2093,1-54-629,0 0 1,7 21-1,-1-7-6342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6.0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257 227 2720,'158'-72'1556,"-139"61"-1049,-1 0-1,-1 0 0,0-2 0,23-22 0,-24 21 286,0 0 1,1 1-1,30-17 0,-43 28-107,1 13 1228,2 4-982,-8-7-619,0 1 1,-1-1-1,0 1 1,-5 11-1,1 0 58,-148 543 3127,79-278-3179,-6-23-817,-28 116-563,72-255 946,36-120 73,2-5-23,0-1 67,0 0 0,0 1 0,0-1 0,1 1 0,-1 0 0,1-1 0,2-2 1,4-6-7,-4 1 5,1 1-1,0 1 0,0-1 1,1 1-1,-1 0 0,2 0 1,-1 0-1,15-11 0,-18 17 47,-3 0-18,2-6 28,8-11 112,-12 18-116,0 0 1,1 0 0,-1 0 0,0 0-1,1 0 1,-1 1 0,0-1 0,0 1-1,-3-1 1,-57-10 738,30 5-303,0 0 0,-58-21 1,89 27-471,-1 0 0,1-1 0,-1 0 0,1 1 1,-1-1-1,1 0 0,0 1 0,-1-1 0,1 0 1,0 0-1,0 0 0,0 0 0,0-1 1,0 1-1,0 0 0,0 0 0,0 0 0,0-1 1,0 1-1,1-1 0,-2-2 0,2 3-9,0-1 0,0 1 0,0-1 0,1 1 0,-1-1-1,0 1 1,1-1 0,-1 1 0,1-1 0,0 1 0,-1-1-1,1 1 1,0 0 0,0-1 0,0 1 0,0 0 0,1-2 0,5-4-9,0 1 1,1 0 0,-1 0 0,1 1-1,10-6 1,-14 9 3,22-13 11,33-12-1,-51 23-35,1 1 0,0 1 0,0-1 0,0 1 0,0 1 0,0 0 0,1 0 0,13 1 0,27 11-86,-48-11 102,0 1-1,0 0 1,0 0 0,0 0 0,0 0 0,-1 0-1,1 1 1,0-1 0,-1 1 0,1-1 0,0 1-1,-1-1 1,0 1 0,1 0 0,-1 0 0,0 0-1,0-1 1,0 1 0,0 0 0,0 1-1,-1-1 1,1 0 0,0 0 0,-1 0 0,0 0-1,1 5 1,-1 1-38,-1 0 0,1 0-1,-1 0 1,-1 0 0,-2 9-1,4-16 35,0-1 8,-33 114-2171,28-99 539,-1-1 0,-16 26-1,12-25-2490,4 1-2131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6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2 9245,'7'-1'373,"15"1"416,-22 0-763,0 0-1,1 0 1,-1 0 0,0 0 0,0 0 0,1 0 0,-1 0 0,0 0 0,0 0 0,0 0-1,1 0 1,-1 0 0,0 0 0,0 0 0,0 0 0,1 1 0,-1-1 0,0 0-1,0 0 1,0 0 0,0 0 0,1 0 0,-1 1 0,0-1 0,0 0 0,0 0 0,0 0-1,0 1 1,0-1 0,1 0 0,-1 0 0,0 0 0,0 1 0,0-1 0,0 0-1,0 0 1,0 1 0,0-1 0,0 0 0,0 0 0,0 0 0,0 1 0,0-1 0,0 0-1,0 0 1,0 1 0,-1-1 0,1 0 0,0 0 0,0 0 0,0 1 0,0-1-1,0 0 1,0 0 0,0 0 0,-1 0 0,1 1 0,0-1 0,0 0 0,0 0 0,-1 0-1,1 0 1,0 0 0,0 1 0,-1 0 75,0 1 1,0 0-1,1 0 1,-1 0-1,1 0 0,-1 0 1,1 0-1,0 0 0,0 0 1,0 0-1,0 0 0,0 0 1,0-1-1,0 1 1,1 0-1,-1 0 0,1 0 1,-1 0-1,1 0 0,0 0 1,0 0-1,0-1 0,0 1 1,0 0-1,1 1 1,6 14 256,14 37 359,-3 0 0,17 77 0,-33-112-677,0-1 0,-1 0 0,-1 1 0,-1-1 0,0 0 0,-1 1 0,-1-1 0,-1 0 0,-1 0 0,0 0 0,-13 30 0,3-20-11,-1-2-1,-1 0 1,-1-1 0,-2 0 0,-41 41 0,43-47 39,44-36 420,34-16 1,14-7-1051,118-61-2301,-21 13 8,-112 56 2097,-8 4-87,52-37 0,-100 62 881,0 1 0,0-1 1,0 1-1,0 0 1,1 0-1,-1 1 0,1-1 1,-1 1-1,1 0 1,0 0-1,-1 0 0,1 1 1,0 0-1,6 0 1,-8 0-64,0 1 0,0-1 0,1 1 0,-1 0 0,0 0 0,0 0 0,0 0 0,0 1 0,0-1 0,0 1 1,-1 0-1,1 0 0,-1 0 0,1 0 0,-1 0 0,3 3 0,1 1-131,5 4-307,-5-6-207,-1 1-1,0 0 0,0 0 0,0 0 0,5 9 0,-3-2-1975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6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 4292,'16'-14'1197,"-3"28"-321,-4 4 664,4-13-1488,3 1-436,0 0-4205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7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17 114 4264,'0'0'4919,"-1"2"-3754,-1 2-954,1-1 1,0 1 0,0 0 0,1-1-1,-1 1 1,1 0 0,-1 0 0,1 0-1,0-1 1,1 1 0,-1 0 0,1 0-1,-1 0 1,1-1 0,1 1 0,-1 0 0,0-1-1,1 1 1,-1-1 0,1 0 0,0 1-1,3 2 1,-2 0-117,0 0 0,-1 0-1,1 0 1,-1 0 0,0 0 0,-1 1 0,0-1-1,1 11 1,-1-10-77,0-3-122,-1 1 0,0-1 0,0 0-1,0 1 1,0-1 0,-1 0 0,1 1-1,-1-1 1,0 0 0,-1 0-1,1 0 1,-1 0 0,0 0 0,1 0-1,-2 0 1,-3 6 0,-2 3-376,7-11 192,-1-1-186,0 0 449,0 0 1,1 0 0,-1 0 0,0 0 0,0 0 0,1 0 0,-1 1 0,-1 2 0,3-5 92,6-6-3,141-187 2754,-88 114-2267,-53 70-565,2 1 0,-1 0 1,1 0-1,1 1 0,0 0 1,0 0-1,0 1 0,13-7 1,-17 11-342,1 0 0,0 1 0,1 0 0,-1 0 0,0 0 1,12-1-1,-10 2-491,0 1-1,0 0 1,0 1 0,0 0 0,0 0 0,10 2 0,26 10-4026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7.1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29 101 6049,'-28'2'1396,"34"-16"-224,0-3 2608,-3-3-3456,1 3-332,-1 0-2748,3 0-204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7.6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1 10465,'-136'11'1641,"133"-11"-1481,-1 0 1,0 0-1,1 0 1,-1 1-1,0-1 1,1 1 0,-1 0-1,1 0 1,-1 0-1,1 1 1,-1-1-1,1 1 1,-4 2-1,-1 2 407,7-6-494,0 1 1,1-1-1,-1 1 0,0-1 1,0 0-1,1 1 0,-1 0 1,0-1-1,1 1 0,-1-1 1,0 1-1,1 0 0,-1-1 1,1 1-1,-1 0 0,1-1 1,-1 1-1,1 0 0,0 0 1,-1 0-1,1 0 0,0-1 1,0 1-1,0 0 0,-1 0 1,1 0-1,0 0 0,0 0 1,0-1-1,0 1 0,1 0 1,-1 2-1,1-1 15,0-1 1,1 1-1,-1 0 1,1-1-1,-1 1 1,1 0-1,0-1 0,-1 0 1,1 1-1,0-1 1,0 0-1,0 0 1,0 0-1,0 0 1,3 0-1,20 7 283,1-1 1,0-2-1,36 3 1,-21-2-97,756 70 1653,7-42-1397,-10-14-141,32 1-260,1297 82 121,-1799-84-260,222 22 62,-508-37-163,69 19 1,-123-10-649,8-9 447,0-1-1,0 0 1,0 0 0,-1-1 0,1 0-1,-16 1 1,-60-1-3615,32-2-806,-18 3-4260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8.4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620 583 4188,'3'-24'931,"2"0"0,1 0 0,10-28-1,-12 39-526,0-2-7,-1-1 0,0 1 0,1-29 0,2-12 192,1 16 73,1 1 1,2-1-1,2 2 1,2 0-1,32-64 1,-45 99-72,1 7 100,0 6-464,0 0 1,-1 1-1,0-1 1,0 0-1,-1 1 1,-1-1-1,0 1 1,0-1-1,-1 1 1,0-1 0,0 0-1,-2 0 1,-7 18-1,-8 12 611,-46 73 0,59-103-731,-195 260 1469,134-187-1597,-99 160 0,124-164-2147,-50 136 1,24-10-5310,38-91 22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9.1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921 81 4732,'8'-12'637,"13"-29"776,-15 14 3447,-15 40-2461,-1 17-986,-9 44 1,3-6-380,1-15-421,-101 327 1865,51-199-1908,-95 246 148,26-111-1185,-104 255-2872,92-186-5630,119-300 2447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9.8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481 40 7313,'20'-7'670,"0"0"0,0 2 0,0 0 0,38-4 0,85 3 896,-106 6-1249,633 34 1846,-1 49-1422,-604-74-690,1351 216 565,-861-131-498,-316-54-39,1000 139 149,-1237-178-227,52 5 52,1-2 0,0-3 0,76-6 0,-114 2-38,0-1-1,0-1 1,0 0 0,23-11 0,-39 16-15,-1 1 1,1-1-1,0 0 0,0 1 1,0-1-1,-1 0 0,1 1 1,0-1-1,-1 1 0,1 0 1,0-1-1,-1 1 0,1-1 1,-1 1-1,1 0 0,0 0 1,-1-1-1,0 1 0,1 0 1,-1 0-1,0-1 0,1 3 1,0-3 0,0 5 14,1-1 0,-1 0 0,0 1 0,0-1-1,0 1 1,-1-1 0,1 1 0,-1 0 0,0-1 0,-1 1-1,0 6 1,-15 60 133,6-34-110,-23 90 199,-88 211 0,90-260-207,-133 311 627,-292 502 0,-162 119 295,183-413 619,320-469-775,106-113-630,8-13 70,2-4-152,10-12-61,0 1-1,1 1 0,17-15 1,15-15-48,8-22-182,-2-2 0,76-131 0,-114 175 129,0-1-1,-2 0 0,0 0 1,-2-1-1,0 0 0,-2-1 1,-1 0-1,0 0 0,0-42 1,-4 50 21,-2 0 1,0 0 0,-1 0 0,-1 0 0,-1 0 0,0 1-1,-1-1 1,-1 1 0,0 0 0,-1 1 0,-1-1 0,0 1-1,-1 1 1,-1 0 0,-13-16 0,-3 4-15,-1 0 0,-1 2 0,-1 0 0,-2 3 0,-57-33 0,-180-71-174,229 108 231,-284-110-186,-432-110 1,-358-15-428,422 134 69,203 38-539,426 69 907,-34-5-1088,-149-45 1,235 58 795,1 0 0,0-1 0,0 0-1,0-1 1,-16-10 0,16 2-3003,13-1-1626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20.8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1239 16 7261,'7'-16'3003,"-15"22"2127,-11 16-667,7-7-5072,-24 44 2211,2 2 0,-36 90-1,-39 141 519,100-266-2015,-45 130 484,-100 278 292,21-65-1452,-90 232-2312,208-564 2448,-132 304-2529,64-176-450,-11-6-3521,48-91-627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21.0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0 10973,'-80'97'2084,"74"-89"-1755,0 0-1,1 1 0,0-1 1,0 1-1,1 0 1,0 0-1,1 1 0,0-1 1,0 1-1,1-1 1,1 1-1,-1 0 0,2 0 1,-1 17-1,4-6 125,0 1-1,1 0 1,0-1 0,16 39 0,-7-28-202,1-1 1,1-1 0,2 0 0,40 54-1,-14-31-84,75 72-1,-49-60-845,4-4 1,2-2-1,2-4 1,116 62-1,-126-83-761,1-2-1,2-4 1,1-3-1,0-2 0,2-4 1,81 10-1,-27-16-3936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21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1058 44 9745,'-43'-23'2024,"30"11"-663,12 11-1273,1 0 0,-1 1 1,0-1-1,0 0 0,1 1 0,-1-1 0,0 0 0,0 1 0,0 0 0,0-1 0,0 1 0,1-1 1,-1 1-1,0 0 0,0 0 0,0-1 0,0 1 0,0 0 0,0 0 0,0 0 0,0 0 0,0 0 1,0 0-1,-1 1 0,-17 0 764,-1 1 1,1 1-1,1 1 1,-26 9-1,-27 5 335,8-2-680,1 3-1,-112 49 1,172-67-510,-221 107-2454,180-83 152,2 1 0,1 2 1,-38 35-1,17-4-5334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22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3 9385,'0'0'8219,"-3"-1"-7078,-15 0-773,14 1 536,-1 0 0,1 0-1,0 1 1,0-1 0,-1 1 0,1 0 0,0 1-1,-8 2 1,10-2-522,-9 7 335,2-4-1120,-7 2-6314,-4 1-1311,12 3-2186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1.3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733 18 5801,'4'-1'207,"15"-5"768,-19 6-952,0-1 1,0 1 0,1 0-1,-1 0 1,0 0-1,0 0 1,0 0-1,0 0 1,1-1-1,-1 1 1,0 0 0,0 0-1,0 0 1,0-1-1,0 1 1,0 0-1,0 0 1,0 0 0,1 0-1,-1-1 1,0 1-1,0 0 1,0 0-1,0-1 1,0 1-1,0 0 1,0 0 0,0 0-1,0-1 1,0 1-1,0 0 1,0 0-1,0 0 1,-1-1-1,1 1 1,0 0 0,0 0-1,0 0 1,0-1-1,0 1 1,0 0-1,0 0 1,-1 0 0,1 0-1,0-1 1,0 1-1,0 0 1,0 0-1,-1 0 1,1 0-1,0 0 1,0 0 0,0 0-1,-1 0 1,1-1-1,0 1 1,0 0-1,0 0 1,-1 0 0,1 0-1,0 0 1,0 0-1,0 0 1,-1 0-1,1 0 1,0 0-1,0 0 1,0 0 0,-1 1-1,1-2 24,-1 1 0,1 0 0,-1 0 0,1 0 0,0 0 0,-1 0-1,1 0 1,-1 0 0,1 0 0,-1 0 0,1 0 0,0 0 0,-1 0 0,1 0 0,-1 0 0,1 0 0,-1 1-1,1-1 1,0 0 0,-1 0 0,1 0 0,0 1 0,-1-1 0,1 0 0,0 0 0,-1 1 0,1-1 0,0 0-1,-1 1 1,-7 16 911,-1 33 282,6-27-553,-71 300 3575,-68 154-2024,-199 433-3715,254-678-2069,83-219 3316,-4 10-761,-1-1-1,-21 39 0,12-28-2659,11-15-910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1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426 0 6641,'0'0'3198,"0"4"-2431,0 4-516,0 0 1,0 0-1,1 0 1,0 0-1,0 0 0,1 0 1,0-1-1,0 1 1,1-1-1,0 1 1,6 10-1,-4-11-130,8 15 225,1-1 0,1-1 0,1 0 1,19 18-1,-13-19-227,30 27 274,54 63 0,-94-94-363,1 0-1,-2 1 0,0 0 0,-1 1 0,-1 0 0,0 1 1,-1 0-1,-1 0 0,5 22 0,-10-29-11,0 0-1,-1 0 1,0 0 0,-1 0-1,0 1 1,-1-1 0,0 0-1,0 0 1,-1 0-1,-1-1 1,0 1 0,-5 11-1,1-7-23,0-1-1,-1 0 0,-1 0 1,0-1-1,-1 0 0,0-1 1,-19 18-1,-3-3-191,-1-2 1,-1-1-1,-1-2 1,-1-1-1,-61 26 1,-92 24-1551,157-62 597,0-2 1,0-1-1,-1-1 0,-35 1 0,-6-6-4026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2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6885,'2'1'113,"0"-1"0,0 1 1,0 0-1,-1 0 0,1 0 1,0 0-1,-1 0 0,1 0 1,-1 1-1,1-1 0,-1 0 1,0 1-1,1-1 1,-1 1-1,0 0 0,0-1 1,0 1-1,0 0 0,0 0 1,-1 0-1,1-1 0,1 5 1,-1-2 66,0 0 0,0-1 0,1 1 0,0 0 0,0-1 0,0 0 0,0 1 0,1-1 0,-1 0 0,4 3 0,4 6 92,0 0 1,-1 0-1,0 1 0,-1 0 1,-1 1-1,0 0 1,10 28-1,-3 0 102,13 68 0,-20-73-264,-3 0 0,-1-1 0,-1 1 0,-4 38 0,-30 145 34,29-200-148,3-16-66,1-1-54,0 0 103,8 13-304,-8-16 304,0 0-1,0 1 1,0-1-1,1 0 1,-1 0 0,0 0-1,0 0 1,0 0-1,0 0 1,0 0-1,0 0 1,0-1-1,0 1 1,0 0-1,0-1 1,0 1-1,0-1 1,0 1 0,0-1-1,2 0 1,114-60-1420,-20 10-337,175-66 1,-173 88 1273,0 4 0,146-16 0,-107 22 870,151-16 1171,-125 26-1183,197 16 0,95 51-2206,-232-23 791,-192-32 183,0-2-1,55-4 0,-84 3 774,47-1-1459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2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261 381 4608,'-2'-2'105,"1"1"-1,0 0 0,0-1 1,0 1-1,0-1 0,0 0 0,0 1 1,0-1-1,0 0 0,1 1 1,-1-1-1,1 0 0,-1 0 0,1 0 1,0 0-1,0 0 0,-1 1 1,2-4-1,-1 4-39,-1-1-1,1 1 1,0-1 0,0 1-1,0-1 1,-1 1 0,1-1-1,-1 1 1,1-1 0,-1 1-1,0 0 1,1-1-1,-1 1 1,0 0 0,0-1-1,-1 0 1,-8-16 91,7 10-212,0 0 0,0 0 0,0 1 0,-1-1 0,-1 1 0,1 0-1,-1 0 1,0 1 0,-11-12 0,-20-15-164,18 18 78,1-1 1,0-1-1,2-1 0,-25-33 1,31 37-185,-9-17-1571,11 8 748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2.6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1346 452 3752,'0'0'1459,"4"0"-930,6-2-189,0 1 0,0-1 0,0-1-1,14-5 1,-22 7 268,-1-1-550,-1 0 0,1 1-1,0-1 1,0 0-1,0 0 1,0 1 0,0-1-1,0 1 1,0-1 0,0 1-1,1-1 1,-1 1-1,0 0 1,1 0 0,0-1-1,1 0 1,16-16 825,-17 15-783,-1-1 0,1 1 0,-1 0 0,1-1-1,-1 1 1,-1-1 0,1 0 0,0 1 0,-1-1 0,1 1-1,-1-1 1,-1-6 0,1 4-39,0 3-19,-1 1-1,0-1 1,1 0-1,-1 1 1,0-1 0,0 1-1,-1-1 1,1 1-1,-2-3 1,-1-1 33,2 3-54,0 0 0,0 0 0,0 0 0,0 0 0,-1 0 0,0 1 0,1-1 0,-1 1 0,0 0 0,0 0 0,0 0 0,0 0 0,-7-2 0,-10-5-2,-1 2 0,0 1 0,0 0 0,-1 2 0,1 0 0,-29 0 0,-28-6-42,-162-17-2,-285-77-1294,230 42-3470,200 45 1742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3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1001 56 6157,'4'-12'584,"1"-13"2133,-6 23-1282,-7-14 599,7 23-39,-4 32-620,-13 14 147,-31 63-1,9-25-669,-71 148 571,26-62-938,60-120-387,-91 219 115,-32 112-613,6 3-1855,1 42-2571,54-144-1725,54-175 1156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3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144 149 3364,'-110'-46'3749,"107"45"-3527,1-1-1,-1 0 1,1 0-1,0 0 1,-1 0-1,1 0 1,0 0-1,0-1 1,0 1-1,1-1 1,-1 1-1,1-1 1,-1 0-1,1 0 1,0 0-1,0 1 1,-1-4-1,7 1-114,0 2 0,1-1 0,-1 0 0,0 1 0,1 0 0,0 1 0,0-1 0,10-2 0,9-2 50,1 1 1,-1 2-1,1 0 0,0 2 0,31 1 0,-1-1 24,596 6 906,5 39-645,-513-32-377,2026 223 421,-1282-106-418,659 74-89,-1517-199 17,314 20 17,-289-23-17,0-2-1,-1-2 1,1-3-1,63-16 1,-106 19-3,1-1 1,-1-1-1,0 0 0,0 0 1,-1-1-1,21-17 1,-16 12-8,-15 12 13,-1-1 0,0 0 1,1 0-1,-1 0 1,0 0-1,0 0 0,1 0 1,-1 0-1,0 0 0,0 0 1,0 0-1,0 1 1,0-1-1,-1 0 0,1 0 1,0 0-1,0 0 0,0 0 1,-1 0-1,0-1 1,1 1-3,-1-3-2,0 0-1,0 1 1,0-1-1,0 1 1,-1-1-1,1 1 1,-1 0-1,0 0 1,0 0-1,0 0 1,-1 0-1,1 0 1,-1 0 0,1 1-1,-5-4 1,0 1 5,-1 0 1,0 0 0,0 0 0,-17-5-1,14 5-8,-1 1-1,0 0 0,0 1 1,-1 1-1,1 0 0,-1 0 1,1 1-1,-1 1 0,1 0 1,-22 3-1,31-2 44,3-1-38,0 1 0,-1-1-1,1 1 1,0 0 0,-1-1-1,1 1 1,-1-1 0,1 1 0,-1-1-1,1 1 1,-1-1 0,1 0-1,-1 1 1,1-1 0,-1 1-1,1-1 1,-1 0 0,0 0-1,0 1 1,-12 9 126,8 2 2,0 1 0,1 0 1,1 1-1,0-1 0,0 1 0,0 19 0,-2 12 169,-15 42 445,-4-2 0,-42 102 0,20-62-210,-318 811 1024,179-567-2146,-414 613 1,-70-104-740,425-625 697,187-201 161,-3-3-1,-96 61 1,128-93 33,0-1 0,-2-1 0,-46 16 0,65-28-48,-1 1 1,0-1-1,-1-1 0,1 0 1,0-1-1,-1 0 1,1-1-1,0-1 0,-1 0 1,1 0-1,0-1 1,-14-4-1,-20-13-4443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7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231 682 9681,'4'-3'421,"1"0"1,0 1-1,0-1 1,0 1-1,0 0 0,0 0 1,0 1-1,0 0 1,1-1-1,-1 2 0,8-1 1,68 3 3652,-18 0-2739,14-5-782,-1-5 1,1-2-1,125-35 1,-156 29-460,79-39 0,-112 48-62,-1-1 0,0 0 0,-1 0 0,0-2 0,0 1 0,-1-1-1,0 0 1,0-1 0,-2-1 0,1 1 0,-1-1 0,-1 0 0,0-1-1,-1 0 1,0 0 0,-1 0 0,-1-1 0,0 0 0,-1 0 0,0 0-1,-1 0 1,-1 0 0,0-1 0,-1 1 0,0 0 0,-1 0 0,-1-1-1,0 1 1,-1 0 0,-1 0 0,-6-18 0,6 24 2,-1 1-1,1 0 1,-1 0 0,-1 0-1,1 0 1,-1 1 0,0 0-1,-1 0 1,1 1 0,-1-1-1,0 1 1,-1 1 0,1 0-1,-1 0 1,0 0 0,0 1-1,0 0 1,0 0 0,0 1 0,-11-2-1,-1 1 68,0 0 1,-1 2-1,1 0 0,-1 1 1,1 1-1,-1 1 0,-29 6 0,-2 6 188,1 2 1,0 2-1,1 2 0,-69 39 0,48-17 73,2 3 0,-78 66 1,113-82-218,2 1 0,-45 52 0,64-66-92,1 1 1,0 0-1,1 1 1,1 0 0,1 1-1,0 0 1,-9 32 0,15-42-41,1 1-1,1 0 1,0-1 0,0 1 0,1 0 0,1 0 0,-1 0 0,1-1 0,1 1 0,0 0-1,0-1 1,1 1 0,0-1 0,1 0 0,0 0 0,0 0 0,1-1 0,0 1 0,1-1 0,-1 0-1,2-1 1,-1 1 0,1-1 0,0-1 0,0 1 0,1-1 0,0 0 0,11 5 0,9 5-3,1-1 1,0-2 0,1 0 0,1-3-1,0 0 1,40 6 0,197 17-326,-159-28-5,1-5 0,0-5 0,210-38 0,-254 30 227,0-3 1,-1-3-1,-1-2 0,80-40 0,-103 41 71,-1-3-1,0-2 1,-2-1-1,-1-1 1,-1-3-1,-1-1 1,35-41-1,-66 68 23,153-187 259,-156 192-254,0 0 0,1 0 0,-1 0 1,0 0-1,1 0 0,-1 0 0,0 0 1,0 0-1,0 0 0,0 0 0,0 1 0,0-1 1,0 0-1,-1 1 0,1-1 0,1 3 0,-2 3 5,0-1-1,0 0 0,-1 0 1,1 1-1,-2-1 0,1 0 1,0 0-1,-1 0 0,-3 6 0,-1 8 3,-9 31 26,3-18-22,2 1 0,2 1 0,1 0 0,-4 65-1,11-98-12,0-1 0,0 1-1,0-1 1,0 1-1,1 0 1,-1-1 0,0 1-1,1-1 1,-1 1-1,1-1 1,-1 1 0,1-1-1,0 0 1,0 1-1,-1-1 1,1 0-1,0 0 1,0 1 0,0-1-1,1 0 1,1 1-1,-1 0 1,0-1 0,1 0 0,-1 0-1,1 0 1,-1-1 0,1 1-1,-1-1 1,1 1 0,-1-1 0,1 0-1,0 0 1,2 0 0,9-2 24,0 0 0,0-1-1,26-9 1,-27 8 22,52-19 438,66-33 0,-84 34 49,1 2 0,97-27 0,-137 46-456,-1 0 0,1 1 0,0 0 0,0 0 0,0 1 0,0 0 0,0 0 0,0 1 0,-1 0 1,1 0-1,-1 1 0,1 0 0,-1 0 0,0 1 0,0 0 0,0 0 0,-1 0 0,0 1 0,1 0 0,7 9 0,-2 0 51,-1 1 0,-1 0-1,0 0 1,-1 1 0,13 33 0,5 7 23,0-3-121,-14-25-724,2-1 1,0-1-1,36 46 1,-20-37-1679,40 34 0,-13-25-1922,-44-35 1631,0 0 0,21 7 0,6-1-7331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7.7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63 10909,'-30'64'3345,"20"-45"-2029,1 0 0,0 1 0,-10 38 0,2 69 822,7-43-1133,9-73-826,1 0 0,0-1 0,1 1 0,0-1-1,0 1 1,1-1 0,5 13 0,4 30 920,-10-41-644,1 1-1,7 21 1,-8-31-344,1 1 0,-1-1 0,1 1 1,0-1-1,-1 0 0,1 0 0,1 1 0,-1-2 1,0 1-1,1 0 0,0 0 0,-1-1 0,1 1 0,5 2 1,-1-1-30,1-1 1,-1 1 0,1-2-1,0 1 1,0-1 0,0 0-1,0-1 1,0 1-1,1-2 1,12 1 0,-7-2 173,0-1 1,0 0 0,0-1-1,0 0 1,21-9 0,-1-4 267,0 0-1,-1-2 1,56-42 0,-63 39-641,0 0-1,-2-2 1,29-33 0,56-85-1010,-79 98 635,2 2 0,1 0 0,3 3 0,59-51 0,-80 77-574,2 1-1,-1 1 0,1 1 1,1 0-1,0 2 0,21-8 1,-25 11-703,0 1 0,0 0 0,0 1 0,0 1 0,21 0 0,5 3-5878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7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392 0 10869,'-2'5'298,"1"-1"0,0 0 0,-1 1 0,0-1 0,0 0 0,0 0 0,-1 0 0,0 0 0,1-1 0,-1 1 0,-4 3 1,-1 0 685,-1 0 0,0-1 0,-12 7 0,7-5-229,-5 5 968,0 0 1,0 2-1,2 0 0,-20 21 0,-54 74 2475,80-93-4311,1-1 0,0 1-1,1 1 1,0-1 0,2 1 0,0 1 0,1 0 0,1 0 0,-3 22-1,0-6-1839,0 4-3179,8 0-3798,3-8-2890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8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17 12253,'-32'-17'6941,"44"29"-7045,1 5-872,6 0-857,10 14-2939,-1-2-3753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8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36 107 12705,'-11'-17'930,"7"9"-125,-1-1 1,1 1-1,0 0 1,-2-10-1,5 15 1448,1-1-277,0 2-1770,0 1 1,1-1-1,-1 0 1,0 0-1,1 0 1,-1 1-1,1-1 1,0 0-1,0 1 1,0-1-1,-1 0 1,1 1-1,3-3 1,-3 3-105,1 0-1,-1 1 1,1-1 0,-1 0-1,1 1 1,-1 0 0,1-1-1,0 1 1,-1 0 0,1 0 0,-1 0-1,1 0 1,0 0 0,-1 0-1,1 0 1,0 1 0,-1-1-1,1 0 1,1 2 0,11 2 119,0 1 1,0 1 0,-1 1-1,0 0 1,0 0-1,-1 1 1,1 1 0,-2 0-1,21 21 1,-11-9-73,-2 1 0,0 1 1,-2 0-1,17 31 0,-21-32-156,-2 0 0,-1 1-1,-1 0 1,0 0 0,-2 1 0,-1 0-1,-1 1 1,3 33 0,-7-43-26,-1 0 0,0 0 1,-2 0-1,1 0 0,-2 0 1,0-1-1,0 1 0,-1-1 0,-1 0 1,-1 0-1,0 0 0,0-1 1,-2 0-1,1 0 0,-13 15 0,10-17 578,18-21 876,21-23-452,-5 13-807,0 1-1,45-26 1,-10 8-476,481-267-10744,-424 248 7557,40-20-4907,-108 50 2064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8.7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393 1 7857,'-65'42'1587,"62"-40"-1313,0 0 1,0 0 0,0 0 0,0 0-1,1 0 1,-1 1 0,1-1 0,0 1-1,0 0 1,-1-1 0,2 1 0,-1 0-1,0 0 1,-2 6 0,-5 9 1119,-11 7 1041,-1-1 0,-27 23 0,25-25-1141,1 0 0,-24 33 0,32-35-851,0 2-1,1 0 1,1 0-1,1 1 0,1 1 1,1-1-1,-5 26 0,12-34-344,1-1-1,1 0 0,0 0 0,1 1 1,0-1-1,1 0 0,1 0 1,0 0-1,6 16 0,-5-21-63,-1 1 0,1 0 1,1-1-1,0 0 0,0 0 0,1 0 0,0-1 0,1 0 0,0 0 1,0 0-1,0-1 0,10 7 0,-10-9-24,0 0 1,0 0-1,0-1 0,0 0 0,1-1 0,0 0 1,-1 0-1,1-1 0,0 1 0,1-2 1,-1 1-1,0-1 0,0 0 0,1-1 1,-1 0-1,10-1 0,2-2 18,0-1 0,37-11 0,-49 12-15,-1 0 0,1-1 0,0 1 0,-1-2 0,0 1 0,0-1-1,0 0 1,-1 0 0,1-1 0,7-9 0,0-3 24,-1-1 0,-1 0-1,0-1 1,-2 0 0,0 0 0,-2-1-1,0-1 1,7-29 0,-9 21 4,-2 0 1,0 0-1,-2-1 1,-2 1-1,-4-53 1,-2 55-341,-1-1 0,-1 1 0,-1 1 1,-1-1-1,-28-50 0,18 38-2349,18 36 1860,0 0 1,0 1-1,0-1 0,-1 1 0,1 0 1,-1-1-1,0 1 0,0 1 0,0-1 1,-5-3-1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09.1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 13817,'25'-11'8858,"5"24"-4784,-25-6-3736,-1 0-1,-1 0 1,1 0-1,-1 0 1,0 1-1,3 13 1,3 4 9,9 25 128,-2 0-1,13 71 0,-27-104-479,0 0 0,-2 26 0,2 4-65,-1-14 1,-2-31 65,1 1 0,0-1 0,0 1 0,0-1 0,0 1 0,0 0 0,1-1 0,-1 1 0,1-1 0,-1 0 0,1 1 0,0-1 0,0 0 0,2 4 0,-1-6 31,0-1 0,-1 0 0,1 1 0,-1-1 0,1 0 0,-1 0 0,0 0 0,1 0 0,-1 0 0,0-1 0,0 1 0,0 0 0,2-3 0,34-61 763,-22 38-325,20-29 1,-20 35-466,1 2 0,1 0 0,1 1 0,0 0 0,1 2 0,37-25 0,-43 33 0,0 1 0,0 0 0,0 1 0,1 0 0,0 1 0,0 1 0,0 0 0,1 1 0,-1 1 0,1 0 0,0 1 0,28 1 0,-29 1 0,-1 1 0,0 1 0,0 0 0,0 0 0,-1 2 0,1-1 0,-1 1 0,0 1 0,0 1 0,-1-1 0,1 2 0,14 12 0,-14-8 0,0 0 0,0 1 0,-1 0 0,-1 0 0,-1 2 0,1-1 0,-2 1 0,0 0 0,7 23 0,33 76-2749,82 150-12774,-91-187 4012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0.5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187 218 9121,'2'0'222,"-1"0"0,0-1 0,1 1 0,-1-1 0,0 0 0,0 0 0,0 1 1,0-1-1,1 0 0,-1 0 0,0 0 0,-1 0 0,1 0 0,0 0 0,0 0 0,0 0 0,-1-1 0,1 1 0,1-3 1,-2 4-67,0-1 0,-1 0 0,1 1 0,0-1 1,0 0-1,0 1 0,-1-1 0,1 1 0,0-1 1,-1 0-1,1 1 0,0-1 0,-1 1 0,1-1 1,-1 1-1,1-1 0,-1 1 0,1-1 0,-1 1 1,1-1-1,-2 0 0,-8-11 2839,7 7-2465,1-1-1,-1 1 1,0 0-1,0 1 1,0-1-1,0 1 1,-1-1-1,0 1 1,0 0-1,0 0 1,-1 1-1,1-1 1,-1 1-1,0 0 0,-8-4 1,-2 1-304,1 1-1,-1 0 1,0 2 0,0-1 0,-19 0-1,23 2 0,8 2 335,3-4-354,0 2-182,0-1 0,0 0 0,1 0 0,-1 0 0,1 0 0,0 0 0,0 1 0,0-1 0,0 0 0,0 0 0,0 1 0,1-1 0,-1 1 0,1-1 0,0 1 0,-1 0 0,1 0 0,0 0 0,1 0 0,-1 0 0,0 0 0,0 0 0,1 1 0,-1-1 0,1 1 0,0 0 0,-1 0 0,1 0 0,0 0 0,0 0-1,-1 0 1,1 1 0,0-1 0,0 1 0,0 0 0,0 0 0,0 0 0,0 0 0,4 1 0,4 1 1,0 0 1,0 1-1,-1 0 0,1 1 0,0 0 1,-1 1-1,0 0 0,0 0 0,-1 1 1,1 1-1,-1-1 0,-1 2 0,16 15 0,-4-1-82,-1 1 0,-1 0-1,-1 2 1,16 30-1,-27-43-27,-1 0-1,0 0 0,-1 1 1,0 0-1,-1 0 0,0 0 0,1 19 1,-2 93-815,-3-71 664,1-50 214,23-10 110,-5 2-25,0-2 0,0 0 0,0-2 0,-1 0-1,29-17 1,-24 12 4,1 1 0,28-11 0,-32 17-39,1 0 0,-1 1 0,1 1 0,0 1 1,0 0-1,0 2 0,37 2 0,-43 0-29,0 1 0,-1 1 1,1 0-1,-1 1 0,1 1 0,-1 0 0,-1 1 1,1 0-1,-1 1 0,0 0 0,0 1 0,11 10 1,77 73-580,-97-88 574,0-1 0,0 0-1,1 0 1,-1 0 0,1 0-1,-1 0 1,1-1 0,0 0-1,-1 1 1,1-1 0,0-1-1,0 1 1,0-1 0,0 1 0,-1-1-1,1 0 1,0 0 0,0-1-1,0 1 1,0-1 0,0 0-1,5-2 1,7-3 34,1 0 0,-1-2-1,26-15 1,-22 11 19,-14 8-19,37-21 407,2 2-1,75-28 1,-105 46-367,0 1 0,1 0-1,-1 1 1,1 1 0,0 1 0,0 0 0,0 1-1,-1 0 1,1 1 0,0 1 0,0 1 0,21 6-1,-10 0-32,-2 2-1,1 0 1,-1 2-1,35 23 1,86 75 59,-91-67-262,65 41 1,-112-81 126,-1 0 1,1-1 0,0 0 0,0 0 0,0 0 0,1-1 0,-1 0-1,1-1 1,8 1 0,-11-2 27,-1 0-1,1 0 1,0-1-1,0 1 1,-1-1-1,1 0 1,-1-1-1,1 1 1,-1-1-1,1 0 1,-1 0 0,0-1-1,7-4 1,-3 0-11,-1 2 30,-1 0-1,1-1 1,-1 0 0,0 0 0,-1-1-1,0 0 1,0 0 0,7-11 0,12-24-84,3-6-119,-1 0 0,40-103 1,-67 150 183,0 1 0,1-1 1,-1 1-1,0-1 0,0 1 1,0-1-1,0 1 0,0-1 1,0 1-1,0-1 1,0 1-1,0-1 0,0 0 1,0 1-1,0-1 0,0 1 1,0-1-1,0 1 1,-1-1-1,1 1 0,0-1 1,0 1-1,-1-1 0,1 1 1,0-1-1,-1 1 0,1 0 1,-1-1-1,1 1 1,0 0-1,-1-1 0,1 1 1,-1 0-1,1-1 0,-1 1 1,1 0-1,-1 0 1,1-1-1,-1 1 0,1 0 1,-1 0-1,0 0 0,-20 0-271,17 2 160,0 0 0,0 1 0,0-1 0,0 1-1,0 0 1,0 0 0,1 0 0,-1 0 0,1 1 0,0-1 0,0 1 0,0 0-1,0 0 1,1 0 0,0 0 0,0 0 0,0 0 0,0 1 0,1-1 0,-2 6-1,2-6 10,0 0-1,0 0 1,1 1-1,-1-1 1,1 0-1,0 0 1,0 0-1,0 0 0,1 0 1,-1 0-1,1 1 1,0-1-1,0 0 1,1-1-1,-1 1 1,1 0-1,0 0 0,0-1 1,0 1-1,1-1 1,-1 1-1,5 4 1,-1-4 21,1 0 1,-1 0 0,1 0-1,0-1 1,0 0 0,1 0-1,-1-1 1,0 0 0,1 0-1,11 1 1,7-4 67,0 0 1,-1-1 0,1-2-1,-1 0 1,45-15-1,-57 15 67,0 2-1,1 0 1,0 1 0,-1 0-1,1 1 1,-1 0-1,1 1 1,26 6 0,9 4 95,51 20 1,-37-10-109,-7-1 58,-41-13-81,2-1 0,-1-1 0,29 6 0,-28-8 18,27 4 1,0-2 0,1-1 0,83-5 0,-99-2-56,-14 2-37,0-1-1,1 0 1,-1 0 0,0-2-1,0 0 1,0 0 0,-1-2-1,0 0 1,23-13 0,-11 1-17,0-2-1,-2 0 1,30-32-1,59-79 89,-72 81 12,63-93 1065,-39 50 1078,-64 92-2102,-1-1 0,1 1 0,0 0 0,-1 0-1,1 0 1,0 0 0,0 0 0,0 0 0,0 0 0,0 1 0,0-1-1,0 0 1,0 0 0,0 1 0,0-1 0,0 1 0,1-1 0,-1 1-1,2-1 1,-2 1-16,-1 1 0,1-1 0,0 0 0,-1 1-1,1-1 1,-1 1 0,1-1 0,-1 1 0,0 0 0,1-1 0,-1 1-1,1-1 1,-1 1 0,0 0 0,0-1 0,1 1 0,-1 0 0,0-1-1,0 1 1,0 0 0,0-1 0,0 1 0,0 0 0,0 1-1,1 7 196,-1 0 0,-1 0 0,0-1-1,-2 15 1,-12 29 472,-22 50 0,19-56-408,-19 80 0,21-59-401,7-37-416,3 1 0,-5 36-1,11-57 154,-1 1 0,2 0-1,-1 0 1,1-1 0,1 1 0,0 0-1,0-1 1,1 0 0,1 1 0,5 11-1,-3-10-612,0-1-1,1 0 1,1 0-1,10 11 0,18 15-6672,-9-13-3392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0.7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11017,'46'7'1333,"-1"1"-1,44 15 1,-3 10 93,32 29-4145,-98-49 1712,-1 1 1,28 26-1,-36-30 1389,-9-8 2199,0-1-1671,0-1-753,-1 1 0,1 0 0,0-1 0,-1 1 0,1-1 0,0 1 0,-1-1 1,1 0-1,0 0 0,0 0 0,-1 0 0,1 0 0,0 0 0,3-1 0,2-9-1250,-4-10-5231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1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2042 322 5525,'-1'-115'1352,"0"108"-1103,0-1 1,0 1-1,-1 0 1,0 0-1,0 0 1,0 0-1,-1 0 1,0 0-1,-1 1 1,1-1-1,-1 1 1,0 0-1,-1 0 1,0 1-1,0-1 1,0 1-1,0 0 1,-13-9-1,-2-4 596,13 11-482,0 0 0,-1 1 0,1 0 0,-1 1 0,0-1 0,-1 1-1,-13-5 1,18 8-244,0 1 0,-1 0 0,1 0 0,-1 0 0,1 1 0,-1 0 0,1 0 0,-1 0 0,0 0 0,1 1 0,-1-1 0,1 1 0,-1 0 0,1 1 0,0-1 0,-1 1 0,1 0 0,-6 3 0,-14 10 350,0 1-1,1 2 0,0 0 0,2 1 1,-21 23-1,-90 118 1525,122-147-1819,-213 282 2457,-37 51-792,141-190-1201,-45 63-50,32-25-1334,-183 357 0,193-288-3760,14 4-4489,70-159-1327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2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67 6849,'-21'0'1655,"20"-1"-1424,-1 0 0,1 0 0,0-1 0,1 1 0,-1 0 0,0 0 0,0-1 0,0 1 0,1-1-1,-1 1 1,1-1 0,-1 1 0,1-1 0,-1-2 0,1-4 4346,2 5-4470,0 1 1,0-1-1,1 1 1,-1 0-1,1 0 1,-1 0-1,1 0 1,0 0-1,0 0 1,-1 1-1,1-1 1,1 1-1,-1 0 1,0 0-1,0 0 0,0 0 1,0 1-1,1-1 1,3 1-1,97-4 570,158 14-1,1726 176 74,382 119-1163,-3 49-70,-815-102 260,-795-127 200,2071 364-167,-1264-213 276,132 0 1037,-1535-253-509,208 3 1,-363-26-607,23 1 116,59-9 0,-82 8-98,0-1-1,0-1 0,0 1 0,0-1 0,0 0 1,0 0-1,-1-1 0,1 0 0,-1 0 0,1 0 1,-1 0-1,0-1 0,0 0 0,-1 0 1,8-8-1,-10 8-10,0 0 0,0 0 0,-1-1 0,1 1 1,-1 0-1,0-1 0,0 1 0,0-1 0,-1 1 0,0-1 1,0-4-1,0 3-6,1 0 0,-1 1 0,1-1 0,0 0 0,0 1 0,0-1 0,1 1 0,4-9 0,2 0-15,0 0 0,2 0 1,-1 1-1,2 1 0,0-1 0,14-11 0,-23 22 5,0 1 0,1-1 0,-1 0 0,0 0 0,0 0 0,0 0 0,-1 0-1,1-1 1,0 1 0,-1 0 0,0-1 0,1 1 0,-1-1 0,0 0 0,0 1 0,1-6-1,4-9 17,14-31-33,-19 45 38,14-24-82,-13 27 63,11-14 8,-11 12 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3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3940,'7'21'1025,"-6"-20"-915,-1 1-1,1 0 1,-1 0-1,1-1 1,-1 1 0,1 0-1,0-1 1,0 1-1,0-1 1,0 1-1,0-1 1,0 1-1,0-1 1,0 0-1,1 1 1,-1-1-1,1 0 1,-1 0-1,3 2 1,13 5 334,0 0 0,0-1 0,35 9 0,0-1-25,540 149 1257,-457-131-1561,829 160-6,-878-177-142,1745 247-652,12-70 547,-1177-127 45,-403-39 80,1638 169-12,-6 31-49,287 84-30,-828-137 146,-296-71 738,-128 23-372,-743-79-428,-41-8 200,-101-27 8,80 18 536,-63-20 112,-1-3-1,2-2 0,107-6 0,187-36 1213,-356 36-2046,316-57-89,-306 55-207,0 0 1,-1-1 0,1 0 0,-1-1 0,0 0-1,-1 0 1,11-9 0,-9 5-1677,0 0-1,18-20 1,-6 3-4481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13.8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1118 63 6301,'22'-63'2046,"-39"69"-1416,10-1-547,1 0-1,0 1 1,1-1-1,-1 1 1,1 1-1,0-1 1,1 1-1,0 0 1,0 0-1,0 0 0,-4 14 1,-5 5 64,-126 258 1209,-75 143-244,-141 209-1248,111-215-4926,150-255 662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5.8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468 103 5469,'8'-5'282,"30"-27"1889,-38 31-2082,1 1 0,-1-1-1,1 0 1,-1 0 0,0 1 0,1-1 0,-1 0-1,0 0 1,0 1 0,1-1 0,-1 0 0,0 0-1,0 0 1,0 1 0,0-1 0,0 0-1,0 0 1,0 0 0,0 1 0,-1-1 0,1 0-1,0 0 1,0 0 0,-1 1 0,0-2 0,1 1 124,-1 0 1,1 0 0,0 0 0,-1-1 0,1 1 0,0 0-1,0 0 1,0 0 0,0 0 0,0 0 0,0-1-1,0 1 1,0 0 0,1-2 0,9-20 1893,-9 21-272,-3 4-899,-9 16-366,1 0-1,1 0 1,-9 24-1,-8 16 147,-150 352 2378,123-267-2685,-30 118-159,44-129-1769,-38 231 0,68-299-567,-2 86-1,16-7-5142,6-68-410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6.2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 10785,'2'-2'212,"0"0"1,1 1-1,-1-1 0,1 1 1,-1-1-1,1 1 0,0 0 0,-1 0 1,1 0-1,0 0 0,0 1 1,0-1-1,6 1 0,45-1 1655,-32 2-1351,-10-1-340,0 1-1,0 1 0,-1 0 1,1 0-1,-1 1 0,1 1 1,-1 0-1,0 0 0,-1 1 1,12 7-1,-18-10-161,0 0 1,-1 0-1,1 1 0,-1-1 0,0 1 0,0 0 0,0-1 1,0 2-1,0-1 0,-1 0 0,0 0 0,1 1 1,-1-1-1,0 1 0,-1 0 0,1 0 0,-1-1 0,1 1 1,-1 0-1,0 0 0,-1 0 0,1 0 0,-1 1 1,1-1-1,-1 0 0,0 0 0,-1 0 0,1 0 0,-1 0 1,0 0-1,-2 6 0,-1 1-19,-1-1 1,0 1-1,0-1 1,-1 0-1,-1 0 1,0-1-1,0 0 1,-14 13-1,-3 0-112,-51 34 0,70-53 19,0 0 1,0-1 0,0 1 0,0-1 0,0-1 0,0 1-1,0-1 1,-7 2 0,21-19-98,-3 10 195,1-1-1,0 1 1,1 0-1,-1 0 0,1 1 1,0 0-1,0 0 1,1 1-1,0 0 1,-1 0-1,1 1 0,1 0 1,-1 1-1,0 0 1,1 1-1,-1-1 1,0 2-1,1-1 1,-1 2-1,1-1 0,-1 1 1,11 2-1,-9 0 60,0-1 0,1 1 0,-1 1 0,-1 0-1,1 0 1,0 1 0,-1 1 0,0 0 0,0 0 0,-1 1-1,0 0 1,0 0 0,-1 1 0,0 1 0,0-1 0,0 1-1,-1 0 1,5 11 0,-7-12-40,-1 1-1,0 0 1,-1 0-1,0 0 1,-1 0 0,0 0-1,0 1 1,-1-1-1,0 1 1,-1-1 0,1 1-1,-2-1 1,-2 14-1,0-6-571,-1 0 0,-1 0 0,-1-1 0,0 0 0,-1 0-1,-14 23 1,-19 11-5593,21-24 605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6.4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2 114 5308,'-1'-1'78,"1"-1"0,0 0 0,0 1 0,-1-1-1,1 0 1,0 1 0,0-1 0,0 0-1,1 0 1,-1 1 0,0-1 0,1 0 0,-1 1-1,1-1 1,0 0 0,-1 1 0,1-1-1,0 1 1,0-1 0,0 1 0,2-3 0,30-23 1572,-28 24-1486,0 0 1,-1 0-1,1-1 0,-1 0 1,5-5-1,-7 7-67,-1 0-1,1 0 1,0 0-1,0 0 1,0 1 0,0-1-1,0 0 1,1 1-1,-1 0 1,3-2-1,-2 2 59,0-1 586,7 11 255,-9-7-940,1 0 0,-1 0-1,0 0 1,0 0-1,0 0 1,0 0-1,0 0 1,0 0-1,-1 1 1,1-1 0,-1 0-1,1 0 1,-1 1-1,0-1 1,0 3-1,-2 41 268,0-27-180,-23 323 994,3-91-1429,2 5-1658,-4-84-2831,8-72-314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6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0 212 8861,'2'-4'31,"1"-4"315,0 0 0,0 0-1,1 0 1,0 0-1,0 0 1,1 1 0,0 0-1,1 0 1,-1 0 0,1 0-1,0 1 1,1 0 0,13-9-1,1 2-109,0 0-1,0 2 0,2 0 0,-1 2 1,1 0-1,1 2 0,43-9 0,-40 12-98,51 0-1,-68 4-178,1 1-1,0 0 1,-1 1-1,1 0 1,-1 1 0,0 0-1,18 8 1,-26-11 19,1 2-1,-1-1 1,0 0 0,0 0 0,1 1 0,-1-1-1,0 1 1,0 0 0,-1-1 0,1 1 0,0 0 0,-1 0-1,1 0 1,-1 0 0,1 1 0,-1-1 0,0 0-1,0 0 1,0 1 0,0-1 0,0 5 0,0-2-2,-1-1 1,-1 0 0,1 0 0,-1 0 0,1 0-1,-1 0 1,0 0 0,-1 0 0,1 0-1,-1 0 1,1-1 0,-4 6 0,-3 3-70,0-1 0,0 0 0,-1 0 0,-1-1 0,0 0 0,0-1 0,-13 10 0,20-17 54,-93 71-3679,80-65-502,1 0 1215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6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45 149 11733,'-44'3'8125,"47"-23"-7877,13-6-288,3 6-360,41-12-2244,-18 12 879,-4 3-399,6 6-1636,7 5-2509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8.2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7168 629 3976,'-9'-6'310,"1"0"-1,0-1 0,0 0 1,1-1-1,0 1 1,0-1-1,1-1 0,0 1 1,0-1-1,1 0 0,-7-16 1,7 16-94,-1-1 1,0 1 0,0 0 0,-1 1-1,0-1 1,-1 1 0,-15-12 0,0 1 336,-43-25 0,-24-6-176,-2 5 1,-2 3-1,-1 5 1,-2 4-1,-129-26 1,30 21 148,-350-20 1,209 46-300,1 15-1,-451 61 1,-530 194-8,1021-173-198,5 13 0,-382 185 0,536-214 6,3 6 0,4 6-1,-203 165 1,257-180-28,3 3 0,4 3 1,2 3-1,4 2 0,4 4 0,-84 148 1,115-173-32,2 2 1,3 0-1,3 2 0,2 0 1,3 1-1,3 1 1,2 0-1,3 1 1,3-1-1,2 1 0,3 0 1,3 0-1,3 0 1,2-1-1,3 0 1,35 102-1,-9-60 43,5-2 1,4-2-1,5-3 1,4-1-1,4-3 1,3-3-1,113 121 1,-100-134 214,3-4 1,170 121-1,-130-117 174,226 108-1,-124-91-17,4-9-1,341 80 1,537 39-131,-25-105-203,-923-89-78,892 36-672,524-29-490,133 3 419,-153 45 854,-2 31 993,630 31 909,-516-132-1061,-1444-11-828,257-53 1,-362 45-44,-1-5 1,-2-5 0,210-97-1,-259 100-24,-2-4 0,-2-1 0,-1-4 0,88-79 0,-112 87-18,-2 0-1,-1-2 1,-1-2-1,-3-1 0,0 0 1,-3-2-1,-1-1 1,20-50-1,-32 61-11,-1 0 0,-2-1-1,0 1 1,-2-1 0,-1 0 0,-2-1-1,-1 1 1,-1-1 0,-2 1-1,-1 0 1,-1 0 0,-1 0 0,-2 0-1,-1 1 1,-17-41 0,6 26-9,-2 2 0,-3 0 0,0 1 0,-3 1 0,-1 2 0,-2 1 0,-2 1 0,-1 1 0,-44-34 0,-42-26 3,-5 6 0,-4 6-1,-164-81 1,-431-160 47,-412-103-110,-19 49 17,-1348-282-198,-565 125 114,-36 318-1074,914 236-3368,1619-25-1317,420-2 1907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9.0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0 5196,'-16'26'2845,"4"-18"-2825,-1 4-116,10 2-348,-4 3 304,11 3-292,-1 3 60,6-3-833,17 9-383,5-9 788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0:39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78 5717,'-41'-32'976,"19"21"-508,15-6-684,1 0-1813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44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336 119 4288,'-8'-12'1285,"6"10"630,0 4-1361,0 0 0,-1 0-1,1 0 1,-1 0-1,1-1 1,-1 1-1,-4 1 1,5-3-388,0-1 0,1 1 0,-1-1 0,1 0-1,-1 1 1,1-1 0,-1 0 0,1 0 0,0 0 0,-1 0 0,1 0 0,0 0-1,0 0 1,0-1 0,-1 1 0,1 0 0,1-1 0,-1 1 0,0-1 0,-1-2-1,1-2 254,0 0-1,1 0 0,-1 0 0,2 0 0,0-10 0,-1 15-410,2-18 240,-1 16-29,-1 0-29,2-10-205,0 2 1358,-3 11-1318,1 0 0,0 0 0,-1-1 0,1 1 0,0 0 0,-1 0 0,1 0 0,0 0 0,0 0 0,-1 0 0,1 0-1,0 0 1,-1 0 0,1 0 0,0 1 0,-1-1 0,1 0 0,0 0 0,0 0 0,-1 0 0,1 0 0,0 0 0,0 1 0,-1-1 0,1 0 0,0 0 0,0 0 0,-1 1 0,1-1 0,0 0 0,0 0-1,0 1 1,-1-1 0,1 0 0,0 0 0,0 1 0,-4 5 80,0 0 0,0 0-1,0 0 1,1 0 0,0 1-1,0 0 1,1-1 0,0 1-1,-2 12 1,0-5 44,-78 308 2480,38-149-2636,7 1 1,-21 269-1,54-386-558,-1-9-864,3 0 0,1 1 0,11 83 0,-7-117 893,3 19-3074,12 39 1,2-28-4001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45.2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22 561 6389,'-6'2'263,"-9"2"1831,23-21 3915,21 10-3622,334-55 624,-239 44-2646,-62 9-244,1164-160 925,1283-29-542,-731 171-457,-1628 28-25,253 8 29,-304-2-51,192 39 0,-284-44 12,0 0 0,0 1-1,0-1 1,0 1 0,10 7-1,-13-8 119,-9-2-70,-34 2 64,38-2-118,0 0 0,0 0 0,-1-1-1,1 1 1,0 0 0,0 0 0,0-1 0,0 1-1,0-1 1,0 1 0,1-1 0,-1 1-1,0-1 1,0 0 0,0 1 0,0-1-1,1 0 1,-1 0 0,0 1 0,0-2-1,-2-1 16,-39-24 201,40 25-195,0 1 0,0-1 0,0 0 0,0 0 0,1 0 0,-1 0 0,1-1 0,-3-3 0,-5-7 49,-22-23 372,29 34 164,0-2-244,0 1-1,0-1 1,0 1 0,-1 0 0,0-1 0,0 1 0,-4-4 0,4 4-218,3 3-114,0 0-1,0 0 0,-1 0 1,1 0-1,0 0 0,0 0 1,0 0-1,0 0 0,0 0 1,0 0-1,0 0 0,-1 0 1,1 0-1,0 0 0,0 0 1,0 0-1,0 0 0,0 0 1,0 0-1,-1 0 0,1 0 1,0 0-1,0 0 0,0 0 1,0 0-1,0 0 0,0 0 1,0 0-1,0 0 0,-1 1 1,1-1-1,0 0 0,0 0 1,0 0-1,0 0 0,0 0 1,0 0-1,0 0 0,0 0 1,0 0-1,0 1 0,0-1 1,0 0-1,0 0 0,0 0 1,0 0-1,0 0 0,0 0 1,0 0-1,0 1 0,0-1 1,0 0-1,0 0 0,0 0 1,0 0-1,0 0 1,0 0-1,0 1 0,-2 16 747,1 33-1076,1-22 455,-8 113-120,-16 228 74,-25-2-45,-127 358 21,117-504-165,22-88-193,-33 145-1788,49-158 426,1-2-1592,4-40-2566,12-64 183,-2 0-3355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46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86 4336,'6'3'655,"0"0"0,1 0 0,-1 0 0,-1 1 0,1 0 0,-1 0 0,1 1-1,4 5 1,-5-5-397,0 0-1,0-1 1,0 0-1,0 0 0,1 0 1,0-1-1,0 0 1,0 0-1,0 0 0,8 2 1,61 11 822,1-3 0,78 3 0,158-5 198,-261-10-1079,1124-41 1820,-988 29-1889,1284-68 400,1 36-235,-1317 41-288,1487 12 102,-1593-8-89,141 0 132,-155-11-202,-32 7-200,1 1 1,-1-1-1,1 1 0,-1 0 1,1 0-1,0 1 0,5-1 1,-2-16-3666,4 1-765,-4 3-2735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47.6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29 905 6153,'-24'-12'1704,"19"10"-72,8 0-277,75-32 839,162-49-1,517-79-328,14 43-945,1695-176 926,-1373 173-1396,-369 53-241,-684 66-339,0 2 0,0 1 0,63 9-1,-102-9 107,0 0-1,0 0 1,-1 0-1,1 0 1,0 0-1,0 0 1,0 1-1,0-1 0,-1 0 1,1 1-1,0-1 1,0 1-1,-1-1 1,1 1-1,0-1 1,-1 1-1,1-1 0,0 1 1,-1-1-1,1 1 1,0 1-1,-1-2-3,0 1 0,0 0 0,0-1 0,0 1-1,0 0 1,0-1 0,0 1 0,0 0 0,0-1-1,-1 1 1,1-1 0,0 1 0,0 0 0,-1-1 0,1 1-1,0-1 1,-1 1 0,1-1 0,0 1 0,-1-1-1,0 1 1,-3 4-184,-1-1-1,0 0 1,0 0 0,-10 5-1,-26 12-951,-1-2 0,-51 15 0,58-21 517,-187 59-4995,107-33 629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48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901 21 2540,'0'0'1558,"-3"-1"-814,-16-6 111,12 4-297,-1 1 1,1 0-1,0 0 1,-1 0-1,-9 0 1,14 2-389,0 0 1,0 0 0,0 1 0,0-1-1,0 1 1,0 0 0,0 0 0,0 0-1,1 0 1,-1 0 0,0 0 0,0 1-1,1 0 1,-1-1 0,1 1 0,0 0-1,-5 4 1,0 3 314,0 0 0,0 1 0,1-1 0,0 1 0,-8 19 0,-19 59 1729,31-81-2072,-184 503 4358,-117 363-3078,300-861-1436,-135 503-857,117-417-1042,5 1 0,5 1 0,0 129 0,16-153-2684,9-18-2594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48.6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1 352 10421,'2'12'436,"2"-1"0,-1 1 1,1-1-1,1 0 0,0 0 0,1 0 0,0-1 1,1 0-1,0 0 0,0 0 0,15 14 0,-10-13-66,1 0-1,0-1 0,1-1 0,0 0 0,0-1 1,1-1-1,0 0 0,21 6 0,21 5 215,1-4-1,115 14 0,130-9 153,809-33 343,5-60-717,-748 46-339,2200-169 138,-2364 180-167,900-86-20,-1020 92-545,0-2 0,-1-5 1,108-37-1,-182 52 235,31-14-823,-38 15 946,-1 1 0,0-1-1,1 1 1,-1-1 0,0 0-1,0 0 1,0 0 0,0 0-1,0 0 1,0 0 0,-1 0-1,1-1 1,1-3 0,0-1-889,-1 1 1,-1 0 0,1-1 0,-1 1-1,1-12 1,-6-10-5600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49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321 353 4688,'-4'-2'184,"1"0"0,-1 0 0,1-1 0,-1 1 0,1-1 0,0 0-1,0 0 1,-4-5 0,6 5 31,0 0 1,0 0-1,0 0 0,0 0 1,1 0-1,-1 0 0,1-1 1,0 1-1,0 0 0,0 0 1,0 0-1,1 0 0,0-4 1,-1 6-180,0-6 346,1-1 1,0 1-1,1-1 0,0 1 1,0 0-1,0 0 0,1 0 1,0 0-1,7-11 0,13-23 890,-10 19-197,26-38 1,-31 50-650,0 1 0,0 1 0,1-1 0,19-13 0,-27 21-382,1-1 0,0 1 0,-1 0 0,1 0 0,0 0 0,0 0 0,0 0 0,0 0 0,0 1 0,0-1 0,0 1 0,0-1 0,0 1 0,0 0 0,0 0 0,0 0 0,1 0 0,-1 0 0,0 0 0,0 0 1,0 1-1,0-1 0,0 1 0,0 0 0,0-1 0,0 1 0,0 0 0,0 0 0,-1 0 0,1 1 0,0-1 0,-1 0 0,1 1 0,0-1 0,-1 1 0,2 1 0,3 6 76,-1 1-1,0 0 0,0 1 0,-1-1 1,0 1-1,-1 0 0,0 0 1,-1 0-1,0 0 0,1 19 1,-1 8 483,-7 72 1,-7-9 970,-51 197-1,-59 90 20,12-41-791,1 62-858,80-275-1088,-14 149-1,18-71-835,-7 91-5672,28-252 2454,-2-9-3104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1.0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248 6 5553,'9'-5'2775,"-13"10"2061,-3 7-1729,2-2-3959,-4 30 2335,-8 66 0,1-2-276,-124 661 1619,126-679-2748,-27 239-1181,37-98-2881,17-78-3943,-4-98 1429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2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46 107 4296,'-19'-9'11102,"16"8"-10223,-5-1-777,7 2 60,0-1 0,0 1 0,0 0 0,0-1-1,0 1 1,0-1 0,0 1 0,0-1-1,0 1 1,0-1 0,0 0 0,0 1 0,0-1-1,-1-1 1,2 1-94,0 0-1,0 0 1,0 0 0,1 0-1,-1 0 1,0 0 0,0 0-1,1 0 1,-1 0 0,1 0-1,-1 0 1,1 0 0,-1 0-1,1 0 1,-1 1 0,1-1-1,0 0 1,0 0 0,-1 1-1,1-1 1,0 0 0,0 1-1,1-2 1,4-2-23,-1 1 0,1 0 0,-1-1 0,1 2 0,0-1 0,0 1 0,0-1 0,0 2 0,10-3 0,59-6 135,-63 9-188,6 0 31,0 1 1,0 1-1,-1 0 1,1 1-1,-1 1 1,1 1-1,-1 0 1,0 1-1,0 1 1,-1 1-1,0 0 1,0 1-1,15 10 1,-14-7-23,-2 0 0,1 1 0,-2 1 0,1 0 0,-2 1 0,0 1 0,0 0 0,-2 0 0,0 2 0,0-1 0,11 28 0,-18-32-42,0 0 0,-2 0 0,1 0 0,-2 0 0,1 1 0,-2-1 0,0 0 0,0 1-1,-1-1 1,-5 23 0,2-24-5,-2 0 0,1 0 0,-1-1 0,-1 1 0,0-1 0,-1-1 0,0 1 0,0-1 0,-1-1 0,0 1 0,-10 6 0,2-4 21,0 0 0,-1-2 0,1 0 0,-2-1 0,1 0 0,-1-2 0,0 0 0,-1-1 0,1-2 0,-1 1 0,0-2 1,0-1-1,0 0 0,1-2 0,-24-3 0,38 3 21,1 0 1,0-1-1,-1 1 1,1-1-1,0 0 0,-4-4 1,5 5-5,3 1 6,0 0 1,0 0-1,-1-1 0,1 1 1,0 0-1,0 0 0,0 0 1,0 0-1,0 0 0,-1 0 1,1 0-1,0 0 1,0-1-1,0 1 0,0 0 1,0 0-1,0 0 0,0 0 1,0 0-1,-1-1 0,1 1 1,0 0-1,0 0 0,0 0 1,0 0-1,0-1 0,0 1 1,0 0-1,0 0 0,0 0 1,0 0-1,0-1 0,0 1 1,0 0-1,0 0 0,0 0 1,0 0-1,1-1 0,-1 1 1,0 0-1,0 0 0,0 0 1,0 0-1,0 0 0,0-1 1,0 1-1,0 0 0,4-7-28,-1 0 0,0 0 0,1 0 0,1 1 0,-1-1 0,1 1 0,0 0 0,0 0 0,1 1 0,0 0 0,0 0 0,7-5 0,15-8-53,47-24 0,-52 30 9,634-268-799,-607 261 791,29-10-540,103-24 0,-130 48-290,-23 4 665,-26 0 419,-12-30 271,8 28-379,0 0 1,-1 0 0,1 0 0,-1 0-1,1 0 1,-1 1 0,0-1 0,0 1 0,0-1-1,0 1 1,-1 0 0,1 0 0,-1 0-1,1 0 1,-1 0 0,0 0 0,-3-1 0,4 2 835,-1 2-499,-1 1-316,0 0 0,0 0 1,1 1-1,-1-1 0,1 1 0,-1-1 0,1 1 1,0 0-1,0 0 0,0 0 0,1 1 0,-1-1 0,1 1 1,-3 5-1,0 4 178,0-1-1,1 1 1,-3 19 0,4-19-141,-7 25 208,5-17-144,0 1 0,1 0 0,1-1 0,-1 44-1,8-8-764,1 1 1,25 106-1,-27-155 39,0 0 0,1-1 0,0 1 0,7 10 0,11 25-7970,-16-25 1759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2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6877,'0'0'4268,"0"17"-3712,3-3 216,1 15-500,-1-1-316,13-8-304,12 20-212,1-14-448,-7-6-616,0 9-1064,13 5-801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2.5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12 8885,'-4'-12'11168,"-3"23"-9932,-5 14-405,1 1 1,1 1 0,-10 43 0,3-10-91,-134 551 1785,109-305-3872,20-117-303,-3 14-2014,13-70-1612,12-98 261,2-13-2938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2.8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26 10129,'-1'0'54,"1"0"0,0 0-1,-1 0 1,1 0 0,0 0 0,0 0 0,-1 0 0,1 0-1,0 0 1,-1 0 0,1 0 0,0 0 0,0 0-1,-1 0 1,1 0 0,0 0 0,-1 0 0,1 0 0,0-1-1,0 1 1,-1 0 0,1 0 0,0 0 0,0 0 0,-1-1-1,1 1 1,0 0 0,0 0 0,0-1 0,0 1-1,-1 0 1,1 0 0,0-1 0,0 1 0,0 0 0,0-1-1,0 1 1,0 0 0,0 0 0,0-1 0,0 1 0,0 0-1,0-1 1,0 1 0,0 0 0,2-5 6201,19 0-5925,-1 2-1,1 0 1,0 1 0,0 2 0,28 1 0,2 0-21,16 0-157,0 3 1,0 3-1,101 24 1,-158-29-220,0 1 0,1 0 0,-1 1 0,-1 0 0,1 1 1,-1 0-1,0 1 0,0-1 0,0 2 0,9 7 0,-16-11 25,1 0-1,-1 0 1,1 0-1,-1 0 1,0 0 0,0 1-1,0-1 1,-1 1-1,1-1 1,-1 1 0,0 0-1,0-1 1,0 1-1,-1 0 1,1 0 0,-1 0-1,0 0 1,0-1-1,0 1 1,0 0 0,-1 0-1,0 0 1,0-1 0,0 1-1,0 0 1,0-1-1,-1 1 1,1-1 0,-1 1-1,-2 3 1,-5 6-137,1-1 0,-2 0 0,0 0 1,0-1-1,-1 0 0,-1 0 0,1-2 0,-2 1 0,1-2 1,-20 11-1,-17 6-1735,-78 29-1,127-54 1910,-112 33-5547,66-19 181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3.6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1 10565,'-26'0'2187,"20"0"3177,3 3-3701,-7 7-1007,1 1 0,0 0-1,0 0 1,1 1 0,0 1-1,1-1 1,1 1 0,0 0-1,1 1 1,-4 13 0,-4 21 364,-11 80-1,20-99-1163,2-1 1,0 1-1,2 0 0,4 33 0,-1-44-726,0 1 0,1-1 0,1 0 0,0-1 0,1 1 0,1-1 1,14 24-1,21 29-8374,-20-38 119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3.8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34 10605,'16'-34'3752,"-22"48"-2896,-4 1-320,4-1-148,3 0-508,0 9-640,9 14-500,7-8-2776,-1 2-2941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4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1 503 11185,'0'0'9435,"0"3"-8914,0 5-370,1-1 1,0 0 0,1 1 0,0-1 0,0 0 0,0 1-1,5 6 1,27 53 268,-16-33-226,-10-18-221,-2 1 0,0 0 0,0 0-1,-2 0 1,4 29 0,-8-43 21,9 26-63,-8-27 82,0-5-72,4-26 66,2 0 1,2 1-1,0-1 0,2 2 1,1-1-1,16-26 1,1 7 21,1 1 0,51-58 1,-75 97-27,1-1 1,0 1 0,0 1 0,0-1-1,1 2 1,0-1 0,0 1 0,1 0-1,16-7 1,-22 11 3,-1 0-1,1 1 0,0-1 1,0 1-1,0 0 1,0 0-1,-1 0 1,1 0-1,0 0 0,0 1 1,0-1-1,0 1 1,-1 0-1,1 0 1,0 0-1,-1 0 1,1 0-1,0 0 0,2 3 1,0 0 7,0-1 0,0 1 0,-1 0 0,1 0 1,-1 1-1,0-1 0,5 10 0,8 17 39,-2 1 1,-1 0-1,-1 1 1,11 50-1,-12-40-20,2 0-1,20 41 1,-8-28-91,38 70-39,-55-111 82,0 0 0,2 0 0,0-1 0,0 0 1,23 19-1,-29-28 16,1-1 0,0 0 0,1 0 0,-1 0 0,1-1 0,-1 1 0,1-2 0,0 1 0,0-1 0,0 0 1,0 0-1,1-1 0,-1 0 0,8 0 0,-5-2-5,1 1 0,-1-2 0,0 1 0,1-1 0,-1-1 0,0 0 0,0 0 0,-1-1 0,15-7 0,-4-1-5,0-1 0,0 0 0,-2-2 0,1 0 0,-2-1 0,29-33 0,-13 7-40,53-90 0,-54 72-35,-4-2 1,32-99-1,-55 148 78,61-195-85,-53 159 101,-3 0-1,6-71 0,-15 76 88,-1 40 339,17 18 68,-3 2-302,-1 1 0,0 0 0,-2 1 0,16 31 0,24 35 37,-40-69-229,0 0 0,-1 1 0,-1 0 1,-1 1-1,0 0 0,-2 0 0,0 1 1,0-1-1,-2 1 0,0 1 0,-1-1 1,-1 0-1,0 1 0,-2 0 0,0-1 1,-1 1-1,-1-1 0,-1 1 0,0-1 0,-2 0 1,-8 23-1,0-5-784,-2-1 0,-2 0 1,-1-2-1,-23 32 0,17-22-5947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4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146 39 4888,'18'0'2195,"-45"-3"1346,26 3-3417,0 0 0,0 0 0,1-1 0,-1 1 0,0 0 0,1-1 0,-1 1 0,0 0 0,1-1 0,-1 1 0,0-1 0,1 1-1,-1-1 1,1 1 0,-1-1 0,1 1 0,-1-1 0,1 0 0,-1 1 0,1-1 0,0 0 0,-1 1 0,1-1 0,0 0 0,0 0 0,0 1 0,-1-2-1,1 1 37,0 0-1,0 0 0,0 0 0,-1 1 0,1-1 0,0 0 0,-1 0 0,1 1 0,-1-1 0,1 0 1,0 1-1,-1-1 0,0 0 0,1 1 0,-1-1 0,1 1 0,-1-1 0,0 1 0,1-1 0,-2 0 1,-1 0 84,1 0 0,0 0 0,-1 1 1,1-1-1,-1 1 0,1-1 1,-1 1-1,1 0 0,-1 0 1,1 0-1,-1 0 0,1 0 0,-1 0 1,1 1-1,-1-1 0,1 1 1,0 0-1,-1 0 0,1 0 0,0 0 1,-1 0-1,1 0 0,0 1 1,0-1-1,0 1 0,0-1 1,0 1-1,1 0 0,-1 0 0,0 0 1,1 0-1,-1 0 0,1 0 1,0 0-1,0 1 0,-2 2 0,-4 22 407,1 1 0,1 0-1,1 0 1,2 0-1,1 29 1,-2 13 50,-1 179 102,5-147-1721,11 77-3040,-3-77-452,-6-2-4611,-6-50-1570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5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1086 9073,'239'-80'2911,"-108"36"-801,0 5 1,207-33-1,-228 53-1783,-107 19-208,-5 2-158,-15 15 78,-1-2 0,-37 26 0,-8 7-10,-31 37-136,83-73 24,-1 0 0,2 1 1,0 0-1,0 1 0,-9 19 0,18-31 69,0-1 0,1 0 0,0 0 0,-1 1 0,1-1 0,0 0 0,-1 1 0,1-1 0,0 1 0,0-1 0,0 0 0,0 1 0,1-1 0,-1 0 0,0 1 0,0-1 0,1 0 0,-1 1 0,1-1 0,-1 0 0,1 0 0,0 1 0,-1-1 0,1 0 0,0 0 0,0 0 0,0 0 0,0 0 0,0 0 0,1 1 0,0 0 7,0-1 0,0 1 0,1-1 0,-1 0 0,0 1 0,1-1 0,-1 0 0,1 0 0,-1-1 0,1 1 0,0 0 0,4 0 0,11-2-9,1-1 0,0-1 0,21-5 0,20-4-44,157-19 243,-181 25-197,0-2-1,53-19 0,-68 18 9,-1 0-1,0-1 0,-1-1 1,0-1-1,21-17 0,-7 2 299,-1-2-1,-1-1 1,-1-1-1,-2-2 1,-1-1-1,-2-1 1,-1-1-1,29-60 1,116-281 1596,-162 363-1812,-5 11-17,1 17 64,5 24-79,2-1 0,2 0-1,17 36 1,-23-61-59,0 1 0,1-1 1,0 0-1,1 0 0,0-1 0,1 0 0,0-1 0,1 0 0,0 0 0,1-1 1,20 14-1,-22-18-75,1-1 0,-1 0 0,1 0 1,0-1-1,-1 0 0,1-1 0,1 0 1,-1 0-1,0-1 0,0-1 0,1 0 1,13-1-1,-10-1-13,0 0 0,-1-1 0,1-1 0,-1 0 0,0-1 1,0 0-1,0-1 0,19-12 0,-25 13 111,0-1-1,-1 1 1,1-2 0,-1 1 0,-1-1-1,1 0 1,-1 0 0,0-1 0,-1 1 0,1-1-1,-2 0 1,1 0 0,-1-1 0,0 1-1,2-11 1,0-5 138,-1 1-1,-1-1 0,-1 0 1,-2-36-1,-1 22 161,-1 0 0,-2 0 0,-2 0 0,-19-70 0,23 103-223,-1-1-1,0 1 1,0 0-1,0 1 0,-1-1 1,-4-5-1,-11-2 478,19 12-534,-1 0-1,0-1 0,1 1 1,-1 0-1,1 0 0,-1 0 1,0 1-1,1-1 0,-1 0 1,0 0-1,1 0 0,-1 0 1,0 0-1,1 1 0,-1-1 1,1 0-1,-1 1 0,1-1 1,-1 0-1,1 1 0,-1-1 1,1 1-1,-1-1 0,1 1 1,-1-1-1,1 1 0,-1 0 1,-6 11 131,1 0 1,0 0 0,1 1 0,0 0-1,1 0 1,1 0 0,0 0 0,-2 21-1,1 10-13,3 59 0,15 133-2692,6-118-1172,14-4-3629,-1-29-2373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6.8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67 641 8217,'3'-7'571,"0"0"0,0-1 0,0 1 0,-1-1 0,0 1 0,-1-1 0,0 0 0,0 0 0,-1 1 0,0-1 0,0 0 0,0 0 0,-1 0 0,-1 1 0,1-1 0,-1 1 0,0-1 0,-1 1 0,-4-9 0,2-3 797,0 1 1,-2-22-1,1 11 208,6 27-1425,-1 0 0,0 0 1,0 1-1,0-1 0,-1 0 0,1 1 0,0-1 0,0 1 0,-1-1 0,1 1 0,-4-2 0,-10-14 861,15 17-970,0-1 1,0 1 0,0-1 0,0 1 0,0 0 0,0-1 0,0 1 0,-1-1 0,1 1-1,0-1 1,0 1 0,0-1 0,-1 1 0,1 0 0,0-1 0,-1 1 0,1 0 0,0-1-1,-1 1 1,1 0 0,0-1 0,-1 1 0,1 0 0,-1-1 0,1 1 0,0 0-1,-1 0 1,1 0 0,-2-1 0,-2 15 285,5 33-250,6 18 61,5 44-91,41 178 0,-50-276-127,1 0 0,-1 0 0,2 0 0,-1-1 0,1 1 0,1-1-1,0-1 1,11 14 0,-14-20 30,0 0 0,0 0 0,0 0-1,0-1 1,0 0 0,1 1 0,-1-1-1,1 0 1,0-1 0,0 1 0,-1-1 0,1 1-1,0-1 1,0 0 0,0-1 0,1 1-1,-1-1 1,0 0 0,0 0 0,0 0 0,0 0-1,0-1 1,0 1 0,0-1 0,0 0-1,7-3 1,3-2-25,0-1 0,0 0 1,-1 0-1,1-2 0,-2 0 0,1 0 0,-1-1 0,-1 0 0,0-1 0,0-1 0,-1 1 0,13-21 1,7-16-186,-2-2 0,23-56 1,-34 71 81,-7 15 97,1 1 0,1 0 0,1 1 0,0 0 0,2 1-1,0 0 1,19-16 0,-32 32 76,0-1 1,0 1-1,0 0 1,1-1-1,-1 1 1,0 0-1,1 0 1,-1 1-1,1-1 1,-1 0-1,1 1 1,-1 0-1,1-1 1,-1 1-1,1 0 1,-1 0-1,1 0 1,-1 1-1,1-1 1,-1 1-1,1-1 1,-1 1-1,1 0 1,-1 0-1,0 0 1,1 0-1,-1 0 1,0 1-1,0-1 0,3 3 1,9 7 10,-1 0 1,0 0-1,17 21 1,-11-13 48,9 9-23,2-2 0,1-1-1,1-1 1,1-2-1,1-1 1,1-2 0,0-1-1,2-2 1,43 13-1,-51-23-40,1 0-1,0-3 0,0 0 0,0-2 0,-1-1 0,1-1 1,40-8-1,-60 8-37,0-1 1,0 0 0,0-1 0,0 0 0,0 0-1,-1-1 1,1 0 0,-1-1 0,0 0 0,-1-1-1,1 0 1,-1 0 0,0 0 0,-1-1-1,9-9 1,3-8-211,-1-1 0,-2 0 0,24-47 0,-16 26 58,-1 15-88,-19 32 255,-2-1 28,3 1 0,-1 0 0,1 0 0,-1 0 0,0 0 0,1 1 0,-1 0 0,0 0-1,0 0 1,0 0 0,-1 1 0,1-1 0,0 1 0,2 3 0,31 24-14,-8-7-2,-23-19 19,-1 1 0,0-1 0,1 0 0,0 0 0,0 0 0,0-1 0,1 0-1,-1 0 1,1 0 0,-1-1 0,1 0 0,0-1 0,0 1 0,0-1 0,0-1-1,0 1 1,0-1 0,12-2 0,-4 0 0,0-1-1,0 0 1,0-2 0,0 0 0,-1 0-1,1-1 1,18-12 0,15-11-1,-45 26-10,0 4-16,12 2 37,0-1-1,-1 0 1,1-1-1,0-1 1,0-1-1,0 0 1,17-3-1,108-29 61,-124 29-28,97-34-125,-76 24 78,1 1 0,44-8 0,134-8-64,63-13-437,-231 32-207,-1-3-1,81-32 0,-73 22 218,0 2-1,1 3 1,60-12 0,-12 7-2820,108-38 0,-191 54 1656,-1-2-1,35-20 0,-13 1-2450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7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131 126 5661,'0'0'87,"0"-1"0,1 1 0,-1-1-1,0 1 1,0 0 0,0-1 0,0 1 0,0-1 0,0 1 0,0-1 0,-1 1 0,1 0 0,0-1 0,0 1 0,0-1 0,0 1 0,0 0 0,-1-1 0,1 1 0,0 0 0,0-1 0,-1 1 0,1 0 0,0-1 0,-1 1 0,1 0 0,0 0 0,-1-1 0,1 1 0,0 0 0,-1 0 0,1-1 0,0 1 0,-1 0 0,-14 4 2722,8-2 1435,-16-38 195,19 26-3665,-1 1-1,0 0 0,-1 0 0,0 0 1,0 1-1,-1 0 0,-12-12 1,17 18 659,1 4-823,-1 0-503,0 0 0,0 1 1,0-1-1,0 1 0,1 0 1,0 0-1,-1-1 1,1 1-1,0 0 0,0 0 1,1 0-1,-1 0 0,1 0 1,-1 0-1,1 5 1,3 52 735,-1-44-598,31 537 544,-19-380-3814,-1-13-1540,-10-109 2180,0 7-1361,-5-19-3325,4-20-1175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7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0 240 7757,'4'-4'418,"0"0"0,0 1 0,0-1 0,1 1 0,-1 0 0,1 0 0,0 1 0,0-1 0,0 1 0,0 0 0,0 0 0,0 1 0,0-1 0,1 1-1,-1 0 1,1 1 0,-1-1 0,1 1 0,-1 0 0,1 1 0,-1-1 0,0 1 0,1 0 0,5 2 0,-8-2-6,-9 19 220,-3 1-342,-2 9 111,11-28-394,0-1 1,0 0 0,0 0 0,1 0-1,-1 0 1,0 0 0,1 0 0,-1 1-1,0-1 1,1 0 0,-1 0 0,1 0-1,0 0 1,-1 0 0,1 0 0,0-1 0,-1 1-1,1 0 1,0 0 0,0 0 0,0-1-1,0 1 1,0 0 0,0-1 0,0 1-1,0-1 1,0 1 0,0-1 0,0 0-1,2 1 1,38 3 20,-38-4-20,159-6-705,275-45 1,-416 48 741,-1-2 1,0 0 0,-1-1-1,1-1 1,-1-1 0,0 0 0,-1-2-1,0 0 1,-1-1 0,0-1-1,0 0 1,-1-2 0,-1 1-1,0-2 1,-1 0 0,-1-1-1,0 0 1,17-31 0,-16 31 342,-13 16-364,-1 0 0,1-1-1,-1 1 1,1 0 0,-1 0 0,1 0-1,0 0 1,-1 0 0,1 0 0,-1 0-1,1 0 1,-1 0 0,1 0 0,-1 0 0,1 0-1,-1 0 1,1 0 0,-1 0 0,1 1-1,-1-1 1,1 0 0,-1 0 0,1 1-1,1 1 20,0 0-1,0 0 0,0 0 1,-1 0-1,1 0 1,-1 1-1,0-1 0,1 0 1,-1 1-1,0-1 1,0 1-1,0 3 0,4 18 162,-1 1 0,-1 0 1,-1 49-1,-2-34-34,0 13 35,-2 0 1,-15 79-1,-33 104 69,49-234-272,-91 284 163,55-184-136,-62 176 86,91-260-89,-4 7 13,13-21-1,7-11 22,98-115-29,-36 40-94,295-313-2012,-126 150-1470,-69 97-4551,-121 109 1276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9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314 14 11413,'1'0'275,"-1"0"0,1 0 0,-1-1 1,1 1-1,-1 0 0,1-1 0,-1 1 0,1-1 0,-1 1 0,1 0 1,-1-1-1,0 1 0,1-1 0,-1 1 0,0-1 0,1 1 0,-1-1 1,0 1-1,1-1 0,-1 0 0,0 1 0,0-1 0,0 1 0,0-2 1,-12 1 2669,9 1-2596,0 1 0,0-1 0,0 1 0,0 0 0,0 0 1,0 1-1,0-1 0,1 1 0,-1-1 0,0 1 0,1 0 0,-3 2 0,-42 47 1852,3-3-1254,-55 77-1,85-105-2135,2 1 0,-16 36 0,22-41-375,1-1 0,0 1-1,1 0 1,-3 29 0,8-11-4412,9 3-3545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9.4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0 12773,'-48'6'3657,"32"11"-2353,3-5-288,1-1-408,-1 0-544,7 4-780,3-1-1060,6 6-3221,3-6-3952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0.0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64 4176,'32'-23'588,"-22"6"-468,-23 5-540,-3 1-868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0.2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1 7801,'32'6'10837,"-46"17"-7541,7-4-2526,0 0 0,2 0 0,0 0-1,1 1 1,1 0 0,-1 32 0,-2 12 380,-67 422 3099,48-317-4217,-19 200-4873,39-148-1059,7-74-3033,1-71-1163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0.4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 1 7765,'-3'2'1941,"-27"19"878,17-12-2006,0 0-1,0 1 1,1 0-1,1 1 1,-1 0 0,2 0-1,-19 27 1,27-36-747,1 1 0,-1 0 0,1 0 0,-1 0 0,1 0 0,0 0 0,0 0 0,0 0 1,1 1-1,-1-1 0,1 0 0,-1 0 0,1 1 0,0-1 0,1 0 0,-1 0 0,0 1 0,1-1 0,0 0 1,0 0-1,0 0 0,0 0 0,0 0 0,1 0 0,-1 0 0,1 0 0,0-1 0,-1 1 0,1 0 0,1-1 1,3 4-1,1 0-14,1-1 1,0 0 0,0-1 0,0 0 0,1 0-1,-1-1 1,1 0 0,0 0 0,14 2 0,-23-5-51,56 10-212,1-3 1,-1-2-1,78-4 1,-44 0-283,454-7-4136,-181-10-2189,-217 9 905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0.5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4 7537,'-41'14'3896,"50"-23"-2348,7 1 3473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2.2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1213 7197,'0'1'129,"0"-1"1,0 1 0,1 0 0,-1-1 0,0 1-1,0 0 1,0 0 0,0-1 0,0 1 0,0 0-1,0 0 1,0-1 0,0 1 0,-1 0 0,1-1-1,0 1 1,0 0 0,-7 9 12366,9-14-11618,16-27-200,1 0 0,2 1 0,47-52 0,-9 11-351,-39 46-275,-1 0 0,-1-1 0,-1-1 1,-1-1-1,-2 0 0,-1-1 0,17-55 1,-19 41-40,-3-1-1,-2 0 1,-1 0 0,-3-1 0,-1 0 0,-2 1-1,-2-1 1,-14-62 0,14 85-21,-2 1-1,-1-1 0,-1 1 1,0 0-1,-2 1 1,-13-23-1,19 37 30,-1 0-1,0 0 0,0 1 1,-1-1-1,1 1 0,-1 0 1,0 0-1,-1 1 0,1 0 1,-1 0-1,0 0 1,0 0-1,0 1 0,-1 0 1,1 1-1,-1-1 0,1 1 1,-1 0-1,0 1 0,0 0 1,0 0-1,0 0 0,-9 1 1,6 1 44,0 1-1,0-1 1,0 2 0,1 0 0,-1 0-1,1 1 1,0 0 0,0 0-1,0 1 1,1 0 0,-1 0 0,1 1-1,1 1 1,-1-1 0,1 1 0,0 0-1,-8 12 1,-3 4 71,1 1 1,1 1-1,1 0 0,-18 45 0,17-28-28,1 1-1,2 1 1,-8 49-1,-11 137 103,17-107-190,-35 257-555,45-337 230,2 0 1,1 0-1,3 0 0,9 67 0,-10-103 244,1-1-1,1 0 1,-1 0 0,1 0-1,0 0 1,0 0-1,1 0 1,-1 0 0,1-1-1,1 1 1,-1-1 0,1 0-1,0 0 1,0 0-1,0 0 1,1-1 0,0 0-1,0 0 1,0 0-1,0 0 1,0-1 0,1 0-1,0 0 1,-1-1 0,1 1-1,0-1 1,0 0-1,12 1 1,3 0-77,1-1 1,-1 0-1,1-2 0,0-1 1,0-1-1,-1 0 0,35-10 0,10-6-136,68-28 0,557-270-630,-644 290 861,-14 7-33,41-17-1,-63 32 65,0 0 0,0 0-1,1 1 1,0 1 0,0 0 0,-1 0 0,25 1-1,484-3-249,-30-40-663,-23 1-771,-398 39 1446,329-25-2148,-5-25-154,54-23 1628,-109 21 751,8 4-112,-301 45 143,-29 5 43,0 0-1,-1-1 1,0-1-1,1 0 1,27-13-1,-37 15-170,-1 0 1,1 0-1,0 0 1,13-1-1,2-1-1490,-5-1-971,-13 4-969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3.3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4 9381,'-8'-3'8025,"12"15"2209,-2-6-9410,0-1-3464,0-2 2592,-1 0 0,2 0 1,-1 0-1,0-1 1,1 1-1,-1 0 0,1-1 1,0 0-1,-1 0 1,1 0-1,6 4 0,1-2-42,0 0 0,1-1 0,-1 0 0,1-1 0,0 0 0,-1 0 0,1-1 0,12-1 0,5 2-36,89 7-170,1-6 1,0-4-1,150-22 1,163-28-133,-102 38 233,-222 12 97,136 2-874,-169 2-52,104 19 0,35 2-1827,-112-24-65,185-26 0,-139 9-851,-27 10-192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3.5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1 146 5485,'96'-11'660,"88"-5"1130,355 3 7409,-482 8-7950,-54 4-981,-3 0-244,0 0 0,0-1 0,1 1 0,-1 0 1,0 0-1,1-1 0,-1 1 0,1 0 0,-1 0 0,1 0 0,0 0 0,-1 0 0,2-2 1,-1 3-64,-1-1 1,1 1 0,-1-1 0,1 1 0,-1-1 0,1 1-1,-1-1 1,0 0 0,0 1 0,1-1 0,-1 1-1,0-1 1,0 0 0,1 1 0,-1-1 0,0 0 0,0 1-1,0-1 1,0 0 0,0 1 0,0-1 0,0 0 0,0 1-1,0-1 1,-1 0 0,1 1 0,0-1 0,0 0 0,-1 1-1,1-1 1,0 1 0,-1-1 0,1 0 0,0 1-1,-1-1 1,1 1 0,-1-1 0,1 1 0,-2-1 0,-1-3-962,0 1 0,0-1 0,0 0 0,0 1 0,1-1-1,-1-1 1,1 1 0,-3-8 0,1-3-4477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4.9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3938 804 5184,'1'-24'723,"-1"1"-1,0 0 1,-2 0-1,-7-36 1,6 39-387,1 0-1,1 0 1,1 0 0,1 0 0,0 0 0,1 0 0,2 0-1,0 0 1,1 1 0,1-1 0,0 2 0,2-1 0,15-28-1,-8 20-194,2 1 0,0 0-1,2 2 1,1 0-1,1 1 1,0 1-1,2 1 1,31-22-1,-33 28-86,1 1-1,1 1 0,0 1 0,0 1 1,1 1-1,0 1 0,1 2 0,27-6 1,-35 10-23,1 0 0,0 2 0,0 0 0,0 1 0,-1 0 0,1 2 0,0 0 0,0 1 0,-1 1 0,1 0 1,-1 1-1,24 11 0,-33-12-17,0 1 0,1 0 1,-1 0-1,-1 0 0,1 1 1,-1 0-1,0 0 0,0 1 1,-1 0-1,0 0 0,0 1 1,-1 0-1,6 10 1,-6-8 0,-1 1 1,0 0-1,0 0 1,-1 0-1,-1 1 1,0-1 0,-1 0-1,0 1 1,-1 19-1,-2-3 4,-2-1 0,-1 0-1,-2 1 1,0-2 0,-2 1-1,-1-1 1,-1-1 0,-18 32-1,-3-4 27,-3-1 0,-80 93-1,-105 78 20,-244 171 23,93-86-30,276-221-7,-144 169 1,210-220-43,3 0 0,0 2 0,-20 42 0,39-68-6,1 0 1,1 0-1,0 1 0,1-1 0,0 1 0,1 0 0,0 1 0,1-1 0,1 0 1,0 1-1,1-1 0,0 1 0,1-1 0,5 24 0,-3-28 0,0-1 1,1-1-1,0 1 0,0 0 1,1-1-1,0 0 0,0 0 0,1-1 1,0 1-1,0-1 0,0 0 1,1-1-1,-1 1 0,2-1 0,13 7 1,4 1-9,1-1 0,0-2 0,44 12 0,-3-5 10,1-4 1,0-3-1,0-3 1,88-1-1,-21-10-20,160-26-1,-166 8 95,-1-5 0,-2-6 0,124-50 0,-225 76-71,-25 7-7,0 0-1,0 0 1,0 0 0,0 0 0,0 0-1,0 0 1,0 0 0,0 0 0,-1 0-1,1 0 1,0 1 0,0-1 0,0 0-1,0 0 1,0 0 0,0 0 0,0 0-1,0 0 1,0 0 0,0 0 0,0 0-1,0 1 1,0-1 0,-1 0 0,1 0-1,0 0 1,0 0 0,0 0 0,0 0-1,0 0 1,0 1 0,0-1 0,0 0-1,0 0 1,0 0 0,0 0 0,1 0-1,-1 0 1,0 0 0,0 1 0,0-1-1,0 0 1,0 0 0,0 0 0,0 0-1,0 0 1,0 0 0,0 0 0,0 0-1,0 0 1,0 1 0,0-1 0,1 0-1,-1 0 1,0 0 0,0 0 0,0 0-1,0 0 1,0 0 0,0 0 0,0 0-1,1 0 1,-1 0 0,0 0 0,0 0-1,0 0 1,-35 29-8,26-23 25,-141 110 135,6 7 0,4 6 0,7 6 0,5 6 0,7 5 0,-137 216 0,154-186-121,7 4 0,-111 291-1,-70 412 3,193-533 42,15 3 0,-40 609-1,100-739-65,-16 272 475,19-412-155,-4-1 0,-30 116 1,29-156-158,-2 0 0,-2-1 0,-1-1 0,-3 0 0,-1-2 0,-33 47 0,-17 6 150,-4-3-1,-139 126 1,-197 127 114,-148 52-63,410-305-659,-309 133 0,273-152-1402,147-57 166,-1-2-1,-74 9 0,45-18-3503,14-11-2999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05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73 183 6805,'-24'10'1158,"20"-8"1186,7-14-2335,32-73 463,-34 83-445,-1 1-1,1-1 0,-1 0 0,0 1 0,1-1 1,-1 0-1,0 0 0,0 1 0,0-1 1,-1 0-1,1 1 0,0-1 0,-1 0 1,1 1-1,-1-1 0,1 1 0,-1-1 1,0 1-1,1-1 0,-1 1 0,0-1 0,-1-1 1,-2 0-205,0-1 0,0 1 1,0 0-1,0 0 0,-9-4 1,-18-13-3696,18 5 404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8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0 8365,'3'15'2368,"-16"5"-240,-9 11-216,9-8-263,-2 0-321,-5 5-296,1 7-256,0 2-180,-3 3-196,-6 3-348,-1-3-476,7 3-760,0 8-648,3 0-1089,-1 4-1179,14-7-3061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5:58.8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382 0 10517,'-48'35'2408,"19"-27"-416,-12 9-391,19 3-313,3 0-268,-13 0-456,7 6-452,-7 6-584,0 5-908,-9-3-577,6 9-2615,10 5-3565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13.7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12125,'10'13'2229,"-1"0"0,0 0 0,10 19 0,-11-15-1036,-1 1 0,8 26 0,5 33 822,18 133-1,-31-127-1716,-2 0 1,-5 0-1,-11 106 1,-11 162-3095,22-1-3462,1-287 4509,6 103-6983,4-105 1408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14.1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91 11421,'-55'-7'2166,"44"6"-355,13-2-1452,0-1 0,0 1 0,0 0 0,1 1 1,0-1-1,-1 0 0,1 1 0,0-1 0,3-1 0,2 0-202,0 1-1,1 0 1,-1 1-1,0 0 1,1 0-1,9 0 1,0-1 23,55-10 2,1 4 1,0 3-1,1 3 1,-1 3-1,0 4 1,1 2-1,-2 4 1,1 4-1,73 22 1,-117-26-238,-1 1-1,0 1 0,-1 1 1,0 1-1,42 31 1,-61-39 42,0 1-1,0 0 1,-1 1 0,0 0-1,0 0 1,-1 1 0,0 0-1,-1 0 1,0 1 0,0 0-1,-1 0 1,0 0 0,-1 0 0,0 1-1,-1 0 1,0-1 0,-1 1-1,2 20 1,-4-19-13,-1 1 0,-1-1 0,0 0 0,-1 0-1,0 0 1,-1 0 0,0 0 0,-1-1 0,0 0 0,-1 0 0,0 0 0,0 0 0,-2-1-1,1 0 1,-1-1 0,0 0 0,-1 0 0,0-1 0,-1 0 0,0 0 0,0-1-1,0 0 1,-19 8 0,25-14-41,0 1-1,-1-1 0,1 0 0,0 0 1,0-1-1,-1 1 0,1-1 1,0 0-1,-1 0 0,1-1 1,-8-1-1,11 2 42,-1 0 1,0-1-1,1 0 1,-1 1-1,0-1 1,1 0-1,-1 0 1,1 0-1,-1 0 1,1 0-1,-1-1 1,1 1-1,0 0 1,-1-1-1,1 1 1,0 0-1,0-1 1,0 1-1,0-1 1,1 0-1,-1 1 0,0-1 1,1 0-1,-1 0 1,1 1-1,-1-1 1,1 0-1,0 0 1,0 0-1,0-3 1,1-4-13,0 0 1,0 0 0,1-1-1,0 1 1,1 0-1,0 1 1,1-1-1,0 1 1,0-1 0,9-12-1,9-11-65,32-36 0,-26 35 49,5-7 148,1 2-1,2 1 1,2 2-1,2 2 1,53-36-1,-90 67 4,1-1 0,0 1 0,0 0 1,0 0-1,0 1 0,0-1 0,0 1 0,0 0 0,0 0 0,1 0 0,8 1 0,-10 0-34,0 0-1,0 1 1,0-1-1,0 1 1,0 0-1,0 0 0,0 0 1,0 1-1,0-1 1,-1 1-1,1 0 1,0-1-1,-1 1 0,0 0 1,5 4-1,-4-2 11,-1 0-1,1-1 1,-1 1 0,1 0-1,-1 1 1,0-1 0,0 0-1,-1 0 1,0 1-1,2 8 1,4 47 471,-7-59-541,-2 138 662,-1-43-357,2-15-747,2 75-1311,9-48-8183,-7-82 1393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14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63 5693,'3'-14'1364,"-19"5"-624,23-5-416,2 0-748,7 2-4289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14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0 14133,'-47'83'2961,"44"-52"-405,6 9-460,-6-5-372,-4-1-332,1 3-284,-7-3-276,-3 1-279,4 2-533,2 3-773,1 0-159,-1-6-576,4 6-420,9-20-320,-6 12-180,0 16-2841,3-28-4196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14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86 115 10925,'3'-3'127,"3"-3"236,0 0 1,0 0-1,0 1 0,1 0 0,0 0 1,0 1-1,0-1 0,1 1 0,-1 1 1,14-5-1,8 0 626,25-7 879,74-12 0,-111 25-1674,-1 0 1,1 1-1,0 1 1,0 1 0,0 0-1,0 1 1,0 1-1,31 10 1,-42-12-165,0 2 0,-1-1 0,1 0 0,-1 1 0,0 0 0,0 0 0,0 1 0,0 0 0,-1-1 0,0 1 0,1 1 0,-1-1 0,-1 1 0,1 0 0,-1-1 0,1 1 0,-1 1-1,-1-1 1,1 0 0,-1 1 0,2 6 0,-2-3-15,-1 1 0,0 0 0,0-1-1,-1 1 1,0 0 0,-1-1-1,0 1 1,-1 0 0,0-1 0,0 1-1,-1-1 1,-5 12 0,-8 15-134,-1 0 1,-2-1 0,-2-2 0,-1 0-1,-30 35 1,2-10-934,-98 86-1,113-115-61,0-1 0,-58 33 0,69-47-1259,-1-2 0,-43 16 1,43-21-3744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15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4713 256 6445,'-29'-72'1392,"28"69"-1284,0 0 1,0 1 0,0-1-1,-1 1 1,1-1 0,-1 1-1,1-1 1,-1 1 0,0 0-1,0 0 1,0 0 0,0 0-1,0 0 1,-1 0-1,1 1 1,0-1 0,-4-1-1,-6-3 235,-17-12 65,-1 2 1,0 1-1,-1 2 1,-1 1-1,0 1 1,0 2-1,-42-7 1,-32 3-208,0 4 0,-1 4 0,0 5 0,0 5 0,0 5 0,1 4 0,-154 41 0,97-7 212,1 6 1,3 7-1,-296 163 1,312-139 50,-155 123 0,-107 134 438,250-192-610,7 7 0,7 6 0,-192 289 0,204-244-65,9 4 0,-178 441 0,236-482-142,-42 186 0,82-263-66,5 1 0,5 1-1,-2 163 1,15-220-20,1-1-1,2 1 1,2 0-1,2-1 1,1 0-1,2-1 1,21 50-1,-22-66-20,1 0 0,0-1 0,2-1-1,0 0 1,1-1 0,1 0 0,0-1-1,2-1 1,-1 0 0,2-2 0,0 0-1,1 0 1,37 18 0,-24-17-41,1-2 0,1-2 0,0-1 0,0-1 0,1-2 0,0-2 0,0-1-1,44 0 1,3-6-89,-1-3 0,120-23-1,311-103-324,-11-45 104,4-16 369,495-267 0,95-185 328,-823 456-265,453-409-1,-613 489-2,158-200-1,-217 238 11,-3-3-1,-4-1 0,-2-3 0,46-114 0,-77 155-42,0 0 1,-3-1-1,-1 0 0,-1-1 0,-2 0 0,-2 0 1,-2 0-1,-2-45 0,-2 58-7,-2 0 1,0 0-1,-1 0 0,-1 1 0,-2 0 1,0 0-1,-2 1 0,0 0 0,-2 1 1,0 0-1,-2 1 0,0 0 1,-24-26-1,11 20 36,-2 0 1,-1 2-1,-1 2 0,-1 0 1,-1 2-1,-1 2 1,-1 1-1,0 1 0,-1 2 1,-49-13-1,-12 2 160,0 5 0,-186-17-1,121 27-74,0 7-1,0 7 1,0 7-1,-245 48 1,264-27-844,2 6 0,2 6-1,2 7 1,3 5 0,-164 93 0,240-115-1658,1 3 0,-89 74 0,54-18-4905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06:15.9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419 135 13417,'-35'-40'1928,"26"29"-375,-7-4-305,0 1-324,-6 3-208,6-1-136,-22 9-320,-19-8-488,9 2-788,-6 1-820,3 11-3369,-6 2-4152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0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108 531 10081,'-10'5'704,"-1"-1"-1,0 0 1,0-1 0,0 0 0,0 0 0,-19 1-1,18-2 599,15-1 552,28 0-540,79-6 360,123-24-1,-152 18-1145,1086-146 3289,588-59-2359,-733 105-1647,-998 109 74,379-28-2849,-323 34 615,-32 0-3897,-122-7-836,29 3 384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0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71 6493,'-64'-30'3995,"64"29"-3848,0 0 0,0 0-1,0 0 1,0 0 0,0 0-1,0 0 1,1 0 0,-1 0-1,0 0 1,0 0 0,1 0 0,-1 1-1,1-1 1,-1 0 0,1 0-1,-1 0 1,1 0 0,0 0-1,0 0 53,0-1-84,1 1-1,-1-1 1,1 0 0,0 1-1,0-1 1,0 1 0,0-1 0,0 1-1,0 0 1,0 0 0,1 0-1,-1 0 1,0 0 0,0 0 0,1 1-1,-1-1 1,1 1 0,-1 0-1,1-1 1,-1 1 0,0 0 0,1 1-1,-1-1 1,5 1 0,8 1 397,1 1 1,24 9 0,42 18 468,-2 4-1,-2 3 1,131 85 0,-108-57-667,-4 5 0,-2 3-1,-4 5 1,-4 3-1,-3 5 1,-3 2 0,117 172-1,-172-219-265,-1 2 0,-2 1 0,-2 0-1,-2 2 1,-2 0 0,-2 1 0,13 75 0,-23-92-69,-2-1 0,-1 1 0,-1-1 1,-1 1-1,-2-1 0,-1 1 0,-2-1 0,0 0 1,-2 0-1,-1 0 0,-2-1 0,0-1 0,-27 49 1,16-43-123,-1-1 1,-2-2 0,-1 0 0,-1-1 0,-2-1 0,-49 37 0,20-23-636,-1-2 1,-112 56 0,102-65-354,-1-2 0,-96 26-1,121-43-482,-1-2 0,0-2 0,-1-2 0,-90 0 0,40-15-5015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0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235 0 12921,'-9'6'3549,"15"8"-2205,1 1 500,-30-7-1192,-2 4-144,3-1-160,-20 3-100,11 1-552,-1-4-784,19-8-912,-12 0-3365,-1 2-4308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2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1 5961,'-3'6'285,"-1"0"1,1 0-1,1 1 1,-1 0-1,1-1 1,0 1-1,1 0 1,-1 0-1,2 0 1,-1 0-1,1 14 1,1 2 620,-1 1 0,0-1 0,-2 1 0,-7 35 0,3-24-142,-25 115 1213,9-52-1198,0 4-162,-26 146 332,2 15-525,-21 157-4425,50-271-2053,11-84-334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3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 10565,'13'-26'1849,"-10"20"3220,12 19-3603,-10-7-1225,45 35 885,84 51-1,-61-44-805,316 185 73,17-28-942,-361-184 485,-1 3 0,-1 1 0,-1 2-1,-1 2 1,61 56 0,-89-71 46,0 0 0,-1 1 0,-1 1 0,0-1-1,-1 2 1,-1 0 0,12 28 0,-16-31 10,-1 0 0,0 1 0,-2 0 0,1-1 0,-2 1-1,0 0 1,0 0 0,-2 0 0,0 0 0,-5 28 0,0-20-39,-1-1 0,-1 0 0,-1 0 0,-1-1 0,-1 0 0,-1 0 0,0-2 0,-2 1-1,0-2 1,-1 0 0,-1 0 0,-25 21 0,-12 5-120,-2-2 0,-117 68-1,-412 189-778,511-263 611,98-28 176,-5-7 134,0-1 0,0-1 0,0 0 0,31-7 0,87-24 7,-85 18 46,397-124-262,-10-29-239,-194 64 5,78-30-152,-327 154 480,-1-13 131,-1-1 0,0 0 1,-1 0-1,1 0 1,-1-1-1,-1 0 1,1 0-1,-1 0 1,0-1-1,0 0 1,-9 4-1,-12 11 26,-17 12 56,-234 186-64,263-204 79,-25 30 0,40-43-82,0-1 1,0 1-1,1 0 1,-1 0-1,0-1 1,0 1-1,1 0 1,-1 0 0,1 0-1,-1 0 1,1 0-1,-1 0 1,1 0-1,-1 0 1,1 0 0,0 0-1,0 0 1,-1 1-1,1-1 1,0 0-1,0 0 1,0 0-1,0 0 1,1 0 0,-1 0-1,0 1 1,0-1-1,0 0 1,1 0-1,-1 0 1,1 0 0,-1 0-1,1 0 1,-1 0-1,1 0 1,0 0-1,-1-1 1,1 1-1,1 1 1,1 0 19,0 0 0,0-1 0,0 1-1,1-1 1,-1 0 0,0 0 0,1 0 0,-1 0 0,0-1 0,1 1-1,5-1 1,26 0 103,1-2 1,61-12-1,74-25 64,-103 23-95,827-233-19,-818 221-340,-1-3 0,98-56 1,-138 66 133,0-2 1,-1-2-1,-2-1 1,0-1-1,-2-2 1,37-44-1,-59 62 90,-2-1 0,1 0 0,-2 0 0,7-13 0,-13 22 36,1 0 1,0 1-1,-1-1 1,1 0-1,-1 1 0,0-1 1,0 0-1,0 0 1,0 1-1,-1-1 1,1 0-1,-1 1 1,1-1-1,-1 0 1,0 1-1,0-1 0,0 1 1,0-1-1,-1 1 1,1 0-1,-1-1 1,0 1-1,1 0 1,-1 0-1,0 0 0,0 0 1,0 0-1,0 1 1,-1-1-1,1 1 1,0-1-1,-1 1 1,1 0-1,-5-2 0,-5 0 29,-1-1-1,-1 2 1,1 0-1,0 1 0,0 0 1,-24 2-1,-87 14 147,96-11-190,-53 11-10,-142 44 0,-72 52-1005,260-100 822,32-10 179,22 4 10,1 0 91,0-2 1,1 0 0,-1-1 0,1-1 0,-1-1-1,22-3 1,20 1 39,57 1-25,1-5 0,158-28-1,-222 24-69,40-7-88,183-59-1,-183 40 65,96-52 0,-157 69 7,0-2 0,-1-2 0,-1 0 0,-2-2 0,50-51 0,-54 44-5,-1-1 0,-1-2 0,-2 0-1,-2-1 1,21-48 0,66-202 753,-75 193-215,-12 18-296,-20 73-244,2 5-30,-2-1 52,1 1 0,0 0-1,0 0 1,-1 0 0,0 0 0,1 0-1,0 4 1,-17 64 414,14-69-294,-2 35 607,-3-20-793,5-17-182,0 1 0,1 0 0,-1 0 0,0 0 0,1 0 0,-1-1 0,1 1 0,0 0 0,-1 0 0,1 0 0,0 0 0,-1 0 0,1 0 0,0 0 0,0 0 0,0 1 0,0-1 0,0 0 0,0 0 0,0 0 0,0 0 0,1 1 0,5 15-3779,0-3-2139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4.3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1366 7 4248,'0'0'52,"0"-1"0,0 1 0,0 0 0,0 0 0,0-1 0,0 1 0,0 0 0,0 0 0,0 0 0,1-1 0,-1 1 0,0 0 0,0 0 0,0-1 0,0 1 0,0 0 0,0 0 0,0 0 0,1-1 0,-1 1 0,0 0 0,0 0 0,0 0 0,1 0 0,-1-1 0,0 1 0,0 0 0,0 0 0,1 0 0,-1 0 0,0 0 0,0 0 0,1 0 0,-1 0 0,0 0-1,0 0 1,1 0 0,-1 0 0,0 0 0,0 0 0,1 0 0,-1 0 0,0 0 0,0 0 0,1 0 0,-1 0 0,0 0 0,0 0 0,0 0 0,1 0 0,-1 0 0,0 1 0,0-1 0,0 0 0,1 0 0,-1 0 0,0 1 0,6 15 2575,-4-8-3009,-1-5 832,1-1 102,1 2-368,0-1-1,1 1 0,0-1 1,0 0-1,0 0 0,0 0 1,0 0-1,0-1 0,1 0 1,-1 1-1,1-2 0,-1 1 1,1 0-1,10 1 1,53 11 1199,-41-10-770,0 1 1,-1 2 0,0 1 0,28 12 0,-8 3 199,0 2 0,55 39 0,-86-53-694,1 1 0,-2 1 0,0 0-1,0 1 1,-1 0 0,-1 1 0,0 1-1,-1 0 1,12 24 0,-20-34-104,-1-1 0,0 1 0,0 0 0,-1 0 0,1 0 0,-1 0 0,-1 0-1,1 0 1,-1 0 0,0 0 0,0 0 0,-1 0 0,0 0 0,0 0 0,-3 11 0,0-7 7,-1 0-1,1-1 1,-2 1-1,1-1 1,-1-1-1,-1 1 1,1-1-1,-13 11 1,-10 6 34,-1-1 1,-1-1-1,-65 35 0,11-13-156,-169 62 0,-101 7-812,213-71 433,-608 136-5771,643-162 1941,18-7-2555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4.7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1260,'54'-51'-436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5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821 35 9213,'0'-3'483,"-4"-16"284,4 19-664,0-1 1,0 1-1,0 0 1,0-1-1,0 1 1,0-1-1,0 1 1,0 0-1,0-1 1,0 1-1,0-1 1,0 1 0,0 0-1,0-1 1,0 1-1,0-1 1,1 1-1,-1 0 1,0-1-1,0 1 1,0 0-1,1-1 1,-1 1-1,0 0 1,1-1-1,-1 1 1,0 0-1,0-1 1,1 1-1,3-1 4497,-7 5-3687,-25 56 400,-32 94 0,46-116-1025,-39 132 859,-45 261 1,93-405-1102,-131 518-188,51-213-307,82-316 426,-1 0 0,2 0 1,-3 28-1,6-41 20,-1-1-1,1 1 0,-1-1 1,1 1-1,0-1 0,-1 1 1,1-1-1,0 0 0,0 1 1,0-1-1,0 0 1,0 0-1,0 0 0,1 0 1,-1 0-1,0 0 0,0 0 1,1 0-1,-1 0 0,1 0 1,2 0-1,2-1 1,0-1 1,0 0-1,0 0 0,0-1 1,0 1-1,-1-1 0,1-1 0,0 1 1,5-4-1,1 0 15,52-23 60,16-8-107,120-38 0,-148 60 57,2 3 0,0 2 0,70-4 0,-96 12-32,1 2 0,-1 1-1,1 2 1,-1 0 0,0 2 0,0 1 0,0 1 0,28 12 0,-46-14 10,0-1 1,0 1-1,-1 0 1,0 1-1,0 0 1,-1 1-1,0 0 1,0 0-1,0 0 1,-1 1 0,0 1-1,11 17 1,-15-21-15,0 1 0,0 0-1,-1 0 1,0 0 0,0 0 0,-1 0 0,1 1 0,-1-1 0,-1 1 0,1-1 0,-1 0 0,0 1 0,-1-1 0,1 1-1,-1-1 1,0 0 0,-1 0 0,0 1 0,0-1 0,0 0 0,-1 0 0,-5 9 0,0-2-20,-1-1 0,0 0 1,-1-1-1,-1 0 0,1 0 1,-2-1-1,1-1 0,-2 0 1,-17 11-1,-15 4-130,-68 29 1,9-13-460,-201 49 1,-117-10-1450,401-76 1876,-122 15-1266,121-17 754,0 0 0,0-2 0,0 0 0,-30-6 1,49 6 437,-22-6-1068,24 7 1180,1 0 0,-1 0-1,0-1 1,0 1 0,1 0-1,-1-1 1,0 1-1,1 0 1,-1-1 0,0 1-1,1-1 1,-1 1 0,1-1-1,-1 1 1,1-1 0,-1 1-1,1-1 1,-1 0-1,1 1 1,-1-1 0,1 0-1,0 1 1,-1-1 0,1 0-1,0 0 1,0 0-1,11-22-5036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5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1234 91 8493,'42'-78'6656,"-43"77"-6506,0 0-1,-1 0 1,1 0-1,-1 0 0,0 0 1,1 0-1,-1 1 1,0-1-1,1 1 0,-1-1 1,0 1-1,-2-1 1,-7 0 78,-1 0 0,0 0 0,0 1 1,1 1-1,-20 3 0,-61 16 468,65-14-539,-110 31 359,2 6 0,-200 94-1,115-23-849,174-86-45,1 2-1,-61 53 1,105-82 353,-1 0 1,0 1-1,1-1 0,-1 1 1,1-1-1,0 1 0,-1-1 1,1 1-1,0 0 0,0 0 1,0-1-1,0 1 0,0 0 1,1 0-1,-1 0 0,1 0 1,-1 0-1,1 4 0,0-5 20,0 0-1,1 0 1,-1 0-1,1 0 0,-1-1 1,1 1-1,-1 0 0,1 0 1,0-1-1,0 1 1,-1 0-1,1-1 0,0 1 1,0 0-1,0-1 0,-1 1 1,1-1-1,0 0 1,0 1-1,0-1 0,0 0 1,0 1-1,0-1 1,0 0-1,0 0 0,0 0 1,0 0-1,0 0 0,0 0 1,0 0-1,0 0 1,0 0-1,2-1 0,40-6 115,1-2 0,-1-1 0,51-20 0,-30 9 97,-12 5 38,96-26 269,-133 39-434,0 1 0,0 0 0,0 1 0,1 1 0,-1 0 0,0 1 1,29 6-1,-38-5-54,1 0 0,-1 0 1,0 0-1,0 1 0,0 0 1,0 0-1,0 1 0,-1-1 1,0 1-1,1 1 1,-1-1-1,-1 1 0,1-1 1,-1 1-1,0 1 0,0-1 1,4 8-1,1 5 16,-1 1-1,0 0 1,-2 1-1,5 24 0,13 36-78,-13-53-409,0 0 0,27 44 1,-33-63 227,0 1 0,1-2 0,1 1-1,-1-1 1,1 0 0,0 0 0,1-1 0,-1 0 0,1-1 0,1 1 0,16 7 0,0-4-731,0-1 0,0-1 1,1-2-1,0 0 0,0-2 0,0-1 1,0-1-1,1-1 0,40-5 0,2-3-3862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5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58 103 10817,'-10'-17'2308,"-5"12"-380,-1 2 1881,6-12-3053,4 4 212,15-23-5465,10 25-211,0 1-3689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8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338 158 7705,'-10'-17'644,"7"13"-286,0-1 0,1 1 1,-1-1-1,1 1 1,0-1-1,0 0 1,0 0-1,1 0 1,-1 0-1,1 0 0,0-6 1,1 7-98,0 1 0,-1-1 0,1 1 0,-1-1 0,1 0 0,-1 1 0,0-1 0,-1 1-1,-2-7 1,2 7 158,1-1-1,-1 1 0,1-1 0,0 0 0,0 1 0,0-1 0,0-7 0,-18 35 205,13-10-498,0 0 0,1 1-1,1-1 1,0 1 0,1 0 0,0 0 0,1 0-1,0 24 1,-1 1 84,-101 928 1760,90-843-1866,-14 117 31,-47 556 73,69-647-243,7 1 1,7-1-1,33 188 0,-30-282-7,3 0 0,2-1-1,41 97 1,-46-130 3,0-1 0,1 0 0,2-1 0,0-1 0,1 0 0,1-1 0,0 0 0,2-2 0,0 0 0,1-1 0,30 20 0,-37-28-8,0-2 0,0 1 0,1-2 0,-1 0 0,1 0 0,1-1 0,-1-1 0,1 0 0,-1 0 0,1-2 0,0 0 0,-1 0 1,1-1-1,0-1 0,26-5 0,-4 0-158,0-1 0,-1-1 0,0-3 0,62-26 0,-44 10-3,-1-2-1,-1-2 1,-2-3 0,-2-1-1,-1-3 1,-1-2-1,-3-1 1,-1-2 0,-2-2-1,-3-2 1,-1-1-1,40-75 1,-65 103 159,-1 1-1,-1-1 1,-1 0 0,-1-1-1,-1 0 1,-1 0 0,0 0-1,0-39 1,-4 46 33,0-1 0,-2 0 0,1 1 0,-2-1 0,0 1-1,-1-1 1,0 1 0,-1 0 0,-1 1 0,0-1 0,-1 1 0,0 0 0,-15-19 0,-21-17 192,-3 1 0,-69-54 1,62 57 512,-84-93 0,133 133-661,1 2 51,-1-1 0,1 1 0,-1-1 0,1 0 0,0 0 0,1-1 0,-1 1 0,1-1 1,0 1-1,0-1 0,0 0 0,1 1 0,0-1 0,-1 0 0,1-9 0,1 13-73,0 1 0,0 0 0,0 0 0,-1 0 0,1 0 0,0 0 0,0 0 0,0 0 0,0-1 0,0 1 0,0 0 0,0 0 0,0 0 0,1 0 1,-1 0-1,0 0 0,0 0 0,0-1 0,0 1 0,0 0 0,0 0 0,0 0 0,0 0 0,0 0 0,0 0 0,0 0 0,0 0 0,0 0 0,0-1 0,1 1 0,-1 0 0,0 0 0,0 0 0,0 0 0,0 0 0,0 0 0,0 0 0,0 0 0,0 0 0,1 0 0,-1 0 0,0 0 0,0 0 0,0 0 0,0 0 0,0 0 0,0 0 0,0 0 0,1 0 0,-1 0 0,0 0 0,0 0 0,0 0 0,0 0 0,0 0 0,0 0 0,0 0 0,0 0 0,1 0 0,-1 1 0,0-1 1,11 2 97,0 1 1,-1 0 0,1 1 0,-1 0 0,0 1 0,0 0 0,0 0 0,0 1 0,-1 0 0,10 10 0,15 12 133,34 39 0,-31-26-176,-1 1 0,-3 1-1,-1 2 1,-2 1 0,-3 1 0,-1 2 0,-3 0-1,-1 2 1,-4 0 0,-1 1 0,-2 1 0,-3 1-1,-2-1 1,5 111 0,-14-60-783,-3 1-1,-6-1 1,-4 0-1,-43 173 1,19-135-1554,16-50-2361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9.3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0 10997,'1'3'357,"-1"0"0,0 0-1,-1 0 1,1 0 0,0 0 0,-1 0 0,0 0-1,1 0 1,-1 0 0,0-1 0,-2 5 0,-7 23 1212,7-4-973,1 0-1,2 0 1,3 31 0,13 81 508,-16-136-1089,2 12 59,16 117 321,5-1-1,42 133 1,-62-254-469,1 1-1,0-1 1,0 0-1,1 0 1,0-1-1,1 1 1,10 12 0,-13-18 55,-1-1 0,0 1 0,1-1 0,0 0 0,-1 0 1,1 0-1,0 0 0,0 0 0,0-1 0,1 1 1,-1-1-1,0 0 0,0 0 0,1 0 0,-1 0 0,1-1 1,-1 1-1,0-1 0,1 0 0,-1 0 0,1 0 1,-1 0-1,1-1 0,-1 0 0,5 0 0,6-5 9,-1 1 0,1-2 0,-1 1 0,0-2 0,0 0 0,-1 0 0,14-13 0,74-80-77,-35 32 74,-53 57 8,1 0 1,0 1-1,0 1 1,1 0-1,1 0 1,-1 2-1,1 0 1,1 1-1,0 0 1,0 1-1,0 1 1,0 0-1,1 1 1,0 1-1,0 1 1,0 0-1,0 2 1,23 0-1,18 5-5,-9-1 19,79-4-1,-111-1-1,-1-1 1,1-1 0,0-1-1,-1 0 1,0-1 0,0-1-1,-1 0 1,26-15 0,-2-5 305,-2-2 0,60-57 1,-2 1 278,-89 79-547,0 0-1,0 1 0,1 0 1,0 0-1,-1 1 1,1 0-1,1 0 0,-1 0 1,0 1-1,1 0 0,11-1 1,-15 2-30,-1 1 0,0 0 1,1 1-1,-1-1 0,0 1 1,1-1-1,-1 1 1,0 0-1,0 0 0,0 0 1,0 1-1,0-1 0,0 1 1,0 0-1,0 0 0,-1 0 1,1 0-1,0 0 0,-1 0 1,0 1-1,0-1 0,0 1 1,0 0-1,0-1 0,0 1 1,0 0-1,-1 0 0,2 5 1,2 7-68,0 0 1,-1-1-1,-1 2 1,0-1 0,-1 0-1,-1 1 1,0-1-1,-1 1 1,-1-1 0,-4 23-1,0-9-1660,-12 38 0,-15 21-7065,25-69 1685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29.4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38 3660,'-3'-17'-72,"0"-3"-992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30.3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955 2172 12201,'-22'-91'3874,"18"79"-3119,0 0-1,-1 1 1,0-1-1,0 1 1,-15-20 0,17 28-700,0 1 0,0-1 1,0 1-1,0 0 0,-1 0 1,1 0-1,-1 0 1,0 0-1,1 1 0,-1 0 1,0-1-1,0 1 0,0 1 1,0-1-1,0 1 1,0-1-1,0 1 0,0 0 1,0 1-1,0-1 0,0 1 1,0-1-1,-5 3 1,-10 2 18,0 0 0,0 1 0,-25 13 0,23-8-32,1 1 0,0 0 0,2 2 1,-1 0-1,2 1 0,0 0 0,-22 27 0,-6 13 23,-41 66-1,6 10-280,5 3-1,-102 256 1,170-374 157,-31 89-388,34-91 339,0-1 0,2 1 0,-1 0-1,2-1 1,-1 24 0,2-35 71,0 1-1,0-1 1,0 0-1,1 0 1,-1 1 0,0-1-1,1 0 1,-1 0-1,1 0 1,0 0 0,0 0-1,0 0 1,0 0-1,0 0 1,0 0 0,1 0-1,-1 0 1,1-1 0,-1 1-1,3 1 1,-3-2 14,1 0 0,0-1-1,0 1 1,0-1 0,-1 1 0,1-1 0,0 0 0,0 1 0,0-1 0,0 0 0,0 0 0,0 0-1,0-1 1,0 1 0,0 0 0,0-1 0,-1 1 0,3-2 0,6-2-42,-1-1 0,0 0 0,0 0 0,0-1 0,-1 0 0,0 0 0,8-9 0,10-12-96,-1-1-1,-2-2 1,21-33-1,54-105-34,-74 125 154,89-168 243,-9-5 0,104-316-1,-146 334 271,-10-2-1,-8-2 0,32-381 0,-70 486-236,-5 1 0,-3-1-1,-27-170 1,28 263-224,-17-67 86,16 67-87,1 0 1,-1 0-1,0 1 1,0-1-1,0 0 1,0 1-1,-1-1 1,0 1-1,0 0 1,1-1-1,-2 2 1,1-1-1,0 0 1,-4-2-1,5 4-5,1 1 0,0 0 0,0-1 1,0 1-1,0 0 0,0-1 0,-1 1 0,1 0 0,0 0 0,0 0 0,0 0 0,0 0 1,-1 0-1,1 0 0,0 1 0,0-1 0,0 0 0,0 1 0,0-1 0,-1 1 1,1-1-1,0 1 0,0-1 0,0 1 0,0 0 0,-1 1 0,-7 5 24,1 0-1,0 0 0,1 1 0,0 0 0,0 0 0,0 1 1,1 0-1,-8 16 0,3-4 12,2 1-1,0 0 1,-9 38 0,-8 57 122,-15 173 1,15 125 27,24-363-159,4 396-65,5-361-42,5-1 1,2 0-1,31 96 0,-34-148 47,1 0 0,1-1-1,2 0 1,2-1-1,1-1 1,1-1-1,27 34 1,-33-50 19,0 0 1,0 0-1,1-1 1,1-1-1,0 0 1,1-1-1,0-1 1,1 0-1,0-1 1,0-1-1,1-1 1,0 0-1,0-1 0,1-2 1,19 4-1,-11-5 5,0-2-1,0-1 1,0-1-1,0-2 0,-1 0 1,1-2-1,-1 0 1,0-2-1,37-15 0,21-14-10,114-68-1,-83 41 93,-68 39-16,-10 3 0,0 1 0,1 3 0,2 1 0,73-20 0,-107 35-45,1 0 1,-1 0-1,1 1 1,-1-1-1,1 2 1,-1-1-1,1 1 1,-1 0-1,1 0 1,-1 0-1,1 1 1,-1 0-1,0 1 1,0-1-1,10 7 1,-8-3 9,0 0-1,0 1 1,0 0 0,-1 1 0,0 0 0,0 0 0,-1 0 0,0 1 0,5 9 0,88 175 187,-74-141-149,-19-39-62,2 0-1,-1-1 1,1 0-1,1-1 1,0 1-1,19 16 1,-24-24 1,-1-1 0,1 0 0,0 0 0,0 0 0,0 0 0,1-1 0,-1 1 0,1-1 0,-1 0 1,1-1-1,0 1 0,-1-1 0,1 0 0,0 0 0,0 0 0,0-1 0,0 0 0,0 0 0,0 0 0,0 0 0,0-1 0,0 0 0,4-1 0,1-2-5,-1 0 0,0 0 0,-1 0-1,1-1 1,-1-1 0,0 1-1,0-1 1,0-1 0,-1 0-1,0 0 1,0 0 0,9-14-1,-9 9 3,0 0 0,0 0 0,-2-1 0,1 0 0,-2 0-1,0-1 1,0 1 0,2-19 0,-3 8 2,-2 0-1,0 1 1,-2-1 0,0 0 0,-2 1-1,0-1 1,-2 1 0,-1 0-1,0 0 1,-15-33 0,10 34 26,-1 2-1,-1-1 1,-1 2 0,0 0 0,-1 0 0,-1 2 0,-1 0 0,-1 1-1,0 0 1,-1 1 0,0 2 0,-2 0 0,1 1 0,-1 1-1,-1 0 1,-25-7 0,22 9-361,-1 2 0,0 0-1,-1 2 1,1 1 0,-1 1 0,-30 1-1,35 2-902,-1 2 0,1 0 0,0 2 1,-1 0-1,1 1 0,1 2 0,-32 13 0,16-1-7210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16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270 355 9617,'-35'5'2370,"28"-4"-266,1 0-1545,0 0-1,0-1 1,0 0-1,0 0 1,0 0 0,0-1-1,0 0 1,0 0-1,0 0 1,0-1-1,0 0 1,0 0-1,1 0 1,-1-1-1,1 0 1,0 0 0,0 0-1,0-1 1,0 0-1,0 1 1,1-2-1,-5-4 1,9 6-398,-1 0 1,0 0-1,1-1 0,-1 1 1,1 0-1,0-1 1,0 1-1,0 0 1,0-1-1,1 1 0,0 0 1,1-6-1,-1 4 118,1-5 4,-1-1 0,0 1 0,-1-1 0,0 1 0,0-1 0,-2 1 0,1 0 0,-1-1 0,0 1 0,-5-11 0,4 14-426,0-1 0,0 1 1,-1 1-1,1-1 1,-2 0-1,1 1 0,-1 0 1,0 0-1,0 0 1,-1 1-1,0 0 1,0 0-1,0 0 0,-9-5 1,7 5-2566,8 4 2248,0 1 0,0-1 0,0 1 0,-1-1 0,1 1 0,0-1 0,0 1 0,0-1 0,0 1-1,0-1 1,0 1 0,0-1 0,0 1 0,0-1 0,0 1 0,0-1 0,1 1 0,-1-1 0,0 1 0,0-1 0,0 1 0,1-1 0,-1 1 0,0 0 0,0-1 0,1 1 0,-1-1 0,1 0-461,1-1 836,8-15-10625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18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30 4692,'0'0'15142,"-1"-3"-15133,1 2-10,0 0 0,0 0 0,0 0-1,0 0 1,0 0 0,0 0 0,-1 0-1,1 0 1,0 0 0,-1 0 0,1 0 0,-1 0-1,1 0 1,-1 0 0,1 0 0,-1 0-1,0 0 1,1 0 0,-1 0 0,0 1 0,0-1-1,0 0 1,0 1 0,1-1 0,-1 0 0,0 1-1,0-1 1,0 1 0,0 0 0,0-1-1,-2 1 1,0 0-7,0 1 0,-1 0 0,1 0 1,0 0-1,0 0 0,0 0 0,0 1 0,0-1 0,1 1 0,-6 3 0,6-3 34,-3 16 39,4-16-68,1-1 1,-1 1-1,1-1 1,-1 1-1,1-1 1,-1 1-1,1 0 1,0-1-1,-1 1 1,1-1-1,0 1 1,0 0-1,1 2 0,-1-4 4,0 1 0,0-1 0,0 0 0,0 1 0,0-1 0,0 0 0,0 1 0,0-1 0,0 0 0,1 1 0,-1-1 0,0 0 0,0 1 0,0-1 0,0 0 0,1 1 0,-1-1 0,0 0 0,0 1 0,1-1 0,-1 0 0,0 0 0,1 0 0,-1 1 0,0-1 0,1 0 0,-1 0 0,0 0 0,1 0 0,-1 1 0,0-1 0,1 0 0,-1 0 0,0 0 0,1 0 0,12-9-65,9-21 52,-21 28 203,-16 27-283,5-15 118,7-6-24,-1 0-1,0-1 1,1 1 0,-2-1 0,1 0-1,-6 3 1,8-5 14,16-25 53,-12 23-65,-3 3-68,-1 2 74,2-3-13,-1-1 0,1 1 0,-1-1 0,1 1 0,0 0 0,-1 0 0,1-1 0,0 1 0,-1 0-1,1-1 1,0 1 0,0 0 0,-1 0 0,1 0 0,0-1 0,0 1 0,0 0 0,0 0 0,0-1 0,0 1-1,1 0 1,-1 0 0,0 0 0,0-1 0,0 1 0,1 0 0,-1-1 0,0 1 0,1 0 0,-1 0 0,1-1-1,-1 1 1,1-1 0,-1 1 0,1 0 0,-1-1 0,1 1 0,-1-1 0,1 1 0,0-1 0,-1 0 0,1 1-1,0-1 1,0 0 0,-1 1 0,2-1 0,0 0 8,-1 1 0,1-1 0,-1 0-1,1 0 1,-1 0 0,0-1 0,1 1-1,-1 0 1,1 0 0,-1-1 0,1 1 0,-1-1-1,0 1 1,1-1 0,-1 0 0,0 1 0,1-1-1,-1 0 1,0 0 0,0 0 0,0 0-1,0 0 1,0 0 0,0 0 0,0 0 0,1-3-1,-1 2 3,0 1-1,0-1 1,1 1-1,-1 0 1,0-1-1,0 1 0,1 0 1,-1 0-1,1 0 1,-1 0-1,1 0 1,0 0-1,-1 1 0,1-1 1,0 0-1,-1 1 1,1-1-1,3 1 0,-2-15-51,-3 15 38,0-1 0,1 1 0,-1-1 0,0 1 0,0-1 1,0 1-1,0-1 0,0 1 0,0-1 0,0 1 0,0-1 0,0 1 0,0-1 0,0 1 0,0-1 0,0 1 0,0-1 0,-1 1 0,1 0 0,0-1 1,0 1-1,-1-1 0,1 1 0,0-1 0,0 1 0,-1 0 0,1-1 0,0 1 0,-1 0 0,1-1 0,-1 1 0,1 0 0,0-1 0,-1 1 1,-20-2-320,15 2 313,16-20 88,-8 16-3421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18.6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12 10657,'11'-11'1403,"-13"12"592,1 0-1811,0 0 1,0 1 0,0-1 0,0 1 0,1-1 0,-1 1-1,0-1 1,1 1 0,-1-1 0,1 1 0,-1-1 0,1 1-1,0 0 1,0-1 0,0 1 0,0 0 0,0 2 0,2 12 518,0 0 1,-2 0 0,0 16 0,-1 30 382,-2 348 1286,-33 0-2134,28-329-285,-42 324-1361,26-221-184,7-61-341,-6 46-1899,14-56-1975,8-52-483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18.9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9 8629,'13'2'1355,"-20"-12"6943,22 26-7066,207 234 1219,-203-231-2394,-1 1-1,-1 1 1,-1 1 0,0 1 0,-2 0 0,-1 0 0,16 39-1,-27-54-52,0-1 0,0 1 0,-1-1-1,0 1 1,-1-1 0,1 1-1,-1 0 1,-1-1 0,1 1 0,-1-1-1,-1 1 1,-3 10 0,1-7 4,0-1 1,0-1-1,-2 1 1,1-1-1,-1 0 0,0 0 1,-1 0-1,-7 7 1,-5 2-20,-1 0 0,-1-2 0,0 0 0,-1-2 0,-1 0 0,-34 15 0,35-19-315,0-1-1,0-1 1,-37 7 0,47-12-424,0-2 0,0 0-1,-18-1 1,22 0-313,1-1 0,0 0-1,-1 0 1,1-1 0,0 0 0,-10-5-1,-4-6-6670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19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813 45 10609,'0'0'2897,"0"2"-1720,-1 35 1185,0-28-2178,0-1 0,1 1 0,0 0-1,0-1 1,1 1 0,0-1 0,1 1-1,0-1 1,0 1 0,1-1 0,5 13-1,25 36-42,-31-54-294,18-3 163,-18 0-3,0 0 0,0-1 0,0 1 0,0 0 0,-1-1 0,1 0 0,0 1 0,0-1 0,0 0 0,0 0 0,-1 0 0,1 0 0,0 0 0,-1 0 0,1 0 0,-1-1 0,1 1 0,-1-1 0,1 1 0,-1-1 0,0 1 0,0-1 0,0 0 0,0 0 0,0 1 0,1-5 0,-1 4-2,25-45 786,27-67 1,-19 52 172,-33 62-933,0 0 0,0 0 0,0 0 0,0 1 0,-1-1 0,1 1 0,0-1 0,0 0 0,0 1 0,0-1 1,0 1-1,-1 0 0,1-1 0,0 1 0,1 1 0,-1-1 10,5 5-2,-1 1 1,1 0-1,-1 0 0,0 0 0,-1 0 0,0 1 0,0 0 0,0 0 0,-1 0 0,0 0 0,3 18 0,1 9 57,4 56-1,-6 27-10,-4 1-1,-19 147 0,-55 236-61,72-501-23,-189 790-289,170-721 263,-36 117-5,-8-2 0,-91 178 0,56-175 89,80-157-3,-2-1 0,0 0 0,-45 44 0,59-66 28,-2-1 1,1 0 0,-1 0-1,0-1 1,0 0 0,0-1-1,-1 0 1,0 0 0,0-1-1,0 0 1,-12 2 0,16-5-10,1 0 0,-1-1 1,1 1-1,-1-1 0,1 0 1,0-1-1,-1 0 1,1 1-1,-1-2 0,1 1 1,0-1-1,0 1 0,0-1 1,0-1-1,0 1 1,0-1-1,1 0 0,-1 0 1,1 0-1,0-1 1,-1 1-1,2-1 0,-8-8 1,0-4 39,1 1 1,1-2 0,0 1 0,1-1 0,1-1-1,1 1 1,0-1 0,1 0 0,1 0-1,1-1 1,1 1 0,-1-20 0,1-19 61,3 0 0,13-93 0,-2 79-165,2 0-1,4 1 1,49-125 0,-54 161-43,14-33-275,2 1 0,55-90 0,84-81-1021,-71 114-903,145-143 1,-161 190-1925,99-72 0,-1 21-5994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0:08.0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1155 114 3632,'22'-8'1292,"-22"8"-1212,0-1 0,0 0 0,0 0 0,0 0 0,0 1 0,-1-1 0,1 0 0,0 0 0,-1 0 0,1 1 0,0-1 0,-1 0 0,1 1 0,-1-1 0,1 0 1,-1 1-1,0-1 0,1 0 0,-1 1 0,1-1 0,-1 1 0,0 0 0,0-1 0,-2-1 3567,3-1-2834,0-66 6554,-2 68-7258,0-1-1,0 0 0,0 1 1,0-1-1,0 1 0,-1-1 1,1 1-1,-1 0 0,1 0 1,-4-1-1,1 4-24,0-1 14,-1 0 0,1 1 1,0 0-1,0 0 0,0 0 0,0 0 1,0 1-1,0 0 0,1 0 0,-1 1 0,-6 5 1,6-3-4,-1 0 0,0-1 0,0 0 0,0 0 0,-1-1 0,0 0 0,0 0 0,-12 5 0,-19 12 149,-1 9-105,37-29-179,-24 22 96,-2 8-53,0 1-1,3 2 1,0 1-1,-20 40 1,-68 158 65,-152 446 17,174-378-47,-82 477 0,87-97-47,75-481 70,21 287 0,-1-392-56,3 0 0,5-1-1,3-1 1,5-1 0,4 0-1,4-2 1,55 108 0,-57-143 0,2-1 0,2-1 1,3-2-1,82 87 0,-82-102-2,2-1-1,2-2 0,0-2 1,2-1-1,1-3 0,69 31 1,-55-34-5,0-3 1,2-3 0,0-2 0,1-3 0,102 9-1,-62-17-29,0-3 1,173-22-1,-178 6-383,0-5 0,149-48 0,-154 34-1379,94-48 0,-142 58 158,51-34-1,-10-8-3329,-26 11-1704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0:08.3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293 15 7433,'-34'-5'1941,"10"-2"1378,9 4-910,14 4-2260,-1 0 1,1 0-1,-1 0 0,1 0 1,0 0-1,0 0 1,0 0-1,0 1 1,0-1-1,0 0 1,0 0-1,-1 3 1,-3 6 68,0 0-1,1 0 1,0 0 0,1 1-1,0 0 1,1-1-1,0 1 1,1 0 0,0 0-1,0 0 1,1 0 0,3 19-1,2 5 120,1 0-1,18 58 1,145 354 814,22 77-862,-166-430-434,15 130 0,-33-167-80,-3 0 0,-3 0 0,-9 93 1,3-119-5,-1 1 1,-1-2 0,-2 1-1,-1-1 1,-1-1 0,-1 0-1,-2 0 1,-1-1 0,-1-1 0,-35 43-1,31-45-353,-2-2 0,-1 0 0,-1-1 0,0-2 0,-2 0 0,0-2 0,-2-1 0,0-1 0,0-1 0,-43 15 0,-12-1-3142,3-8-1789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0:08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17 14465,'16'-17'5593,"-29"23"-4505,1 2-168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22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2899 609 4748,'1'-5'364,"0"0"-1,0 0 1,-1 0-1,0 0 0,0 0 1,0 0-1,0 0 1,-1 0-1,0 0 0,0 0 1,0 0-1,-1 0 0,1 0 1,-1 1-1,0-1 1,-1 0-1,1 1 0,-1 0 1,-4-6-1,-14-31 1836,-1-5-188,-31-51 0,28 53-1693,18 32-260,-1 1 0,-1 0 0,1 0 0,-2 1 0,0 0-1,0 1 1,-15-11 0,2 1-5,3 3-52,0 2 1,0 0-1,-2 1 0,0 1 0,-32-13 0,4 6 47,-76-16-1,105 31-48,0 0-1,-31-1 1,-128 0 15,126 7 54,0 1 1,0 3-1,-97 24 1,-122 65 382,189-59-252,2 3 0,-111 73 0,-134 130 499,253-179-563,3 3 0,3 4 0,3 2 1,4 3-1,2 3 0,-76 134 0,7 56 20,106-209-117,3 0 0,-21 109-1,30-95-24,2 1 0,4 1 1,3-1-1,4 1 0,2-1 0,30 137 0,-21-156-32,2-1 1,3 0-1,2-2 1,3-1 0,1 0-1,3-2 1,62 83-1,-38-66-66,4-2 1,2-3-1,3-3 0,106 81 0,-101-95 43,1-3 1,2-2-1,1-4 1,2-3 0,1-3-1,85 22 1,-104-38 42,75 10 1,211 17-8,-259-33-13,156-7-1,-190-2 30,118-8 88,-2-8 1,0-7-1,-2-6 0,-1-8 0,-2-7 0,-2-6 1,265-131-1,-334 138-81,-3-5 0,92-70 0,-130 83 4,-2-1 0,-1-2 0,-2-3 0,67-88 0,-74 82-13,-3-1 0,-1-1 0,-4-2 0,-1-1 0,-3-1 0,-2 0 0,19-88 0,-32 104-3,-1 0 1,-2 0-1,-2-1 0,-1 1 0,-2-1 0,-2 1 1,-2 0-1,-1 0 0,-2 0 0,-2 1 0,-1 0 1,-21-45-1,17 47 7,-3 1 0,0 1 1,-3 0-1,0 1 0,-3 1 1,0 2-1,-2 0 0,-1 2 0,-1 0 1,-63-45-1,40 41-10,-2 2-1,-1 3 1,-1 1-1,-2 4 1,0 2-1,-1 2 1,-1 3-1,-113-15 1,7 16-166,0 8 0,-167 14 0,-156 47-3448,366-29 413,46-2-3000,57-15-153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23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2683 81 5160,'-6'-4'212,"1"0"-1,-1 0 0,0 1 0,0 0 0,-1 0 0,1 0 0,0 1 0,-1 0 0,0 0 0,1 0 0,-1 1 0,0 0 0,-9 0 0,-33-7 569,-7-4 74,-1 2 0,0 2 0,-103 1 0,-173 31 1645,249-12-2161,1 4-1,0 4 1,2 3 0,0 4-1,2 3 1,-88 47 0,72-26-343,3 4 0,-138 108 0,164-109 19,2 4 1,3 2-1,-95 122 1,69-63-37,-106 190 1,164-253 10,1 2 1,4 1 0,1 1 0,4 1-1,-23 125 1,38-151-25,3 0 0,0 0 0,3 0 1,0 0-1,3 0 0,1 0 0,1-1 0,2 0 0,1 0 0,2-1 0,29 57 0,-18-46-51,2-2-1,2 0 1,2-2-1,2 0 1,1-3-1,2 0 1,69 56-1,-18-30 80,3-3-1,2-5 0,2-3 0,3-4 0,1-5 0,3-4 0,198 51 0,-165-62 262,1-5 0,1-6 1,1-6-1,0-6 0,243-22 0,-266 3 33,-1-5 1,-1-4-1,163-58 1,-193 51-152,-1-4 1,-2-3-1,-1-3 1,-3-4-1,87-66 1,-109 67-85,-1-1 0,-2-3 0,-3-2 0,-2-1 0,-1-3 0,-4-1 0,-1-2 0,-3-1 0,-3-2 0,-2-2 0,-3 0 0,-3-1 0,-2-2 0,-3 0 0,-3-1 0,10-93 0,-22 109-39,-1-1 0,-3 1 0,-2-1 0,-2 1 0,-2 0 0,-2 0 0,-2 0 0,-3 2 0,-31-77 0,28 87-41,-1 2 0,-2 0 1,-1 1-1,-2 1 0,-1 1 0,-1 1 0,-2 1 1,-1 1-1,-1 2 0,-2 1 0,0 1 0,-50-29 1,-28-3-117,-2 5 1,-3 5 0,-155-43 0,124 54 121,-206-25 1,235 45-395,0 6-1,-1 5 1,0 5-1,-126 17 1,203-12-522,-49 15 0,77-18 135,1 2 0,0 0 1,0 0-1,1 1 0,-1 0 1,1 1-1,0 0 0,-16 13 1,13-3-4501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5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1363 62 4188,'-1'-3'139,"1"1"0,0 0 0,-1-1 0,0 1 0,0 0 0,1-1-1,-1 1 1,0 0 0,-1 0 0,1 0 0,0 0 0,-1 0 0,1 0 0,-1 0-1,0 1 1,-2-3 0,0 1 185,-1 1 0,1 0 1,-1 0-1,1 0 0,-1 1 0,0 0 0,-6-2 0,-12 0 146,0 0 0,0 2 1,-1 0-1,1 2 0,0 0 0,0 2 0,0 0 0,1 2 0,-38 12 0,8 1 375,1 3-1,-95 53 0,75-31-333,2 2 1,2 4-1,2 3 0,2 2 1,3 3-1,2 2 0,-67 91 1,99-113-415,1 1 0,2 1 0,2 2 1,1 0-1,3 1 0,1 1 0,2 0 1,2 1-1,1 0 0,3 1 0,2 0 1,2 0-1,2 83 0,6-97-153,1-1 1,1 1-1,2-1 1,1 0-1,1-1 1,2 0-1,1-1 0,1 0 1,1-1-1,1 0 1,2-2-1,0 0 1,38 38-1,-22-29-434,2-1 1,1-2-1,1-1 1,2-2-1,1-2 0,1-2 1,1-1-1,51 18 1,-35-21-798,1-2 1,0-2 0,1-4 0,1-2 0,-1-2 0,83-1 0,-8-9-3371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5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422 29 9453,'-1'-2'188,"0"0"0,-1-1 0,1 2 0,-1-1 1,0 0-1,0 0 0,0 0 0,0 1 0,0-1 0,0 1 0,0 0 1,0 0-1,-1 0 0,1 0 0,0 0 0,-1 0 0,1 0 0,-1 1 1,1-1-1,-1 1 0,1 0 0,-1-1 0,1 1 0,-1 1 0,1-1 1,-1 0-1,1 0 0,-1 1 0,1 0 0,-1-1 0,1 1 0,0 0 1,-1 0-1,1 0 0,0 1 0,-3 1 0,-3 4 110,-1 0 0,1 1 0,0 0 0,1 0 0,0 1-1,0 0 1,1 0 0,0 1 0,-4 9 0,-41 100 1109,47-109-1322,-43 113-27,6 2 0,-46 240 1,75-291-2765,-5 125 1,15-103-3594,1-50-67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5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1131 1 9213,'-1'0'56,"0"0"1,0 0-1,0 0 1,0 0-1,0 1 1,0-1-1,0 0 1,0 1-1,1-1 1,-1 1-1,0-1 1,0 1-1,0 0 0,1-1 1,-1 1-1,0 0 1,0-1-1,1 1 1,-1 0-1,1 0 1,-1 0-1,1-1 1,-1 1-1,1 0 1,-1 0-1,1 0 1,0 0-1,0 0 1,-1 0-1,1 0 1,0 0-1,0 0 0,0 1 1,1 2 122,0 0 0,0 0 0,1 0 0,-1 0 0,1 0 0,4 7 0,1 1 44,30 52 886,2-3 0,88 106-1,-111-148-1017,197 268 772,-174-227-842,-3 1 0,-3 2 0,26 68 0,-48-102-47,-1 2 1,-2 0-1,0 0 0,-3 0 0,0 1 1,-2 0-1,-2-1 0,-2 35 1,-1-43 1,-1-1 0,-1 0 0,-1 1 0,0-2 1,-2 1-1,-1-1 0,-1 0 0,0 0 0,-2-1 1,0-1-1,-1 1 0,-17 19 0,1-8 9,-2 0 0,-1-2-1,-1-1 1,-1-2 0,-2-1-1,0-2 1,-63 31 0,17-17-145,-1-4 0,-142 38 0,147-52-162,-1-3-1,-1-3 1,0-4-1,-1-3 1,-149-10-1,199 1-9,1-1 0,-1-2 0,-42-15 0,57 16-240,1 0-1,0-2 0,0 1 0,1-2 0,0 0 1,0 0-1,1-2 0,-17-15 0,-6-20-3855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6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10 112 12869,'-9'8'4129,"24"-16"-3921,1-1-844,7-11-673,15-11-943,-13 8-1524,13-6-2473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7.5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1 332 6161,'41'-14'1377,"-41"14"-1351,1 0-1,-1-1 1,0 1 0,1 0 0,-1 0-1,0-1 1,1 1 0,-1 0 0,0 0-1,0-1 1,1 1 0,-1 0-1,0-1 1,0 1 0,0 0 0,0-1-1,1 1 1,-1 0 0,0-1 0,0 1-1,0 0 1,0-1 0,0 1-1,0 0 1,0-1 0,0 1 0,0-1-1,0 1 1,0 0 0,0-1 0,0 1-1,0 0 1,0-1 0,0 1-1,-1 0 1,1-1 0,0 1 0,0 0-1,0-1 1,-1 1 0,1 0 0,0-1-1,0 1 1,-1 0 0,1 0-1,0-1 1,0 1 0,-1 0 0,1 0-1,0-1 1,-1 1 0,0 0 0,1 0 35,0 0 0,0 0 1,-1-1-1,1 1 1,0 0-1,0 0 0,-1 0 1,1 0-1,0-1 1,0 1-1,0 0 0,-1 0 1,1-1-1,0 1 1,0 0-1,0 0 1,0-1-1,0 1 0,-1 0 1,1 0-1,0-1 1,0 1-1,0 0 0,0-1 1,0 1-1,0 0 1,0-1-1,0 1 0,0 0 1,0 0-1,0-1 1,0 1-1,0 0 0,0-1 1,1 1-1,-1 0 1,7-6 197,1 1 0,-1 0 0,1 0 1,0 1-1,0 0 0,1 0 0,-1 1 1,1 0-1,0 1 0,0 0 0,15-2 1,14 1 490,60 2 1,-36 2-90,1685-50 2532,-745-19-5309,-334-10-4869,-323 30-570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2.6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477 0 8553,'22'12'4229,"-25"8"-928,-2 28-1538,-3 1-1,-20 69 1,-40 91-554,43-138-832,-159 436-1229,86-269-3418,39-99-3468,38-81 625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2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956 20 7125,'0'0'92,"0"-1"1,0 0 0,0 0-1,0 0 1,0 1 0,0-1-1,0 0 1,0 0 0,0 1-1,-1-1 1,1 0 0,0 1-1,-1-1 1,1 0 0,0 0-1,-1 1 1,1-1 0,-1 1-1,1-1 1,-1 0 0,1 1 0,-1-1-1,0 1 1,1-1 0,-1 1-1,1 0 1,-1-1 0,0 1-1,0 0 1,1-1 0,-1 1-1,0 0 1,1 0 0,-1 0-1,0-1 1,0 1 0,0 0-1,-1 0 1,2 1 4,0-1 0,0 1 0,-1-1 0,1 1 0,0 0 0,0-1 1,0 1-1,0-1 0,0 1 0,0-1 0,0 1 0,0 0 0,0-1 0,0 1 0,0-1 0,0 1 0,0-1 0,0 1 1,1 0-1,-1-1 0,0 1 0,0-1 0,1 1 0,-1-1 0,0 1 0,1 0 0,7 16 680,43 84 1109,-5 1 1,57 186-1,-79-199-1556,-3 1-1,-4 1 1,-5 0-1,3 145 1,-16-185-302,-2 0-1,-3-1 1,-1 0 0,-3 0 0,-2 0 0,-2-1-1,-2-1 1,-2-1 0,-46 86 0,27-75-413,-2-2-1,-2-2 1,-3-1-1,-2-3 1,-3-1 0,-1-3-1,-2-2 1,-2-2-1,-2-3 1,-2-2-1,-1-3 1,-1-2 0,-2-3-1,-1-3 1,-77 21-1,129-43-1,0-2-1,-1 1 0,1-2 0,-23 1 1,29-2-6,0 0 1,0-1-1,0 1 1,0-1-1,0-1 1,0 1-1,0-1 1,0 0 0,0 0-1,1 0 1,-1-1-1,-6-4 1,-14-20-5139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3.3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19 5573,'-8'-16'1888,"2"13"-426,5 4-1334,0 0-1,0 0 1,0 1 0,0-1-1,1 0 1,-1 0 0,0 1-1,1-1 1,-1 0-1,1 1 1,-1-1 0,1 1-1,0-1 1,0 2-1,-8 64 1546,8-66-1649,-19 420 3511,6-149-2401,-9 121 1087,18-367-1905,2 0-1,0 0 0,2 0 0,5 39 0,-5-64-294,0 1-1,1-1 1,-1 1 0,1-1-1,-1 1 1,1-1 0,-1 1-1,1-1 1,0 0 0,0 1-1,0-1 1,0 0 0,0 0-1,0 0 1,0 0 0,0 1 0,0-1-1,0-1 1,1 1 0,-1 0-1,0 0 1,1 0 0,-1-1-1,0 1 1,1 0 0,-1-1-1,1 0 1,-1 1 0,1-1-1,-1 0 1,1 0 0,-1 0-1,1 0 1,0 0 0,-1 0 0,1 0-1,-1 0 1,1-1 0,-1 1-1,1 0 1,-1-1 0,1 0-1,-1 1 1,0-1 0,1 0-1,1-1 1,31-22-45,-1-2 1,-1-2-1,-1 0 1,43-54-1,-1-1-657,-19 21 39,120-134-1808,176-154-3697,-230 235 3538,-41 40-174,3 3-775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3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753 3 6033,'0'-1'93,"1"1"0,0 0 0,-1-1 0,1 1 0,0 0 0,-1 0 1,1 0-1,0-1 0,0 1 0,-1 0 0,1 0 0,0 0 1,0 0-1,-1 0 0,1 0 0,0 0 0,0 1 0,-1-1 1,1 0-1,0 0 0,0 1 0,-1-1 0,1 0 0,0 1 0,0 0 1,-7 17 2729,-2-1-3027,-52 136 1713,-197 447 581,-24 17-5048,218-472 1407,-6 14-2218,41-72 358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3.7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540 29 7309,'0'-2'161,"0"1"1,0 0 0,1 0 0,-1-1 0,0 1 0,0 0-1,1 0 1,-1 0 0,1-1 0,-1 1 0,1 0-1,0 0 1,-1 0 0,1 0 0,0 0 0,0 0-1,-1 0 1,1 0 0,0 0 0,0 1 0,0-1-1,0 0 1,0 1 0,0-1 0,1 0 0,-1 1-1,0-1 1,2 0 0,0 1-5,-1 0 1,1 0-1,0 1 0,-1-1 0,1 0 1,0 1-1,0 0 0,-1-1 0,1 1 1,-1 0-1,1 1 0,3 1 0,5 3 129,-1 1 0,1 1 0,-1 0 0,14 14 0,-9-4 56,0 0-1,-2 1 0,0 1 1,-1 0-1,-1 1 0,-1 1 1,10 28-1,-4 0 150,-1 1 1,7 59-1,-15-57-353,-2-1-1,-2 1 0,-2 0 0,-3 0 0,-2 0 0,-3 0 0,-2-1 0,-2 0 0,-2-1 1,-3 0-1,-1-2 0,-3 1 0,-50 87 0,28-67-621,-4-2-1,-2-2 1,-3-2-1,-3-3 1,-65 57 0,-95 57-5380,157-130 1890,13-4-1898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3.8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7573,'44'6'1516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4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2785 259 10333,'16'-22'1580,"0"-1"0,19-41 0,-26 50-705,-7 10-602,0 0 1,1 0 0,-1 0-1,0 0 1,-1 0-1,1 0 1,-1-1 0,0 1-1,0-1 1,0 1 0,0-8-1,-1 3-21,1 4-117,-1-1 1,0 1 0,-1-1-1,1 1 1,-1 0 0,-2-9-1,3 13-109,-1-1-1,0 1 1,1 0-1,-1 0 1,0-1-1,0 1 1,0 0-1,0 0 1,0 0-1,0 0 1,0 0-1,0 0 1,0 0-1,0 0 1,-1 0-1,1 0 1,0 1-1,0-1 1,-1 0-1,1 1 1,-1-1-1,1 1 1,-1 0-1,1 0 1,0-1-1,-1 1 1,1 0-1,-1 0 1,1 0-1,-1 0 1,1 1-1,-3-1 1,-9 2 49,1 1 0,-1 0 0,0 1 0,1 1 0,0 0 0,-21 11 0,-70 51 253,65-41-252,-60 41 52,3 4-1,3 4 0,-102 109 1,164-151-114,3 2 0,0 1 1,3 1-1,1 1 0,1 1 0,2 1 1,-14 44-1,17-34 1,2 0 0,3 1-1,2 1 1,2 0 0,-3 88 0,12-6 2,-7 144-1,3-248-45,-2 1 0,0-1-1,-2 1 1,-2-2 0,0 1-1,-25 49 1,19-54-128,0 0 0,-2-2 0,-1 0 0,-1-1 0,-1-1 0,-1 0 0,0-2 0,-2 0 0,0-2-1,-30 17 1,5-6-317,-1-3-1,-1-1 0,-2-3 0,-77 21 0,19-16-738,0-4 1,-141 9-1,-230-13-5252,256-20 910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8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1 207 4968,'0'0'6194,"2"-3"-5465,9-5-289,0 0 1,0 0-1,1 1 1,0 1-1,0 0 0,1 0 1,26-7-1,102-17 558,-128 27-841,139-15 594,261 0 0,-233 15-704,679 2 314,-301 4-349,1213 3-612,347-32-2265,-1501-5-2847,-336 11-618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9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35 103 4276,'-6'-5'497,"5"4"-226,0 0 1,-1 0-1,1 1 0,0-1 1,0 0-1,-1 0 1,1 0-1,-1 1 1,1-1-1,-1 1 1,-2-1-1,4-19 1607,1 18-1625,-1 0 0,0-1 0,0 1 0,0 0 1,0 0-1,-1-1 0,1 1 0,-1 0 1,1 0-1,-1 0 0,0-1 0,1 1 0,-1 0 1,-2-3-1,0 1 248,5 2-434,-1 0 1,0 1 0,1-1 0,-1 1 0,1-1-1,0 1 1,0-1 0,-1 1 0,1 0 0,0 0-1,0 0 1,0 0 0,0 0 0,0 1 0,0-1-1,0 0 1,0 1 0,1 0 0,-1-1-1,0 1 1,4 0 0,54 4 656,-47-3-531,88 4 863,163-13-1,-32-1-515,2214 70 1043,1649 178-3244,-2377-190-4732,-1669-50 5519,74-10 0,-87 5-1393,41-13 0,-30 4-1262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31.0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99 412 11393,'-6'6'449,"-1"0"0,1 1 1,0 0-1,1 0 0,-1 1 0,2-1 0,-1 1 1,1 0-1,0 0 0,0 1 0,1-1 0,0 1 1,1 0-1,-2 11 0,-9 70 1213,3 1 0,3 98 0,11-76-670,4-1 0,46 217 0,-33-234-773,103 416 708,-80-361-660,84 195 0,-49-183-155,-69-145-92,1-1 0,0 0 0,1 0 0,1-1 1,0-1-1,1 0 0,16 12 0,-24-21-25,1-1 1,-1 0-1,1-1 1,0 1-1,0-1 0,0-1 1,1 1-1,-1-1 1,0 0-1,1-1 1,0 0-1,-1 0 0,1-1 1,0 0-1,-1 0 1,1-1-1,-1 1 1,1-2-1,-1 1 0,1-1 1,-1 0-1,0-1 1,1 0-1,-1 0 1,-1 0-1,8-5 0,8-7-28,0 0-1,-1-2 0,-1 0 0,0-1 0,-1-1 1,20-27-1,180-261-148,-25-18-125,-185 310 278,189-344-909,4-5-274,127-180-1576,-226 388-77,172-196 1,-118 193-62,-130 136 2158,1 1 0,2 1 0,0 1-1,36-17 1,-63 35 541,0 0-1,1 0 1,-1 0-1,1 1 1,0 0 0,-1-1-1,1 1 1,0 0-1,0 1 1,-1-1-1,1 1 1,0-1 0,0 1-1,0 1 1,0-1-1,6 1 1,16 12-2657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31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1134 37 7129,'-3'-15'2622,"11"24"681,-2-2-2782,-4-8 125,1 0 1,0-1-1,-1 1 0,1-1 0,-1 0 0,1 0 0,-1 1 0,3-5 0,3-10 278,-8 16-907,0 0 0,-1-1 0,1 1 0,0 0 0,0 0 0,0 0 0,0-1 0,0 1 0,0 0 0,0 0 0,0 0 0,-1 0 0,1-1 0,0 1 0,0 0 0,0 0 0,0 0 0,0 0 0,-1 0 0,1 0 0,0 0 0,0-1 0,0 1 0,-1 0 0,1 0 0,0 0 0,0 0 0,0 0 0,-1 0 0,1 0 0,0 0 0,0 0 0,0 0 0,-1 0 0,1 0 0,0 0 0,0 0 0,0 0 0,-1 0 0,1 0 0,0 1 0,-36 13 625,28-10-663,-29 15 198,2 3 1,-40 30 0,16-11-71,-35 28-86,-120 112 0,-72 100-1365,65-61-508,117-105 904,102-114 999,7-3 188,72-46 511,-52 31-357,46-24 0,-47 31-293,0 1 0,1 1 0,0 1 0,0 1 0,0 1 0,1 1 0,-1 2 0,1 0 1,0 2-1,0 1 0,-1 1 0,1 1 0,-1 1 0,1 1 0,-1 2 0,-1 0 0,1 2 0,-1 0 0,-1 2 0,0 0 0,0 2 0,27 21 0,-9-4-593,-2 2-1,-1 1 1,-1 3 0,-2 0-1,-2 3 1,50 73-1,-73-96-615,2-1-1,25 27 1,-30-36-407,0 1 0,1-1 0,16 10 0,-9-8-4968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31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0 11377,'-22'28'1714,"1"1"0,-20 39 0,32-51-1148,1 0 0,0 1 1,2 0-1,0 0 0,-6 35 0,-16 76 496,-1 7-558,1 124 147,27-249-627,0 0 0,1 0 1,2 22-1,-2-31-22,0 0-1,0 0 1,0 0-1,1 0 1,-1-1-1,1 1 0,-1 0 1,1 0-1,0 0 1,0 0-1,0 0 1,0-1-1,0 1 1,0 0-1,0-1 1,0 1-1,1-1 1,-1 1-1,1-1 1,-1 0-1,1 0 1,-1 1-1,1-1 1,0 0-1,0-1 1,-1 1-1,1 0 1,0 0-1,4 0 1,2-1 5,1 0 0,0 0 0,-1-1 1,1-1-1,-1 1 0,0-1 0,0-1 1,0 1-1,0-2 0,0 1 0,13-8 0,10-8 86,41-34-1,-41 30-8,239-206 344,-64 49 224,-153 139-220,2 2 0,62-34 0,-91 59-217,0 0 0,1 2 0,1 1 0,0 1 0,43-10 0,-60 18-158,-1 1 1,1 0-1,0 0 1,0 1-1,0 1 0,0 0 1,-1 0-1,1 1 1,0 0-1,-1 1 0,1 0 1,-1 1-1,0 0 1,0 1-1,-1 0 0,1 0 1,-1 1-1,9 7 0,-3 0-52,0 1 0,-1 1 0,-1 0 0,0 0 0,-1 2 0,-1-1 0,0 2-1,-1-1 1,10 26 0,4 20-713,23 96 0,-22-70-134,14 58-1292,-24-82-365,3-1 0,3-1-1,38 81 1,-32-101-1534,6-5-1996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32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290 712 13245,'-23'18'617,"16"-14"-377,0 1 1,1 1-1,-1-1 0,1 1 1,0 0-1,0 1 0,1-1 1,0 1-1,0 0 0,0 1 1,-3 8-1,-12 43 1178,2 1 0,-15 104 0,7-8-499,-10 275-1,24-174-678,-1 34-298,10-170-556,3-118 212,2-7-547,9-24 634,-1 0 1,-2-1-1,-1 1 1,-1-2-1,2-32 1,2-6 99,63-495-171,-28 185 1136,-26 234-403,65-372 1107,-83 515-1452,56-225 530,-40 167-294,44-96 0,-60 153-232,0-1 0,0 1 0,0 0 1,0 0-1,0 0 0,1 0 1,-1 0-1,1 0 0,-1 0 0,1 0 1,0 0-1,0 1 0,0-1 0,0 1 1,0-1-1,0 1 0,0 0 0,4-2 1,-5 3-6,-1 0 0,1 0 0,-1 0-1,1 0 1,0 0 0,-1 0 0,1 0 0,-1 1 0,1-1 0,0 0 0,-1 0 0,1 1 0,-1-1 0,1 0 0,-1 0 0,1 1 0,-1-1 0,1 1 0,-1-1 0,1 0 0,-1 1 0,1-1 0,-1 1 0,0-1 0,1 2 0,0 0 5,0 0-1,0 0 1,0 1-1,0-1 1,-1 1-1,1-1 1,-1 0 0,1 1-1,-1 3 1,-1 10-6,0-1 0,-1 1 0,-1-1 0,-7 23-1,9-31-2,-22 65-294,-4-1 0,-63 121 0,70-151 84,-48 87-1320,-93 130 1,141-225 1227,1 1-1,-18 47 1,19-42 254,17-37 82,1 0 0,-1 0 1,0 0-1,1 0 0,-1 0 1,1 0-1,-1 0 0,1 0 0,0 0 1,0 0-1,0 0 0,0 0 1,0 0-1,1 0 0,-1 0 0,1 0 1,-1 0-1,1 0 0,-1 0 0,1-1 1,0 1-1,0 0 0,0 0 1,0-1-1,1 1 0,-1 0 0,0-1 1,1 1-1,2 1 0,4 4 185,1-1-1,0-1 0,0 1 0,17 6 1,6 4 79,-22-8-160,0 0 0,-1 0 0,0 1 0,0 0 0,0 1 0,-1 0 0,6 11 0,153 237 1249,-120-172-1176,197 339 392,-192-344-617,4-3-1,3-2 1,73 71-1,-116-131-65,1-1-1,0-1 1,2-1-1,-1 0 1,1-1-1,1-2 0,0 0 1,0 0-1,1-2 1,1-1-1,-1-1 0,28 5 1,-24-7-33,-1-2 0,1-1 1,0-1-1,0-1 0,-1-1 0,1-1 0,-1-1 1,0-2-1,0 0 0,43-18 0,-19 2 19,-1-3-1,-1-2 1,-1-1 0,-2-3-1,-1-1 1,62-62-1,198-250-156,-295 336 245,83-107 977,145-243 0,-234 356-429,-4 3-493,0 0 0,1 1 0,-1-1-1,1 1 1,-1 0 0,1 0-1,0 0 1,0 0 0,-3 3 0,1 2-7,0 1 0,0 0 0,1 0 0,-4 17 0,-4 10 65,6-24-81,1 0 1,0 0-1,1 1 0,0-1 1,1 1-1,0 0 0,1 0 1,0-1-1,1 1 0,0 0 1,1 0-1,3 15 0,-3-27-21,1 1-1,-1-1 1,0 0-1,1 1 0,-1-1 1,1 0-1,-1 0 1,1 0-1,-1 0 0,0 0 1,1-1-1,-1 1 1,3-1-1,-4 1-1,3 0 0,-1-1-1,0 0 0,1 1 0,-1-1 0,0 0 0,1 0 0,-1-1 1,0 1-1,0 0 0,0-1 0,0 1 0,0-1 0,0 0 0,0 1 0,-1-1 1,1 0-1,-1 0 0,1 0 0,-1 0 0,0 0 0,1-1 0,-1 1 1,0 0-1,0-4 0,2-4-6,-1 1-1,0-1 1,0 1 0,-1-18-1,-1 16-26,-1 0-1,0 0 1,-1 1-1,0-1 1,0 0-1,-2 1 1,1-1-1,-1 1 0,-1 0 1,-9-16-1,-6-5-291,-42-51-1,37 52-3,-2 0 1,0 2-1,-2 2 1,-1 0-1,-1 2 0,-1 1 1,-1 2-1,-48-24 1,20 18-1671,-65-20 0,97 38-252,-1 2 1,-35-5-1,38 10-2901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33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11 981 10629,'-10'3'3242,"9"-8"-1464,13-17-890,5-13-219,-1-45 586,8-101 1,-21 147-1015,2 0-1,1 0 0,1 1 1,2 0-1,2 1 0,1 0 1,22-43-1,-22 54-197,0 0 0,1 0 0,2 2 0,0-1 0,1 2 0,0 0 0,2 1 1,0 1-1,1 1 0,0 0 0,26-13 0,-34 21-29,1 2 0,0-1 1,1 2-1,-1-1 0,1 2 1,0 0-1,0 0 0,0 1 1,0 1-1,17 0 0,-21 1-11,-1 1 0,1 0 0,-1 0 0,1 1 0,-1 0 0,0 1 0,0 0 0,0 0 0,0 0 0,-1 1 0,1 0 1,-1 1-1,0 0 0,0 0 0,-1 0 0,0 1 0,7 6 0,-2 2-32,-1 1 0,0-1 0,-1 1-1,-1 1 1,0 0 0,-1 0 0,-1 0 0,0 1 0,-1 0 0,-1 0 0,-1 1 0,0-1 0,-1 1 0,-1-1 0,-2 27 0,-1-11-186,-2 0 1,-1 0 0,-2-1-1,-1 1 1,-1-1 0,-2-1 0,-19 38-1,23-54 150,0-1 0,-2-1 0,0 0 0,0 0 0,-1 0 0,-1-1 0,0-1 0,0 0 0,-1 0-1,-1-1 1,0-1 0,0 0 0,0-1 0,-16 7 0,28-15 64,0 1 0,0-1-1,0 1 1,-1-1 0,1 0-1,0 1 1,0-1 0,0 0-1,-1 0 1,1 0 0,0 0 0,0 0-1,-1 0 1,1 0 0,0 0-1,0 0 1,-1-1 0,1 1-1,0 0 1,0-1 0,-2 0 0,2 0-4,0 0 0,1 0 1,-1 0-1,0 0 0,1 0 1,-1 0-1,1 0 1,-1 0-1,1 0 0,-1 0 1,1 0-1,0 0 0,0 0 1,-1-1-1,1 1 1,0 0-1,0 0 0,0-2 1,1-5-7,0 1 0,1-1 0,-1 1 0,1 0 0,6-14 0,9-16 150,2 1-1,47-67 1,61-57 33,-96 123-87,33-40 84,91-82-1,-118 126-142,1 1-1,2 2 0,1 2 1,65-33-1,-94 54-13,0 2 0,1 0 0,-1 0 0,1 1 0,0 1 0,24-4 0,-32 7-8,-1 0 0,0-1 0,0 2 0,0-1 0,0 0 1,0 1-1,0 0 0,0 0 0,0 0 0,0 1 0,0-1 0,0 1 0,-1 0 0,1 0 0,-1 0 0,1 0 0,-1 1 0,0-1 0,0 1 0,0 0 0,0 0 0,0 0 0,-1 0 0,1 1 0,-1-1 0,2 5 0,1 2 2,-2-1-1,1 1 0,-1 0 1,-1 0-1,1 0 0,-2 0 1,0 0-1,0 1 1,0-1-1,-2 0 0,1 0 1,-3 16-1,-5 11 1,-23 73 1,24-87-22,-21 58-243,-56 112 0,61-139 97,21-50 57,10-21 44,20-32 45,2 0-1,63-78 0,-58 82 35,4-5-29,1 2 0,3 2 0,2 2 0,67-52 0,-103 89 14,1 0 0,0 1 0,1 0-1,15-6 1,-25 11-3,1 0 1,0 0-1,0 0 0,0 1 0,1-1 0,-1 1 1,0-1-1,0 1 0,0 0 0,0-1 0,0 1 1,1 0-1,-1 1 0,0-1 0,0 0 1,0 1-1,0-1 0,0 1 0,0-1 0,0 1 1,0 0-1,0 0 0,0 0 0,0 0 0,0 0 1,0 1-1,-1-1 0,1 0 0,0 1 0,-1 0 1,2 1-1,-2-1 0,0 0 0,-1 0 0,1 0 0,-1 0 0,1 0 0,-1 0 0,0 0-1,0 0 1,0 0 0,0 0 0,0 0 0,0 0 0,0 0 0,-1 0 0,0 2 0,-9 28-28,2-17-26,0 1-1,0-2 0,-1 1 0,-1-1 0,-13 14 0,-63 59-832,-82 53-2013,102-89 1418,20-18-961,-1-2 1,-81 38-1,127-68 2320,-40 20-3414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34.0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190 183 9813,'0'0'5936,"-1"4"-5031,-137 396 2177,126-361-3132,1 0-1,2 0 0,2 1 0,1 1 0,0 57 0,6-91 21,1 0-1,-1 0 0,1 0 1,1 0-1,-1 0 0,1 0 1,0-1-1,1 1 1,0-1-1,4 9 0,-5-11 27,1-1 0,-1 1-1,1-1 1,0 1-1,0-1 1,0 0-1,1 0 1,-1-1 0,1 1-1,0-1 1,-1 1-1,1-1 1,0 0 0,0-1-1,0 1 1,1-1-1,-1 1 1,8 0-1,6-1 0,0 0-1,0-2 1,0 0 0,0-1-1,0 0 1,0-2-1,-1 0 1,1-1-1,-1-1 1,0 0-1,-1-2 1,0 0-1,19-11 1,25-20 65,109-91-1,-151 115-35,325-270 434,-212 191-423,-131 94-30,1 0-1,0 0 0,0 0 0,-1 0 0,1 0 1,0 1-1,-1-1 0,1 0 0,0 0 1,0 1-1,-1-1 0,1 0 0,-1 1 0,1-1 1,0 0-1,-1 1 0,1-1 0,-1 1 0,1-1 1,-1 1-1,1-1 0,-1 1 0,2 1 0,8 12 51,-8-5-38,-1 0 0,0 1 0,-1-1 0,0 1 0,-1-1 0,0 1-1,-3 13 1,2-4-21,1-2-78,0 1 1,2-1-1,0 0 0,1 1 1,1-1-1,0 0 0,1 0 1,1-1-1,1 1 0,11 21 0,-16-34 6,1-1 0,-1 1 0,1-1 0,0 1 0,0-1 0,1 0 0,-1 0 0,1 0 0,-1 0-1,1-1 1,0 1 0,0-1 0,0 1 0,1-1 0,-1 0 0,0 0 0,1-1 0,-1 1 0,1-1 0,0 1-1,0-1 1,-1 0 0,1-1 0,0 1 0,0-1 0,0 0 0,0 1 0,-1-2 0,7 0 0,8-2-197,-1 0 0,1-2 1,-1 0-1,0-1 0,17-9 1,-21 10 113,70-34-414,-2-3 0,132-91 0,-49 13 257,-136 97 316,0-2 1,-1-1 0,33-42 0,-50 54 120,0 1 1,-2-1-1,1-1 0,-2 0 0,0 0 0,0 0 0,5-25 1,-4 17 230,0 0 1,1 1 0,19-34 0,-27 55-156,-1 1-195,1 1 1,-1 0 0,0 0-1,0-1 1,1 1 0,-1 0-1,0-1 1,1 1 0,-1 0-1,0-1 1,1 1 0,-1 0-1,1-1 1,-1 1 0,1-1-1,-1 1 1,1-1 0,0 1-1,0 0-10,0 0-1,0-1 0,0 1 0,0 0 1,-1 0-1,1-1 0,0 1 1,-1 0-1,1 0 0,-1 0 1,1 0-1,-1 0 0,1 0 1,-1 0-1,0 0 0,1 0 0,-1 0 1,0 0-1,0 2 0,0 35-403,1-36 357,0 1 0,0-1 0,1 0 0,-1 1 0,0-1 0,1 0 0,-1 0-1,1 0 1,0 0 0,-1 0 0,1-1 0,0 1 0,0 0 0,4 1 0,0-1-90,0 0 0,0-1-1,0 0 1,0 0 0,0-1-1,0 0 1,9 0-1,6 0-190,6 0-231,0-1-1,0-1 1,0-1 0,-1-2 0,1 0-1,-1-2 1,0-1 0,-1-1 0,29-14-1,-15 5-1347,2 1-79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18:34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0 146 6473,'0'0'4249,"13"-5"-3879,-8 3-330,1 0 0,-1 0-1,1 1 1,-1 0 0,1 0-1,-1 1 1,1 0 0,0 0 0,-1 0-1,1 0 1,8 3 0,32 0 3,-36-2 643,0 0 1,1 1-1,12 4 0,-20-5 790,-3-5-1565,2-1 0,-1 1 0,0-1 0,1 1 0,-1 0 0,1 0 0,1-1 1,-1 2-1,0-1 0,1 0 0,0 0 0,0 1 0,5-5 0,11-16-2711,-2-2-823,12-11-1558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26.5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3915 544 4164,'0'-3'282,"-1"-1"1,1 1-1,0-1 0,1 1 0,-1-1 0,0 0 0,1 1 0,0-1 0,0 1 0,0 0 0,0-1 0,0 1 0,1 0 0,0 0 0,-1 0 0,5-6 0,-4 5-53,1 0-1,-2-1 0,1 1 1,0-1-1,-1 0 0,0 0 1,0 1-1,0-10 0,-1 14-218,0-3 62,0 0 0,0 0 1,0 1-1,-1-1 1,0 0-1,1 1 0,-1-1 1,0 1-1,0-1 0,0 1 1,-1-1-1,1 1 1,0 0-1,-1-1 0,0 1 1,0 0-1,1 0 1,-1 0-1,0 0 0,0 1 1,-5-4-1,-7-4 187,0 0 0,-25-10 0,9 4-151,-16-11 91,-84-34 0,27 26-51,-180-35 0,170 45 20,40 3 115,52 15-163,1 0 0,-31-4 0,35 7-65,0-1-1,-26-9 1,26 8-2,0 0 1,0 1-1,-22-3 0,-41-3-29,-79-6 63,-128 16 34,133 8-160,-268 22 398,336-19-240,1 4 0,1 4 0,0 3 0,-122 51 0,137-40-27,1 4 0,-112 81 0,124-74 29,2 3 0,2 2 0,2 2 0,3 2 1,-59 87-1,52-66-1,-84 125 500,64-89-427,-49 80 212,99-152-372,12-20 5,0 1 0,1 1 0,-8 22 0,7-11 2,1 1-1,2-1 1,1 2 0,1-1-1,2 1 1,0 50-1,9 0-10,3 0-1,5 0 1,2-1-1,5-1 1,51 138-1,-60-198 0,0 0 0,2-1 0,0 0 0,1-1 0,1-1 0,0 0 0,24 20 0,-28-27-26,1 0 1,0 0-1,0-1 1,1-1-1,27 15 1,28 17-190,25 15 253,198 84 0,-93-49-6,-45-20 51,227 71 0,-312-120-108,1-3 0,1-4 0,1-2 0,88 4 0,-76-14-23,-22 0 1,0-2 1,87-11-1,-10-11 8,175-50 0,-259 52 15,67-34-1,-52 22 11,-36 14 0,0-2 0,-2-1-1,44-35 1,-33 23-37,9-8-7,86-89-1,34-63-82,-93 102-28,4-12 253,96-158-1,-162 236-67,-1 0-1,-1 0 0,-1-1 0,-2-1 0,0 0 0,9-36 0,-10 23 30,-7 26-26,1 0-1,-1-1 1,-1 1 0,1-22 0,-8-43 39,-2 0 1,-30-126 0,16 119-91,-34-84 0,-86-153-80,76 184 140,-1 18-82,4 14 92,57 98-70,0 0 1,0 0-1,-1 0 0,0 1 1,0 0-1,-1 0 1,0 0-1,0 1 1,-1 0-1,1 1 1,-1 0-1,-1 0 1,1 0-1,-1 1 1,-14-5-1,-4 2-35,-1 1-1,0 1 1,-52-2 0,48 6-55,-1-3-1,-43-9 1,62 10 115,12 2-15,-1 1-26,-23-5 21,22 4-3546,27-1-10158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27.8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1006 72 4912,'-2'-13'1195,"-1"0"-1,0 1 0,-7-19 1,9 28 1279,-3 3-1362,1 1-963,0-1 0,0 1 0,0-1 0,0 1 0,0 0 0,-1 0 0,2 1 0,-1-1 0,0 0 0,0 1 0,0 0-1,1 0 1,-1 0 0,1 0 0,-1 0 0,-2 3 0,-36 50 1145,23-30-756,-344 513 2860,38 25-4608,289-499 561,-65 132-2045,90-171 1787,1 0 1,1 0 0,1 0-1,1 1 1,1 0 0,-1 31-1,8-27-2180,4-13-982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28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484 215 5469,'-49'-83'1655,"47"79"-1377,-1 0 1,1 0-1,0-1 0,0 1 1,0-1-1,1 0 0,-1 1 1,1-1-1,1 0 0,-1 0 0,1 0 1,-1 0-1,1 0 0,1-8 1,0 10-151,0 1 0,0-1 1,0 1-1,0-1 0,1 1 0,-1 0 1,1 0-1,-1-1 0,1 1 0,0 0 1,0 0-1,0 1 0,0-1 0,0 0 1,0 1-1,0-1 0,0 1 1,1 0-1,3-2 0,3 0 14,0 0 0,1 1 1,-1 0-1,1 1 0,-1 0 0,1 0 0,0 1 0,0 1 1,-1-1-1,1 2 0,13 2 0,33 11-66,-2 2 0,0 3 0,-1 1 1,-1 3-1,-1 3 0,-2 1 0,0 3 0,-2 2 0,-2 2 0,-1 1 0,-2 3 1,-1 1-1,-2 2 0,-3 2 0,-1 2 0,-2 0 0,30 59 0,-44-71-120,-2 1-1,-1 0 1,-2 1-1,-2 1 0,12 57 1,-19-68-137,-2 0 0,-1 0 0,-1 1 0,-1-1 0,-1 1 0,-2-1 1,-8 39-1,7-48 66,-2 0 1,0 0-1,0-1 1,-2 0-1,0 0 1,-1 0-1,0-1 1,-1-1-1,-1 0 1,0 0-1,-1-1 1,-16 14-1,2-6 31,-2-2 0,0 0-1,0-2 1,-2-1 0,0-2 0,-60 21-1,-201 40 330,275-71-210,-390 68 948,155-31-280,225-37-602,0 1-1,0 2 1,1 1 0,-30 12-1,55-19-90,-1-1 0,0 0 0,0 1-1,1-1 1,-1 0 0,0 1 0,1-1 0,-1 1 0,0-1 0,1 1-1,-1-1 1,0 1 0,1-1 0,-1 1 0,1 0 0,-1-1 0,1 1-1,-1 0 1,1-1 0,0 1 0,-1 0 0,1 0 0,0-1 0,0 1-1,0 0 1,-1 0 0,1 0 0,0-1 0,0 3 0,1-2-3,-1 1 0,1 0 1,0-1-1,0 1 1,0-1-1,0 1 1,0-1-1,0 0 0,0 1 1,0-1-1,0 0 1,1 0-1,1 2 1,4 2-14,1 0 1,0 0 0,0-1 0,13 6-1,20 3-145,1-2 0,61 9-1,91 3-369,-148-19 419,230 16-893,0-13 0,292-31-1,-454 14 768,0-6 0,-1-5 0,202-64 0,-270 69 254,-1-2-1,-1-2 0,-1-2 0,0-2 1,-2-1-1,-1-2 0,-1-2 0,-1-2 1,51-54-1,-69 63-65,-1 0 0,-1-1 0,0-1 0,-2 0 1,14-32-1,-18 34-283,-1 0 0,11-40 0,-18 49-703,0-1-1,-1 1 1,0-25-1,0 14-1942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29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2422 37 6697,'3'-1'187,"-1"1"0,1-1 0,-1 0 0,1 0 0,-1 0 0,0-1 0,1 1 0,-1 0 0,0-1 0,0 0 0,2-2 1,-2 2 11,0 0 1,1 1-1,-1-1 1,0 0-1,1 1 1,-1-1 0,0 1-1,1 0 1,0 0-1,-1 0 1,1 0 0,0 0-1,0 0 1,-1 1-1,1-1 1,0 1 0,0 0-1,3 0 1,14 2 231,-1 0 0,1 1 0,-1 1 0,30 10 0,-19-1-255,0 1 1,0 2-1,-2 0 0,0 2 1,0 1-1,-2 1 1,-1 2-1,0 0 0,31 38 1,-54-57-184,1 0 0,-1-1 1,0 1-1,0 0 0,0 0 0,-1 0 0,1 0 1,-1 1-1,1-1 0,-1 0 0,0 1 0,-1-1 1,1 0-1,0 1 0,-1-1 0,0 1 1,0-1-1,0 1 0,0-1 0,-1 1 0,1-1 1,-1 1-1,0-1 0,0 0 0,0 1 1,0-1-1,0 0 0,-1 0 0,0 0 0,0 0 1,0 0-1,-4 5 0,-1-1-46,0 0-1,-1 0 1,0-1-1,0 0 1,-1-1 0,1 0-1,-1 0 1,0-1-1,-1 0 1,-10 3-1,-25 5-178,0-2 0,-81 9-1,-98-8-88,141-8 213,-1061 5-325,918-11 348,204 3 77,-738-27-1025,720 24 762,25 3-24,-1-1 0,1-1-1,-1 0 1,-29-9-1,45 10 198,-1 1 0,0 0 0,0-1 0,1 1 0,-1 0 0,0-1 0,0 1 0,1-1 0,-1 1 0,0-1 0,1 0 0,-1 1 0,1-1 0,-1 0 0,1 1 0,-1-1 0,1 0 0,-1 0 0,1 1 0,0-1 0,-1 0 0,1 0 0,0 0 0,0 1 0,0-1 0,-1 0 0,1 0 0,0 0 0,0 0 0,0 0 0,0 1 0,1-1 0,-1 0 0,0 0 0,0 0 0,0 0-1,1 1 1,-1-1 0,0 0 0,1 0 0,-1 1 0,1-1 0,0-1 0,25-14-4013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29.3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766 61 6961,'1'-6'7,"0"0"1002,1 0 1,-1 0 0,1-1 0,1 1-1,-1 0 1,8-11 4678,-25 29-4215,5 1-1230,0 0 0,1 1 0,0 0 0,-9 22 0,-4 6 74,-320 618 1411,219-413-2414,-55 174-6629,165-388 6018,-11 35-3117,10-4-2337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29.7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0 10229,'2'4'1300,"6"6"-625,-7-9-604,0 1 1,0-1-1,0 0 0,0 1 0,0-1 0,0 0 0,0 1 0,-1-1 0,1 1 1,0 0-1,-1-1 0,1 1 0,-1 0 0,0-1 0,1 1 0,-1 0 0,0-1 0,0 1 1,0 0-1,0-1 0,-1 1 0,1 0 0,0-1 0,-1 1 0,1-1 0,-1 1 1,0 0-1,1-1 0,-2 3 0,-10 27 503,2 1 0,1 1 1,1 0-1,-5 59 0,5-35-173,2-17-314,1 1-1,3 0 0,1 0 0,2 0 0,2 0 1,1-1-1,2 1 0,20 65 0,-20-89-149,0-1 0,1 1 0,1-2 0,1 1-1,0-1 1,1 0 0,1-1 0,0 0 0,19 17-1,-19-21 20,-1-1 0,2-1 0,-1 0 0,1 0 0,0-1 0,1-1 0,-1 0 0,1-1 0,1 0 0,-1-1 0,1 0 0,18 2 0,-1-2 20,0-1 1,0-1 0,1-1 0,-1-2 0,1-1 0,-1-2 0,0-1 0,0-1 0,-1-1 0,30-13 0,-3-5 201,-2-4 0,65-43 1,10-6 1394,-127 77-1105,-8 4-249,0 1 0,0-1 0,0 1 0,1 0 0,-9 9 0,-6 6-23,-1-3-54,-36 34 63,34-26-1079,-34 49 1,31-33-1074,1 1 0,2 1 0,1 1 0,-23 73 1,28-59-4950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0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18 626 6869,'-2'-3'128,"-1"-2"218,1-1 0,-1 1 0,1-1-1,-3-11 1,5 15-218,0-1 0,0 1-1,0 0 1,0-1 0,0 1 0,1 0-1,-1-1 1,1 1 0,-1 0 0,1 0-1,0-1 1,0 1 0,0 0-1,0 0 1,0 0 0,2-2 0,24-36 2203,-9 12 292,43-51 0,-53 70-2393,1 1 0,0 1 0,0-1 1,0 1-1,1 1 0,0 0 0,0 0 0,0 1 0,18-6 1,-21 8-182,0 0 1,0 1-1,0 0 1,1 0-1,-1 1 1,1 0-1,-1 1 1,1-1-1,-1 1 1,1 1-1,-1-1 1,1 1-1,-1 1 1,1-1-1,-1 1 1,0 1-1,0-1 1,0 1-1,0 0 1,0 1-1,-1 0 1,1 0-1,-1 0 1,0 1 0,7 6-1,4 8-5,-1 0-1,-1 1 1,0 1-1,-2 0 1,-1 1-1,0 0 1,-2 1-1,0 0 1,6 25-1,5 26-44,17 124 0,-30-144-225,-3 1 0,-2-1 0,-3 1 0,-2-1-1,-2 1 1,-3-1 0,-27 104 0,31-148 162,0-1-1,-1 1 1,0-1-1,0 0 1,-1 0 0,-1 0-1,1-1 1,-1 0 0,-12 12-1,15-17 44,0 0-1,-1 0 1,0 0 0,1-1-1,-1 1 1,0-1-1,0 0 1,-1 0-1,1-1 1,0 1-1,-1-1 1,1 0 0,0 0-1,-1 0 1,1-1-1,-1 0 1,0 0-1,1 0 1,-1 0-1,1 0 1,-1-1 0,-6-2-1,7 2 8,-1-1 0,1 0-1,0-1 1,0 1 0,-1-1-1,2 0 1,-1 0 0,0 0 0,1 0-1,-1-1 1,1 0 0,0 1-1,0-1 1,0 0 0,1-1 0,-1 1-1,1 0 1,0-1 0,-2-6-1,-2-8 44,0-1-1,1 1 0,-2-25 0,5 26 4,2 0-1,0 0 0,1 1 0,0-1 0,2 0 1,0 1-1,1 0 0,7-21 0,2 2-1,1 1 0,34-60-1,-12 38-140,1 2 0,4 1 0,1 2 0,3 3 0,2 1 0,61-48 0,-15 24-1039,3 4-1,172-92 1,-150 102-521,2 4 1,190-56-1,-65 46-2821,-155 46 1460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1.2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1213 21 6049,'-27'-19'1092,"26"18"-1005,1 1 1,-1 0-1,0 0 0,0 0 1,1 0-1,-1 0 1,0 0-1,0 0 1,0 0-1,1 0 0,-1 0 1,0 1-1,0-1 1,1 0-1,-1 1 1,0-1-1,0 0 0,1 1 1,-1-1-1,0 1 1,1-1-1,-1 1 1,1-1-1,-1 1 1,1-1-1,-2 2 0,-4 3 492,-93 8 2063,57 2-2358,1 2 0,0 1 0,1 3 0,-71 48 1,35-21-301,-16 9-1065,2 4 0,-100 89 0,148-104 307,30-30 391,10-15 209,5 2 69,1 3 83,-4-4 15,1-1-1,0 0 1,0 0-1,-1 1 0,1-1 1,0 0-1,0 0 1,0 0-1,0 0 1,1 0-1,-1 0 1,0 0-1,0 0 1,1-1-1,-1 1 1,0 0-1,1-1 0,-1 1 1,0-1-1,1 1 1,-1-1-1,1 0 1,-1 0-1,1 0 1,-1 0-1,1 0 1,-1 0-1,0 0 0,1 0 1,-1 0-1,3-1 1,57-13 192,-39 8-184,1 1 0,-1 1 0,1 1 0,0 0 0,0 2 0,0 1 0,24 3 0,-13 3 118,-27-4 5,0 0 0,1-1 0,-1 0-1,1 0 1,-1-1 0,1 1-1,-1-2 1,1 1 0,-1-1-1,1 0 1,10-4 0,30-5 2101,-21 6-1286,4-5 5,27-5 361,-54 14-1243,0 0-1,0-1 1,0 1 0,0 1-1,0-1 1,0 0-1,0 1 1,0 0-1,0 0 1,0 0-1,-1 1 1,6 2 0,-4-2-29,-1 1 0,0-1 0,0 1 0,0 0 0,0 0 0,-1 1 0,1-1 0,-1 1 0,0 0 0,0 0 0,0 0 0,-1 0 0,1 0 1,2 7-1,6 15 19,-1 0 1,-1 0 0,-2 1 0,0-1 0,-2 2-1,-1-1 1,-1 1 0,-1-1 0,-2 1 0,-3 33-1,-3-3-77,-4 0 0,-1 0 0,-4-1-1,-2-1 1,-2-1 0,-2 0-1,-3-2 1,-3 0 0,-34 51 0,-11 5-528,-149 170 1,-114 71-520,170-204 700,163-145 338,0 1 0,0-1 0,0 1 0,-1-1 0,1 0 0,-1 0-1,1 0 1,-1 0 0,1-1 0,-1 1 0,0-1 0,-3 1 0,5-1 14,0 0 0,0 0 1,1 0-1,-1 0 0,0 0 1,0 0-1,0-1 0,0 1 1,1 0-1,-1 0 0,0-1 1,0 1-1,1-1 0,-1 1 1,0-1-1,1 1 0,-1-1 1,0 1-1,1-1 0,-1 1 1,1-1-1,-1 0 0,1 1 1,-1-1-1,1 0 0,-1 1 1,1-1-1,0 0 0,-1 0 1,1 1-1,0-1 0,0 0 1,0 0-1,0 0 0,-1 0 1,1-1-1,0-8-133,1 0-1,0 0 1,0 0-1,1 0 1,0 0 0,0 0-1,1 0 1,7-14-1,43-77-903,-26 54 687,6-9-127,3 0-1,2 3 1,75-82-1,154-126-181,-87 90 1064,204-195 1033,-296 283-1148,87-65-192,-144 126-563,1 2 0,2 1 0,68-29 0,-94 44 34,0 1-1,0 1 0,0 0 1,1 0-1,-1 0 0,0 1 1,15 0-1,15 5-1985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31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89 3856,'22'-57'84,"-25"39"-1236,16 4 336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5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1944,'7'14'532,"5"-28"-16,1 0 1016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6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369 412 4824,'79'-107'6986,"-40"60"-4103,-37 44-2455,-1 2-334,-1-1 0,1 1-1,0-1 1,0 1 0,0-1 0,0 1-1,0 0 1,0-1 0,0 1-1,0 0 1,0 0 0,0 0-1,1 0 1,-1 0 0,0 0 0,1 0-1,1-1 1,0 1 33,-1-1 1,0 1-1,0-1 1,0 1-1,0-1 1,0 0-1,-1 0 0,1 0 1,2-2-1,-3 2-35,0-1 0,0 1 1,0 0-1,0-1 0,0 1 0,0-1 0,-1 1 0,1-1 0,-1 0 0,0 1 0,1-1 0,-1 1 0,0-1 0,-1 0 0,1 1 0,0-1 1,-1 1-1,0-1 0,1 1 0,-1-1 0,-1-2 0,0-2 11,1-1 0,0 0 0,0 0 0,1 1 1,0-1-1,0 0 0,2-9 0,0 1-61,-2 12-46,1 2 11,-1 0-1,1 0 1,0 0-1,-1 0 0,1 0 1,-1-1-1,0 1 1,1 0-1,-1 0 0,0 0 1,0 0-1,-1 0 1,1-1-1,0 1 1,-1 0-1,1 0 0,-1 0 1,0 0-1,-1-2 1,2 2-5,-1 1-1,0 0 1,0 0 0,1-1 0,-1 1 0,0 0 0,0 0-1,0 0 1,0 0 0,0 0 0,-1 1 0,1-1 0,0 0-1,0 0 1,0 1 0,-1-1 0,1 1 0,0-1 0,-1 1 0,1-1-1,-1 1 1,1 0 0,0 0 0,-1-1 0,1 1 0,-1 0-1,-2 1 1,-49 13 0,1 2-1,1 2 1,-54 27-1,63-26-22,24-12-5,0 2 0,0 0 0,1 1 1,0 0-1,-28 25 0,39-30 10,0 1 1,1 0-1,0 0 0,0 0 1,1 1-1,-1-1 0,1 1 1,1 0-1,0 1 0,0-1 1,0 0-1,1 1 0,0 0 1,0-1-1,1 1 0,-1 12 1,3 11 12,1 0 1,2 0-1,1 0 1,1 0-1,11 30 1,10 53-159,-3 9-105,-9-58 113,-4 1-1,6 106 0,-18-143 133,-1 0-1,-10 42 0,9-54 47,2-14-65,16-29-148,2 9 181,1 1 1,40-28 0,7-6-6,18-18 10,169-107-1,-240 167 64,0 1 0,0 1-1,1 0 1,0 1 0,0 0-1,14-3 1,-25 8-47,1-1 0,0 1 1,-1 0-1,1-1 0,-1 1 0,1 0 0,0 0 0,-1 1 1,1-1-1,0 1 0,-1-1 0,1 1 0,-1 0 0,1 0 1,-1 0-1,0 0 0,1 0 0,-1 0 0,0 1 0,0-1 1,0 1-1,0 0 0,0 0 0,0-1 0,0 1 0,0 0 0,-1 1 1,1-1-1,-1 0 0,0 0 0,1 1 0,-1-1 0,0 0 1,0 1-1,-1-1 0,1 1 0,0 5 0,5 22-164,-2 0 0,-1 0 0,-2 1 0,-3 50 0,-7-29-946,6-38-97,0 1 0,0 22 0,-3 16-4874,2-30 72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6.2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84 9017,'22'-20'1424,"-12"8"-164,-1-2-240,4 5-220,3 4-152,0-1 232,-3 0-660,2 1-284,5 2-848,-5 0 132,8 14-176,-1-2-256,-6 2-2136,0 1-1665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6.9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0 168 8477,'16'-3'907,"-10"2"-483,0 0 0,1-1 0,-1 0 0,0 0 1,0 0-1,0-1 0,0 0 0,5-4 0,-2 3-140,-1 0-1,1 1 1,-1 0-1,1 0 1,0 0-1,0 1 1,0 1-1,1 0 1,-1 0-1,17 1 0,-24 0-256,1 0 0,0 0 0,-1 1 0,1-1-1,0 1 1,-1-1 0,1 1 0,-1 0 0,1 0-1,-1 0 1,0 1 0,1-1 0,-1 0-1,0 1 1,0 0 0,0-1 0,0 1 0,0 0-1,0 0 1,0 0 0,-1 0 0,3 4 0,-2 2-20,0 0 1,0 0-1,-1 0 1,1 1-1,-2-1 1,1 0-1,-1 1 1,-1-1-1,0 0 1,-2 12-1,1-8-22,-1-1 0,0 0 0,0-1-1,-1 1 1,-1-1 0,0 1-1,-7 9 1,3-5-59,0 0-1,1 1 0,0 0 1,1 0-1,-8 32 1,12-37 52,1 0 1,0 0 0,1 0 0,0 0-1,0 0 1,1 0 0,1 0 0,0 0-1,1 0 1,3 15 0,0-9-98,0 1 0,-1-1 1,-2 1-1,1 0 0,-2 0 1,-1 0-1,0-1 0,-3 22 1,-1-28 28,0-1 1,-1 0-1,0 0 0,0 0 1,-2 0-1,1-1 1,-1 0-1,-10 10 1,15-17-13,15-19-76,10-9 237,0 2-1,2 0 0,1 1 0,54-36 1,-31 23-24,7-3-15,2 1-1,1 4 1,2 2-1,69-26 1,-116 53-26,0 0 1,0 1-1,1 0 0,-1 1 0,1 1 1,0 0-1,0 1 0,0 1 0,0 0 1,-1 1-1,1 0 0,25 7 0,-23-5 17,-1-2 0,1 1 0,-1-2 0,1 0 1,-1-1-1,0-1 0,1-1 0,30-8 0,25-7-24,-1-3-1,-2-4 1,0-2 0,-2-3 0,-1-4 0,-1-2 0,-2-2 0,80-67 0,-45 9 36,-97 95-46,-1 0 21,0 0 1,0 0-1,-1 0 1,1 1 0,0-1-1,-1 0 1,1 0-1,0 1 1,-1-1-1,1 0 1,-1 1 0,0-1-1,1 0 1,-1 1-1,1-1 1,-1 1-1,0-1 1,1 1 0,-1-1-1,0 1 1,0-1-1,1 1 1,-1 0-1,0 0 1,0-1 0,-1 1-1,-21-3 3,12 5 1,1 1 1,-1 1-1,1 0 0,-1 0 1,1 1-1,0 0 1,-9 7-1,-10 5-41,-36 17-349,3 3 0,-65 49 0,114-74-234,1 0 0,0 1 0,0 0 0,1 1 0,-15 26 0,14-21-2455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7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26 4844,'-16'-11'1465,"0"22"1991,3-25-4944,1 3-900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7.7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5007 275 5444,'-34'-24'462,"-54"-34"1067,46 33-902,-1 2 0,-1 2 0,-1 3 0,-92-26 0,50 23-321,-1 5 0,-1 4 0,0 3 0,-151 5 0,83 18-88,1 7 0,1 7-1,-203 63 1,-436 198 268,-64 121 66,628-276-229,-334 255 0,457-303-210,-167 172 0,232-213-84,3 2 1,2 1 0,2 2-1,3 2 1,1 0-1,-31 78 1,51-102-26,2 1 0,1 0-1,1 1 1,2 0 0,1 0 0,1 0 0,1 0-1,2 0 1,1 1 0,1-1 0,2 0 0,1 0-1,2 0 1,0-1 0,2 0 0,1 0-1,2-1 1,21 39 0,-3-17-27,2-2 1,2-1-1,3-2 1,1-1-1,2-2 1,1-2-1,3-2 0,81 55 1,-27-30-4,2-5 0,2-5 1,153 57-1,-94-53 4,3-8 1,2-6-1,290 34 0,-205-54 1,476-18 0,-479-22-4,415-83 1,290-166 35,-716 178 47,429-225-1,-557 249 95,-2-4-1,104-89 1,-137 94-3,-2-4 0,-3-2 0,73-97 0,-111 125-63,-2-2 1,-3 0 0,-1-2-1,-2-1 1,-2 0-1,-2-2 1,19-73 0,-31 90-61,-1 0 0,-1-1 1,-2 1-1,-1-1 0,-1 0 1,-2 0-1,-1 1 0,-1-1 1,-2 1-1,-2 0 0,0 0 1,-2 0-1,-15-32 0,2 19 2,-2 2 0,-1 0-1,-3 2 1,-1 1 0,-2 1 0,-2 2-1,-1 1 1,-1 2 0,-57-41 0,-1 9-140,-2 4 1,-199-93 0,-425-120-3258,673 259 2568,-1 2 1,-68-11 0,58 15-706,27 4-1328,10 9-930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8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372 12 4712,'8'-11'6160,"-12"27"-4228,-15 32-1205,-11 21 32,-74 189 738,51-101-1055,-26 81-742,59-167-1120,-15 99 0,6-13-4767,22-116 2269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8.7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23 5637,'7'-4'377,"1"1"1,-1 0-1,1 0 1,-1 0 0,1 1-1,0 0 1,11 0-1,-18 2-314,0 0 0,0 0 0,-1 0 0,1 0-1,0 1 1,0-1 0,-1 0 0,1 1-1,0-1 1,0 0 0,-1 1 0,1-1 0,0 1-1,-1-1 1,1 1 0,-1-1 0,1 1-1,-1 0 1,1-1 0,-1 1 0,1 0 0,-1-1-1,1 2 1,0 0 153,3 3-40,-1-1-1,0 1 1,0 0-1,-1-1 1,1 1-1,-1 1 1,0-1-1,0 0 1,1 9 0,5 51 507,-5-39-425,-1 4-73,-1-1 1,-2 0-1,-1 0 1,-1 1 0,-13 54-1,5-42-168,-2-1 0,-2-1-1,-28 54 1,25-59-140,4-6-160,-1-1 0,-1-1 0,-21 27 0,35-52 58,20-16-168,149-150 195,-138 138 253,359-300 621,-378 319-640,16-12 98,54-30 0,-74 45-82,0 1 0,1 0 0,-1 1 0,1 0 0,0 0 0,0 0 0,0 0 0,0 1 0,0 1 0,0-1 0,0 1 0,0 0 0,0 0 0,14 3 0,-17-1-3,1 0 0,0 1 0,-1-1 0,1 1 0,-1 0-1,0 0 1,0 0 0,0 0 0,0 1 0,-1 0 0,1-1 0,-1 2-1,0-1 1,0 0 0,-1 0 0,1 1 0,-1-1 0,0 1 0,2 6-1,2 7 94,-1 0 0,0 1-1,2 34 1,1 254 606,-5-56-2578,-1-220 1232,1 3-1446,-2 39-1,-2-49-852,9-5-998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49.6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577 330 5076,'5'-7'528,"0"0"0,0 0 0,1 0-1,0 1 1,0 0 0,1 0 0,12-9-1,28-26 1198,-32 24-1285,-1-1 0,21-35 0,-30 46-351,-1 0 0,0-1 0,-1 0 0,0 0 0,0 0 0,-1 0 0,1 0 0,-2 0 0,1 0 1,-1-16-1,0 22-82,-2 0 0,1 1 0,0-1 0,0 1 1,0-1-1,-1 1 0,1-1 0,-1 1 0,1-1 1,-1 1-1,0 0 0,1-1 0,-1 1 1,0 0-1,0-1 0,0 1 0,0 0 0,0 0 1,0 0-1,0 0 0,-1 0 0,1 0 0,0 0 1,0 0-1,-1 1 0,1-1 0,-1 0 1,1 1-1,-1-1 0,1 1 0,-1 0 0,1-1 1,-1 1-1,1 0 0,-1 0 0,1 0 0,-3 0 1,-5 1 9,-1 0 1,1 1-1,0 0 1,-18 6-1,16-5 5,4 0-16,-12 3 9,0 1 0,0 0 0,1 2 0,-27 16 0,-95 58 73,88-50-72,1 1 1,2 3-1,1 3 0,2 1 0,-41 48 1,79-81-22,1 1 0,0 0 0,0 1 0,1 0 0,0 0 0,-8 20 0,12-27 4,1 1 0,0-1 0,0 0 0,0 1-1,0 0 1,0-1 0,1 1 0,0-1 0,0 1 0,0 0 0,0-1 0,0 1 0,1 0 0,-1-1 0,1 1 0,0-1 0,0 1 0,1-1-1,-1 0 1,1 1 0,-1-1 0,1 0 0,0 0 0,0 0 0,4 4 0,0-2-1,0-1-1,0 0 1,0-1 0,0 0-1,1 0 1,0 0 0,-1-1-1,1 1 1,0-2 0,0 1-1,0-1 1,0 0 0,0 0-1,14-1 1,6-1-24,0-1 1,46-10-1,-31 2-9,0-2 0,-1-1 0,60-30 0,110-70-68,-112 57 37,1 2 75,-98 53-3,20-3 62,-20 3-67,0 0-1,0 1 0,0-1 0,0 1 0,0 0 1,0-1-1,1 1 0,-1 0 0,0 0 0,0 0 1,0 1-1,0-1 0,3 1 0,14 5 2,0-2 0,1 0 0,-1-1-1,1-1 1,0-1 0,38-3 0,-48 1-23,80 0 58,-83 1-78,1 1 0,-1 0 1,0 0-1,0 0 0,0 1 1,0 0-1,0 1 0,0 0 1,10 6-1,-15-8-229,1 0-296,6 4 543,-7-4-26,0 0 1,-1 0 0,1 0-1,0-1 1,0 1 0,0 0-1,0-1 1,-1 1 0,1-1 0,0 0-1,0 1 1,0-1 0,0 0-1,0 0 1,0-1 0,0 1-1,0 0 1,3-1 0,63-33-57,-66 33 79,18 1 5,-14 1-6,-1 0 1,1 0-1,0 0 1,0 1-1,9 3 1,-8-2-2,-3-3-23,1 1 1,0-1-1,0 0 1,-1-1-1,1 1 1,0-1-1,0 0 1,-1 0-1,9-3 1,1 1 1,75-23 34,-86 26 76,-1 1 99,0 0-155,-1 0 0,0 0 1,1 0-1,-1 0 0,0 0 0,1 0 0,-1 1 0,0-1 1,0 0-1,0 1 0,0-1 0,0 1 0,0-1 1,-1 1-1,1-1 0,0 1 0,0 3 0,-4 36 45,3-41-50,-12 60 101,7-34-87,0 0 0,-2 43 0,8-68-9,-1 0 0,0 0-1,1 0 1,-1 0 0,1-1 0,-1 1-1,1 0 1,-1 0 0,1-1 0,0 1 0,-1 0-1,1-1 1,0 1 0,-1-1 0,1 1 0,0-1-1,0 1 1,-1-1 0,1 0 0,2 1-1,19 7 204,-18-6-153,0-1-25,-1-1-1,1 1 0,0-1 1,-1 0-1,1 0 0,0 0 0,0 0 1,-1-1-1,1 1 0,0-1 1,-1 0-1,1 0 0,-1-1 1,1 1-1,5-4 0,53-32 458,-61 37-481,10-9-26,1 0 0,-1-1-1,0 0 1,-1 0 0,-1-1 0,1-1 0,-2 0 0,0 0 0,0 0 0,-1-1 0,0 0 0,-1-1-1,-1 1 1,0-1 0,-1 0 0,-1 0 0,0-1 0,1-18 0,-3 23-93,-1 0 0,0 0 0,-1 0 0,0 1 1,-1-1-1,0 1 0,-1-1 0,0 1 0,0-1 0,-1 1 1,0 0-1,0 1 0,-1-1 0,0 1 0,-1 0 0,-8-10 1,6 10-597,-1 0 1,0 0 0,-1 0-1,1 1 1,-19-9 0,12 8-2102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50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57 4752,'8'15'555,"-1"0"-1,0 0 1,-2 0-1,1 1 0,-2 0 1,0 0-1,-1 0 1,-1 1-1,1 28 0,-4 9 392,-12 87-1,8-111-688,0 0 0,-2-1-1,-1 1 1,-13 28 0,20-55 611,4-5-847,-1 1 1,1 0 0,0-1-1,-1 0 1,1 0 0,-1 1-1,0-1 1,4-4-1,0 1-45,55-40-1181,2 3 0,92-45 0,-79 46-200,98-70-1,-128 73 1409,82-87 0,-58 53 1364,-37 42-658,-30 27-32,-2 6-449,1 2-206,-1 0 0,0 0 0,0 0 0,-1 1 0,1-1 0,-1 0 0,0 0 1,0 0-1,-1 0 0,0 1 0,1-1 0,-2 0 0,1 0 0,-1 0 0,0 0 0,0-1 1,-3 8-1,-1 3-17,1 1-1,-3 20 1,7-32 109,1-1-99,0 50 73,1-2 151,-7 52-134,-33 183 1,26-224-442,-33 89 1,39-131-29,-2 0 1,0-1-1,-1 0 0,-1-1 0,-1 0 1,0-1-1,-1 0 0,-20 19 1,-48 38-3590,67-64 2685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50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0 341 6353,'32'-75'1580,"-7"38"-144,-2 0-180,-1 6-104,0 2-116,-3 3 40,3 1-400,-3-1-120,-9 17-120,6-5-192,0 0-424,3 5-436,-3 1-656,9 8-9477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52.6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1826 4908,'1'0'135,"0"0"-1,0 0 0,0 1 1,0-1-1,0 0 0,0 0 1,0-1-1,0 1 0,0 0 1,0 0-1,0 0 0,0-1 1,0 1-1,0-1 0,0 1 1,0-1-1,0 1 0,1-1 1,-6-16 2420,1 12-2645,2 2 2034,-2 3-1718,-1 1-1,1-1 1,0 1 0,0-1 0,-1 1 0,1 0 0,0 0 0,-6 3 5693,8-6-5829,0 0 0,-1 0 0,1-1 0,0 1 0,0 0 0,1-1 0,-1 1-1,0 0 1,1-1 0,0 1 0,-1-1 0,1 1 0,0-1 0,0 1-1,0-1 1,1 1 0,-1-1 0,1 1 0,-1-1 0,3-3 0,20-57 756,-15 46-674,42-122 214,43-101-209,48-53-1633,285-441 1,-368 640 307,14-21-1672,-67 107 2251,1 1 0,-1 0-1,1 0 1,1 1 0,-1-1-1,12-7 1,-16 13-1462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54.7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0 301 5372,'0'-29'1733,"0"28"-1622,0 0 0,0 0 0,0 0 0,1 0 0,-1 1 0,0-1 0,1 0 0,-1 0 0,0 0 0,1 0-1,-1 0 1,1 0 0,-1 0 0,1 1 0,0-1 0,-1 0 0,1 0 0,0 1 0,0-1 0,-1 0 0,1 1 0,0-1 0,2 0-1,-1-1 299,39-37 2210,-27 25-2081,1 0 0,1 0 1,0 2-1,34-22 0,-1 11-309,0 2 1,81-22-1,-59 27-682,56 0-648,-103 14 737,-1 1-1,1 1 1,-1 1-1,1 0 1,-1 2-1,0 1 1,30 9-1,28 17-4108,-43-13 226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58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840 38 3548,'-45'-12'1067,"36"10"2393,11 0-3024,22-17 237,-22 17 1583,-23 8-1825,18-6-405,-2 2 25,0 0 0,1-1 0,-1 1 0,1 1 0,-1-1 0,1 1 0,0 0 0,-4 3 0,6-5-40,-176 134 869,142-105-820,1 2 0,2 1 0,2 2 0,0 1 0,3 2 0,-46 78 0,69-106-36,0 1 1,1 0 0,0 1 0,0-1-1,2 1 1,-1-1 0,1 1 0,1 0-1,0 0 1,1 0 0,2 18 0,1-11 1,1 0 0,0-1 0,2 0-1,0 0 1,1 0 0,16 28 0,16 26 86,39 77 48,-67-124-117,-1 0-1,-1 1 0,-1 0 0,4 30 0,-10-46-35,-1 0 1,-1 0-1,0 0 0,0 0 1,-1 0-1,0-1 1,-1 1-1,0 0 0,-1 0 1,0-1-1,0 0 0,-1 1 1,0-1-1,0-1 1,-1 1-1,-1-1 0,1 0 1,-1 0-1,-1 0 0,-12 12 1,-1-3 14,-1 0 0,0-2 0,-1 0-1,0-1 1,-2-2 0,-38 16 0,35-16-137,-52 13 0,67-22-192,1-1-1,0-1 0,-1 0 0,1 0 0,-1-1 0,1-1 1,-17-2-1,27 2 210,0 0 0,0 0 0,0 0 0,1 0 0,-1 0 0,0 0 0,1-1 0,-1 1 1,1 0-1,-1 0 0,1 0 0,0-1 0,0 1 0,-1 0 0,1 0 0,0-1 0,0 0 0,0 1-119,0-1 27,-1 0 0,1 0 1,0 0-1,0 0 1,0 0-1,0 0 1,0 0-1,0 0 1,0 0-1,1 0 0,-1 0 1,1 0-1,-1 0 1,1 0-1,0 0 1,0 0-1,0 1 0,0-1 1,0 0-1,0 1 1,2-3-1,20-30-2919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1:59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 5072,'-9'20'7765,"13"-21"-6802,30-6-76,0 1 0,1 2 0,66 0 0,110 16-258,-156-7-574,-44-4-94,300 18-1869,-229-18-475,146-17 1,-160 9-1029,-4 8-1514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0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1421 4264,'-2'3'487,"-5"16"123,6-7 2679,-31-24-1199,24 1-1021,-4-3-11,11 10-875,0 0 0,0 1 0,1-1 0,-1 0 0,1 1 0,0-1 0,0 0 0,0 0 0,1 1 0,-1-1 0,1 0 0,0 1 0,0-1 0,0 0 0,3-5 0,3-6 306,1 1 1,15-21-1,5-9 458,-8 10-637,2 1 1,0 1 0,3 1-1,0 1 1,2 1 0,41-34 0,198-137-415,-257 193 94,456-281-2615,-309 197 1221,-2 8-842,172-65 1,-174 82 450,34-11-2303,-102 44 1224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1.2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372 27 4972,'0'-10'-895,"0"-6"6344,-6 28-1107,-1 14-3156,-7 49 0,2-6-393,-80 367 1006,14-86-2406,29-141-1552,-4-38-923,14-56-1476,18-29-884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1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66 6077,'27'-51'2592,"-25"48"627,-1 1-2853,1 1 0,0 0 1,0 0-1,0 0 0,0 0 0,0 0 0,0 0 0,0 1 0,1-1 0,-1 1 0,3-1 0,-4 1-463,0 0 0,0 0 0,0 0 0,0 1 1,0-1-1,0 0 0,0 1 0,0-1 0,0 1 0,0-1 1,0 1-1,0-1 0,-1 1 0,1 0 0,0-1 0,0 1 0,-1 0 1,1 0-1,0-1 0,-1 1 0,1 0 0,-1 0 0,1 0 1,-1 0-1,1 0 0,-1 0 0,0 0 0,1 1 0,-1 0-53,0 1-1,0-1 1,-1 0-1,1 1 1,-1-1-1,1 0 0,-1 0 1,0 1-1,0-1 1,1 0-1,-4 4 1,-3 4-962,0 0 1,0 0-1,-12 11 1,19-21 1090,-13 13-4194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2.2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19 455 4568,'-1'0'52,"1"0"-1,-1 0 1,1 0-1,-1 1 0,1-1 1,-1 0-1,1 0 1,-1 0-1,0 0 0,1 0 1,-1 0-1,1 0 1,-1 0-1,0 0 0,1-1 1,-1 1-1,1 0 0,-1 0 1,1 0-1,-1-1 1,1 1-1,-1 0 0,1-1 1,-1 1-1,1 0 1,-1-1-1,1 1 0,0 0 1,-1-1-1,1 1 1,-1-1-1,1 1 0,0-1 1,0 1-1,-1-1 1,1 1-1,0-1 0,0 0 1,-1 1-1,1-1 1,0 1-1,0-1 0,0 1 1,0-1-1,0 0 0,16-29 302,15-29-413,-2 3 446,4-3 185,-24 41-347,1 1 0,0 1 1,1-1-1,20-22 0,-12 20 113,1 0 1,1 1-1,0 1 0,1 1 1,33-19-1,-53 34-306,0 0-1,-1 1 1,1-1-1,0 0 1,0 0-1,0 1 1,0-1-1,0 1 1,0 0-1,0-1 1,0 1-1,0 0 1,0 0-1,0 0 1,0 1-1,0-1 1,0 0 0,0 1-1,-1-1 1,1 1-1,0 0 1,0 0-1,0-1 1,0 1-1,-1 0 1,1 1-1,0-1 1,-1 0-1,1 0 1,-1 1-1,0-1 1,1 1-1,-1-1 1,0 1-1,0-1 1,0 1 0,0 0-1,0 0 1,0-1-1,0 1 1,0 3-1,2 4 21,0 1 0,0 0-1,-1 0 1,0 0 0,-1 0-1,0 17 1,-2 8 17,-2-1 1,-1 0-1,-2-1 0,-19 62 1,-59 128 34,17-54-32,52-111-58,17-56-66,0-1 0,-1 0-1,1 0 1,0 0 0,0 0 0,0 0-1,0 0 1,1-1 0,-1 1-1,0-1 1,0 1 0,5-1 0,6 0-301,0-2 1,0 1 0,1-2 0,-1 0 0,-1 0-1,1-1 1,0-1 0,-1 0 0,23-14 0,19-6-2650,1 2-279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2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2250 8 4192,'-82'-5'510,"-121"2"1236,149 8-1332,0 2 0,0 2 0,1 2 0,0 3 0,1 2 0,1 3 0,1 1 0,1 3 0,-68 42 0,20-2-47,2 4-1,4 5 0,-113 112 1,106-84-276,5 4 0,5 3-1,5 5 1,4 3 0,5 3 0,6 4 0,5 2 0,-76 215 0,114-262-237,3 1 1,3 1-1,4 1 0,4 0 1,3 0-1,3 1 1,4 0-1,11 93 0,-3-124 45,2-1-1,2 0 1,2-1 0,3-1-1,1 0 1,25 48-1,-23-60 38,2-1-1,1-1 1,1-1-1,1-1 1,2-1-1,2-1 1,0-1-1,44 32 1,-28-29-12,2-1 0,0-2-1,2-3 1,1-1 0,1-3 0,0-2 0,102 24 0,-81-30 8,0-3 0,1-3 1,-1-4-1,1-2 0,100-12 1,-63-4 18,0-5 0,202-65 0,-166 33 134,199-103-1,-193 74-12,249-177 0,-305 185-8,-4-4 1,-3-4 0,109-130-1,-155 159-24,-2-2 1,-3-1-1,-2-2 0,-2-1 0,-3-2 0,-3-1 0,33-110 1,-49 127 38,-2 0 0,-1-1 1,-3 0-1,-2 0 0,-2-49 1,-3 57 2,-2 0 1,-2 1-1,-1-1 1,-2 1 0,-1 1-1,-27-62 1,11 46 18,-2 2 1,-2 0-1,-2 2 0,-3 1 1,-1 2-1,-2 1 1,-2 2-1,-2 2 1,-58-42-1,18 23 37,-3 3 1,-1 4-1,-3 4 1,-135-51-1,101 55-225,-2 4-1,-2 7 0,0 4 0,-2 7 0,-151-7 0,190 27-836,1 4-1,0 4 0,-173 36 1,136-11-1546,7 9-613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4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1060 5256,'1'1'98,"0"-1"-1,0 0 0,-1 0 0,1 0 0,0 0 1,0 0-1,-1 0 0,1 0 0,0 0 0,-1 0 0,1-1 1,0 1-1,0 0 0,-1 0 0,1-1 0,0 1 0,-1 0 1,1-1-1,-1 1 0,1 0 0,0-1 0,-1 1 0,1-1 1,-1 1-1,1-1 0,-1 1 0,1-1 0,-1 0 1,0 1-1,1-1 0,-1 0 0,0 1 0,1-1 0,-1 0 1,0 1-1,0-1 0,0 0 0,0 1 0,1-1 0,-1 0 1,0 0-1,0 1 0,0-1 0,0 0 0,-1-1 0,2-3 29,0 2 1595,19-17 395,56-30 229,-16 12-1017,42-36-553,4 5-1,143-69 0,-97 67-3042,154-98 0,-297 164 2160,259-179-3350,-82 36-1264,-95 82 845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4.3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19 176 7273,'-3'-10'285,"-11"-38"2116,13 45-2211,1 0-1,0 0 1,0 0 0,0 0-1,0 0 1,0 0 0,0 0-1,1 0 1,0 0 0,0 0-1,-1 0 1,2 0 0,-1 1-1,2-4 1,5-8 777,-3 5-272,0 0 0,1 0 0,0 1 0,13-14 0,-8 45 726,-5 9-1101,-1 1 0,-2-1 0,-1 1-1,-1 0 1,-5 42 0,0 19-11,7 193 43,-7 322-6121,-13-436-806,10-95 656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4.9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1082 28 6985,'0'0'24,"0"0"1,0 0-1,1 1 0,-1-1 1,0 0-1,1 0 1,-1 0-1,0 0 1,1 0-1,-1 0 1,0 0-1,1 0 1,-1 0-1,0 0 1,0 0-1,1 0 1,-1 0-1,0 0 0,1 0 1,-1 0-1,0 0 1,1-1-1,-1 1 1,0 0-1,0 0 1,1 0-1,-1 0 1,0-1-1,0 1 1,1 0-1,-1 0 1,0-1-1,0 1 0,1 0 1,-1 0-1,0-1 1,0 1-1,0 0 1,0 0-1,0-1 1,1 1-1,-1 0 1,0-1-1,0 1 1,0 0-1,0-1 0,0 1 1,0 0-1,0-1 1,0 1-1,0 0 1,0-1-1,0 1 1,0 0-1,0-1 1,-1 1-1,1 0 1,0 0-1,0-1 1,-15-16 844,13 17-791,0 0-1,-1-1 0,1 1 1,0 0-1,-1 0 1,1 0-1,0 1 1,-1-1-1,1 0 0,0 1 1,0 0-1,-1-1 1,1 1-1,-3 2 1,-8 4 84,0 2 1,0-1 0,0 2 0,1 0-1,-11 12 1,-4 2 45,-44 43 128,2 3 1,4 3 0,-92 134 0,91-108-196,-89 182 1,-19 126 9,132-292-131,-32 149 0,56-179-30,3 1 0,-4 136 0,18-181-14,3 0 0,1 0 0,2 0 0,1 0 0,3-1 0,1 0 0,2 0 0,22 51 0,-23-67 0,2-1 0,0 0 0,1-1-1,1 0 1,1-1 0,1 0 0,1-2-1,1 0 1,1-1 0,0-1 0,1-1-1,1-1 1,46 25 0,-36-27 18,0-1 1,0-1 0,1-2-1,0-1 1,1-2 0,0-1-1,0-1 1,0-2 0,0-2-1,67-8 1,-37-1 2,-1-4 0,0-2-1,-1-3 1,112-49 0,-90 27-67,-3-4-1,-1-4 0,-2-3 1,-3-3-1,-2-3 1,-3-4-1,-2-3 0,-3-2 1,79-107-1,-106 120 20,-2-1-1,-2-2 0,-3-2 1,47-120-1,-64 136 50,-1-1 0,-2 0-1,-2 0 1,-2-1-1,-2 0 1,-2 0 0,-2 0-1,-5-55 1,-1 56 27,-1 0 1,-3 0-1,-2 1 1,-1 0-1,-19-42 0,20 60-8,-2 0 0,0 1-1,-1 0 1,-1 1 0,-1 1-1,-1 0 1,-1 2 0,-1 0-1,-30-24 1,27 27-105,0 1-1,-1 1 0,-1 2 1,0 0-1,-1 1 1,0 2-1,0 0 1,-1 2-1,0 0 1,-1 2-1,1 1 1,-1 1-1,0 2 1,0 0-1,0 2 0,0 1 1,1 1-1,-1 1 1,-48 15-1,-6-3-2881,68-14 2038,-30 6-2574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5.7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265 127 8613,'2'-26'514,"-1"22"-363,-1-1-1,1 0 1,-1 0 0,0 0-1,0 0 1,0 0 0,-1 1-1,0-1 1,0 0 0,0 0-1,0 1 1,-3-7 0,3 9 18,1 0 0,0 0 0,0 0 0,0 0 0,0 1 1,1-1-1,-1 0 0,0 0 0,1 0 0,-1 0 0,1 1 1,0-1-1,-1 0 0,1 1 0,0-1 0,2-2 0,0 7-127,0 0-1,-1 0 0,1 0 1,-1 0-1,1 0 1,-1 1-1,0-1 0,0 1 1,0 0-1,-1-1 1,1 1-1,-1 0 0,0 0 1,0 0-1,0 0 0,0 5 1,0 11 29,0-1-1,-3 25 1,1-27-37,-16 268-781,-13-1-1,-91 382 0,94-568-2175,-44 107-1,39-121-913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6.2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88 40 4368,'-5'1'229,"0"1"0,0-1 0,0 1 0,0 0 1,1 0-1,-1 0 0,-5 4 0,9-5-171,0-1 0,0 0 1,0 1-1,0-1 1,0 0-1,0 1 1,0-1-1,0 0 0,0 0 1,0 0-1,0 0 1,0 0-1,0 0 1,0 0-1,0 0 0,0 0 1,0-1-1,0 1 1,1 0-1,-3-1 1,0 0 142,2 1-148,0 0 0,1 0 0,-1 0-1,0 0 1,1 0 0,-1 0 0,1 0 0,-1 0 0,0 0 0,1 0 0,-1 0 0,0 0 0,1-1 0,-1 1 0,0 0 0,1 0 0,-1-1 0,1 1 0,-1-1 0,1 1 0,-1 0 0,1-1-1,-1 1 1,1-1 0,-1 1 0,1-1 0,0 1 0,-1-1 0,1 0 0,0 1 0,-1-1 0,1 1 0,0-1 0,0 0 0,0 1 0,-1-1 0,1 1 0,0-1 0,0 0 0,0 1-1,0-1 1,0 0 0,0 1 0,0-1 0,0 0 0,1 1 0,-1-1 0,0 0 0,0 1 0,1-1 0,-1 1 0,0-1 0,0 0 0,1 0 0,1-7-432,-1 5 184,22-12-871,-15 7-2635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6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1344 123 6413,'4'-61'1353,"-4"58"-1171,1 0 0,-1 0-1,1 0 1,0 0 0,0 0 0,0 0-1,1 0 1,-1 0 0,1 1 0,-1-1 0,4-4-1,-2 4 130,-1 0 764,5-6 823,-7 9-1881,0 0 1,0 0 0,0-1 0,0 1 0,0 0 0,0-1 0,0 1 0,0 0-1,0-1 1,0 1 0,1 0 0,-1 0 0,0-1 0,0 1 0,0 0 0,0 0-1,0-1 1,1 1 0,-1 0 0,0 0 0,0 0 0,1-1 0,-1 1 0,0 0-1,0 0 1,1 0 0,-1 0 0,0-1 0,0 1 0,1 0 0,-1 0 0,0 0-1,1 0 1,-1 0 0,0 0 0,0 0 0,1 0 0,-1 0 0,0 0 0,1 0-1,-1 0 1,0 0 0,0 0 0,1 0 0,-1 0 0,0 0 0,1 1 0,0 3 129,0 0 1,-1 0-1,1 1 1,-1-1 0,0 0-1,-1 0 1,1 1-1,0-1 1,-1 0 0,-2 5-1,2-2 26,-80 332 3632,41-190-3012,-54 245 346,-22 84-474,52-231-462,-83 288-105,138-503-122,-110 337-651,113-351 614,-170 462-1936,-113 186-3397,197-475 3340,73-155 635,-2-2 0,-2-1 0,-33 39 0,26-39-2304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7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76 5737,'2'-6'227,"0"1"1,1 0 0,-1 0 0,1 1-1,0-1 1,0 0 0,1 1 0,-1 0-1,1 0 1,0 0 0,0 0 0,5-3-1,-6 5-44,1 0 0,0 0-1,-1 1 1,1-1-1,0 1 1,0 0 0,0 0-1,0 0 1,1 1 0,-1-1-1,0 1 1,0 0-1,0 0 1,0 1 0,1-1-1,-1 1 1,0 0-1,4 1 1,3 2-42,-1 0 0,0 1 0,0 0 0,0 0 0,-1 1 0,1 1 1,-1-1-1,-1 2 0,0-1 0,0 1 0,0 0 0,-1 1 0,0 0 0,0 0 0,-1 0 0,8 18 0,-7-12-69,0 0-1,0 1 1,-2 0-1,0 1 1,-1-1-1,0 1 0,-1 0 1,-1-1-1,-1 1 1,-1 28-1,-4-20-48,0 0 0,-1 0 0,-2-1-1,-1 0 1,0 0 0,-19 34 0,-5 1 419,-47 66 0,77-122-411,0-1-1,1 1 1,-1 0 0,1-1 0,0 1-1,0 0 1,0 0 0,0 0-1,0 0 1,1 0 0,-1 0 0,1 0-1,0 0 1,0 0 0,1 6 0,-1-7-6,1 0 1,-1 0-1,1-1 1,0 1-1,-1 0 1,1 0 0,0 0-1,0 0 1,1-1-1,-1 1 1,0-1-1,0 1 1,1-1 0,-1 1-1,1-1 1,-1 0-1,1 1 1,0-1-1,-1 0 1,1 0 0,0 0-1,0-1 1,3 2-1,6 1 49,0-1-1,1 0 0,-1-1 1,0 0-1,1-1 0,16-1 1,73-13 19,-75 10-123,74-15-1543,174-56-1,-32-19-5127,-145 51 1456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7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2190 39 8149,'-184'-29'1114,"156"25"-776,0 1 0,0 1 1,-1 2-1,1 1 0,0 1 0,-52 10 0,76-11-309,-30 6 259,0 2 0,1 2 0,0 0 0,-54 29 0,24-6 167,-73 54 0,46-19-73,3 4 0,4 4 0,3 3 0,-128 166 0,97-93-115,6 5 1,8 4-1,-116 264 0,158-294-188,6 3 0,6 3 0,-49 278 0,81-328-48,5 1 1,3-1-1,4 1 0,4 0 0,4 0 0,4-1 0,3-1 0,5-1 1,35 96-1,-26-102-26,4-2 0,3-1 0,4-2 0,2-2 0,4-1 0,3-3 0,3-2 0,3-2 0,100 89 0,-92-100-18,2-3 1,2-3 0,3-3 0,1-3-1,112 48 1,-124-66 68,1-3-1,1-2 1,0-3 0,2-3 0,-1-3-1,1-2 1,106-1 0,-103-11 8,-1-2 1,-1-4 0,129-34-1,-112 17 0,-1-4 0,121-64 0,-72 19-45,-3-5 1,-4-6 0,143-131-1,-161 122-29,-4-5 0,-5-4-1,-5-4 1,-4-4-1,-5-3 1,-5-4-1,118-253 1,-166 303 15,-2-1-1,-4-2 1,-3 0 0,-3-1-1,12-121 1,-26 148-10,-1 0 0,-3 1 0,-2-1 1,-2 1-1,-1-1 0,-3 1 0,-2 1 0,-2 0 0,-2 1 1,-26-56-1,18 56 43,-1 1 1,-3 1 0,-1 2-1,-2 1 1,-2 1-1,-2 1 1,-68-57 0,50 54 69,-1 2 1,-3 3 0,-1 2-1,-1 2 1,-80-29 0,41 26 94,-2 4 1,-178-31-1,124 40-112,-173-2 1,136 26-987,1 7 0,-350 67 1,366-35-4079,153-34 1136,16 8-1897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2:08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58 12141,'0'0'2520,"10"-12"-2288,-1 4-704,10 2-712,3 0-364,4-5-1888,21-3-1833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09.0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823 720 4476,'-33'-1'212,"12"1"87,-1-1 0,1 0 0,0-2 1,0 0-1,0-2 0,1 0 1,-29-12-1,16 2-61,0-1 0,1-1 0,1-2 1,1-1-1,1-2 0,0-1 0,2-1 0,1-1 0,-24-30 1,-46-81 378,24 30-556,58 84-622,1 0 0,-20-46 1,10 17-1932,1 8-492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0.0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38 109 9373,'-6'-17'3138,"0"0"0,-19-30 0,24 45-2013,2-23 1525,-1 37-686,3 34-682,10 56 319,5 71-143,11 875 903,-23-747-2443,39 541-4527,-35-731 3554,20 157-2361,-18-197-328,33 117 0,-33-148-780,-7-17-2546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0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208 590 7673,'-10'-4'565,"0"-1"1,1 1-1,-1-2 1,1 1 0,1-2-1,-1 1 1,1-1-1,0 0 1,0-1-1,-8-11 1,-26-19 2435,36 33-2578,-1-1 0,1 1 0,0-1 0,0 0 0,0-1 0,1 0 0,0 1 0,-6-13 0,10 17-385,1 1 1,-1 0-1,1 0 1,0 0-1,0-1 1,0 1-1,0 0 1,0 0-1,0-1 1,0 1-1,0 0 1,0 0-1,1-1 1,-1 1-1,0 0 1,1-1-1,1-4 67,-2 5-91,0-1 0,0 1 0,0 0 0,1 0-1,-1-1 1,0 1 0,1 0 0,-1 0 0,1 0 0,0-1-1,-1 1 1,1 0 0,0 0 0,0 0 0,-1 0-1,1 0 1,0 0 0,0 1 0,0-1 0,0 0 0,2-1-1,5-3 39,1 0-1,0 1 0,0 0 1,0 0-1,0 1 0,1 0 1,-1 1-1,11-2 0,1 1 16,0 2 0,0 0 0,27 3 0,12 5 71,104 27 0,-77-10-79,-2 4 0,-1 4 0,101 53 1,-73-24-19,179 131-1,-176-106-215,-4 6-1,-4 5 0,111 130 0,-183-183-195,-1 1 1,-3 2-1,49 97 0,-78-140 344,0-1 0,0 1 0,0 0 0,-1 0 0,1 0 0,-1 0 0,0 0 0,0 0 0,-1 0 0,1 1 0,-1-1 0,0 0-1,0 0 1,0 0 0,-1 1 0,1-1 0,-1 0 0,0 0 0,0 0 0,-1 0 0,1 0 0,-1 0 0,-4 6 0,0-8-12,0-3 32,-1 0 1,0 0 0,1 0 0,0-1-1,-1 0 1,1 0 0,0-1 0,0 1-1,0-1 1,0-1 0,1 1 0,-1-1-1,1 0 1,0 0 0,0-1 0,0 1 0,1-1-1,0 0 1,-6-9 0,-5-11-2,1 0 1,2-1-1,0 0 1,2 0-1,1-2 0,1 1 1,2-1-1,0 0 1,2 0-1,1-1 0,1-43 1,4 19 39,2 0 0,2 1 0,3 0 1,1 0-1,25-68 0,-5 36 133,3 1 0,81-143 0,-87 181-69,3 2 1,1 0-1,1 3 1,3 0-1,1 2 0,50-40 1,-66 63-23,1 0 0,0 2 1,1 0-1,0 2 0,1 0 1,0 2-1,0 0 0,1 1 0,1 2 1,-1 1-1,1 0 0,42-1 0,-38 6 43,1 1 0,-1 1-1,0 2 1,0 1-1,0 1 1,-1 1-1,0 2 1,0 1-1,-1 1 1,42 24 0,-14-2 97,-2 2 1,-1 2 0,-2 3 0,74 76 0,-65-52 15,-4 3 0,91 142 0,-69-72-180,-7 3 0,-5 3 0,67 221 0,-72-164-856,-8 3 1,-10 2-1,-8 1 1,7 222 0,-38-356 144,13 319-2124,-12-133-5742,-4-209 1937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1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727 1529 6153,'45'-142'3701,"-31"95"-1832,-8 28-450,-1 1-1,5-30 0,5-23 1816,-6 36-1781,-8 33-982,-13 19 210,-94 155 30,57-101-580,-167 221 52,186-258-230,-2 0 1,0-3-1,-3 0 0,0-3 1,-77 48-1,104-72 2,0 0 1,0 0-1,0-1 1,0 0-1,0-1 1,0 0-1,-13 2 0,18-4 35,1 0 0,-1 0 0,0 0 0,0 0 0,0 0 0,1 0 0,-1-1-1,0 1 1,0-1 0,1 0 0,-1 0 0,0 0 0,1 0 0,-1 0 0,1 0-1,-1-1 1,1 0 0,0 1 0,0-1 0,-1 0 0,1 0 0,1 0 0,-1 0-1,0 0 1,0-1 0,1 1 0,-3-5 0,-1-5-12,0-1 1,1 0-1,0 0 0,2-1 0,-1 1 1,1-1-1,1 1 0,1-1 1,1-27-1,5-6 36,18-70-1,-20 98 26,98-320 352,28 8-184,54-75 68,-128 301-18,121-169 0,-167 260-150,0 1 0,1 1 0,0 0 0,1 0 0,1 1-1,0 1 1,17-11 0,-26 18-46,0 1-1,0 0 1,0 0-1,0 0 1,0 1-1,0-1 0,1 1 1,-1 0-1,0 0 1,1 1-1,-1-1 1,1 1-1,-1 0 1,1 0-1,-1 0 1,1 1-1,-1 0 1,1 0-1,-1 0 1,0 0-1,1 0 0,-1 1 1,0 0-1,0 0 1,0 0-1,0 1 1,-1-1-1,1 1 1,-1 0-1,7 6 1,1 4 130,0 1 0,0 0 1,-1 1-1,-1 0 0,-1 0 1,13 33-1,28 107 453,-42-131-558,38 162 423,35 302-1,-29 195-2442,-49-474-1470,-35 279 0,10-316 28,16-144 1336,-1 0 0,-11 27 0,-12 12-5712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1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1 752 9017,'9'-29'2104,"11"-8"-368,11 14-20,14-2-232,15-7-191,19-2-217,26-3-256,22-1-152,16-7-196,25 2-44,10-6-136,6-2-384,10-1-396,12 4-528,1-6-752,2-1-277,-6 4-2531,1 2-3561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2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349 1 11077,'-7'15'1025,"1"1"0,1 0-1,0 1 1,1-1 0,1 1 0,0 0 0,0 20-1,-5 28 24,-12 53 535,-43 226-95,23-165-1225,-85 346-3579,103-453 1693,-7 28-4350,28-103 3403,-4-14-4621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3.1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1 361 6101,'53'-93'2740,"-33"62"-1404,0 2-1,2 0 0,1 1 0,2 2 0,0 0 0,41-31 0,-60 52-1188,1 1 1,-1-1-1,1 1 1,0 0-1,0 1 0,1 0 1,-1 0-1,1 0 1,0 1-1,-1 0 0,1 1 1,0 0-1,0 0 1,0 1-1,0-1 0,0 2 1,0-1-1,0 1 1,0 1-1,0-1 0,0 1 1,-1 0-1,1 1 1,-1 0-1,1 0 0,9 7 1,5 3 132,-1 1 1,-1 1-1,0 0 1,-1 2-1,-1 0 0,0 2 1,18 24-1,12 22 174,-3 2-1,-3 2 0,-3 2 1,56 142-1,75 320-114,-159-493-349,121 558-2563,-92-193-2048,-39-384 3948,0 114-2304,-2-116 277,-1-1 0,-8 31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3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26 372 7281,'-26'-14'8000,"27"12"-6634,2-4-846,-2 3-388,0 0-1,0 1 1,1-1 0,-1 0-1,1 1 1,0-1 0,-1 1-1,1-1 1,0 1 0,1 0-1,-1 0 1,0 0 0,1 0-1,-1 0 1,3-1 0,32-18 192,0 3 0,1 0 0,72-21 0,129-20-1278,-24 6-1557,37-15-4416,-117 34-267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3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683 400 5945,'-2'-23'431,"2"15"-164,-1-1 0,0 1 0,-1-1 0,0 1 0,0 0 1,-1 0-1,0 0 0,-6-12 0,-22-56 2988,27 63-2669,-1-1 0,0 1 0,-1 0 0,0 1 0,-1-1 0,-1 1 1,-12-15-1,-54-56 3459,74 82-3985,-1 0 1,0 0 0,0 0 0,0 0-1,0 0 1,0 0 0,0 0 0,0 0-1,-1 0 1,1 1 0,0-1 0,0 0-1,-1 1 1,1-1 0,0 1 0,-1 0-1,1-1 1,0 1 0,-1 0 0,1 0-1,0 0 1,-1 0 0,1 0 0,-1 0-1,1 0 1,0 0 0,-1 0 0,1 1-1,0-1 1,-1 1 0,1-1 0,0 1-1,0-1 1,-1 1 0,-1 1 0,-2 2 164,0 0 0,1 1 0,-1 0 0,1-1 0,-7 11 0,-23 35 764,3 2 0,-48 104 0,-26 124 1,69-154-1481,6 1 0,5 2 0,-8 134-1,21-173-720,4-27-1172,-1 67 1,6-66-748,-2-5-3726,4-55 5936,1 2-5505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4.3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2 386 8193,'-1'24'809,"1"-17"-481,0 0-1,0-1 0,0 1 1,1-1-1,0 1 0,0-1 0,0 1 1,1-1-1,3 8 0,5 15 1022,-4-9-586,1-1-1,0 0 0,2 0 0,14 23 1,4-6-372,2 0 1,1-2-1,2-1 1,1-2-1,41 30 1,197 124-87,-232-160-318,39 23-886,3-4-1,159 64 0,-211-98 380,0 0-1,1-2 1,0-2-1,0 0 1,40 1-1,-58-6 325,1-1-1,-1-1 0,0 0 0,1 0 0,-1-2 0,0 1 0,0-1 1,0-1-1,0 0 0,-1-1 0,1 0 0,-1-1 0,-1 0 0,1-1 1,17-14-1,-15 8 69,0-1 1,-1-1 0,0 0 0,-1-1-1,-1 0 1,-1-1 0,0 0 0,-1 0-1,-1-1 1,6-19 0,0-12 275,-1-1 0,7-79 0,-15 46 778,-3 0 0,-13-116 0,1 29 1117,6 96 773,-26-129 1,29 190-2448,2 13-355,0 0 1,0 0-1,0 0 1,0 0-1,0 0 1,0 0-1,0 0 0,0 0 1,0-1-1,0 1 1,0 0-1,0 0 1,0 0-1,0 0 1,0 0-1,0 0 1,0 0-1,0 0 1,0 0-1,0 0 1,0-1-1,0 1 1,-1 0-1,1 0 1,0 0-1,0 0 1,0 0-1,0 0 1,0 0-1,0 0 1,0 0-1,0 0 1,0 0-1,0 0 1,-1 0-1,1 0 1,0 0-1,0 0 1,0 0-1,0 0 1,0 0-1,0 0 1,0 0-1,0 0 1,0 0-1,-1 0 1,1 0-1,0 0 0,0 0 1,0 0-1,0 0 1,0 0-1,0 0 1,0 0-1,0 0 1,0 0-1,0 0 1,-1 0-1,1 1 1,0-1-1,0 0 1,0 0-1,0 0 1,0 0-1,0 0 1,0 0-1,0 0 1,0 0-1,0 0 1,-8 5 226,1 0 1,0 1 0,0-1 0,0 1 0,1 0-1,0 1 1,0 0 0,0 0 0,1 0-1,0 0 1,1 1 0,-6 11 0,-5 16 361,-18 58 0,29-78-467,-28 106-156,6 2-1,-10 128 1,28-193-582,-3 25-662,-20 144-3171,3-79-3429,9-64-1398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5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228 1 6753,'-2'0'152,"-1"0"1,1 0 0,0 0-1,0 1 1,0-1 0,0 1-1,0 0 1,0 0 0,0-1-1,0 1 1,1 0 0,-1 1-1,0-1 1,0 0 0,1 0-1,-1 1 1,1-1 0,-1 1-1,1-1 1,-2 4 0,-1 2 451,1 0 0,0 0 1,0 1-1,-2 14 0,4-21-576,-84 277 5794,61-183-5110,3 2 0,5 0-1,4 1 1,1 119 0,12-162-618,2 1 0,3-1 0,2-1 0,2 1-1,3-1 1,2-1 0,3-1 0,1 0 0,28 50-1,-32-75-100,1-1-1,1 0 1,2-2-1,0 0 1,2 0-1,0-2 0,2-1 1,0-1-1,2 0 1,0-2-1,1-1 1,0-1-1,52 22 0,-67-34-14,0 0 0,0-1 0,1-1-1,-1 0 1,1 0 0,0-1 0,-1-1-1,1 1 1,0-2 0,0 0 0,-1 0-1,13-4 1,-10 1-14,0-1 0,1 0 0,-2-1 0,1-1 0,-1 0 0,0-1 0,-1 0 0,19-16 0,-10 4-51,-1 0 0,-1-2-1,-1 0 1,0-1-1,-2-1 1,-1 0 0,-1-1-1,-1-1 1,14-39 0,-17 39-6,-2-1 1,-1 0-1,-1-1 1,-1 1 0,2-55-1,-7 66 67,-1 0 1,0 1-1,-2-1 0,1 0 1,-2 1-1,0 0 1,-1-1-1,0 2 0,-2-1 1,1 1-1,-2 0 0,-9-14 1,-2 1 19,-2 1 0,-1 1 0,-1 2 1,-1 0-1,-1 1 0,0 1 0,-36-21 1,31 23 114,-1-1 117,-49-39 1,77 57-211,1 0 0,0-1 0,0 1 0,-1 0 1,1-1-1,1 1 0,-1-1 0,0 0 0,1 1 1,-1-1-1,1 0 0,0 0 0,0 0 0,0 0 1,0 0-1,1 0 0,-1-1 0,1 1 0,-1-6 1,2 5-8,0-1 0,0 1 1,0-1-1,1 1 0,0 0 1,-1 0-1,2 0 1,-1 0-1,0 0 0,1 0 1,-1 0-1,5-4 0,5-4 5,1 0-1,0 1 1,1 0-1,0 1 0,1 0 1,16-7-1,9-3 25,1 1 1,1 3-1,1 1 1,0 2-1,0 2 1,1 2-1,1 2 0,83-3 1,-93 10 10,0 2-1,0 1 1,-1 2 0,1 1 0,-1 2 0,-1 2-1,0 0 1,0 2 0,-1 2 0,0 1 0,-2 1-1,31 22 1,-33-20 11,-2 2-1,0 0 0,-1 2 1,-1 1-1,-2 0 1,0 2-1,-1 0 0,34 57 1,-19-19 17,-2 1 0,43 118 0,-48-94-100,-3 3 0,-5 0-1,-4 1 1,-4 0 0,3 174 0,-33 139-905,6-314-153,-3 1 0,-36 122 0,39-180 310,-15 62-868,23-82-3,1 0 0,-1 23 0,16-40-7376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7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391 955 4192,'-9'-3'613,"4"1"-124,0 0-1,1 0 1,-1 1 0,0 0 0,0 0-1,0 0 1,0 0 0,-8 1 0,13 0-444,-1 0 0,1 0 1,-1 0-1,1-1 0,-1 1 1,1 0-1,-1 0 1,1 0-1,-1 0 0,1-1 1,-1 1-1,1 0 1,0 0-1,-1-1 0,1 1 1,-1 0-1,1-1 0,0 1 1,-1-1-1,1 1 1,0 0-1,0-1 0,-1 0 1,0 0 60,1 0 0,-1 0-1,0 1 1,1-1 0,-1 0 0,0 0 0,0 1 0,0-1-1,0 0 1,0 1 0,0-1 0,0 1 0,0-1 0,0 1 0,-2-1-1,-28-3 887,-6-2-4,1 2 0,-1 1 0,1 2 0,-46 5 0,41-1-264,37-3-475,8-2-6,52-18-21,0 2 0,0 3 0,91-13 0,-36 7-36,1034-160 894,-892 147-939,176-24-57,532-79 301,-7-51-1766,-936 183 1264,99-27-661,-104 27 457,-1 0 1,0 0 0,-1-1 0,1 0 0,-1-1-1,18-15 1,-28 21 200,1 0 0,-1 0 0,0 0 0,0-1 0,0 1 0,0 0 0,0 0 0,0-1 0,0 1 0,-1-1 0,1 1-1,0-1 1,-1 1 0,1-1 0,-1 1 0,1-1 0,-1 1 0,0-1 0,0 0 0,0 1 0,0-1 0,0 0 0,0 1 0,0-1 0,0 1-1,0-1 1,-1 0 0,1 1 0,-1-1 0,0 1 0,1-1 0,-1 1 0,0 0 0,0-1 0,0 1 0,1 0 0,-3-2 0,-2-3-660,0 0 1,-1 1-1,0 0 1,0 0-1,-12-7 1,-20-9-4378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0.7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127 915 5328,'-1'0'34,"-1"1"115,0 0 0,-1-1 0,1 0 0,-1 1 0,1-1 1,0 0-1,-1 0 0,1 0 0,-1-1 0,1 1 0,0-1 0,-1 1 0,1-1 0,0 0 0,-1 0 0,1 0 0,-4-2 0,-2 1 618,0 1 1,0 0 0,0 0-1,0 1 1,0 0 0,0 0-1,-13 2 1,18-1 859,3-3-1547,0 0 0,1 0 1,-1-1-1,1 1 0,-1 0 0,1 0 1,-1 0-1,1 1 0,0-1 0,0 0 1,0 0-1,0 0 0,0 1 0,1-1 1,-1 0-1,0 1 0,1-1 0,-1 1 0,1 0 1,2-2-1,39-19 155,-35 18-110,444-143 1117,-329 112-1027,678-161 489,-486 124-650,-51 10-374,376-89-1950,-217 43-4271,-171 38-1417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7.6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417 9 6373,'32'-9'12358,"-33"13"-12169,0 0 1,1 0-1,-1 0 1,0 0-1,-1-1 1,1 1-1,-3 5 0,-2 4 103,-30 75 951,19-49-647,-14 45-1,-145 728 1181,155-690-2087,-60 395-4570,35-274-2346,37-204 4848,-5 37-4587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8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35 416 7321,'-8'-2'370,"-15"-5"855,23 7-1175,-1-1 0,1 1-1,0-1 1,-1 1 0,1-1-1,0 0 1,-1 1 0,1-1 0,0 0-1,0 1 1,0-1 0,-1 0-1,1 1 1,0-1 0,0 0-1,0 1 1,0-1 0,0 0 0,0 1-1,0-1 1,1 0 0,-1 1-1,0-1 1,0 0 0,0 1 0,1-1-1,-1 0 1,0 1 0,1-1-1,-1 1 1,0-1 0,1 0 0,0 0-1,5-9 298,2 1 0,-1 0 0,1 0-1,0 0 1,1 1 0,0 0 0,13-8-1,76-47 1005,-20 21-804,2 3 0,1 4 1,2 3-1,1 4 1,102-19-1,-150 39-382,1 3 1,0 0-1,0 3 0,1 1 0,44 5 1,-61-2-101,0 1 0,-1 2 0,1 0 0,-1 1 0,0 0 0,0 2 0,-1 1 0,0 0 0,-1 1 0,29 21 0,-23-11-18,-1 0 0,-1 1 1,-1 1-1,-1 2 0,-1 0 0,-1 0 1,-1 2-1,21 42 0,-22-33-12,-2 1 1,-1 0-1,-2 1 0,-2 0 0,-1 1 0,4 51 1,-9-38-51,-2 0 0,-3 0 1,-1 1-1,-3-1 1,-2-1-1,-2 1 1,-3-2-1,-1 0 1,-3 0-1,-37 75 1,35-89-69,-1-1 1,-1-1-1,-2-1 1,-30 32-1,42-51 56,-1-1 1,-1 0-1,0 0 0,-1-1 0,0-1 0,0-1 0,-1 0 0,-1 0 0,1-2 0,-1 0 0,-24 7 0,37-13 11,-1-1 1,1 0 0,-1 0-1,1 0 1,-1 0-1,1-1 1,-1 1 0,1-1-1,0 0 1,-1 0-1,1 0 1,0 0 0,-1-1-1,1 1 1,0-1 0,0 0-1,0 0 1,1 0-1,-1 0 1,0 0 0,1-1-1,-3-2 1,3 2 13,0 1 1,0-1 0,0 0 0,0 1-1,1-1 1,-1 0 0,1 0-1,0 0 1,0 0 0,0-1-1,0 1 1,1 0 0,-1-6-1,1-39 2,1 42-7,0-9-16,1 1 0,1 0-1,1 0 1,0 0 0,0 1 0,2 0-1,8-16 1,55-87-45,-59 102 81,57-83-20,4 3 1,146-148-1,-171 197 116,3 1 0,1 2 0,2 3 0,110-63 0,-148 96-35,0-1 0,1 2 0,0 0 0,0 0 0,0 2 0,0 0 0,0 0-1,1 2 1,0 0 0,22 1 0,-24 2 13,-1 0 1,1 0-1,-1 2 0,0 0 0,0 0 0,0 1 0,0 1 0,-1 0 0,0 0 0,0 2 1,21 16-1,-17-9 18,0 0 1,-1 2-1,0 0 1,-1 1-1,-2 0 1,1 1-1,-2 0 1,-1 1-1,10 25 1,0 7 61,-3 2-1,17 85 1,-8 26-161,-6 2-1,-8 0 1,-15 271-1,14 4-5410,-3-299 862,-1-85 532,7-8-1884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8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325 994 6513,'-16'17'5416,"19"-16"-4578,8 3-561,0 0 1,0-2 0,0 1 0,0-2 0,1 1 0,-1-1 0,0-1 0,1 0 0,-1-1 0,1 0 0,-1-1 0,0 0 0,22-7 0,-14 3-245,1-1 0,-2-1 0,1-1 0,-1-1 0,0 0 0,-1-1 0,18-15 0,-19 11-22,0-1 0,-2 0 0,0-1 0,0 0 0,-2-1 1,0-1-1,-1 0 0,-1 0 0,-1-1 0,-1 0 1,0-1-1,-2 0 0,0 0 0,-1 0 0,-2-1 1,0 0-1,0-29 0,-3 43-17,-1 0 0,0 0 0,-1-1 0,1 1 0,-2 0 0,1 0 0,-1 0 0,0 1 0,0-1 0,-1 1 0,0-1 0,-9-10-1,9 13 15,0 0 0,-1 1 0,0 0 0,1 0-1,-1 0 1,-1 0 0,1 1 0,0 0 0,-1 0-1,0 0 1,1 1 0,-1 0 0,0 0 0,0 0 0,-1 1-1,1 0 1,-10-1 0,-2 2 99,-1 1 1,0 1-1,1 1 0,-1 0 0,1 1 1,0 1-1,-32 14 0,14-4 121,1 3 0,-58 37-1,63-33-89,1 0 0,1 2-1,1 1 1,1 1-1,1 1 1,1 1-1,2 2 1,1 0-1,-30 58 1,41-68-87,2 0 0,1 1-1,0 0 1,1 0 0,2 1-1,0-1 1,-1 37 0,5-41-26,0 1 1,2-1-1,0 0 0,1 0 1,1 0-1,0 0 0,2 0 1,0-1-1,0 0 0,14 23 1,-7-18-124,2-1 1,0 0-1,1-1 1,0 0-1,2-2 1,0 0-1,1-1 1,1-1-1,1-1 1,26 15-1,-13-11-297,1-1-1,0-2 0,1-2 1,0-1-1,73 14 0,-54-19-309,-1-2 0,1-2 0,0-2 0,0-3 0,0-3 0,-1-1 0,1-3 0,57-18 0,-54 9 228,-2-2-1,-1-2 0,0-3 1,-2-3-1,-1-1 1,-1-3-1,59-49 1,-51 32 760,-2-4 0,-3-2 0,-2-2 0,80-116 0,-79 92 793,-4-3 0,54-126 0,-48 87 172,41-103 1931,-41 73 787,-80 226-3142,4 1 0,-16 98 0,29-133-674,-48 462 192,38-266-2970,-13-2-4027,20-175 2298,6-3-2194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19.4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0 488 11233,'12'-4'138,"23"-7"535,1 2 1,0 1-1,56-4 0,537-16 2284,578 28-4799,-1086 0 1789,1-5 0,194-34 0,-290 34 197,1-2 1,-1-1-1,-1-1 1,0-2-1,39-21 0,-53 26-14,-2 0 0,1 0 0,-1-1 0,0-1 0,0 0 0,-1 0 0,0 0 0,0-1 0,-1-1 0,0 1 0,-1-1 0,0 0 0,0 0 0,-1-1 0,4-12 0,-8 17-38,0 0 1,-1 0-1,0 0 0,0-1 0,0 1 0,-1 0 0,0 0 1,0 0-1,0 0 0,-1 0 0,0 0 0,0 0 0,-5-9 1,7 15-91,-3-4 34,1 0 0,-1 0 0,1 0-1,-1 1 1,0 0 0,-1-1 0,1 1 0,0 0-1,-1 0 1,0 1 0,1-1 0,-1 1 0,0 0-1,-1 0 1,1 0 0,0 0 0,0 1 0,-1 0-1,1 0 1,-1 0 0,1 0 0,-7 1-1,-11-2 54,1 2-1,0 1 0,-28 4 0,44-5-73,-22 5 22,1 0 0,0 2 0,0 1-1,1 1 1,0 1 0,1 1 0,-40 25 0,17-5-75,1 2 0,-67 62 0,89-72-273,0 1 0,2 0-1,1 2 1,1 1 0,1 0 0,2 1-1,1 1 1,-24 59 0,38-82 204,0-1 1,0 0 0,1 0 0,0 1 0,0-1-1,1 1 1,-1-1 0,1 1 0,0-1-1,1 1 1,-1-1 0,3 9 0,-2-11 74,0-1 0,0 1 0,1-1 0,-1 1 1,1-1-1,-1 0 0,1 1 0,0-1 0,-1 0 0,1 0 1,0 0-1,1-1 0,-1 1 0,0 0 0,0-1 1,1 1-1,-1-1 0,1 0 0,-1 0 0,1 0 0,0 0 1,-1 0-1,1-1 0,0 1 0,-1-1 0,5 0 0,7 1 23,1-1 0,-1-1-1,0-1 1,1 0-1,-1-1 1,0 0-1,0-1 1,-1-1-1,1 0 1,20-11-1,17-12 501,61-45-1,-59 37-63,-9 6-52,-13 9 537,45-24-1,-74 43-856,0 2-1,0-1 1,0 0-1,0 0 1,0 0-1,1 1 1,-1 0-1,0-1 1,0 1-1,0 0 1,0 0-1,0 0 1,1 0-1,-1 0 1,0 0-1,0 1 1,0-1-1,2 2 1,-2-2-28,-1 1 0,0 0 1,0 0-1,0 0 0,0 0 0,0 0 0,0 0 1,0 0-1,0 0 0,0 0 0,-1 0 0,1 0 1,0 1-1,-1-1 0,1 0 0,-1 0 0,1 1 1,-1-1-1,0 1 0,1-1 0,-1 0 0,0 1 1,0-1-1,0 0 0,0 1 0,0-1 0,-1 2 1,-7 56 409,-21 79 1,-3 14-302,-22 177-2993,21-133-4788,19-87-769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1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608 345 7265,'4'-6'357,"11"-21"2306,-14 25-2104,0 0 1,0 0 0,0 0-1,0 0 1,-1 0 0,1 0-1,-1 0 1,0 0 0,0 0-1,1 0 1,-1 0 0,-1-4-1,-7 28 1043,-17 44-533,-27 127-1,9-27-542,-89 240 112,-36-12-352,140-344-390,-1-1-1,-47 58 1,75-105 67,-1 0 1,0 0-1,0 0 0,0 0 0,0 0 1,0 0-1,-1-1 0,1 1 1,0-1-1,-1 1 0,1-1 0,-1 0 1,0 0-1,1 0 0,-1 0 0,0 0 1,1-1-1,-6 1 0,7-1 24,0 0 0,0 0 0,0-1 0,0 1-1,1 0 1,-1 0 0,0-1 0,0 1 0,0 0-1,0-1 1,1 1 0,-1-1 0,0 1 0,0-1-1,1 0 1,-1 1 0,0-1 0,1 0 0,-1 1-1,1-1 1,-2-1 0,1 0 0,1 0 1,-1 0-1,0-1 0,1 1 1,0 0-1,-1 0 0,1 0 1,0 0-1,0-1 0,0 1 1,0 0-1,1 0 0,-1-3 1,14-56-139,2 1 0,27-68 0,56-114 183,-59 150-54,358-824 1209,-374 861-1051,15-32 39,-34 78-125,0 1 0,1-1 0,0 1 0,0 0 0,1 0 0,12-11 0,-18 18-35,0 0 0,0 0 0,0 1-1,0-1 1,0 1 0,0-1 0,0 1 0,0-1 0,1 1-1,-1-1 1,0 1 0,0 0 0,0 0 0,1 0 0,-1 0 0,0 0-1,0 0 1,1 0 0,-1 0 0,0 0 0,0 0 0,0 1-1,1-1 1,-1 0 0,0 1 0,0-1 0,0 1 0,0-1-1,0 1 1,0 0 0,0 0 0,0-1 0,0 1 0,0 0 0,0 0-1,0 0 1,0 1 0,3 3 58,0 0-1,0 0 1,-1 1-1,0-1 1,4 9-1,-1 1 94,-1 0 0,-1 0-1,0 0 1,-1 0-1,2 26 1,-5 78 520,0-97-575,-64 756 1923,-1 41-2657,58-104-4759,4-618 3766,2 110-4774,4-182 2223,5-5-2171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1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48 355 7681,'-40'2'2064,"32"-2"-224,10-2-220,2-4-1310,0 1 1,0-1 0,1 1 0,0 0 0,0 0-1,0 1 1,0 0 0,1-1 0,0 2 0,0-1-1,0 1 1,9-4 0,30-10 157,1 2 1,56-11-1,96-9-227,-184 33-234,149-23-440,486-88-6318,-505 82 3155,-1 2-1538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2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54 7817,'1'-19'-947,"-1"-9"5473,1 22 479,-1 33-2968,-12 153-56,1-35-1159,6 360 342,-5 108-1280,-21-281-1832,0-21-1835,2-96-2000,21-172 3319,0 19-2863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2.3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5 10493,'16'0'1689,"-13"0"1930,2-1-2827,2 0-634,0 0-1,1 0 1,-1 1 0,1 0 0,-1 0-1,0 1 1,1 0 0,-1 0 0,0 1-1,10 3 1,8 4 112,39 21 0,-29-13-59,-26-13-160,0 1-1,0 0 1,-1 0-1,1 1 1,-1 0 0,11 11-1,-15-13-39,-1 0 0,0 0 0,1 1 0,-2-1 0,1 1 0,-1 0 0,1-1 0,-1 1 0,-1 0 0,1 0 0,-1 1 0,0-1 0,0 0 0,1 11 0,-3-3-38,0 1 0,-1-1 0,-1 0 0,0 0 0,-1 0 0,0 0 0,-1 0-1,0-1 1,-1 0 0,0 0 0,-1 0 0,0-1 0,-15 17 0,-3 3-363,-2-2-1,-1 0 1,-44 34-1,-151 108-5104,220-169 4923,0 0-1,0 1 1,0-1 0,-1 0 0,1 0 0,0-1-1,-1 1 1,-5 1 0,-13 5-3456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2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267 1 11525,'1'1'154,"0"2"0,-1-1-1,1 0 1,-1 0 0,1 0-1,-1 0 1,1 0 0,-1 0 0,0 1-1,0-1 1,0 0 0,0 0 0,-1 0-1,1 1 1,-1-1 0,1 0 0,-1 0-1,0 0 1,1 0 0,-1 0 0,-1 2-1,-4 11 524,-10 47 1410,3 1 0,-6 68-1,0 130 853,18-226-2673,-40 502 2038,-14-7-2085,-8 65-4682,44-380 159,10-92-3433,5-75-347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2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274 54 8477,'7'-6'377,"1"1"0,0-1 1,1 1-1,-1 1 0,1 0 1,0 0-1,0 1 0,0 0 1,0 0-1,1 1 0,9-1 1,12 0 170,-1 0 1,38 3-1,-14 2-43,0 1 0,87 18 1,-125-17-447,0 0 0,0 0 1,0 2-1,-1 0 0,1 1 1,-1 0-1,-1 2 0,0-1 1,0 2-1,-1 0 0,0 0 1,0 1-1,10 13 0,-19-20-42,-1 1 0,1 0 0,-1 0 1,0 0-1,0 0 0,-1 0 0,1 0 0,-1 1 0,-1-1 0,1 1 0,-1-1 0,0 1 0,0 0 0,0 0 0,-1-1 0,0 1 1,0 0-1,0 0 0,-1 0 0,0-1 0,0 1 0,-1 0 0,1-1 0,-1 1 0,0-1 0,-1 0 0,1 1 0,-1-1 0,0 0 1,-7 8-1,-4 4 5,-1-1 0,0-1 0,-1 0 0,0-1 0,-1 0 0,-1-2 0,-19 11 0,-12 5-244,-1-3 0,-105 36-1,-113 15-970,226-65 996,-62 14-540,3 0-1268,36-7-3167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3.1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158 1 12721,'-25'31'1076,"-16"27"1775,33-41-2244,1 0 0,1 1 0,1 0 0,0 0 1,1 1-1,-1 21 0,0-10-188,-37 328 1802,38 4-3301,7-310-716,17 89 1,13-15-5552,-11-57-1189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3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181 801 11329,'174'-32'4895,"85"-28"-3425,-207 47-1469,-1-3 0,-1-1 0,0-3 0,-1-3 0,-2-1 0,0-2 0,-2-2 0,-1-3 0,-1-1 0,-2-2-1,-1-2 1,55-64 0,-78 79 19,-2-1-1,25-44 0,-35 56-8,-1 1-1,0-1 1,0 0-1,-1 0 1,0 0 0,-1 0-1,0-1 1,0 1-1,-1-1 1,-1-13-1,0 21-8,0 0-1,-1 0 1,1 0-1,-1 0 1,0 0-1,0 1 1,0-1-1,0 0 1,-1 0-1,1 1 0,-1-1 1,0 0-1,1 1 1,-1 0-1,0-1 1,-1 1-1,1 0 1,-4-3-1,1 2-1,0 0 0,0 1 1,0-1-1,-1 1 0,1 0 0,-1 1 0,1-1 0,-1 1 0,-8-1 1,-6 1 36,-1 1 0,0 1 0,0 1 0,-32 6 1,-57 16 303,2 4 0,0 5 0,3 5 0,1 4 0,2 5 0,-106 66 0,165-86-114,0 2 1,-43 39 0,73-56-170,1-1 0,0 2 0,1-1 0,0 2 0,1-1-1,0 2 1,1-1 0,1 1 0,1 0 0,-8 20 0,13-28-39,1 0 0,-1 0 0,1 0 0,0 0-1,1 1 1,0-1 0,0 0 0,0 1 0,1-1 0,0 0 0,1 0 0,0 0 0,0 0 0,0 0 0,1 0 0,0-1 0,0 1 0,0-1 0,1 0 0,0 0 0,1 0 0,9 10 0,1-1-13,1 0-1,1-1 1,0-1 0,1-1 0,1-1 0,31 15-1,26 7-706,0-3-1,3-3 0,153 30 0,255 9-7582,-236-43 80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4.4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1 3276,'-38'8'704,"25"1"-184,-9-3-400,0-1-100,-3 1-432,2 0-816,4-3 1212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4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54 826 5020,'-13'8'1259,"10"-7"-84,0 0-1,-32 9 5067,53-23-4703,1-2-1120,1 1-1,0 2 1,1 0 0,0 1 0,37-13 0,121-31 113,-140 44-380,631-140 421,14 35-1608,-269 48-7,155-29-1131,581-101-5861,-886 150 3139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5.4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454 472 8897,'-31'-27'1835,"29"26"-1625,1 0 1,-1-1-1,1 1 1,0-1 0,0 1-1,-1-1 1,1 1-1,0-1 1,0 0-1,1 0 1,-1 0 0,0 1-1,1-1 1,-1 0-1,1 0 1,-1-2 0,0-3 669,0 5 1196,-20 8-766,19-5-1256,-1 1-1,1 0 1,0 0 0,-1 0 0,1 0 0,0 0 0,0 1 0,0-1-1,0 0 1,1 1 0,-1 0 0,-1 4 0,-15 41 335,12-29-296,-96 364 990,33 10-1046,41-222-237,2 3-324,-9 52-649,33-220 1038,0 1 0,0 0 0,-1-1 0,0 1 0,-5 8 0,7-13 89,0 0 0,0-1-1,0 0 1,-1 1-1,1-1 1,0 0-1,0 1 1,-1-1 0,1 0-1,-1 0 1,-1 1-1,2-2 32,1 0-1,-1 0 1,1 0-1,-1 0 1,0 0-1,1 1 1,-1-1-1,0 0 1,1 0-1,-1-1 1,0 1-1,1 0 1,-1 0-1,1 0 1,-1 0-1,0 0 1,1-1-1,-1 1 1,1 0-1,-1-1 1,1 1-1,-1 0 0,1-1 1,-1 1-1,1-1 1,-1 1-1,1-1 1,-1 1-1,0-1 1,-1-5-18,-1 1 0,1 0 0,0-1 0,1 1 0,-1-1 0,1 1 0,0-1 0,0 0 1,1 1-1,0-1 0,0 0 0,0 1 0,2-10 0,-1 0 1,6-68 199,3 1 1,35-133 0,-30 153-36,130-409 852,-78 274-599,-11 32 533,134-271 1,-185 425-835,1 0 1,1 0 0,0 1 0,1 0-1,0 0 1,15-15 0,-21 24-57,0-1 1,1 0-1,-1 1 1,0-1-1,1 1 0,-1 0 1,1 0-1,-1 0 1,1 0-1,-1 0 0,1 0 1,0 1-1,0 0 0,-1-1 1,5 1-1,-4 1-5,0-1 0,-1 1 0,1 0 0,0 0 0,-1 0 0,1 0 0,0 1 0,-1-1 0,0 1 0,1-1 0,-1 1 0,0 0 0,0 0 0,0 0 0,0 0 0,0 0 0,0 1 0,1 2 0,14 21 116,-1 0 0,-1 2 1,-1 0-1,-2 0 0,12 40 0,32 160 99,-36-140-155,7 48 107,17 254 0,-31 144-964,-12-337-88,-25 297-4990,20-439 4461,-10 45-4613,12-64 352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5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37 355 10481,'-37'-12'1930,"53"6"1827,11-5-2835,48-11 241,1 3 0,82-10 1,-80 16-853,476-72-694,-317 51-1303,-160 23 809,219-37-2930,-102 4-2312,-113 23 1084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6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42 296 6021,'-3'-1'256,"1"0"1,-1 0-1,1 1 1,-1-1-1,1 1 1,-1-1-1,0 1 1,1 0-1,-1 0 1,0 0 0,1 0-1,-1 0 1,-2 1-1,2 0 2613,5-6-2283,0-1-1,0 1 1,0 0-1,1 0 1,-1 0 0,1 0-1,0 0 1,1 1-1,7-9 1,-10 12-522,0-1 1,1 1-1,-1 0 1,1 0-1,-1 0 1,1 0-1,0 0 0,-1 0 1,1 0-1,0 1 1,0-1-1,-1 0 1,1 1-1,0 0 1,0-1-1,0 1 0,0 0 1,0 0-1,0 0 1,-1 0-1,1 0 1,0 1-1,0-1 0,0 0 1,0 1-1,0 0 1,-1-1-1,1 1 1,0 0-1,-1 0 1,3 1-1,2 2-14,1-1 1,-1 2-1,-1-1 1,1 1-1,0 0 0,6 8 1,1 4 7,-1 0 0,0 0 0,-2 1 1,0 1-1,13 34 0,-9-10-110,16 71 0,-24-85-99,-2 1 0,-1 0 0,-1 0 0,-1 0 0,-2 0 0,-6 41 0,3-8-329,4-60 418,2-6-111,73-105 33,4 4-1,5 4 1,132-124-1,-186 196 169,43-31 1,-59 49-2,0 1 0,0 0 0,1 1 0,0 1 0,27-9 0,-34 14-16,1 1 0,-1 0-1,1 0 1,0 1-1,0 0 1,-1 0-1,1 1 1,0 0 0,-1 1-1,1 0 1,-1 0-1,1 1 1,-1 0-1,0 1 1,0 0 0,0 0-1,-1 0 1,1 1-1,-1 0 1,0 0-1,7 8 1,2 5 8,-1-1 0,-1 2 0,19 32 0,18 23 13,-50-74-33,0 1 1,0-1-1,0 0 0,0 1 1,0-1-1,0 0 1,0 1-1,0-1 0,0 0 1,0 0-1,0 0 0,1 0 1,-1 0-1,0 0 0,0 0 1,0 0-1,1-1 0,2 1-1,4-1-2,0 0-1,1 0 1,-1 0 0,0-1-1,0-1 1,0 1 0,-1-1-1,1-1 1,-1 1-1,9-6 1,10-4-105,-20 10 101,45-21 65,95-59 1,-64 26 193,2 4-1,159-75 0,-224 120-104,0 1-1,1 1 1,0 0-1,0 2 1,25-3-1,-38 6-94,-1 0-1,1 1 1,-1 0 0,1 1 0,0-1-1,-1 1 1,1 1 0,-1-1-1,1 1 1,-1 0 0,0 0 0,0 1-1,0 0 1,0 0 0,0 0-1,-1 1 1,1 0 0,-1 0 0,0 0-1,5 6 1,6 10 57,-1 1 0,-1 0 0,-1 1 0,16 36 0,31 100 147,13 25-882,-37-106-223,29 54-1740,-53-110 1483,0-1 0,2-1 0,31 36 1,-38-49 167,0-1 1,0 1 0,1-1-1,-1 0 1,1-1-1,9 4 1,4 3-3658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6.5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914 228 6401,'-4'-8'505,"0"0"0,1-1 0,0 0 0,1 0 0,-1 0 0,2 0 0,-1 0 0,1 0 1,1-18-1,1 19-97,0-1 278,-1 0 1,0-1-1,0 1 1,-1 0-1,-3-17 1,4 24-604,-1 0 0,0-1-1,0 1 1,0 0 0,0 0 0,-1 0 0,1 0 0,0 0 0,-1 0 0,0 0 0,1 0 0,-1 0 0,0 1 0,0-1 0,0 1 0,0 0 0,0-1-1,0 1 1,0 0 0,0 0 0,-1 0 0,1 0 0,0 1 0,-1-1 0,1 1 0,0-1 0,-1 1 0,-2 0 0,-10-1 39,-1 2 0,1 0 0,0 0 0,-1 2 0,1 0 1,0 0-1,1 2 0,-17 6 0,-119 60 181,82-36-233,-6 5-404,2 3 0,2 2 0,3 4-1,-87 80 1,151-125 284,-1-1 0,1 1 0,-1 0 0,1 0-1,0 0 1,-4 8 0,12-11-59,66-14 7,131-20 404,-166 30-241,-1 1 0,1 2 1,67 9-1,-81-6-363,-1 1 0,0 1-1,-1 1 1,1 1 0,-1 1 0,-1 1 0,1 0 0,-2 1 0,1 1 0,-1 1 0,-1 1 0,24 22 0,-38-32-211,0 0 1,-1 0 0,1 0 0,-1 0-1,0 1 1,0-1 0,0 1-1,-1 0 1,3 5 0,-3-6-57,9 23-4998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7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182 281 8737,'14'-19'604,"1"1"0,0 1 0,1 0 0,1 1 1,0 1-1,34-23 0,-4 10 269,86-37-1,-109 55-663,0 2 0,0 0-1,1 2 1,1 0 0,43-3-1,-66 9-172,0 0 0,1 0-1,-1 0 1,0 1-1,0-1 1,1 1-1,-1 0 1,0 0-1,0 0 1,0 0 0,0 0-1,0 1 1,0-1-1,0 1 1,-1 0-1,1 0 1,-1 0 0,1 0-1,-1 1 1,0-1-1,1 0 1,-1 1-1,3 5 1,-4-5-1,0 0 1,1-1 0,-1 1-1,0 0 1,-1 1-1,1-1 1,-1 0-1,1 0 1,-1 0-1,0 0 1,0 0-1,0 1 1,0-1 0,-1 0-1,1 0 1,-2 4-1,-16 45 190,16-47-190,-11 21 54,-2 0-1,0-1 1,-2-1 0,0-1 0,-28 28-1,17-18-45,-33 34 14,-29 36-42,81-90 0,1 0 0,0 0 0,0 0 1,1 1-1,1 0 0,-7 24 0,11-31-8,1 0-1,0-1 0,1 1 1,0 0-1,0 0 0,0 0 0,1 0 1,0 0-1,0 0 0,1-1 1,0 1-1,0 0 0,0-1 0,1 1 1,0-1-1,0 0 0,1 0 1,4 6-1,9 10-22,1-1 0,1 0 0,24 21 0,-18-19 16,-9-7 24,166 170-124,-146-145 69,-2 2 0,51 82 1,-67-93 28,-2 0 0,-2 1 1,-1 1-1,-1 1 0,-2-1 1,-2 2-1,-1-1 0,4 56 1,-10-65 9,-1 1-1,0-1 1,-2 0 0,-2 0 0,0 0 0,-1 0 0,-2-1 0,0 0 0,-2 0-1,-1-1 1,-1 0 0,-21 34 0,14-32-30,-1-2 1,-1 0-1,-2-1 0,0-1 1,-1-1-1,-1-1 1,-1-1-1,-1-2 0,-1 0 1,0-2-1,-32 13 0,26-13 6,-1-3-1,-1 0 0,0-3 1,-1 0-1,1-3 1,-2-1-1,1-1 0,0-2 1,-45-4-1,61 1 14,0-1 0,0-2 1,0 0-1,-33-11 0,47 13-3,1-1-1,0 1 0,0-1 1,-1 0-1,2-1 1,-1 1-1,0-1 1,1 0-1,-5-5 0,7 7-9,0-1 0,0 0-1,0 0 1,0-1-1,1 1 1,-1 0-1,1 0 1,0-1 0,0 1-1,0-1 1,0 1-1,1-1 1,-1 0 0,1 1-1,0-1 1,0-4-1,2-4-9,0 0 0,1 0 0,1 0 0,0 0 0,0 0-1,1 1 1,1-1 0,0 1 0,10-15 0,8-6-123,46-51-1,24-12-360,128-102 0,123-67-292,-89 71 311,453-434-241,-361 303 944,-308 287-133,-15 13 25,0 1-1,1 1 1,1 2-1,34-20 0,-59 39-76,0 0 0,-1 0 0,1 0-1,0 1 1,-1-1 0,1 0 0,0 1 0,0 0-1,0-1 1,-1 1 0,1 0 0,0 0 0,0 0-1,0 0 1,0 0 0,0 0 0,-1 1-1,1-1 1,2 1 0,-2 0-6,-1 0 0,0 0 0,0 0 0,1 0 0,-1 0 0,0 0 0,0 0 0,0 1 0,0-1 0,0 0 0,-1 1 0,1-1 0,0 0 0,-1 1 0,1-1 0,-1 1 0,1 2 0,1 4 36,-1 1-1,0 0 1,-1-1-1,0 1 0,0 0 1,-3 11-1,-42 176 386,3-23-224,42-172-217,-9 47 42,2 0 0,0 72 0,7-108-36,0 0-1,0 0 0,2-1 1,-1 1-1,2 0 1,0-1-1,0 1 0,1-1 1,0 0-1,1 0 1,0-1-1,0 1 0,2-1 1,-1 0-1,1 0 1,8 8-1,-9-14 4,-1 0 0,1 0 0,0 0 0,0-1 1,1 1-1,-1-2 0,1 1 0,-1-1 0,1 0 0,0 0 0,0-1 1,-1 1-1,1-2 0,0 1 0,10-1 0,0-1-16,-1 0-1,1-1 1,0-1-1,-1 0 1,20-7-1,-21 5 12,1-1 0,-2-1 0,1 0 0,-1-1 0,0 0-1,-1-1 1,0-1 0,0 0 0,-1-1 0,0 0 0,14-18 0,-21 22-12,1-1 0,-1 0 0,0 0 0,0-1 0,-1 1 0,-1-1 0,1 0 0,-1 0 0,-1-1 0,0 1 0,0 0 0,-1-1 0,0 1 0,0-1 0,-1 1 1,0-1-1,-1 0 0,0 1 0,-1 0 0,-3-14 0,-1 7-1,0-1 1,-1 1 0,0 1-1,-2-1 1,1 1-1,-2 1 1,0 0-1,-1 0 1,-14-14-1,6 10 22,-1 0 0,-1 1 0,-1 2 0,0 0-1,-32-16 1,-4 5-85,-2 1 1,-1 4-1,0 2 0,-71-12 1,95 24-555,-1 0 1,-1 3 0,1 1 0,0 2 0,-1 1 0,1 2 0,-59 11 0,53 0-2901,13 5-1699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7.8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21 240 8681,'-2'-3'249,"0"1"0,0-1 1,0 0-1,0 0 0,0-1 1,1 1-1,-1 0 0,1 0 1,0-1-1,0 1 0,0-1 1,0 1-1,1-1 0,0 1 1,-1-1-1,1 1 0,0-1 1,1 0-1,-1 1 0,1-1 1,-1 1-1,3-6 0,4-31 1489,8-24 495,-12 34-1321,-3 26-703,0 18-2,1 11-45,-1-1-1,-5 33 0,0-5-80,3 18-57,2-1-1,3 1 0,3-1 1,19 83-1,-21-135-98,0 1-1,1-1 1,1-1 0,0 1 0,2-1-1,17 30 1,-23-44 60,-1 0-1,1 0 0,0 0 1,0 0-1,-1 0 1,1-1-1,0 1 0,0-1 1,1 1-1,-1-1 1,0 0-1,0 0 0,1 0 1,-1 0-1,0 0 1,1-1-1,-1 1 0,1-1 1,-1 1-1,5-1 1,-2 0-6,1-1 0,-1 0 0,0 0 1,0 0-1,0-1 0,0 0 0,0 0 1,-1 0-1,9-5 0,3-3-9,-1-2-1,0 0 0,0-1 1,20-22-1,25-39 31,73-115-1,14-19 509,-121 177-332,0 2 0,2 0 0,1 2 0,42-32 1,-62 53-114,0 0 1,0 0 0,1 1 0,0 0 0,-1 1 0,2 0-1,-1 1 1,13-3 0,-18 5-30,1 0 0,0 1 0,0 0 0,-1 0 0,1 0 0,0 1 0,0-1 0,-1 1 0,1 1 0,0-1 0,-1 1 0,1 0 0,-1 0 0,0 1 0,0 0 0,9 5 0,-1 3 15,-1 0 0,0 1 0,-1 0 0,-1 1 0,0 0 0,0 1-1,-1 0 1,-1 1 0,12 29 0,4 16 27,17 70 0,-37-120-75,80 333-1777,-36-114-3594,-30-141 1435,7 27-4363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8.3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43 212,'-15'-43'-80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8.7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324 809 5092,'-5'-4'342,"0"1"-1,0 0 0,-1 0 0,1 0 0,-1 1 0,0-1 0,0 2 1,0-1-1,0 0 0,0 1 0,0 0 0,0 1 0,0-1 0,0 1 0,-11 1 1,-11 2 940,0 1 1,-30 8 0,44-9-945,-26 11 791,33-11-589,0 0-1,-1-1 1,0 0-1,-15 3 1,62 5 693,3-7-954,0-2 1,0-2-1,74-11 0,-41 4-73,1806-200 1041,-608 36-1368,-10-46-3304,-929 142 1031,-255 53 6,-1-3 1,77-37-1,-81 24-3892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9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154 1 6697,'1'0'135,"-1"0"1,0 1-1,0-1 1,0 0-1,1 0 1,-1 1-1,0-1 0,0 0 1,0 1-1,1-1 1,-1 0-1,0 1 1,0-1-1,0 0 1,0 1-1,0-1 1,0 0-1,0 1 1,0-1-1,0 1 1,0-1-1,0 0 1,0 1-1,0-1 1,0 0-1,0 1 1,0-1-1,-1 0 1,1 1-1,0-1 1,0 0-1,0 1 1,0-1-1,-1 1 0,-6 24 2271,5-18-2302,-47 137 3911,-4 10-2024,37-83-1534,4 2 0,2-1 1,4 1-1,6 143 0,7-114-324,4 0-1,43 183 1,24-48-2499,-51-174-1257,54 93 0,-60-123-414,0-4-1968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9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7445,'10'9'3671,"-4"-2"-3163,0 0 0,-1 0 0,1 1 0,-2-1 0,1 1 0,-1 0 0,0 1 0,4 14 0,12 23 434,23 30-373,3-1 0,3-3 0,63 71 0,-23-44-618,135 118 1,-185-183-283,0-2 1,71 42-1,-90-62 75,0-2-1,1 0 1,1-2 0,-1 0-1,1-1 1,0-1-1,1-1 1,25 2-1,-21-5-202,-1-1 0,0-1 0,0-2 0,0 0 0,0-2 0,45-11 0,-56 10 88,1-1 0,-1 0-1,0-2 1,0 1 0,-1-2 0,0 0 0,0 0-1,-1-2 1,0 1 0,-1-2 0,20-23-1,6-15-1851,0-1-411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9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397 280 6357,'-24'-113'999,"22"104"-726,-1 0-1,0 0 1,-1 0 0,0 1 0,0 0-1,-1 0 1,0 0 0,0 0-1,-1 1 1,0 0 0,-13-12-1,-15-19 2489,21 22-1647,13 16-1080,0-1 0,0 1 1,0 0-1,0 0 0,-1-1 0,1 1 0,0 0 0,0 0 0,0 0 0,-1 0 0,1-1 0,0 1 0,0 0 0,-1 0 1,1 0-1,0 0 0,0 0 0,-1 0 0,1 0 0,0-1 0,0 1 0,-1 0 0,1 0 0,0 0 0,0 0 0,-1 0 1,1 0-1,0 0 0,0 0 0,-1 1 0,1-1 0,0 0 0,-1 0 0,-5 1 156,0 0 0,1 0 0,-1 1 0,0 0 0,1 0 0,-1 1 0,1-1 0,-1 1 0,1 0 0,0 0 0,0 1 0,1 0 0,-1 0 0,-6 7 0,-1 3 280,0 1 0,-18 31 0,23-35-233,-8 15 21,1 1 0,1 1 0,1 0-1,1 1 1,2 0 0,1 0 0,2 1 0,-7 59-1,10-5-157,13 151-1,-10-231-109,5 43-639,2-1 0,18 62 0,37 87-5206,-50-161 4170,7 16-2436,6-3-1955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29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36 595 7873,'1'-3'1144,"1"0"-1010,0 0 1,0 0-1,-1 1 1,2-1-1,-1 0 1,0 1-1,0 0 0,1-1 1,0 1-1,-1 0 1,1 0-1,0 0 1,0 1-1,0-1 1,0 1-1,4-2 1,8-2 9,1 1 0,21-4 1,1 0 79,16-5 133,-1-3-1,0-3 0,-2-2 0,0-2 0,-1-2 0,85-58 0,-95 54 12,174-136 2433,-179 124-2171,-20 22-448,-14 17-103,-2-2 4,0 1-76,0-1-1,0 0 1,-1 1 0,1-1 0,-1 1 0,0-1 0,0 1 0,0 0 0,0 0-1,-1 0 1,1 0 0,-1 0 0,0 1 0,0-1 0,0 1 0,0-1 0,0 1-1,-1 0 1,1 1 0,-1-1 0,1 0 0,-1 1 0,1 0 0,-1 0 0,0 0-1,0 0 1,1 1 0,-1-1 0,0 1 0,0 0 0,-7 1 0,-9 1 78,0 0 0,1 2 0,-1 0 0,1 2 0,0 0 0,-34 16 0,-107 65 658,156-85-728,-59 37 255,2 2-1,1 4 1,3 1 0,-85 90-1,127-120-231,2 1 0,0 0 0,1 1 0,1 0 0,1 0 0,0 1 0,1 1 0,1 0 0,-8 31 0,14-41-35,0-1 1,1 1-1,0-1 0,0 1 1,1-1-1,0 1 1,1-1-1,0 1 1,0 0-1,1-1 1,0 0-1,1 0 0,0 1 1,1-1-1,-1-1 1,2 1-1,-1-1 1,1 1-1,1-1 1,-1-1-1,1 1 0,1-1 1,9 9-1,-1-5-149,0 0 0,0-1 0,1 0 0,1-1 1,-1-1-1,1-1 0,1 0 0,-1-2 0,30 7 0,-3-4-788,0-2 1,85 1 0,-42-11-1903,0-4 1,88-21 0,-52 9-3395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0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 1 10681,'-24'2'666,"17"-2"-438,1 0 0,0 1 0,0-1 0,-1 1 1,1 0-1,0 1 0,0 0 0,0 0 1,0 0-1,1 0 0,-1 1 0,1 0 0,-1 0 1,1 1-1,-8 6 0,-2 8 476,0 0 0,1 0 1,1 2-1,0 0 0,2 0 0,0 1 1,2 1-1,-9 24 0,-42 184 1281,57-215-1866,-7 27 83,2 0 1,1 1-1,3 1 0,1 73 1,68 277-1661,-49-328-500,31 86 0,13-14-3881,-34-95 1696,5-10-1969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0.3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23 9681,'70'-23'1936,"-7"26"-300,10-3-328,10 0-224,6 8-303,12-2-337,17 0-668,12 0-657,3 2-451,-2-8-756,-1-3-1520,-3-2-2145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1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2188 6105,'-29'10'1950,"23"-8"1759,21-32 338,-2-23-2413,-8 34-1296,0-1 1,0 1 0,11-21 0,39-64 64,129-180 0,-141 224-413,49-73-170,120-227 0,-161 255 186,-5-1 0,57-197 0,-74 180 311,15-157-1,-36 229-100,-5 34-111,-1 1-1,0-1 1,-2-30-1,1 47-98,-1-1 0,0 1 0,0 0 0,0-1 0,0 1 1,0-1-1,0 1 0,0-1 0,0 1 0,0 0 0,0-1 0,0 1 0,0-1 0,-1 1 0,1 0 0,0-1 0,0 1 0,0-1 0,0 1 0,-1 0 0,1-1 0,0 1 0,0 0 1,-1-1-1,1 1 0,0 0 0,-1-1 0,1 1 0,0 0 0,-1 0 0,1-1 0,-1 1 0,1 0 0,0 0 0,-1 0 0,0-1 0,-13 13 178,-15 34 68,29-44-245,-37 70 232,3 3 0,3 1 0,-35 138 0,-30 251 59,90-431-279,-99 644 156,-37 198-433,-28-53-717,-46 116-996,190-836 1738,-29 184-202,55-283 479,2-6-16,1-1-22,-1 0 0,0 0 0,0 0 0,0 0 0,0 0 0,0 0 0,0-1 0,-1 1 0,0 0 0,0-1 0,1-3 0,7-46 50,-8 44-50,15-137-29,-7 0 0,-7-1 0,-6 0 1,-6 1-1,-7 0 0,-58-237 0,38 248 105,-35-160 174,69 276-243,0-1 0,2 0 0,0 0 0,1 0 0,1-1 0,1 1 0,7-34 0,-5 41-8,0 0 0,1 0 0,0 1-1,1-1 1,0 1 0,1 0 0,1 1 0,0 0-1,0 0 1,1 0 0,1 1 0,12-11-1,6-1-51,1 2 0,0 0 0,1 2-1,36-15 1,135-49-839,408-99-5316,-465 142 2869,19-4-2340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1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2961 8153,'37'-19'3210,"0"-6"-2778,-1-3 0,-1-1 0,-2-1 1,-1-2-1,38-49 0,127-198 841,-115 156-681,584-840 1763,-499 711-1728,-12-7-1,188-428 1,-279 538-271,-63 145-267,-7 8-39,-9 6-46,1 1 1,0 1 0,1 0 0,0 1 0,1 1 0,0 0 0,1 0 0,1 1 0,-16 30 0,0 6 54,-35 105 1,32-62-142,4 1 0,4 1 0,5 1 0,4 1 0,0 134 0,14-120-253,5 0 1,4 0-1,6-1 1,44 157-1,-38-193-8,3 0-1,4-2 0,3-2 0,2 0 0,4-3 0,52 70 0,-77-120 265,0-1 0,1 0 0,1 0 0,1-2 0,0 0 0,1-1 0,1-1-1,0-1 1,21 10 0,-28-16 95,1 0 0,-1-2 0,1 1 0,0-2 0,0 1 0,1-2 0,-1 0 0,1-1 1,-1 0-1,1-1 0,-1 0 0,1-1 0,-1-1 0,0 0 0,1-1 0,17-6 0,-6-1 182,0-1 1,-1-1-1,0-1 1,-1-2-1,31-23 0,-22 10 778,0 0 0,48-58 0,-79 84-337,-3 2-607,1 1 1,-1-1-1,0 1 1,0-1-1,1 1 1,-1 0 0,0 0-1,1 0 1,-1 0-1,1 0 1,-3 2-1,-4 3 30,-5 3-63,1 1 1,1 0 0,-1 0-1,2 1 1,0 1-1,0 0 1,1 0-1,0 1 1,-12 26-1,2 1-1016,1 0 0,-15 54 0,24-58-2433,-5 51 0,11-72 1632,2 10-4262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1.7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81 8945,'-48'-46'2868,"58"32"-2740,-1-3-680,14 17-248,-4-3-2352,9 9-1301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1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0 11961,'-38'114'2136,"51"-68"-368,-1 5-343,7 1-285,16-6-312,4-1-444,11-2-460,14 3-524,6 0-632,0-9-657,-1-3-379,8-5-1656,5-6-2745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2.1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1493 1 12641,'-276'80'2156,"187"-49"-383,0 1-333,-6 2-328,9 0-272,-3 6-164,-3 12-156,-6-1-208,-4 3-428,0 6-608,1 0-836,2-2-628,7 4-2789,10-2-3944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3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68 892 5248,'-3'-1'126,"1"0"14,-1 0 0,1 0 0,0 0 0,0-1 0,0 1 0,0 0 0,0-1 0,0 0 0,0 1 0,0-1 0,1 0 0,-1 0 0,1 0 0,-1 0 0,1 0 0,0 0 0,0 0 0,-2-4 0,3 2 1220,-3 4-114,-6 1-908,-8-3 1806,17 1-2079,0 0 1,0 0-1,0 0 1,0 1 0,-1-1-1,1 0 1,0 0-1,0 0 1,1 0 0,-1 0-1,0 1 1,0-1-1,0 0 1,0 0 0,1 0-1,-1 0 1,0 1-1,1-1 1,-1 0 0,1 0-1,-1 1 1,1-1 0,-1 0-1,1 1 1,1-2-1,5-7 237,0-1 0,1 2 0,0-1 0,0 1 1,1 0-1,16-11 0,68-38 1208,-87 54-1454,61-33 772,122-45-1,81-9-155,-218 74-579,788-223-2588,-275 96-3915,-430 109 4007,106-24-4233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4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328 335 5549,'10'-34'1048,"0"-1"1,-3 1 0,5-42 0,-9 54 14,1 1-1,1 0 0,1 0 1,1 1-1,13-27 0,-19 43-279,-16 23 874,-9 14-1179,2 1 0,2 0 0,-17 40 0,-44 120 408,61-143-631,-21 58-55,5 2 0,4 1 0,5 1-1,6 2 1,-14 212 0,34-240-204,3 0 0,4 0 0,3-1 0,4 0 0,5-1 0,2 0 0,5-2-1,51 119 1,-33-111-257,86 135-1,-91-170 51,2-1-1,3-3 1,71 69-1,-84-93 89,2-1 1,0-2-1,2-2 0,1-1 1,0-1-1,65 26 0,-70-35 67,0-3 0,1 0 0,0-2 0,0-2 0,1 0 0,0-3 0,0 0 0,0-2 0,48-6-1,-52 2 25,0-1-1,0-1 0,0-2 0,-1 0 0,0-2 0,-1-1 0,40-24 0,-47 23 8,0 0-1,-1-2 1,-1 0-1,0-1 0,-1-1 1,-1-1-1,0 0 1,-1-1-1,-1 0 0,13-24 1,-11 12-3,0 0 1,-3-1 0,0 0-1,-2-1 1,-1 0-1,-2-1 1,-1 0 0,-2 0-1,-1 0 1,-1-1-1,-2 1 1,-2 0 0,-1-1-1,-1 1 1,-2 0-1,-1 1 1,-1-1 0,-2 1-1,-2 1 1,-26-53-1,17 47 27,-1 1 0,-2 2 0,-1 0 0,-2 1 0,-1 2 0,-2 1 0,-1 1 0,-51-37 0,-8 3-53,35 27 129,-57-51 0,111 87-73,0-1-1,0 0 1,1 0-1,-1 0 1,1 0 0,-1 0-1,1 0 1,-1 0-1,1 0 1,-1 0 0,1 0-1,0 0 1,-1 0-1,1 0 1,0 0 0,0 0-1,0 0 1,0 0-1,0 0 1,0 0 0,0 0-1,0 0 1,1 0 0,-1 0-1,0 0 1,1 0-1,-1 0 1,1 0 0,-1 0-1,1 0 1,-1 0-1,1 0 1,1-1 0,0-2 13,1 1 1,0 0-1,-1 0 1,1 0-1,1 0 1,4-3-1,6-1 38,0 0-1,0 0 0,1 1 0,-1 1 0,21-4 0,80-12 144,-114 21-195,32-4 91,1 1-1,0 1 0,1 2 0,-1 2 1,0 1-1,49 10 0,-56-6-12,-1 1 1,1 1-1,-2 1 0,1 1 1,-1 1-1,-1 2 1,0 0-1,32 26 0,-15-4 19,-2 2-1,-1 2 1,-2 1-1,-2 1 0,-2 3 1,-2 0-1,-1 2 1,-3 1-1,32 81 1,-26-40-119,-3 1 1,-4 2 0,-4 1 0,16 161 0,-31-147-460,-4 1 1,-15 132 0,-51 211-3140,50-377 1891,-36 106 0,-9-17-3649,30-89 400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4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334 658 11133,'-20'35'1278,"-1"-1"-1,-34 42 1,38-52-551,2 1 1,0 1-1,2 0 0,1 1 1,-16 51-1,-28 145 1066,54-215-1755,-11 52 212,-41 229 516,48-240-694,2 0 0,2 1 0,9 93 0,-6-132-74,1-1 1,0 1-1,0-1 1,2 0-1,-1 0 1,1 0-1,0 0 1,1 0-1,11 17 0,-12-22 2,0-1 0,1 1-1,-1-1 1,1 0 0,0 0 0,0 0-1,0-1 1,0 1 0,1-1-1,-1-1 1,1 1 0,0-1-1,0 0 1,0 0 0,0-1-1,0 1 1,0-1 0,9 0-1,3-1-45,0-1 0,0-1 0,0 0 0,0-1 0,-1-1 0,1-1 0,-1-1 0,0 0 0,23-12 0,-3-2-205,0-1 0,66-51 1,-63 39-45,-1-1 0,-2-2 0,56-70 0,-78 86 207,0-1 1,-1 0-1,-2-1 0,0 0 0,-1-1 1,-2 0-1,0-1 0,-1 0 0,7-40 1,-11 28 18,-1-1 0,-2 1 0,-1-1 0,-2 0 1,-2 1-1,-1 0 0,-1 0 0,-3 0 0,0 1 0,-3 0 1,-22-48-1,-150-300 197,179 372-125,0-1 0,1 0 0,1 1 0,0-1 0,1 0 0,0-1 0,1 1 0,0 0 0,1 0 0,0-1 0,1 1 0,1 0 0,0 0 0,0 0 0,1 0 0,1 0 0,0 0 0,0 1 0,1 0 0,1 0 0,9-15 0,-2 7 1,2 0 0,0 1 0,1 0 0,0 2 0,2-1 0,0 2 0,0 1 0,2 0 0,0 1 0,26-12 0,-10 6-6,1 2 1,1 1-1,67-17 1,-93 30 11,1 0 1,-1 1-1,0 1 0,1 0 1,-1 1-1,1 0 0,-1 1 1,1 0-1,-1 1 0,1 0 1,-1 1-1,0 0 0,0 1 1,-1 1-1,1 0 0,16 10 1,-13-4-5,0 1 1,-1 0 0,0 1 0,-1 1-1,0 0 1,-1 1 0,-1 0 0,13 24-1,0 5 20,37 93 0,-33-56-37,-4 0-1,24 146 1,-2 176 131,-42-367-100,-3-18-9,-1-7 4,1-1 1,1 1 0,-1-1 0,2 1 0,4 15 0,-6-24-12,1 1-1,-1-1 0,0 0 0,1 1 1,-1-1-1,1 0 0,0 0 0,0 0 0,-1 0 1,1-1-1,1 1 0,-1 0 0,0-1 1,0 1-1,1-1 0,-1 0 0,0 0 1,1 0-1,0 0 0,-1 0 0,1 0 1,-1-1-1,1 1 0,0-1 0,-1 0 1,6 0-1,8-1-3,-1-1 1,0 0-1,0-1 1,0-1-1,-1 0 0,1-1 1,-1 0-1,0-1 1,0-1-1,-1 0 1,0-1-1,0-1 1,21-18-1,-7 3-17,-1-1-1,-1-2 1,-2 0-1,35-53 1,-34 43-16,-2-1 0,-1-2 1,-2 0-1,23-73 0,-34 85 40,-1 0 0,-2 0 0,0-1 0,-2 0 1,-1 1-1,-2-1 0,0 0 0,-6-36 0,3 50-5,-1 1 1,1 0-1,-2 0 0,0 1 0,-1-1 1,0 1-1,-1 1 0,-1-1 0,0 1 1,0 0-1,-1 1 0,-1 0 0,0 0 1,0 1-1,-1 1 0,0-1 0,-1 2 1,0 0-1,0 0 0,-1 1 0,0 0 1,0 1-1,-1 1 0,1 0 0,-1 1 1,0 1-1,0 0 0,-19-2 0,4 4-44,-1 1-1,1 1 0,-1 2 0,1 1 0,0 1 0,1 1 0,-1 2 0,-47 20 0,-10 10-1588,-108 68 1,180-98 1332,-32 15-2404,35-20-540,27-19 260,19-10-215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5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804 408 8733,'0'-24'445,"0"-4"1455,0 0-1,9-55 0,-7 76-1573,-1 0 0,0 1 1,-1-1-1,1 0 0,-1 0 0,-2-12 1,2 17-278,-1 0 1,1 0-1,-1 0 1,1 0-1,-1 0 1,0 0-1,0 0 1,0 0 0,0 1-1,0-1 1,0 0-1,0 1 1,0-1-1,-1 1 1,1-1-1,-1 1 1,1 0-1,-1-1 1,0 1-1,1 0 1,-1 0 0,0 0-1,0 0 1,0 0-1,1 1 1,-1-1-1,0 1 1,-4-1-1,-2 0-8,0 1 0,1 0-1,-1 1 1,0 0-1,1 0 1,-1 1 0,1-1-1,-1 2 1,1-1-1,-10 5 1,-12 8 83,-33 21 0,29-17-54,-50 30 75,-122 95 1,175-120-160,1 2 1,1 1-1,1 2 1,2 0 0,1 2-1,-39 64 1,56-82-33,1 0 1,0 1 0,0 0-1,2 0 1,0 0 0,0 0-1,-2 26 1,6-35 34,-1-1 0,1 1 0,0-1 0,1 1 0,-1-1 1,1 1-1,0-1 0,0 0 0,0 1 0,0-1 0,1 0 0,0 0 0,0 0 0,0 0 0,0 0 0,1 0 1,-1 0-1,1-1 0,0 1 0,0-1 0,0 0 0,1 0 0,-1 0 0,1 0 0,0-1 0,-1 1 0,1-1 1,0 0-1,6 2 0,3-1-12,-1 1 1,0-2 0,1 0-1,-1 0 1,1-2 0,0 1-1,0-1 1,23-4 0,8-3-40,51-16 0,215-71 101,-304 93-43,0-1 0,0 1 0,0 0 0,0 0-1,1 0 1,-1 1 0,0 0 0,11 2-1,-14-2 38,0 1-1,1 0 0,-1 0 0,0 0 0,0 1 0,0-1 0,0 1 0,-1 0 0,1 0 0,0 0 0,-1 0 0,1 0 0,-1 0 0,0 1 0,0-1 1,0 1-1,0-1 0,3 7 0,0 3 62,0 1 0,-1-1 0,0 1 0,-1 0 0,-1 0 0,0 1 0,-1-1 0,-1 24 0,2-3 25,7 259 656,-51 511 0,23-676-1026,-5-1 0,-5-1-1,-6-1 1,-6-2 0,-5-2-1,-109 205 1,121-264-17,-3 0 0,-2-3-1,-3-1 1,-62 65 0,99-118 259,0 0 1,-1 0-1,1 0 0,-1-1 1,0 0-1,-1 0 0,-9 5 1,15-9 3,-1 1-1,1-1 1,-1 1 0,1-1 0,-1 0 0,1 0 0,-1 0 0,0 0 0,1 0 0,-1 0 0,1 0 0,-1 0 0,1 0 0,-1-1-1,1 1 1,-1-1 0,1 1 0,-1-1 0,1 0 0,-1 1 0,1-1 0,0 0 0,-1 0 0,1 0 0,0 0 0,0 0 0,0 0-1,0 0 1,0 0 0,0-1 0,0 1 0,0 0 0,0-1 0,1 1 0,-1-1 0,0 1 0,1-1 0,-1-2 0,-2-6-18,2 0 0,-1-1 1,1 1-1,1-1 0,-1 1 1,2-1-1,0 1 0,0 0 1,3-13-1,6-24-55,1 1 1,3 1-1,38-88 1,80-123-319,-97 192 350,479-788-235,127 13 514,-491 663-88,509-613 957,-614 729-933,-23 30-39,1 0-1,1 2 1,36-32 0,-60 59-125,1 1 0,-1-1 1,1 1-1,-1-1 0,1 1 1,-1-1-1,1 1 0,-1-1 1,1 1-1,0 0 0,-1-1 0,1 1 1,0 0-1,0-1 0,-1 1 1,1 0-1,0 0 0,-1 0 1,1 0-1,0 0 0,0 0 0,-1 0 1,1 0-1,0 0 0,0 0 1,-1 0-1,1 0 0,0 0 1,0 1-1,-1-1 0,1 0 1,0 1-1,-1-1 0,1 0 0,0 1 1,-1-1-1,2 2 0,-1-1 4,0 1-1,0 0 0,0-1 0,-1 1 0,1 0 1,0 0-1,-1 0 0,1-1 0,-1 1 1,1 0-1,-1 0 0,0 0 0,0 3 0,-2 15 29,0 0-1,-1-1 1,-2 1-1,-8 25 0,0 3-21,5-16-15,-75 368 60,77-351-59,3-1-1,1 1 0,2 0 0,3 0 0,1 0 0,16 64 0,-15-93-3,0 0 0,2 0-1,0-1 1,1 0 0,1-1-1,1 0 1,15 22-1,-18-31-5,1 0 0,0 0 0,0-1 0,1 0-1,0 0 1,0-1 0,1 0 0,0-1 0,0 0 0,1 0-1,-1-1 1,1-1 0,0 1 0,13 1 0,-8-2 4,1-2 0,0 0 1,-1-1-1,1-1 0,0-1 1,0 0-1,-1-1 0,1-1 0,-1 0 1,0-1-1,0-1 0,0 0 1,29-16-1,-26 12 9,-1-1-1,0-1 1,-1-1 0,-1-1 0,0 0 0,0-1 0,-1-1-1,-1 0 1,-1-1 0,22-33 0,-29 39-9,0-1 0,-1 0 0,-1 0 1,6-20-1,-9 30 6,-1 0 1,1-1 0,-1 1-1,0 0 1,0-1-1,1 1 1,-1-1 0,0 1-1,0 0 1,0-1 0,-1 1-1,1 0 1,0-1-1,0 1 1,-1 0 0,1-1-1,-1 1 1,1 0-1,-1-1 1,0 1 0,1 0-1,-1 0 1,0 0 0,0 0-1,0 0 1,-1-2-1,0 2 5,-1 0 0,1 0 0,-1 0 0,1 0 0,0 0 0,-1 1 0,1-1-1,-1 1 1,0 0 0,1-1 0,-1 1 0,1 0 0,-4 1 0,-8 1 23,1 0 1,-1 1-1,-24 8 1,16-1 30,0-1 0,0 2 0,1 1 0,0 1 0,1 1 1,1 0-1,0 2 0,1 0 0,-19 22 0,25-24-33,0 0 0,0 1 1,1 1-1,1 0 0,1 0 0,0 1 0,2 0 0,-1 1 0,2-1 1,0 1-1,2 1 0,-4 21 0,7-29-76,0 1 0,1-1 0,1 0 0,-1 1 0,2-1 0,0 0 1,0 0-1,1 0 0,0 0 0,1 0 0,0-1 0,1 1 0,0-1 0,1 0 0,0-1 0,0 1 0,1-1 0,0 0 1,1-1-1,0 0 0,12 10 0,-1-1-397,0-2 1,1 0 0,0-1-1,1-1 1,1-1 0,0-1-1,32 11 1,-7-8-1740,1-2 1,69 8 0,-3-8-4410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5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86 10289,'-32'-46'3420,"13"41"-2176,0-1 385,54 0-3586,16-2-2251,-13-7-3225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6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661 232 2480,'0'0'740,"-3"0"-202,-35 7 169,29-4-626,0-1 0,-1 0 0,1-1-1,0 0 1,-1 0 0,1-1 0,-1-1 0,-15-2-1,23 3-78,-29-7 156,-1-1 1,1-1 0,1-2 0,-34-17 0,54 23-156,-269-143-1764,239 119 515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7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569 575 6497,'-1'1'83,"1"-1"0,-1 0 1,0 0-1,1 0 0,-1 0 1,0 0-1,1-1 0,-1 1 1,1 0-1,-1 0 0,0 0 1,1-1-1,-1 1 1,0 0-1,1 0 0,-1-1 1,1 1-1,-1 0 0,1-1 1,-1 1-1,1-1 0,-1 1 1,1-1-1,0 1 0,-1-1 1,1 1-1,-1-1 0,1 1 1,-1-2-1,9-17 2337,1 2-1800,-9 16-603,8-22 858,2-1 1,1 1-1,27-41 0,9-9-109,-28 43-477,0 1 0,39-44 0,-35 49-182,0 2-1,2 0 1,0 2 0,45-28-1,-55 39-84,0 2 1,0 0-1,1 1 0,0 0 0,0 1 0,1 1 0,-1 1 0,1 0 0,0 1 0,28 1 0,-22 2-4,0 2 0,1 1 1,-1 1-1,0 1 0,-1 1 0,0 1 0,0 0 0,0 2 0,-1 1 0,-1 0 0,0 2 0,35 28 1,-25-15-10,0 1 1,-2 2-1,-1 0 1,-1 2 0,-2 1-1,36 62 1,-32-40-13,-2 1 0,-3 1-1,-2 1 1,-3 1 0,-2 0 0,-3 2-1,-3-1 1,-2 1 0,-3 1 0,-2-1-1,-3 1 1,-3-1 0,-2 1 0,-20 89-1,3-59 53,-40 103-1,-49 83-54,51-136-66,-65 233 1,117-340 22,2 1 0,1 0-1,1 0 1,2 1-1,2-1 1,1 0-1,2 1 1,1-1 0,2 0-1,15 48 1,-14-59-19,2-2 0,0 1 0,1-1-1,2-1 1,0 0 0,1 0 0,1-2 0,1 1 0,1-2 0,1 0 0,0-1-1,1-1 1,1 0 0,0-2 0,1 0 0,23 12 0,-15-12-1,2-2 0,-1 0 0,2-2 0,-1-1 1,1-2-1,0-1 0,1-1 0,0-2 0,0-1 0,-1-1 1,1-2-1,0-1 0,0-2 0,-1-1 0,1-1 0,-1-2 0,44-17 1,-47 14 54,0-1 0,-1-1 0,0-2 1,-1-1-1,-1 0 0,0-2 0,-2-1 0,0-1 1,-1-1-1,-1-1 0,-1-1 0,-1-1 1,-1 0-1,-1-1 0,-1-1 0,-2-1 1,0 0-1,13-41 0,-22 53 10,-1-1 0,-1 1 0,0-1 0,-1 0 0,-1 0 0,0 0 0,-1 0-1,-3-23 1,2 33 15,0 0-1,0 0 0,0 0 0,-1 0 0,0 0 1,0 1-1,-1-1 0,1 0 0,-1 1 1,0 0-1,-1 0 0,1 0 0,-1 0 0,0 0 1,0 1-1,-1 0 0,1 0 0,-1 0 0,0 0 1,0 1-1,0 0 0,-1 0 0,1 0 1,-11-3-1,4 3 16,-1 0 0,0 1 0,0 1 0,0 0 0,0 1 1,0 0-1,0 1 0,1 0 0,-1 1 0,0 1 0,0 0 1,1 0-1,-15 8 0,1 0 57,0 1 0,1 1 1,0 2-1,-43 33 0,28-13-10,1 1-1,1 3 0,2 0 0,2 2 1,2 2-1,2 1 0,2 1 0,-26 57 1,27-44-12,3 2 0,2 0 0,3 2-1,3 0 1,2 1 0,-7 93 0,16-23-7,5 0 0,6-1 0,31 174 0,37 124 46,0-11-28,128 1121-277,-162-1207 106,108 667-318,35-4 27,-101-554 347,36 321 1,-107-660 137,-4 0 0,-5 0-1,-16 155 1,6-196-69,-3-1-1,-3 0 1,-2-1-1,-3-1 0,-2 0 1,-3-2-1,-35 63 1,5-33-212,-3-3-1,-107 124 1,-166 128-1392,208-225 976,-5-6-1,-4-5 1,-146 83-1,222-151 478,-1-3 0,-2-2 0,0-3-1,-81 22 1,96-35 57,-1-2 0,0-2 0,-1-2 0,1-2 0,-1-2 0,-86-9 0,81 1-98,1-2 0,1-2 1,-1-2-1,-66-29 0,85 28-468,0 0 0,2-2-1,0-2 1,1 0 0,0-1-1,2-2 1,-40-42-1,30 21-1645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4:37.7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49 7465,'-16'-3'1776,"0"-5"172,35-1-2488,22-5-2624,-3-1-1337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06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1392 32 6577,'-29'-27'1558,"29"27"-1505,-1 0 0,1-1-1,0 1 1,0 0-1,-1-1 1,1 1-1,0 0 1,-1 0-1,1-1 1,0 1-1,-1 0 1,1 0 0,0-1-1,-1 1 1,1 0-1,0 0 1,-1 0-1,1 0 1,-1 0-1,1 0 1,0 0-1,-1 0 1,1-1 0,-1 1-1,1 1 1,-1-1-1,-33 2 1883,14-1-704,0 1 0,-35 8-1,-14 13-348,1 3 0,-106 56 0,-121 92 1043,252-145-1752,1 2 0,1 2-1,2 2 1,2 2-1,-43 53 1,3 10 5,-66 114 1,125-186-166,2 0-1,1 2 1,1 0 0,1 0 0,2 1 0,-8 38 0,15-53-16,2 1-1,0-1 1,1 1 0,1 0 0,0 0-1,1-1 1,1 1 0,1 0 0,0-1-1,1 0 1,1 0 0,0 0-1,1 0 1,9 16 0,2-4-2,1-1 0,1 0 0,1-2 0,1 0 0,1-2 0,1 0 0,2-1 0,49 33 0,9-1-240,143 67 0,762 305-882,-671-298 1028,-259-100-75,-1 2-1,-1 3 1,65 49 0,-111-74 165,-1 0 0,0 0 0,-1 1 0,0 0 1,0 0-1,-1 1 0,0 0 0,0 0 0,-1 1 0,-1-1 1,0 1-1,0 1 0,4 15 0,-7-18 4,-1 0 1,0 0-1,0 0 0,-1 1 1,0-1-1,0 0 1,-1 0-1,0 1 0,-1-1 1,0 0-1,0 0 0,-1 0 1,-1-1-1,1 1 0,-1-1 1,0 1-1,-1-1 0,-6 7 1,-7 8-7,-1-1 0,-1-1 0,-1 0 1,-1-2-1,0-1 0,-1 0 0,-2-2 1,1-1-1,-30 14 0,1-5 13,-1-2 0,-1-2-1,-89 20 1,103-31 40,0-2 1,0-2-1,-1-1 0,0-2 1,0-2-1,1-2 0,-56-9 0,77 7-18,0-2 0,0 1 0,1-2 0,-1-1-1,2 0 1,-1-2 0,-20-13 0,26 14 8,0-1 1,1-1-1,0 0 1,1 0 0,0-1-1,1-1 1,0 0 0,1 0-1,1-1 1,-9-17-1,5 2 10,1-2-1,1 1 0,1-1 0,2-1 0,2 1 0,0-1 1,1-49-1,4 8 9,4 1 0,15-90 0,74-252 33,31 4 12,-88 296-85,127-383 48,36 15-591,-187 458 179,2 0-1,0 1 0,2 0 1,0 1-1,21-21 1,-27 32-58,1 1 0,0 0 0,1 1 0,-1 0 0,2 1 0,-1 0 0,1 1 0,1 0 0,-1 1 0,29-8 0,153-48-6081,-147 43 3134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07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596 219 6553,'-4'-11'309,"-1"1"1,0 0-1,0 0 1,-1 1-1,0-1 1,-1 1-1,0 1 1,-1-1-1,1 1 1,-2 1-1,1-1 1,-1 1-1,0 1 1,0-1-1,-1 2 1,-19-10-1,2 2 460,0 1 0,-1 1-1,0 1 1,-56-10 0,76 18-670,1 1 1,-1 1-1,0-1 0,0 1 1,0 1-1,0-1 0,1 2 1,-1-1-1,0 1 1,1 0-1,-1 0 0,1 1 1,0 0-1,-1 0 1,1 1-1,1 0 0,-1 0 1,1 1-1,-1-1 0,1 1 1,1 1-1,-1-1 1,-7 11-1,3-2-3,2-1 1,0 2-1,0-1 0,2 1 0,0 0 1,0 0-1,2 1 0,-5 21 0,3 3 29,1 1 0,1 48 0,5-7-63,4 0-1,4-1 1,3-1 0,4 1 0,30 90 0,-15-79-136,4-1 0,4-2 0,3-2 0,58 86-1,-66-121 35,2-1 0,2-2 0,3-1-1,2-3 1,72 61 0,-86-83 29,1-1 1,1-2 0,1-1 0,0-2 0,1 0-1,1-3 1,1-1 0,0-1 0,0-2 0,62 9-1,-71-16-3,0-2-1,0-1 1,0-1-1,0-1 1,0-1-1,-1-1 0,1-1 1,-1-2-1,44-16 1,-40 9 12,0 0 1,-1-2-1,0 0 1,-1-2-1,-1-2 1,-1 0-1,33-35 1,-34 29 18,-1-1 0,-1-1 0,-1-1 0,-1-1-1,-2 0 1,-1-2 0,-2 0 0,-1-1 0,-1 0 0,-2-1 0,-1-1 0,-2 1-1,-2-1 1,0-1 0,-1-43 0,-6 48-1,-1 0-1,-2 0 0,-1 0 1,-1 0-1,-2 1 1,-1 0-1,-1 0 1,-1 1-1,-2 1 1,-1 0-1,-1 0 0,-2 2 1,0 0-1,-30-33 1,16 26-28,0 1 1,-2 2-1,-2 1 1,0 2 0,-2 1-1,-1 2 1,-1 2-1,0 1 1,-66-24-1,20 16-105,0 3 0,-2 4 0,-122-15 0,143 30-806,-1 3 0,1 3 0,-1 2 0,0 4 0,-77 14 0,72-1-3084,12 4-2156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07.6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358 61 6205,'-64'-32'1414,"58"30"-1173,0 0-1,-1 0 1,1 0-1,-1 1 1,1 0-1,-1 0 1,1 0 0,-1 1-1,0 0 1,1 1-1,-1-1 1,-9 3-1,0 0 213,12-3-362,-1 1 0,1 1 1,-1-1-1,1 1 0,0 0 0,0 0 0,0 0 1,0 0-1,0 1 0,0-1 0,0 1 0,1 0 1,-6 6-1,0 1 96,2 0 1,-1 0-1,-11 21 0,7-9-67,1 0 1,0 1-1,2 0 0,1 1 0,1 0 0,1 0 0,1 1 1,1 0-1,1 0 0,2 0 0,0 0 0,1 0 0,2 0 1,1 0-1,0-1 0,9 28 0,-9-41-117,1 1-1,1-1 1,0 0-1,1 0 1,0-1-1,0 0 1,1 0-1,0 0 1,1-1 0,0 0-1,1-1 1,0 0-1,0 0 1,0-1-1,1 0 1,1 0-1,-1-1 1,1-1-1,0 1 1,0-2 0,0 0-1,0 0 1,1-1-1,14 2 1,-2-1-45,-1-2 0,0 0 0,1-2 0,-1 0 0,0-2 1,1-1-1,-1 0 0,0-2 0,0 0 0,-1-2 0,35-15 0,-24 7 24,-1-2-1,-1-1 1,0-1-1,-2-2 0,0-1 1,40-39-1,-56 46 14,0 0 0,0-1 0,-2 0-1,0 0 1,15-32 0,-21 35-8,0 1 0,0-1 0,-1-1 1,-1 1-1,-1 0 0,1-1 0,-2 0 1,0 1-1,-1-16 0,-1 18 10,0 0 0,-1 0 0,0 0 0,-1 1 0,0-1 0,-1 1 0,0 0 0,-1 0-1,0 0 1,0 0 0,-1 1 0,0 0 0,-1 0 0,0 0 0,0 1 0,-1 0 0,0 1 0,-12-10 0,6 7-7,0 1 0,-1 1-1,0 0 1,0 1 0,-1 1 0,0 0 0,0 1 0,0 1-1,-1 0 1,0 1 0,-22-1 0,6 3-144,0 1-1,0 2 1,0 1-1,1 2 1,-1 1 0,1 1-1,-47 18 1,49-13-982,2 1 1,-1 1 0,2 1-1,-43 32 1,24-8-3329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07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0 11233,'14'23'374,"-7"-12"-89,1 0 0,-2 1 1,1 0-1,-2 0 0,1 1 0,-2-1 0,0 1 1,0 0-1,-1 0 0,-1 1 0,2 24 0,0 20 1426,19 97 0,3 11-184,-14 288 391,-40 95-996,23-490-859,-63 588 54,49-484-186,-160 1149-4052,149-1049 213,5 268 0,25-446 577,6-23-1346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08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84 5308,'-6'19'208,"-48"136"1804,49-140-1746,0 0 0,1 0 0,1 0 0,1 0 0,0 1 1,0 22-1,10 95 714,-2-75-761,-5-36-151,2-1 0,1-1 0,0 1 0,2 0 0,14 34 0,-15-43-13,1-1 1,0 1-1,1-1 0,0 0 0,1-1 0,1 0 0,-1 0 1,1-1-1,1 0 0,17 13 0,-19-18 37,0 1 0,1-1 1,-1-1-1,1 1 0,0-2 0,0 1 0,0-1 0,1 0 1,-1-1-1,0 0 0,18-1 0,-10 1 59,2-1-16,0-1 1,1 0-1,-1-1 1,-1-1-1,1-1 1,0-1-1,-1-1 1,29-12-1,-4-3 99,-1-1-1,44-33 0,-28 15 24,-2-2-1,53-53 0,-76 62-94,-2-1 0,-1-1 0,-1-1 0,27-48 0,-46 67-89,0 0 0,-1-1 1,-1 0-1,-1-1 0,-1 0 1,5-25-1,-9 38-54,-1 0 0,-1-1 0,1 1 0,-1 0 1,0-1-1,-1 1 0,1 0 0,-1-1 0,0 1 0,-1 0 0,0 0 0,0-1 0,0 2 0,-1-1 0,1 0 0,-1 0 0,-1 1 0,1-1 1,-1 1-1,0 0 0,0 0 0,-1 1 0,-6-7 0,0 3-13,-1 1 1,1 1 0,-1-1-1,0 2 1,-1 0-1,1 0 1,-1 1-1,0 1 1,0 0-1,-1 0 1,-17 0-1,-19 1 59,-85 6-1,30 7-24,1 4 0,-134 38 0,-199 81-2205,218-63-1616,150-48 191,15-3-1548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08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33 455 12005,'-32'17'2972,"60"-5"-1840,-2-1-243,15-11-165,48-6-128,6-8-416,29-15 112,19-8-192,25 0-252,20-9-464,5-11-440,14-3-225,5-5-347,11-10-2448,5 7-3021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0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105 147 3980,'-1'-8'663,"2"0"0,-1 0 0,1 1 0,0-1 0,1 0 0,0 0 0,0 1 0,1-1 0,4-8 0,-7 14-554,1 0 0,0 0 0,-1 1 0,1-1 0,-1 0 0,0 0 1,1 0-1,-1 0 0,0 0 0,0 0 0,-1-3 0,1 4 8,0-1 0,0 1 0,0-1 0,0 1 0,0-1 0,0 1 0,0-1 0,1 0 0,-1 1 0,0-1 0,1 1 0,0 0 0,-1-1 0,1 1 0,0-1 0,-1 1 0,3-2 0,-3 3-26,0-1 1,0 1-1,0-1 1,1 1-1,-1 0 1,0-1 0,0 1-1,1 0 1,-1-1-1,0 1 1,1 0-1,-1 0 1,0-1 0,1 1-1,-1 0 1,0 0-1,1-1 1,-1 1-1,0 0 1,1 0-1,-1 0 1,1 0 0,-1 0-1,0 0 1,1-1-1,-1 1 1,1 0-1,-1 0 1,1 0 0,-1 0-1,0 1 1,1-1-1,8 12 927,0 24-420,-7-7-206,-1 0 0,-1 0 0,-5 35 0,0 3 19,-50 551 1168,30-376-1601,-38 328-5628,51-338-2397,14-171 2530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1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431 101 5597,'-30'-32'729,"-28"-34"3124,57 64-2648,-18 19 852,15-13-1874,-1 0 0,1 0 1,0 1-1,0-1 0,0 1 0,1 0 1,0 0-1,-4 7 0,-47 96 1115,6 3 0,5 1 0,-34 133 1,57-151-902,3 0 1,-7 153-1,22-175-286,4 0-1,3 1 1,3-2-1,19 78 1,-13-99-76,2-2 1,2 1-1,2-2 0,2-1 0,2 0 1,34 47-1,15 8 2,116 126-1,-66-96-214,78 91-716,-174-187 273,-2 0 0,-1 2 1,-2 1-1,32 75 0,-50-103 338,0 0-1,-2 0 1,1 0 0,-1 0-1,-1 1 1,1-1-1,-2 1 1,0 16-1,-1-23 56,1-1-1,0 0 0,-1 1 0,0-1 1,0 0-1,0 1 0,0-1 0,0 0 0,-1 0 1,0 0-1,1 0 0,-1 0 0,0 0 0,0-1 1,-1 1-1,1-1 0,0 1 0,-1-1 0,0 0 1,1 0-1,-1 0 0,0 0 0,0 0 0,0-1 1,0 1-1,0-1 0,-1 0 0,1 0 0,0 0 1,-4 0-1,-39 1-5316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1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0 549 6901,'11'-42'1420,"29"-77"1,-33 104-1166,1 0-1,0 0 1,1 0-1,0 1 1,2 1-1,-1-1 1,1 2-1,17-15 0,2 3-87,2 2 0,0 1 0,2 1 0,0 2-1,1 1 1,1 2 0,1 1 0,48-11-1,7 5-227,1 3 0,120-6-1,74 11-1683,-95 15-2419,-77 3-292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1.8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662 145 8249,'-26'-7'1849,"20"5"2802,4-8-4223,-1-1 1,0 1 0,-1 0 0,-1 0 0,1 0-1,-1 0 1,-1 1 0,-8-11 0,11 16-353,-1 1 1,0-1 0,-1 1-1,1 0 1,0 0-1,-1 1 1,0-1 0,-6-1-1,8 2-54,-2 1 4,-1 0 0,0 0 0,0 0 0,1 1 0,-1 0-1,0 0 1,0 0 0,1 1 0,-1 0 0,0 0 0,1 0 0,-1 1 0,1 0-1,-1 0 1,1 0 0,-7 5 0,-28 14-255,38-20 330,0 0-127,-2 0 15,1 0 0,0 1 0,0-1 0,0 1-1,1 0 1,-1 0 0,0 0 0,1 0 0,-1 0 0,1 1 0,-1-1-1,1 1 1,0-1 0,0 1 0,0 0 0,1 0 0,-1 0-1,1 0 1,0 0 0,-1 0 0,1 1 0,1-1 0,-1 0 0,0 5-1,-121 366-96,21-72 31,27 6-1,70-283 69,-27 193-166,27-177 132,3-1 0,1 1 0,8 56 0,-7-85 23,2 1 1,0 0-1,8 21 0,-9-29 11,1 0 1,-1 0-1,1-1 1,-1 1-1,2-1 0,-1 0 1,0 0-1,1 0 0,-1 0 1,1 0-1,7 4 0,-8-7-11,0 1-1,-1-1 0,1 0 0,0-1 0,0 1 0,0 0 0,0-1 1,0 0-1,0 0 0,0 0 0,0 0 0,0 0 0,0 0 1,0-1-1,3-1 0,45-13-93,-45 12 85,12-5 1,0 0-1,-1-1 1,-1-1 0,1-1 0,-2 0 0,19-17 0,-1-3 25,44-55 1,-45 47-9,-1-2 0,-3-2 1,-1-1-1,-2 0 1,-3-2-1,-1-1 0,-2 0 1,-3-2-1,-2 0 1,13-75-1,-24 92 16,0 0 0,-2 0 1,-2 0-1,-1 1 0,-1-1 1,-2 0-1,-16-57 0,13 64-29,0 0-1,-2 1 1,-1 0 0,-1 1-1,-1 0 1,-1 1 0,-1 0-1,0 1 1,-37-37 0,41 49-19,1 0 1,-1 0 0,-1 1-1,1 1 1,-2 0 0,1 0 0,-1 1-1,0 1 1,-16-5 0,19 8-134,0 0 1,0 0-1,0 1 0,0 0 1,0 1-1,-1 0 0,1 1 1,0 0-1,0 0 1,0 1-1,0 0 0,0 1 1,-11 5-1,14-6-281,-1 1-1,1 0 1,-1 0 0,1 1 0,0 0-1,0 1 1,1-1 0,-1 1-1,1 0 1,0 1 0,0-1 0,1 1-1,0 1 1,-6 7 0,-4 30-4346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2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1421 1 9421,'-29'9'1383,"23"-7"-1018,0-1-1,0 1 0,0 1 1,0-1-1,0 1 1,1 0-1,-1 0 1,1 1-1,0-1 1,-10 10-1,-16 25 579,0 1 0,3 2 0,1 0 0,-29 65 0,-3 1-204,-450 837 1771,364-635-2837,-118 375-1,216-529-1279,-33 192 0,39-4-3480,39-208 792,12-6-2247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2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457 1 9677,'-25'39'787,"1"1"-1,2 1 1,-21 55 0,-55 144 1133,20-52-1366,53-125-455,-8 18 106,-41 156 0,69-213-152,0 1 1,2-1-1,0 1 0,2 0 0,1 0 0,1 0 0,1-1 0,1 1 0,1 0 1,1-1-1,11 30 0,-12-43-16,1 0 0,0-1 0,0 1 0,2-1 0,-1 0 0,1-1 0,0 0 0,1 0 0,0 0-1,1-1 1,-1 0 0,2-1 0,14 10 0,-12-11-7,0 0 0,0 0 0,0-1-1,1-1 1,0 0 0,-1-1 0,1-1 0,1 0-1,-1 0 1,0-1 0,24-2 0,-4-3-4,-1-1 1,1-1 0,-1-2-1,-1-1 1,0-2 0,0-1 0,-1-1-1,0-1 1,-1-2 0,-1-1 0,-1-2-1,0 0 1,-2-2 0,28-27-1,-25 20-11,-2-1 0,-1-1 0,-1-1-1,-1-1 1,-2-1 0,-1-1 0,-2 0 0,-1-2-1,-2 0 1,-2-1 0,15-61 0,-23 73-21,-2 0 1,0 0 0,-2 0 0,0-1-1,-2 1 1,-1 0 0,-1 0-1,-1 0 1,-1 0 0,-9-26 0,8 34-11,-1 0 0,-1 1 1,0 0-1,-1 0 0,-1 1 0,0 0 1,-1 1-1,-1 0 0,0 1 1,-1 0-1,0 1 0,-1 0 1,0 1-1,-29-17 0,0 5-267,-1 3-1,0 1 1,-2 2-1,0 3 1,0 1 0,-55-8-1,31 13-1578,0 2 0,0 3 1,-113 10-1,84 3-3327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3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517 40 6785,'-53'-16'1904,"51"15"-1673,0 1-1,0-1 0,0 0 0,1 0 0,-1 0 0,0 0 0,0 0 0,1 0 0,-1 0 0,1 0 0,-1-1 0,1 1 1,-3-3-1,4 3-116,0 1 0,-1-1 0,1 1 0,0 0 0,-1-1 0,1 1 0,0-1 1,-1 1-1,1 0 0,-1-1 0,1 1 0,0 0 0,-1 0 0,1-1 0,-1 1 1,1 0-1,-1 0 0,1 0 0,-1 0 0,1 0 0,-1-1 0,0 1 0,-1 5 1030,-7 18-576,2 0 0,0 1 0,1 0 0,2 0 0,-3 37 0,1-10-117,-40 420 1551,29-265-1593,-3 15-112,-66 613 202,53-598-509,-92 724-2278,72 98-5891,57-899 4440,7-18-1806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3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689 33 3328,'-97'6'838,"89"-6"-666,1-1 0,-1 1 1,1-2-1,0 1 0,-1-1 0,1 0 0,0 0 0,-10-5 0,-17-5 322,15 9-357,0 0 0,-1 1-1,1 0 1,0 2 0,-1 1 0,1 0-1,-1 1 1,1 1 0,-36 11 0,37-9-74,8-2-7,0 0 0,-1 1-1,1 0 1,1 1-1,-11 6 1,-86 39 1156,104-49 53,-14-6-1008,6 3-1441,1 15 453,-12 38 102,20-48 552,1 0 11,3 25-187,-3-24-55,0-1-1229,1 11-32,1 3 199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4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4964 8917,'5'-26'1703,"-4"25"-1617,-1 0-1,1 1 1,-1-1 0,1 0 0,-1 1 0,1-1 0,-1 1 0,1-1 0,0 1-1,-1-1 1,1 1 0,0 0 0,-1-1 0,1 1 0,0 0 0,0-1 0,-1 1 0,1 0-1,0 0 1,0 0 0,0-1 0,-1 1 0,1 0 0,0 0 0,0 0 0,1 1 0,3-2 314,40-11 805,-2-3-1,69-32 1,-44 17-698,805-319 1701,151-66-1415,419-253 328,-18-40-390,861-529-84,-535 118-4047,-1717 1095 3118,26-17-670,-1-2 0,-2-3 0,66-70 0,-122 116 887,0-1 0,-1 0 1,1 1-1,0-1 0,-1 1 0,1-1 0,0 0 0,-1 1 1,1-1-1,-1 0 0,1 0 0,-1 0 0,1 1 0,-1-1 1,0 0-1,1 0 0,-1 0 0,0 0 0,0 0 0,0 0 1,1 0-1,-1 0 0,0 0 0,0 1 0,0-1 0,-1 0 1,1 0-1,0 0 0,0 0 0,0 0 0,-1 0 0,1 0 1,0 0-1,-1 1 0,1-1 0,-1 0 0,1 0 0,-1 1 1,1-1-1,-1 0 0,0 0 0,1 1 0,-1-1 0,0 1 1,0-2-1,-4 0-208,1 0 0,0 1-1,0-1 1,-1 1 0,1 0 0,-1 0 0,-7-1 0,-45-3-2814,4 1-1145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7.6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333 1145 8581,'0'-4'248,"0"0"0,0 1 0,0-1-1,0 0 1,-1 1 0,0-1 0,1 1 0,-2-1 0,1 1 0,0-1 0,0 1 0,-1 0 0,0-1 0,0 1 0,0 0-1,0 0 1,0 0 0,-1 1 0,-4-5 0,-3-2 837,-1 1-1,0 0 1,-1 1-1,-12-6 1,13 7-333,9 7-673,0 0 0,0-1 0,1 1 0,-1 0 0,0 0 0,1 0 0,-1 0 0,1 0 0,0 0 0,-1 0 0,1 1 1,0-1-1,-1 0 0,1 1 0,0-1 0,0 1 0,0 0 0,0 1 0,-4 13 54,1 1 0,1-1 0,0 1 0,1-1 0,1 26 0,-2 9 91,-54 559 611,21-219-795,-14 186-66,35-385-9,-3 135-260,18-301 158,8 42 0,-8-67 130,0 0 0,0 0 0,0 0 0,0 0 0,0 0 0,0 0 0,0 0 0,0 0 0,1 0 0,-1 0 0,0 0 0,1 0 0,-1 0 0,1 0 0,-1 0 0,1-1 0,0 1 0,-1 0 0,1 0 0,0-1 0,-1 1 0,1 0 0,0-1 0,0 1 0,0 0 0,0-1 0,-1 1 0,1-1 0,0 0 0,0 1 0,0-1 0,0 0 0,0 0 0,0 1 0,0-1 1,0 0-1,0 0 0,0 0 0,0 0 0,0 0 0,0 0 0,0-1 0,0 1 0,0 0 0,0 0 0,0-1 0,0 1 0,1-1 0,3-1-13,-1-1 0,1 0 1,-1 0-1,1 0 1,-1 0-1,0 0 0,-1-1 1,5-5-1,14-21-42,-2-1-1,-1-2 1,-2 1-1,-1-2 1,23-69-1,-2-22 75,42-243 0,-20-136 153,-29 109 181,-18-1 0,-44-467 0,2 512 162,29 332-447,0 1 1,2-1-1,0 1 0,6-30 1,-7 47-48,0 1 0,0-1 0,0 0 0,1 0 0,-1 1 0,0-1 1,0 0-1,1 1 0,-1-1 0,0 0 0,1 1 0,-1-1 0,0 0 0,1 1 0,-1-1 1,1 1-1,-1-1 0,1 1 0,0-1 0,-1 1 0,1-1 0,-1 1 0,1 0 0,0-1 1,-1 1-1,1 0 0,1-1 0,-1 1 7,0 0 0,0 1 1,1-1-1,-1 0 0,0 1 0,0-1 0,0 0 1,0 1-1,0 0 0,0-1 0,0 1 0,0-1 1,0 1-1,0 0 0,1 1 0,3 4 104,1 0 1,-1 0-1,8 14 0,3 9 183,-2 2 0,15 48 0,-16-42-118,263 909 1761,-77 21-1837,62 259-1936,-195-973-271,130 320 0,-125-416-200,-61-139 1522,1 0-1,0 0 0,1-1 0,1-1 1,27 27-1,-39-42 575,0 0 0,1 0 0,-1 0 0,0 0 0,1 0 0,-1 0 0,1 0 0,-1 0 0,1 0 0,-1-1 0,1 1 0,2 0 0,-4-1 12,1 0-1,0 0 1,0-1 0,0 1-1,0 0 1,0-1 0,0 1-1,-1-1 1,1 1 0,0-1 0,0 1-1,-1-1 1,1 1 0,0-1-1,-1 0 1,1 1 0,-1-1-1,1 0 1,-1 0 0,2-1-1,16-31-5491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8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2018 5012,'-12'-4'393,"-2"-2"153,2 5 5303,17-19-4821,-4 17-972,0 1 1,0-1-1,1 1 1,-1 0-1,0 0 1,1-1-1,-1 1 1,1 0-1,0 0 1,-1 0-1,1 1 1,0-1-1,0 0 1,1 1-1,3-3 1,43-20 338,-14 8-146,116-68-670,-4-7 0,225-182 0,-300 213 244,-3-3 1,-3-3-1,-3-3 0,67-96 0,6-21 739,-130 178-488,1 0 0,0 0 0,13-11 0,-14 14-14,-6 4-57,0 1 1,1 0 0,-1 0 0,0 0 0,0 0 0,0-1-1,0 1 1,1 0 0,-1 0 0,0 0 0,0 0 0,0 0-1,1 0 1,-1 0 0,0 0 0,0-1 0,0 1 0,1 0-1,-1 0 1,0 0 0,0 0 0,0 0 0,1 0 0,-1 0-1,0 0 1,0 0 0,1 0 0,-1 0 0,0 0 0,0 1-1,0-1 1,1 0 0,-1 0 0,0 0 0,1 0 0,5 3 19,0-1 0,0 2 0,-1-1 0,1 0 0,-1 1 0,1 0 0,-1 0 0,0 1 0,-1-1 0,1 1 0,-1 0 0,0 0 0,0 1 0,0-1 0,4 10 0,8 17 46,15 40-1,-24-53-43,0 0-1,2-1 1,0 0-1,1 0 1,0-1-1,2 0 1,16 18 0,-25-32-5,0 0 1,0 0-1,1-1 1,-1 0 0,1 1-1,0-1 1,0-1 0,-1 1-1,1 0 1,0-1-1,1 0 1,-1 0 0,0 0-1,0 0 1,0-1 0,0 0-1,1 0 1,-1 0-1,0 0 1,0 0 0,1-1-1,-1 0 1,0 0-1,0 0 1,0-1 0,0 1-1,4-3 1,13-6 10,-2-1 1,1-1-1,-1-1 0,17-15 1,-2 2 58,31-17-38,2 3 0,1 2 0,2 4 0,113-40 0,57-18-135,-87 30-44,-88 35-26,-2-2 0,114-73 0,-49 10 592,-45 35 1006,-76 56-979,9 6-200,0 0 1,-1 1 0,0 0 0,-1 1-1,1 1 1,15 11 0,-15-10-84,25 14 162,0-2 1,71 27-1,-89-41-422,-1 0 0,1-2 0,0 0 0,1-2-1,-1 0 1,0-1 0,32-2 0,-44-2-45,1 0 0,-1 0 1,0-1-1,0-1 0,0 0 0,0 0 0,-1-1 0,1 0 0,-1 0 1,0-1-1,-1-1 0,14-11 0,8-12-551,49-60 1,-56 62 467,20-25-625,3 3-1,97-84 1,-93 99 103,-3 2-835,-17 6-2668,-14 13 137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8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6 9525,'-22'3'3048,"38"-6"-2604,0-2-272,6 5-228,19 0-444,-3 8-168,10 7-412,3 2-2148,6 8-1445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18.8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0 955 11165,'1'0'87,"-1"-1"1,0 0-1,1 1 1,-1-1-1,1 1 1,-1-1-1,1 1 1,-1-1-1,1 1 1,-1-1-1,1 1 0,0 0 1,-1-1-1,1 1 1,0 0-1,-1 0 1,1-1-1,0 1 1,-1 0-1,1 0 0,0 0 1,-1 0-1,1 0 1,0 0-1,-1 0 1,1 0-1,0 0 1,-1 0-1,1 0 1,0 0-1,1 1 0,19 15 1687,-4-3-1184,16 6 200,1-1 0,1-2 0,40 12-1,32 15-126,-48-14-349,-2 2 0,79 58 0,-104-65-234,-1 1 1,-1 2-1,-2 1 0,0 1 1,31 45-1,-41-46 11,-1 2-1,-1 0 0,-2 0 0,-1 2 0,-1 0 1,-2 0-1,-1 1 0,-2 0 0,-1 0 1,-2 1-1,1 59 0,-5-89 53,0-8 63,12-64-366,4 0 0,2 1 0,3 1 0,36-80 1,142-245-2585,-119 248 1017,7 3-1,6 4 1,124-139 0,-198 254 1489,62-72-2655,127-112 1,-110 128-654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0.0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 0 7933,'-74'9'1765,"71"-8"-1632,0 0 1,1 0-1,-1 0 1,0 1-1,0-1 1,1 1-1,-1 0 1,1 0-1,0 0 1,-1 0-1,1 0 1,0 0-1,0 1 1,0-1-1,1 1 1,-1-1-1,0 1 1,1 0-1,0 0 1,0-1-1,0 1 1,0 0-1,0 0 1,0 0-1,1 0 1,-1 6-1,-2 2 238,-16 61 587,4 0-1,2 1 0,4 1 0,-1 91 1,9-106-790,2 0-1,3 0 1,3-1 0,2 1 0,2-1 0,3-1 0,37 95 0,-36-118-160,1 0 0,1-2 1,2 0-1,1-1 0,1-1 0,2 0 1,1-2-1,1-1 0,2-1 0,0-2 1,2 0-1,0-2 0,50 29 0,-54-38-93,1 0 0,0-2 0,0-1-1,1-1 1,0-2 0,0 0-1,1-2 1,0-1 0,32 1-1,-41-5-24,1-1-1,-1 0 0,0-2 0,0 0 0,-1-1 0,1-1 1,-1-1-1,0 0 0,0-1 0,-1-1 0,0-1 0,0 0 1,-1-1-1,22-19 0,-27 20 80,-1-1 0,0-1 0,-1 0 0,0-1 0,0 1 0,-2-2 1,1 1-1,-1-1 0,-1 0 0,-1 0 0,5-15 0,2-18 127,-1 0 0,4-49-1,-2 13 166,0 2 196,15-72 591,-23 129-785,2 1 0,1-1 0,1 1 0,16-30 0,-22 47-207,1-1 1,0 1-1,0 0 1,0 0-1,1 0 1,-1 0-1,1 1 0,0 0 1,1 0-1,-1 0 1,1 1-1,-1 0 1,1 0-1,0 0 0,0 1 1,1 0-1,-1 0 1,0 0-1,1 1 1,-1 0-1,1 0 1,-1 1-1,1 0 0,-1 0 1,14 2-1,-1 1 54,0 1-1,-1 0 1,1 2-1,-1 0 1,0 1-1,0 1 1,28 17-1,-4 3 10,-1 1-1,-2 1 0,-1 3 0,-2 1 0,46 55 1,139 209 146,-173-229-294,105 157-397,11 16-1581,13-8-3812,-116-160 965,0-4-2745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0.3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159 443 5529,'-60'-54'1178,"56"50"-1041,0 0 0,1 0 0,0-1 0,0 1 0,0-1 0,0 1 1,1-1-1,0 0 0,0 0 0,-2-6 0,-9-21 1011,-39-83 2789,51 112-2524,16 27-1067,6 13-321,-1 2-1,20 56 1,-18-33-389,36 72 1,-48-114 98,2 0 0,0-1-1,1 0 1,1-1 0,1 0 0,0-1 0,21 17-1,-32-31 188,0 0 0,0-1-1,0 0 1,1 1 0,-1-1-1,1-1 1,-1 1 0,1-1-1,0 0 1,-1 0 0,1 0-1,0 0 1,0-1 0,0 0-1,-1 0 1,1 0 0,0-1 0,6-1-1,1-1-46,0 0-1,0-1 0,0 0 1,0-1-1,18-10 0,5-7-62,-1-1 1,-1-2-1,-1-1 0,36-37 0,101-129-26,-22 23 72,-55 62-678,-70 79 359,-11 16-248,0 0 0,1 1-1,14-10 1,-10 7-936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1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8761,'35'209'1424,"-19"-118"-296,6 4-152,0-4 116,4 3-368,-4 6-84,3 9-120,1 11-116,-4 6-160,-3-1-460,0-2-208,3-11-428,4-4-296,-14-11-596,1-8-1652,3-12-1753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1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7249,'9'10'605,"0"1"1,-1 0 0,-1 0 0,0 1 0,-1 0-1,6 14 1,16 29 1184,106 216 2173,-110-216-3681,0 5 131,19 77 1,5 13-159,14 14 55,-61-161-315,-1-1 0,1 0-1,0 1 1,-1-1 0,1 0 0,0 0 0,0 0 0,1 0 0,-1 0 0,0 0 0,1 0 0,-1 0 0,1 0-1,0-1 1,0 1 0,3 2 0,-4-4 3,0 1 0,1-1-1,-1 0 1,0 0 0,0 0 0,0 0-1,1 0 1,-1 0 0,0 0 0,0 0-1,1 0 1,-1 0 0,0-1-1,0 1 1,0-1 0,1 1 0,-1-1-1,0 1 1,0-1 0,0 1 0,0-1-1,2-1 1,4-5-12,0 0 1,-1 0-1,0-1 0,0 1 0,0-1 1,7-15-1,68-137-441,-46 85 214,65-98-1,-89 156 197,17-25-90,2 1 0,43-46-1,-63 76 126,2 0-1,0 1 1,0 1-1,1-1 1,0 2-1,0 0 1,1 0-1,0 2 1,0-1-1,1 2 1,24-6-1,-21 7 4,0 1-1,1 1 0,-1 1 1,0 1-1,1 0 1,-1 1-1,1 1 1,-1 1-1,0 1 0,0 0 1,-1 1-1,35 16 1,-15 0 38,62 46 0,-19-11 1,-4-15-10,-74-40-38,0 1 1,0-1 0,0 0 0,0 0 0,1 0-1,-1 0 1,0-1 0,1 1 0,-1 0 0,0-1-1,1 0 1,-1 1 0,1-1 0,-1 0-1,1 0 1,-1-1 0,0 1 0,1 0 0,-1-1-1,0 0 1,1 1 0,-1-1 0,0 0 0,0 0-1,1 0 1,2-2 0,3-4-76,-1 1-1,1-1 1,-1 0-1,-1-1 1,8-10-1,12-13-278,-4 7-22,2 1 0,1 1 0,0 1-1,1 0 1,2 3 0,0 0 0,45-20-1,-70 36 330,35-13-843,40-24 1,-65 31 194,-1 0 1,0 0-1,-1-1 0,0-1 1,0 0-1,18-22 1,-4-2-2174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1.8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1 578 11085,'4'-11'89,"1"1"1,0-1-1,0 1 0,1 1 0,1-1 0,14-16 1,-12 15-209,-1 0 1,1-1-1,-2 0 1,0-1-1,0 1 0,-1-1 1,5-18-1,1-8 38,7-48 1,-11 46-14,14-44 1,-19 77-19,0 0 0,0 0 0,1 0 0,0 0 0,1 1 0,0 0 0,0 0 0,11-11 0,15-13-3348,-15 17 499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3 604,'83'-3'-208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2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78 134 4464,'9'-43'1527,"-8"31"-871,2-1-1,-1 1 0,2 0 1,-1 1-1,9-18 1,-11 27-27,-15 25 213,5-11-562,-7 19 309,0 1 1,3 0-1,-12 38 1,20-52-347,0 1 0,1 1 0,2-1 0,0 0 0,0 1 0,2-1 0,2 25 0,0-28-349,0 0 1,0-1 0,2 1 0,0-1-1,11 28 1,-13-38-135,1-1-1,0 1 1,0-1 0,0 0 0,1 0 0,-1 0-1,1 0 1,8 6 0,-6-7-367,0 1 0,0-1 0,0 0 0,0 0 0,0-1 0,1 0-1,-1 0 1,10 1 0,31 3-4128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2.4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785 506 7641,'-3'-8'95,"-13"-38"1297,-1 1 1,-39-70-1,21 55-50,-40-63 642,66 110-1803,-1 1-1,0 1 0,-1-1 0,0 2 1,-1-1-1,0 2 0,-16-11 1,26 19-155,-1-1 0,0 1 0,1 0 0,-1-1 0,0 1 0,0 1 1,0-1-1,0 0 0,0 1 0,0 0 0,0-1 0,0 1 1,0 0-1,0 0 0,0 1 0,-4 0 0,-5 1 29,1 0 0,-1 0 0,1 1 0,0 1 0,0 0 0,0 0 0,1 1 0,-1 1-1,1 0 1,0 0 0,1 1 0,0 0 0,-12 12 0,-1 5-137,1 1-1,2 1 1,0 1 0,2 1-1,-22 48 1,15-20-577,3 1-1,-16 66 1,-3 58-1380,36-159 1693,2 1 0,0-1-1,2 1 1,0-1 0,2 1 0,4 25 0,-5-41 189,1 1-1,0-1 1,0 0-1,1 1 1,0-1-1,0 0 1,1-1-1,0 1 1,0 0-1,0-1 1,1 0-1,0 0 1,9 7-1,-11-11-18,0 0 0,0-1 0,0 0-1,0 1 1,0-1 0,1-1 0,-1 1 0,0 0-1,0-1 1,1 0 0,-1 1 0,1-2 0,-1 1-1,0 0 1,1 0 0,-1-1 0,0 0 0,0 0-1,1 0 1,-1 0 0,4-2 0,29-15-1720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2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4759 854 4828,'-124'-146'2401,"-126"-138"2142,191 225-4188,-2 4-1,-106-74 1,128 104-290,0 3 0,-1 1 1,-2 2-1,0 2 0,-49-14 0,87 30-61,-34-11 23,0 3-1,0 1 1,-1 1 0,0 3-1,-70 0 1,56 7-9,-1 2 1,1 3-1,-66 18 1,40-3-5,2 4 1,0 3 0,2 3 0,2 3 0,-136 91 0,106-52-17,4 4 0,3 5 0,-100 111 1,70-50 29,-123 184 0,-77 181-86,-467 970 520,492-817 441,57 19 42,218-595-841,5 2 0,3 0 0,3 1 0,-3 156 0,19-198-70,1 0 0,3 0 0,2 0 0,2-1 0,2 0-1,2 0 1,2-1 0,2-1 0,1-1 0,41 68 0,-32-71-17,1-1 0,2-1 1,2-2-1,68 62 1,-49-56-7,2-2 0,2-3 0,62 32 0,-1-12 58,2-5 0,3-6 1,155 40-1,-71-36-39,2-9 0,1-10 0,1-8 0,2-10 0,0-8 0,355-38 0,-401 11 15,-3-7 0,0-8 0,227-80 0,-258 66-9,-3-6-1,-3-5 0,-2-6 0,167-120 0,-170 95 19,-3-6-1,-5-4 1,108-129 0,-102 90-38,-7-5 0,113-195 1,-111 143-63,-9-4 0,131-362 0,-187 420-12,-7-2-1,-7-1 0,-5-2 1,-8-1-1,3-157 0,-24 199 21,-4 0 0,-31-186 0,19 215 23,-4 0 0,-3 2-1,-3 0 1,-49-97 0,52 128-10,-3 2 0,-2 1 0,-1 1 1,-2 2-1,-2 1 0,-64-59 1,49 58 34,-1 2 1,-1 3-1,-2 1 1,-2 3 0,-57-24-1,30 21 31,-1 3-1,-2 4 0,-89-16 1,54 21 19,-200-10 0,57 28-31,0 12 1,0 11-1,-370 75 0,-745 269-1304,670-118-398,27 53-4691,490-197 1065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25:23.2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81 10461,'-19'-26'3460,"0"26"-2304,-3-6-628,25-8-2344,3 0-2168,4-6-2837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4:58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438 541 4544,'-5'-13'338,"3"8"-132,-1-1 1,2 1 0,-1-1 0,1 1-1,0-1 1,0 1 0,0-1 0,1-8 0,0 11 10,-1 0 0,1-1 1,-1 1-1,0 0 0,0 0 0,0 0 1,0-1-1,0 1 0,-1 0 1,1 1-1,-1-1 0,-3-4 1,2 3 51,1 1 0,0-1 0,0 0 1,0-1-1,0 1 0,-1-6 0,-75-247 8107,44 126-4959,34 128-2740,0 26 332,3 90 34,-13 114 1,-29 115-700,-53 193-5,-6 41-226,77-409-179,2 245 1,20-357 9,2 0 0,3-1 0,1 0 1,30 103-1,-34-149 4,0 1 0,0-1-1,1 1 1,0-1 0,0 0 0,1 0 0,0-1 0,1 1-1,-1-1 1,1 0 0,1-1 0,-1 0 0,1 0 0,0 0 0,1-1-1,-1 1 1,1-2 0,0 1 0,0-1 0,1-1 0,-1 0-1,1 0 1,0 0 0,0-1 0,-1 0 0,16 0 0,-7-1-108,1-2 0,0 0 0,0-2 0,-1 1 1,1-2-1,-1-1 0,21-7 0,113-58-800,-116 52 681,298-125-2372,-57 27 411,-254 106 2074,663-343-1990,-630 315 2617,-37 25 18,0 1 1,1 0-1,0 1 1,1 1-1,22-8 0,-41 19-410,0 0-1,0 0 0,0 0 1,-1 0-1,1-1 0,0 1 1,-1 0-1,1 0 0,0 0 1,-1 0-1,0 1 0,1-1 1,-1 0-1,0 0 0,1 0 1,-1 2-1,0-3 52,2 8 121,-1 0-1,0 0 1,0 0-1,-1 1 1,0-1 0,-1 0-1,1 0 1,-2 0-1,1 0 1,-5 14 0,0 4 426,-17 62 552,-4 19-125,24-94-1078,2 1 0,0-1 0,0 1 0,1-1 0,1 1 1,3 16-1,16 53-1500,0-29-2627,-16-45 2318,0-2 0,1 1 0,0 0 0,8 10 0,10 6-7287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4:59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32 123 12069,'-31'-20'1908,"40"6"-384,-3 3 1089,1-12-2537,-4 0-804,10 14-673,3 1-487,15 2-2192,17-3-3029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4:59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11449,'-4'11'708,"0"0"0,1 0 0,0 1 0,1-1 0,0 1 0,1-1 1,0 1-1,0 0 0,2-1 0,1 15 0,-3 76 1074,-1-72-1501,1 0 0,4 31 0,3 44 307,-5-102-464,0-1-95,1-1 0,0 1 1,0-1-1,0 0 0,0 0 1,0 0-1,0 0 0,0 0 1,0 0-1,0 0 0,1-1 1,-1 1-1,4-1 0,-2-1 3,1-1-1,-1 1 1,1-1-1,-1 0 1,1-1-1,-1 1 1,0-1-1,0 0 0,0 0 1,4-4-1,7-5 55,47-34 220,96-68 598,-129 96-502,1 1 0,0 1 0,53-19-1,-75 33-331,1 0 0,-1 1-1,1 0 1,0 0-1,-1 0 1,1 2-1,0-1 1,-1 1-1,1 0 1,-1 0 0,1 1-1,-1 1 1,1-1-1,-1 1 1,0 1-1,13 7 1,8 6-271,-1 1 0,49 42 0,-69-53 8,86 80-2342,-26-23-1500,-45-43-657,29 18 0,-18-17-2991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4:59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43 531 7489,'88'-91'4363,"-22"21"-1714,-47 50-1871,0-2 1,-1 0 0,29-50 0,29-84 1808,-73 152-2506,-1 0 1,0-1-1,-1 0 0,1 1 0,-1-1 0,0 0 0,0 0 1,0 0-1,-1 1 0,0-1 0,0 0 0,-1-8 1,1 12-71,0 1 1,0 0 0,0-1 0,-1 1 0,1-1-1,0 1 1,0 0 0,0-1 0,-1 1-1,1-1 1,0 1 0,-1 0 0,1-1 0,0 1-1,-1 0 1,1 0 0,0-1 0,-1 1-1,1 0 1,0 0 0,-1 0 0,1-1 0,-1 1-1,1 0 1,-1 0 0,1 0 0,0 0-1,-1 0 1,1 0 0,-1 0 0,1 0 0,-1 0-1,1 0 1,-1 0 0,0 0 0,-23 8 232,-26 22 155,14-3 16,1 1-1,2 2 1,-51 57 0,70-70-277,1 0 0,1 1 1,1 1-1,0 0 0,1 0 0,1 1 1,1 0-1,1 1 0,-9 37 1,15-52-122,0 0 1,1 1-1,0-1 1,0 0-1,0 0 1,0 0-1,1 0 1,0 0 0,0 0-1,1 0 1,0 0-1,0 0 1,0-1-1,6 11 1,-3-8-69,1-1 1,-1 0-1,1 0 1,1 0-1,-1-1 1,1 0-1,0-1 1,1 1-1,9 4 0,7 3-415,2-1-1,-1-2 0,2-1 1,-1 0-1,45 7 0,41 1-4974,152 5 0,-103-18-3018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0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135 138 9945,'-2'-4'-64,"-15"-30"4470,-20-62-1,36 93-1872,-7 18-1252,1 10-1006,1 0-1,2 0 0,0 1 1,0 28-1,-1 2 0,-25 345 654,25-315-822,1 15 71,11 140-1,-5-226-157,0-1 0,0 0 0,2 0 0,-1 0 0,2 0 0,10 22 0,-12-30-10,0-1-1,0 0 0,1 0 0,-1 0 0,1 0 1,0 0-1,1-1 0,-1 1 0,1-1 1,0 0-1,0-1 0,0 1 0,0-1 0,1 0 1,-1 0-1,1-1 0,10 4 0,0-3 8,1-1-1,-1 0 1,1-1-1,-1-1 0,34-3 1,82-20-23,-97 16-9,61-13-20,216-35-61,-271 50 80,1 3 0,0 2 1,0 1-1,0 2 0,62 13 0,-90-13 0,1 1 0,-1 1 0,0 0 0,26 14 0,-37-17 9,1 0 0,0 1 0,-1-1-1,0 1 1,1 0 0,-1 0 0,0 0 0,-1 1 0,5 5-1,-6-7 3,0 0-1,0 0 0,0 0 0,0 1 0,-1-1 0,1 0 0,-1 0 1,0 1-1,1-1 0,-1 1 0,0-1 0,0 0 0,0 1 0,-1-1 0,1 0 1,-1 1-1,1-1 0,-2 4 0,-3 3-6,0 1 1,0-1-1,-1 0 0,0-1 0,0 0 1,-1 0-1,-1 0 0,1-1 0,-1 0 1,0 0-1,0-1 0,-1 0 0,-15 8 1,-15 6-124,-77 28 0,100-42 76,-107 40-1289,-134 31 1,247-74 2181,1-2-5818,24-8-303,22-9 1345,11-1-1842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0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9965,'-37'9'1601,"36"-8"-1531,0-1 0,1 0 0,-1 1 0,0-1 1,1 0-1,-1 1 0,1-1 0,-1 1 0,1-1 1,-1 1-1,1-1 0,-1 1 0,1-1 0,-1 1 0,1-1 1,0 1-1,-1 0 0,1-1 0,0 1 0,-1 0 1,1-1-1,0 1 0,0 0 0,0-1 0,0 1 1,0 0-1,0 0 0,0-1 0,0 1 0,0 0 0,0-1 1,0 1-1,0 1 0,1-1 202,-2 5-71,2 0 1,-1 0 0,0 0-1,1 0 1,0-1-1,1 1 1,-1 0-1,1-1 1,0 1-1,1-1 1,-1 0-1,1 0 1,0 0-1,0 0 1,1 0 0,-1 0-1,1-1 1,0 0-1,0 0 1,7 5-1,8 6 74,0-2 0,2 0 1,33 16-1,-51-27-240,23 10 55,1-1-1,0-2 1,1 0-1,0-2 1,0-1-1,38 4 1,-29-7 121,0-2 0,0-1 0,0-2 0,60-11 1,-84 10 36,1-1 1,-1-1 0,0 0 0,0-1 0,0 0 0,-1-1 0,0 0-1,0-1 1,-1-1 0,0 0 0,-1 0 0,17-19 0,-17 20 994,-14 21 158,-2 3-1556,-13 56 516,-16 134-1,10 82-169,18-197-160,-16 325-70,-45 411-2391,-4-432 1472,54-322 781,-4 0 0,-3-2-1,-41 87 1,55-137 146,0-1 1,-2 0-1,0 0 0,-1-1 0,-1-1 1,-23 21-1,32-33 28,0 0 1,-1-1-1,0 0 1,0-1-1,-1 0 1,1 0-1,-1 0 1,0-1-1,-9 2 1,11-3 0,1-2 1,-1 1-1,1 0 0,-1-1 1,0 0-1,1 0 1,-1-1-1,0 0 1,1 0-1,-1 0 1,1 0-1,0-1 0,-1 0 1,1 0-1,-5-3 1,1-1 29,0 0 0,0 0 0,1-1 1,0 0-1,0-1 0,1 1 0,0-2 0,0 1 0,1-1 1,0 1-1,1-2 0,0 1 0,0-1 0,1 1 1,0-1-1,-3-15 0,-1-3 60,3 0 0,0-1 0,2 0 1,0-54-1,5 28-4,3 0 0,18-87 1,-16 111-75,2 2 1,1-1 0,20-41 0,1 8-126,2 2 0,3 1-1,2 2 1,80-93 0,-41 70-1039,2 4-1,105-78 1,69-20-6689,-76 68-2048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1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2101 7169,'16'-10'3719,"12"-7"6187,-13 4-10317,18-22 1291,-2-2 1,-2-1 0,-1-1 0,-2-2 0,26-54-1,-17 17-663,-4-2 0,28-109 0,22-113 43,-38 105-265,-9-1 0,-8-2-1,0-296 1,-25 495 3,-1 0-1,0-1 1,0 1 0,0 0-1,0 0 1,0-1-1,0 1 1,0 0 0,0 0-1,-1-1 1,1 1 0,0 0-1,-1 0 1,1 0-1,-1-1 1,1 1 0,-1 0-1,0 0 1,1 0 0,-1 0-1,0 0 1,0 0-1,0 0 1,0 1 0,0-1-1,0 0 1,0 0-1,0 1 1,0-1 0,0 0-1,0 1 1,0-1 0,0 1-1,0 0 1,-1-1-1,1 1 1,0 0 0,0 0-1,-3-1 1,1 2 2,0-1 0,0 1 0,0 0 0,0-1 0,1 1 0,-1 1 0,0-1 0,0 0 0,1 1 0,-1-1 0,1 1 0,-1 0 0,1 0 0,0 0 0,-3 2 0,-10 14-10,0 1-1,2 1 0,0 0 0,-12 25 0,-35 93-27,58-133 42,-29 77 4,4 1 0,4 1 1,4 2-1,-11 101 0,20-78-45,5 0 0,18 214 0,-5-257-60,3 0 0,25 86 0,-25-115-5,2-2 0,1 1-1,2-2 1,2 0 0,33 49 0,-44-73 84,0-1 1,1 0 0,0 0-1,1-1 1,0 0 0,0 0-1,1-1 1,0-1 0,0 1 0,1-1-1,-1-1 1,16 6 0,-12-7-4,1-1 1,-1 0-1,1 0 1,0-1-1,0-1 1,0-1-1,0 0 1,27-4-1,-6-4 6,0-1 1,-1-1-1,0-3 0,-1 0 0,-1-2 1,0-2-1,36-24 0,26-24 352,120-108 0,-54 40 1454,-159 131-1740,1 0 0,0 0 0,0 0 1,0 1-1,0-1 0,0 1 1,0 0-1,0 0 0,0 0 1,0 0-1,1 0 0,4 0 0,-6 1-35,-1 0-1,0 0 1,1 0-1,-1 1 1,0-1-1,1 0 0,-1 1 1,0-1-1,1 1 1,-1-1-1,0 1 1,0-1-1,0 1 1,0 0-1,0 0 0,0 0 1,0-1-1,0 1 1,0 0-1,0 0 1,0 1-1,0-1 1,-1 0-1,1 0 0,0 0 1,-1 0-1,1 1 1,-1-1-1,1 3 1,32 134 563,-26-98-955,2-1 1,1-1-1,2 0 1,22 46-1,-15-45-1816,2-1-1,45 61 1,-63-95 1449,0 0 0,0-1 0,1 0 1,-1 0-1,1 0 0,-1 0 0,1-1 1,0 1-1,0-1 0,8 3 0,-10-4 339,40 18-8628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1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78 10933,'-83'-51'1564,"61"39"-28,6-2 1653,0 20-3193,4 2-845,28 1-451,0-1-936,6 7-1500,22 8-2377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1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19 309 9213,'1'2'2185,"1"2"-1722,0-1 0,-1 1 0,1 0 0,-1 0 1,0-1-1,-1 1 0,1 0 0,0 0 0,-1 0 1,0 0-1,0 0 0,0 0 0,-2 7 0,2-9 638,-1 1-692,1 1 1,-1-1-1,0 0 1,0-1-1,0 1 0,0 0 1,-1 0-1,1 0 0,-1-1 1,1 1-1,-1-1 1,0 1-1,0-1 0,0 0 1,0 1-1,-3 1 0,3-3 814,20-23-191,31-32-774,2 3 1,72-56 0,-88 80-216,1 1-1,67-36 0,-77 49-40,1 1 0,0 1-1,1 1 1,0 1 0,30-5 0,-46 12 0,-1 1 1,0 0 0,1 1-1,-1 0 1,1 0-1,-1 1 1,0 1 0,1 0-1,-1 0 1,0 1 0,0 1-1,0 0 1,-1 0-1,0 1 1,1 0 0,9 8-1,-9-5 6,0 2-1,0-1 0,-1 1 1,0 1-1,-1 0 0,0 0 0,0 1 1,-1 0-1,-1 1 0,0 0 0,-1 0 1,6 18-1,22 81 85,-21-67-457,27 67 0,-33-97 44,0 0 0,2-1-1,0 0 1,0 0 0,1 0 0,1-2 0,0 1 0,14 11 0,-11-13-301,0-1-1,0 0 0,1-1 1,0 0-1,0-1 0,1-1 1,19 6-1,-1-3-2606,0-2 0,56 6 0,-15-5-4841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2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100 370 8281,'-16'10'3133,"0"-1"1,-25 11-1,34-17-2817,6-2-192,1 1 1,-1-1-1,0 1 1,0 0-1,1-1 1,-1 1-1,1 0 0,-1-1 1,1 1-1,0 0 1,-1 0-1,1-1 1,0 1-1,0 0 0,1 0 1,-1-1-1,0 1 1,1 3-1,0-3-62,0 0-1,0 0 1,1 1-1,-1-1 1,1 0-1,-1 0 1,1 0-1,-1 0 1,1-1 0,0 1-1,0 0 1,0-1-1,0 1 1,0-1-1,1 0 1,-1 0-1,0 0 1,0 0-1,1 0 1,-1 0-1,1-1 1,-1 1 0,3 0-1,8 1 58,-1 0-1,0-1 1,17 0 0,-9-1-89,0-2 1,-1-1 0,1 0 0,-1-2-1,0 0 1,0-1 0,0-1-1,-1-1 1,0 0 0,0-1-1,-1-1 1,-1-1 0,1 0 0,-2-2-1,0 1 1,0-2 0,-1 0-1,-1-1 1,15-20 0,-27 34-30,17-26 14,-1 1 1,17-36-1,-30 52-17,0 0-1,0 0 1,-1 0 0,-1-1-1,0 1 1,0-1 0,-1 1-1,0-1 1,-1 1-1,-2-19 1,2 27 4,0 0 0,-1 0-1,1 0 1,-1-1 0,1 1 0,-1 0 0,0 0-1,0 0 1,0 0 0,0 0 0,0 0 0,-1 1-1,1-1 1,0 0 0,-1 1 0,1-1 0,-1 0-1,0 1 1,-2-2 0,1 2 10,0-1 0,-1 0 0,1 1-1,-1 0 1,1 0 0,-1 0 0,1 1 0,-1-1 0,0 1-1,-5-1 1,-6 2 78,0 1 1,0 0-1,1 1 0,-22 7 1,4 2 327,1 2 0,0 1 0,0 1 1,2 2-1,0 1 0,-46 40 1,57-45-195,1 1 0,0 0 1,1 2-1,1 0 0,1 0 1,-20 32-1,30-42-174,0 0 1,1 0-1,0 0 0,0 0 1,1 1-1,0-1 0,0 1 1,0-1-1,1 1 0,0 0 1,1 0-1,0-1 0,0 1 1,1 0-1,0 0 1,0 0-1,1-1 0,0 1 1,0-1-1,0 1 0,1-1 1,7 12-1,-1-5-23,1 0 1,0-1-1,1 0 0,0-1 1,1 0-1,1-1 0,-1 0 1,2-1-1,24 14 0,1-3-373,0-1 0,67 22 0,-9-12-1041,2-3 0,129 17 0,211 6-9406,-439-50 10773,199 18-10479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2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1 460 12077,'3'2'350,"0"0"1,0 0-1,0 0 0,1 0 0,-1 0 1,1-1-1,-1 0 0,1 0 0,-1 0 1,1 0-1,0 0 0,0-1 0,-1 1 1,1-1-1,0 0 0,0-1 0,6 0 1,22 1 364,65 3 150,0-4 0,172-26 1,-222 19-711,89-29 0,-111 29-119,0-2 1,-1-1-1,0-1 0,-1-1 0,24-18 0,-40 25-19,1 0 0,-1-1 0,0 0 0,0 0 0,-1 0 0,0-1 0,-1 0 0,0 0 0,0-1 0,0 0 0,-1 1 0,0-1 0,4-18 0,-7 21 2,0 1 1,0-1 0,-1 0 0,1 1 0,-1-1-1,-1 0 1,1 1 0,-1-1 0,0 1 0,0-1 0,-1 1-1,1-1 1,-1 1 0,0 0 0,-1 0 0,1 0-1,-1 0 1,0 0 0,-1 0 0,1 1 0,-1 0 0,0-1-1,0 1 1,0 1 0,-5-5 0,-3 0 137,0 1 0,-1 0 0,0 1 0,0 0 1,0 1-1,-1 0 0,0 1 0,0 1 0,0 0 0,0 1 1,0 0-1,-1 1 0,1 1 0,0 0 0,-24 4 0,5 1 204,0 1-1,0 2 0,1 1 0,0 2 0,-50 23 0,55-20-182,1 1-1,0 1 1,1 1-1,1 1 1,0 1 0,2 1-1,0 2 1,1 0 0,2 1-1,-19 28 1,27-36-105,2 0-1,0 1 1,1 1 0,1-1 0,0 1 0,1 0 0,1 1-1,1 0 1,0 0 0,1 0 0,1 0 0,1 0 0,1 0-1,0 0 1,1 1 0,1-1 0,1 0 0,5 18 0,-1-12-42,1-1 0,2-1 1,0 0-1,1 0 0,1-1 1,1 0-1,28 33 1,-16-27-132,0-1 0,2-1 0,0-1 0,51 32 0,-7-14-936,1-4 0,2-2 0,150 48-1,-142-59-1147,1-3-1,100 12 1,-108-25-2435,85-1-1,-63-10-3196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3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0 12933,'0'0'3887,"1"3"-2127,17 20-567,0 0-1,1-1 0,1 0 0,40 32 1,130 111 577,-170-149-1731,40 32-928,1-2 0,120 65 0,-178-109 841,0-1 0,0 1-1,0-1 1,0 0 0,0 0 0,0-1 0,0 1-1,0 0 1,0-1 0,1 0 0,-1 0-1,0 0 1,0 0 0,0 0 0,1-1 0,-1 0-1,0 1 1,0-1 0,0 0 0,0 0-1,0-1 1,3-1 0,-4 2 32,0-1 1,0 0-1,0 0 1,0 0-1,0 0 1,-1-1-1,1 1 1,-1 0-1,1-1 1,-1 1-1,0-1 1,0 1-1,0-1 1,0 1-1,0-1 0,-1 0 1,1 1-1,-1-1 1,0 0-1,0 0 1,0 1-1,0-1 1,0 0-1,-2-5 1,2 4 18,-1-1 0,0 1-1,-1 0 1,1-1 0,-1 1 0,0 0 0,0 0 0,0 0 0,0 0 0,-1 1 0,0-1 0,0 1 0,0-1 0,0 1-1,0 0 1,0 0 0,-1 1 0,0-1 0,1 1 0,-1-1 0,0 1 0,0 0 0,-5-1 0,-4-2 54,1 1 1,0 1-1,-1 0 1,0 1 0,1 0-1,-1 1 1,0 1-1,-20 1 1,-12 4 168,-46 10 1,73-12-179,-30 8-335,1 2 0,0 2 0,1 3 0,0 1 0,2 2 0,0 2 0,-69 49 0,56-24-3017,25-11-1918,2 3-4248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3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1 330 11965,'0'1'110,"0"0"-1,-1 0 1,1 0-1,0 0 1,0 0-1,0 0 1,0 0-1,0 0 1,1 0-1,-1 0 1,0 0 0,0 0-1,1 0 1,-1 0-1,1 0 1,-1 0-1,1 0 1,-1 0-1,1 0 1,-1-1-1,1 1 1,0 0-1,-1 0 1,1-1 0,0 1-1,0 0 1,0-1-1,-1 1 1,1 0-1,1-1 1,3 2 346,0 0 1,0-1-1,1 0 1,-1 0 0,8 0-1,1 0-108,98 11 1391,189-4 0,-243-11-1688,-1-3 0,0-2 0,0-2 0,-1-3 1,65-24-1,-107 32-61,0-1 0,-1 0 0,1-1-1,-1-1 1,-1 0 0,1-1 0,15-14 0,-21 15 2,0 1 0,-1-1 1,1 0-1,-2-1 0,1 1 0,-1-1 0,0 0 0,-1-1 0,0 1 0,0-1 0,2-13 0,-5 20 8,-1 0 1,0-1-1,0 1 0,0 0 0,-1 0 0,1 0 0,-1 0 0,1 0 0,-1 0 0,0 0 1,0 0-1,0 0 0,-1 0 0,1 0 0,-1 1 0,1-1 0,-1 0 0,0 1 0,0 0 1,0-1-1,-3-1 0,0-1 14,0 1 1,1 0-1,-1 0 0,-1 1 1,1 0-1,0 0 0,-1 0 1,0 0-1,-11-3 0,-11 1 117,0 0-1,0 2 0,-1 2 0,1 0 0,-1 2 0,0 0 1,-43 10-1,33-3 136,0 2 0,1 2-1,0 1 1,-66 34 0,90-39-198,0 0 0,0 1 0,1 1-1,0 0 1,0 0 0,1 2 0,1-1 0,0 1-1,1 1 1,-15 23 0,20-28-45,0 1-1,1 0 1,1 0-1,-1 0 1,1 1 0,1-1-1,0 1 1,0-1-1,1 1 1,0 0-1,1 0 1,0-1 0,0 1-1,1 0 1,1 0-1,-1-1 1,1 1 0,1-1-1,4 11 1,3 3-248,2 0 0,0-1 0,2-1-1,0 0 1,1-1 0,1-1 0,1 0 0,1-1 0,1-1 0,0 0 0,34 21 0,-15-13-1692,77 38 0,43-2-5760,-78-37-899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4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32 11633,'-2'1'131,"1"-1"0,0 0 1,0 1-1,0-1 0,-1 0 0,1 0 0,0 0 0,0 0 0,-1 0 1,1-1-1,0 1 0,0 0 0,0 0 0,0-1 0,-1 1 1,1-1-1,0 1 0,0-1 0,0 1 0,0-1 0,0 0 1,0 0-1,0 1 0,0-1 0,0 0 0,0 0 0,1 0 0,-1 0 1,0 0-1,1 0 0,-1 0 0,0 0 0,1 0 0,-1-2 1,-6-7 843,7 9-880,-1 1 0,0 0 0,0-1 1,0 1-1,1 0 0,-1 0 0,0-1 0,0 1 1,0 0-1,0 0 0,0 0 0,1 0 0,-1 0 0,0 0 1,0 0-1,0 0 0,0 1 0,1-1 0,-1 0 0,0 0 1,-1 1-1,0 0 190,-6 1-83,0 0 1,0 1-1,1 0 1,-1 0 0,1 0-1,0 1 1,0 0-1,0 1 1,0 0-1,1 0 1,0 0-1,0 1 1,0 0-1,-7 10 1,-1 1 14,1 2 1,1 0-1,1 0 1,-10 23 0,14-24-186,1 0 0,1 0 0,1 1 0,0-1 0,2 1 1,0 0-1,1-1 0,1 1 0,1 0 0,0 0 1,1 0-1,2-1 0,8 33 0,-8-41-65,-1-1 0,1 1 1,0-1-1,1 0 0,0 0 0,1-1 0,-1 0 0,2 0 0,-1 0 1,1 0-1,15 12 0,-10-11-12,0-1 0,1 0 1,0-1-1,0 0 0,0-1 0,1-1 1,24 7-1,-15-7 10,1 0 0,-1-2 0,1-1 0,0-1 0,0-1 0,0 0 0,0-2 0,0-1 0,0-2 0,23-6 0,-22 2 24,0-1-1,-1-1 0,1-1 0,-2-1 0,0-1 0,-1-1 0,0-1 0,-1-1 0,-1-1 0,20-24 1,-2-2-1,-1-2 0,-3-2 0,44-81 0,-19 23-12,-57 103 10,-5 5-9,-5 3 22,1 1 0,0-1 0,0 1 0,0 0 0,1 1 0,0 0 0,0 0 0,1 0 0,0 0 0,0 1 0,0 0 0,-4 11 0,0 4 9,1 1-1,1 0 0,-7 47 1,12-61-7,2 0 0,0 0 0,0 0 0,0 0 1,1 0-1,1 0 0,0 0 0,0 0 0,1 0 1,0-1-1,1 1 0,7 12 0,-5-10 3,-3-5-5,0-1 1,1 0-1,-1 0 0,1 0 1,0 0-1,0 0 0,1-1 1,0 0-1,0 0 0,0 0 1,1 0-1,-1-1 0,1 0 1,8 4-1,-2-3 2,0-1 0,-1 0 0,2 0-1,-1-1 1,0-1 0,1 0 0,-1-1 0,1 0 0,-1-1-1,1 0 1,22-4 0,-9-2-2,-1 0 0,0-2 0,-1-1 0,40-20 0,44-28-33,44-19-86,-148 74 115,0 1 0,0 0-1,0 0 1,1 0 0,-1 0 0,7 0 0,16-4-9,-13 0 23,0 0 1,-1-1-1,1-1 1,15-11-1,-23 13-10,1 0 0,-1 0 0,-1 0 0,1-1 0,-1 0 0,0 0 0,0-1 0,-1 1 0,0-1 0,3-8 0,13-26 27,31-73-71,-51 114 22,0-1 0,0 0 1,1 0-1,-1 0 0,0 1 0,0-1 0,0 0 1,1 0-1,-1 1 0,0-1 0,1 0 0,-1 0 1,1 1-1,-1-1 0,1 0 0,-1 1 0,1-1 0,-1 1 1,1-1-1,-1 0 0,1 1 0,0 0 0,0-1 1,-1 1-1,1-1 0,0 1 0,-1 0 0,1-1 0,0 1 1,0 0-1,0 0 0,-1 0 0,1 0 0,0 0 1,0-1-1,0 2 0,0-1 0,2 1-210,0 1 0,-1 0 0,1 0 1,-1 0-1,0 0 0,0 0 0,1 0 0,1 4 0,12 10-858,33 23-1950,5 3-3832,-29-22 1203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4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6901,'5'2'366,"1"-1"1,-1 0 0,1 0 0,-1 0 0,0-1 0,1 0 0,-1 0-1,1 0 1,-1-1 0,1 0 0,5-2 0,22 0 231,24 5 118,-35 0-412,42-3 0,-60 0-216,-1 0-166,10-6-191,36-19-2071,-15 9-1988,-12 8 1014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5:04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4836,'50'-8'420,"-30"8"-1296,2 8-388,-3 1 1132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29.2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420 136 5705,'-3'-1'245,"0"0"0,-1-1 0,1 1 0,0-1 0,0 0 0,1 1 0,-1-1 1,0-1-1,0 1 0,1 0 0,0-1 0,-4-3 0,2-1 687,0-1 0,1 1 0,0-1-1,-3-10 1,5 17-865,0-3 339,-1 1 0,0-1 0,0 1 0,0 0 0,0 0 0,0 0 0,-1 0 0,1 0 0,-1 0 0,0 1 0,0-1 0,0 1 0,0 0 0,-1 0 0,1 0 0,-4-2 0,-10-6 120,16 11-460,-1-1 0,1 1 0,-1-1 0,1 1 0,0 0 0,-1 0 0,1 0 0,0 0 1,0 0-1,0 0 0,-1 0 0,1 0 0,-1 2 0,0-1 113,-3 3-56,0 0-1,1 1 0,0-1 0,0 1 0,0 0 1,1 0-1,0 0 0,-5 13 0,-13 58 876,14-48-653,-37 165 992,-19 204 0,-2 219-1032,33 3-2122,31-554 1508,5 441-5864,-3-496 5556,4 47-1157,7-22-4719,-5-24-911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29.4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4 539 10861,'0'-2'178,"-1"0"1,0 0-1,1-1 0,-1 1 1,1 0-1,0 0 1,-1-1-1,1 1 0,0 0 1,1-1-1,-1 1 0,0 0 1,1 0-1,-1-1 0,2-1 1,0 0 91,0 0 1,1 1-1,0-1 0,-1 1 1,2 0-1,-1 0 1,4-4-1,25-19 320,1 1 0,1 1 0,1 2 0,1 1 0,38-15 1,199-67-4,-176 69-276,37-11-477,1 6 0,155-24 0,-197 49-805,2 4-1,-1 5 1,1 3 0,102 12 0,-158-6-245,0 2 0,0 2 0,-1 1 0,54 21 0,9 21-4683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29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1298 11561,'79'-31'2324,"-15"-15"-240,18-11-167,17 0-361,2-6-204,17-6-392,21-5-152,26-9-156,4 0-188,15-5-280,13-1-180,0-5-524,-4-6-648,-5 0-792,-8 8-404,-11 4-2949,-14 5-4244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1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45 122 6701,'-1'0'169,"1"0"0,-1 0 0,1 0 0,0 1 0,-1-1 1,1 0-1,-1 0 0,1 0 0,-1 0 0,1 0 0,-1 0 0,1 0 1,-1 0-1,1 0 0,-1 0 0,1 0 0,-1 0 0,1-1 1,-1 1-1,1 0 0,0 0 0,-1 0 0,1-1 0,-1 1 0,1 0 1,0-1-1,-1 1 0,1 0 0,-1-1 0,1 1 0,0 0 1,0-1-1,-1 1 0,1 0 0,0-1 0,-1 0 0,3-18 3916,-1 15-423,-2 2-2888,-4-7 380,1 0-1,-2 0 1,-8-11-1,12 18 424,4 13-1529,-1 0 0,2 0 1,0-1-1,0 1 1,1 0-1,0-1 0,0 0 1,1 0-1,1 0 1,6 9-1,6 12 34,44 80 36,75 154-39,-104-193-65,-11-26-64,-2 0 0,-2 2-1,12 50 1,-27-82-19,-1-10 36,0 1 0,0 0-1,-1-1 1,0 1 0,-1 0-1,1 0 1,-1 0 0,-2 10 0,2-16 30,0 0 0,-1-1 0,1 1 1,0 0-1,-1-1 0,1 1 0,0 0 1,-1-1-1,1 1 0,-1-1 1,1 1-1,-1-1 0,1 1 0,-1-1 1,0 1-1,1-1 0,-1 0 0,1 1 1,-1-1-1,0 0 0,0 0 1,1 1-1,-1-1 0,0 0 0,1 0 1,-1 0-1,0 0 0,0 0 1,1 0-1,-1 0 0,0 0 0,1 0 1,-1 0-1,0 0 0,0 0 0,1-1 1,-1 1-1,0 0 0,1 0 1,-1-1-1,0 1 0,1 0 0,-1-1 1,1 1-1,-1-1 0,1 1 0,-1-1 1,1 1-1,-1-1 0,1 1 1,-1-1-1,1 0 0,-1 1 0,1-1 1,-1-1-1,-3-6-5,0-1 1,1 1-1,0-1 1,0 0-1,0-1 0,1 1 1,1 0-1,0 0 1,0-11-1,-2-2-22,0-28-7,2-1 0,2 1 0,3-1-1,1 1 1,3 0 0,2 1 0,2 0 0,35-91 0,-33 107 6,1 2 1,1-1-1,24-34 1,-28 50 44,0 0 0,0 0 1,2 2-1,0-1 1,1 2-1,32-24 1,-44 35 22,1-1 1,-1 1 0,1 0 0,0 0 0,0 1 0,0-1 0,0 1 0,0-1 0,0 1 0,0 1 0,0-1 0,1 0 0,-1 1 0,0 0 0,0 0-1,1 0 1,-1 1 0,0 0 0,0-1 0,1 1 0,-1 1 0,0-1 0,0 1 0,0-1 0,-1 1 0,1 0 0,0 1 0,-1-1 0,1 0 0,-1 1 0,0 0-1,0 0 1,0 0 0,0 0 0,3 4 0,3 6 53,-1 0-1,1 0 0,-2 1 1,0-1-1,-1 2 0,0-1 1,-1 1-1,4 22 0,5 44 276,4 153 0,0 3-869,-12-201-293,1 0 1,1 0-1,2 0 1,22 48-1,-27-71 147,1 0-1,1 0 1,0-1 0,1 0-1,0-1 1,13 14-1,-18-21 193,1-1-1,-1 0 1,1 0-1,0 0 1,0-1-1,0 1 1,0-1-1,0 0 1,1 0 0,-1 0-1,1-1 1,-1 1-1,1-1 1,-1 0-1,1-1 1,0 1-1,-1-1 1,1 0-1,0 0 1,0 0-1,-1-1 1,8-1-1,26-10-7232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1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0 11721,'-8'24'950,"5"-19"-634,1 0 0,1 0 0,-1 1-1,1-1 1,0 1 0,0-1 0,1 1 0,0-1 0,0 1 0,0 5 0,26 261 7021,17 0-3832,73 270-2330,-95-451-1123,116 493-7372,-108-481 3575,-7-38-2654,-7-31-1368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2.2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0 808 6105,'6'-8'317,"0"2"0,1-1 1,0 1-1,0 0 1,1 1-1,-1-1 1,1 2-1,0-1 1,1 1-1,12-5 1,14-3 257,47-11 1,-57 17-374,283-57 2414,-65 16-224,452-128-1294,-617 151-1483,-1-3-1,-1-3 1,119-67 0,-179 88 324,1-1 0,-2-1-1,1 0 1,-1-1 0,-1-1-1,0 0 1,-1-1 0,-1 0-1,14-21 1,-25 34 59,0 0 1,0 0-1,0-1 0,-1 1 1,1 0-1,0 0 0,-1-1 1,1 1-1,-1-1 0,0 1 1,1 0-1,-1-1 0,0 1 1,0-1-1,0 1 0,0 0 1,0-1-1,0 1 0,0-1 1,-1 1-1,1 0 0,0-1 1,-1 1-1,1 0 0,-1-1 1,0 1-1,1 0 0,-1 0 1,0-1-1,0 1 0,0 0 1,0 0-1,0 0 0,0 0 1,-1-1-1,-1 0 17,0 1 1,0-1-1,-1 1 0,1 0 1,0 0-1,-1 0 0,1 0 1,0 0-1,-1 1 0,1 0 1,-1-1-1,1 1 0,-5 1 1,-12 2 180,-1 0 1,1 2 0,1 0-1,-1 1 1,1 1 0,-32 17 0,15-5 220,1 2 1,-44 36-1,62-44-233,0 1 0,2 1 0,0 0 0,0 1 0,2 1 0,-22 33 0,32-44-135,0 0-1,0 0 1,1 0 0,-1 0 0,1 1-1,1-1 1,-1 1 0,1 0 0,1-1-1,-1 1 1,1 8 0,1-10-24,0 0 0,0 0 0,0 1-1,1-1 1,-1-1 0,1 1 0,1 0 0,-1 0 0,1-1 0,-1 1 0,1-1 0,1 0 0,-1 0 0,0 0 0,1 0 0,6 4-1,2 1 11,1 0 0,0-1-1,1-1 1,0 0-1,0 0 1,1-2 0,25 8-1,8-2 8,55 7 0,-36-12 1,0-2-1,1-4 0,-1-2 1,0-4-1,119-25 0,-140 20-41,0-2 1,-1-2-1,0-2 0,78-42 0,-97 44-1,-1-1-1,0 0 1,-1-2-1,-1-1 1,-1-1-1,-1-1 1,-1-1-1,33-45 1,-46 56-17,-1 0 0,0 0 1,-1-1-1,0 1 0,-1-1 1,-1 0-1,1-1 0,-2 1 1,0-1-1,0 1 0,-1-18 1,-1 27 7,0-1-1,0 1 1,0 0 0,-1 0 0,1 0 0,-1 0 0,0 0 0,0 0 0,0 0 0,-1 0 0,1 0 0,0 0 0,-1 1 0,0-1 0,0 1 0,0-1 0,0 1 0,0 0 0,0-1 0,-3-1 0,2 2 3,-1 1 0,1 0-1,0-1 1,-1 1 0,1 0 0,-1 1 0,1-1 0,-1 1-1,1-1 1,-1 1 0,0 0 0,1 0 0,-1 1-1,-6 1 1,-5 2-21,0 0-1,0 2 0,0-1 1,1 2-1,0 0 0,-19 13 1,21-12-72,1 0 1,1 0 0,-1 1 0,1 0 0,1 0 0,0 1 0,0 1-1,1-1 1,0 1 0,-7 16 0,11-20-63,0 1 0,1-1 0,0 1 0,0 0 0,1 0 0,0 1 0,-1 9 1,2-13 90,1-1 1,0 0-1,1 0 1,-1 0 0,1 0-1,-1 0 1,1 0 0,0 0-1,1 0 1,-1 0-1,1 0 1,-1-1 0,1 1-1,0-1 1,1 1 0,-1-1-1,5 6 1,-3-5 39,0 0 0,1-1 0,-1 1 0,1-1 0,0 0-1,0 0 1,0 0 0,0-1 0,0 0 0,1 0 0,-1 0 0,1 0 0,-1-1 0,1 0 0,-1 0 0,1-1 0,0 0 0,0 0 0,-1 0 0,1 0 0,0-1 0,-1 0 0,1 0 0,-1-1-1,1 1 1,-1-1 0,7-3 0,-1-1 172,1 1 1,-1-1-1,-1-1 0,1 0 0,-1 0 0,0-1 0,-1-1 0,0 0 1,0 0-1,-1 0 0,10-15 0,-5 4 165,-6 11-19,0-1 0,-1 0 0,0-1-1,-1 0 1,0 0 0,-1 0 0,6-21 0,-6 11 409,5-36 1129,-8 64-1742,0 0-1,0 0 1,0 0-1,1 0 1,5 12-1,-3-8-7,17 38 71,2 0 1,2-1 0,48 67-1,3 6-43,79 163 57,187 480 0,-247-495-223,-11 3 0,52 301 0,-135-563 62,52 324-59,-49-283 79,-1 1 0,-3-1 0,-2 1 0,-13 74 0,13-115 88,-1 0 0,0 0 0,0 0 0,-1-1 0,0 0 0,-1 0 1,0 0-1,-1 0 0,-13 16 0,18-25-79,0 0 0,0 0 0,0 0 0,-1 0 1,1 0-1,0 0 0,0-1 0,-1 1 0,1 0 0,0-1 0,-1 1 0,1-1 0,-1 0 1,1 0-1,-1 1 0,1-1 0,-1 0 0,1 0 0,-1 0 0,1 0 0,0 0 0,-1-1 1,1 1-1,-1 0 0,1-1 0,-1 1 0,1-1 0,0 1 0,-1-1 0,1 0 0,0 0 1,-2-1-1,-5-1 99,-7-4-32,0-1 1,0-1 0,1 0 0,0 0-1,1-2 1,0 0 0,-16-16 0,-6-12 126,-36-50 0,31 31-504,3-1-1,3-1 0,2-2 0,3-2 0,2 0 0,4-2 0,2-1 0,3 0 0,4-2 0,2 1 0,-4-89 1,14 61-1987,19-184 1,-6 210-1466,30-105-1,5 31-5040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2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0 618 11397,'0'-2'187,"0"1"0,1-1 1,-1 0-1,0 1 0,0-1 0,1 1 0,-1 0 1,1-1-1,0 1 0,-1-1 0,1 1 0,0 0 1,0-1-1,0 1 0,0 0 0,0 0 0,0 0 0,0 0 1,0 0-1,1 0 0,-1 0 0,0 0 0,0 0 1,1 0-1,-1 1 0,1-1 0,-1 1 0,1-1 1,-1 1-1,1-1 0,-1 1 0,1 0 0,2 0 0,4-1 5,0 1-1,-1 0 1,1 0-1,0 1 0,0 0 1,9 2-1,12 6 27,-1 0-1,1 2 0,-2 2 1,0 0-1,0 1 1,39 30-1,4 9 42,64 64 0,-88-72-205,-2 3 0,-2 1 0,-2 2 0,-2 2 1,-3 1-1,-2 2 0,-3 1 0,-2 2 0,31 95 1,-49-119-63,7 40 0,-15-63 60,0 0 0,-1 0 0,0 1 0,-1-1 1,-1 1-1,-2 19 0,2-31-35,1 1 0,0-1 0,0 0 0,-1 0 0,1 0 0,0 0 0,-1 0 0,1 1 1,-1-1-1,0 0 0,1 0 0,-1 0 0,0 0 0,0 0 0,1-1 0,-1 1 0,0 0 0,-2 1 0,2-1-1,0-1-1,1 0 0,-1 0 1,0 0-1,0 0 1,0 0-1,1 0 1,-1 0-1,0 0 1,0 0-1,1-1 0,-1 1 1,0 0-1,0 0 1,1-1-1,-1 1 1,0 0-1,1-1 1,-1 1-1,0-1 0,0 0 1,-4-3 42,0 0 0,1-1 1,0 0-1,0 0 0,-4-7 0,3 3-6,0 0-1,0 0 0,1-1 0,1 0 0,-1 0 0,2 0 0,-1 0 0,2-1 0,-1 1 1,1-1-1,1-10 0,0-10 26,2-1 0,9-42 0,0 24-159,2 0 1,2 1 0,2 1-1,3 0 1,49-86 0,159-209-2198,-200 303 1863,31-38-883,3 3-1,3 3 0,3 2 0,128-100 1,-150 138-205,99-50 0,-55 33-490,-27 19-1723,-45 23 1211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3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722 14 5168,'0'0'64,"-1"-1"0,1 1 0,0-1-1,0 0 1,0 1 0,0-1-1,0 1 1,-1-1 0,1 0 0,0 1-1,0-1 1,-1 1 0,1-1-1,0 1 1,-1-1 0,1 1 0,-1-1-1,1 1 1,-1 0 0,1-1-1,-1 1 1,1-1 0,-1 1 0,1 0-1,-1 0 1,1-1 0,-1 1-1,0 0 1,1 0 0,-2-1-1,-8 17 2068,6-9-1482,2-4 632,-29 12 1877,-22 14-2181,2 3-1,1 2 1,-67 59-1,63-42-890,2 2 0,2 2 0,3 2-1,-70 110 1,104-143-244,2 0-1,0 2 1,2-1-1,0 1 1,-4 28-1,12-52 153,1-1-1,-1 1 1,0 0 0,1 0-1,-1 0 1,1 0-1,0 0 1,0 0 0,0 0-1,0-1 1,0 1-1,0 0 1,0 0 0,1 0-1,-1 0 1,1 0-1,-1 0 1,1 0 0,0-1-1,0 1 1,0 0-1,0-1 1,0 1-1,0 0 1,0-1 0,0 1-1,1-1 1,-1 0-1,0 1 1,1-1 0,0 0-1,-1 0 1,1 0-1,-1 0 1,4 1 0,1 0 23,-1-1 0,1 0 0,0 0 0,-1-1 0,1 0 0,0 0 0,-1 0 0,1-1 0,-1 1 1,8-3-1,6-3 129,1-1 1,-1 0 0,-1-2 0,1 0 0,-2-1 0,18-13-1,23-12 433,239-132 2420,-294 165-2964,0 1 0,0-1 0,1 1 0,-1-1 0,0 1 0,1 0 0,-1 0 0,0 1 0,1-1 1,-1 1-1,1-1 0,-1 1 0,1 0 0,-1 0 0,1 1 0,-1-1 0,1 1 0,-1 0 0,0 0 0,1 0 0,-1 0 0,0 0 0,0 1 0,1-1 0,-1 1 0,-1 0 0,1 0 0,0 0 0,0 0 0,3 5 0,4 5-10,-1 0 1,0 1-1,0 1 0,-2-1 1,10 23-1,-2-5-51,4 0-485,2-1-1,0 0 0,2-2 0,1-1 0,1 0 0,2-2 0,48 36 0,-51-44-310,1 0-1,1-2 1,1-1-1,0-1 0,37 12 1,-39-17-831,0-1 0,0-2 1,43 5-1,-8-7-3243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3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123 349 4708,'-9'-43'494,"6"25"-137,-1 0-1,0 0 1,-2 0-1,0 1 1,-13-27-1,13 34-8,-2-4 681,1 0 0,0 0-1,0 0 1,2-1 0,0 0 0,0 0 0,2-1-1,-4-30 1,-5 113 258,13-41-1221,1 0 1,1 0-1,8 36 0,-1-6-474,18 81-1707,5 47-2708,-27-122 1427,0 1-1378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3.4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1 275 10653,'92'-80'1872,"-54"45"-340,6 7-312,20 8-312,6 0-279,6 0-553,13 0-709,12 8-651,4-2-712,3-3-1776,0 8-2449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4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1612 4960,'7'10'1531,"-3"-19"-187,0-4-445,-3 11 1624,3 3-2318,100 28 694,-103-28-884,0-1 0,1 0 0,-1 0 0,0 0 0,0 0 0,1 0 0,-1 0 0,0 0-1,0 0 1,1-1 0,-1 1 0,0 0 0,0-1 0,0 1 0,1-1 0,0-1 0,5-1 55,28-7 236,-2-1 0,1-2 1,-2-2-1,0-1 0,-1-1 0,34-25 0,-7 0 80,-2-4 0,52-54-1,-78 68-49,42-57 1,-73 81-247,0 4-71,1 3-14,0 0 0,0 0 0,0 0 0,0 0 0,0 0 0,-1 0 0,1 0 0,0 0 0,-1 0 0,1 0 0,0 0 0,-1 0 0,0 0 0,1 0 0,-1 0 0,0 0 0,1 0 0,-1 1 0,0-1 0,0 0 0,1 0 0,-1 1 0,0-1 0,0 1 0,0-1 0,0 1 0,0-1 0,0 1 0,0-1 0,0 1 0,0 0 0,0 0 0,0 0 0,-1-1 0,1 1 0,0 0 0,0 0 0,0 0 0,0 1 0,0-1 0,0 0 0,-2 1 0,-11 3 78,-1 1 1,1 0 0,0 1 0,0 1 0,1 0 0,-21 15 0,-75 64 435,88-69-466,-27 23 184,2 2 1,2 2-1,-54 68 0,82-90-173,1 1 0,1 0 0,1 1 1,-11 31-1,18-39-26,0 0 1,2 1 0,0 0 0,1 0 0,0 0 0,2 1 0,0 25 0,2-31-21,0-1 1,1 1 0,0-1-1,1 1 1,0-1-1,1 0 1,0 0 0,0 0-1,1-1 1,11 17-1,-7-14-17,1-1-1,0 0 1,1-1-1,0 0 0,1-1 1,0 0-1,17 10 0,3-2 10,0-1 0,2-2 0,0-1 0,0-1 0,1-3 0,41 8 0,18-1-16,0-5 0,1-3 0,0-5 1,0-4-1,143-18 0,-80-5 43,-1-8 0,225-73 0,-299 77-29,-2-4 0,118-64 0,-164 75-9,0-1 0,-2-2 0,-1-1-1,-1-2 1,-1 0 0,-1-3-1,43-54 1,-63 70 3,0 0-1,-1 0 0,-1 0 1,0-1-1,-1-1 1,0 1-1,-1-1 1,-1 0-1,0 0 0,-1 0 1,-1 0-1,0-1 1,-1-23-1,-2 28-4,0 0-1,-1 1 1,0-1-1,0 0 1,-2 0-1,1 1 1,-1 0-1,-1 0 1,0 0-1,0 0 1,-1 1 0,0 0-1,-1 0 1,1 0-1,-2 1 1,1 0-1,-1 0 1,-1 1-1,-15-11 1,1 5-5,0 0 0,-1 1 0,0 1 1,-1 2-1,0 0 0,-1 2 0,0 0 0,0 2 0,0 1 1,-1 1-1,1 1 0,-47 4 0,10 3 14,0 2 0,0 4 0,1 2 0,-73 26 1,89-23-12,0 2 1,1 1-1,-56 35 1,75-38 3,1 1 0,1 1 1,1 1-1,0 1 0,2 1 0,-30 38 0,45-53-21,1 2 0,0-1-1,1 0 1,0 1 0,0 0-1,1 0 1,0 0 0,0 1-1,1-1 1,0 0 0,-2 15-1,4-17 20,0-1-1,1 0 1,-1 1-1,1-1 1,0 0-1,0 1 0,1-1 1,-1 0-1,1 0 1,0 0-1,1 0 0,-1 0 1,1-1-1,0 1 1,0-1-1,1 0 1,-1 0-1,1 0 0,7 6 1,0-1-29,1-1 0,0 0 0,1-1 1,0 0-1,0-1 0,0 0 0,1-1 0,0-1 1,0 0-1,0-1 0,19 2 0,12-1-40,0-3 0,59-4 0,-70 1 19,0-2-1,0-1 1,0-2 0,-1-2 0,0 0-1,-1-3 1,58-27 0,-67 26 28,0-1-1,0-1 1,-1-1-1,-1-1 1,-1-1 0,0-1-1,-1 0 1,-2-2 0,0 0-1,21-34 1,-13 9 23,-2-1 0,-2 0 0,-3-2 0,-1 0 0,-3-1 0,10-61 0,22-315 335,-14-194 1898,-32 611-2186,1-2 347,-1 15 147,0 27-238,-8 319 341,0-1-483,38 371-2719,-9-488-2827,56 250-1,-43-338-1224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5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87 273 5328,'-17'-25'1548,"-15"-32"0,28 49-1017,0-1 0,1 0 1,0 0-1,0 0 0,1 0 0,0 0 0,0-1 0,1-10 0,-12-79 5446,13 156-4507,6 432 4576,-2-288-5137,-1-80-395,20 140 0,-8-157-1233,51 180 0,-45-216-598,3 0 0,4-2 0,53 94-1,-64-131 22,1-1 0,33 38 0,-39-54-399,0 0-1,1 0 1,26 18 0,17 1-6579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5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0 11117,'-17'3'635,"13"-2"-423,0-1 1,0 1-1,0-1 0,0 1 1,0 0-1,0 1 1,0-1-1,1 1 0,-1 0 1,0-1-1,1 2 0,0-1 1,-1 0-1,1 1 1,-4 3-1,6-5-5,0 1 0,0-1 0,0 0 1,0 0-1,1 1 0,-1-1 0,0 0 0,1 1 0,-1-1 1,1 1-1,0-1 0,-1 1 0,1-1 0,0 1 0,0-1 0,0 1 1,0-1-1,0 1 0,0-1 0,0 1 0,1 1 0,0 0-56,0-1 0,0 1 0,1-1 1,-1 0-1,1 1 0,-1-1 0,1 0 0,0 0 0,0 0 0,0 0 0,2 2 0,8 4 105,0-1-1,0 0 0,23 10 1,-27-14 84,481 180 2588,-99-43-2401,124 98-110,-409-180-567,-3 4 0,162 132 0,-226-162 37,-3 2 1,0 1 0,-3 1-1,-1 2 1,-1 1-1,47 84 1,-64-97 43,-1 0-1,-1 1 1,-1 0 0,-2 1-1,-1 0 1,-1 0 0,-1 1-1,-1 0 1,-2-1 0,-1 1-1,-1 0 1,-8 58 0,-1-51-28,0 0 1,-2 0 0,-2-1-1,-2-1 1,0 0 0,-3-1 0,0 0-1,-2-2 1,-2 0 0,-32 36-1,-7-2-362,-3-2-1,-2-3 1,-86 60 0,53-49-1152,-110 57 1,-10-20-5630,106-65-1034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6.1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771 1015 12721,'0'0'115,"-1"1"-1,1 0 1,-1 0 0,1 0-1,-1-1 1,0 1 0,1 0-1,-1 0 1,0-1-1,0 1 1,0-1 0,1 1-1,-1-1 1,0 1 0,0-1-1,0 1 1,0-1-1,0 0 1,0 1 0,0-1-1,0 0 1,0 0 0,0 0-1,0 0 1,0 0 0,0 0-1,0 0 1,-2 0-1,2-1-2,1 0 0,-1 0 0,0-1 0,0 1 0,1 0 0,-1 0 0,1 0 0,-1 0 0,1-1 0,-1 1 0,1 0 0,0 0 0,-1-1 0,1 1 0,0 0 0,0 0 0,0-1 0,0 1 0,0 0 0,0-1 0,1 1 0,-1 0 0,0 0 0,2-3 0,-1-2 125,2 0 1,-1 0-1,1 0 0,-1 1 0,2-1 1,-1 1-1,1 0 0,-1-1 0,10-7 1,47-43 890,-43 42-889,62-54 285,-16 17-349,-3-3 0,98-113 1,-144 147-186,-2 0 1,0 0 0,-1-1-1,-1-1 1,0 1-1,7-29 1,-15 41-3,1 0 0,-1 0 0,-1 0 1,0 0-1,0 0 0,-1-16 0,-2-8-46,-1 1 0,-9-37 0,10 62 49,0 1 0,0 0-1,0-1 1,-1 1 0,1 0 0,-2 0 0,1 0-1,-1 1 1,1-1 0,-2 1 0,1 0 0,0 0-1,-11-8 1,8 7 0,-1 2 0,0-1 0,0 1 0,-1 0 0,1 0 0,-1 1 0,-14-3 0,6 3 3,-1 1-1,0 0 0,0 2 1,0 0-1,1 1 0,-1 0 0,0 2 1,1 0-1,-1 1 0,1 0 0,-28 12 1,-5 5 33,1 3 0,-70 43 1,45-18 85,1 4 1,3 2 0,3 3-1,2 3 1,3 3 0,-60 80-1,100-115-53,1 1 0,2 1-1,1 1 1,1 0 0,2 1-1,1 1 1,2 1 0,-10 46-1,18-64-52,2 1-1,0 0 1,1-1-1,1 1 0,1 0 1,0 0-1,2 0 1,4 19-1,-3-23-27,0-1 1,1 0-1,1 0 0,0 0 0,1-1 0,0 0 1,1 0-1,0 0 0,1-1 0,1-1 0,13 14 1,-3-8-81,0-1 0,1-1 0,0-1 0,2 0 0,-1-2 0,1-1 0,1 0 0,0-2 0,0-1 0,27 5 0,1-3-542,0-2-1,0-2 1,100-4-1,-53-8-1628,188-39-1,-37-22-3772,-93 17-950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6.4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138 292 11689,'-76'70'2274,"70"-65"-1907,1 1 1,-1 0 0,1 1 0,0-1 0,1 1 0,-1 0 0,1 0 0,1 0-1,-1 1 1,1 0 0,1-1 0,-1 1 0,2 0 0,-1 0 0,1 0 0,-1 16-1,3-10-58,1 0-1,0-1 0,1 0 0,0 1 0,1-1 0,1 0 0,0-1 0,8 16 0,38 71 351,3-2 0,5-3 0,117 145-1,-172-233-605,1-1 0,-1 0 0,1 0 0,1-1 0,-1 0 0,7 5-1,-10-8-30,0 0-1,1 0 1,-1 0 0,0 0-1,1-1 1,-1 1-1,0-1 1,1 1-1,-1-1 1,1 0-1,-1 0 1,1 0-1,-1 0 1,0 0-1,1-1 1,-1 1-1,1-1 1,-1 1-1,0-1 1,5-2-1,3-3 4,0 0 0,-1 0 0,0-1 0,0 0 0,0-1 0,-1 0 0,0 0 0,0-1-1,7-11 1,10-17-144,21-42-1,-24 39-127,73-128-1080,45-79-1856,-51 96 666,64-105-5252,-62 118-660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7.3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1858 4580,'33'0'1091,"0"-2"1,0-1-1,0-2 0,-1 0 0,0-3 0,51-18 0,-65 18-469,0-1 1,0-1-1,-1 0 1,0-2-1,-1 0 1,0 0-1,-1-2 1,0 0-1,-1 0 1,17-25-1,-28 34-495,-1 1 1,1-1-1,-1 1 1,-1-1-1,1 0 0,-1 0 1,0 1-1,0-1 0,0 0 1,-1 0-1,1 0 1,-1-1-1,0 1 0,-1 0 1,0-5-1,0 6-70,0 0 0,0 0 0,0 0 0,0 0 0,0 0-1,-1 0 1,0 1 0,0-1 0,0 0 0,0 1 0,0 0 0,-1-1 0,0 1 0,1 0 0,-1 0 0,0 1-1,-7-6 1,9 8-43,-1-1-1,1 1 1,-1 0-1,1-1 1,-1 1-1,1 0 1,-1 0-1,1 0 1,-1 0-1,1 0 1,-1 0 0,1 0-1,-1 1 1,1-1-1,-1 1 1,1-1-1,-1 1 1,1-1-1,0 1 1,-1 0-1,1 0 1,0-1-1,-1 1 1,1 0-1,0 0 1,-1 2-1,-26 29 102,16-11-55,2 0 0,0 1-1,1 1 1,2 0-1,0 0 1,1 0-1,2 1 1,-3 32-1,4-12-27,3-1 0,1 1 0,2 0 0,2-1 0,2 0 0,2 0 0,1 0 0,3-2 0,34 80 0,-34-95-33,1-1-1,0 0 1,2-1 0,1-1-1,1-1 1,0 0 0,2-1 0,1-1-1,0-1 1,1-1 0,42 26-1,-51-36 0,0-1 0,0 0 0,1-1 0,0-1 0,0 0 0,1-1 0,0 0 0,-1-1 0,1-1 0,30 1 0,-26-3-6,-1-2 0,0 0 0,0-1 0,0-1 0,0-1 1,-1 0-1,0-1 0,21-11 0,-10 2-14,-1-1 0,-1-1 0,-1-1 0,0-2-1,-2 0 1,0-2 0,-1 0 0,-1-1 0,-2-2 0,24-36 0,-18 17-24,-1 0-1,30-83 1,18-101-47,-34 82 40,-6-2 1,-7-1-1,10-261 1,-35 302 33,-4 1 1,-4-1-1,-6 2 1,-4 0-1,-51-168 0,67 267 21,-36-98 21,33 94-22,0 1 0,-1 0-1,0 0 1,-1 0 0,0 1 0,0 0 0,-12-11 0,16 18-3,1-1 1,-1 1 0,1 0-1,-1 0 1,0 0 0,0 0-1,0 1 1,0-1 0,0 1-1,0 0 1,0 0 0,0 0-1,-1 0 1,1 0 0,0 1-1,-1 0 1,1-1 0,-1 1 0,1 1-1,0-1 1,-6 1 0,4 1 1,0 0 1,0 0 0,0 1 0,0-1-1,1 1 1,-1 0 0,1 0 0,-1 1 0,1-1-1,0 1 1,1 0 0,-5 5 0,-4 8 4,0 0 1,1 1 0,1 0 0,1 1-1,-12 33 1,13-26 6,2 0 0,1 0 0,1 0 0,1 1 1,1-1-1,1 1 0,2 0 0,5 37 0,1-23-9,1-1 0,2-1 0,1 1 0,31 67 0,-11-43 1,2-1 1,71 101-1,-81-133-30,2-2 0,0 0 0,2-2 0,1-1-1,1-1 1,57 37 0,-62-48 9,1 0 0,0-1 1,1-2-1,1-1 0,0-1 0,0-1 0,0-1 0,38 4 1,-43-9 8,1-1 0,-1-1 0,1-2 0,-1 0 1,1-1-1,-1-1 0,0-1 0,0-1 0,-1-1 1,40-19-1,53-35 50,-65 32-70,68-27 0,-110 54 29,0 0-1,0 0 0,0 0 0,1 1 0,-1 1 0,1-1 0,-1 1 0,0 0 1,1 1-1,-1 0 0,1 0 0,-1 0 0,0 1 0,0 0 0,0 0 0,0 1 1,0 0-1,0 1 0,8 4 0,10 9 0,0 1 0,-1 1 0,30 31 0,-21-19 27,5 5-12,2-3 0,1-1 0,1-2-1,68 36 1,-105-64-13,0-1-1,0 1 1,1-1-1,-1 0 1,0 0-1,1-1 0,-1 0 1,0 1-1,1-2 1,-1 1-1,0-1 1,1 0-1,-1 0 1,0 0-1,0-1 0,0 1 1,0-1-1,0 0 1,9-6-1,1-2 25,1 0 0,-2 0 0,0-2 1,20-18-1,-16 10-13,-1-1-1,21-32 1,10-13-20,-24 33 10,-2 0 1,-1-1-1,23-52 0,-9 16-20,-33 66 14,2-3 1,0 0 0,-1 1 0,0-1-1,-1 0 1,3-11 0,-4 16 2,-1 1 0,0 0-1,0 0 1,0 0 0,0 0 0,0-1-1,0 1 1,0 0 0,0 0 0,-1 0-1,1 0 1,0 0 0,-1-1-1,1 1 1,-1 0 0,1 0 0,-1 0-1,1 0 1,-1 0 0,0 0 0,0 1-1,1-1 1,-1 0 0,0 0 0,0 0-1,0 1 1,0-1 0,0 0 0,0 1-1,0-1 1,0 1 0,0-1-1,0 1 1,0 0 0,0-1 0,0 1-1,-1 0 1,1 0 0,0 0 0,0-1-1,0 1 1,0 1 0,-1-1 0,1 0-1,-2 0 1,-23 4 10,1 0 1,-1 2-1,1 1 0,0 0 1,-35 17-1,34-14-1,-25 10 11,-69 27 186,-213 53 0,317-96-162,13-3 94,4-4-124,-1 3-14,0-3 2,1 1 0,0 0 0,-1 0-1,1 1 1,0-1 0,0 0 0,0 0-1,0 0 1,1 0 0,-1 1 0,0-1 0,1 1-1,-1-1 1,1 1 0,-1 0 0,1-1-1,0 1 1,0 0 0,2-1 0,41-18-214,-45 0-554,0 13 317,0 1 0,-1 0 1,1 0-1,-2-1 0,1 1 1,-1 0-1,-2-7 1,2 7-668,0-1 1,0 0 0,0 0-1,1 0 1,0 0 0,0 0-1,1-8 1,5-11-5716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7.6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13193,'-4'7'785,"0"1"0,1 0 0,1 0 0,-1 0 0,1 0 0,1 0 0,-2 13 0,2 61 1826,2-33-1232,-9 392 3591,9 222-3471,3-565-2873,5-1 1,3 1-1,5-2 1,36 119-1,-50-202 804,1-1 0,1 0 0,0-1 0,9 18 0,-11-24 128,0-1 1,0-1-1,0 1 1,1 0-1,-1-1 0,6 4 1,-6-4-358,1-1 0,0 0 0,0 1 1,0-1-1,0-1 0,1 1 0,7 1 0,32 6-6949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8.8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2542 8261,'11'-9'307,"0"-1"739,1 0 1,19-11-1,-27 19-817,1-1 0,0 1 0,0 0 0,0 0 0,0 1 0,0-1-1,0 1 1,0 0 0,0 1 0,1-1 0,4 1 0,7 2 149,0 0 1,0 1-1,0 0 0,-1 1 1,1 2-1,-1-1 1,17 10-1,-6-1-8,0 0-1,-2 2 1,28 22 0,-38-26-253,-1 0 0,0 1 0,-1 0 0,0 1 0,-1 1 0,0 0 0,-2 0 0,0 1 0,15 31 1,-21-38-87,-1 1 0,0 1-1,0-1 1,-1 0 0,-1 1 0,1-1 0,-2 1 0,1-1 0,-2 1 0,1-1 0,-1 1 0,-1-1 0,0 1 0,0-1 0,-1 0 0,-1 0 0,1 0 0,-11 18 0,0-7-13,-1 0-1,-1-1 1,-1-1-1,0-1 1,-2 0-1,-23 17 1,20-16 7,-2-1 24,-34 22 0,35-26-115,-36 31 0,57-44-118,8-2-344,55-15-85,-1-3 0,-1-2 0,69-36 1,164-108-592,-226 123 1220,-3-3 1,-1-3 0,-3-3-1,-2-2 1,-2-3 0,-3-2-1,64-92 1,-91 112 398,27-56 0,-43 76-229,-1 0 0,-2-1 0,1 1 0,-2-1 1,4-31-1,-8 47-168,-1 1 0,1-1 0,-1 1 0,0-1 0,0 1 0,0-1 1,0 1-1,0-1 0,0 1 0,-1-1 0,1 1 0,-1-1 0,0 1 0,0 0 0,0-1 1,0 1-1,0 0 0,0 0 0,-1 0 0,1 0 0,-1 0 0,1 0 0,-1 0 1,0 0-1,0 1 0,0-1 0,0 0 0,0 1 0,0 0 0,0 0 0,0-1 0,-1 1 1,1 0-1,0 1 0,-1-1 0,1 0 0,-1 1 0,1-1 0,-6 1 0,1 0 15,0 0-1,-1 0 1,1 1-1,0 0 1,-1 0-1,1 1 1,0 0-1,0 0 1,0 1-1,0 0 1,1 0-1,-9 6 0,7-4-7,-1 1-1,2 1 1,-1 0-1,1 0 1,0 0-1,1 1 1,0 0-1,0 0 1,0 1-1,1-1 1,1 1-1,-1 0 1,1 1-1,1-1 1,0 1-1,0-1 1,-1 11-1,3-11-16,0-1 1,1 1-1,0-1 0,0 1 0,1-1 0,0 1 0,1-1 1,0 1-1,0-1 0,1 0 0,-1 0 0,2 0 1,-1 0-1,1-1 0,1 1 0,-1-1 0,1 0 1,0 0-1,1-1 0,8 9 0,-2-6-7,0 1 0,0-2-1,1 1 1,0-2 0,0 0-1,1 0 1,0-1 0,0-1-1,1-1 1,-1 0 0,1 0 0,0-2-1,0 1 1,16-1 0,-8-2-38,0 0 1,0-1 0,0-2 0,-1 0-1,1-1 1,-1-2 0,0 0-1,37-16 1,-42 14 33,0-1-1,-1-1 1,0 0-1,0-2 1,-1 1 0,-1-2-1,0 0 1,20-25-1,-16 15-1,-1-1 0,-1-1 1,-2-1-1,23-53 0,-29 60-11,1 1 0,1-1 0,1 2 0,0 0 0,17-20 0,-26 35 4,1 3-18,10 1 2,-10-1 23,0-1 0,0 1-1,0 0 1,-1-1-1,1 1 1,0 1 0,0-1-1,0 0 1,-1 1-1,1-1 1,-1 1-1,1 0 1,-1 0 0,0 0-1,4 4 1,-3-3-18,1 2-14,0-1 1,0 1-1,0-1 1,1 0-1,10 6 1,-13-9 26,0 0 0,0 0 0,1 0 0,-1 0 0,1-1 0,-1 1 0,0-1 0,1 0 0,-1 1 0,1-1 0,-1 0 0,1-1 0,-1 1 0,0 0 0,1-1 0,-1 1 0,1-1 0,-1 0 0,4-1 0,40-24 71,-33 19-40,0-1 1,27-10-1,-25 13-12,1 0 0,0 0-1,0 2 1,0 0 0,25-1 0,-1 5-101,-1 1 0,1 2 1,38 9-1,-73-11 43,0-1 0,1 0-1,-1-1 1,1 1 0,-1-1 0,1 0 0,-1-1-1,1 1 1,-1-1 0,0 0 0,1 0 0,-1-1-1,0 0 1,0 0 0,0 0 0,0 0 0,0-1-1,0 0 1,7-5 0,0-4 10,0 0 0,-1 0 1,-1-1-1,19-28 0,18-24-24,-38 58 86,1-1 0,0 2 1,0-1-1,0 2 0,1-1 0,0 1 0,21-6 0,-25 8-42,21-5 39,0 1 0,0 1 0,32-3 0,40-8-60,-71 9 32,-1-2 0,-1 0 0,0-2 0,0-1 0,-1-1 0,-1-2-1,0 0 1,-1-1 0,-1-2 0,33-33 0,-16 9 13,-1-1-1,-2-2 1,40-68 0,-54 72-9,-2 0 1,-2-1-1,-2-1 1,-2 0-1,-2-1 1,12-75 0,-19 73-1,-2 0 0,-2 0 0,-2-1 0,-8-53 0,7 94 10,0 0 0,-1 0 0,1 0 1,-2 0-1,1 1 0,-1-1 0,-7-11 0,10 16 2,-1 1 1,0 0-1,0-1 1,0 1-1,0 0 1,0 0-1,0 0 1,0-1-1,-1 1 1,1 0-1,0 1 1,0-1-1,-1 0 1,1 0-1,-1 0 1,1 1-1,-1-1 1,1 1-1,-1-1 1,1 1-1,-1 0 1,1 0-1,-1-1 1,0 1 0,1 0-1,-1 0 1,1 1-1,-1-1 1,0 0-1,1 0 1,-1 1-1,1-1 1,-1 1-1,1-1 1,-1 1-1,1 0 1,0 0-1,-1-1 1,1 1-1,-2 2 1,-5 4 55,1 0 0,0 0 0,0 0 1,0 1-1,1 0 0,0 1 0,1 0 0,0-1 1,0 2-1,-5 13 0,3-2 40,0 1 0,1 0-1,-6 38 1,10-44-64,2 0 0,-1 0 1,2-1-1,0 1 0,0 0 0,2-1 0,5 19 1,-6-25-33,1-1 0,0 0 1,0 0-1,1 0 1,0 0-1,0-1 0,1 0 1,0 0-1,0 0 1,1 0-1,-1-1 0,2 0 1,-1 0-1,14 9 0,0-4-36,1-1-1,1-1 0,0-1 0,0 0 0,0-2 0,1-1 0,0-1 0,0 0 0,36 0 0,10-4-377,133-17 0,-167 12 282,0-1 1,-1-1-1,1-2 0,47-20 1,-66 22 105,0-1 0,-1 0 0,0-1 1,0-1-1,-1 0 0,0-1 0,-1-1 1,-1 0-1,1-1 0,-2 0 0,11-16 1,-2-2 77,-1-2 1,-2 0 0,21-60 0,25-113 457,-2 6-259,-39 138-157,-2 3 117,52-104 0,-66 152-203,1 1 0,0 0 0,0 0 0,1 1 0,1 0 0,-1 0 0,1 1-1,1 0 1,15-10 0,-22 16 0,0 1 0,0 0 0,0 0 0,1 0 1,-1 1-1,0-1 0,0 1 0,0-1 0,1 1 0,-1 0 0,0 0 0,0 1 0,0-1 0,1 1 0,-1-1 1,0 1-1,0 0 0,0 0 0,0 1 0,4 1 0,1 2-2,0-1 0,0 1 1,-1 1-1,0-1 0,11 12 1,1 4-89,-2 1 0,0 0 0,-2 1 0,0 1 0,16 38 0,45 132-2339,-71-182 2161,35 107-2430,6 12-4094,-34-97 2248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9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0 655 7421,'115'-97'2524,"-58"60"-484,9 14 4,17-6-352,15-14-271,26-5-289,25-1-296,20-2-224,18-3-384,16 2-556,13 4-848,-3 2-921,0 3-2699,-1 9-3773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39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367 462 6429,'-5'-10'204,"-2"0"130,0-1-1,1 0 0,0-1 0,1 1 0,1-1 0,0 0 1,0 0-1,1 0 0,1-1 0,-1-13 0,1 6 576,0 0 0,-1 0 0,-1 1 1,0-1-1,-12-29 0,-1 9 1529,-31-54 0,42 79-1822,-1 2 45,6 13-628,0 0 1,1 0-1,-1 1 1,0-1-1,1 0 1,-1 0-1,0 0 1,1 1-1,-1-1 1,1 0-1,-1 1 1,1-1-1,-1 1 1,0-1-1,1 0 0,-1 1 1,1-1-1,0 1 1,-1 0-1,1-1 1,-1 1-1,1-1 1,0 1-1,-1 0 1,1 0-1,-9 12 337,2 0 1,0 1-1,0 0 0,1 0 0,-4 17 1,-19 82 890,20-77-942,-26 137 1119,-25 309-1,54-380-1134,3 0 1,15 133 0,-8-200-265,1 0 1,2-1-1,1 1 1,2-1-1,2-1 1,1 0 0,1 0-1,2-2 1,1 0-1,27 38 1,-30-52-143,1 0 0,0 0-1,1-2 1,1 0 0,1-1 0,-1-1 0,2 0 0,0-2 0,32 15 0,-24-15-222,0-2 0,1 0 1,0-2-1,1-1 0,0-1 1,44 1-1,-19-5-1304,0-3 1,95-15-1,97-39-7242,-90 14-1883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0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1327 13013,'217'-119'6950,"9"18"-4643,-113 54-2174,-2-5-1,129-81 1,-180 91-154,-2-2 0,85-82 0,-116 98-2,-1-1 1,-1-1-1,-2-1 0,-1-1 1,-1 0-1,26-60 0,-38 72-1,-2-2 0,10-42 0,-15 57 13,-1 0 1,0 1 0,-1-1 0,1 0 0,-1 0-1,0 0 1,-1 0 0,0 0 0,0 0 0,0 0-1,-1 1 1,0-1 0,-5-9 0,5 12 7,0 1 1,0 1 0,-1-1-1,1 0 1,-1 0 0,0 1-1,0 0 1,0-1 0,0 1-1,0 0 1,0 1 0,-1-1-1,1 1 1,-1-1 0,1 1 0,-1 0-1,1 0 1,-1 0 0,0 1-1,1-1 1,-1 1 0,-5 0-1,-3 1 8,-1 0-1,1 0 0,-1 1 1,1 1-1,-16 5 0,-5 4 16,0 2 0,1 1-1,0 2 1,2 1-1,0 1 1,1 2 0,1 1-1,0 1 1,2 1-1,1 2 1,-23 30 0,39-45-17,2 0 0,0 0 0,0 0 1,1 1-1,1 0 0,0 0 0,0 0 0,1 1 1,1 0-1,0-1 0,1 1 0,-2 18 0,4-23-2,0 1 0,1 0 0,0 0-1,0-1 1,1 1 0,0-1-1,0 1 1,1-1 0,0 0 0,0 0-1,1 0 1,0 0 0,1-1-1,-1 1 1,2-1 0,-1-1 0,1 1-1,0-1 1,8 8 0,0-4-1,1 0 0,0-1 1,0 0-1,1-2 0,0 0 0,0 0 1,0-2-1,1 0 0,28 5 1,-10-5-1,0-1 0,0-2 1,66-4-1,-29-7-21,0-3-1,-1-3 0,0-3 0,107-42 1,-56 8-40,187-109 1,-228 112 12,80-64-1,-121 82 45,-2-3-1,-2 0 0,54-68 1,-80 90-20,-2-1 0,1 0 0,-2 0 0,10-22 0,-16 33 19,0 0 0,-1 1-1,1-1 1,0 0 0,-1 0 0,0 0-1,1 0 1,-1 1 0,0-1-1,0 0 1,0 0 0,0 0-1,0 0 1,0 0 0,-1 0 0,1 1-1,-1-1 1,1 0 0,-1 0-1,0 0 1,1 1 0,-1-1-1,0 0 1,0 1 0,0-1 0,-1 1-1,1-1 1,0 1 0,-1 0-1,1-1 1,0 1 0,-4-2-1,1 1-32,0 0-1,0 1 1,0-1-1,-1 1 0,1 0 1,0 0-1,-1 0 0,1 0 1,-1 1-1,1 0 0,-1 0 1,-4 0-1,-24 5-342,0 1 1,1 2-1,0 1 1,0 1-1,1 2 1,-39 21-1,69-33 359,-67 34-2038,-64 42 0,174-73 3104,35-9-134,-43 2-634,1 2 0,0 1 0,-1 2 1,1 1-1,46 9 0,-23 5-350,-1 3-1,0 1 1,54 30 0,65 50-8146,-134-74 1558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0.5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12 369 7485,'-1'-2'178,"-1"1"0,1-1 1,0 1-1,0-1 1,0 1-1,0-1 0,1 0 1,-1 0-1,0 1 1,1-1-1,-1 0 0,1 0 1,-1 0-1,1 0 1,0 0-1,0 0 0,0 0 1,0 1-1,0-1 1,1 0-1,-1 0 1,0 0-1,1 0 0,-1 0 1,3-3-1,-2 5-74,0 1-1,1-1 1,-1 0 0,0 0-1,1 1 1,-1-1 0,0 0 0,1 1-1,-1 0 1,0-1 0,0 1-1,1 0 1,0 0 0,-2-1-38,2 2 20,1 0 0,-1 0 1,0-1-1,0 1 1,0 0-1,-1 1 0,1-1 1,0 0-1,-1 0 1,0 1-1,1-1 0,-1 1 1,1 2-1,11 41 434,-6-18-251,-1-1-131,-1 0 0,-1 0 0,-1 1 0,-2-1-1,-2 31 1,2 18 270,-1-32-46,-1-33-101,0 1 1,1-1 0,1 0-1,0 1 1,0-1 0,1 0-1,1 0 1,-1 0 0,8 17-1,-1-49 383,8-19-376,2 1 0,33-51 1,-27 47-237,10-12-584,71-87 0,54-39-2968,-58 68-24,-34 38-536,4-2-2021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0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0 655 8365,'1'4'680,"0"1"-1,0 0 1,0 0 0,1-1 0,-1 1-1,1 0 1,5 7 0,2 8 502,24 67 994,65 120-1,-93-199-2132,1 1 0,-1-1 0,1 0 0,1 0 0,-1-1-1,2 1 1,-1-2 0,12 10 0,-15-14-34,-1 1-1,1-1 1,1 0-1,-1 0 1,0 0 0,0 0-1,1-1 1,-1 1-1,1-1 1,-1 0 0,1-1-1,0 1 1,-1-1-1,1 0 1,0 0 0,-1-1-1,1 1 1,-1-1-1,1 0 1,4-1-1,8-5 4,-2 0-1,1-1 0,-1-1 0,0 0 0,13-11 0,70-64 214,-21 17-132,-27 27-79,3 2 0,72-41 0,-41 37-220,2 3-1,113-33 1,-153 58-39,0-2-1,-1-2 1,-1-2 0,65-39-1,-87 44 168,-1-2-1,0 0 1,-1-1-1,-1-1 1,-1-1 0,-1 0-1,15-25 1,-5 3 577,-3-1 1,37-88-1,-31 61 1155,-28 67-1351,-2 6-246,1 0 1,0 0 0,0 0 0,0-1-1,0 1 1,0 0 0,1-1 0,2 4-1,3 7 50,3 10-246,2 0 0,1 0 0,1-1 0,0-1 0,23 25 1,-22-30-715,0-2-1,1 0 1,0 0 0,1-2 0,0 0 0,37 18 0,33 7-5490,-40-22 538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1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20 266 3500,'-13'-72'1184,"7"52"-235,9-2-341,0 2-292,13-6-332,0-17-420,-3 12-1377,6-1 505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1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42 296 3880,'-32'-38'1567,"26"30"6315,2-26-3706,9 34-3927,0 1-248,0-1 1,-1 1-1,1 0 0,0 1 1,0-1-1,-1 1 1,1 0-1,-1 0 1,1 0-1,7 6 1,-5-2-145,0 0 0,0-1 1,0-1-1,1 1 0,0-1 1,0-1-1,16 6 0,-16-10 101,2-2 26,-3 0 15,0 1 0,-1-1 0,1 0 0,-1 0-1,0-1 1,0 0 0,9-8 0,72-76 948,33-32 798,-115 116-1660,-1 0-1,1 1 1,-1-1-1,1 1 1,0 0-1,0 0 1,1 1-1,9-4 1,-13 5-68,0 1 0,1 0 1,-1-1-1,0 1 0,0 0 1,0 0-1,0 0 0,0 1 1,1-1-1,-1 0 0,0 1 1,0-1-1,0 1 1,0 0-1,0 0 0,0 0 1,0 0-1,0 0 0,0 0 1,-1 0-1,1 1 0,0-1 1,-1 1-1,1-1 0,-1 1 1,2 1-1,7 11 58,-1 0 0,-1 0 0,0 1 1,0 0-1,8 27 0,20 86 158,-15-26-164,-5 0-1,-4 2 1,-5-1-1,-4 1 1,-5 0-1,-21 145 1,6-148-82,-4 0-1,-5-2 1,-4 0-1,-54 118 1,17-74 7,-6-3 1,-99 140-1,164-266 2,-2-1 0,1 1-1,-2-1 1,0-1 0,-1 0 0,0-1 0,-26 20 0,37-31 2,0 1 0,0 0 0,0-1 0,0 1 1,0-1-1,0 1 0,0-1 0,0 0 0,0 1 1,0-1-1,0 0 0,0 0 0,-1 0 0,1 1 1,0-1-1,0 0 0,0-1 0,0 1 0,0 0 1,0 0-1,0 0 0,0-1 0,-1 1 0,1 0 1,0-1-1,0 1 0,0-1 0,0 0 0,1 1 1,-2-2-1,0 1-11,1-1 1,0 1-1,0-1 1,-1 0 0,1 1-1,1-1 1,-1 0-1,0 0 1,0 0-1,1 0 1,-1 0 0,1 0-1,-1 0 1,1 0-1,0-2 1,1-5-62,0-1 0,1 1 0,0 0 0,0 0 0,1 0-1,1 1 1,7-15 0,-3 4-98,68-140-1770,115-181 1,222-307-1244,-333 527 2467,99-157-2017,-98 145-252,6 3-1030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1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26 10369,'-101'11'2340,"85"-2"-476,0-1 2193,44-8-4705,17-8-568,-1-1-301,-6-5-683,0 3-1588,13-1-2489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3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9 2892,'-35'9'820,"16"-12"1153,4-6-1957,-1 3-248,0 15-465,-3 0-687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7.4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45 135 9697,'-9'-34'759,"-17"-41"3386,18 54-2734,7 17 1705,2 4-3024,0 1 0,1 0 0,-1-1 0,0 1 0,1 0 0,-1 0 0,0 0-1,0 0 1,0 0 0,0 0 0,0 0 0,1 2 0,2 2 102,3 3-28,0 1 0,-1 0 1,0 0-1,0 1 1,-1 0-1,-1 0 0,0 0 1,0 0-1,2 12 1,20 107 1297,-24-114-1274,33 216 1898,35 198 158,-41-297-1602,69 193 1,-70-252-541,3-1 1,3-2-1,4-2 1,49 70-1,-65-108-233,2-1-1,1-2 1,0 0-1,3-2 1,0 0-1,1-2 0,1-2 1,1 0-1,54 25 1,-62-35-174,1-1 1,1-1-1,-1-2 0,1 0 0,1-1 1,-1-2-1,1-1 0,0-1 0,0 0 1,0-3-1,-1 0 0,1-1 1,0-1-1,39-11 0,-30 2-477,0-1 0,-1-2-1,0-1 1,48-32 0,-23 8-1557,77-70 0,-96 74-998,69-84 0,-44 32-2580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7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65 786 10013,'-1'1'140,"-1"0"1,1 0-1,0-1 1,0 1-1,-1 0 1,1-1-1,0 1 1,-1-1-1,1 1 1,-1-1 0,1 1-1,-1-1 1,1 0-1,-1 0 1,1 0-1,-1 0 1,1 0-1,-1 0 1,1 0-1,-1-1 1,1 1-1,-1 0 1,1-1-1,0 1 1,-1-1-1,1 0 1,0 1-1,-1-1 1,1 0-1,0 0 1,0 0-1,-1 0 1,1 0-1,0 0 1,0 0-1,0 0 1,0 0-1,-2-5 2742,1 4-2606,1 0 0,0-1 0,-1 0 0,1 1 0,0-1 0,1 0 0,-1 0 0,0-3 1,3 1-181,0-1 1,0 1-1,0 0 1,1 0 0,0 0-1,0 0 1,1 0-1,-1 0 1,1 1 0,7-7-1,2-3 92,20-22-39,2 3 1,65-50-1,-32 28-611,408-328-8736,-408 335 5280,-1 14-1937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7.7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0 543 5589,'3'40'3712,"13"-43"-2408,19-8-68,3-9-244,13-6-200,9-3-172,10-8-272,10-11-444,15-9-328,3-9-348,4 0-272,-7-8-676,0-1-1420,10 4-1273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8.7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1343 8321,'15'-17'1930,"-15"16"-1783,1 1-1,-1-1 1,1 1-1,0-1 1,-1 1-1,1-1 1,0 1 0,-1 0-1,1-1 1,0 1-1,0 0 1,0-1-1,-1 1 1,1 0-1,0 0 1,0 0-1,0-1 1,-1 1-1,1 0 1,0 0 0,0 0-1,0 1 1,-1-1-1,3 0 3088,-3-10-1805,0-10 87,3 18-1043,5 12 37,12 28-79,-1 1 1,-2 1-1,20 68 0,-7-19-235,14 34-187,94 186 0,-135-304-57,0 0-1,1 0 1,-1-1-1,1 0 0,-1 0 1,8 6-1,-10-9 39,0-1-1,0 0 0,0 0-1,0 0 1,1 0-1,-1 0 1,0 0 0,0-1-1,1 1 1,-1 0-1,0 0 1,0-1 0,0 1-1,0-1 1,1 1-1,-1-1 1,0 0 0,0 1-1,1-2 1,2 0-19,7-5 9,1 1 0,-1-2 1,0 0-1,0 0 1,13-15-1,49-58-24,-45 49 4,5-6 42,130-139 12,-132 148-7,1 0 1,2 3-1,57-37 1,-72 53 1,-1 1 0,2 1 0,-1 1 1,32-8-1,85-11 40,13-3-50,-105 16-34,-1-2 0,-1-1 0,0-3 0,-2-2 1,0-1-1,-1-2 0,-2-1 0,0-2 0,-2-2 0,-1-1 0,-1-2 0,-2-1 1,-1-1-1,-2-2 0,-2-1 0,25-45 0,-11 4-20,-3-2 0,-4-2 0,-4-1 0,32-143 1,-58 209 46,0-1 1,-1 1 0,0-1-1,-2 1 1,0-1 0,-1 1-1,-1-1 1,0 1 0,-2 0-1,0 0 1,0 0 0,-2 0-1,-10-21 1,14 34 5,-1 0 0,1 1 0,-1-1 0,0 1 0,0 0 0,-1 0 0,1 0 0,-1 0 0,1 1 0,-1-1 0,0 1 1,0 0-1,0 0 0,0 1 0,0-1 0,-5 0 0,-10-6-90,17 7 113,-3 1-4,5 0-17,-11-1 55,-1 2 0,1-1 0,-1 2 0,-17 3 0,26-4 587,3 3-510,6 20-30,0 0 0,1 0 0,2-1 0,14 29 0,8 22 22,24 54 24,113 193 0,-89-181-117,51 87-19,-48-88-11,-50-78-9,-23-41 7,1-1 0,0 0-1,2 0 1,0-1 0,1-1-1,17 19 1,-28-36 1,-1 1 0,0 0 0,0-1 0,1 1-1,-1 0 1,0-1 0,1 0 0,-1 1 0,0-1 0,1 0-1,-1 0 1,0 1 0,1-1 0,-1 0 0,1-1 0,-1 1 0,0 0-1,1 0 1,-1 0 0,1-1 0,-1 1 0,0-1 0,0 1-1,1-1 1,-1 0 0,0 1 0,0-1 0,1 0 0,-1 0 0,0 0-1,1-2 1,5-2-10,-1-1-1,0 0 1,-1 0-1,7-10 0,14-23-112,-2-2-1,25-56 0,29-94-470,-46 109 267,99-261-1860,53-128-4760,-145 387 3124,5 8-1896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48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38 10933,'-10'40'8721,"17"-29"-8129,21-5-384,10-12-680,7-14-1040,-1 0-957,1 0-2207,9-8-3665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2.0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 7085,'1'1'305,"0"-1"1,0 0 0,0 0 0,0 0 0,0 0-1,0 0 1,0 0 0,0 0 0,0 0-1,0 0 1,0-1 0,0 1 0,-1 0 0,1-1-1,0 1 1,0 0 0,0-1 0,0 1 0,0-1-1,-1 0 1,2 0 0,-5-8 4029,-4 0-4482,5 7 1309,6 2-776,-1 1 0,0 0 0,0 0 0,0 1 0,0-1 0,0 1 1,5 3-1,10 4 544,-7-6-688,0 0 0,1-1 0,-1-1 0,1 0 0,13-1 0,43 5-65,-48-1-204,6 0-98,0 1 1,0 1-1,36 15 0,-37-11-51,-16-7 117,0 1-1,-1 0 1,1 0-1,-1 1 0,0 0 1,0 0-1,-1 1 0,1 0 1,9 10-1,-16-14 24,0-1-1,0 0 1,0 1 0,-1-1-1,1 1 1,0 0 0,0-1-1,-1 1 1,1-1 0,-1 1-1,1 0 1,-1-1 0,0 1-1,0 0 1,0 0 0,0-1-1,0 1 1,0 0 0,0-1-1,0 1 1,-1 0 0,0 2-1,0-1-1,-1-3-160,0-1-1,0 1 1,0-1-1,0 0 1,0 0 0,0 0-1,0 0 1,0 0-1,0 0 1,0-1 0,-2-1-1,-3-7-1111,0-1 0,0 0 0,1 0 0,1 0 0,0-1 0,-5-17 0,8 22 262,-9-24-6007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2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63 5617,'7'-14'10820,"-5"12"-9425,4-3-1349,-5 5 142,0-1 0,0 1 0,-1-1 1,1 1-1,0-1 0,0 0 0,-1 1 1,1-1-1,0 0 0,-1 0 0,1 1 1,0-1-1,-1 0 0,0 0 1,1 0-1,-1 0 0,1 0 0,-1 0 1,0 1-1,0-1 0,1 0 0,-1 0 1,0 0-1,0 0 0,0 0 0,0 0 1,0 0-1,0 0 0,0 0 1,-1 0-1,1 0 0,0 0 0,0 0 1,-1-1-1,-7-10 2374,5 31-1529,3 2-787,1 0 0,6 28 0,2 22 84,16 367 378,-19-314-1439,10 81-2773,-10-145 1159,-3-25-1121,1-3-4652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2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0 9093,'-22'17'3844,"41"-14"-3168,0 0-196,4 3-628,21 8-372,-3 0-172,4 3-236,-4 1-380,3 2-1820,4 3-1257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3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 10793,'5'-12'3831,"2"24"1033,5 11-4035,-1-12-450,0 1 0,1-2 0,1 1 1,0-2-1,23 14 0,25 20 245,44 47 116,125 141-1,-119-96-757,-15-16-268,-72-82 149,1 1-18,-8-57-70,-6 3 98,-1 1 1,-1-1-1,-1-1 1,13-33-1,16-29-571,95-127-2745,-27 48-523,-48 65-729,6-1-2760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3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 11373,'-18'54'828,"5"-18"212,2 0 0,-8 46 0,15-53-254,1-1-1,2 1 1,1 0-1,1 0 1,7 42-1,2-14 289,31 94-1,-22-91-768,3-2 0,2-1 0,3 0 0,2-2 0,64 89 0,-81-129-288,1-1 0,0 0 0,1 0 0,0-1-1,19 12 1,-23-18-6,0-1 1,0 0-1,1-1 0,-1 0 0,1-1 0,0 0 0,1 0 0,-1-1 0,22 3 0,-25-6-26,1-1 0,0 1 0,0-1 0,-1-1 0,1 0 1,-1 0-1,0 0 0,1-1 0,-1 0 0,0-1 0,-1 0 0,1 0 0,-1-1 0,14-10 1,-11 6 1,0 0 0,0 0 0,-1-1 1,-1 0-1,0 0 0,0-1 0,-1 0 1,0-1-1,7-15 0,-6 4-36,-1-1 0,-1 1 0,-1-1 0,-1 0-1,-1-1 1,-1 1 0,-2 0 0,0-1 0,-1 1-1,-2 0 1,-7-32 0,0 9-92,-3 2 0,-1 0 0,-3 0 0,-41-78 0,47 101-26,-1-2-199,-1 0-1,-1 0 1,-1 1 0,-2 1-1,0 1 1,-20-20 0,36 40 328,-63-52-4044,14 26-3129,31 18 1680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3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1 196 10009,'3'6'323,"8"6"1419,-10-28 1668,-1 9-2321,18 26 976,187 187 666,-170-169-2710,2-2 0,1-2 0,80 54 0,-111-82-86,-1-1 0,1-1 0,-1 1 0,1-1-1,0 0 1,1-1 0,-1 0 0,0 0 0,1 0-1,-1-1 1,10 0 0,-14-1 48,0-1 0,-1 1 0,1-1 0,0 0-1,0 1 1,0-2 0,0 1 0,-1 0 0,1 0 0,0-1 0,-1 0 0,1 1 0,-1-1 0,0 0-1,1 0 1,-1 0 0,0-1 0,0 1 0,-1 0 0,1-1 0,0 1 0,-1-1 0,1 0-1,-1 1 1,0-1 0,0 0 0,0 0 0,0 0 0,0-4 0,94-254 385,-57 168 95,-26 63-262,2 2 0,0 0 0,2 1 0,1 1 0,38-45 0,-54 70-183,1-1-1,0 1 1,-1 0-1,1-1 0,0 1 1,0 0-1,0 0 1,0 0-1,0 0 0,0 0 1,0 1-1,0-1 1,0 0-1,0 1 1,1 0-1,-1 0 0,0-1 1,0 1-1,0 0 1,1 1-1,-1-1 0,0 0 1,0 1-1,0-1 1,4 2-1,-1 0 1,-1 0 0,0 0 0,0 0-1,0 0 1,0 0 0,0 1 0,0 0 0,-1 0 0,1 0-1,-1 0 1,4 4 0,46 73-274,-3 2 0,47 106-1,-71-136-343,75 137-2857,-17-32-4655,-50-95 1172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4.8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1658 8705,'0'0'2454,"-6"-12"1385,0-2 2538,0 51-5875,5-34-404,1 2-16,3 39 57,-2-33-98,-1 3-25,1 0 1,1 0 0,0 0-1,1 0 1,7 20 0,-10-34-16,1 1 0,0-1 0,0 1 0,0-1 0,0 0 0,0 1 0,0-1 0,0 0 0,0 0 1,0 0-1,0 0 0,0 0 0,0 0 0,0 0 0,0 0 0,0 0 0,1 0 0,0 0 1,5-1 2,1-1-1,-1 1 1,0-1 0,1 0-1,-1-1 1,0 0 0,0 0-1,-1 0 1,1-1 0,-1 0-1,8-6 1,7-3 0,0 0 10,33-28 1,-38 28-44,2 0 1,22-13-1,-38 25 20,10 3-113,1 0-1,-1 1 0,0 0 1,0 1-1,-1 0 1,15 8-1,-14-6-136,1-1 0,-1 0-1,1-1 1,0 0-1,17 2 1,-20-5 218,0 0 1,1-1 0,-1 0-1,0 0 1,0-1 0,0 0-1,0-1 1,0 0 0,0-1-1,0 0 1,18-9 0,57-34 75,80-56 0,-154 95-17,0 0 10,1 1-1,-1 0 1,1 1-1,1 0 0,-1 1 1,18-3-1,78-8 130,-86 14-168,-1-1-1,0-1 1,1-1-1,-1-1 1,-1-1-1,1 0 1,34-17-1,-24 2-32,-2 0 0,0-2 0,41-43 0,-14 14 77,-29 33-122,-26 18 76,1 1 1,-1-1 0,1 1 0,0 0 0,-1 0 0,1 0 0,0 0 0,-1 0-1,1 0 1,0 0 0,-1 1 0,1-1 0,-1 0 0,1 1 0,-1-1 0,3 2-1,-1 0-70,0 0-1,0 1 0,-1-1 1,1 0-1,-1 1 0,1 0 1,-1-1-1,0 1 0,0 0 0,-1 0 1,3 5-1,2 1-412,-4-7 332,0-1 1,1 1-1,-1-1 1,0 0 0,1 0-1,-1 0 1,1 0 0,-1-1-1,1 1 1,3 0-1,-6-1 140,5 1-109,0-1-1,0 0 1,0 0-1,-1 0 0,1 0 1,0-1-1,0 0 1,0 0-1,0 0 1,-1-1-1,9-3 1,48-31-634,-23 13 497,-23 13 208,0 0-1,27-23 1,-41 31 260,2 1-135,23-6 143,-23 7-117,0-1-10,5-1-54,0-1 0,0 0 0,0 0 0,0-1 1,0 0-1,-1 0 0,0-1 0,0 0 1,0-1-1,6-5 0,64-69-1,-71 73-16,44-53 311,-3-2 0,-3-2 0,-3-2-1,43-92 1,-46 73 498,-3-1 1,-5-2-1,25-116 0,-36 132-29,4-25 528,-23 94-690,-1 6-406,-12 26-121,1 1 0,2 0 0,1 1 0,1 0 0,-4 42 0,5-32-179,-6 36-1280,-5 146 0,18-166-2867,12 85-1,0-66-4084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4.9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1 206 10717,'25'-72'1876,"-6"41"-508,7 2-284,9 15-540,6 0-768,10 0-512,15 2-204,11 1-604,5 2-2012,1 9-2049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5.1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42 112 4556,'-32'-34'2653,"32"8"-1977,0 3-404,-3 9-3077,-3-1 437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6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2115 3176,'-19'-5'2147,"14"-1"2302,17-3-515,4 1-4689,143-61 3540,857-406-67,542-242-2516,-561 231-3267,-545 224-4051,-327 184 1625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7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1926 5469,'-13'-27'1250,"10"20"-618,-1 0-1,0 0 1,0 0-1,0 0 1,0 0-1,-9-8 1,12 9-126,3 0-370,1-1 0,0 1-1,-1 0 1,2 0 0,-1 0-1,1 0 1,0 1-1,0 0 1,1-1 0,6-4-1,60-50 1127,-42 38-912,736-527 3620,-251 218-3560,308-210-5047,-632 407 190,-4 4-2615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7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1853 8285,'32'-46'2377,"-11"16"-203,48-54-1,-5 24-1369,2 3 1,78-52-1,158-85-39,471-228-465,25 45-2525,-759 359 2038,724-332-6927,-529 245 1137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7:58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2650 4420,'0'-2'145,"0"0"0,0 0 0,0 0 0,0 0 0,1 0 0,-1 0 0,1 0 0,-1 0 0,1 0 0,0 0 0,0 0 0,0 0-1,0 1 1,0-1 0,0 0 0,0 1 0,0-1 0,3-1 0,4-6 572,-7 5-490,-1 1 0,0-1 0,0 0 0,0 1-1,-1-1 1,1 1 0,-1-1 0,0 1 0,0-1 0,0 1-1,0-1 1,-2-3 0,-2-7 664,4 9-692,0-1 0,0 1 1,0 0-1,1-1 0,-1 1 0,2 0 0,-1-1 0,0 1 1,1-1-1,0 1 0,0 0 0,4-9 0,-2 6 65,1-1 0,1 1 0,0-1-1,0 1 1,0 1 0,11-12 0,7-4 300,1 2 0,0 1 0,34-22 0,-55 40-523,90-56 1055,201-91 0,-152 82-795,1600-859-2914,-923 424-1548,-233 140-1361,-216 141-155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01.1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269 0 4376,'-9'1'139,"-3"-1"284,-1 1 0,1 1 0,0 0-1,-13 3 1,20-3-260,1 0-1,0 0 0,-1 0 0,1 0 0,0 1 0,0-1 1,0 1-1,1 0 0,-1 0 0,1 1 0,0-1 1,-1 1-1,1-1 0,-4 8 0,-11 21 215,1 2-1,2-1 0,2 2 1,0-1-1,3 2 0,-10 53 1,11-31-22,3 0 0,3 0 1,5 83-1,1-121-208,1 1 0,0-1 0,2-1 0,1 1 0,0-1 0,16 31 0,-18-41-43,1 1 0,0-2 0,0 1 0,1-1 0,0 0 0,0 0-1,0 0 1,1-1 0,1-1 0,-1 1 0,1-1 0,12 6 0,11 4 184,1-2 0,46 14 1,-42-16-171,46 22 0,-48-16-107,-1 1 0,-1 2 0,-1 2 0,-1 1 0,-1 1 0,51 55 0,-60-55-137,-1 1 0,-1 1 0,-2 1 0,0 0 0,-2 1 0,-1 1 0,-1 1 0,12 47 0,-18-53 28,-2-1 0,-1 0 1,-1 1-1,-1 0 0,-1 0 0,-1 0 0,-2 0 1,0-1-1,-1 1 0,-9 30 0,6-37 50,0 0 0,-1 0 0,0-1 0,-2-1 0,0 1 0,-1-1 0,0-1 0,-2 0 0,1 0 0,-2-1 0,0-1 0,-1 0 0,0-1 0,-16 11 0,27-21 38,1-1 0,-1 1-1,1-1 1,-1 0 0,1 0 0,-1 0 0,0 0 0,1-1 0,-1 1-1,0-1 1,1 1 0,-1-1 0,0 0 0,0 0 0,-3-1 0,4 1 5,1 0 1,0-1 0,0 1 0,0 0-1,0-1 1,0 1 0,0-1-1,0 0 1,0 1 0,0-1 0,0 0-1,0 1 1,0-1 0,0 0 0,0 0-1,0 0 1,1 0 0,-1 0 0,0 0-1,1 0 1,-1 0 0,1 0 0,-1 0-1,1 0 1,-1 0 0,1 0-1,0-1 1,0 1 0,0 0 0,-1 0-1,1 0 1,0 0 0,0-1 0,1 1-1,-1 0 1,0-2 0,2-5-13,0-1 0,1 1 0,0 0 0,0 0 0,1 0 0,-1 0 0,2 1 0,-1-1 0,1 1 0,7-8 0,3-2-56,1 0 0,33-27 1,-30 29 27,0 1 1,1 1-1,1 1 1,0 1-1,1 0 1,-1 2-1,2 0 1,0 2-1,46-10 1,-52 15 44,1 1 0,0 0 0,-1 1 0,1 1 1,-1 0-1,0 2 0,1 0 0,-1 1 0,0 0 1,0 2-1,-1 0 0,0 0 0,0 2 0,22 13 0,-4 3 107,-2 1-1,0 1 0,-1 2 0,-2 1 0,-1 1 0,33 47 0,130 219 774,-173-265-797,51 98 553,87 232 0,-43-87-109,-86-215-467,23 56 188,5-3 0,78 117 0,-112-197-394,2-1 0,1-2 1,1 0-1,2-2 0,0 0 0,2-2 0,1-1 0,1-2 0,1-1 0,0-1 0,50 21 0,-37-22-506,1-3 0,0-2 0,81 15 0,-99-25-64,0-2 0,0 0 1,0-2-1,0-1 1,0-1-1,0-2 0,51-13 1,7-10-3104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01.2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0 121 6217,'19'-55'4588,"-22"41"-3976,0 0 724,16 2-3280,-1 1 528,1-3-4993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1.5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1 180 3896,'73'-20'996,"-54"9"-363,9-4 3,-2-2-140,-14 12-112,11-4-116,18-8-168,-9 5-188,-1-2-116,-2 3-232,-4-4-592,4 1-657,6-6 701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1.6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58 5649,'-19'-32'3644,"29"21"-3208,-4-3-256,10 19-7105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2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146 358 4424,'-2'-1'254,"1"-1"0,-1 1 0,1 0 0,-1 0-1,1-1 1,-1 1 0,1-1 0,0 1 0,0-1-1,-1 0 1,1 1 0,0-1 0,1 0 0,-1 0-1,0 0 1,0 0 0,1 0 0,-1 0 0,1 0-1,-1-3 1,-8-23 1577,1 12-944,0 0-1,1-1 1,1 1 0,-4-21 0,5 20-136,0 0 0,-1 1 0,-10-21 1,5 16 261,1-1 0,-11-34 0,20 52-334,2 31 12,5 12-420,2 0 0,12 38 0,5 20-52,55 349 84,-40-205-733,14 104-813,11 55-1696,29-11-2494,-80-343 4382,28 81-4142,-11-59-302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2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3 614 8973,'-1'-3'275,"1"0"-1,-1 0 1,1 1 0,0-1 0,0 0 0,0 0 0,0 0-1,0 0 1,0 0 0,1 1 0,0-1 0,-1 0 0,1 0-1,0 1 1,0-1 0,1 0 0,-1 1 0,0-1 0,3-2-1,11-17 1504,-14 20-1703,0-1 0,1 1-1,-1 0 1,1 0 0,0 0-1,-1 0 1,1 0 0,0 0-1,0 0 1,0 1-1,0-1 1,1 1 0,-1-1-1,0 1 1,1 0 0,4-2-1,4 0 23,0 1-1,1 0 1,-1 0-1,1 1 0,0 0 1,0 1-1,-1 1 1,1 0-1,0 0 0,-1 1 1,22 6-1,5 4 114,0 1 0,41 21 0,-25-6-93,-2 1 1,0 3-1,-2 2 1,-2 2-1,51 49 0,-42-28-51,-1 2-1,-4 3 0,59 89 0,-76-99-10,94 152-148,-111-172 46,-2 1-1,-2 1 1,0 1 0,12 53-1,-24-74-17,-7-32 54,-6-35 23,10 12-95,3-1 1,13-77-1,-7 63 109,75-351-28,-58 303-25,2-15 186,84-223 0,-100 314-85,3 0 0,0 1 0,1 0 0,2 2-1,0 0 1,2 1 0,1 0 0,23-21-1,-34 38-6,0-1 0,0 1 0,1 0 0,-1 1 0,1 0 0,1 1 0,-1 0-1,1 1 1,0 0 0,0 0 0,0 1 0,0 1 0,1 0 0,-1 0 0,1 1 0,0 1 0,-1 0-1,1 0 1,-1 1 0,1 1 0,-1 0 0,1 0 0,-1 1 0,12 5 0,-1 2 102,0 1-1,0 0 1,-1 2 0,0 0 0,-1 2 0,-1 0 0,0 1 0,31 36 0,-12-7 231,-2 1 0,48 84 1,-28-27 0,-4 2 0,40 121 0,58 232-167,-45-127-1068,166 379-5657,-253-670 4458,1-2-1,30 44 1,-36-66-2001,4-7-2014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3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 9049,'-4'4'332,"1"0"1,-1 1-1,1-1 0,0 1 1,0 0-1,0 0 1,0 0-1,1 1 0,0-1 1,0 1-1,1-1 1,-1 1-1,1 0 0,0-1 1,1 1-1,0 0 0,-1 0 1,2-1-1,-1 1 1,1 0-1,0-1 0,0 1 1,3 9-1,2 1-10,1 0-1,0-1 0,1 0 0,0 0 1,1-1-1,14 17 0,76 79 533,-32-39-435,-54-56-356,0-2 1,1 1-1,1-2 0,0 0 1,32 19-1,-43-29-62,-1 0 1,1-1-1,-1 1 0,1-1 1,0 0-1,0 0 0,-1-1 1,1 1-1,0-1 0,0 0 1,0 0-1,0 0 0,0 0 1,0-1-1,0 1 0,-1-1 1,1 0-1,0 0 1,0-1-1,5-2 0,-1 0 10,0-1 0,-1-1 0,0 1 0,0-1 0,0 0 0,-1-1 0,6-7 0,23-32-50,-3-2 1,-2-1-1,38-85 1,16-26 167,-83 157-84,1 1-1,-1 0 1,1-1-1,0 1 1,-1 0-1,1 0 1,0 0-1,1 1 0,-1-1 1,0 0-1,0 1 1,4-3-1,-5 4-23,0 0 1,0-1-1,0 1 0,0 0 0,1 0 0,-1 0 0,0 0 0,0 0 0,0 0 0,0 0 0,0 0 0,0 0 0,0 0 0,1 0 1,-1 1-1,0-1 0,0 1 0,0-1 0,0 1 0,0-1 0,0 1 0,0-1 0,-1 1 0,1 0 0,0-1 0,0 1 0,0 0 0,-1 0 1,1 0-1,1 1 0,10 16 156,0 0 0,-2 0 0,0 2 0,11 27 0,23 88 62,-8-22-285,58 133-2717,-24-86-6427,-44-109 798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3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191 166 7157,'-4'2'545,"0"-1"1,0 0 0,1-1 0,-1 1 0,-1-1-1,1 1 1,0-1 0,0-1 0,-6 0-1,6 0-326,-1 0 0,1 0 0,0 0-1,0-1 1,0 0 0,0 0-1,0 0 1,-3-3 0,1 1-22,0-1 0,1 0 1,0-1-1,0 1 0,0-1 0,0 0 1,1 0-1,0-1 0,1 1 1,-5-11-1,-21-31 1026,11 19-263,17 27-325,20 13-333,42 29-178,-3 2 1,72 68-1,61 46-131,-168-139 7,-7-5 41,0-1 0,1-1 0,0 0 0,0-1 0,30 11 0,-42-19-39,-1 0-1,0-1 0,0 1 1,0-1-1,1 0 1,-1-1-1,0 1 1,0-1-1,0 1 0,0-1 1,0 0-1,0-1 1,0 1-1,0-1 1,0 0-1,0 0 0,-1 0 1,1 0-1,-1-1 1,5-3-1,6-7-18,0 0 0,0-1 0,12-16-1,-20 22 8,65-89 55,-57 75-36,0 0-1,2 1 1,1 1-1,0 1 1,2 0-1,39-32 1,-53 49 16,-1-1-1,1 1 1,0 0 0,0 0 0,0 1 0,0 0 0,0-1 0,0 2 0,0-1 0,1 0 0,-1 1 0,7 1 0,2 0 36,1 1 1,-1 0-1,15 5 1,1 2 51,-1 2 0,-1 0 1,40 23-1,81 57 106,-54-31-106,-56-35-84,-18-10-8,2-2-1,28 14 0,-46-25-16,1 1-1,0-1 1,1 0 0,-1-1 0,0 1-1,0-1 1,1 0 0,-1-1 0,0 0-1,1 0 1,-1 0 0,1-1 0,-1 0-1,7-1 1,-9 0 1,1 0 1,-1 0-1,1 0 0,-1-1 1,0 1-1,0-1 0,0 0 0,0 0 1,-1-1-1,1 1 0,4-6 1,31-49 115,-16 20 121,-10 19-171,-7 10-34,-1 1 0,1-1 0,13-11-1,-17 19-32,0-1-1,1 1 1,-1 0-1,0 1 0,1-1 1,-1 0-1,1 1 1,-1-1-1,1 1 0,-1 0 1,1 0-1,0 0 1,-1 0-1,1 0 0,-1 0 1,1 1-1,-1 0 1,1-1-1,-1 1 0,5 2 1,9 5-541,1 1 1,-2 0 0,1 2-1,16 14 1,6 7-3397,-8-6-2165,-7-6-964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4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32 169 9693,'-26'-49'1624,"23"26"-360,0 0-268,9 12-276,1 0-456,2-1-356,4 4-532,9-7-260,0 1-600,10 11-1900,0 3-1725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4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38 235 11365,'-1'-1'112,"0"1"0,-1 0 0,1-1 0,0 1 1,0 0-1,-1 0 0,1 0 0,0 0 0,0 0 0,-1 0 0,1 1 0,0-1 0,0 0 0,0 1 1,-1-1-1,1 0 0,0 1 0,0 0 0,0-1 0,0 1 0,0 0 0,0-1 0,0 1 0,0 0 1,0 0-1,0 0 0,0 0 0,1 0 0,-1 0 0,0 0 0,0 0 0,0 2 0,0 2 256,1 0 0,0 0 0,0 0-1,0 0 1,1 0 0,-1 0 0,1 0 0,2 4-1,2 13 126,2-1 0,0 0 0,1 0 0,2-1 0,21 36 0,72 89 291,-97-139-727,54 67 51,3-4 1,4-2-1,74 57 1,-131-115-171,1-1 1,-1-1 0,1 0-1,1 0 1,-1-1 0,1 0-1,0-1 1,0-1 0,1 0 0,0 0-1,-1-1 1,23 1 0,-25-3 3,0-2 0,1 1-1,-1-1 1,0-1 0,0 0 0,0 0 0,-1-1 0,1-1 0,0 1 0,-1-1 0,0-1 0,0 0 0,0 0 0,-1-1 0,0 0 0,15-14 0,-2-1 6,-2-1-1,0 0 1,-1-1-1,-2-2 1,0 1-1,-2-2 1,18-40-1,0-18 5,22-97 0,-35 113 130,29-149 342,-21 85-70,-14 93-216,-11 40-130,-1 0 1,0 0-1,1 0 0,-1 0 0,0 0 1,0 0-1,1 0 0,-1 1 0,0-1 0,0 0 1,-1 1-1,2 1 0,8 16-2,-1 0 1,-1 0-1,-1 1 1,-1 0-1,4 25 1,6 14-65,127 373 195,-137-413-130,2-1-1,0 0 1,1 0-1,1-1 1,1 0 0,0-1-1,1 0 1,21 21-1,-24-29 10,1 0 0,-1-1 0,1 0 0,1 0 0,0-1 0,0 0 0,0-1 0,0 0 0,1-1 0,0-1 0,-1 1 0,1-2 0,1 0 0,22 1 0,-4-3 60,-1-1 0,1-2 0,-1-1 0,57-15 0,118-50 235,-160 52-250,91-31 206,267-60 0,-341 98-283,1 2 0,-1 2 0,1 4 0,0 2-1,0 3 1,120 21 0,-122-10-719,-1 3-1,-1 2 1,86 40 0,-101-36-1077,0 1 1,62 47-1,-52-24-2731,-11 1-2556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5.0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3587 5649,'-51'5'1266,"50"-4"-1204,0-1 0,0 1 0,1-1 0,-1 1 0,0-1 0,0 1 0,0 0 0,1 0 0,-1-1 1,0 1-1,1 0 0,-1 0 0,1 0 0,-1 0 0,1-1 0,-1 1 0,1 0 0,-1 0 0,1 0 0,0 0 0,0 0 1,-1 0-1,1 0 0,0 0 0,0 0 0,0 1 0,0-1 0,0 0 0,1 0 0,-1 0 0,0 1 0,1 1 206,-1 0 753,-1-2-888,1 0 0,0 0 0,0 0 1,0 1-1,0-1 0,0 0 0,0 0 1,0 0-1,0 0 0,0 0 1,0 0-1,1 1 0,-1-1 0,0 0 1,1 0-1,-1 0 0,1 0 0,0 0 1,-1 0-1,1 0 0,0 0 0,-1-1 1,1 1-1,1 1 0,5-2 94,1 0-1,-1-1 0,0 0 0,0 0 1,0-1-1,0 0 0,0 0 0,11-5 1,9-2 300,454-157 3499,-8-26-2556,-64 24-494,1302-443 1146,495-79-869,505-85-1113,-1213 354-1291,-832 223 368,-17-39-1816,-624 226 2340,17-6-813,0-2 1,52-33 0,-89 48 668,0 0 1,0 0-1,0 0 1,0-1-1,-1 0 1,5-5-1,-9 9 225,1 1 1,0-1-1,-1 1 0,1-1 0,-1 0 1,1 1-1,-1-1 0,0 0 1,1 1-1,-1-1 0,1 0 0,-1 0 1,0 1-1,0-1 0,0 0 1,1 0-1,-1 1 0,0-1 0,0 0 1,0 0-1,0 0 0,0 1 0,-1-1 1,1 0-1,0 0 0,0 0 1,-20-14-7289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7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285 41 5893,'-12'-4'878,"0"-1"1,0 0 0,0-1 0,-11-7 0,22 12-775,0 0 1,0 0-1,0 1 0,0-1 1,-1 0-1,1 1 1,0-1-1,0 1 0,-1 0 1,1-1-1,0 1 0,-1 0 1,1 0-1,0-1 0,-1 1 1,1 0-1,-1 1 1,1-1-1,0 0 0,-1 0 1,1 0-1,-2 2 0,1-1-24,0 0 0,0 0 1,0 1-1,0-1 0,1 1 0,-1-1 0,1 1 0,-1 0 0,1 0 0,0-1 0,-1 1 0,0 4 0,-4 6 61,2 0-1,0 1 1,-5 23 0,7-27 38,-82 527 2041,77-479-2156,-32 343 459,34-282-378,14 172 1,-2-222-98,3-1 1,3 0-1,40 122 1,-35-143-16,2-1 0,1-1 1,3 0-1,1-2 0,2-1 0,40 46 0,-47-64-28,1-1-1,1-1 1,1 0-1,1-2 1,0-1-1,36 20 1,-42-28 11,1-1-1,0-1 1,1-1 0,0 0 0,0-1 0,0-2-1,1 0 1,-1-1 0,1-1 0,22 0 0,-13-4-105,-1-1 0,1-1 0,-1-1 0,0-2 1,-1-1-1,1-1 0,-2-2 0,1 0 0,-2-2 1,1-1-1,-2-1 0,37-28 0,-42 27-113,0-1-1,-1-1 1,-1-1-1,0 0 0,-2-2 1,0 0-1,-2 0 1,0-1-1,-1-1 1,-1-1-1,-2 1 0,0-2 1,-1 1-1,8-40 1,-12 40 99,-1-1 0,-1 1 1,-1-1-1,-1 1 0,-1-1 1,-1 0-1,-1 1 0,-6-25 1,-4 0 139,-3 0 1,-34-78 0,8 18 838,40 105-773,2 3-86,0 0 0,0 0 0,0-1 1,1 1-1,-1 0 0,0 0 1,1 0-1,-1 0 0,1 1 0,-1-1 1,1 0-1,-1 1 0,1-1 1,0 1-1,-1-1 0,1 1 0,0 0 1,-1 0-1,1-1 0,0 1 1,3 1-1,-1 0 0,0 1 1,0-1-1,0 1 1,0 0-1,0 0 1,-1 1-1,5 2 1,-1 0 6,8 7 7,0 0 0,-1 1 0,18 21-1,8 7 61,34 31-2,-12-11-37,116 87 1,-161-135-71,1-2 0,0 0 1,1-1-1,0-1 0,1-1 0,0 0 1,21 4-1,-31-10-15,-1 0-1,0-1 1,0 0 0,1 0-1,-1-1 1,1-1 0,-1 1-1,0-1 1,1-1 0,-1 0-1,0 0 1,0-1 0,0 0 0,0-1-1,-1 0 1,0 0 0,1-1-1,8-6 1,0-3-90,0-1 0,0-1 0,-2 0 0,0-2 0,-1 1 0,0-2-1,-2 0 1,11-20 0,5-19-383,33-94-1,-54 128 428,-1 0-1,5-42 1,4-22-97,-3 38 205,-7 27 31,13-38 0,-15 52-53,1 1-1,0 0 0,1 0 1,0 0-1,0 1 0,0-1 1,13-11-1,4-2 20,1 1-1,1 1 1,1 1-1,1 1 1,0 1-1,50-21 1,-53 28 10,0 1 0,1 1 1,-1 1-1,1 1 1,0 1-1,1 1 0,-1 1 1,48 3-1,-34 4 8,0 2 0,-1 1-1,0 2 1,-1 1 0,0 2-1,0 2 1,-2 1 0,0 2-1,-1 1 1,39 30 0,-48-33-38,37 28 10,91 48 1,-130-81-24,0 0 0,1-2 0,0-1 0,0-1 0,0-1 0,1-1 0,0-1 0,34 1 1,5-5-235,1-4 1,84-15 0,125-38-873,-62 10 452,635-72-3715,-783 116 2735,-2 5 156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9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263 1009 6509,'-14'-14'633,"2"-1"0,0-1 0,1 0 0,1 0 0,-15-32 1,20 37-292,2 0 0,-1 0 1,1 0-1,1 0 0,0 0 1,0-1-1,2 1 1,-1-1-1,1 1 0,1-1 1,3-17-1,1 4-24,2 0 0,1 0 0,1 1 1,1 1-1,22-38 0,2 6 97,45-55 0,-45 70-303,1 1 0,2 1 0,1 3 0,2 0 0,1 3-1,2 2 1,82-45 0,-106 66-86,1-1 0,0 2 0,1 1-1,0 1 1,0 0 0,0 2 0,1 0 0,-1 2-1,37-1 1,-45 4-9,0 0-1,0 1 1,0 0 0,0 1-1,0 1 1,-1 0 0,0 0-1,1 1 1,-2 1 0,1 0-1,-1 1 1,0 0 0,0 0-1,-1 1 1,0 1-1,0 0 1,9 12 0,-5-3-1,-1 0 1,0 1-1,-2 1 1,-1 0-1,0 1 1,-1 0-1,-1 0 1,9 42-1,-7-11-42,-2 0 1,3 91-1,-12-82 18,-3 0 0,-3-1 0,-2 0 0,-3 0 0,-2-1 1,-3-1-1,-2-1 0,-32 66 0,-7-5-55,-5-3 0,-134 184 0,-92 50-22,-25-23 117,242-253 90,5-9 12,35-35 168,1 2 1,-40 52-1,70-82-290,0-1-1,1 1 1,-1-1-1,0 1 1,1 0 0,-1-1-1,1 1 1,-1 0-1,1 0 1,0-1-1,-1 1 1,1 0 0,0 0-1,-1-1 1,1 1-1,0 0 1,0 0-1,0 0 1,0 0 0,0-1-1,0 1 1,0 0-1,0 0 1,0 0-1,0 0 1,0 0 0,0-1-1,1 1 1,-1 0-1,0 0 1,1 0-1,-1-1 1,1 1 0,-1 0-1,1-1 1,-1 1-1,1 0 1,-1-1 0,1 1-1,-1 0 1,1-1-1,0 1 1,-1-1-1,1 1 1,0-1 0,0 0-1,1 1 1,2 1 14,0-1 1,1 0 0,-1 0 0,1-1-1,-1 1 1,1-1 0,8-1 0,15-3 39,-1-1 1,0-2 0,45-17-1,-44 15-50,853-311-3054,-300 82-4466,-315 124 449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19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75 416 6685,'-1'-9'247,"0"3"117,0 0-1,0 0 1,1 0 0,-1 1-1,1-1 1,1 0-1,-1 0 1,1 0-1,0 0 1,0 1-1,1-1 1,-1 1-1,6-11 1,4-4 302,2 0 1,0 1-1,1 0 0,1 1 1,1 0-1,33-28 1,-17 21-298,1 2 0,2 1 0,42-21 0,-63 36-313,1 0 0,-1 1 1,1 1-1,0 1 0,0 0 0,0 1 0,1 0 0,-1 1 1,24 0-1,-30 3-37,0-1 0,0 2 1,1-1-1,-1 1 0,0 0 0,-1 1 0,1 0 1,0 1-1,-1 0 0,0 0 0,1 0 1,-2 1-1,1 1 0,-1-1 0,1 1 1,-2 0-1,8 9 0,-4-3-14,-1 1 0,0 0 1,-1 0-1,-1 1 0,0 0 0,-1 1 0,-1-1 1,0 1-1,-1 0 0,0 0 0,2 31 0,-3-14 1,-2 1 0,-2-1 0,0 1 0,-12 57 0,0-33 3,-2 0 0,-3-2 0,-33 73 0,36-92-10,-25 52-31,-99 160 0,-66 46-86,-29 46 89,224-324 43,0 2 1,1-1-1,1 1 0,-7 22 0,13-36-7,1 0-1,0 1 0,0 0 0,0-1 0,0 1 1,1 0-1,0-1 0,0 1 0,0 0 0,1 0 1,-1-1-1,1 1 0,0-1 0,0 1 0,1-1 1,-1 1-1,1-1 0,0 1 0,0-1 0,1 0 1,-1 0-1,1 0 0,4 4 0,-1-3 1,1 1 0,0-1-1,0 0 1,0 0 0,0-1 0,1 0-1,0-1 1,0 1 0,0-1 0,16 3 0,7 0-45,51 3 1,-72-8 23,95 4-627,0-5 1,0-4-1,157-26 0,-93-2-1723,221-73-1,-205 42-1250,-3-7-1687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0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6429 622 4568,'-196'-123'1734,"-280"-153"1200,399 237-2775,-3 5 0,-1 2 0,-1 5 0,-112-24 0,95 35-1,-1 4 0,0 4 0,0 4 0,-195 20 0,167 2 41,2 5-1,1 6 1,-166 61-1,117-21 164,-286 155 0,-125 149 216,281-150-71,-375 361 1,449-356-49,-382 496 0,478-535-251,-182 342 0,238-372-78,6 3 0,-88 301-1,139-383-107,3 2-1,3 0 0,4 1 0,4 0 0,4 100 0,6-137 29,1 0 1,2 0-1,3-1 1,1 0-1,2 0 1,2-1-1,3-1 1,1-1-1,1 0 1,49 74-1,-40-78 28,1-2 0,2 0 0,2-2 0,1-2 0,68 52 0,-51-50 38,1-2-1,1-2 1,114 44-1,-69-41 12,1-4 0,2-5 0,1-5-1,0-3 1,119 1 0,-37-13 62,0-9 1,321-50 0,-221 1-82,290-95 0,-135 3 181,691-331 0,337-359-108,-783 355-144,-549 372-44,-5-6 0,204-233 0,-280 280 18,62-101-1,-87 120 5,-3 0-1,-2-2 0,22-66 0,-35 84-6,-2 0 0,-2-1-1,-1 0 1,-2 0 0,-1 0 0,-1-44-1,-4 51-5,-1 0 0,-1 0-1,-1 1 1,-2-1 0,0 1-1,-2 1 1,-1-1 0,-23-42-1,11 33 6,-2 0 0,-1 2 0,-1 1 0,-2 1 0,-1 1 0,-1 2-1,-63-45 1,21 24-20,-1 4 0,-141-63 0,65 47 7,-3 6-1,-195-42 0,-327-30 16,-136 24-623,496 72-626,-134-16-1899,231 13 388,100 4-945,26 6-1620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0.5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0 9505,'1'5'292,"1"0"0,-1-1 0,0 1 0,0 0 0,-1 0 0,1 0 0,-1 0 0,0 0 0,-1 0 0,1 0 0,-1 0 0,-2 7 0,2-4-54,-22 364 6049,73 254-3736,-15-278-2697,-14-129-3224,59 258 0,-69-424 2305,24 92-4348,-7-61-616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0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118 345 7581,'-67'-109'1112,"61"100"-864,0-1 0,1 0 1,0 0-1,1 0 1,0 0-1,0-1 0,1 1 1,1-1-1,0 0 0,-1-14 1,3 21-189,0-1 0,1 1 0,0-1 0,0 1 0,0-1 0,1 1 0,-1 0 0,1 0 0,0 0 0,0 0 0,1 0 0,-1 0 0,1 0 0,0 1 0,0-1 0,0 1 0,0 0 0,1 0 0,-1 0 0,1 0 0,-1 1 0,1-1 0,6-1 0,-3 0-19,0 1 1,1 1 0,0-1 0,-1 1-1,1 0 1,0 1 0,0 0 0,0 0 0,0 1-1,-1 0 1,1 1 0,0-1 0,0 1 0,0 1-1,0 0 1,-1 0 0,1 0 0,-1 1 0,1 0-1,11 7 1,-4-2 45,1 1 0,-1 1 0,-1 0 1,0 1-1,0 1 0,-1 0 0,-1 1 0,14 17 0,-8-3 31,-2 1 0,0 1 0,-2 0 0,-1 0 0,-2 2 0,-1-1-1,12 61 1,-18-65-75,-2 0 0,0 0 0,-1 1 0,-2-1 0,-1 0 0,-1 0 0,-1 0 0,-11 38 0,-5 1-49,-3 0 0,-33 65 0,36-92-547,-1 0 0,-2-1 0,-2-2 0,-1 0 0,-2-2 0,-1-1 0,-2-1-1,-59 46 1,44-46-2702,1-9-1366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1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0 8021,'-10'33'686,"6"-24"-236,1 0 1,0 1 0,1-1-1,0 1 1,1 0-1,-1 0 1,2 15 0,0-22-307,1 0 1,-1 0 0,1-1-1,0 1 1,0-1 0,0 1-1,0 0 1,1-1 0,-1 0-1,1 1 1,-1-1 0,1 0-1,0 0 1,2 2-1,32 24 690,-31-24-738,33 15 450,1-5 39,73 15 0,-92-26-527,0-1 0,1 0 1,0-2-1,-1 0 0,1-1 0,22-5 1,118-32 21,-45 8-161,-107 28 89,1 0 0,-1 1 1,1 0-1,-1 1 0,1 0 0,0 0 0,-1 1 0,1 0 0,-1 1 0,1 0 0,-1 1 0,0 0 0,0 0 0,0 1 1,-1 0-1,1 0 0,-1 1 0,0 0 0,0 1 0,0 0 0,-1 0 0,0 1 0,0-1 0,7 11 0,9 15 35,-1 0 0,-1 1 0,-2 2-1,23 58 1,-33-74-34,25 61-46,-3 2 0,-4 1 1,-4 1-1,-3 1 0,-4 1 1,-4 1-1,-3 0 0,-5 131 0,-6-140-75,-3 1 0,-31 150 0,36-226 112,-1-1 0,1 1 0,-1 0 0,0-1 0,0 1 0,0-1 0,0 1 0,-1-1 0,1 0 0,-1 0 0,1 1 0,-1-1 0,0 0 0,-2 2 0,3-4-3,1 0 0,-1 1 1,0-1-1,0 0 0,0 0 0,1 1 0,-1-1 0,0 0 0,0 0 0,0 0 0,0 0 1,1 0-1,-1 0 0,0 0 0,0 0 0,0-1 0,0 1 0,1 0 0,-1 0 0,0-1 1,0 1-1,1-1 0,-1 1 0,0 0 0,0-1 0,1 1 0,-1-1 0,0 0 0,-4-4 2,1 0 0,0 0 0,0-1 0,0 0 0,1 1 0,0-1 0,0 0 0,-4-13 0,-1-8-9,1 0 1,2-1-1,1 0 1,1 0-1,1-45 1,21-142-34,-5 128-6,4 0 1,4 1-1,3 2 1,49-108-1,-68 177 16,2 0-1,0 0 0,0 1 0,2 0 1,-1 1-1,2 0 0,0 1 1,0 0-1,1 1 0,27-20 1,-35 29 1,0 1 1,0-1-1,1 1 1,-1 0-1,0 0 1,0 0 0,1 1-1,-1 0 1,1 0-1,-1 0 1,0 0 0,1 1-1,-1-1 1,0 1-1,1 0 1,3 2-1,-2 0-82,-1-1 0,0 1 0,0 1 0,-1-1-1,1 1 1,0-1 0,-1 1 0,0 1-1,0-1 1,0 0 0,5 10 0,-3-6-124,83 113-3501,-51-70-1194,-20-36 2246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3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 8621,'-2'18'248,"0"12"322,0-1 0,2 1 1,1 0-1,6 33 0,69 310 4361,31-26-3849,-42-151-1056,162 442-6035,-169-491 1248,-25-85 756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4.2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1594 7945,'25'154'1549,"-21"-137"-1149,0-1 0,1 1 0,1-1-1,8 16 1,0 2 297,49 142 1869,132 312-344,-191-480-2188,65 120 231,-60-115-228,0 0 0,1 0 0,0-1 0,1 0 0,0-1 0,25 19 0,-33-28-29,-1-1-1,1 0 0,0 0 0,0 0 1,0 0-1,0 0 0,0 0 1,0-1-1,0 1 0,0-1 1,0 0-1,0 0 0,0 0 1,0 0-1,0-1 0,-1 1 0,1-1 1,0 0-1,0 0 0,0 0 1,5-2-1,-1-1-19,0 0 0,0 0-1,0 0 1,-1-1 0,1 0 0,10-11 0,-4 0-129,-1 1 1,0-2 0,-1 1 0,-1-2 0,13-30-1,31-100-1045,-37 95 775,14-41-510,-4-1-1,16-109 0,-35 149 674,-3-1-1,-2 0 1,-3 0-1,-2 1 1,-11-73-1,2 71 247,-1 1-1,-3 0 1,-3 1 0,-2 0 0,-2 2-1,-3 0 1,-2 2 0,-2 1 0,-60-78-1,-51-39 516,59 75-16,5-5 0,-75-120 1,141 200-456,0-1 0,2 0 0,0 0 1,1-1-1,1 0 0,-6-28 0,11 42-36,0-1 0,0 1-1,1 0 1,0 0-1,0-1 1,0 1 0,1 0-1,-1-1 1,1 1-1,0 0 1,1 0 0,0 0-1,-1 0 1,1 0 0,1 0-1,-1 1 1,1-1-1,0 1 1,0-1 0,0 1-1,1 0 1,-1 0 0,1 1-1,0-1 1,0 1-1,0 0 1,1 0 0,7-5-1,-3 5 5,0-1 0,0 1 0,0 1 0,0 0 0,0 0 1,1 1-1,-1 0 0,0 0 0,1 1 0,-1 1 0,1-1 0,16 5 0,-1 0 29,-1 2 0,0 0 0,39 19 1,-13-1 31,-1 3 1,-1 2-1,-2 1 1,58 52-1,152 169 120,138 226-51,-314-367-96,-22-30-15,86 93 1,-110-137-17,-13-13 19,44 38-1,-58-56-27,0-1 0,0 0 0,0 0 0,1-1-1,0 0 1,0-1 0,0 1 0,0-1 0,1-1-1,-1 0 1,12 2 0,-15-4 2,1 0 0,-1 0 1,1 0-1,-1-1 0,1 0 0,-1 0 1,1-1-1,-1 1 0,1-1 0,-1 0 0,0 0 1,0-1-1,0 0 0,0 0 0,-1 0 1,1 0-1,4-5 0,-1 0-32,0 0-1,0-1 1,0-1 0,-1 1 0,-1-1-1,11-19 1,3-16-105,-2-1 1,-2 0-1,-2-1 1,-2-1-1,10-91 1,-13 36-64,-9-180 1,-3 226 166,-2 0 0,-2 1 0,-3 0 0,-3 0 0,-35-98 0,37 130 29,0 1 0,-1 1 0,-1 0 0,-1 1 0,-1 0 0,-27-29 0,29 37 3,-1 0-1,0 2 1,-1 0-1,0 0 0,-1 1 1,0 1-1,0 1 0,-1 0 1,0 1-1,-19-5 1,9 6-1,-2 0 1,1 2 0,0 1 0,-1 1 0,0 2 0,1 1-1,-1 1 1,-50 10 0,7 5 0,1 3 0,-80 34 0,78-24-636,1 4 1,-103 65 0,115-64-3793,46-26 446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4.7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 8913,'3'57'2084,"-12"-17"-72,-39 106 2857,39-86-3873,2 5-196,1 7-200,9 5-112,7 0-92,-7-2-228,3 2-336,7-3-532,3-3-600,3 1-488,-3-6-565,-4-1-1991,7-5-3345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5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1804 7829,'-12'16'438,"7"-10"-209,1 0 0,0-1 0,0 2 1,0-1-1,1 0 0,-1 1 0,1 0 0,1-1 0,0 1 0,0 0 0,0 0 0,-1 12 0,1-1 163,1-1-1,1 1 1,0 0-1,1 0 1,1-1 0,1 1-1,1-1 1,0 0-1,1 0 1,1 0 0,8 17-1,137 246 1053,-112-216-1542,3-3 0,62 72 0,-94-122 93,1 1 0,0-2 1,1 1-1,0-1 0,0-1 0,1 0 1,1-1-1,-1-1 0,1 0 1,17 6-1,-22-10-31,0-1 0,0 0 1,0-1-1,0 1 0,1-2 0,-1 1 0,1-2 0,-1 1 1,0-1-1,0 0 0,1-1 0,-1 0 0,0-1 1,0 0-1,0 0 0,-1-1 0,1 0 0,7-5 0,8-7-266,-1 0 0,0-2 0,-1-1 0,31-35 0,69-97-1554,-80 93 1092,-2-3 0,-3-1 1,-3-1-1,-2-3 1,36-107-1,-61 148 620,-1 0-1,-1 0 1,-1 0-1,-2-1 1,0 1-1,-1-1 1,-6-44-1,3 55 160,-1-1-1,0 0 0,-2 1 0,1 0 1,-2 0-1,0 0 0,-1 0 1,0 1-1,-1 0 0,-1 1 0,0 0 1,-1 0-1,-17-17 0,-9-1 207,-1 1 0,-2 2 0,-1 2 0,0 1 0,-2 3-1,-1 1 1,-48-16 0,-42-8 844,-150-30 0,5 12 293,278 63-1353,-1 0 0,1 0 0,0 0 1,0 0-1,-1 0 0,1 0 0,0 0 1,0 0-1,-1 1 0,1-1 0,0-1 0,-1 1 1,1 0-1,0 0 0,0 0 0,-1 0 1,1 0-1,0 0 0,-1 0 0,1 0 0,0 0 1,0 0-1,0-1 0,-1 1 0,1 0 1,0 0-1,0 0 0,-1 0 0,1-1 0,0 1 1,0 0-1,0 0 0,0-1 0,-1 1 1,1 0-1,0 0 0,0-1 0,0 1 0,0 0 1,0 0-1,0-1 0,0 1 0,0 0 1,0 0-1,0-1 0,0 1 0,0 0 0,0-1 1,0 1-1,0 0 0,0-1 0,19-9 96,48-10-132,-49 15 30,90-32-114,-3-5 1,-1-4-1,-2-5 1,178-119-1,-230 131 101,-1-1 0,86-93 0,-117 112 11,-2-1-1,0 0 1,15-31-1,5-5 24,-32 51-27,20-31-1,2 2 0,44-49-1,-62 76 25,1 1-1,0 0 0,1 0 0,0 0 1,0 1-1,0 1 0,1 0 0,0 0 1,0 1-1,1 0 0,-1 1 1,1 1-1,23-5 0,-28 8 16,0 0 0,1 1 0,-1-1 1,0 1-1,0 1 0,1-1 0,-1 1 0,0 1 0,-1-1 0,1 1 0,0 0 0,-1 1 0,1 0 0,-1 0 0,0 0 1,7 7-1,8 8 76,0 2 1,29 37-1,-49-57-106,57 77 174,60 106 1,-12-17-25,-27-57-279,4-4 1,5-3-1,5-4 0,4-5 0,134 102 1,-201-173 71,2-1 0,0-2 0,1 0 0,1-3 0,1 0 1,39 11-1,-67-26 54,-1 0 1,1-1 0,0 0-1,0 0 1,0 0-1,0-1 1,0 0-1,0-1 1,0 1 0,0-1-1,-1 0 1,1-1-1,0 0 1,-1 0-1,1-1 1,-1 1-1,1-1 1,-1-1 0,0 1-1,-1-1 1,1 0-1,0 0 1,-1-1-1,0 0 1,0 0 0,-1 0-1,1 0 1,6-11-1,2-6 1,-1-1-1,0 0 1,-2 0 0,0-1-1,-2-1 1,7-33-1,-2-9 39,-2 0-1,-4 0 0,-3-1 0,-2 0 1,-11-97-1,3 119-19,-3 0 0,-1 2 0,-2-1 0,-2 1 0,-2 1 0,-2 0 0,-37-65 0,41 86-13,0 0 0,-1 0-1,-2 2 1,0 0 0,-1 1 0,-1 0 0,-1 2-1,-32-23 1,23 22 4,-1 0 0,0 2-1,-1 2 1,-1 0 0,-66-17-1,49 20-116,-1 3-1,0 1 0,0 3 0,0 1 1,-1 3-1,1 3 0,0 1 1,-98 22-1,92-9-486,0 3 0,-105 53 1,1-1-2049,112-52 487,3-2-488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6.6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1124 5509,'26'-40'1157,"3"1"0,1 2 0,1 1 0,47-41 0,-4 23-619,2 3 0,141-70 0,-204 114-515,265-129 302,26-15-124,-214 102-194,108-81 1,18-38 14,-189 141 23,-27 27-47,1 0 1,0 0-1,-1 0 1,1 0 0,-1 0-1,1 0 1,0 0-1,-1 0 1,1 0 0,0 0-1,-1 1 1,1-1 0,-1 0-1,1 0 1,-1 1-1,1-1 1,-1 0 0,1 1-1,-1-1 1,1 1-1,-1-1 1,1 1 0,-1-1-1,1 1 1,-1-1 0,1 1-1,0 0 0,1 2 4,1 1 0,-1-1 0,0 0 0,0 1 0,0 0 0,0-1 0,0 1 0,-1 0 0,0 0 0,0 0 0,0 0 1,0 0-1,0 0 0,-1 8 0,0 7 33,-4 39 1,0-22-27,-1 38-3,-13 255-170,18-255 69,3 1-1,17 101 0,-13-142 74,0-1 0,2 0 0,21 47-1,-26-69 19,1-1-1,0 0 0,1 0 0,0 0 0,1-1 0,0 1 1,0-2-1,1 1 0,0-1 0,0 0 0,1-1 0,0 0 1,1 0-1,10 5 0,-12-9 4,-1-1 1,1 0-1,-1 0 0,1-1 1,-1 0-1,1 0 0,0-1 1,-1 0-1,1 0 0,0-1 0,0 0 1,-1 0-1,1-1 0,-1 0 1,1 0-1,-1-1 0,0 0 1,11-6-1,12-7 9,-2-2 0,49-39 0,-76 57-8,35-29 5,-1-1 0,-2-1 0,-1-2-1,-2-2 1,-1 0 0,-1-2 0,27-51 0,-44 67 7,0-1 1,-2 0 0,-1-1 0,0 0-1,-2 0 1,5-39 0,-9 44 10,-1-1-1,-1 1 1,0 0 0,-2-1 0,0 1-1,-1 0 1,-1 0 0,-1 1 0,-10-28 0,5 22-9,-2 1 1,0 0-1,-1 1 1,-1 1-1,-1 0 1,-1 1-1,-1 0 1,-1 1-1,0 1 1,-1 1-1,-1 1 1,0 0 0,-1 2-1,0 0 1,-1 2-1,-1 0 1,0 1-1,0 1 1,-26-5-1,12 4-100,0 1-1,-1 2 0,-47-3 1,68 10-160,0 0 1,1 1 0,-1 0 0,1 2 0,-1 0 0,1 0-1,0 2 1,0 0 0,-29 14 0,26-10-370,9-4-154,0 0 0,0 0-1,1 1 1,-16 12 0,-1 17-2649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7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342 70 6081,'-3'-4'311,"-1"0"1,1-1 0,-1 1 0,1 1 0,-1-1-1,0 0 1,-1 1 0,-4-3 0,-10-9 1138,16 13-531,2 1-541,-2-1-234,0 0 1,0 0-1,-1 0 1,1 0 0,-1 1-1,-5-3 1,-9 17-2,1 1 0,1 1 0,1 1 0,0 0 0,0 0 0,2 2-1,-20 32 1,14-16-16,1 2-1,1 0 1,-17 57-1,29-76-71,0 1 0,2 0 0,0 0-1,1 0 1,0 1 0,2-1 0,0 0 0,1 0-1,1 0 1,1 1 0,0-1 0,2-1 0,0 1-1,0-1 1,2 0 0,16 32 0,4-1 270,63 84 1,49 38 111,-14-19-64,66 112-45,-138-176-196,66 150-1,-10 21 47,-79-184-144,29 112 0,-45-134-10,3 7-1256,-2 1 0,12 117 0,-26-169 124,-2-1 0,1 1 0,-1-1-1,-2 10 1,3-16 793,-4 18-4698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8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450 9 4092,'-37'5'1184,"35"-5"-1089,1 0 1,0 1-1,0-1 1,0 0-1,-1 0 1,1 0-1,0-1 1,0 1-1,0 0 1,0 0-1,-1-1 1,1 1-1,0-1 1,0 1-1,0-1 1,0 1-1,0-1 1,0 0-1,0 1 1,-2-3-1,-8-3 484,6 7-452,0 0 0,1 0-1,0 1 1,-1-1 0,1 1-1,0 0 1,0 0 0,0 0 0,0 1-1,0-1 1,0 1 0,1 0-1,-4 4 1,2-3-47,-17 15 276,0 2-1,2 0 1,0 1 0,1 1 0,2 1 0,-28 50 0,21-29 148,3 1-1,1 2 1,-17 63-1,25-64-138,2 0 0,1 0 0,3 1 0,2 0-1,3 70 1,3-87-213,1 1 0,2-1 0,1 0 0,2-1 0,1 0 0,1 0 0,1 0 0,2-1 0,23 38 0,-8-25-73,2-2-1,2-1 0,1-1 0,2-2 0,2-1 1,1-2-1,63 42 0,322 167 383,-263-158-368,171 115 120,-265-153-155,-2 3 0,103 103 0,-147-130-49,-1 1 0,0 0-1,-2 1 1,-1 1 0,0 1 0,-2 0-1,-1 1 1,-2 0 0,13 41 0,-19-46-39,0 0 1,-2 1-1,0-1 1,-2 1-1,0-1 1,-1 1 0,-2-1-1,0 1 1,-1-1-1,-2 0 1,0 0-1,-1 0 1,-10 22-1,5-19-98,-1-1-1,0-1 0,-2 0 0,-1 0 0,-1-2 1,-33 36-1,22-31-138,0-2 0,-1-1 0,-2-1 0,-45 26 0,11-15-402,-2-3 0,0-3 0,-2-3-1,-116 25 1,127-36-431,-1-2-1,0-3 1,0-3 0,-1-2-1,-112-10 1,61-11-2902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8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2 6529,'-1'0'51,"-11"-1"3646,18 6 279,3 2-4379,-2 0 677,0-1 0,0 1 0,-1 0 0,0 1 0,-1-1 1,0 1-1,0 0 0,0 1 0,-1-1 0,5 16 0,-1-4 229,24 62 1113,38 149 0,-33-96-811,132 394 1287,-85-273-1527,3 11-145,76 239 80,199 637-1096,-125-361-2114,-15-1-4157,-165-577 2236,5-15-2563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28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36 232 8805,'0'-43'1816,"-13"38"-288,-3 2 968,13-17-1572,0 3-220,3-3-295,3 3-557,13-6-565,12-12-607,1 13-2852,3-4-3173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0.1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55 100 4544,'-3'-10'417,"-1"0"-1,1 1 0,-2-1 0,1 1 0,-2 0 0,1 0 0,-1 0 0,-9-10 0,12 16 1685,7 2-1183,1 0-760,1 1 0,-1-1 0,0 1 0,1 0 1,-1 1-1,1-1 0,-1 1 0,1 0 0,-1 1 0,0-1 0,0 1 1,0 0-1,0 0 0,0 1 0,0-1 0,0 1 0,-1 0 1,5 4-1,12 10 370,0 1 1,25 29 0,-41-43-423,69 79 1288,73 106 0,53 108 48,-104-152-924,358 507 965,-85-124-1360,58 49-3387,-116-218-5524,-213-253 1465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1.6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7241 7893,'3'-15'302,"0"0"0,0 0 0,2 0 1,0 1-1,0 0 0,1 0 0,1 0 1,1 1-1,0 0 0,0 0 0,15-16 1,14-12 539,76-66 0,-105 100-771,388-297 1494,24 32-1046,-36 32-256,611-394-28,79-50-155,-108 70-120,642-405 85,40 67-62,-116 176 187,-965 538-353,-490 204-266,116-70-1,-135 69 213,0 3 0,2 3 0,105-36 0,-4 31-12,-116 27 240,-1-1 1,0-3-1,50-19 0,120-71 39,-124 57 2,140-51 0,-205 87-39,545-149 114,-348 112-141,-17 5 108,-14 7-133,64-15-118,-135 9 589,-111 35-361,-1 0 1,1 0 0,-1-1-1,0-1 1,0 1 0,0-1-1,11-12 1,8-5 71,0 0-1,-10 8-39,29-21-1,-43 33-77,1 1 0,0 0 0,0-1 0,0 1 0,1 1 0,-1-1 0,0 1 0,1-1 0,-1 1 0,1 0 0,-1 1 0,1-1-1,7 1 1,-8 1 5,0 0 0,0 0 0,-1 1 0,1-1-1,-1 1 1,1-1 0,-1 1 0,0 0 0,0 1-1,0-1 1,0 0 0,0 1 0,3 3 0,2 3 0,-1 0 1,1 1 0,5 11 0,1 4 16,-1 2 0,-1-1-1,-1 2 1,7 30 0,23 120 241,-38-163-237,90 630 159,-42 9-115,-27-313-94,141 1103-408,-121-1160 388,28 188-52,-14-54 110,56 302 157,-107-682-137,3 16 163,1 0 0,24 65 0,-35-118-198,1 1-1,0 0 0,-1 0 1,1 0-1,0 0 1,0-1-1,0 1 0,0 0 1,0-1-1,0 1 1,0-1-1,1 1 0,-1-1 1,0 1-1,1-1 1,-1 0-1,1 0 1,0 0-1,-1 0 0,1 0 1,0 0-1,0 0 1,0-1-1,-1 1 0,1 0 1,0-1-1,0 0 1,0 1-1,0-1 0,0 0 1,0 0-1,0 0 1,0 0-1,0-1 1,0 1-1,0 0 0,0-1 1,-1 1-1,1-1 1,0 0-1,3-1 0,6-4-74,-1-1 0,1 1 0,-1-2 0,-1 0 0,12-11-1,-12 11-50,27-28-171,-26 25 200,0 0-1,1 1 1,1 0-1,23-16 1,-33 25 85,0 0 1,0 0-1,0 0 1,0 0-1,0 1 1,0-1-1,0 0 0,0 1 1,1 0-1,-1-1 1,0 1-1,0 0 0,1 0 1,-1 0-1,0 0 1,0 1-1,0-1 0,1 1 1,-1-1-1,0 1 1,0 0-1,0 0 1,0 0-1,0 0 0,0 0 1,0 0-1,0 0 1,-1 1-1,1-1 0,0 1 1,-1-1-1,1 1 1,-1 0-1,0-1 1,1 1-1,-1 0 0,0 0 1,1 3-1,4 6 8,-1 1-1,0 0 1,-1 0-1,-1 1 1,4 16-1,-3 1 1,0 0 0,-2 0 0,-1 0-1,-2 0 1,-1 0 0,-1 0-1,-13 55 1,-1-25 11,-2 0 1,-49 101-1,43-113 65,-2-2 0,-3-1 0,-1-1 0,-2-2 0,-42 42 0,62-71 2,0-1-1,-1-1 0,-1 0 0,0 0 0,0-2 0,0 0 1,-2 0-1,1-2 0,-1 0 0,-27 7 0,31-11-48,0-1 0,-1 0 0,1-1 0,0-1 0,0 0 0,-1-1 0,1 0 0,0-1-1,-20-5 1,18 4 11,-29-5 1,-1 2 0,1 2-1,-1 2 1,0 2 0,0 2 0,0 2 0,-71 16 0,-598 188-88,444-121-170,-1681 617-1098,665-154 802,1024-434 447,-1385 575-72,645-276 365,-469 247 527,1444-649-738,-402 218 144,421-226-159,-16 10-95,0 1-1,1 1 1,1 1-1,-34 35 0,51-47 69,-2 2-189,1 0-1,0 1 0,0 0 0,-6 12 0,11-20 179,0 0 0,1 0-1,-1 0 1,1 0-1,-1 0 1,1 1 0,0-1-1,-1 0 1,1 0-1,0 0 1,0 1-1,0-1 1,0 0 0,0 0-1,0 0 1,0 1-1,0-1 1,0 0 0,1 0-1,-1 0 1,0 1-1,1-1 1,-1 0-1,1 0 1,-1 0 0,1 0-1,0 0 1,-1 0-1,1 0 1,0 0-1,0 0 1,0 0 0,0 0-1,0-1 1,0 1-1,0 0 1,0-1 0,0 1-1,0 0 1,0-1-1,0 0 1,0 1-1,1-1 1,-1 1 0,0-1-1,2 0 1,1 1-113,1 0 1,-1 0 0,1-1-1,0 1 1,-1-1 0,1 0-1,0-1 1,-1 1-1,1-1 1,0 0 0,-1 0-1,1 0 1,-1-1 0,0 1-1,1-1 1,-1 0-1,0-1 1,0 1 0,0-1-1,0 1 1,-1-1 0,1 0-1,-1-1 1,0 1 0,0 0-1,0-1 1,5-7-1,-8 10 57,0 0 0,1 0 0,-1 0 0,0 0 0,0 0-1,0 0 1,0 0 0,0 0 0,0 0 0,0 0 0,0 0-1,0 0 1,0 0 0,-1 0 0,1 0 0,0 0 0,-1 0-1,1 1 1,-1-1 0,1 0 0,-1 0 0,1 0 0,-1 0 0,0 1-1,1-1 1,-1 0 0,0 0 0,1 1 0,-1-1 0,0 1-1,0-1 1,0 1 0,0-1 0,0 1 0,0-1 0,-1 1-1,-11-7-1572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1.8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 3936,'-25'22'588,"9"-13"32,3 0 305,4-24-2970,5 1 1005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3.3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3753 7141,'3'-9'236,"-1"0"-11,0 1 1,1 0 0,0 0-1,0 0 1,0 0 0,1 0-1,1 1 1,-1 0-1,1 0 1,0 0 0,1 0-1,0 1 1,0 0-1,13-10 1,123-77 1931,206-100-1,174-44-846,731-276 644,16 27-899,-1185 454-1002,1884-710 674,-628 252-599,-916 337-115,1230-418-421,-1241 460-90,-382 108 413,-31 3 72,1 0 0,-1 0 0,1 0-1,-1 0 1,1 1 0,-1-1-1,1 0 1,-1 0 0,1 0-1,-1 1 1,1-1 0,-1 0-1,1 0 1,-1 1 0,1-1-1,-1 1 1,1-1 0,-1 0-1,0 1 1,1-1 0,-1 1-1,0-1 1,1 1 0,-1-1-1,0 1 1,0 1-25,0-1-1,-1 1 1,1 0-1,-1-1 0,1 1 1,-1 0-1,0-1 1,0 1-1,0-1 1,0 0-1,0 1 1,0-1-1,0 0 1,0 1-1,-1-1 1,1 0-1,0 0 1,-1 0-1,1 0 1,-1 0-1,1-1 1,-4 2-1,-127 76-3728,-182 76 0,203-105 559,2 7-1157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4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1451 2917 7465,'-17'-21'485,"10"13"-110,0 0 0,0-1 0,0 0 0,1 0 0,1 0 0,0-1 0,0 1 0,1-1 0,0 0 0,0-1 0,-2-12 0,5-12 455,2 1 0,1 0 1,10-56-1,-7 60-571,70-315 890,-36 182-966,17-81-39,86-396 167,-37-4 432,-101 610-648,16-183 315,-19 180-231,-1 1-1,-2 0 1,-11-67 0,1 66 138,12 36-305,0 1 1,-1-1 0,1 1 0,0-1 0,-1 0 0,1 1 0,0-1 0,-1 1 0,1-1 0,-1 1 0,1-1 0,-1 1 0,1-1 0,-1 1 0,1-1 0,-1 1 0,1 0-1,-1-1 1,1 1 0,-1 0 0,0-1 0,1 1 0,-1 0 0,0 0 0,1 0 0,-1 0 0,0 0 0,1-1 0,-1 1 0,0 0 0,1 1 0,-1-1 0,0 0 0,1 0-1,-1 0 1,-1 1 0,-22 14 210,21-13-188,-10 10 52,1 1-1,0 0 0,1 1 1,0 0-1,1 0 1,1 1-1,0 1 1,-11 27-1,-47 147 379,62-175-434,-63 230 511,-71 492 0,36 798-170,125-283-749,-18-1148 338,30 473-725,-33-572 760,0 5-82,0 0-1,1 0 1,5 17-1,-7-26 74,0 0-1,0 0 0,0 0 1,0 0-1,1-1 0,-1 1 1,0 0-1,1 0 0,-1 0 1,1 0-1,-1-1 0,1 1 0,-1 0 1,1-1-1,0 1 0,-1 0 1,1-1-1,0 1 0,-1-1 1,1 1-1,0-1 0,0 1 1,0-1-1,-1 1 0,1-1 1,0 0-1,0 1 0,0-1 0,0 0 1,0 0-1,0 0 0,0 0 1,-1 0-1,1 0 0,0 0 1,0 0-1,0 0 0,0 0 1,0 0-1,0-1 0,0 1 1,0 0-1,-1-1 0,1 1 0,0-1 1,0 1-1,0-1 0,-1 1 1,1-1-1,0 1 0,-1-1 1,2-1-1,0 0-21,0 0 0,0-1 1,0 1-1,-1-1 0,1 0 0,-1 1 1,1-1-1,-1 0 0,0 0 0,0 0 1,0 0-1,0 0 0,0-5 0,3-49-241,-4 37 185,2-29-70,-2-1 0,-3 1 1,-12-74-1,10 98 136,-1 1-1,0-1 1,-2 2 0,-1-1-1,-1 1 1,-1 1 0,0 0-1,-29-39 1,23 39 39,-1 2 1,-2 0-1,1 1 0,-2 2 1,-1 0-1,0 0 0,-1 2 1,0 1-1,-1 1 0,-51-19 0,-2 7 65,-118-21 0,-84 1 154,36 8 149,225 34-357,1 0-1,0-1 0,0-1 0,1-1 1,0-1-1,-26-13 0,38 18-20,0-1 1,0 1-1,1-1 0,-1 0 0,1 0 0,0 0 0,0-1 0,0 1 0,0-1 1,1 1-1,-1-1 0,1 0 0,0 0 0,0 0 0,1 0 0,-1 0 0,1-1 1,0 1-1,0-1 0,0 1 0,0 0 0,1-1 0,0 1 0,0-1 0,0 1 1,0-1-1,1 1 0,0-1 0,0 1 0,3-9 0,2-3-3,1-1 1,1 1-1,0 0 0,2 1 0,0 0 1,17-20-1,81-82-54,-89 97 27,398-350-181,-279 254 198,295-221-89,-328 266 89,2 5 0,155-70 1,-215 116 50,0 2-1,1 2 1,1 2 0,1 2 0,0 2 0,87-4 0,-109 12 16,1 3 0,-1 0 0,1 1 0,-1 2 0,0 1 0,0 2 0,0 0 0,-1 2 0,0 1 0,-1 1 0,0 1 0,-1 1 0,33 23 0,-29-13 2,-1 1-1,-1 1 1,-2 1 0,0 2 0,-2 0-1,-1 1 1,23 40 0,-13-9-883,-1 0 0,42 129-1,-54-141-1203,-3-17-2971,-15-52-4507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4.7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 5929,'-41'6'3264,"50"8"-9473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5.0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1 655 9053,'4'131'1824,"-2"-121"-1559,0-1 0,0 0 0,1 1 0,0-1 0,1-1 0,0 1-1,0 0 1,7 8 0,3 9 494,9 20 503,19 44 516,-2-5-662,-26-57-706,16 41 0,-21-46-186,18 30 0,3 12 202,-28-62-203,-1-7-153,6-26 50,0 0 1,1-34-1,8-33-51,12-18-784,5 1 0,6 3-1,95-196 1,-72 192-3542,117-162 0,-103 177-1977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5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1 586 8373,'5'6'210,"0"0"0,1 0 0,0 0 1,0-1-1,1 0 0,-1 0 0,1 0 1,0-1-1,0 0 0,1-1 0,-1 1 1,1-1-1,0-1 0,0 0 0,12 3 0,13-3 146,-1-2-1,1-1 0,-1-1 0,0-2 0,62-15 1,-19-3-340,95-41 1,-110 39 25,-1-3-1,107-67 0,-148 82 29,-1-1 0,-1 0 1,0-1-1,0-1 0,-2 0 0,0-1 0,0-1 0,-2 0 0,0-1 0,-1 0 0,-1-1 0,15-39 0,-22 50-17,-1 1 0,0-1 0,-1 0 0,1 0-1,-2 0 1,1 1 0,-1-1 0,0 0 0,-1 0 0,-1-11 0,1 16-33,0 0-1,0 0 1,0 0 0,-1 0 0,1 0-1,-1 0 1,1 0 0,-1 0 0,0 0-1,0 1 1,0-1 0,0 1 0,-1 0-1,1 0 1,-1-1 0,1 1 0,-1 1-1,0-1 1,0 0 0,0 1 0,0-1-1,0 1 1,0 0 0,0 0 0,0 0-1,0 1 1,-4-1 0,-3 0 17,0 1-1,0 0 1,1 1 0,-1 0 0,0 1-1,1-1 1,-1 2 0,1 0 0,0 0-1,0 0 1,-10 6 0,-15 9 127,-46 33 0,30-16-15,1 3 1,-63 62-1,84-71-65,0 2 0,2 1 0,1 1-1,-32 59 1,49-78-76,1 1 0,1 0-1,0 0 1,1 0 0,1 1 0,1 0 0,0 0-1,0 0 1,2 0 0,0 23 0,2-30-30,0 0 1,0 0-1,1 0 0,0 0 1,0-1-1,1 1 1,0-1-1,1 1 1,0-1-1,0 0 0,1 0 1,0-1-1,0 1 1,1-1-1,-1 0 0,2-1 1,-1 0-1,1 0 1,0 0-1,9 6 1,3-2-253,0 0 1,0-2 0,1 0 0,0-1 0,0 0-1,1-2 1,0-1 0,0 0 0,38 0 0,17-3-1512,103-11 0,-46-5-1562,5-4-1360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5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7517 417 9001,'-215'-75'1271,"177"60"-541,-48-25 0,44 19-223,-223-97 1406,190 89-1659,-128-30 0,95 37-239,-1 6 1,0 4-1,-1 5 0,0 5 1,0 4-1,-163 25 0,53 13 16,1 9 0,-299 109 0,-401 226 20,481-173 249,-663 433-1,244-7 472,645-454-252,-336 375 0,455-447-249,5 4 0,-102 177 0,146-213-95,4 3 0,3 1 0,3 1 0,-42 173 0,66-210-126,2 1 0,2 0 0,2 0-1,3 1 1,1-1 0,3 0 0,2 1-1,1-2 1,3 1 0,2-1 0,2 0-1,2-1 1,2-1 0,2-1 0,2 0-1,2-1 1,54 76 0,-33-63 2,3-3 0,1-2 1,3-1-1,2-3 0,2-3 0,73 46 1,-5-15-4,4-6 1,144 56 0,-62-44-3,3-9-1,324 66 1,462 2-101,-632-117-151,614-39 1,-654-16-150,-2-13 0,355-99 0,-421 70-148,-4-12 1,430-209-1,-412 150 40,-7-11 0,283-219-1,-377 240 328,-5-7-1,165-184 1,-222 204 149,-6-5 0,-6-4 0,121-213 0,-170 255 119,-5-3 0,-3-1-1,-4-2 1,-5-2 0,-4-1-1,20-133 1,-38 156-23,-2-1-1,-4 1 1,-4-1-1,-3 0 1,-3 0-1,-3 1 1,-4 0 0,-2 1-1,-29-76 1,17 79-5,-2 1 0,-3 1 0,-4 2 0,-2 2 0,-3 1 0,-51-58 1,31 50 14,-4 3 0,-3 3 1,-3 3-1,-104-72 0,65 63 33,-4 4 0,-196-85 0,147 88 2,-248-64 0,121 63-51,-2 13 0,-588-30 1,412 79-1333,-541 66 1,448 10-1795,196-6-2018,110-11-1599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6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2712 11549,'-24'8'776,"19"-5"-531,0-1 0,0 0 0,0-1 0,0 1 0,0-1 0,0 0 0,-1-1 0,1 1-1,0-1 1,-1 0 0,1 0 0,0 0 0,-1-1 0,-6-2 0,-5 0 1012,14 3-633,-1 0 0,0-1 0,1 0 0,-1 0 0,1 0 0,-1 0 1,-3-3-1,6 4-565,1 0 0,0 0 0,0-1 1,-1 1-1,1 0 0,0 0 1,0-1-1,0 1 0,-1 0 1,1 0-1,0-1 0,0 1 0,0 0 1,0-1-1,0 1 0,0 0 1,-1-1-1,1 1 0,0 0 1,0-1-1,0 1 0,0 0 0,0-1 1,0 1-1,0 0 0,0-1 1,1 1-1,-1 0 0,0 0 0,0-1 1,0 0-1,16-14 246,41-22 494,3 2 1,110-45-1,-98 47-620,575-235-945,-180 79-247,102-66-707,574-353 1,-1024 537 1427,458-287-1002,-443 266-144,-4-7 0,133-130 0,-207 171-1914,91-120 0,-76 76-2870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6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0 155 4028,'137'-109'-1176,"-61"64"340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8:37.1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 8501,'-16'5'1000,"3"4"-652,35-15-7213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27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742 82 7473,'2'-36'3655,"-1"32"-1942,-1 0 7,0-31 1620,-3 32-368,-12 8-2511,8-2-339,1 1 1,0 0-1,0 1 0,0 0 1,1-1-1,-1 2 1,1-1-1,0 1 0,-5 7 1,-41 68 1042,22-32-417,-350 640 3306,331-592-3693,-64 187 0,101-245-322,1 1 0,1 0 0,3 0 0,1 1 0,2-1 0,1 1 0,3 0 1,6 44-1,-3-64-26,0 0 1,2 0-1,0-1 0,1 0 1,2 0-1,0-1 1,0 0-1,2 0 0,1-1 1,0-1-1,1 0 1,0 0-1,2-1 1,27 23-1,-17-19-154,0-2 0,1-1-1,1-1 1,1-1 0,0-1 0,1-2 0,0-1-1,1-1 1,45 9 0,-15-9-604,1-2 0,0-3 0,0-3 0,0-2 1,101-14-1,69-32-3684,-8-26-3291,-90 21-1066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27.3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4 369 4264,'-3'-48'1385,"16"13"-317,6 7-132,3 2 48,3 3-88,10-3-160,6-2-208,7-1-116,16 3-60,9 4-72,12 2-288,7 2-244,4 4-204,5 3-252,-6 2-352,-2 6-1696,-11 0-861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27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343 0 4976,'-157'68'1351,"98"-42"1448,-65 19 0,121-44-1781,54-3 295,0-3 0,55-12-1,2-1-725,523-25-1597,-372 32-2914,-128 5 47,-1 5-1796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28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45 301 4868,'-44'0'2885,"55"-29"518,-5 15-2644,0 1 0,1 0 0,0 0 0,1 1 0,0 0 0,15-17 0,-20 26-658,1-1 0,-1 0 0,1 1 0,0 0 0,0-1 0,1 2 0,-1-1 1,1 0-1,-1 1 0,1 0 0,0 0 0,9-2 0,-13 5-79,0 0-1,0 0 1,0 0 0,-1 0-1,1 0 1,0 0 0,-1 0-1,1 0 1,-1 1 0,1-1-1,-1 0 1,1 0 0,-1 1-1,0 0 1,1-1 15,1 11-2,0 0-1,-1 0 1,0 0 0,-1 0 0,0-1-1,-1 1 1,0 0 0,-4 15-1,1-2-15,-11 65 210,10-65-205,0 1 1,2 0 0,1 0 0,1 26-1,1-45-14,1 1-1,0-1 0,0 0 0,1 0 1,0 0-1,0 0 0,0 0 0,1 0 0,1 0 1,-1-1-1,6 8 0,-8-13-6,0 0-1,0-1 1,0 1 0,0-1 0,0 1-1,0-1 1,1 0 0,-1 1-1,0-1 1,0 0 0,0 0-1,0 0 1,1 0 0,-1 0 0,0 0-1,0 0 1,0 0 0,3-1-1,-1 1 10,4-1-6,1 1 0,-1-1 1,0-1-1,0 1 0,-1-1 1,1-1-1,0 1 0,-1-1 0,1 0 1,-1-1-1,0 1 0,9-8 1,9-7 42,34-33 0,11-24 44,18-17-266,-77 83 177,0 0 0,0 1 0,1 1 0,0 0-1,1 0 1,-1 1 0,16-5 0,-15 7-2,1 1-1,0 0 1,0 1 0,0 0-1,0 1 1,0 1 0,0 0-1,0 1 1,0 0 0,0 1-1,18 5 1,11 5 27,-2 3-1,45 21 0,-36-14-25,-37-17 7,30 14-129,1-2 0,0-1 0,87 17 0,-109-29 55,0-2 1,-1-1-1,1-1 0,0 0 0,0-1 1,36-8-1,-41 5 48,0-1 1,-1 0 0,0-1-1,0-1 1,0 0 0,-1-1-1,0-1 1,0 0-1,14-13 1,-6 0-7,-1-2 1,0 0-1,-2-1 1,-1-1-1,25-46 1,12-17 305,17-11 359,-71 100-617,0 0 1,0 1-1,0-1 1,0 0-1,0 1 0,0-1 1,1 1-1,-1-1 0,0 1 1,0 0-1,0 0 1,-1-1-1,1 1 0,0 0 1,1 2-1,-1-3-1,1 2 5,1 1 0,0 0-1,0 0 1,-1 1 0,0-1 0,0 0 0,0 1 0,0-1 0,0 1 0,-1 0 0,1 0-1,-1-1 1,1 6 0,6 55 146,-7-47-92,0 46 59,-12 116 0,5-131-955,3 0 0,1 0 0,2 0 0,12 79 0,-10-115 238,0 0 0,2 0 1,-1-1-1,1 1 0,1-1 0,10 19 0,15 5-4764,-13-18 1353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0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1 213 4336,'12'2'538,"1"0"1,-1 0-1,1-1 0,23-2 0,33 4 672,59 24-180,-114-23-938,-1 1 1,1 0-1,-1 1 0,0 0 0,-1 1 0,1 1 1,10 8-1,-19-11-57,1 0 1,-2 0-1,1 0 0,-1 0 1,1 1-1,-1 0 0,-1-1 1,1 1-1,-1 0 0,0 0 1,-1 0-1,1 1 0,-1-1 1,0 0-1,-1 1 1,0 8-1,3 7 61,-3-21-88,2 1-1,-1 0 1,0-1-1,0 1 0,0-1 1,1 0-1,-1 1 1,1-1-1,-1 0 0,1 0 1,-1 0-1,1 0 1,0 0-1,-1 0 1,1-1-1,4 2 0,2-1 8,1 0 0,0-1 0,0 0 0,0 0 0,0-1 0,0 0 0,-1-1 0,1 0 0,16-6-1,75-36 66,-41 13-37,-2-2 0,82-65 0,89-96 469,-184 151 341,-42 43-777,0 0 0,0 0 0,-1 0 0,1 0 0,0 0 0,0 0 0,-1 1 0,1-1 1,0 1-1,-1-1 0,1 1 0,-1 0 0,1-1 0,-1 1 0,1 0 0,-1 0 0,1 0 0,1 2 0,0 2 31,0 1 0,0-1 0,-1 0 1,0 1-1,0 0 0,0-1 0,-1 1 0,0 0 0,1 9 1,1 1 43,6 42 478,2 92 0,-10-95-698,4 0 0,16 81 0,-16-95-403,-4-31 319,-1-1 0,2 1 0,-1-1 0,2 0 0,-1 0 0,5 12 0,-6-20 118,0 1 0,0-1 0,0 1 0,0-1 0,0 0 0,0 0 0,0 1 0,0-1 0,0 0 0,0 0 0,1 0 0,-1 0 0,1 0 0,-1-1 0,0 1 0,4 1 0,-2-2-8,-1 1 1,1-1-1,-1 0 0,1 0 1,0 0-1,-1 0 0,1-1 1,-1 1-1,1-1 0,0 0 1,-1 1-1,0-1 0,5-2 1,10-7-168,-1 0 1,-1-1 0,0-1-1,21-21 1,-1 2 57,-35 31 150,16-13-167,0 0 1,27-16-1,-42 29 173,-1-1 0,1 1 0,0 0 0,-1 0 0,1 0 0,0-1 0,-1 1 0,1 0 0,0 0 0,-1 0 0,1 0 0,0 0 0,-1 0 0,1 0 0,0 0 0,-1 1 0,1-1 0,0 0 0,-1 0 0,1 0 0,-1 1 0,1-1 0,0 0 0,-1 1 0,1-1 0,-1 0 0,1 1 0,-1-1 0,1 1 0,-1-1 0,1 1 0,-1-1 0,0 1 0,1-1 0,0 2 0,8 20 26,-8-21-25,3 10-5,1 1-1,0-1 1,1-1-1,0 1 1,1-1-1,0 0 1,1-1 0,0 0-1,1 0 1,-1 0-1,2-1 1,-1-1-1,1 0 1,0 0 0,1 0-1,-1-2 1,1 1-1,0-1 1,1-1-1,22 6 1,-20-6-6,-1-1 0,1-1 0,0 0 0,0 0 0,0-2-1,-1 0 1,1 0 0,0-1 0,0-1 0,0 0 0,-1-1 0,1-1 0,-1 0 0,0-1 0,0 0 0,0-1 0,-1 0-1,13-9 1,25-24 356,-30 22-307,2 1 0,0 1-1,0 0 1,30-12 0,-30 18-95,0-1 1,-1-1 0,0-1-1,-1-1 1,0-1 0,-1 0-1,31-31 1,4-11 73,-53 55-8,0 0 0,0 0 0,0 0 0,0 0 0,0 0 0,0 0 1,0 0-1,0 0 0,0 0 0,1 1 0,-1-1 0,0 1 0,1-1 0,-1 1 0,0-1 0,1 1 0,-1 0 0,0-1 0,1 1 0,-1 0 0,1 0 0,-1 0 0,0 0 1,1 1-1,-1-1 0,3 1 0,1 1 25,0 0 0,0 0 0,0 1 0,0 0 0,0 0 0,4 4 0,211 145 372,-206-142-392,1-1 0,0-1-1,0 0 1,1-1 0,-1-1-1,33 8 1,-46-13-14,1 1-1,0-1 1,-1 0 0,1 1-1,-1-1 1,0 1 0,0 0-1,1 0 1,-1 0 0,0 0-1,-1 0 1,4 5 0,-3-5-1,1 3-3,0 0 0,0 0-1,0 1 1,-1-1 0,0 1-1,0-1 1,0 1 0,-1 0-1,1 0 1,-1 0 0,-1 0 0,1 0-1,-1-1 1,0 1 0,-1 0-1,-1 11 1,-2 1-7,0 0 0,-1 0 0,-1-1 0,-10 21 0,-9 12-88,-2-1-1,-63 86 1,-86 81-307,78-100 277,-90 114 267,157-193 504,29-34-355,17-20 315,18-28-279,27-48 0,10-16-767,-29 55-117,1 1 0,3 2 0,79-69-1,-85 88 218,2 2-1,1 1 1,1 2-1,1 2 1,67-27 0,258-63-1042,-349 110 1355,-16 5-35,0-1-102,31-10 401,-35 45 235,1-32-466,0-1 0,0 1 0,1 0-1,-1-1 1,0 1 0,1-1 0,0 1 0,-1-1 0,1 0-1,0 0 1,0 0 0,0 0 0,0 0 0,0 0 0,0 0-1,2 0 1,-2 0-13,11 3 23,0 0 0,1-1 1,-1 0-1,1-1 0,0-1 1,-1 0-1,1 0 1,0-2-1,0 0 0,24-5 1,-16 2-12,-1-1 0,-1-1 0,1-2 0,-1 0 0,-1 0 0,25-16 1,-25 11 75,0-1 1,25-25-1,-5 4 269,-32 29-228,-1-1 1,0-1-1,0 1 1,0-1 0,-1 0-1,0 0 1,-1-1 0,0 0-1,5-15 1,3-4 702,-12 27-805,1 0-1,0-1 1,0 1-1,0 0 1,0 0-1,0 0 1,0 0-1,0-1 1,0 1-1,0 1 1,0-1-1,1 0 1,-1 0-1,0 0 1,1 1-1,-1-1 1,1 0-1,-1 1 1,1 0-1,-1-1 1,1 1-1,-1 0 1,3-1-1,35 4 134,-34-2-111,79 14 108,93 11 127,-152-24-251,-1-1 0,1-1 0,0-2 1,0 0-1,29-8 0,-39 6-23,-2-2 1,1 0-1,-1 0 0,0-1 0,0-1 0,15-12 1,-25 18 37,-16-16 36,9 16-53,1-1 0,-1 1-1,0 0 1,0 0 0,0 1-1,0-1 1,0 1 0,-1 0-1,1 0 1,0 0 0,-9 0-1,4 1-1,1 1 1,-1 0-1,1 0 0,-1 0 0,1 1 1,-13 5-1,11-3-8,1 0 0,0 1 0,0 0 0,0 0 0,0 1 0,-12 11 0,18-15-12,0 1 1,1-1 0,-1 1-1,1-1 1,0 1-1,-1 0 1,1 0-1,0 0 1,1 0 0,-1 0-1,1 0 1,-1 1-1,1-1 1,0 0 0,0 1-1,0-1 1,1 1-1,-1-1 1,1 1-1,0 0 1,0-1 0,0 1-1,0-1 1,1 1-1,0 3 1,2-1-4,-1-1 1,1 1-1,0 0 0,0-1 1,0 0-1,1 0 0,0 0 0,0 0 1,0 0-1,0-1 0,8 6 1,-2-3-40,0 0 0,0-1 0,0-1 0,1 0 1,18 7-1,2-4-60,1 0 0,0-2 1,50 3-1,-31-5 51,0-3 0,57-6-1,-86 3 40,1-2 0,-1 0-1,0-1 1,0-1 0,-1-1-1,1-1 1,23-13 0,-34 14 4,-1 0 0,0-1 0,0 0 1,-1 0-1,0-1 0,0-1 1,-1 1-1,0-1 0,-1-1 0,0 0 1,-1 0-1,0 0 0,6-15 1,-4 5-14,-2 0 0,0 0 0,0-1 1,-2 1-1,-1-1 0,1-42 1,-16-23 53,17 88-56,165 53 60,-150-49-3,1-1 1,-1-1-1,1-1 0,0-1 1,35-2-1,-27 0 103,55 6 0,-76-4-122,0 1 0,0 0-1,0 1 1,0-1 0,0 2-1,0-1 1,-1 1 0,1 0 0,-1 1-1,0 0 1,-1 0 0,1 0-1,-1 1 1,0 0 0,0 0-1,-1 0 1,1 1 0,-2 0 0,1 0-1,-1 0 1,0 1 0,0-1-1,-1 1 1,0 0 0,0 0-1,-1 0 1,0 0 0,-1 1 0,0-1-1,1 13 1,-3-10 0,0 1-1,-1 0 1,0-1-1,-1 0 1,0 0 0,-1 1-1,0-2 1,-8 16-1,-21 29-1680,-6-6-4164,23-32 1759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0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 9245,'11'-4'286,"1"-1"98,0 1 0,0 0 0,0 1 1,1 0-1,-1 1 0,1 1 0,-1 0 0,17 0 1,461 64 5573,-159-16-5093,466 30-2243,0-55-5004,-567-38 1611,-133 5 474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0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946 94 7573,'12'-47'2127,"-11"44"-1823,-1 1 0,1 0 1,0-1-1,0 1 0,0 0 0,1-1 0,-1 1 0,0 0 0,1 0 0,-1 0 1,1 0-1,0 0 0,0 0 0,0 1 0,0-1 0,0 1 0,0-1 0,0 1 1,0 0-1,1-1 0,-1 1 0,0 1 0,1-1 0,-1 0 0,1 0 0,3 0 1,-2 1-107,0 0 0,0 0 0,0 0 1,0 1-1,0-1 0,0 1 0,0 0 1,0 0-1,0 0 0,0 1 0,0-1 1,-1 1-1,7 3 0,-4-1-48,-1 0 0,1 0-1,-1 1 1,7 8 0,31 48 611,-24-32-486,2 2 30,-1 2-1,-1 0 0,-3 1 1,18 48-1,-23-44-195,-1 0-1,-2 1 1,-2 0-1,-1 0 1,-3 0 0,-1 1-1,-1-1 1,-3 1-1,-1-1 1,-13 56-1,7-57-117,-3-1 0,0-1 1,-3 0-1,-1-1 0,-1 0 0,-2-2 0,-26 34 0,6-15-294,-3-1 0,-2-2 0,-68 57 1,-352 235-4132,409-304 2546,-2-3 0,-108 46 0,139-72 15,1 0 1,-33 4-1,15-4-3333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0.9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26 7181,'-42'0'4080,"36"-14"-2312,3 3 3633,25 11-5285,-3 0-708,16 5-900,-7 1-661,14 3-1967,21 5-3085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2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761 3 6765,'15'-3'5353,"-14"7"-3780,0 8-972,-1-1 1,0 1-1,-1 0 0,0-1 0,-1 1 0,0-1 1,-1 1-1,0-1 0,-1 0 0,-5 12 1,-134 303 4521,-90 157-2981,163-340-1752,-1 11-1408,-62 192 0,39 2-8756,86-299 4615,9-5-2848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2.6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35 135 7349,'37'-20'623,"-8"4"133,0 1 1,1 2-1,34-11 1,-13 11 517,1 2 1,0 2 0,70-2 0,161 8 1555,-247 4-2610,40 1 406,108 16-1,-154-13-513,0 1 0,0 2 0,-1 0 0,0 3 0,-1 0 0,41 23 0,-59-28-94,-2-1-1,1 2 1,0-1 0,-1 1 0,-1 1-1,1-1 1,-1 2 0,0-1-1,-1 0 1,0 1 0,0 0 0,-1 1-1,0-1 1,-1 1 0,0 0 0,0 0-1,-1 1 1,-1-1 0,3 16-1,-4-11-68,0 1 0,-2-1-1,0 0 1,0 0 0,-1 0-1,-1 0 1,-1 0-1,0 0 1,-1 0 0,0-1-1,-1 0 1,-1 0 0,-9 14-1,-21 28-437,-3-3 0,-1-1-1,-3-2 1,-2-2 0,-65 51 0,-277 187-2773,333-249 2811,-163 103-1086,170-113 1157,-1-2 1,-87 32 0,124-54 332,1 0 1,-1 0 0,1-1 0,-1 0-1,0-1 1,-15 0 0,23-1 172,0 0 0,0-1 0,1 1 1,-1-1-1,0 0 0,0 0 0,1 0 0,-1 0 1,0 0-1,1-1 0,0 0 0,-1 0 1,1 0-1,0 0 0,0 0 0,0-1 0,0 1 1,0-1-1,0 0 0,1 0 0,-4-5 1,-1-14 2513,6 17-1320,5 14-206,10 28-414,2 0-1,1-2 1,2 0 0,2 0 0,27 34-1,135 150-383,-182-219-316,219 224-3362,-65-82-5802,-97-90 1139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2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173 419 6537,'20'-5'901,"0"-1"1,0 0 0,0-2 0,-1 0 0,0-1 0,23-15 0,-23 14-423,20-11 331,-1-2 1,0-2-1,45-39 1,-78 59-763,0 0 0,0 0 0,-1-1 1,0 1-1,0-1 0,0 0 0,-1 0 1,1 0-1,1-7 0,-4 10-39,0 0 1,0 0-1,0 0 0,-1 0 1,1 0-1,-1 0 1,0 0-1,1 0 0,-2 0 1,1 0-1,0 0 1,0 0-1,-1 0 0,0 0 1,0 0-1,0 0 1,0 0-1,0 1 0,0-1 1,-1 0-1,1 1 0,-1-1 1,-2-3-1,-4-1 60,1 0-1,-1 0 0,0 1 1,-1 0-1,0 0 0,1 1 1,-2 0-1,1 1 0,-1 0 1,1 0-1,-1 1 0,0 1 1,0-1-1,0 2 0,-1-1 1,1 1-1,0 1 0,-1 0 1,1 0-1,-11 2 0,-7 2 192,0 1 0,0 1-1,1 2 1,0 0 0,1 2-1,-32 16 1,47-20-169,0-1 0,0 2-1,1 0 1,0 0 0,0 1-1,1 0 1,0 1 0,0 0-1,1 0 1,0 1 0,1 0-1,-10 17 1,13-20-58,1 1 0,0 0 0,0 0 0,1 0 0,0 0 0,0 0 0,1 0 0,0 0 0,0 1 0,1-1 0,0 1 0,1-1 0,0 0 0,0 0 0,1 1-1,0-1 1,0 0 0,1 0 0,5 10 0,5 7-214,1-1-1,2-1 0,0 0 0,1-2 1,1 0-1,1 0 0,1-2 0,1 0 1,1-2-1,43 28 0,-6-10-2309,2-3 0,1-2 0,80 26 0,-34-18-4931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3.3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441 128 6897,'-2'-1'113,"1"0"0,0 0-1,0 0 1,-1 0 0,1 0 0,0-1 0,0 1 0,0 0 0,0 0 0,0-1 0,0 1 0,1-1 0,-1 1 0,0-1 0,1 1 0,-1-1 0,1 1 0,0-1 0,-1 0-1,1 1 1,0-4 0,1 2 152,0 1 1,0-1-1,1 0 0,0 1 0,-1-1 0,1 1 0,0-1 0,0 1 1,0 0-1,3-3 0,-4 4-146,-1 1-1,0-1 1,1 0 0,-1 0-1,1 0 1,-1 0 0,0 0 0,0 0-1,0 0 1,1 0 0,-1 0-1,0 0 1,0 0 0,0 0 0,-1 0-1,1 0 1,0 0 0,0 0 0,0 0-1,-1 0 1,1 0 0,-1-1-1,0 0 285,1-1-149,-1 1-1,1 0 1,-1 1-1,0-1 0,0 0 1,0 0-1,0 0 1,0 0-1,0 1 1,0-1-1,-1 0 0,1 1 1,0-1-1,-1 1 1,1-1-1,-1 1 0,0 0 1,0 0-1,-2-2 1,-2-1-430,-2 3 717,-9 8-351,0 1 0,0 0 0,1 1 0,0 0 0,1 2 0,0 0 0,0 0 0,1 2 0,1-1-1,-20 25 1,2 1 30,2 2-1,-47 83 1,64-99-176,0 1 0,1 0 0,2 1 0,0 0 0,2 0 0,1 1 0,1 0 0,1 0 0,0 31 0,4-40-163,0 0 1,2-1-1,0 1 0,1-1 1,1 1-1,0-1 0,2 0 1,0-1-1,0 1 1,2-1-1,0-1 0,1 1 1,0-1-1,1-1 0,15 17 1,-14-18-382,1 0 1,1-1 0,0 0-1,0-1 1,1 0-1,1-1 1,0-1 0,0 0-1,1-1 1,0 0 0,23 6-1,-24-10-364,0-1 0,0 0 0,24 0 0,-32-3 327,0 0 0,0 0 0,1-1 0,-1 0 0,0 0 0,0-1 0,0 0 0,0 0 0,0-1 0,8-4 0,24-17-3278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4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95 5629,'-18'15'12499,"22"-18"-12393,0-1 0,1 1 1,-1 0-1,1 0 0,-1 0 0,1 0 1,0 1-1,0 0 0,0 0 1,0 1-1,1-1 0,6 0 1,35-14 145,11-12-29,-46 22-159,-9 5-59,-1 0 1,0-1 0,1 1 0,-1-1 0,0 0 0,0 0 0,0 0 0,3-4 0,1 1 0,-3 3 17,-8 2 24,-4 0-41,0 1 0,0 0-1,0 0 1,1 1 0,-1 1 0,0-1 0,1 1 0,-1 1 0,1 0-1,0 0 1,0 0 0,1 1 0,-1 0 0,-7 7 0,-4 6 13,0 1 0,1 1 0,-26 35 0,40-48-20,0 0 0,0 1 0,1-1 1,0 1-1,0 0 0,0 0 0,1 0 0,1 0 0,-1 0 0,1 0 1,1 0-1,-1 1 0,1-1 0,1 0 0,-1 0 0,2 1 1,-1-1-1,1 0 0,0 0 0,1 0 0,0-1 0,0 1 1,0 0-1,1-1 0,0 0 0,1 0 0,0 0 0,0-1 1,0 1-1,9 7 0,-1-4 1,0-1 1,0 0-1,1-1 1,0 0 0,0-1-1,1-1 1,0 0-1,0-1 1,1 0-1,-1-2 1,1 0-1,0 0 1,0-1-1,0-1 1,25-2 0,-23-1-5,-1 0 0,0-1 1,0 0-1,-1-1 0,1-2 1,-1 1-1,0-2 0,0 0 1,-1-1-1,0 0 0,0-2 1,-1 1-1,0-2 1,16-14-1,94-116-39,-95 104 21,2 1 0,1 2 0,2 1 0,55-43-1,-86 74 21,-1 1-1,0-1 1,1 0-1,0 1 0,-1-1 1,1 1-1,0 0 0,0 0 1,0 0-1,0 0 1,0 1-1,0-1 0,0 1 1,0 0-1,0 0 0,0 0 1,0 0-1,0 0 0,0 0 1,0 1-1,0 0 1,2 1-1,-2-1 0,0 1 0,0 0 0,-1 0 0,1 0 1,-1 0-1,0 1 0,0-1 0,1 1 0,-2-1 0,1 1 0,0 0 0,0 0 1,-1 0-1,0 0 0,1 0 0,-1 0 0,0 0 0,-1 0 0,2 4 1,-1 4-8,0 0 1,-1 0 0,0 0 0,0 0 0,-1 0 0,-1 0 0,0 0 0,0 0-1,-1-1 1,0 1 0,-8 14 0,-7 16-41,-36 56 1,35-65 31,-4 4 85,2 2 0,-28 69 0,48-104-62,0 0 0,0 1 0,0-1 0,0 1 0,0-1 0,1 1 0,0 0 0,-1-1 0,1 1 1,1 0-1,-1-1 0,1 1 0,-1-1 0,1 1 0,0-1 0,0 1 0,0-1 0,3 6 0,-1-5 0,0-1 0,0 1 0,0 0-1,0-1 1,1 0 0,0 0 0,-1 0 0,1 0 0,0 0 0,0-1 0,1 0 0,6 3 0,4 0-3,1 0 1,0-1-1,0-1 1,1 0-1,-1-1 1,1-1 0,16-1-1,-8-1-28,0-2-1,-1 0 0,0-2 1,1-1-1,-2 0 0,1-2 1,-1-1-1,0-1 1,-1 0-1,0-2 0,-1-1 1,21-16-1,-3-2-89,-2-2 0,-1-1 0,-2-2 0,-1-1 0,30-45-1,-8 2 9,-34 46 65,2 2 1,1 0-1,1 1 0,38-34 0,-61 63 44,0-1-1,1 1 1,-1 0 0,1 1 0,-1-1 0,1 0 0,-1 1-1,1 0 1,0-1 0,0 1 0,-1 0 0,1 0 0,0 1 0,0-1-1,0 1 1,0-1 0,0 1 0,0 0 0,0 0 0,0 0-1,0 1 1,0-1 0,0 1 0,0-1 0,0 1 0,0 0 0,0 0-1,0 0 1,-1 1 0,6 2 0,-3 0 5,-1 0 0,0 1 0,0-1 0,0 0 0,-1 1 0,1 0 0,-1 0 0,0 0 0,-1 0 0,1 1 0,-1-1 0,0 1 0,-1-1 0,1 1 0,0 7 0,1 10 13,-2-1 0,0 0-1,-2 0 1,0 1 0,-2-1-1,0 0 1,-1 0 0,-2-1-1,0 1 1,-1-1-1,-17 34 1,-8 7 22,-3-1 1,-58 76-1,90-134-39,1 1 1,-1-1-1,1 1 1,0-1-1,0 1 1,0 0-1,0 0 1,1 0-1,-1 0 1,1 0-1,0 0 1,0 0-1,0 0 1,1 1-1,0-1 1,0 0-1,0 0 1,1 8-1,-1-12-2,0 0-1,0 0 1,0 1 0,0-1-1,0 0 1,0 0 0,0 0-1,0 0 1,0 0 0,0 0-1,0 1 1,0-1 0,0 0-1,0 0 1,1 0 0,-1 0-1,0 0 1,0 0 0,0 0-1,0 1 1,0-1 0,0 0-1,0 0 1,0 0 0,1 0-1,-1 0 1,0 0 0,0 0-1,0 0 1,0 0 0,0 0-1,0 0 1,1 0 0,-1 0-1,0 0 1,0 0 0,0 0-1,0 0 1,0 0 0,1 0-1,-1 0 1,0 0-1,0 0 1,0 0 0,0 0-1,0 0 1,0 0 0,1 0-1,32-2-6,0 0-1,-1-3 0,1-1 0,-1-1 0,52-19 0,156-76-123,-127 50 43,-70 32 151,-28 12-15,0 1 1,0 0-1,1 1 1,-1 1-1,27-5 1,-41 10-38,1 0 1,0 0-1,0 0 1,-1 1-1,1-1 1,0 0 0,-1 1-1,1-1 1,0 1-1,-1 0 1,1 0-1,-1-1 1,1 1-1,-1 0 1,1 0-1,-1 0 1,0 1 0,1-1-1,-1 0 1,0 0-1,0 1 1,0-1-1,0 1 1,0-1-1,0 1 1,0-1-1,-1 1 1,1-1 0,0 1-1,-1 0 1,0 0-1,1-1 1,-1 4-1,2 5-22,0 0 0,-1 1 0,-1-1 0,0 12 0,-14 94-620,6-40-1482,1 15-4898,9-50 37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4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169 149 4648,'-26'40'1246,"18"-27"-427,0-1 1,-1 1-1,-19 20 0,20-24-221,0 0-1,1 1 1,0-1 0,1 2-1,0-1 1,0 1 0,1-1-1,-5 17 1,3-7 37,2 1-1,0-1 1,1 1 0,-1 21 0,5-28-416,0 1 0,1 0 1,0 0-1,2 0 0,-1-1 0,2 1 1,0-1-1,0 0 0,2 0 1,0 0-1,0-1 0,1 0 1,17 23-1,-7-13-78,1-1 0,1-1 0,2-1 0,0-1 0,0-1 0,34 21 0,-45-33-104,0 0 0,0-1 0,1 0 0,0-1 0,0-1 0,0 0 0,22 4 0,-26-6-28,-1 0 0,1-1 0,-1 1 1,1-2-1,0 1 0,-1 0 0,1-1 0,-1-1 1,1 1-1,-1-1 0,0 0 0,0 0 0,1-1 1,-1 0-1,8-5 0,-7 2-28,1 0 0,-1 0 1,-1-1-1,1 0 0,-1 0 0,-1-1 1,1 1-1,-1-1 0,0 0 0,-1-1 0,0 1 1,-1-1-1,1 0 0,-2 0 0,1 0 1,-1 0-1,1-11 0,2-51-838,-4 1-1,-8-84 1,0-19-625,18 38 571,-7 107 756,-4 23 140,1 0 0,0 0 0,0 0 0,0 0 0,1 1 0,-1-1 1,1 0-1,1 1 0,-1 0 0,0-1 0,1 1 0,0 0 1,0 0-1,0 0 0,1 1 0,-1-1 0,1 1 0,0 0 1,0 0-1,0 0 0,0 0 0,0 1 0,1 0 0,-1-1 0,1 2 1,0-1-1,-1 0 0,1 1 0,0 0 0,0 0 0,9 0 1,4 0-10,0 1 0,0 1 0,-1 0 0,1 2 0,0 0 0,-1 0 0,28 11 0,14 9-339,-1 3-1,-1 2 1,-1 3-1,-2 2 1,-1 2-1,57 50 1,-73-54-414,90 68-1878,-105-84 1575,1-1 1,1-1 0,0-1-1,27 10 1,-13-11-663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4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3264,'2'0'75,"0"0"-1,0 0 1,1 0-1,-1 0 1,0 1-1,0-1 1,1 1-1,-1-1 0,0 1 1,0 0-1,0 0 1,0 0-1,0 0 1,0 0-1,0 0 1,0 1-1,-1-1 1,1 1-1,0-1 1,-1 1-1,1 0 1,-1-1-1,0 1 0,1 0 1,-1 0-1,0 0 1,0 0-1,1 2 1,-1-1 88,1 0 0,0 0 0,0 0 0,0 0 1,0-1-1,1 1 0,-1-1 0,1 1 0,0-1 0,2 2 1,4 3 88,22 17 40,0-2 0,2-1 1,0-2-1,61 26 0,5 3-1141,-95-46 534,0 0-1,0 0 0,0 0 1,0 0-1,1-1 0,-1 0 1,0 0-1,9 1 0,13 1-1942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5.7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871 1 6021,'-36'22'673,"21"-14"-137,0 1 1,1 1-1,0 0 1,-13 14-1,-168 125 6076,28-25-3806,125-87-2374,0 2 0,3 2 1,1 2-1,-37 55 0,53-66-289,2 2 0,1 0 0,1 1 1,2 1-1,2 1 0,-19 72 0,29-86-111,1 0 1,1 0-1,1 0 0,2 0 0,0 0 0,1 0 0,1 0 1,1 0-1,1 0 0,1-1 0,1 0 0,1 0 0,1-1 0,1 0 1,1-1-1,0 0 0,2 0 0,0-1 0,1-1 0,1 0 1,1-1-1,0-1 0,1-1 0,1 0 0,1-1 0,28 17 0,-8-8-4,1-3 1,1-1-1,1-1 0,47 12 0,-58-22-3,1-1 1,0-1 0,0-1 0,0-2 0,0-2-1,47-3 1,-61 0-27,0-1 1,0 0-1,-1-1 0,1-2 0,-1 1 1,31-17-1,-42 20 2,-1-1 0,0-1-1,-1 1 1,1-1 0,-1 0 0,0 0 0,0 0 0,0 0 0,0-1 0,-1 0-1,4-5 1,-5 7 6,-1-1-1,0 1 0,1-1 1,-1 0-1,-1 0 0,1 0 1,0 0-1,-1 1 0,0-1 1,0 0-1,0 0 0,0 0 1,-1 0-1,1 0 0,-1 0 1,0 1-1,0-1 0,-2-4 0,-4-6-10,0 1 0,0-1-1,-1 2 1,-1-1 0,0 1-1,-1 0 1,0 1 0,-1 0-1,-14-11 1,-12-7-95,-68-42 1,40 34-813,-137-56 0,16 32-5357,169 56 1634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6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785 43 7517,'0'-4'264,"0"2"-18,1-1-1,-1 1 0,0 0 1,0-1-1,-1 1 0,1-1 1,-1 1-1,1 0 1,-1-1-1,1 1 0,-1 0 1,0 0-1,-4-7 6810,-13 34-4989,16-16-1917,0-1 0,1 1 0,0 1 0,1-1 0,-1 0 0,2 0 0,0 0 0,2 12 0,0 15 37,-2 14-99,-2 0-1,-3 0 0,-2-1 1,-1 0-1,-3 0 0,-3-1 0,-1 0 1,-25 56-1,22-71-282,-1-1 0,-1-1 0,-2 0 0,-1-2 0,-1 0 1,-2-2-1,-41 37 0,8-17-1610,-1-1 1,-110 62 0,48-48-4519,74-39 219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6.2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37 7305,'140'-25'1132,"-93"19"-212,1 3-212,-4 0-152,1 3-124,9 3-100,0 3-160,9 14-628,4 0-764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6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1 9337,'-40'0'1773,"39"0"-1677,0 0 0,0 0 0,0 0 0,0 0 1,0 0-1,0 0 0,0 0 0,-1 0 0,1 1 1,0-1-1,0 0 0,0 1 0,0-1 0,0 1 1,1-1-1,-1 1 0,0 0 0,0-1 0,0 1 1,0 0-1,1 0 0,-1-1 0,-1 2 0,-1 2 286,-6 3-29,0 0 1,1 1-1,0 0 0,0 0 0,1 0 1,0 1-1,0 0 0,1 1 1,0 0-1,1 0 0,0 0 0,-4 14 1,6-13-295,0 0 1,1-1 0,1 1-1,0 0 1,0 0 0,1 0 0,1 0-1,0 0 1,0 0 0,1-1-1,1 1 1,-1-1 0,2 1-1,-1-1 1,2 0 0,-1 0-1,1 0 1,1-1 0,9 14-1,-1-6-26,1-1 0,1 0-1,0-1 1,1-1-1,0-1 1,1 0 0,1-1-1,0-1 1,30 13-1,-43-22-25,1 0-1,-1 0 1,1 0-1,-1-1 0,1 0 1,-1 0-1,1 0 0,0-1 1,0 0-1,-1 0 0,11-3 1,1 0 1,0-2 0,30-12 0,-23 5-24,-1-1-1,0-1 0,-1-1 1,0-1-1,33-32 1,8-5-50,70-57 93,15-12-101,-148 120 73,1 1 0,-1-1 0,1 1-1,-1 0 1,1 0 0,-1 0 0,1 0 0,0 0-1,-1 0 1,1 1 0,0-1 0,0 0-1,0 1 1,0 0 0,0-1 0,-1 1 0,1 0-1,0 0 1,0 0 0,0 0 0,0 0 0,0 0-1,0 1 1,0-1 0,0 1 0,-1-1 0,1 1-1,0 0 1,0 0 0,-1-1 0,1 1 0,0 0-1,-1 1 1,1-1 0,-1 0 0,1 0 0,1 2-1,2 5 6,0 1 0,0-1 0,0 1 0,-1 0 0,-1 0 0,4 10 0,7 16-24,2-10 23,1 0-1,2-1 0,31 32 1,-18-21-12,-6-8-42,1-1 1,1-1-1,2-2 0,44 28 1,140 66-645,-152-86 336,1-3-1,1-3 0,2-3 0,0-2 0,2-4 0,104 13 0,-154-28 240,-1-1-1,1-1 1,0 0-1,-1-1 1,1-1-1,-1-1 0,28-9 1,7-7-722,54-31-1,46-17-704,-81 45 1019,1 4-1,1 3 1,0 2 0,144-6 0,-169 19 434,19-3-63,0 3 1,1 3-1,100 17 0,-158-17 58,0 0 0,0 1-1,0 1 1,-1-1 0,0 1-1,1 1 1,-2 0 0,1 0-1,14 11 1,-22-14-58,-1-1 0,1 0 0,-1 0 0,1 0 0,-1 0 0,1 0-1,-1 1 1,1-1 0,-1 0 0,0 0 0,0 0 0,0 1 0,0-1 0,0 0 0,0 3 0,0 2-390,6 19-1155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8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864 1 6821,'-89'175'9219,"23"-37"-6289,-254 517 281,226-451-3488,-60 137-2800,54-113-4232,89-202 5848,-19 44-5612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8.6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0 172 6341,'140'-83'1640,"-64"57"-204,7 1-196,-1 8-380,-2 5 56,2 4-152,10 8-132,7 2-116,-1 10-104,4 5-164,-4 12-420,4 8-468,-7 8-312,-9 13-400,-16-1-2136,-23 11-1929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8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0 637 6481,'81'-48'2674,"2"4"0,114-45 0,214-40 338,9 28-2561,-261 64-786,171-46-2369,-116 11-3612,-131 38 689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9.3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14 4440,'-6'0'644,"0"1"0,0 0 0,-1 0 0,1 1 0,0-1 0,-6 4 0,4-2 3060,-6 9-2695,9-7 1487,43-7-1987,-28 0-428,1 2 0,0-1 0,-1 1 0,1 1 0,0 0 0,11 2 0,20 11-32,-1 1 0,-1 2 0,56 33 0,-88-46-38,39 20-261,0-1 0,2-3-1,0-2 1,2-3 0,-1-1 0,64 8-1,-81-18 152,1-1 1,0-2-1,0-1 0,-1-2 0,1-1 0,-1-2 0,1-1 0,-1-1 0,-1-2 1,56-23-1,-10-7 666,-3-3 0,86-62 1,-153 98-437,0 1 0,0 0 0,1 0 1,0 1-1,0 0 0,11-3 0,-16 6-109,0 0 0,0 0 0,0 1 0,0 0 1,0 0-1,-1 0 0,1 0 0,0 1 0,0 0 0,0-1 0,0 1 0,0 1 0,-1-1 0,1 0 0,0 1 0,-1 0 0,7 4 0,19 11-18,2-1 0,-1-1 0,2-2 0,0-1 0,0-1 0,1-2 0,39 6 0,-6-5 4,2-3 1,110-3 0,-109-7 3,0-4-1,-1-3 1,73-20-1,-138 30-12,0-1 1,0 1-1,0-1 0,0 1 0,1 0 1,-1 0-1,0 1 0,0-1 0,0 0 0,0 1 1,0 0-1,0 0 0,0 0 0,0 0 0,-1 0 1,6 3-1,0 2-233,1 0 0,-1 1 0,11 11-1,10 8-1280,-16-16 931,1 1-806,1-1 0,-1 0 0,2-1 0,25 11 0,-9-8-3349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39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12053,'0'1'103,"0"0"1,1 1-1,-1-1 0,1 0 0,0 0 1,-1 1-1,1-1 0,0 0 0,0 0 1,0 0-1,0 0 0,0 0 0,0 0 1,0 0-1,0 0 0,0 0 0,0-1 1,0 1-1,1 0 0,-1-1 1,0 1-1,0-1 0,1 1 0,-1-1 1,1 0-1,1 1 0,45-1 1372,-21-1-685,75 0 926,200 7 373,386 81-772,-464-53-1109,406 60 323,432 58-183,2-48-332,-1037-102-111,167 6-441,-154-9-706,0-1 0,63-11 0,-82 5-1577,-21 7 2589,1 0 1,-1 1 0,0-1-1,0 0 1,0 0 0,0 1-1,0-1 1,0 0-1,0 0 1,0 1 0,0-1-1,0 0 1,0 0-1,0 0 1,0 1 0,0-1-1,-1 0 1,1 1 0,0-1-1,-1 0 1,0-1-1,-13-22-7894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0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526 0 8021,'-8'16'1101,"-1"-1"0,0 0-1,-1-1 1,-1 0 0,0-1 0,-1 0 0,-1-1 0,-18 15 0,7-6 509,-25 30 0,20-14-752,2 1-1,2 2 1,1 1-1,2 1 1,-18 49-1,-63 231 718,82-233-2003,3 1 1,-8 143 0,22-147-1198,5 1 0,20 157-1,19-43-2948,0-70-2620,-16-70 235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0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14 6741,'69'-5'586,"161"-3"2105,-159 10-1897,0 4 1,-1 2-1,0 4 1,0 3-1,-2 3 1,0 2-1,-1 4 1,-1 3 0,-2 2-1,67 41 1,-111-57-668,0-1 1,-1 2-1,0 1 1,-2 0-1,22 24 1,-34-34-95,-1 1 1,1 0-1,-1 1 1,-1-1-1,1 1 0,-1-1 1,0 1-1,0 0 1,1 9-1,-3-11-20,0-1 0,-1 1 0,0 0 0,0-1 0,0 1 0,0 0 0,-1-1 0,0 1 0,0 0 0,0-1 0,0 1 0,-1-1 0,0 0 0,0 1 0,-5 6 0,1-2 9,0-1 1,-1 1 0,0-2-1,-1 1 1,1-1 0,-1 0-1,-1-1 1,0 0 0,-9 5-1,-14 6 54,-47 18 0,-9-3-1,-109 25-1,-98 6-178,0 0-509,171-32-1095,-139 55-1,247-80 890,0 0-1,1 1 0,0 1 1,0 0-1,1 2 1,0-1-1,-20 19 1,4 12-6099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0.9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315 0 5609,'-10'0'676,"0"1"0,0-1 1,-1 2-1,-10 2 1,16-3-532,1 1 1,0-1 0,1 1 0,-1-1 0,0 1 0,0 1-1,1-1 1,-1 0 0,1 1 0,0 0 0,0-1 0,-6 7-1,-3 8 41,0 0-1,1 0 1,0 1-1,2 1 1,-9 21-1,7-19-378,0 1 0,-2-2 0,0 0 0,-2 0 0,0-1 0,-33 31 0,70-44 77,-5-3 121,0 0 0,0-1 0,0 0 1,20-2-1,-13 0 177,36 5 0,4 5 289,123 17 804,-138-23-1103,-1-2-1,1-1 1,0-3-1,70-12 1,-6-10 694,190-66 1,-248 73-607,0 2 0,1 2 1,1 3-1,0 3 0,0 2 0,0 2 1,103 9-1,-130-3-160,7 1 117,-1-1-1,1-2 1,0-2 0,65-9-1,-95 8-152,0 0-1,-1-1 1,1 0-1,0 0 1,-1-1-1,10-6 0,-14 9 535,-4 4-291,-110 246 1068,82-171-1797,-51 115-5501,60-144 1271,6 2-2615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1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4580,'64'54'748,"-39"-25"85,10 2-309,0 4-364,6 2-408,4 3-556,9 6-929,9 5 657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1.4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10 298 5613,'-1'-1'104,"0"0"0,0 0 1,1 0-1,-1 0 0,0 0 1,1 0-1,-1 0 1,0-1-1,1 1 0,0 0 1,-1 0-1,1 0 0,-1-1 1,1 1-1,0 0 1,0 0-1,0-1 0,0 1 1,0 0-1,0 0 0,0-1 1,0 1-1,1 0 0,-1-2 1,2-1 170,0-1 1,0 0 0,0 1-1,0 0 1,0 0-1,6-8 1,1 2 339,0 0 0,0 0 0,0 1 0,19-13 1,5 1 372,0 3 0,2 0 1,0 2-1,60-18 1,-31 16-38,120-17 0,-155 31-822,0 2-1,1 1 1,-1 1 0,0 1-1,1 2 1,-1 1 0,36 10-1,-53-11-94,1 2-1,-1-1 1,-1 2-1,1-1 1,-1 2-1,0-1 1,-1 2-1,13 10 1,-16-12-16,-1 1 1,0-1 0,0 2-1,-1-1 1,0 0 0,0 1-1,-1 0 1,0 0-1,0 0 1,-1 1 0,0-1-1,3 18 1,-4-17-10,-1 1 0,-1-1 1,0 1-1,0 0 0,-1-1 0,0 1 0,-1 0 0,0-1 1,-1 0-1,0 1 0,0-1 0,-1 0 0,0-1 0,0 1 1,-1-1-1,0 1 0,-1-1 0,-11 13 0,-7 4-96,0 0 0,-2-2 0,-53 37-1,7-12-972,-78 40 0,-3-10-3215,57-29-1371,56-28-798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1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0 185 6229,'48'-9'2896,"72"-23"1,3-1 342,-98 27-2867,24-4 584,0-2 0,80-31 0,-127 42-910,1 0 1,-1 0-1,0 0 0,0 0 0,0 0 0,0 0 1,-1-1-1,1 1 0,0-1 0,0 0 1,-1 1-1,1-1 0,1-2 0,-3 3-37,0 0-1,0 1 0,0-1 0,0 0 1,0 1-1,0-1 0,0 1 0,0-1 0,-1 0 1,1 1-1,0-1 0,0 1 0,0-1 0,-1 1 1,1-1-1,0 1 0,-1-1 0,1 1 1,0-1-1,-1 1 0,1-1 0,-1 1 0,1-1 1,-1 1-1,1 0 0,-1-1 0,1 1 1,-1 0-1,1-1 0,-1 1 0,1 0 0,-1 0 1,0 0-1,1-1 0,-1 1 0,1 0 0,-1 0 1,0 0-1,1 0 0,-1 0 0,1 0 1,-2 0-1,-10-1 87,1 0 1,-1 1-1,0 0 0,1 1 1,-1 0-1,1 1 1,-1 0-1,1 1 0,-21 8 1,10-2 91,-1 0 0,1 2 0,-36 24 1,46-27-177,1 2 0,-1-1 1,1 1-1,1 1 0,0 0 1,1 1-1,0 0 0,0 0 1,1 0-1,1 1 0,0 1 1,1-1-1,0 1 0,2 0 1,-1 0-1,1 1 0,1-1 1,1 1-1,0 0 0,1 0 1,0-1-1,2 1 0,-1 0 1,2 0-1,0 0 0,1-1 1,0 1-1,1-1 0,1 0 1,0 0-1,1 0 0,15 25 1,-5-11-750,2-2 1,1 0-1,2-1 1,0 0-1,40 34 0,-31-34-1650,2-2-1,43 26 0,11-3-4614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2.0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9225,'8'8'624,"-1"0"1,1 0 0,-1 1-1,-1 0 1,0 0-1,0 0 1,-1 1 0,0 0-1,5 13 1,59 146 3988,58 137-2531,-55-140-2239,-66-151 45,89 231-2680,-74-185 1458,37 121-6354,-41-116 589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2.1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1258 187 6689,'-1'-8'194,"0"-1"254,0 0 0,-1-1 0,0 1-1,-5-16 1,5 21-152,0 0 0,-1 0 0,1 0 0,-1 1 0,0-1 0,0 1 0,0-1 0,0 1 0,0 0 0,-1 0 0,0 0 0,1 1 0,-7-4 0,-10-4 454,0 0 1,-1 1-1,0 1 1,0 1-1,-1 1 0,0 1 1,-25-2-1,16 4-294,-1 2-1,0 1 0,0 1 1,-48 8-1,30 2-333,0 1 0,1 3 1,1 2-1,0 2 0,2 2 0,-49 29 0,56-26-683,2 1-1,1 2 1,1 1-1,-62 66 1,71-64-1491,1 2 1,2 0-1,-24 43 1,4 12-6353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2.6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2834 262 6449,'-168'-79'3535,"140"68"-2866,0 1 0,-1 1 0,1 2 0,-2 1 0,1 1 0,-1 2 0,1 1 0,-57 3 0,20 5-108,1 3-1,-124 33 1,81-8-309,2 4-1,1 5 1,3 5-1,-121 75 1,29 2-19,-186 159 0,276-200-177,4 5 0,-147 169 0,204-205-15,2 2 0,3 1-1,2 2 1,2 2 0,4 1-1,2 1 1,-22 72-1,34-77-28,2 0 0,3 1-1,2 1 1,3-1-1,3 1 1,2 0-1,3 0 1,2 0-1,22 103 1,-17-122-5,2-1 0,2 1 0,1-2 0,2 0-1,2-1 1,1-1 0,2 0 0,1-2 0,2-1 0,2 0 0,0-2 0,2-1-1,2-1 1,59 45 0,-55-51 3,1-1 0,1-2 0,1-2 0,1-1 0,0-2 0,78 20 0,-66-25-46,0-2 0,1-2 0,0-3-1,0-1 1,53-6 0,-29-5-94,0-2 1,135-39-1,-103 16-93,129-63-1,16-27-144,295-196 0,-457 260 311,-3-3 0,-3-5 0,-2-3 0,-4-3 0,-3-4 0,77-104 0,-112 126 24,-3-2 1,-2-2-1,-3-1 1,33-88-1,-47 98 17,-2-1 1,-3-1-1,-2 0 0,-2 0 0,-2-1 0,-2-62 1,-7 57 21,-2 1 0,-3 0 0,-3 0 1,-2 1-1,-3 0 0,-2 1 0,-2 1 1,-3 1-1,-54-96 0,48 102-206,-2 2-1,-3 1 1,-1 1-1,-2 2 1,-2 1 0,-2 3-1,-1 0 1,-2 3-1,-1 2 1,-71-40-1,86 57-505,-2 1 0,-56-18 0,73 29 129,-1 0 0,1 1 0,-1 1 1,1 0-1,-1 1 0,1 0 1,-1 2-1,-22 2 0,21 1-1188,-1 0 0,-26 12-1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2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1 112 8209,'63'-31'1212,"-31"19"-268,-3 1-260,-13 5-136,3-2-108,3 2-132,-3-3-516,-3 1-424,-3-4-936,-1 4-1384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3.4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 5517,'20'-1'795,"-19"1"-704,-1 1 0,1-1-1,-1 0 1,1 1 0,-1-1 0,1 0-1,-1 1 1,1-1 0,-1 0 0,1 1-1,-1-1 1,0 1 0,1-1 0,-1 1-1,0-1 1,0 1 0,1-1 0,-1 1-1,0 0 1,0-1 0,1 2 0,-1 4 553,0-1 0,0 1 0,-1 0 0,1 0 1,-4 10-1,4-16-641,-30 130 3888,13-62-2529,-10 88 0,20-59-632,8 131 0,24 99-63,-10-207-676,5-1 1,36 120-1,93 226-3202,-136-426 2500,43 114-1962,-46-130 1305,1-1 0,1-1 1,0 0-1,24 29 0,-8-19-3107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3.5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1712 493 3552,'-53'-178'1308,"49"166"-1064,-1 1 1,0-1 0,0 1-1,-1 0 1,-1 1 0,0-1-1,0 1 1,-1 1 0,0 0-1,-1 0 1,0 0 0,-11-8-1,-1 4 213,0 0-1,0 2 0,-1 0 1,-27-8-1,48 19-448,-61-23 417,-1 3 0,0 2 0,-2 3 0,1 4 0,-94-6 0,105 15-421,0 2 0,-1 3 0,1 2 0,0 3 0,1 2 0,0 2 0,-59 21 1,39-4-1467,0 2 0,2 3 1,-73 49-1,33-5-2620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4.0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2444 27 4336,'-39'-8'359,"13"2"43,0 1 1,-1 1 0,1 2 0,-49 0 0,-62 13 813,1 6 1,1 6-1,-210 64 1,-109 68-500,325-103-490,-177 101-1,256-124-62,2 2-1,1 3 0,1 1 1,2 2-1,2 3 1,-72 86-1,90-94-26,2 0 0,1 1 0,2 1 0,2 1 0,0 0 0,3 2 0,1 0 0,2 0 0,1 1 0,2 0 0,-4 44 0,9-32 39,2 1-1,2 0 0,3-1 1,16 85-1,-4-66 25,3-1 1,51 119 0,-12-65-16,6-3 0,6-4 1,86 112-1,-96-146-93,3-3 1,4-3-1,2-3 1,140 111-1,-165-152-59,1-1 0,2-2 0,1-2-1,61 23 1,-72-36-20,1-1 1,1-1-1,0-2 0,0-3 0,1 0 0,57-1 1,-44-6-14,-1-3 1,1-3-1,-1-1 1,0-3 0,-1-2-1,-1-2 1,0-3-1,-1-1 1,-1-3-1,-1-2 1,0-2-1,-3-1 1,0-3 0,-2-2-1,-1-1 1,-1-3-1,-3 0 1,-1-3-1,55-75 1,-46 47-29,-3-2 1,-3-2-1,-3-2 0,-4-1 1,-3-2-1,-3-1 0,28-134 0,-41 138-112,-4-1 0,-2-1-1,-4 1 1,-3-1-1,-3 0 1,-3 1-1,-4 0 1,-28-108 0,13 99-233,-3 1 0,-4 2 0,-3 1 0,-52-84 1,57 113-637,-3 1 1,-2 2 0,-2 2-1,-1 1 1,-3 1 0,-90-71-1,25 42-4082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4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97 7185,'32'-40'1060,"-29"23"-132,7 3-208,-4 5 204,10-2-928,3 5-448,-9 17-3716,2 1 959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5.8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273 98 4044,'-26'-14'398,"3"2"585,-1 1 1,-26-9-1,-12 8 1768,54 11-2342,0 0-1,0 0 1,0-1-1,0 0 1,0 0-1,1-1 1,-1 0-1,0-1 0,-7-4 1,13 7 542,7 4 49,29 16-13,1-2 0,72 25 0,87 14-74,-108-34-551,2055 638 2158,-1617-485-2369,966 316 158,12-49-47,-649-219 759,-454-142-449,-372-76-509,-26-5-61,0 0 1,0-1-1,0 1 1,0 0-1,0-1 1,0 1-1,0-1 0,-1 0 1,1 1-1,0-1 1,0 0-1,0 1 1,-1-1-1,1 0 1,0 0-1,-1 0 0,1 1 1,-1-1-1,1 0 1,-1 0-1,1 0 1,-1 0-1,0 0 0,1 0 1,-1 0-1,0 0 1,0 0-1,0-2 1,-2 0-1,-1-1 1,0 1-1,-1 0 1,1-1-1,-1 1 1,1 1-1,-1-1 1,0 0-1,0 1 0,-5-3 1,3 2-18,-27-14-429,-57-22 0,9 6-345,-119-59-2705,66 35-6089,98 40 1925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7.2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494 217 3056,'-35'-5'1007,"0"-1"-1,0-1 0,1-3 1,-44-16-1,33 7 47,-78-35 658,104 44-1018,0 0 0,1-2 0,0 0 0,-16-16 0,34 28-658,0-1 0,0 1 0,0-1-1,0 1 1,0-1 0,1 1 0,-1-1 0,0 1-1,1-1 1,-1 1 0,0-1 0,1 1 0,-1 0-1,0-1 1,1 1 0,-1 0 0,1-1 0,-1 1-1,0 0 1,1-1 0,-1 1 0,1 0-1,-1 0 1,1-1 0,-1 1 0,1 0 0,0 0-1,3-2 17,1 1-1,-1 0 0,1 0 1,-1 0-1,0 1 1,1-1-1,-1 1 0,1 0 1,8 1-1,47 11 221,-29-5-155,185 44 337,244 93 0,-66 4-243,-22-7-54,1329 435-48,-1663-563-64,21 6-235,104 21 0,-160-39-112,-15-12-4649,3 0 206,-2 1 507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8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506 49 4888,'137'-34'8072,"-106"20"-5423,-28 14-1142,-4 3-1232,0 1 0,0 0 0,0 0 0,-1 0 0,1-1 0,-1 1 0,0-1 0,-2 4 0,-5 8 201,-26 47 624,-69 93 1,-9 12-708,-21 72-714,17 10-3675,6 17-4984,73-172 2600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8.9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37 5637,'3'-1'271,"1"-1"0,-1 1 0,0-1 0,0 0 1,1 0-1,-1-1 0,0 1 0,-1 0 0,1-1 1,0 0-1,-1 0 0,4-5 0,-4 5 776,11 19 953,-7-7-1673,0 0 0,-1 0 0,0 0 0,0 0 0,-1 1 0,6 18 0,6 15 212,65 165 464,-41-98-978,-9-37-1051,3-1 0,3-1 0,74 105 0,-77-127 293,94 130-4259,-68-107 1740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9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38 6173,'-6'10'1181,"3"-14"-151,2-21 629,1 22-1418,0-1 1632,2 3-1245,2-1-530,-1 1-1,0-1 1,1 1 0,-1 0-1,1 0 1,-1 0 0,1 0-1,-1 1 1,1-1 0,0 1-1,-1 0 1,1 0 0,0 1-1,-1-1 1,1 1 0,-1 0-1,7 2 1,5-1-70,191 42 300,-136-27-353,26 1-1079,1-4-1,111 1 1,-143-11-172,6-1-1764,4-2-1221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49:49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80 3880,'-29'-5'1156,"14"-7"-187,5 1-5,0-1-360,1 4 388,-4-1-628,1 1 168,-7 2-360,-1-3-40,5 12-136,-4 0-232,-1 3-456,5-1-1884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06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290 438 3720,'-24'-115'4280,"23"110"-4154,1 0 1,0 0-1,0 0 1,0 0-1,0 0 0,1 0 1,0 0-1,3-10 0,-1 2 157,3-36 905,-6 48-1157,0 0 0,0 0 0,0 0 0,0 0 0,0 0 0,0-1 0,0 1 0,0 0 0,0 0 0,-1 0 0,1 0 0,0 0 0,-1 0 1,1 1-1,-1-1 0,1 0 0,-1 0 0,0-1 0,-7-15 1123,2-49 1037,6 63-2025,-1-1-1,0 0 1,0 0 0,0 0-1,0 1 1,-1-1-1,-2-5 1,-3-6 233,3-35 342,4 47 499,0 9-1141,-2 47 368,-2 0 0,-19 88 0,-43 106 577,41-162-807,-52 146 108,69-215-402,2 0 1,0 1-1,1 0 1,0 0-1,1 0 0,1 0 1,1 0-1,0 23 1,2-37-96,1 1 1,0-1 0,0 1 0,0-1 0,1 1 0,-1-1 0,1 0 0,0 0 0,3 5-1,-3-6 17,-2-2 80,0 1-1,1 0 1,-1 0 0,0 0 0,1 0-1,-1-1 1,0 1 0,0 0 0,0 0-1,0 0 1,0 0 0,0 0 0,0 0-1,0 0 1,0-1 0,0 1 0,0 0-1,0 0 1,-1 0 0,1 0 0,0 0-1,-1 0 1,-2 6-2195,4-1-5460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07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97 172 5392,'1'1'164,"1"-1"0,-1 1-1,0 0 1,0-1-1,0 1 1,1 0 0,-1 0-1,0 0 1,0 0-1,0 0 1,-1 0-1,1 0 1,0 1 0,0-1-1,0 0 1,-1 0-1,1 1 1,-1-1 0,1 0-1,-1 1 1,0-1-1,1 0 1,-1 1-1,0-1 1,0 1 0,0-1-1,0 1 1,0-1-1,0 0 1,-1 2-1,-10 55 463,6-37 68,-52 392 4010,39-250-3767,-5 103 255,21-204-914,3 0 0,13 86 0,-8-115-167,1 0 1,2 0-1,0 0 0,3-1 0,27 55 0,-27-65-34,2-1 0,0 0-1,2-1 1,0-1 0,1 0-1,1-1 1,0 0 0,37 25-1,-32-29-43,2 0-1,-1-2 1,1 0 0,1-2-1,0-1 1,0-1-1,1-1 1,0-2 0,0 0-1,1-2 1,37 0 0,-12-3-1,1-3 0,-1-2 1,0-3-1,100-27 1,-111 22-36,-2-2-1,0-1 1,-1-2 0,-1-1 0,0-3 0,-2-1 0,0-1 0,-2-2 0,-1-2 0,-1 0-1,-1-3 1,-2 0 0,-1-2 0,-2-1 0,-1-1 0,-2-1 0,37-77 0,-32 43-1,-2-1 0,-4-1 0,-3 0 0,16-125 0,0-303-1423,-29 378 544,-6 76 52,0 27 196,0 0 0,1 0 0,8-36 0,-8 50 243,1 0 0,-1 0-1,1 0 1,1 0 0,-1 0-1,1 1 1,-1-1 0,1 1 0,1-1-1,-1 1 1,1 0 0,-1 0-1,1 1 1,0-1 0,0 1 0,1 0-1,-1 0 1,8-4 0,19-7-4775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07.7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 7353,'-2'0'125,"0"1"1,0 0-1,0 0 1,0 0-1,0 0 1,1 0-1,-1 0 1,0 1 0,1-1-1,-1 0 1,1 1-1,-1 0 1,1-1-1,0 1 1,0 0-1,-2 1 1,3 1 147,-1 0-1,1 1 1,0-1 0,0 0 0,0 0-1,1 0 1,0 0 0,1 4-1,-1 1-71,6 44 2136,0 103-1,-17 58 108,8-175-2178,-26 550 1817,23-401-1811,11 588-1339,8-585-17,16 153-3424,-28-319 3047,-1 1 1,-4 47 0,1-42-1565,4-9-1806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08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0 216 6553,'20'-91'1770,"-19"85"-1564,1 0 0,0 0 0,0 0 1,0 0-1,1 0 0,0 1 0,0-1 1,1 1-1,-1-1 0,1 1 0,0 0 0,0 1 1,1-1-1,0 1 0,-1 0 0,2 0 1,-1 0-1,0 1 0,1 0 0,-1 0 0,1 0 1,0 0-1,0 1 0,0 0 0,12-2 1,5 0 75,1 2 1,0 0 0,0 2 0,0 0 0,26 4-1,-13 1-146,-1 1-1,1 2 1,-2 1-1,1 1 0,-2 3 1,1 0-1,-2 3 1,0 0-1,-1 3 0,39 27 1,-60-37-121,0 0 0,-1 1 1,0 0-1,-1 0 0,0 1 1,0 1-1,-1-1 0,-1 1 1,7 14-1,-11-18-8,1 0 1,-2 0-1,1 0 0,-1 1 1,0-1-1,-1 1 0,0-1 1,-1 1-1,1-1 0,-2 1 1,1 0-1,-1-1 1,0 1-1,-1-1 0,-5 16 1,0-6-7,-1-1 0,-1 1 0,0-2 0,-2 1 0,0-1 0,0-1 0,-2 0 0,0-1 0,0 0 0,-2-1 0,-21 17 0,-20 8 2,-117 61-1,58-37-46,85-43-7,-26 13-556,54-31 171,15-17-560,-2 5 792,0 1 0,1 0 0,1 1 0,0 1 0,0 0 1,15-6-1,15-10-159,304-171-1528,-185 106 1207,-42 23-224,3 6 0,155-53 1,-272 111 578,0 0 0,0 1 0,0-1 0,1 1 0,-1 0 0,0 1 0,1-1 0,-1 1 0,8 1 0,8 4-1334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09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621 1363 3820,'19'-31'1990,"-11"18"-887,0-1-1,11-27 0,-18 37-996,0 0-1,-1 0 1,0 1 0,0-1-1,0 0 1,0 0 0,-1 0-1,1 0 1,-1 1 0,0-1-1,0 0 1,-1 1 0,1-1-1,-1 1 1,1-1 0,-1 1 0,0 0-1,0-1 1,-4-3 0,3 3-48,-1 0 1,1 0-1,0 1 1,-1-1-1,0 1 1,0 0-1,0 0 1,0 0-1,0 1 1,-1-1-1,1 1 1,-1 0 0,1 0-1,-1 1 1,-7-2-1,-5 2 3,0 2-1,1 0 1,-1 0 0,0 2-1,1 0 1,0 1 0,0 0-1,0 2 1,0-1 0,1 2-1,-19 10 1,-7 7 24,2 1 0,-67 54 1,77-56-37,2 2 0,0 0 1,2 2-1,1 1 0,-27 41 1,51-69-51,0 1 0,-1-1 0,1 1 0,0-1 0,0 1 0,0 0 1,0-1-1,1 1 0,-1-1 0,0 1 0,0-1 0,0 1 0,0 0 1,0-1-1,1 1 0,-1-1 0,0 1 0,1-1 0,-1 1 0,0-1 1,1 0-1,-1 1 0,0-1 0,1 1 0,-1-1 0,1 0 0,-1 1 1,1-1-1,11 9-66,-8-10 57,0 0-1,0 0 0,0 0 1,0-1-1,0 1 0,0-1 0,0 0 1,3-2-1,-1 1-3,5-3-20,0-1 0,-1-1 0,0 1 1,0-1-1,-1-1 0,0 0 1,-1 0-1,1-1 0,-2 0 1,9-15-1,3-7 24,-2-1 0,17-45 1,20-80 21,63-310 1,-85 305 722,18-263-1,-50 419-692,0 1-1,0 0 0,-1 0 0,0 0 1,-1-7-1,2 13-36,0-1 0,0 1 0,0-1 0,-1 1-1,1-1 1,0 1 0,0-1 0,0 1 0,0-1 0,-1 1 0,1-1 0,0 1 0,0 0 0,-1-1 0,1 1-1,0-1 1,-1 1 0,1 0 0,-1-1 0,1 1 0,0 0 0,-1-1 0,1 1 0,-1 0 0,1 0 0,-1-1-1,1 1 1,-1 0 0,1 0 0,-1 0 0,1 0 0,-1 0 0,1 0 0,-1 0 0,1 0 0,-1 0 0,1 0 0,-1 0-1,1 0 1,-1 0 0,1 0 0,-1 0 0,1 0 0,-1 1 0,1-1 0,-1 0 0,1 0 0,-1 1 0,1-1-1,-1 0 1,1 1 0,0-1 0,-1 0 0,1 1 0,0-1 0,-1 0 0,1 1 0,0-1 0,-1 1 0,1-1-1,0 1 1,-6 6 41,1 1-1,0-1 0,0 1 0,1 0 0,0 0 0,0 0 1,1 1-1,0-1 0,-3 15 0,-10 88 189,9 17 13,17 216 1,-4-273-223,28 137 0,-26-174 0,1-1-1,3 0 1,0-1 0,2 0 0,1-1 0,22 32-1,-17-34-31,0-1 0,2-1-1,1-1 1,1-2 0,1 0-1,2-1 1,44 30 0,-55-44-1,-1 0-1,1-1 1,0-1 0,1 0 0,0-1-1,0-1 1,0 0 0,0-1 0,1-2-1,0 1 1,0-2 0,-1 0 0,1-1 0,0-1-1,0-1 1,27-6 0,-20 1-42,0-1-1,-1 0 1,0-2 0,0-1 0,-1-1-1,-1-1 1,37-28 0,-30 17-140,-2-1 0,0-1 1,-2-1-1,39-55 0,-17 6-188,-2-2 1,-4-2-1,50-141 1,-37 41-116,-52 175 477,-1 0 0,0 0 0,0 1 1,-1-1-1,1 0 0,-1 0 1,0 0-1,0 0 0,-1 0 1,1 0-1,-1 0 0,0 0 1,0 1-1,-1-1 0,0 0 0,-3-7 1,4 10 3,-4 4 51,-3 1-64,-1 2-1,1-1 1,-1 1-1,1 0 1,1 1-1,-1 0 1,1 0-1,0 1 0,0-1 1,1 2-1,0-1 1,0 1-1,0-1 1,1 2-1,1-1 1,-1 1-1,1-1 1,1 1-1,0 0 1,0 0-1,-3 16 1,6-21 13,0 0 0,0-1-1,0 1 1,1 0 0,-1-1 0,1 1 0,0-1 0,0 1 0,0 0 0,0-1 0,0 0-1,1 1 1,0-1 0,0 0 0,0 0 0,0 0 0,5 5 0,-4-6 12,0 0-1,0 0 1,0-1 0,0 1 0,1-1 0,-1 0 0,1 0 0,-1 0 0,1 0 0,3 0-1,2-1-15,1-1 0,-1 0 0,1 0 0,-1-1-1,0-1 1,0 1 0,17-8 0,-9 4 8,29-12 9,44-24 0,-28 12 0,45-18-68,180-56 0,-242 89 44,-41 14 40,-1 1-51,32 2-277,-35 1 241,1-1 0,-1 0 0,0 1 0,0-1 0,0 1 0,-1-1 0,1 0 0,0 1 0,-1-1 0,-1 4 0,2-4 39,-1 0-1,1 0 1,0 0-1,0 0 1,0 0-1,0 0 1,0 0 0,0 0-1,0 0 1,1 0-1,-1 0 1,1 0-1,-1 0 1,1 0-1,0 0 1,0 0 0,0 0-1,0-1 1,0 1-1,0 0 1,0-1-1,1 1 1,-1-1 0,1 1-1,-1-1 1,1 0-1,-1 1 1,1-1-1,0 0 1,0 0 0,-1 0-1,3 1 1,6 1-59,-1 0 1,1 0-1,-1 0 0,1-2 1,10 2-1,-13-2 35,54 6-175,1-2 0,89-6 0,113-32-716,-159 17 197,35-4 272,146-20 1541,-254 36-833,-17 2-312,1 0 1,31 1 0,15 5-2285,-26 1 819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09.3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80 4140,'-11'6'372,"-29"8"1277,15-5 347,23-6-1080,14-6-762,-8 2-206,10-3-353,-1 0-1,-1-1 1,23-11-1,-31 13 167,0 1 0,0-1 0,0 0 0,-1 0 0,1-1 0,-1 1 0,0-1 0,0 0 0,0 0-1,-1 0 1,1 0 0,-1 0 0,0 0 0,2-8 0,3-6-744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4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1162 1183 5008,'3'-12'731,"0"-1"-1,0 1 0,-1-1 0,-1 0 0,0 1 0,-1-1 0,0 0 0,-3-15 0,3 24-562,-1-1 0,1 1 1,-1-1-1,0 1 0,0-1 0,-1 1 0,1-1 1,-1 1-1,0 0 0,0 0 0,0 0 0,-1 0 1,1 0-1,-1 1 0,0-1 0,0 1 0,-7-7 1,8 9-109,-1-1 1,1 1 0,0-1-1,-1 1 1,1 0 0,-1 0-1,1 0 1,-1 0-1,0 0 1,1 1 0,-1-1-1,0 1 1,0 0 0,1-1-1,-1 1 1,-3 1 0,-43 6 369,39-5-279,-23 5 206,0 2-1,1 1 0,-44 21 0,-85 51 704,-242 158 274,360-211-1202,0 2 0,2 2 0,2 2 0,-55 60 0,91-92-126,0 1 5,-1 0 0,1 1 0,0-1 0,0 1 0,-3 7 0,5-10-8,1-1 0,-1 1 1,1 0-1,-1 0 0,1 0 1,0-1-1,0 1 0,0 0 1,0 0-1,0 0 0,0 0 1,1-1-1,-1 1 0,0 0 1,1 0-1,0-1 1,-1 1-1,1 0 0,0 0 1,0-1-1,1 3 0,2 0 1,-1 0 0,1 0 0,0-1 0,1 1 0,-1-1 0,0 0 0,1 0-1,0 0 1,-1-1 0,1 1 0,0-1 0,1 0 0,-1-1 0,0 1 0,0-1 0,1 0 0,-1-1-1,1 1 1,6-1 0,16 0-50,1-1 0,41-7-1,-52 5 10,58-8-178,-1-4 0,0-3 0,99-39 0,-117 34-5,-1-2 0,-1-3 0,-1-2 0,86-65 0,-123 81 158,0-1 1,0-1-1,21-28 0,104-145-250,-118 153 268,0-2 0,-3 0 0,24-58 0,-34 70 32,187-525-277,-170 452 233,-16 52 241,2 0 0,29-67 0,-37 103 25,-2 10 183,-4 20 158,0-13-582,-20 371 1944,-6 320-776,26-657-1099,1-1 0,2 0 0,2 0 0,18 72 1,-19-99-39,0 1 1,1-1 0,0 0 0,1 0-1,0 0 1,0-1 0,2 0 0,-1 0 0,1-1-1,1 0 1,0 0 0,0-1 0,1-1-1,0 1 1,1-1 0,0-1 0,0 0-1,14 6 1,-8-6-29,0 0-1,0-2 0,0 0 1,0-1-1,1-1 1,0-1-1,0 0 1,0-1-1,30-3 1,-24-1-110,0-1 1,0-1-1,0-2 0,-1 0 1,0-1-1,28-15 1,-8 1-310,-2-2 0,53-41 1,64-64-970,-51 17 353,-93 97 826,-12 13 278,22 24-143,48 70 16,-21-39-103,-49-53 171,-1 1 1,0 0-1,0-1 1,0 1 0,1-1-1,-1 1 1,0-1-1,1 0 1,-1 1 0,0-1-1,1 0 1,-1 0-1,1 0 1,-1 0 0,2 0-1,5 0-53,11 3-128,0-1-1,0-1 0,0 0 1,0-1-1,36-6 1,95-27-1362,-28 4-245,-7 7-2885,-55 10 294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5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1203 743 4916,'4'-1'291,"0"0"-1,0-1 0,0 1 0,0-1 1,0 0-1,0 0 0,-1 0 0,1-1 1,-1 1-1,1-1 0,-1 0 0,0 0 0,0 0 1,0 0-1,3-5 0,15-13 762,138-139 1742,-133 129-2587,0-2 0,-3-1 0,30-55 0,-35 53-52,-1-1 1,-2 0 0,14-52-1,-19 51 43,-6 29-24,-1-1 0,0 0-1,-1 1 1,0-1 0,-1 0 0,0-1-1,-1-17 1,-1 29-70,-1 0 0,0 0 0,1 0 0,-1 0 1,1 0-1,-1 0 0,1 0 0,0 1 0,0-1 0,-3 3 0,-22 38 505,1 0 0,2 1-1,2 1 1,-17 54 0,-9 16-1,-97 198-140,-13-6 0,-14-8 1,-222 295-1,357-545-454,-158 204 56,139-187-26,-108 98 0,146-148-194,-2-1 1,-37 22-1,55-35 79,0 0 1,-1 0-1,1 0 1,-1 0 0,0-1-1,1 1 1,-1 0-1,1-1 1,-1 1-1,0-1 1,0 0-1,1 0 1,-1 1-1,0-1 1,0 0 0,1 0-1,-1-1 1,0 1-1,1 0 1,-1-1-1,0 1 1,0-1-1,1 1 1,-1-1-1,1 0 1,-1 1 0,1-1-1,-1 0 1,1 0-1,-1 0 1,1 0-1,0-1 1,0 1-1,-1 0 1,1 0 0,-1-3-1,-1-1-165,1 1 1,0 0-1,1-1 0,-1 1 1,1-1-1,0 1 0,0-1 0,0 0 1,1 1-1,-1-1 0,2-9 1,4-24-2222,1 1 0,15-43 0,9-25-4590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6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1 129 4092,'3'-63'1112,"0"40"-279,0 6-181,-3 0 976,19 8-1332,16 9-120,0 20-108,13 12-296,6 8-336,6 8-488,13 6-993,13 12 61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6.4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393 15 4852,'-18'-5'523,"13"3"-35,-1 0 0,0 1 1,0-1-1,0 1 0,-1 1 0,-9-1 0,10 2-392,0 0-1,0 1 0,0-1 1,1 1-1,-1 1 0,1-1 1,-1 1-1,-9 6 1,-17 8 65,-22 7-10,-53 32 0,99-51-208,-1 1 1,2 1 0,-1-1-1,1 1 1,0 0 0,1 1-1,-11 14 1,18-21 40,-1 0 0,0 0 1,0 0-1,1 0 0,-1 0 0,0 0 1,1 0-1,-1 0 0,1 0 0,0 0 0,-1-1 1,1 1-1,-1 0 0,1 0 0,0-1 1,1 2-1,-1-1-22,2 3 3,0-1 0,1 0 0,-1 0 1,1 0-1,0 0 0,0 0 0,0-1 1,0 0-1,0 0 0,0 0 0,1 0 0,-1-1 1,8 2-1,63 9-382,-75-12 415,71 5-74,0-2-1,0-3 0,93-13 1,-122 7 223,0 2 1,0 2 0,0 1-1,0 3 1,0 1 0,0 3 0,66 16-1,9 6-374,191 19 0,123-15-1264,-353-28 1152,352 10-3063,-360-11 2746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6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976 113 4708,'-3'-59'1153,"3"56"-1039,1 0 0,0 0 0,-1 0 0,1 1 0,0-1 0,1 0 0,-1 1 1,1-1-1,-1 1 0,1-1 0,0 1 0,-1 0 0,1-1 0,1 1 0,-1 0 0,0 0 1,0 1-1,1-1 0,-1 0 0,1 1 0,-1 0 0,1-1 0,3 0 0,-5 2-66,0 0-1,0 1 0,0-1 0,0 0 0,0 1 0,0-1 0,0 1 1,1-1-1,-1 1 0,-1 0 0,1-1 0,0 1 0,0 0 0,0 0 1,0 0-1,0-1 0,-1 1 0,1 0 0,0 0 0,0 2 0,1-1 78,2 4-15,-1 0 1,1 0 0,-1 0 0,-1 0 0,1 1 0,-1-1 0,0 1 0,-1 0 0,1-1-1,0 11 1,1 77 618,-3-75-617,-2 60 142,-4 0 0,-3 0 0,-3-1 0,-4-1 0,-35 106 0,-5-29-27,-138 269 0,157-354-316,-128 235-764,-25-13-714,88-159 775,-122 172-1063,223-303 1836,1 0-1,-1 0 0,0 0 1,1 0-1,-1 0 1,1 0-1,-1 0 0,1 0 1,0 0-1,-1 0 0,1 0 1,0 0-1,0 0 1,0 0-1,-1 0 0,1 0 1,0 0-1,1 0 1,-1 0-1,0 0 0,0 2 1,1-2 2,0 0-1,-1-1 1,1 1 0,-1-1 0,1 1-1,0-1 1,0 1 0,-1-1-1,1 1 1,0-1 0,0 1 0,-1-1-1,1 0 1,0 0 0,0 1-1,0-1 1,0 0 0,0 0 0,-1 0-1,3 0 1,1 0-67,1 0 0,0 0 0,-1-1 0,1 0 0,0 0 0,-1 0-1,1 0 1,4-3 0,82-53-2646,-30 23 1399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7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2764,'22'-3'540,"0"0"388,-6 9-988,3-3-320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8.4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528 110 1868,'5'1'135,"1"0"0,0 0 0,-1 1-1,0 0 1,1 0 0,-1 0 0,0 1 0,6 4 0,-8-5 39,-1-1-143,1 1 0,-1 0 0,1-1 0,0 1 0,0-1 0,0 0 0,0 0 0,3 1 0,0 0 98,-1-1 287,-1 1 0,1-1 0,-1 0 0,1 0 0,-1 0 0,1-1 0,0 0 0,0 0 0,-1 0 0,1 0 0,8-2 0,-14 6 682,-11 37 222,-2-1 1,-29 59-1,-2 3-125,-97 301 765,25-64-1550,-19 8-2048,-23 62-2809,155-396 3972,1 0 0,1-1 1,0 1-1,0 0 0,2 24 0,0-34-208,3-4-288,-1 0 933,1 0 1,-1 0 0,0-1-1,1 1 1,-1-1-1,0 1 1,0-1-1,0 0 1,0 0-1,0 1 1,-1-1-1,1-1 1,-1 1-1,1 0 1,-1 0-1,0-1 1,1 1-1,-1 0 1,0-1 0,-1 1-1,1-1 1,0 1-1,-1-1 1,1-5-1,193-689-476,65 17 1807,-66 264 103,-178 387-1098,38-53-1,-48 75-213,1-1 0,0 1 0,1 1-1,0-1 1,0 1 0,0 0-1,1 0 1,-1 1 0,1 0 0,1 1-1,12-6 1,-18 9-40,0 0-1,1 0 0,-1 1 0,1-1 1,-1 1-1,1 0 0,-1 0 1,1 0-1,-1 1 0,1-1 1,-1 1-1,0 0 0,1 0 1,-1 0-1,0 0 0,0 1 0,1-1 1,-1 1-1,0 0 0,-1 0 1,1 0-1,0 0 0,0 0 1,-1 0-1,1 1 0,-1 0 1,0-1-1,0 1 0,0 0 1,2 3-1,4 8 71,-1 0 0,0 0 1,-1 1-1,0 0 0,4 20 0,14 82 284,9 130 110,-24-167-367,-4 1 0,-8 110 0,1-151-115,-4 84-354,-26 142 0,21-209-222,-2 0 0,-3-1 1,-2-1-1,-43 90 0,57-137 411,0 0 0,0-1 0,-1 1 0,0-1 0,0 0 0,-12 10 0,16-15-214,-2-4 39,2 1 263,0 0 0,0-1 0,-1 1 0,1 0 0,0-1 1,0 1-1,1-1 0,-1 1 0,0-1 0,0 0 0,1 1 0,-1-1 0,1 1 0,0-1 0,-1-2 0,-3-13-736,1-1 0,-1-33 0,5 40 446,0 0-1,0 1 1,1-1-1,4-15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8.6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503 1 4764,'-32'37'304,"6"-8"70,1 1 0,2 1 0,-21 38 0,-27 50 834,12-23-626,-68 153 1,102-188-935,-45 101-3737,72-166 3049,9-15 568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8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765 0 3608,'-2'11'114,"2"-5"-31,-1-1 0,0 1 0,0-1 0,0 1 1,-1-1-1,1 1 0,-1-1 0,-1 0 0,1 0 0,-1 0 1,0 0-1,0 0 0,0-1 0,-1 1 0,0-1 0,0 0 1,0 0-1,-6 4 0,-302 188 2801,137-92-2415,148-87-670,0 0-1,2 2 0,0 1 0,1 1 0,2 1 0,-33 39 0,53-58-82,0-1 1,0 1-1,1 0 0,-1 0 0,1 0 1,0 0-1,0 0 0,-1 4 0,1-3-2,-3 14-1132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0:59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0 1884,'12'32'528,"-15"-18"-32,-3 0-80,-7-2-100,4-1-52,-1 1 24,4-1-128,-7 9-36,4 0-108,-7 0-312,3 3-924,10-3 340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2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248 416 4668,'-11'18'661,"1"1"-1,1 1 1,1-1-1,-9 33 1,-14 88 1392,15-64-1279,-104 487 1903,111-521-1727,2 0 0,-3 61 0,21-118-518,-6 8-345,4-7-44,0-1 1,-2-1 0,0 1 0,9-31-1,14-76 11,-9 30-33,46-170-175,44-150-114,-74 298 90,77-168 0,-109 271 114,0 1 59,0-1 0,1 0 0,0 1 0,12-15 0,-16 23 24,-1 1 0,0-1 1,1 1-1,0-1 0,-1 1 0,1 0 0,0-1 0,-1 1 0,1 0 0,0 0 0,0 0 0,0 1 0,0-1 0,0 0 1,0 1-1,0-1 0,0 1 0,0 0 0,1 0 0,-1 0 0,0 0 0,0 0 0,0 0 0,0 0 0,0 1 0,0-1 0,0 1 1,0-1-1,0 1 0,0 0 0,3 1 0,-2 0 24,-1 0-1,1 0 1,-1 0 0,1 1 0,-1-1 0,0 1 0,0-1-1,0 1 1,0-1 0,-1 1 0,1 0 0,-1 0-1,0 0 1,1 0 0,0 5 0,10 54 431,-9-40-298,18 133 692,2 181 0,-25 90-255,-2-233-425,-4 96-378,3 244-2331,5-526 2116,1 0-1,0 0 0,0 0 0,4 11 1,-5-18 346,0 1 0,0 0 0,0-1 0,0 1 1,0-1-1,0 1 0,0-1 0,1 1 1,-1-1-1,0 1 0,0-1 0,1 1 0,-1-1 1,0 1-1,1-1 0,-1 1 0,1-1 1,-1 0-1,0 1 0,1-1 0,-1 0 0,1 1 1,-1-1-1,1 0 0,-1 0 0,1 1 1,-1-1-1,1 0 0,-1 0 0,1 0 0,-1 0 1,1 0-1,0 0 0,-1 1 0,1-1 0,-1 0 1,1-1-1,-1 1 0,1 0 0,0 0 1,-1 0-1,1 0 0,-1 0 0,1-1 0,-1 1 1,1 0-1,-1 0 0,1-1 0,-1 1 1,1 0-1,-1-1 0,0 1 0,1 0 0,-1-1 1,1 1-1,-1-1 0,0 1 0,1-1 1,-1 1-1,0-1 0,0 1 0,1-1 0,16-28-3680,-6-5-1848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2.1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26 215 4568,'-5'-1'222,"-14"-2"915,17 3-460,9 3 145,-6-3-693,1 0 0,-1-1-1,0 1 1,1 0 0,-1 0 0,0-1 0,0 1-1,1-1 1,-1 1 0,0-1 0,0 0 0,0 1-1,0-1 1,0 0 0,0 0 0,2-1 0,6-5 353,24-7-52,0 1 0,1 2 0,45-9 0,110-12 54,355-29-1760,-205 27-3764,-240 22 2038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2.4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0 6573,'-8'11'488,"1"1"1,0-1 0,1 1 0,0 0 0,1 1 0,0-1 0,1 1 0,0 0-1,1 0 1,1 1 0,0-1 0,0 25 0,12 381 3801,-1 0-5783,0-230-889,-4-117 249,-3-51 1079,-2-16-467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2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5 100 4500,'-2'-13'320,"2"11"-253,-1-1 0,1 1 1,-1-1-1,1 1 0,0-1 1,0 1-1,0-1 0,0 0 0,0 1 1,0-1-1,1 1 0,-1-1 1,1 1-1,0-1 0,0 1 1,0 0-1,0-1 0,0 1 1,0 0-1,1 0 0,-1-1 1,1 1-1,0 0 0,2-2 1,2 1 51,1-1 0,-1 1 1,1 0-1,0 1 1,0 0-1,0 0 0,0 0 1,1 1-1,-1 0 0,0 0 1,1 1-1,-1 0 1,0 0-1,11 2 0,14 3 53,0 1 0,32 10-1,-29-5-239,-1 1 1,0 3-1,-1 0 0,-1 2 1,0 2-1,-1 1 0,-1 1 1,-1 1-1,-1 2 0,-1 1 1,-1 1-1,-2 1 0,0 1 1,24 39-1,-27-34-35,-1 0-1,-2 1 1,-1 1-1,-2 1 1,-2 0-1,-1 1 1,-2 0-1,-1 1 0,-2 0 1,-2 1-1,-1-1 1,-2 1-1,-4 56 1,-6-34 10,-3 1-1,-2-2 1,-3 0 0,-31 74 0,-2-16 268,-69 116 1,-154 173 2328,109-177 1040,121-160-1684,41-69-1801,0 0 0,0 0-1,1 1 1,-1-1 0,0 0-1,1 0 1,-1 1 0,1-1 0,-1 1-1,1-1 1,0 0 0,-1 1-1,1-1 1,0 1 0,0-1-1,0 1 1,0-1 0,0 1-1,1-1 1,-1 2 0,1-2-31,0 0 0,-1 0 1,1 0-1,0-1 0,0 1 1,0 0-1,0-1 0,-1 1 1,1-1-1,0 1 0,0-1 1,0 1-1,0-1 0,0 1 0,0-1 1,0 0-1,0 0 0,1 0 1,-1 1-1,2-1 0,8 0 48,0-1-1,0 0 1,-1 0-1,14-4 1,-14 3 24,92-22-856,100-39 1,-64 19-1284,-7 6-1846,12-4-2138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3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35 112 5228,'-35'-29'2565,"51"15"-1677,28-3-176,1 11-152,12 0-376,19-2-148,16-1-252,0 6-172,13 0-264,9 1-324,7-4-1312,6-3-381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3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 3492,'-9'31'762,"5"-19"-558,0-1-1,1 1 1,0 0 0,1 0 0,1 0 0,0 1 0,0 11 0,2-5-108,1 7-253,8 41-1,-9-59 72,1-1 1,1 1-1,-1-1 0,1 0 0,0 0 1,1 0-1,0 0 0,0-1 0,8 11 0,-10-16-51,0 0 0,0 0 0,0 0 0,0 0 0,0 0 0,0-1-1,0 1 1,0-1 0,0 1 0,0-1 0,0 0 0,0 1-1,4-1 1,15-4-751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3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13 2832,'47'-13'954,"-41"13"-589,0 1 1,0-1-1,-1 1 1,1 0-1,0 0 1,-1 1-1,1-1 1,8 5-1,-12-4-278,0 1 0,0-1 0,0 1-1,0 0 1,0 0 0,0 0-1,-1 0 1,1 0 0,-1 0 0,0 0-1,0 0 1,1 4 0,8 47 341,-8-41-345,2 14-14,-1 1 0,-1 0-1,-2-1 1,-1 1 0,-1 0 0,-1-1-1,-2 1 1,-1-1 0,0-1-1,-3 1 1,-14 33 0,4-15-23,-6 11-187,-32 55 1,30-65-809,25-44 513,1-37-3182,9 13 2301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4.0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 5745,'0'0'39,"0"0"1,0 0 0,0 1-1,0-1 1,0 0 0,-1 0-1,1 0 1,0 1 0,0-1-1,0 0 1,0 0 0,0 1-1,0-1 1,0 0 0,0 0-1,0 1 1,0-1 0,0 0 0,0 0-1,0 0 1,0 1 0,0-1-1,0 0 1,0 0 0,1 1-1,-1-1 1,0 0 0,0 0-1,0 0 1,0 1 0,0-1-1,0 0 1,1 0 0,-1 0-1,0 0 1,0 1 0,0-1 0,1 0-1,-1 0 1,0 0 0,0 0-1,1 0 1,16 8 944,36 3-96,-30-6-395,41 14 133,-2 2 0,69 34 0,-81-33-444,40 17 1,-2 3 0,-2 5 0,116 82 0,-184-115-190,-1 0 1,0 1-1,-1 1 0,0 1 1,-1 0-1,-1 1 1,-1 1-1,-1 0 0,0 0 1,14 35-1,-22-43-24,4 11-153,1 0 1,16 26 0,-22-42 123,1-1 0,0 1 1,0-1-1,0 0 0,0 0 0,1-1 1,0 1-1,0-1 0,0 0 0,1 0 0,-1-1 1,1 0-1,7 4 0,12 1-410,-1-2 0,2 0 0,-1-1 0,1-1 1,0-2-1,-1-1 0,1 0 0,0-2 0,0-1 0,0-2 0,-1 0 0,34-10 0,12-5-1554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06:51:04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 3656,'3'0'832,"11"-2"-397,0 1 0,0 1 0,0 0 0,0 1 0,23 5-1,-13-3-223,36 2 0,63-8-3244,-119 3 1531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244C-42C7-36A6-0837-90768DA55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79112-3936-8B4F-302D-58D51378B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66723-905F-4622-873D-7FF370A5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DC5ED-A5A0-8F3E-C8A3-2D910502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B5FF4-2E19-55C9-DF08-5A4E8BA4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7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DA74-6C3B-03EB-DD1B-23624F2F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C0393-E3E5-A7F4-6291-14C846AB5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FD155-ED36-F8D7-2D1E-A87C8CD7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69D67-64AE-7DAD-8657-D3939F70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ED56-1F96-9FC0-E0EE-F3276CF4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92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EF34-CAFF-0C30-8482-EBD18387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D9EB5-7C6A-4374-5125-C7C03BDA1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5C4C6-C901-1E85-3A08-325E0437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12E3E-B00F-BB98-E37E-4A830E68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9F13F-8792-99C6-94FD-E856B23D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37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58360-0E2C-350E-A5B7-11F8BBC8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08D62-70BF-EA20-3DE1-CF5409CBD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D5913-A081-212E-FF17-E3322DCC5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A632D-D21A-0C2D-A8E1-1894CADA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84A82-FF98-6EE0-F198-9F905107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3D4C7-957E-8657-BFCE-9F77D3E7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880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C9B0-8719-BB2C-F25C-FFE5EA3E6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F606A-7E7F-B81D-7500-EF1CC5624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E9250-AE00-1DC6-C656-B2DACEE5D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E6BDF4-6EBB-5B12-2FB6-A31DA32B2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40A73-5390-7768-737C-43B4A62A4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2F8A4-8A98-7B9E-CD2C-E0FDB6313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7AD47-7DAA-D738-7140-53803D9F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43B1A-819F-22C5-04F1-D025F6CA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4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B29C-C9E7-D3EA-0F08-08373B502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1D3E8-3ED1-38D3-05C7-15D7CCC9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42252-7AAC-3BDC-62F9-2F0EBBB2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C87E4-462F-4D72-A29E-963313E7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1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B01B1-3636-FFA7-F283-3E6668A7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4DDC6-565F-35E9-CD3F-90A296FB8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A0CBD-6AB5-7A77-27AF-55A8C04A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09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9A7D-912C-4A97-CC49-32472DA2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E2B13-9203-718D-CA75-94D687DD3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EAF22-3D02-47CD-B1C5-F62EAF27C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E4795-F237-0AE3-91B9-AD7C0BB8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BFA45-BD2B-478F-62CC-FE325320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E018B-0D76-D20F-829A-3FF3259C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09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E078-3660-C097-020D-94BCC7D2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6863C-49BB-4896-7A6A-CC282FA17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14EF1-3C16-150C-7899-F83A1B9F8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FF753-EBDC-2D32-0F16-D43D5AE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63B3D-CCAA-004A-4C38-41C5E9A64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A68D4-4A0D-3245-086A-D93B178C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32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0114-8AC0-CF9B-9155-3E5DBF67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ACF45-6B49-1AD2-8EB8-79AD44A4A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08B6D-BD25-286F-B5BE-8D3B7FF6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99D28-7E86-FA0C-3815-58891E81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D0284-1F1B-B881-2787-2247D3C0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4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99A34-5874-3F95-C051-E0BB95A76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F9F68-7F89-6890-A798-1D2FDEC92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4CCA-9BC6-12D1-5FAB-0C20CDC5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29AEE-D425-830F-CFC0-9E6B2C05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FE313-59C5-BED7-14E3-EC73C506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2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2BEF0-75B9-783B-19DB-0C1DCBFF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0B973-C976-923F-868A-FE88CF654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E26E1-F650-F61D-51EE-4162CFF4F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8C1FC-DB17-492A-B8C2-CF2D43442D25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4CE3-FF3D-020F-E75F-6040E0076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78233-9FD9-D789-300E-8105B0E47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928D1-4C30-4810-8F22-7A6932B3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088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0.png"/><Relationship Id="rId21" Type="http://schemas.openxmlformats.org/officeDocument/2006/relationships/image" Target="../media/image62.png"/><Relationship Id="rId42" Type="http://schemas.openxmlformats.org/officeDocument/2006/relationships/customXml" Target="../ink/ink73.xml"/><Relationship Id="rId63" Type="http://schemas.openxmlformats.org/officeDocument/2006/relationships/image" Target="../media/image83.png"/><Relationship Id="rId84" Type="http://schemas.openxmlformats.org/officeDocument/2006/relationships/customXml" Target="../ink/ink94.xml"/><Relationship Id="rId138" Type="http://schemas.openxmlformats.org/officeDocument/2006/relationships/customXml" Target="../ink/ink121.xml"/><Relationship Id="rId159" Type="http://schemas.openxmlformats.org/officeDocument/2006/relationships/image" Target="../media/image131.png"/><Relationship Id="rId107" Type="http://schemas.openxmlformats.org/officeDocument/2006/relationships/image" Target="../media/image105.png"/><Relationship Id="rId11" Type="http://schemas.openxmlformats.org/officeDocument/2006/relationships/image" Target="../media/image57.png"/><Relationship Id="rId32" Type="http://schemas.openxmlformats.org/officeDocument/2006/relationships/customXml" Target="../ink/ink68.xml"/><Relationship Id="rId53" Type="http://schemas.openxmlformats.org/officeDocument/2006/relationships/image" Target="../media/image78.png"/><Relationship Id="rId74" Type="http://schemas.openxmlformats.org/officeDocument/2006/relationships/customXml" Target="../ink/ink89.xml"/><Relationship Id="rId128" Type="http://schemas.openxmlformats.org/officeDocument/2006/relationships/customXml" Target="../ink/ink116.xml"/><Relationship Id="rId149" Type="http://schemas.openxmlformats.org/officeDocument/2006/relationships/image" Target="../media/image126.png"/><Relationship Id="rId5" Type="http://schemas.openxmlformats.org/officeDocument/2006/relationships/image" Target="../media/image54.png"/><Relationship Id="rId95" Type="http://schemas.openxmlformats.org/officeDocument/2006/relationships/image" Target="../media/image99.png"/><Relationship Id="rId160" Type="http://schemas.openxmlformats.org/officeDocument/2006/relationships/customXml" Target="../ink/ink132.xml"/><Relationship Id="rId22" Type="http://schemas.openxmlformats.org/officeDocument/2006/relationships/customXml" Target="../ink/ink63.xml"/><Relationship Id="rId43" Type="http://schemas.openxmlformats.org/officeDocument/2006/relationships/image" Target="../media/image73.png"/><Relationship Id="rId64" Type="http://schemas.openxmlformats.org/officeDocument/2006/relationships/customXml" Target="../ink/ink84.xml"/><Relationship Id="rId118" Type="http://schemas.openxmlformats.org/officeDocument/2006/relationships/customXml" Target="../ink/ink111.xml"/><Relationship Id="rId139" Type="http://schemas.openxmlformats.org/officeDocument/2006/relationships/image" Target="../media/image121.png"/><Relationship Id="rId85" Type="http://schemas.openxmlformats.org/officeDocument/2006/relationships/image" Target="../media/image94.png"/><Relationship Id="rId150" Type="http://schemas.openxmlformats.org/officeDocument/2006/relationships/customXml" Target="../ink/ink127.xml"/><Relationship Id="rId12" Type="http://schemas.openxmlformats.org/officeDocument/2006/relationships/customXml" Target="../ink/ink58.xml"/><Relationship Id="rId17" Type="http://schemas.openxmlformats.org/officeDocument/2006/relationships/image" Target="../media/image60.png"/><Relationship Id="rId33" Type="http://schemas.openxmlformats.org/officeDocument/2006/relationships/image" Target="../media/image68.png"/><Relationship Id="rId38" Type="http://schemas.openxmlformats.org/officeDocument/2006/relationships/customXml" Target="../ink/ink71.xml"/><Relationship Id="rId59" Type="http://schemas.openxmlformats.org/officeDocument/2006/relationships/image" Target="../media/image81.png"/><Relationship Id="rId103" Type="http://schemas.openxmlformats.org/officeDocument/2006/relationships/image" Target="../media/image103.png"/><Relationship Id="rId108" Type="http://schemas.openxmlformats.org/officeDocument/2006/relationships/customXml" Target="../ink/ink106.xml"/><Relationship Id="rId124" Type="http://schemas.openxmlformats.org/officeDocument/2006/relationships/customXml" Target="../ink/ink114.xml"/><Relationship Id="rId129" Type="http://schemas.openxmlformats.org/officeDocument/2006/relationships/image" Target="../media/image116.png"/><Relationship Id="rId54" Type="http://schemas.openxmlformats.org/officeDocument/2006/relationships/customXml" Target="../ink/ink79.xml"/><Relationship Id="rId70" Type="http://schemas.openxmlformats.org/officeDocument/2006/relationships/customXml" Target="../ink/ink87.xml"/><Relationship Id="rId75" Type="http://schemas.openxmlformats.org/officeDocument/2006/relationships/image" Target="../media/image89.png"/><Relationship Id="rId91" Type="http://schemas.openxmlformats.org/officeDocument/2006/relationships/image" Target="../media/image97.png"/><Relationship Id="rId96" Type="http://schemas.openxmlformats.org/officeDocument/2006/relationships/customXml" Target="../ink/ink100.xml"/><Relationship Id="rId140" Type="http://schemas.openxmlformats.org/officeDocument/2006/relationships/customXml" Target="../ink/ink122.xml"/><Relationship Id="rId145" Type="http://schemas.openxmlformats.org/officeDocument/2006/relationships/image" Target="../media/image124.png"/><Relationship Id="rId161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.xml"/><Relationship Id="rId23" Type="http://schemas.openxmlformats.org/officeDocument/2006/relationships/image" Target="../media/image63.png"/><Relationship Id="rId28" Type="http://schemas.openxmlformats.org/officeDocument/2006/relationships/customXml" Target="../ink/ink66.xml"/><Relationship Id="rId49" Type="http://schemas.openxmlformats.org/officeDocument/2006/relationships/image" Target="../media/image76.png"/><Relationship Id="rId114" Type="http://schemas.openxmlformats.org/officeDocument/2006/relationships/customXml" Target="../ink/ink109.xml"/><Relationship Id="rId119" Type="http://schemas.openxmlformats.org/officeDocument/2006/relationships/image" Target="../media/image111.png"/><Relationship Id="rId44" Type="http://schemas.openxmlformats.org/officeDocument/2006/relationships/customXml" Target="../ink/ink74.xml"/><Relationship Id="rId60" Type="http://schemas.openxmlformats.org/officeDocument/2006/relationships/customXml" Target="../ink/ink82.xml"/><Relationship Id="rId65" Type="http://schemas.openxmlformats.org/officeDocument/2006/relationships/image" Target="../media/image84.png"/><Relationship Id="rId81" Type="http://schemas.openxmlformats.org/officeDocument/2006/relationships/image" Target="../media/image92.png"/><Relationship Id="rId86" Type="http://schemas.openxmlformats.org/officeDocument/2006/relationships/customXml" Target="../ink/ink95.xml"/><Relationship Id="rId130" Type="http://schemas.openxmlformats.org/officeDocument/2006/relationships/customXml" Target="../ink/ink117.xml"/><Relationship Id="rId135" Type="http://schemas.openxmlformats.org/officeDocument/2006/relationships/image" Target="../media/image119.png"/><Relationship Id="rId151" Type="http://schemas.openxmlformats.org/officeDocument/2006/relationships/image" Target="../media/image127.png"/><Relationship Id="rId156" Type="http://schemas.openxmlformats.org/officeDocument/2006/relationships/customXml" Target="../ink/ink130.xml"/><Relationship Id="rId13" Type="http://schemas.openxmlformats.org/officeDocument/2006/relationships/image" Target="../media/image58.png"/><Relationship Id="rId18" Type="http://schemas.openxmlformats.org/officeDocument/2006/relationships/customXml" Target="../ink/ink61.xml"/><Relationship Id="rId39" Type="http://schemas.openxmlformats.org/officeDocument/2006/relationships/image" Target="../media/image71.png"/><Relationship Id="rId109" Type="http://schemas.openxmlformats.org/officeDocument/2006/relationships/image" Target="../media/image106.png"/><Relationship Id="rId34" Type="http://schemas.openxmlformats.org/officeDocument/2006/relationships/customXml" Target="../ink/ink69.xml"/><Relationship Id="rId50" Type="http://schemas.openxmlformats.org/officeDocument/2006/relationships/customXml" Target="../ink/ink77.xml"/><Relationship Id="rId55" Type="http://schemas.openxmlformats.org/officeDocument/2006/relationships/image" Target="../media/image79.png"/><Relationship Id="rId76" Type="http://schemas.openxmlformats.org/officeDocument/2006/relationships/customXml" Target="../ink/ink90.xml"/><Relationship Id="rId97" Type="http://schemas.openxmlformats.org/officeDocument/2006/relationships/image" Target="../media/image100.png"/><Relationship Id="rId104" Type="http://schemas.openxmlformats.org/officeDocument/2006/relationships/customXml" Target="../ink/ink104.xml"/><Relationship Id="rId120" Type="http://schemas.openxmlformats.org/officeDocument/2006/relationships/customXml" Target="../ink/ink112.xml"/><Relationship Id="rId125" Type="http://schemas.openxmlformats.org/officeDocument/2006/relationships/image" Target="../media/image114.png"/><Relationship Id="rId141" Type="http://schemas.openxmlformats.org/officeDocument/2006/relationships/image" Target="../media/image122.png"/><Relationship Id="rId146" Type="http://schemas.openxmlformats.org/officeDocument/2006/relationships/customXml" Target="../ink/ink125.xml"/><Relationship Id="rId7" Type="http://schemas.openxmlformats.org/officeDocument/2006/relationships/image" Target="../media/image55.png"/><Relationship Id="rId71" Type="http://schemas.openxmlformats.org/officeDocument/2006/relationships/image" Target="../media/image87.png"/><Relationship Id="rId92" Type="http://schemas.openxmlformats.org/officeDocument/2006/relationships/customXml" Target="../ink/ink98.xml"/><Relationship Id="rId162" Type="http://schemas.openxmlformats.org/officeDocument/2006/relationships/customXml" Target="../ink/ink133.xml"/><Relationship Id="rId2" Type="http://schemas.openxmlformats.org/officeDocument/2006/relationships/customXml" Target="../ink/ink53.xml"/><Relationship Id="rId29" Type="http://schemas.openxmlformats.org/officeDocument/2006/relationships/image" Target="../media/image66.png"/><Relationship Id="rId24" Type="http://schemas.openxmlformats.org/officeDocument/2006/relationships/customXml" Target="../ink/ink64.xml"/><Relationship Id="rId40" Type="http://schemas.openxmlformats.org/officeDocument/2006/relationships/customXml" Target="../ink/ink72.xml"/><Relationship Id="rId45" Type="http://schemas.openxmlformats.org/officeDocument/2006/relationships/image" Target="../media/image74.png"/><Relationship Id="rId66" Type="http://schemas.openxmlformats.org/officeDocument/2006/relationships/customXml" Target="../ink/ink85.xml"/><Relationship Id="rId87" Type="http://schemas.openxmlformats.org/officeDocument/2006/relationships/image" Target="../media/image95.png"/><Relationship Id="rId110" Type="http://schemas.openxmlformats.org/officeDocument/2006/relationships/customXml" Target="../ink/ink107.xml"/><Relationship Id="rId115" Type="http://schemas.openxmlformats.org/officeDocument/2006/relationships/image" Target="../media/image109.png"/><Relationship Id="rId131" Type="http://schemas.openxmlformats.org/officeDocument/2006/relationships/image" Target="../media/image117.png"/><Relationship Id="rId136" Type="http://schemas.openxmlformats.org/officeDocument/2006/relationships/customXml" Target="../ink/ink120.xml"/><Relationship Id="rId157" Type="http://schemas.openxmlformats.org/officeDocument/2006/relationships/image" Target="../media/image130.png"/><Relationship Id="rId61" Type="http://schemas.openxmlformats.org/officeDocument/2006/relationships/image" Target="../media/image82.png"/><Relationship Id="rId82" Type="http://schemas.openxmlformats.org/officeDocument/2006/relationships/customXml" Target="../ink/ink93.xml"/><Relationship Id="rId152" Type="http://schemas.openxmlformats.org/officeDocument/2006/relationships/customXml" Target="../ink/ink128.xml"/><Relationship Id="rId19" Type="http://schemas.openxmlformats.org/officeDocument/2006/relationships/image" Target="../media/image61.png"/><Relationship Id="rId14" Type="http://schemas.openxmlformats.org/officeDocument/2006/relationships/customXml" Target="../ink/ink59.xml"/><Relationship Id="rId30" Type="http://schemas.openxmlformats.org/officeDocument/2006/relationships/customXml" Target="../ink/ink67.xml"/><Relationship Id="rId35" Type="http://schemas.openxmlformats.org/officeDocument/2006/relationships/image" Target="../media/image69.png"/><Relationship Id="rId56" Type="http://schemas.openxmlformats.org/officeDocument/2006/relationships/customXml" Target="../ink/ink80.xml"/><Relationship Id="rId77" Type="http://schemas.openxmlformats.org/officeDocument/2006/relationships/image" Target="../media/image90.png"/><Relationship Id="rId100" Type="http://schemas.openxmlformats.org/officeDocument/2006/relationships/customXml" Target="../ink/ink102.xml"/><Relationship Id="rId105" Type="http://schemas.openxmlformats.org/officeDocument/2006/relationships/image" Target="../media/image104.png"/><Relationship Id="rId126" Type="http://schemas.openxmlformats.org/officeDocument/2006/relationships/customXml" Target="../ink/ink115.xml"/><Relationship Id="rId147" Type="http://schemas.openxmlformats.org/officeDocument/2006/relationships/image" Target="../media/image125.png"/><Relationship Id="rId8" Type="http://schemas.openxmlformats.org/officeDocument/2006/relationships/customXml" Target="../ink/ink56.xml"/><Relationship Id="rId51" Type="http://schemas.openxmlformats.org/officeDocument/2006/relationships/image" Target="../media/image77.png"/><Relationship Id="rId72" Type="http://schemas.openxmlformats.org/officeDocument/2006/relationships/customXml" Target="../ink/ink88.xml"/><Relationship Id="rId93" Type="http://schemas.openxmlformats.org/officeDocument/2006/relationships/image" Target="../media/image98.png"/><Relationship Id="rId98" Type="http://schemas.openxmlformats.org/officeDocument/2006/relationships/customXml" Target="../ink/ink101.xml"/><Relationship Id="rId121" Type="http://schemas.openxmlformats.org/officeDocument/2006/relationships/image" Target="../media/image112.png"/><Relationship Id="rId142" Type="http://schemas.openxmlformats.org/officeDocument/2006/relationships/customXml" Target="../ink/ink123.xml"/><Relationship Id="rId163" Type="http://schemas.openxmlformats.org/officeDocument/2006/relationships/image" Target="../media/image133.png"/><Relationship Id="rId3" Type="http://schemas.openxmlformats.org/officeDocument/2006/relationships/image" Target="../media/image53.png"/><Relationship Id="rId25" Type="http://schemas.openxmlformats.org/officeDocument/2006/relationships/image" Target="../media/image64.png"/><Relationship Id="rId46" Type="http://schemas.openxmlformats.org/officeDocument/2006/relationships/customXml" Target="../ink/ink75.xml"/><Relationship Id="rId67" Type="http://schemas.openxmlformats.org/officeDocument/2006/relationships/image" Target="../media/image85.png"/><Relationship Id="rId116" Type="http://schemas.openxmlformats.org/officeDocument/2006/relationships/customXml" Target="../ink/ink110.xml"/><Relationship Id="rId137" Type="http://schemas.openxmlformats.org/officeDocument/2006/relationships/image" Target="../media/image120.png"/><Relationship Id="rId158" Type="http://schemas.openxmlformats.org/officeDocument/2006/relationships/customXml" Target="../ink/ink131.xml"/><Relationship Id="rId20" Type="http://schemas.openxmlformats.org/officeDocument/2006/relationships/customXml" Target="../ink/ink62.xml"/><Relationship Id="rId41" Type="http://schemas.openxmlformats.org/officeDocument/2006/relationships/image" Target="../media/image72.png"/><Relationship Id="rId62" Type="http://schemas.openxmlformats.org/officeDocument/2006/relationships/customXml" Target="../ink/ink83.xml"/><Relationship Id="rId83" Type="http://schemas.openxmlformats.org/officeDocument/2006/relationships/image" Target="../media/image93.png"/><Relationship Id="rId88" Type="http://schemas.openxmlformats.org/officeDocument/2006/relationships/customXml" Target="../ink/ink96.xml"/><Relationship Id="rId111" Type="http://schemas.openxmlformats.org/officeDocument/2006/relationships/image" Target="../media/image107.png"/><Relationship Id="rId132" Type="http://schemas.openxmlformats.org/officeDocument/2006/relationships/customXml" Target="../ink/ink118.xml"/><Relationship Id="rId153" Type="http://schemas.openxmlformats.org/officeDocument/2006/relationships/image" Target="../media/image128.png"/><Relationship Id="rId15" Type="http://schemas.openxmlformats.org/officeDocument/2006/relationships/image" Target="../media/image59.png"/><Relationship Id="rId36" Type="http://schemas.openxmlformats.org/officeDocument/2006/relationships/customXml" Target="../ink/ink70.xml"/><Relationship Id="rId57" Type="http://schemas.openxmlformats.org/officeDocument/2006/relationships/image" Target="../media/image80.png"/><Relationship Id="rId106" Type="http://schemas.openxmlformats.org/officeDocument/2006/relationships/customXml" Target="../ink/ink105.xml"/><Relationship Id="rId127" Type="http://schemas.openxmlformats.org/officeDocument/2006/relationships/image" Target="../media/image115.png"/><Relationship Id="rId10" Type="http://schemas.openxmlformats.org/officeDocument/2006/relationships/customXml" Target="../ink/ink57.xml"/><Relationship Id="rId31" Type="http://schemas.openxmlformats.org/officeDocument/2006/relationships/image" Target="../media/image67.png"/><Relationship Id="rId52" Type="http://schemas.openxmlformats.org/officeDocument/2006/relationships/customXml" Target="../ink/ink78.xml"/><Relationship Id="rId73" Type="http://schemas.openxmlformats.org/officeDocument/2006/relationships/image" Target="../media/image88.png"/><Relationship Id="rId78" Type="http://schemas.openxmlformats.org/officeDocument/2006/relationships/customXml" Target="../ink/ink91.xml"/><Relationship Id="rId94" Type="http://schemas.openxmlformats.org/officeDocument/2006/relationships/customXml" Target="../ink/ink99.xml"/><Relationship Id="rId99" Type="http://schemas.openxmlformats.org/officeDocument/2006/relationships/image" Target="../media/image101.png"/><Relationship Id="rId101" Type="http://schemas.openxmlformats.org/officeDocument/2006/relationships/image" Target="../media/image102.png"/><Relationship Id="rId122" Type="http://schemas.openxmlformats.org/officeDocument/2006/relationships/customXml" Target="../ink/ink113.xml"/><Relationship Id="rId143" Type="http://schemas.openxmlformats.org/officeDocument/2006/relationships/image" Target="../media/image123.png"/><Relationship Id="rId148" Type="http://schemas.openxmlformats.org/officeDocument/2006/relationships/customXml" Target="../ink/ink126.xml"/><Relationship Id="rId4" Type="http://schemas.openxmlformats.org/officeDocument/2006/relationships/customXml" Target="../ink/ink54.xml"/><Relationship Id="rId9" Type="http://schemas.openxmlformats.org/officeDocument/2006/relationships/image" Target="../media/image56.png"/><Relationship Id="rId26" Type="http://schemas.openxmlformats.org/officeDocument/2006/relationships/customXml" Target="../ink/ink65.xml"/><Relationship Id="rId47" Type="http://schemas.openxmlformats.org/officeDocument/2006/relationships/image" Target="../media/image75.png"/><Relationship Id="rId68" Type="http://schemas.openxmlformats.org/officeDocument/2006/relationships/customXml" Target="../ink/ink86.xml"/><Relationship Id="rId89" Type="http://schemas.openxmlformats.org/officeDocument/2006/relationships/image" Target="../media/image96.png"/><Relationship Id="rId112" Type="http://schemas.openxmlformats.org/officeDocument/2006/relationships/customXml" Target="../ink/ink108.xml"/><Relationship Id="rId133" Type="http://schemas.openxmlformats.org/officeDocument/2006/relationships/image" Target="../media/image118.png"/><Relationship Id="rId154" Type="http://schemas.openxmlformats.org/officeDocument/2006/relationships/customXml" Target="../ink/ink129.xml"/><Relationship Id="rId16" Type="http://schemas.openxmlformats.org/officeDocument/2006/relationships/customXml" Target="../ink/ink60.xml"/><Relationship Id="rId37" Type="http://schemas.openxmlformats.org/officeDocument/2006/relationships/image" Target="../media/image70.png"/><Relationship Id="rId58" Type="http://schemas.openxmlformats.org/officeDocument/2006/relationships/customXml" Target="../ink/ink81.xml"/><Relationship Id="rId79" Type="http://schemas.openxmlformats.org/officeDocument/2006/relationships/image" Target="../media/image91.png"/><Relationship Id="rId102" Type="http://schemas.openxmlformats.org/officeDocument/2006/relationships/customXml" Target="../ink/ink103.xml"/><Relationship Id="rId123" Type="http://schemas.openxmlformats.org/officeDocument/2006/relationships/image" Target="../media/image113.png"/><Relationship Id="rId144" Type="http://schemas.openxmlformats.org/officeDocument/2006/relationships/customXml" Target="../ink/ink124.xml"/><Relationship Id="rId90" Type="http://schemas.openxmlformats.org/officeDocument/2006/relationships/customXml" Target="../ink/ink97.xml"/><Relationship Id="rId27" Type="http://schemas.openxmlformats.org/officeDocument/2006/relationships/image" Target="../media/image65.png"/><Relationship Id="rId48" Type="http://schemas.openxmlformats.org/officeDocument/2006/relationships/customXml" Target="../ink/ink76.xml"/><Relationship Id="rId69" Type="http://schemas.openxmlformats.org/officeDocument/2006/relationships/image" Target="../media/image86.png"/><Relationship Id="rId113" Type="http://schemas.openxmlformats.org/officeDocument/2006/relationships/image" Target="../media/image108.png"/><Relationship Id="rId134" Type="http://schemas.openxmlformats.org/officeDocument/2006/relationships/customXml" Target="../ink/ink119.xml"/><Relationship Id="rId80" Type="http://schemas.openxmlformats.org/officeDocument/2006/relationships/customXml" Target="../ink/ink92.xml"/><Relationship Id="rId155" Type="http://schemas.openxmlformats.org/officeDocument/2006/relationships/image" Target="../media/image12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1.png"/><Relationship Id="rId21" Type="http://schemas.openxmlformats.org/officeDocument/2006/relationships/image" Target="../media/image143.png"/><Relationship Id="rId42" Type="http://schemas.openxmlformats.org/officeDocument/2006/relationships/customXml" Target="../ink/ink154.xml"/><Relationship Id="rId63" Type="http://schemas.openxmlformats.org/officeDocument/2006/relationships/image" Target="../media/image164.png"/><Relationship Id="rId84" Type="http://schemas.openxmlformats.org/officeDocument/2006/relationships/customXml" Target="../ink/ink175.xml"/><Relationship Id="rId138" Type="http://schemas.openxmlformats.org/officeDocument/2006/relationships/customXml" Target="../ink/ink202.xml"/><Relationship Id="rId159" Type="http://schemas.openxmlformats.org/officeDocument/2006/relationships/image" Target="../media/image212.png"/><Relationship Id="rId170" Type="http://schemas.openxmlformats.org/officeDocument/2006/relationships/customXml" Target="../ink/ink218.xml"/><Relationship Id="rId107" Type="http://schemas.openxmlformats.org/officeDocument/2006/relationships/image" Target="../media/image186.png"/><Relationship Id="rId11" Type="http://schemas.openxmlformats.org/officeDocument/2006/relationships/image" Target="../media/image138.png"/><Relationship Id="rId32" Type="http://schemas.openxmlformats.org/officeDocument/2006/relationships/customXml" Target="../ink/ink149.xml"/><Relationship Id="rId53" Type="http://schemas.openxmlformats.org/officeDocument/2006/relationships/image" Target="../media/image159.png"/><Relationship Id="rId74" Type="http://schemas.openxmlformats.org/officeDocument/2006/relationships/customXml" Target="../ink/ink170.xml"/><Relationship Id="rId128" Type="http://schemas.openxmlformats.org/officeDocument/2006/relationships/customXml" Target="../ink/ink197.xml"/><Relationship Id="rId149" Type="http://schemas.openxmlformats.org/officeDocument/2006/relationships/image" Target="../media/image207.png"/><Relationship Id="rId5" Type="http://schemas.openxmlformats.org/officeDocument/2006/relationships/image" Target="../media/image135.png"/><Relationship Id="rId95" Type="http://schemas.openxmlformats.org/officeDocument/2006/relationships/image" Target="../media/image180.png"/><Relationship Id="rId160" Type="http://schemas.openxmlformats.org/officeDocument/2006/relationships/customXml" Target="../ink/ink213.xml"/><Relationship Id="rId22" Type="http://schemas.openxmlformats.org/officeDocument/2006/relationships/customXml" Target="../ink/ink144.xml"/><Relationship Id="rId43" Type="http://schemas.openxmlformats.org/officeDocument/2006/relationships/image" Target="../media/image154.png"/><Relationship Id="rId64" Type="http://schemas.openxmlformats.org/officeDocument/2006/relationships/customXml" Target="../ink/ink165.xml"/><Relationship Id="rId118" Type="http://schemas.openxmlformats.org/officeDocument/2006/relationships/customXml" Target="../ink/ink192.xml"/><Relationship Id="rId139" Type="http://schemas.openxmlformats.org/officeDocument/2006/relationships/image" Target="../media/image202.png"/><Relationship Id="rId85" Type="http://schemas.openxmlformats.org/officeDocument/2006/relationships/image" Target="../media/image175.png"/><Relationship Id="rId150" Type="http://schemas.openxmlformats.org/officeDocument/2006/relationships/customXml" Target="../ink/ink208.xml"/><Relationship Id="rId171" Type="http://schemas.openxmlformats.org/officeDocument/2006/relationships/image" Target="../media/image218.png"/><Relationship Id="rId12" Type="http://schemas.openxmlformats.org/officeDocument/2006/relationships/customXml" Target="../ink/ink139.xml"/><Relationship Id="rId33" Type="http://schemas.openxmlformats.org/officeDocument/2006/relationships/image" Target="../media/image149.png"/><Relationship Id="rId108" Type="http://schemas.openxmlformats.org/officeDocument/2006/relationships/customXml" Target="../ink/ink187.xml"/><Relationship Id="rId129" Type="http://schemas.openxmlformats.org/officeDocument/2006/relationships/image" Target="../media/image197.png"/><Relationship Id="rId54" Type="http://schemas.openxmlformats.org/officeDocument/2006/relationships/customXml" Target="../ink/ink160.xml"/><Relationship Id="rId75" Type="http://schemas.openxmlformats.org/officeDocument/2006/relationships/image" Target="../media/image170.png"/><Relationship Id="rId96" Type="http://schemas.openxmlformats.org/officeDocument/2006/relationships/customXml" Target="../ink/ink181.xml"/><Relationship Id="rId140" Type="http://schemas.openxmlformats.org/officeDocument/2006/relationships/customXml" Target="../ink/ink203.xml"/><Relationship Id="rId161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6.xml"/><Relationship Id="rId23" Type="http://schemas.openxmlformats.org/officeDocument/2006/relationships/image" Target="../media/image144.png"/><Relationship Id="rId28" Type="http://schemas.openxmlformats.org/officeDocument/2006/relationships/customXml" Target="../ink/ink147.xml"/><Relationship Id="rId49" Type="http://schemas.openxmlformats.org/officeDocument/2006/relationships/image" Target="../media/image157.png"/><Relationship Id="rId114" Type="http://schemas.openxmlformats.org/officeDocument/2006/relationships/customXml" Target="../ink/ink190.xml"/><Relationship Id="rId119" Type="http://schemas.openxmlformats.org/officeDocument/2006/relationships/image" Target="../media/image192.png"/><Relationship Id="rId44" Type="http://schemas.openxmlformats.org/officeDocument/2006/relationships/customXml" Target="../ink/ink155.xml"/><Relationship Id="rId60" Type="http://schemas.openxmlformats.org/officeDocument/2006/relationships/customXml" Target="../ink/ink163.xml"/><Relationship Id="rId65" Type="http://schemas.openxmlformats.org/officeDocument/2006/relationships/image" Target="../media/image165.png"/><Relationship Id="rId81" Type="http://schemas.openxmlformats.org/officeDocument/2006/relationships/image" Target="../media/image173.png"/><Relationship Id="rId86" Type="http://schemas.openxmlformats.org/officeDocument/2006/relationships/customXml" Target="../ink/ink176.xml"/><Relationship Id="rId130" Type="http://schemas.openxmlformats.org/officeDocument/2006/relationships/customXml" Target="../ink/ink198.xml"/><Relationship Id="rId135" Type="http://schemas.openxmlformats.org/officeDocument/2006/relationships/image" Target="../media/image200.png"/><Relationship Id="rId151" Type="http://schemas.openxmlformats.org/officeDocument/2006/relationships/image" Target="../media/image208.png"/><Relationship Id="rId156" Type="http://schemas.openxmlformats.org/officeDocument/2006/relationships/customXml" Target="../ink/ink211.xml"/><Relationship Id="rId172" Type="http://schemas.openxmlformats.org/officeDocument/2006/relationships/customXml" Target="../ink/ink219.xml"/><Relationship Id="rId13" Type="http://schemas.openxmlformats.org/officeDocument/2006/relationships/image" Target="../media/image139.png"/><Relationship Id="rId18" Type="http://schemas.openxmlformats.org/officeDocument/2006/relationships/customXml" Target="../ink/ink142.xml"/><Relationship Id="rId39" Type="http://schemas.openxmlformats.org/officeDocument/2006/relationships/image" Target="../media/image152.png"/><Relationship Id="rId109" Type="http://schemas.openxmlformats.org/officeDocument/2006/relationships/image" Target="../media/image187.png"/><Relationship Id="rId34" Type="http://schemas.openxmlformats.org/officeDocument/2006/relationships/customXml" Target="../ink/ink150.xml"/><Relationship Id="rId50" Type="http://schemas.openxmlformats.org/officeDocument/2006/relationships/customXml" Target="../ink/ink158.xml"/><Relationship Id="rId55" Type="http://schemas.openxmlformats.org/officeDocument/2006/relationships/image" Target="../media/image160.png"/><Relationship Id="rId76" Type="http://schemas.openxmlformats.org/officeDocument/2006/relationships/customXml" Target="../ink/ink171.xml"/><Relationship Id="rId97" Type="http://schemas.openxmlformats.org/officeDocument/2006/relationships/image" Target="../media/image181.png"/><Relationship Id="rId104" Type="http://schemas.openxmlformats.org/officeDocument/2006/relationships/customXml" Target="../ink/ink185.xml"/><Relationship Id="rId120" Type="http://schemas.openxmlformats.org/officeDocument/2006/relationships/customXml" Target="../ink/ink193.xml"/><Relationship Id="rId125" Type="http://schemas.openxmlformats.org/officeDocument/2006/relationships/image" Target="../media/image195.png"/><Relationship Id="rId141" Type="http://schemas.openxmlformats.org/officeDocument/2006/relationships/image" Target="../media/image203.png"/><Relationship Id="rId146" Type="http://schemas.openxmlformats.org/officeDocument/2006/relationships/customXml" Target="../ink/ink206.xml"/><Relationship Id="rId167" Type="http://schemas.openxmlformats.org/officeDocument/2006/relationships/image" Target="../media/image216.png"/><Relationship Id="rId7" Type="http://schemas.openxmlformats.org/officeDocument/2006/relationships/image" Target="../media/image136.png"/><Relationship Id="rId71" Type="http://schemas.openxmlformats.org/officeDocument/2006/relationships/image" Target="../media/image168.png"/><Relationship Id="rId92" Type="http://schemas.openxmlformats.org/officeDocument/2006/relationships/customXml" Target="../ink/ink179.xml"/><Relationship Id="rId162" Type="http://schemas.openxmlformats.org/officeDocument/2006/relationships/customXml" Target="../ink/ink214.xml"/><Relationship Id="rId2" Type="http://schemas.openxmlformats.org/officeDocument/2006/relationships/customXml" Target="../ink/ink134.xml"/><Relationship Id="rId29" Type="http://schemas.openxmlformats.org/officeDocument/2006/relationships/image" Target="../media/image147.png"/><Relationship Id="rId24" Type="http://schemas.openxmlformats.org/officeDocument/2006/relationships/customXml" Target="../ink/ink145.xml"/><Relationship Id="rId40" Type="http://schemas.openxmlformats.org/officeDocument/2006/relationships/customXml" Target="../ink/ink153.xml"/><Relationship Id="rId45" Type="http://schemas.openxmlformats.org/officeDocument/2006/relationships/image" Target="../media/image155.png"/><Relationship Id="rId66" Type="http://schemas.openxmlformats.org/officeDocument/2006/relationships/customXml" Target="../ink/ink166.xml"/><Relationship Id="rId87" Type="http://schemas.openxmlformats.org/officeDocument/2006/relationships/image" Target="../media/image176.png"/><Relationship Id="rId110" Type="http://schemas.openxmlformats.org/officeDocument/2006/relationships/customXml" Target="../ink/ink188.xml"/><Relationship Id="rId115" Type="http://schemas.openxmlformats.org/officeDocument/2006/relationships/image" Target="../media/image190.png"/><Relationship Id="rId131" Type="http://schemas.openxmlformats.org/officeDocument/2006/relationships/image" Target="../media/image198.png"/><Relationship Id="rId136" Type="http://schemas.openxmlformats.org/officeDocument/2006/relationships/customXml" Target="../ink/ink201.xml"/><Relationship Id="rId157" Type="http://schemas.openxmlformats.org/officeDocument/2006/relationships/image" Target="../media/image211.png"/><Relationship Id="rId61" Type="http://schemas.openxmlformats.org/officeDocument/2006/relationships/image" Target="../media/image163.png"/><Relationship Id="rId82" Type="http://schemas.openxmlformats.org/officeDocument/2006/relationships/customXml" Target="../ink/ink174.xml"/><Relationship Id="rId152" Type="http://schemas.openxmlformats.org/officeDocument/2006/relationships/customXml" Target="../ink/ink209.xml"/><Relationship Id="rId173" Type="http://schemas.openxmlformats.org/officeDocument/2006/relationships/image" Target="../media/image219.png"/><Relationship Id="rId19" Type="http://schemas.openxmlformats.org/officeDocument/2006/relationships/image" Target="../media/image142.png"/><Relationship Id="rId14" Type="http://schemas.openxmlformats.org/officeDocument/2006/relationships/customXml" Target="../ink/ink140.xml"/><Relationship Id="rId30" Type="http://schemas.openxmlformats.org/officeDocument/2006/relationships/customXml" Target="../ink/ink148.xml"/><Relationship Id="rId35" Type="http://schemas.openxmlformats.org/officeDocument/2006/relationships/image" Target="../media/image150.png"/><Relationship Id="rId56" Type="http://schemas.openxmlformats.org/officeDocument/2006/relationships/customXml" Target="../ink/ink161.xml"/><Relationship Id="rId77" Type="http://schemas.openxmlformats.org/officeDocument/2006/relationships/image" Target="../media/image171.png"/><Relationship Id="rId100" Type="http://schemas.openxmlformats.org/officeDocument/2006/relationships/customXml" Target="../ink/ink183.xml"/><Relationship Id="rId105" Type="http://schemas.openxmlformats.org/officeDocument/2006/relationships/image" Target="../media/image185.png"/><Relationship Id="rId126" Type="http://schemas.openxmlformats.org/officeDocument/2006/relationships/customXml" Target="../ink/ink196.xml"/><Relationship Id="rId147" Type="http://schemas.openxmlformats.org/officeDocument/2006/relationships/image" Target="../media/image206.png"/><Relationship Id="rId168" Type="http://schemas.openxmlformats.org/officeDocument/2006/relationships/customXml" Target="../ink/ink217.xml"/><Relationship Id="rId8" Type="http://schemas.openxmlformats.org/officeDocument/2006/relationships/customXml" Target="../ink/ink137.xml"/><Relationship Id="rId51" Type="http://schemas.openxmlformats.org/officeDocument/2006/relationships/image" Target="../media/image158.png"/><Relationship Id="rId72" Type="http://schemas.openxmlformats.org/officeDocument/2006/relationships/customXml" Target="../ink/ink169.xml"/><Relationship Id="rId93" Type="http://schemas.openxmlformats.org/officeDocument/2006/relationships/image" Target="../media/image179.png"/><Relationship Id="rId98" Type="http://schemas.openxmlformats.org/officeDocument/2006/relationships/customXml" Target="../ink/ink182.xml"/><Relationship Id="rId121" Type="http://schemas.openxmlformats.org/officeDocument/2006/relationships/image" Target="../media/image193.png"/><Relationship Id="rId142" Type="http://schemas.openxmlformats.org/officeDocument/2006/relationships/customXml" Target="../ink/ink204.xml"/><Relationship Id="rId163" Type="http://schemas.openxmlformats.org/officeDocument/2006/relationships/image" Target="../media/image214.png"/><Relationship Id="rId3" Type="http://schemas.openxmlformats.org/officeDocument/2006/relationships/image" Target="../media/image134.png"/><Relationship Id="rId25" Type="http://schemas.openxmlformats.org/officeDocument/2006/relationships/image" Target="../media/image145.png"/><Relationship Id="rId46" Type="http://schemas.openxmlformats.org/officeDocument/2006/relationships/customXml" Target="../ink/ink156.xml"/><Relationship Id="rId67" Type="http://schemas.openxmlformats.org/officeDocument/2006/relationships/image" Target="../media/image166.png"/><Relationship Id="rId116" Type="http://schemas.openxmlformats.org/officeDocument/2006/relationships/customXml" Target="../ink/ink191.xml"/><Relationship Id="rId137" Type="http://schemas.openxmlformats.org/officeDocument/2006/relationships/image" Target="../media/image201.png"/><Relationship Id="rId158" Type="http://schemas.openxmlformats.org/officeDocument/2006/relationships/customXml" Target="../ink/ink212.xml"/><Relationship Id="rId20" Type="http://schemas.openxmlformats.org/officeDocument/2006/relationships/customXml" Target="../ink/ink143.xml"/><Relationship Id="rId41" Type="http://schemas.openxmlformats.org/officeDocument/2006/relationships/image" Target="../media/image153.png"/><Relationship Id="rId62" Type="http://schemas.openxmlformats.org/officeDocument/2006/relationships/customXml" Target="../ink/ink164.xml"/><Relationship Id="rId83" Type="http://schemas.openxmlformats.org/officeDocument/2006/relationships/image" Target="../media/image174.png"/><Relationship Id="rId88" Type="http://schemas.openxmlformats.org/officeDocument/2006/relationships/customXml" Target="../ink/ink177.xml"/><Relationship Id="rId111" Type="http://schemas.openxmlformats.org/officeDocument/2006/relationships/image" Target="../media/image188.png"/><Relationship Id="rId132" Type="http://schemas.openxmlformats.org/officeDocument/2006/relationships/customXml" Target="../ink/ink199.xml"/><Relationship Id="rId153" Type="http://schemas.openxmlformats.org/officeDocument/2006/relationships/image" Target="../media/image209.png"/><Relationship Id="rId15" Type="http://schemas.openxmlformats.org/officeDocument/2006/relationships/image" Target="../media/image140.png"/><Relationship Id="rId36" Type="http://schemas.openxmlformats.org/officeDocument/2006/relationships/customXml" Target="../ink/ink151.xml"/><Relationship Id="rId57" Type="http://schemas.openxmlformats.org/officeDocument/2006/relationships/image" Target="../media/image161.png"/><Relationship Id="rId106" Type="http://schemas.openxmlformats.org/officeDocument/2006/relationships/customXml" Target="../ink/ink186.xml"/><Relationship Id="rId127" Type="http://schemas.openxmlformats.org/officeDocument/2006/relationships/image" Target="../media/image196.png"/><Relationship Id="rId10" Type="http://schemas.openxmlformats.org/officeDocument/2006/relationships/customXml" Target="../ink/ink138.xml"/><Relationship Id="rId31" Type="http://schemas.openxmlformats.org/officeDocument/2006/relationships/image" Target="../media/image148.png"/><Relationship Id="rId52" Type="http://schemas.openxmlformats.org/officeDocument/2006/relationships/customXml" Target="../ink/ink159.xml"/><Relationship Id="rId73" Type="http://schemas.openxmlformats.org/officeDocument/2006/relationships/image" Target="../media/image169.png"/><Relationship Id="rId78" Type="http://schemas.openxmlformats.org/officeDocument/2006/relationships/customXml" Target="../ink/ink172.xml"/><Relationship Id="rId94" Type="http://schemas.openxmlformats.org/officeDocument/2006/relationships/customXml" Target="../ink/ink180.xml"/><Relationship Id="rId99" Type="http://schemas.openxmlformats.org/officeDocument/2006/relationships/image" Target="../media/image182.png"/><Relationship Id="rId101" Type="http://schemas.openxmlformats.org/officeDocument/2006/relationships/image" Target="../media/image183.png"/><Relationship Id="rId122" Type="http://schemas.openxmlformats.org/officeDocument/2006/relationships/customXml" Target="../ink/ink194.xml"/><Relationship Id="rId143" Type="http://schemas.openxmlformats.org/officeDocument/2006/relationships/image" Target="../media/image204.png"/><Relationship Id="rId148" Type="http://schemas.openxmlformats.org/officeDocument/2006/relationships/customXml" Target="../ink/ink207.xml"/><Relationship Id="rId164" Type="http://schemas.openxmlformats.org/officeDocument/2006/relationships/customXml" Target="../ink/ink215.xml"/><Relationship Id="rId169" Type="http://schemas.openxmlformats.org/officeDocument/2006/relationships/image" Target="../media/image217.png"/><Relationship Id="rId4" Type="http://schemas.openxmlformats.org/officeDocument/2006/relationships/customXml" Target="../ink/ink135.xml"/><Relationship Id="rId9" Type="http://schemas.openxmlformats.org/officeDocument/2006/relationships/image" Target="../media/image137.png"/><Relationship Id="rId26" Type="http://schemas.openxmlformats.org/officeDocument/2006/relationships/customXml" Target="../ink/ink146.xml"/><Relationship Id="rId47" Type="http://schemas.openxmlformats.org/officeDocument/2006/relationships/image" Target="../media/image156.png"/><Relationship Id="rId68" Type="http://schemas.openxmlformats.org/officeDocument/2006/relationships/customXml" Target="../ink/ink167.xml"/><Relationship Id="rId89" Type="http://schemas.openxmlformats.org/officeDocument/2006/relationships/image" Target="../media/image177.png"/><Relationship Id="rId112" Type="http://schemas.openxmlformats.org/officeDocument/2006/relationships/customXml" Target="../ink/ink189.xml"/><Relationship Id="rId133" Type="http://schemas.openxmlformats.org/officeDocument/2006/relationships/image" Target="../media/image199.png"/><Relationship Id="rId154" Type="http://schemas.openxmlformats.org/officeDocument/2006/relationships/customXml" Target="../ink/ink210.xml"/><Relationship Id="rId16" Type="http://schemas.openxmlformats.org/officeDocument/2006/relationships/customXml" Target="../ink/ink141.xml"/><Relationship Id="rId37" Type="http://schemas.openxmlformats.org/officeDocument/2006/relationships/image" Target="../media/image151.png"/><Relationship Id="rId58" Type="http://schemas.openxmlformats.org/officeDocument/2006/relationships/customXml" Target="../ink/ink162.xml"/><Relationship Id="rId79" Type="http://schemas.openxmlformats.org/officeDocument/2006/relationships/image" Target="../media/image172.png"/><Relationship Id="rId102" Type="http://schemas.openxmlformats.org/officeDocument/2006/relationships/customXml" Target="../ink/ink184.xml"/><Relationship Id="rId123" Type="http://schemas.openxmlformats.org/officeDocument/2006/relationships/image" Target="../media/image194.png"/><Relationship Id="rId144" Type="http://schemas.openxmlformats.org/officeDocument/2006/relationships/customXml" Target="../ink/ink205.xml"/><Relationship Id="rId90" Type="http://schemas.openxmlformats.org/officeDocument/2006/relationships/customXml" Target="../ink/ink178.xml"/><Relationship Id="rId165" Type="http://schemas.openxmlformats.org/officeDocument/2006/relationships/image" Target="../media/image215.png"/><Relationship Id="rId27" Type="http://schemas.openxmlformats.org/officeDocument/2006/relationships/image" Target="../media/image146.png"/><Relationship Id="rId48" Type="http://schemas.openxmlformats.org/officeDocument/2006/relationships/customXml" Target="../ink/ink157.xml"/><Relationship Id="rId69" Type="http://schemas.openxmlformats.org/officeDocument/2006/relationships/image" Target="../media/image167.png"/><Relationship Id="rId113" Type="http://schemas.openxmlformats.org/officeDocument/2006/relationships/image" Target="../media/image189.png"/><Relationship Id="rId134" Type="http://schemas.openxmlformats.org/officeDocument/2006/relationships/customXml" Target="../ink/ink200.xml"/><Relationship Id="rId80" Type="http://schemas.openxmlformats.org/officeDocument/2006/relationships/customXml" Target="../ink/ink173.xml"/><Relationship Id="rId155" Type="http://schemas.openxmlformats.org/officeDocument/2006/relationships/image" Target="../media/image210.png"/><Relationship Id="rId17" Type="http://schemas.openxmlformats.org/officeDocument/2006/relationships/image" Target="../media/image141.png"/><Relationship Id="rId38" Type="http://schemas.openxmlformats.org/officeDocument/2006/relationships/customXml" Target="../ink/ink152.xml"/><Relationship Id="rId59" Type="http://schemas.openxmlformats.org/officeDocument/2006/relationships/image" Target="../media/image162.png"/><Relationship Id="rId103" Type="http://schemas.openxmlformats.org/officeDocument/2006/relationships/image" Target="../media/image184.png"/><Relationship Id="rId124" Type="http://schemas.openxmlformats.org/officeDocument/2006/relationships/customXml" Target="../ink/ink195.xml"/><Relationship Id="rId70" Type="http://schemas.openxmlformats.org/officeDocument/2006/relationships/customXml" Target="../ink/ink168.xml"/><Relationship Id="rId91" Type="http://schemas.openxmlformats.org/officeDocument/2006/relationships/image" Target="../media/image178.png"/><Relationship Id="rId145" Type="http://schemas.openxmlformats.org/officeDocument/2006/relationships/image" Target="../media/image205.png"/><Relationship Id="rId166" Type="http://schemas.openxmlformats.org/officeDocument/2006/relationships/customXml" Target="../ink/ink21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5.png"/><Relationship Id="rId18" Type="http://schemas.openxmlformats.org/officeDocument/2006/relationships/customXml" Target="../ink/ink228.xml"/><Relationship Id="rId26" Type="http://schemas.openxmlformats.org/officeDocument/2006/relationships/customXml" Target="../ink/ink232.xml"/><Relationship Id="rId3" Type="http://schemas.openxmlformats.org/officeDocument/2006/relationships/image" Target="../media/image220.png"/><Relationship Id="rId21" Type="http://schemas.openxmlformats.org/officeDocument/2006/relationships/image" Target="../media/image229.png"/><Relationship Id="rId34" Type="http://schemas.openxmlformats.org/officeDocument/2006/relationships/customXml" Target="../ink/ink236.xml"/><Relationship Id="rId7" Type="http://schemas.openxmlformats.org/officeDocument/2006/relationships/image" Target="../media/image222.png"/><Relationship Id="rId12" Type="http://schemas.openxmlformats.org/officeDocument/2006/relationships/customXml" Target="../ink/ink225.xml"/><Relationship Id="rId17" Type="http://schemas.openxmlformats.org/officeDocument/2006/relationships/image" Target="../media/image227.png"/><Relationship Id="rId25" Type="http://schemas.openxmlformats.org/officeDocument/2006/relationships/image" Target="../media/image231.png"/><Relationship Id="rId33" Type="http://schemas.openxmlformats.org/officeDocument/2006/relationships/image" Target="../media/image235.png"/><Relationship Id="rId2" Type="http://schemas.openxmlformats.org/officeDocument/2006/relationships/customXml" Target="../ink/ink220.xml"/><Relationship Id="rId16" Type="http://schemas.openxmlformats.org/officeDocument/2006/relationships/customXml" Target="../ink/ink227.xml"/><Relationship Id="rId20" Type="http://schemas.openxmlformats.org/officeDocument/2006/relationships/customXml" Target="../ink/ink229.xml"/><Relationship Id="rId29" Type="http://schemas.openxmlformats.org/officeDocument/2006/relationships/image" Target="../media/image2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2.xml"/><Relationship Id="rId11" Type="http://schemas.openxmlformats.org/officeDocument/2006/relationships/image" Target="../media/image224.png"/><Relationship Id="rId24" Type="http://schemas.openxmlformats.org/officeDocument/2006/relationships/customXml" Target="../ink/ink231.xml"/><Relationship Id="rId32" Type="http://schemas.openxmlformats.org/officeDocument/2006/relationships/customXml" Target="../ink/ink235.xml"/><Relationship Id="rId5" Type="http://schemas.openxmlformats.org/officeDocument/2006/relationships/image" Target="../media/image221.png"/><Relationship Id="rId15" Type="http://schemas.openxmlformats.org/officeDocument/2006/relationships/image" Target="../media/image226.png"/><Relationship Id="rId23" Type="http://schemas.openxmlformats.org/officeDocument/2006/relationships/image" Target="../media/image230.png"/><Relationship Id="rId28" Type="http://schemas.openxmlformats.org/officeDocument/2006/relationships/customXml" Target="../ink/ink233.xml"/><Relationship Id="rId10" Type="http://schemas.openxmlformats.org/officeDocument/2006/relationships/customXml" Target="../ink/ink224.xml"/><Relationship Id="rId19" Type="http://schemas.openxmlformats.org/officeDocument/2006/relationships/image" Target="../media/image228.png"/><Relationship Id="rId31" Type="http://schemas.openxmlformats.org/officeDocument/2006/relationships/image" Target="../media/image234.png"/><Relationship Id="rId4" Type="http://schemas.openxmlformats.org/officeDocument/2006/relationships/customXml" Target="../ink/ink221.xml"/><Relationship Id="rId9" Type="http://schemas.openxmlformats.org/officeDocument/2006/relationships/image" Target="../media/image223.png"/><Relationship Id="rId14" Type="http://schemas.openxmlformats.org/officeDocument/2006/relationships/customXml" Target="../ink/ink226.xml"/><Relationship Id="rId22" Type="http://schemas.openxmlformats.org/officeDocument/2006/relationships/customXml" Target="../ink/ink230.xml"/><Relationship Id="rId27" Type="http://schemas.openxmlformats.org/officeDocument/2006/relationships/image" Target="../media/image232.png"/><Relationship Id="rId30" Type="http://schemas.openxmlformats.org/officeDocument/2006/relationships/customXml" Target="../ink/ink234.xml"/><Relationship Id="rId35" Type="http://schemas.openxmlformats.org/officeDocument/2006/relationships/image" Target="../media/image236.png"/><Relationship Id="rId8" Type="http://schemas.openxmlformats.org/officeDocument/2006/relationships/customXml" Target="../ink/ink223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4.png"/><Relationship Id="rId21" Type="http://schemas.openxmlformats.org/officeDocument/2006/relationships/image" Target="../media/image246.png"/><Relationship Id="rId42" Type="http://schemas.openxmlformats.org/officeDocument/2006/relationships/customXml" Target="../ink/ink257.xml"/><Relationship Id="rId63" Type="http://schemas.openxmlformats.org/officeDocument/2006/relationships/image" Target="../media/image267.png"/><Relationship Id="rId84" Type="http://schemas.openxmlformats.org/officeDocument/2006/relationships/customXml" Target="../ink/ink278.xml"/><Relationship Id="rId138" Type="http://schemas.openxmlformats.org/officeDocument/2006/relationships/customXml" Target="../ink/ink305.xml"/><Relationship Id="rId159" Type="http://schemas.openxmlformats.org/officeDocument/2006/relationships/image" Target="../media/image315.png"/><Relationship Id="rId170" Type="http://schemas.openxmlformats.org/officeDocument/2006/relationships/customXml" Target="../ink/ink321.xml"/><Relationship Id="rId191" Type="http://schemas.openxmlformats.org/officeDocument/2006/relationships/image" Target="../media/image331.png"/><Relationship Id="rId205" Type="http://schemas.openxmlformats.org/officeDocument/2006/relationships/image" Target="../media/image338.png"/><Relationship Id="rId226" Type="http://schemas.openxmlformats.org/officeDocument/2006/relationships/customXml" Target="../ink/ink349.xml"/><Relationship Id="rId107" Type="http://schemas.openxmlformats.org/officeDocument/2006/relationships/image" Target="../media/image289.png"/><Relationship Id="rId11" Type="http://schemas.openxmlformats.org/officeDocument/2006/relationships/image" Target="../media/image241.png"/><Relationship Id="rId32" Type="http://schemas.openxmlformats.org/officeDocument/2006/relationships/customXml" Target="../ink/ink252.xml"/><Relationship Id="rId53" Type="http://schemas.openxmlformats.org/officeDocument/2006/relationships/image" Target="../media/image262.png"/><Relationship Id="rId74" Type="http://schemas.openxmlformats.org/officeDocument/2006/relationships/customXml" Target="../ink/ink273.xml"/><Relationship Id="rId128" Type="http://schemas.openxmlformats.org/officeDocument/2006/relationships/customXml" Target="../ink/ink300.xml"/><Relationship Id="rId149" Type="http://schemas.openxmlformats.org/officeDocument/2006/relationships/image" Target="../media/image310.png"/><Relationship Id="rId5" Type="http://schemas.openxmlformats.org/officeDocument/2006/relationships/image" Target="../media/image238.png"/><Relationship Id="rId95" Type="http://schemas.openxmlformats.org/officeDocument/2006/relationships/image" Target="../media/image283.png"/><Relationship Id="rId160" Type="http://schemas.openxmlformats.org/officeDocument/2006/relationships/customXml" Target="../ink/ink316.xml"/><Relationship Id="rId181" Type="http://schemas.openxmlformats.org/officeDocument/2006/relationships/image" Target="../media/image326.png"/><Relationship Id="rId216" Type="http://schemas.openxmlformats.org/officeDocument/2006/relationships/customXml" Target="../ink/ink344.xml"/><Relationship Id="rId237" Type="http://schemas.openxmlformats.org/officeDocument/2006/relationships/image" Target="../media/image354.png"/><Relationship Id="rId22" Type="http://schemas.openxmlformats.org/officeDocument/2006/relationships/customXml" Target="../ink/ink247.xml"/><Relationship Id="rId43" Type="http://schemas.openxmlformats.org/officeDocument/2006/relationships/image" Target="../media/image257.png"/><Relationship Id="rId64" Type="http://schemas.openxmlformats.org/officeDocument/2006/relationships/customXml" Target="../ink/ink268.xml"/><Relationship Id="rId118" Type="http://schemas.openxmlformats.org/officeDocument/2006/relationships/customXml" Target="../ink/ink295.xml"/><Relationship Id="rId139" Type="http://schemas.openxmlformats.org/officeDocument/2006/relationships/image" Target="../media/image305.png"/><Relationship Id="rId85" Type="http://schemas.openxmlformats.org/officeDocument/2006/relationships/image" Target="../media/image278.png"/><Relationship Id="rId150" Type="http://schemas.openxmlformats.org/officeDocument/2006/relationships/customXml" Target="../ink/ink311.xml"/><Relationship Id="rId171" Type="http://schemas.openxmlformats.org/officeDocument/2006/relationships/image" Target="../media/image321.png"/><Relationship Id="rId192" Type="http://schemas.openxmlformats.org/officeDocument/2006/relationships/customXml" Target="../ink/ink332.xml"/><Relationship Id="rId206" Type="http://schemas.openxmlformats.org/officeDocument/2006/relationships/customXml" Target="../ink/ink339.xml"/><Relationship Id="rId227" Type="http://schemas.openxmlformats.org/officeDocument/2006/relationships/image" Target="../media/image349.png"/><Relationship Id="rId12" Type="http://schemas.openxmlformats.org/officeDocument/2006/relationships/customXml" Target="../ink/ink242.xml"/><Relationship Id="rId33" Type="http://schemas.openxmlformats.org/officeDocument/2006/relationships/image" Target="../media/image252.png"/><Relationship Id="rId108" Type="http://schemas.openxmlformats.org/officeDocument/2006/relationships/customXml" Target="../ink/ink290.xml"/><Relationship Id="rId129" Type="http://schemas.openxmlformats.org/officeDocument/2006/relationships/image" Target="../media/image300.png"/><Relationship Id="rId54" Type="http://schemas.openxmlformats.org/officeDocument/2006/relationships/customXml" Target="../ink/ink263.xml"/><Relationship Id="rId75" Type="http://schemas.openxmlformats.org/officeDocument/2006/relationships/image" Target="../media/image273.png"/><Relationship Id="rId96" Type="http://schemas.openxmlformats.org/officeDocument/2006/relationships/customXml" Target="../ink/ink284.xml"/><Relationship Id="rId140" Type="http://schemas.openxmlformats.org/officeDocument/2006/relationships/customXml" Target="../ink/ink306.xml"/><Relationship Id="rId161" Type="http://schemas.openxmlformats.org/officeDocument/2006/relationships/image" Target="../media/image316.png"/><Relationship Id="rId182" Type="http://schemas.openxmlformats.org/officeDocument/2006/relationships/customXml" Target="../ink/ink327.xml"/><Relationship Id="rId217" Type="http://schemas.openxmlformats.org/officeDocument/2006/relationships/image" Target="../media/image344.png"/><Relationship Id="rId6" Type="http://schemas.openxmlformats.org/officeDocument/2006/relationships/customXml" Target="../ink/ink239.xml"/><Relationship Id="rId23" Type="http://schemas.openxmlformats.org/officeDocument/2006/relationships/image" Target="../media/image247.png"/><Relationship Id="rId119" Type="http://schemas.openxmlformats.org/officeDocument/2006/relationships/image" Target="../media/image295.png"/><Relationship Id="rId44" Type="http://schemas.openxmlformats.org/officeDocument/2006/relationships/customXml" Target="../ink/ink258.xml"/><Relationship Id="rId65" Type="http://schemas.openxmlformats.org/officeDocument/2006/relationships/image" Target="../media/image268.png"/><Relationship Id="rId86" Type="http://schemas.openxmlformats.org/officeDocument/2006/relationships/customXml" Target="../ink/ink279.xml"/><Relationship Id="rId130" Type="http://schemas.openxmlformats.org/officeDocument/2006/relationships/customXml" Target="../ink/ink301.xml"/><Relationship Id="rId151" Type="http://schemas.openxmlformats.org/officeDocument/2006/relationships/image" Target="../media/image311.png"/><Relationship Id="rId172" Type="http://schemas.openxmlformats.org/officeDocument/2006/relationships/customXml" Target="../ink/ink322.xml"/><Relationship Id="rId193" Type="http://schemas.openxmlformats.org/officeDocument/2006/relationships/image" Target="../media/image332.png"/><Relationship Id="rId207" Type="http://schemas.openxmlformats.org/officeDocument/2006/relationships/image" Target="../media/image339.png"/><Relationship Id="rId228" Type="http://schemas.openxmlformats.org/officeDocument/2006/relationships/customXml" Target="../ink/ink350.xml"/><Relationship Id="rId13" Type="http://schemas.openxmlformats.org/officeDocument/2006/relationships/image" Target="../media/image242.png"/><Relationship Id="rId109" Type="http://schemas.openxmlformats.org/officeDocument/2006/relationships/image" Target="../media/image290.png"/><Relationship Id="rId34" Type="http://schemas.openxmlformats.org/officeDocument/2006/relationships/customXml" Target="../ink/ink253.xml"/><Relationship Id="rId55" Type="http://schemas.openxmlformats.org/officeDocument/2006/relationships/image" Target="../media/image263.png"/><Relationship Id="rId76" Type="http://schemas.openxmlformats.org/officeDocument/2006/relationships/customXml" Target="../ink/ink274.xml"/><Relationship Id="rId97" Type="http://schemas.openxmlformats.org/officeDocument/2006/relationships/image" Target="../media/image284.png"/><Relationship Id="rId120" Type="http://schemas.openxmlformats.org/officeDocument/2006/relationships/customXml" Target="../ink/ink296.xml"/><Relationship Id="rId141" Type="http://schemas.openxmlformats.org/officeDocument/2006/relationships/image" Target="../media/image306.png"/><Relationship Id="rId7" Type="http://schemas.openxmlformats.org/officeDocument/2006/relationships/image" Target="../media/image239.png"/><Relationship Id="rId162" Type="http://schemas.openxmlformats.org/officeDocument/2006/relationships/customXml" Target="../ink/ink317.xml"/><Relationship Id="rId183" Type="http://schemas.openxmlformats.org/officeDocument/2006/relationships/image" Target="../media/image327.png"/><Relationship Id="rId218" Type="http://schemas.openxmlformats.org/officeDocument/2006/relationships/customXml" Target="../ink/ink345.xml"/><Relationship Id="rId24" Type="http://schemas.openxmlformats.org/officeDocument/2006/relationships/customXml" Target="../ink/ink248.xml"/><Relationship Id="rId45" Type="http://schemas.openxmlformats.org/officeDocument/2006/relationships/image" Target="../media/image258.png"/><Relationship Id="rId66" Type="http://schemas.openxmlformats.org/officeDocument/2006/relationships/customXml" Target="../ink/ink269.xml"/><Relationship Id="rId87" Type="http://schemas.openxmlformats.org/officeDocument/2006/relationships/image" Target="../media/image279.png"/><Relationship Id="rId110" Type="http://schemas.openxmlformats.org/officeDocument/2006/relationships/customXml" Target="../ink/ink291.xml"/><Relationship Id="rId131" Type="http://schemas.openxmlformats.org/officeDocument/2006/relationships/image" Target="../media/image301.png"/><Relationship Id="rId152" Type="http://schemas.openxmlformats.org/officeDocument/2006/relationships/customXml" Target="../ink/ink312.xml"/><Relationship Id="rId173" Type="http://schemas.openxmlformats.org/officeDocument/2006/relationships/image" Target="../media/image322.png"/><Relationship Id="rId194" Type="http://schemas.openxmlformats.org/officeDocument/2006/relationships/customXml" Target="../ink/ink333.xml"/><Relationship Id="rId208" Type="http://schemas.openxmlformats.org/officeDocument/2006/relationships/customXml" Target="../ink/ink340.xml"/><Relationship Id="rId229" Type="http://schemas.openxmlformats.org/officeDocument/2006/relationships/image" Target="../media/image350.png"/><Relationship Id="rId14" Type="http://schemas.openxmlformats.org/officeDocument/2006/relationships/customXml" Target="../ink/ink243.xml"/><Relationship Id="rId35" Type="http://schemas.openxmlformats.org/officeDocument/2006/relationships/image" Target="../media/image253.png"/><Relationship Id="rId56" Type="http://schemas.openxmlformats.org/officeDocument/2006/relationships/customXml" Target="../ink/ink264.xml"/><Relationship Id="rId77" Type="http://schemas.openxmlformats.org/officeDocument/2006/relationships/image" Target="../media/image274.png"/><Relationship Id="rId100" Type="http://schemas.openxmlformats.org/officeDocument/2006/relationships/customXml" Target="../ink/ink286.xml"/><Relationship Id="rId8" Type="http://schemas.openxmlformats.org/officeDocument/2006/relationships/customXml" Target="../ink/ink240.xml"/><Relationship Id="rId98" Type="http://schemas.openxmlformats.org/officeDocument/2006/relationships/customXml" Target="../ink/ink285.xml"/><Relationship Id="rId121" Type="http://schemas.openxmlformats.org/officeDocument/2006/relationships/image" Target="../media/image296.png"/><Relationship Id="rId142" Type="http://schemas.openxmlformats.org/officeDocument/2006/relationships/customXml" Target="../ink/ink307.xml"/><Relationship Id="rId163" Type="http://schemas.openxmlformats.org/officeDocument/2006/relationships/image" Target="../media/image317.png"/><Relationship Id="rId184" Type="http://schemas.openxmlformats.org/officeDocument/2006/relationships/customXml" Target="../ink/ink328.xml"/><Relationship Id="rId219" Type="http://schemas.openxmlformats.org/officeDocument/2006/relationships/image" Target="../media/image345.png"/><Relationship Id="rId230" Type="http://schemas.openxmlformats.org/officeDocument/2006/relationships/customXml" Target="../ink/ink351.xml"/><Relationship Id="rId25" Type="http://schemas.openxmlformats.org/officeDocument/2006/relationships/image" Target="../media/image248.png"/><Relationship Id="rId46" Type="http://schemas.openxmlformats.org/officeDocument/2006/relationships/customXml" Target="../ink/ink259.xml"/><Relationship Id="rId67" Type="http://schemas.openxmlformats.org/officeDocument/2006/relationships/image" Target="../media/image269.png"/><Relationship Id="rId88" Type="http://schemas.openxmlformats.org/officeDocument/2006/relationships/customXml" Target="../ink/ink280.xml"/><Relationship Id="rId111" Type="http://schemas.openxmlformats.org/officeDocument/2006/relationships/image" Target="../media/image291.png"/><Relationship Id="rId132" Type="http://schemas.openxmlformats.org/officeDocument/2006/relationships/customXml" Target="../ink/ink302.xml"/><Relationship Id="rId153" Type="http://schemas.openxmlformats.org/officeDocument/2006/relationships/image" Target="../media/image312.png"/><Relationship Id="rId174" Type="http://schemas.openxmlformats.org/officeDocument/2006/relationships/customXml" Target="../ink/ink323.xml"/><Relationship Id="rId195" Type="http://schemas.openxmlformats.org/officeDocument/2006/relationships/image" Target="../media/image333.png"/><Relationship Id="rId209" Type="http://schemas.openxmlformats.org/officeDocument/2006/relationships/image" Target="../media/image340.png"/><Relationship Id="rId190" Type="http://schemas.openxmlformats.org/officeDocument/2006/relationships/customXml" Target="../ink/ink331.xml"/><Relationship Id="rId204" Type="http://schemas.openxmlformats.org/officeDocument/2006/relationships/customXml" Target="../ink/ink338.xml"/><Relationship Id="rId220" Type="http://schemas.openxmlformats.org/officeDocument/2006/relationships/customXml" Target="../ink/ink346.xml"/><Relationship Id="rId225" Type="http://schemas.openxmlformats.org/officeDocument/2006/relationships/image" Target="../media/image348.png"/><Relationship Id="rId15" Type="http://schemas.openxmlformats.org/officeDocument/2006/relationships/image" Target="../media/image243.png"/><Relationship Id="rId36" Type="http://schemas.openxmlformats.org/officeDocument/2006/relationships/customXml" Target="../ink/ink254.xml"/><Relationship Id="rId57" Type="http://schemas.openxmlformats.org/officeDocument/2006/relationships/image" Target="../media/image264.png"/><Relationship Id="rId106" Type="http://schemas.openxmlformats.org/officeDocument/2006/relationships/customXml" Target="../ink/ink289.xml"/><Relationship Id="rId127" Type="http://schemas.openxmlformats.org/officeDocument/2006/relationships/image" Target="../media/image299.png"/><Relationship Id="rId10" Type="http://schemas.openxmlformats.org/officeDocument/2006/relationships/customXml" Target="../ink/ink241.xml"/><Relationship Id="rId31" Type="http://schemas.openxmlformats.org/officeDocument/2006/relationships/image" Target="../media/image251.png"/><Relationship Id="rId52" Type="http://schemas.openxmlformats.org/officeDocument/2006/relationships/customXml" Target="../ink/ink262.xml"/><Relationship Id="rId73" Type="http://schemas.openxmlformats.org/officeDocument/2006/relationships/image" Target="../media/image272.png"/><Relationship Id="rId78" Type="http://schemas.openxmlformats.org/officeDocument/2006/relationships/customXml" Target="../ink/ink275.xml"/><Relationship Id="rId94" Type="http://schemas.openxmlformats.org/officeDocument/2006/relationships/customXml" Target="../ink/ink283.xml"/><Relationship Id="rId99" Type="http://schemas.openxmlformats.org/officeDocument/2006/relationships/image" Target="../media/image285.png"/><Relationship Id="rId101" Type="http://schemas.openxmlformats.org/officeDocument/2006/relationships/image" Target="../media/image286.png"/><Relationship Id="rId122" Type="http://schemas.openxmlformats.org/officeDocument/2006/relationships/customXml" Target="../ink/ink297.xml"/><Relationship Id="rId143" Type="http://schemas.openxmlformats.org/officeDocument/2006/relationships/image" Target="../media/image307.png"/><Relationship Id="rId148" Type="http://schemas.openxmlformats.org/officeDocument/2006/relationships/customXml" Target="../ink/ink310.xml"/><Relationship Id="rId164" Type="http://schemas.openxmlformats.org/officeDocument/2006/relationships/customXml" Target="../ink/ink318.xml"/><Relationship Id="rId169" Type="http://schemas.openxmlformats.org/officeDocument/2006/relationships/image" Target="../media/image320.png"/><Relationship Id="rId185" Type="http://schemas.openxmlformats.org/officeDocument/2006/relationships/image" Target="../media/image328.png"/><Relationship Id="rId4" Type="http://schemas.openxmlformats.org/officeDocument/2006/relationships/customXml" Target="../ink/ink238.xml"/><Relationship Id="rId9" Type="http://schemas.openxmlformats.org/officeDocument/2006/relationships/image" Target="../media/image240.png"/><Relationship Id="rId180" Type="http://schemas.openxmlformats.org/officeDocument/2006/relationships/customXml" Target="../ink/ink326.xml"/><Relationship Id="rId210" Type="http://schemas.openxmlformats.org/officeDocument/2006/relationships/customXml" Target="../ink/ink341.xml"/><Relationship Id="rId215" Type="http://schemas.openxmlformats.org/officeDocument/2006/relationships/image" Target="../media/image343.png"/><Relationship Id="rId236" Type="http://schemas.openxmlformats.org/officeDocument/2006/relationships/customXml" Target="../ink/ink354.xml"/><Relationship Id="rId26" Type="http://schemas.openxmlformats.org/officeDocument/2006/relationships/customXml" Target="../ink/ink249.xml"/><Relationship Id="rId231" Type="http://schemas.openxmlformats.org/officeDocument/2006/relationships/image" Target="../media/image351.png"/><Relationship Id="rId47" Type="http://schemas.openxmlformats.org/officeDocument/2006/relationships/image" Target="../media/image259.png"/><Relationship Id="rId68" Type="http://schemas.openxmlformats.org/officeDocument/2006/relationships/customXml" Target="../ink/ink270.xml"/><Relationship Id="rId89" Type="http://schemas.openxmlformats.org/officeDocument/2006/relationships/image" Target="../media/image280.png"/><Relationship Id="rId112" Type="http://schemas.openxmlformats.org/officeDocument/2006/relationships/customXml" Target="../ink/ink292.xml"/><Relationship Id="rId133" Type="http://schemas.openxmlformats.org/officeDocument/2006/relationships/image" Target="../media/image302.png"/><Relationship Id="rId154" Type="http://schemas.openxmlformats.org/officeDocument/2006/relationships/customXml" Target="../ink/ink313.xml"/><Relationship Id="rId175" Type="http://schemas.openxmlformats.org/officeDocument/2006/relationships/image" Target="../media/image323.png"/><Relationship Id="rId196" Type="http://schemas.openxmlformats.org/officeDocument/2006/relationships/customXml" Target="../ink/ink334.xml"/><Relationship Id="rId200" Type="http://schemas.openxmlformats.org/officeDocument/2006/relationships/customXml" Target="../ink/ink336.xml"/><Relationship Id="rId16" Type="http://schemas.openxmlformats.org/officeDocument/2006/relationships/customXml" Target="../ink/ink244.xml"/><Relationship Id="rId221" Type="http://schemas.openxmlformats.org/officeDocument/2006/relationships/image" Target="../media/image346.png"/><Relationship Id="rId37" Type="http://schemas.openxmlformats.org/officeDocument/2006/relationships/image" Target="../media/image254.png"/><Relationship Id="rId58" Type="http://schemas.openxmlformats.org/officeDocument/2006/relationships/customXml" Target="../ink/ink265.xml"/><Relationship Id="rId79" Type="http://schemas.openxmlformats.org/officeDocument/2006/relationships/image" Target="../media/image275.png"/><Relationship Id="rId102" Type="http://schemas.openxmlformats.org/officeDocument/2006/relationships/customXml" Target="../ink/ink287.xml"/><Relationship Id="rId123" Type="http://schemas.openxmlformats.org/officeDocument/2006/relationships/image" Target="../media/image297.png"/><Relationship Id="rId144" Type="http://schemas.openxmlformats.org/officeDocument/2006/relationships/customXml" Target="../ink/ink308.xml"/><Relationship Id="rId90" Type="http://schemas.openxmlformats.org/officeDocument/2006/relationships/customXml" Target="../ink/ink281.xml"/><Relationship Id="rId165" Type="http://schemas.openxmlformats.org/officeDocument/2006/relationships/image" Target="../media/image318.png"/><Relationship Id="rId186" Type="http://schemas.openxmlformats.org/officeDocument/2006/relationships/customXml" Target="../ink/ink329.xml"/><Relationship Id="rId211" Type="http://schemas.openxmlformats.org/officeDocument/2006/relationships/image" Target="../media/image341.png"/><Relationship Id="rId232" Type="http://schemas.openxmlformats.org/officeDocument/2006/relationships/customXml" Target="../ink/ink352.xml"/><Relationship Id="rId27" Type="http://schemas.openxmlformats.org/officeDocument/2006/relationships/image" Target="../media/image249.png"/><Relationship Id="rId48" Type="http://schemas.openxmlformats.org/officeDocument/2006/relationships/customXml" Target="../ink/ink260.xml"/><Relationship Id="rId69" Type="http://schemas.openxmlformats.org/officeDocument/2006/relationships/image" Target="../media/image270.png"/><Relationship Id="rId113" Type="http://schemas.openxmlformats.org/officeDocument/2006/relationships/image" Target="../media/image292.png"/><Relationship Id="rId134" Type="http://schemas.openxmlformats.org/officeDocument/2006/relationships/customXml" Target="../ink/ink303.xml"/><Relationship Id="rId80" Type="http://schemas.openxmlformats.org/officeDocument/2006/relationships/customXml" Target="../ink/ink276.xml"/><Relationship Id="rId155" Type="http://schemas.openxmlformats.org/officeDocument/2006/relationships/image" Target="../media/image313.png"/><Relationship Id="rId176" Type="http://schemas.openxmlformats.org/officeDocument/2006/relationships/customXml" Target="../ink/ink324.xml"/><Relationship Id="rId197" Type="http://schemas.openxmlformats.org/officeDocument/2006/relationships/image" Target="../media/image334.png"/><Relationship Id="rId201" Type="http://schemas.openxmlformats.org/officeDocument/2006/relationships/image" Target="../media/image336.png"/><Relationship Id="rId222" Type="http://schemas.openxmlformats.org/officeDocument/2006/relationships/customXml" Target="../ink/ink347.xml"/><Relationship Id="rId17" Type="http://schemas.openxmlformats.org/officeDocument/2006/relationships/image" Target="../media/image244.png"/><Relationship Id="rId38" Type="http://schemas.openxmlformats.org/officeDocument/2006/relationships/customXml" Target="../ink/ink255.xml"/><Relationship Id="rId59" Type="http://schemas.openxmlformats.org/officeDocument/2006/relationships/image" Target="../media/image265.png"/><Relationship Id="rId103" Type="http://schemas.openxmlformats.org/officeDocument/2006/relationships/image" Target="../media/image287.png"/><Relationship Id="rId124" Type="http://schemas.openxmlformats.org/officeDocument/2006/relationships/customXml" Target="../ink/ink298.xml"/><Relationship Id="rId70" Type="http://schemas.openxmlformats.org/officeDocument/2006/relationships/customXml" Target="../ink/ink271.xml"/><Relationship Id="rId91" Type="http://schemas.openxmlformats.org/officeDocument/2006/relationships/image" Target="../media/image281.png"/><Relationship Id="rId145" Type="http://schemas.openxmlformats.org/officeDocument/2006/relationships/image" Target="../media/image308.png"/><Relationship Id="rId166" Type="http://schemas.openxmlformats.org/officeDocument/2006/relationships/customXml" Target="../ink/ink319.xml"/><Relationship Id="rId187" Type="http://schemas.openxmlformats.org/officeDocument/2006/relationships/image" Target="../media/image32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42.xml"/><Relationship Id="rId233" Type="http://schemas.openxmlformats.org/officeDocument/2006/relationships/image" Target="../media/image352.png"/><Relationship Id="rId28" Type="http://schemas.openxmlformats.org/officeDocument/2006/relationships/customXml" Target="../ink/ink250.xml"/><Relationship Id="rId49" Type="http://schemas.openxmlformats.org/officeDocument/2006/relationships/image" Target="../media/image260.png"/><Relationship Id="rId114" Type="http://schemas.openxmlformats.org/officeDocument/2006/relationships/customXml" Target="../ink/ink293.xml"/><Relationship Id="rId60" Type="http://schemas.openxmlformats.org/officeDocument/2006/relationships/customXml" Target="../ink/ink266.xml"/><Relationship Id="rId81" Type="http://schemas.openxmlformats.org/officeDocument/2006/relationships/image" Target="../media/image276.png"/><Relationship Id="rId135" Type="http://schemas.openxmlformats.org/officeDocument/2006/relationships/image" Target="../media/image303.png"/><Relationship Id="rId156" Type="http://schemas.openxmlformats.org/officeDocument/2006/relationships/customXml" Target="../ink/ink314.xml"/><Relationship Id="rId177" Type="http://schemas.openxmlformats.org/officeDocument/2006/relationships/image" Target="../media/image324.png"/><Relationship Id="rId198" Type="http://schemas.openxmlformats.org/officeDocument/2006/relationships/customXml" Target="../ink/ink335.xml"/><Relationship Id="rId202" Type="http://schemas.openxmlformats.org/officeDocument/2006/relationships/customXml" Target="../ink/ink337.xml"/><Relationship Id="rId223" Type="http://schemas.openxmlformats.org/officeDocument/2006/relationships/image" Target="../media/image347.png"/><Relationship Id="rId18" Type="http://schemas.openxmlformats.org/officeDocument/2006/relationships/customXml" Target="../ink/ink245.xml"/><Relationship Id="rId39" Type="http://schemas.openxmlformats.org/officeDocument/2006/relationships/image" Target="../media/image255.png"/><Relationship Id="rId50" Type="http://schemas.openxmlformats.org/officeDocument/2006/relationships/customXml" Target="../ink/ink261.xml"/><Relationship Id="rId104" Type="http://schemas.openxmlformats.org/officeDocument/2006/relationships/customXml" Target="../ink/ink288.xml"/><Relationship Id="rId125" Type="http://schemas.openxmlformats.org/officeDocument/2006/relationships/image" Target="../media/image298.png"/><Relationship Id="rId146" Type="http://schemas.openxmlformats.org/officeDocument/2006/relationships/customXml" Target="../ink/ink309.xml"/><Relationship Id="rId167" Type="http://schemas.openxmlformats.org/officeDocument/2006/relationships/image" Target="../media/image319.png"/><Relationship Id="rId188" Type="http://schemas.openxmlformats.org/officeDocument/2006/relationships/customXml" Target="../ink/ink330.xml"/><Relationship Id="rId71" Type="http://schemas.openxmlformats.org/officeDocument/2006/relationships/image" Target="../media/image271.png"/><Relationship Id="rId92" Type="http://schemas.openxmlformats.org/officeDocument/2006/relationships/customXml" Target="../ink/ink282.xml"/><Relationship Id="rId213" Type="http://schemas.openxmlformats.org/officeDocument/2006/relationships/image" Target="../media/image342.png"/><Relationship Id="rId234" Type="http://schemas.openxmlformats.org/officeDocument/2006/relationships/customXml" Target="../ink/ink353.xml"/><Relationship Id="rId2" Type="http://schemas.openxmlformats.org/officeDocument/2006/relationships/customXml" Target="../ink/ink237.xml"/><Relationship Id="rId29" Type="http://schemas.openxmlformats.org/officeDocument/2006/relationships/image" Target="../media/image250.png"/><Relationship Id="rId40" Type="http://schemas.openxmlformats.org/officeDocument/2006/relationships/customXml" Target="../ink/ink256.xml"/><Relationship Id="rId115" Type="http://schemas.openxmlformats.org/officeDocument/2006/relationships/image" Target="../media/image293.png"/><Relationship Id="rId136" Type="http://schemas.openxmlformats.org/officeDocument/2006/relationships/customXml" Target="../ink/ink304.xml"/><Relationship Id="rId157" Type="http://schemas.openxmlformats.org/officeDocument/2006/relationships/image" Target="../media/image314.png"/><Relationship Id="rId178" Type="http://schemas.openxmlformats.org/officeDocument/2006/relationships/customXml" Target="../ink/ink325.xml"/><Relationship Id="rId61" Type="http://schemas.openxmlformats.org/officeDocument/2006/relationships/image" Target="../media/image266.png"/><Relationship Id="rId82" Type="http://schemas.openxmlformats.org/officeDocument/2006/relationships/customXml" Target="../ink/ink277.xml"/><Relationship Id="rId199" Type="http://schemas.openxmlformats.org/officeDocument/2006/relationships/image" Target="../media/image335.png"/><Relationship Id="rId203" Type="http://schemas.openxmlformats.org/officeDocument/2006/relationships/image" Target="../media/image337.png"/><Relationship Id="rId19" Type="http://schemas.openxmlformats.org/officeDocument/2006/relationships/image" Target="../media/image245.png"/><Relationship Id="rId224" Type="http://schemas.openxmlformats.org/officeDocument/2006/relationships/customXml" Target="../ink/ink348.xml"/><Relationship Id="rId30" Type="http://schemas.openxmlformats.org/officeDocument/2006/relationships/customXml" Target="../ink/ink251.xml"/><Relationship Id="rId105" Type="http://schemas.openxmlformats.org/officeDocument/2006/relationships/image" Target="../media/image288.png"/><Relationship Id="rId126" Type="http://schemas.openxmlformats.org/officeDocument/2006/relationships/customXml" Target="../ink/ink299.xml"/><Relationship Id="rId147" Type="http://schemas.openxmlformats.org/officeDocument/2006/relationships/image" Target="../media/image309.png"/><Relationship Id="rId168" Type="http://schemas.openxmlformats.org/officeDocument/2006/relationships/customXml" Target="../ink/ink320.xml"/><Relationship Id="rId51" Type="http://schemas.openxmlformats.org/officeDocument/2006/relationships/image" Target="../media/image261.png"/><Relationship Id="rId72" Type="http://schemas.openxmlformats.org/officeDocument/2006/relationships/customXml" Target="../ink/ink272.xml"/><Relationship Id="rId93" Type="http://schemas.openxmlformats.org/officeDocument/2006/relationships/image" Target="../media/image282.png"/><Relationship Id="rId189" Type="http://schemas.openxmlformats.org/officeDocument/2006/relationships/image" Target="../media/image330.png"/><Relationship Id="rId3" Type="http://schemas.openxmlformats.org/officeDocument/2006/relationships/image" Target="../media/image237.png"/><Relationship Id="rId214" Type="http://schemas.openxmlformats.org/officeDocument/2006/relationships/customXml" Target="../ink/ink343.xml"/><Relationship Id="rId235" Type="http://schemas.openxmlformats.org/officeDocument/2006/relationships/image" Target="../media/image353.png"/><Relationship Id="rId116" Type="http://schemas.openxmlformats.org/officeDocument/2006/relationships/customXml" Target="../ink/ink294.xml"/><Relationship Id="rId137" Type="http://schemas.openxmlformats.org/officeDocument/2006/relationships/image" Target="../media/image304.png"/><Relationship Id="rId158" Type="http://schemas.openxmlformats.org/officeDocument/2006/relationships/customXml" Target="../ink/ink315.xml"/><Relationship Id="rId20" Type="http://schemas.openxmlformats.org/officeDocument/2006/relationships/customXml" Target="../ink/ink246.xml"/><Relationship Id="rId41" Type="http://schemas.openxmlformats.org/officeDocument/2006/relationships/image" Target="../media/image256.png"/><Relationship Id="rId62" Type="http://schemas.openxmlformats.org/officeDocument/2006/relationships/customXml" Target="../ink/ink267.xml"/><Relationship Id="rId83" Type="http://schemas.openxmlformats.org/officeDocument/2006/relationships/image" Target="../media/image277.png"/><Relationship Id="rId179" Type="http://schemas.openxmlformats.org/officeDocument/2006/relationships/image" Target="../media/image325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7.xml"/><Relationship Id="rId117" Type="http://schemas.openxmlformats.org/officeDocument/2006/relationships/image" Target="../media/image412.png"/><Relationship Id="rId21" Type="http://schemas.openxmlformats.org/officeDocument/2006/relationships/image" Target="../media/image364.png"/><Relationship Id="rId42" Type="http://schemas.openxmlformats.org/officeDocument/2006/relationships/customXml" Target="../ink/ink375.xml"/><Relationship Id="rId47" Type="http://schemas.openxmlformats.org/officeDocument/2006/relationships/image" Target="../media/image377.png"/><Relationship Id="rId63" Type="http://schemas.openxmlformats.org/officeDocument/2006/relationships/image" Target="../media/image385.png"/><Relationship Id="rId68" Type="http://schemas.openxmlformats.org/officeDocument/2006/relationships/customXml" Target="../ink/ink388.xml"/><Relationship Id="rId84" Type="http://schemas.openxmlformats.org/officeDocument/2006/relationships/customXml" Target="../ink/ink396.xml"/><Relationship Id="rId89" Type="http://schemas.openxmlformats.org/officeDocument/2006/relationships/image" Target="../media/image398.png"/><Relationship Id="rId112" Type="http://schemas.openxmlformats.org/officeDocument/2006/relationships/customXml" Target="../ink/ink410.xml"/><Relationship Id="rId16" Type="http://schemas.openxmlformats.org/officeDocument/2006/relationships/customXml" Target="../ink/ink362.xml"/><Relationship Id="rId107" Type="http://schemas.openxmlformats.org/officeDocument/2006/relationships/image" Target="../media/image407.png"/><Relationship Id="rId11" Type="http://schemas.openxmlformats.org/officeDocument/2006/relationships/image" Target="../media/image359.png"/><Relationship Id="rId32" Type="http://schemas.openxmlformats.org/officeDocument/2006/relationships/customXml" Target="../ink/ink370.xml"/><Relationship Id="rId37" Type="http://schemas.openxmlformats.org/officeDocument/2006/relationships/image" Target="../media/image372.png"/><Relationship Id="rId53" Type="http://schemas.openxmlformats.org/officeDocument/2006/relationships/image" Target="../media/image380.png"/><Relationship Id="rId58" Type="http://schemas.openxmlformats.org/officeDocument/2006/relationships/customXml" Target="../ink/ink383.xml"/><Relationship Id="rId74" Type="http://schemas.openxmlformats.org/officeDocument/2006/relationships/customXml" Target="../ink/ink391.xml"/><Relationship Id="rId79" Type="http://schemas.openxmlformats.org/officeDocument/2006/relationships/image" Target="../media/image393.png"/><Relationship Id="rId102" Type="http://schemas.openxmlformats.org/officeDocument/2006/relationships/customXml" Target="../ink/ink405.xml"/><Relationship Id="rId5" Type="http://schemas.openxmlformats.org/officeDocument/2006/relationships/image" Target="../media/image356.png"/><Relationship Id="rId90" Type="http://schemas.openxmlformats.org/officeDocument/2006/relationships/customXml" Target="../ink/ink399.xml"/><Relationship Id="rId95" Type="http://schemas.openxmlformats.org/officeDocument/2006/relationships/image" Target="../media/image401.png"/><Relationship Id="rId22" Type="http://schemas.openxmlformats.org/officeDocument/2006/relationships/customXml" Target="../ink/ink365.xml"/><Relationship Id="rId27" Type="http://schemas.openxmlformats.org/officeDocument/2006/relationships/image" Target="../media/image367.png"/><Relationship Id="rId43" Type="http://schemas.openxmlformats.org/officeDocument/2006/relationships/image" Target="../media/image375.png"/><Relationship Id="rId48" Type="http://schemas.openxmlformats.org/officeDocument/2006/relationships/customXml" Target="../ink/ink378.xml"/><Relationship Id="rId64" Type="http://schemas.openxmlformats.org/officeDocument/2006/relationships/customXml" Target="../ink/ink386.xml"/><Relationship Id="rId69" Type="http://schemas.openxmlformats.org/officeDocument/2006/relationships/image" Target="../media/image388.png"/><Relationship Id="rId113" Type="http://schemas.openxmlformats.org/officeDocument/2006/relationships/image" Target="../media/image410.png"/><Relationship Id="rId118" Type="http://schemas.openxmlformats.org/officeDocument/2006/relationships/customXml" Target="../ink/ink413.xml"/><Relationship Id="rId80" Type="http://schemas.openxmlformats.org/officeDocument/2006/relationships/customXml" Target="../ink/ink394.xml"/><Relationship Id="rId85" Type="http://schemas.openxmlformats.org/officeDocument/2006/relationships/image" Target="../media/image396.png"/><Relationship Id="rId12" Type="http://schemas.openxmlformats.org/officeDocument/2006/relationships/customXml" Target="../ink/ink360.xml"/><Relationship Id="rId17" Type="http://schemas.openxmlformats.org/officeDocument/2006/relationships/image" Target="../media/image362.png"/><Relationship Id="rId33" Type="http://schemas.openxmlformats.org/officeDocument/2006/relationships/image" Target="../media/image370.png"/><Relationship Id="rId38" Type="http://schemas.openxmlformats.org/officeDocument/2006/relationships/customXml" Target="../ink/ink373.xml"/><Relationship Id="rId59" Type="http://schemas.openxmlformats.org/officeDocument/2006/relationships/image" Target="../media/image383.png"/><Relationship Id="rId103" Type="http://schemas.openxmlformats.org/officeDocument/2006/relationships/image" Target="../media/image405.png"/><Relationship Id="rId108" Type="http://schemas.openxmlformats.org/officeDocument/2006/relationships/customXml" Target="../ink/ink408.xml"/><Relationship Id="rId54" Type="http://schemas.openxmlformats.org/officeDocument/2006/relationships/customXml" Target="../ink/ink381.xml"/><Relationship Id="rId70" Type="http://schemas.openxmlformats.org/officeDocument/2006/relationships/customXml" Target="../ink/ink389.xml"/><Relationship Id="rId75" Type="http://schemas.openxmlformats.org/officeDocument/2006/relationships/image" Target="../media/image391.png"/><Relationship Id="rId91" Type="http://schemas.openxmlformats.org/officeDocument/2006/relationships/image" Target="../media/image399.png"/><Relationship Id="rId96" Type="http://schemas.openxmlformats.org/officeDocument/2006/relationships/customXml" Target="../ink/ink40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7.xml"/><Relationship Id="rId23" Type="http://schemas.openxmlformats.org/officeDocument/2006/relationships/image" Target="../media/image365.png"/><Relationship Id="rId28" Type="http://schemas.openxmlformats.org/officeDocument/2006/relationships/customXml" Target="../ink/ink368.xml"/><Relationship Id="rId49" Type="http://schemas.openxmlformats.org/officeDocument/2006/relationships/image" Target="../media/image378.png"/><Relationship Id="rId114" Type="http://schemas.openxmlformats.org/officeDocument/2006/relationships/customXml" Target="../ink/ink411.xml"/><Relationship Id="rId119" Type="http://schemas.openxmlformats.org/officeDocument/2006/relationships/image" Target="../media/image413.png"/><Relationship Id="rId44" Type="http://schemas.openxmlformats.org/officeDocument/2006/relationships/customXml" Target="../ink/ink376.xml"/><Relationship Id="rId60" Type="http://schemas.openxmlformats.org/officeDocument/2006/relationships/customXml" Target="../ink/ink384.xml"/><Relationship Id="rId65" Type="http://schemas.openxmlformats.org/officeDocument/2006/relationships/image" Target="../media/image386.png"/><Relationship Id="rId81" Type="http://schemas.openxmlformats.org/officeDocument/2006/relationships/image" Target="../media/image394.png"/><Relationship Id="rId86" Type="http://schemas.openxmlformats.org/officeDocument/2006/relationships/customXml" Target="../ink/ink397.xml"/><Relationship Id="rId4" Type="http://schemas.openxmlformats.org/officeDocument/2006/relationships/customXml" Target="../ink/ink356.xml"/><Relationship Id="rId9" Type="http://schemas.openxmlformats.org/officeDocument/2006/relationships/image" Target="../media/image358.png"/><Relationship Id="rId13" Type="http://schemas.openxmlformats.org/officeDocument/2006/relationships/image" Target="../media/image360.png"/><Relationship Id="rId18" Type="http://schemas.openxmlformats.org/officeDocument/2006/relationships/customXml" Target="../ink/ink363.xml"/><Relationship Id="rId39" Type="http://schemas.openxmlformats.org/officeDocument/2006/relationships/image" Target="../media/image373.png"/><Relationship Id="rId109" Type="http://schemas.openxmlformats.org/officeDocument/2006/relationships/image" Target="../media/image408.png"/><Relationship Id="rId34" Type="http://schemas.openxmlformats.org/officeDocument/2006/relationships/customXml" Target="../ink/ink371.xml"/><Relationship Id="rId50" Type="http://schemas.openxmlformats.org/officeDocument/2006/relationships/customXml" Target="../ink/ink379.xml"/><Relationship Id="rId55" Type="http://schemas.openxmlformats.org/officeDocument/2006/relationships/image" Target="../media/image381.png"/><Relationship Id="rId76" Type="http://schemas.openxmlformats.org/officeDocument/2006/relationships/customXml" Target="../ink/ink392.xml"/><Relationship Id="rId97" Type="http://schemas.openxmlformats.org/officeDocument/2006/relationships/image" Target="../media/image402.png"/><Relationship Id="rId104" Type="http://schemas.openxmlformats.org/officeDocument/2006/relationships/customXml" Target="../ink/ink406.xml"/><Relationship Id="rId120" Type="http://schemas.openxmlformats.org/officeDocument/2006/relationships/customXml" Target="../ink/ink414.xml"/><Relationship Id="rId7" Type="http://schemas.openxmlformats.org/officeDocument/2006/relationships/image" Target="../media/image357.png"/><Relationship Id="rId71" Type="http://schemas.openxmlformats.org/officeDocument/2006/relationships/image" Target="../media/image389.png"/><Relationship Id="rId92" Type="http://schemas.openxmlformats.org/officeDocument/2006/relationships/customXml" Target="../ink/ink400.xml"/><Relationship Id="rId2" Type="http://schemas.openxmlformats.org/officeDocument/2006/relationships/customXml" Target="../ink/ink355.xml"/><Relationship Id="rId29" Type="http://schemas.openxmlformats.org/officeDocument/2006/relationships/image" Target="../media/image368.png"/><Relationship Id="rId24" Type="http://schemas.openxmlformats.org/officeDocument/2006/relationships/customXml" Target="../ink/ink366.xml"/><Relationship Id="rId40" Type="http://schemas.openxmlformats.org/officeDocument/2006/relationships/customXml" Target="../ink/ink374.xml"/><Relationship Id="rId45" Type="http://schemas.openxmlformats.org/officeDocument/2006/relationships/image" Target="../media/image376.png"/><Relationship Id="rId66" Type="http://schemas.openxmlformats.org/officeDocument/2006/relationships/customXml" Target="../ink/ink387.xml"/><Relationship Id="rId87" Type="http://schemas.openxmlformats.org/officeDocument/2006/relationships/image" Target="../media/image397.png"/><Relationship Id="rId110" Type="http://schemas.openxmlformats.org/officeDocument/2006/relationships/customXml" Target="../ink/ink409.xml"/><Relationship Id="rId115" Type="http://schemas.openxmlformats.org/officeDocument/2006/relationships/image" Target="../media/image411.png"/><Relationship Id="rId61" Type="http://schemas.openxmlformats.org/officeDocument/2006/relationships/image" Target="../media/image384.png"/><Relationship Id="rId82" Type="http://schemas.openxmlformats.org/officeDocument/2006/relationships/customXml" Target="../ink/ink395.xml"/><Relationship Id="rId19" Type="http://schemas.openxmlformats.org/officeDocument/2006/relationships/image" Target="../media/image363.png"/><Relationship Id="rId14" Type="http://schemas.openxmlformats.org/officeDocument/2006/relationships/customXml" Target="../ink/ink361.xml"/><Relationship Id="rId30" Type="http://schemas.openxmlformats.org/officeDocument/2006/relationships/customXml" Target="../ink/ink369.xml"/><Relationship Id="rId35" Type="http://schemas.openxmlformats.org/officeDocument/2006/relationships/image" Target="../media/image371.png"/><Relationship Id="rId56" Type="http://schemas.openxmlformats.org/officeDocument/2006/relationships/customXml" Target="../ink/ink382.xml"/><Relationship Id="rId77" Type="http://schemas.openxmlformats.org/officeDocument/2006/relationships/image" Target="../media/image392.png"/><Relationship Id="rId100" Type="http://schemas.openxmlformats.org/officeDocument/2006/relationships/customXml" Target="../ink/ink404.xml"/><Relationship Id="rId105" Type="http://schemas.openxmlformats.org/officeDocument/2006/relationships/image" Target="../media/image406.png"/><Relationship Id="rId8" Type="http://schemas.openxmlformats.org/officeDocument/2006/relationships/customXml" Target="../ink/ink358.xml"/><Relationship Id="rId51" Type="http://schemas.openxmlformats.org/officeDocument/2006/relationships/image" Target="../media/image379.png"/><Relationship Id="rId72" Type="http://schemas.openxmlformats.org/officeDocument/2006/relationships/customXml" Target="../ink/ink390.xml"/><Relationship Id="rId93" Type="http://schemas.openxmlformats.org/officeDocument/2006/relationships/image" Target="../media/image400.png"/><Relationship Id="rId98" Type="http://schemas.openxmlformats.org/officeDocument/2006/relationships/customXml" Target="../ink/ink403.xml"/><Relationship Id="rId121" Type="http://schemas.openxmlformats.org/officeDocument/2006/relationships/image" Target="../media/image414.png"/><Relationship Id="rId3" Type="http://schemas.openxmlformats.org/officeDocument/2006/relationships/image" Target="../media/image355.png"/><Relationship Id="rId25" Type="http://schemas.openxmlformats.org/officeDocument/2006/relationships/image" Target="../media/image366.png"/><Relationship Id="rId46" Type="http://schemas.openxmlformats.org/officeDocument/2006/relationships/customXml" Target="../ink/ink377.xml"/><Relationship Id="rId67" Type="http://schemas.openxmlformats.org/officeDocument/2006/relationships/image" Target="../media/image387.png"/><Relationship Id="rId116" Type="http://schemas.openxmlformats.org/officeDocument/2006/relationships/customXml" Target="../ink/ink412.xml"/><Relationship Id="rId20" Type="http://schemas.openxmlformats.org/officeDocument/2006/relationships/customXml" Target="../ink/ink364.xml"/><Relationship Id="rId41" Type="http://schemas.openxmlformats.org/officeDocument/2006/relationships/image" Target="../media/image374.png"/><Relationship Id="rId62" Type="http://schemas.openxmlformats.org/officeDocument/2006/relationships/customXml" Target="../ink/ink385.xml"/><Relationship Id="rId83" Type="http://schemas.openxmlformats.org/officeDocument/2006/relationships/image" Target="../media/image395.png"/><Relationship Id="rId88" Type="http://schemas.openxmlformats.org/officeDocument/2006/relationships/customXml" Target="../ink/ink398.xml"/><Relationship Id="rId111" Type="http://schemas.openxmlformats.org/officeDocument/2006/relationships/image" Target="../media/image409.png"/><Relationship Id="rId15" Type="http://schemas.openxmlformats.org/officeDocument/2006/relationships/image" Target="../media/image361.png"/><Relationship Id="rId36" Type="http://schemas.openxmlformats.org/officeDocument/2006/relationships/customXml" Target="../ink/ink372.xml"/><Relationship Id="rId57" Type="http://schemas.openxmlformats.org/officeDocument/2006/relationships/image" Target="../media/image382.png"/><Relationship Id="rId106" Type="http://schemas.openxmlformats.org/officeDocument/2006/relationships/customXml" Target="../ink/ink407.xml"/><Relationship Id="rId10" Type="http://schemas.openxmlformats.org/officeDocument/2006/relationships/customXml" Target="../ink/ink359.xml"/><Relationship Id="rId31" Type="http://schemas.openxmlformats.org/officeDocument/2006/relationships/image" Target="../media/image369.png"/><Relationship Id="rId52" Type="http://schemas.openxmlformats.org/officeDocument/2006/relationships/customXml" Target="../ink/ink380.xml"/><Relationship Id="rId73" Type="http://schemas.openxmlformats.org/officeDocument/2006/relationships/image" Target="../media/image390.png"/><Relationship Id="rId78" Type="http://schemas.openxmlformats.org/officeDocument/2006/relationships/customXml" Target="../ink/ink393.xml"/><Relationship Id="rId94" Type="http://schemas.openxmlformats.org/officeDocument/2006/relationships/customXml" Target="../ink/ink401.xml"/><Relationship Id="rId99" Type="http://schemas.openxmlformats.org/officeDocument/2006/relationships/image" Target="../media/image403.png"/><Relationship Id="rId101" Type="http://schemas.openxmlformats.org/officeDocument/2006/relationships/image" Target="../media/image404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7.xml"/><Relationship Id="rId21" Type="http://schemas.openxmlformats.org/officeDocument/2006/relationships/image" Target="../media/image424.png"/><Relationship Id="rId42" Type="http://schemas.openxmlformats.org/officeDocument/2006/relationships/customXml" Target="../ink/ink435.xml"/><Relationship Id="rId47" Type="http://schemas.openxmlformats.org/officeDocument/2006/relationships/image" Target="../media/image437.png"/><Relationship Id="rId63" Type="http://schemas.openxmlformats.org/officeDocument/2006/relationships/image" Target="../media/image445.png"/><Relationship Id="rId68" Type="http://schemas.openxmlformats.org/officeDocument/2006/relationships/customXml" Target="../ink/ink448.xml"/><Relationship Id="rId84" Type="http://schemas.openxmlformats.org/officeDocument/2006/relationships/customXml" Target="../ink/ink456.xml"/><Relationship Id="rId89" Type="http://schemas.openxmlformats.org/officeDocument/2006/relationships/image" Target="../media/image458.png"/><Relationship Id="rId16" Type="http://schemas.openxmlformats.org/officeDocument/2006/relationships/customXml" Target="../ink/ink422.xml"/><Relationship Id="rId107" Type="http://schemas.openxmlformats.org/officeDocument/2006/relationships/image" Target="../media/image467.png"/><Relationship Id="rId11" Type="http://schemas.openxmlformats.org/officeDocument/2006/relationships/image" Target="../media/image419.png"/><Relationship Id="rId32" Type="http://schemas.openxmlformats.org/officeDocument/2006/relationships/customXml" Target="../ink/ink430.xml"/><Relationship Id="rId37" Type="http://schemas.openxmlformats.org/officeDocument/2006/relationships/image" Target="../media/image432.png"/><Relationship Id="rId53" Type="http://schemas.openxmlformats.org/officeDocument/2006/relationships/image" Target="../media/image440.png"/><Relationship Id="rId58" Type="http://schemas.openxmlformats.org/officeDocument/2006/relationships/customXml" Target="../ink/ink443.xml"/><Relationship Id="rId74" Type="http://schemas.openxmlformats.org/officeDocument/2006/relationships/customXml" Target="../ink/ink451.xml"/><Relationship Id="rId79" Type="http://schemas.openxmlformats.org/officeDocument/2006/relationships/image" Target="../media/image453.png"/><Relationship Id="rId102" Type="http://schemas.openxmlformats.org/officeDocument/2006/relationships/customXml" Target="../ink/ink465.xml"/><Relationship Id="rId5" Type="http://schemas.openxmlformats.org/officeDocument/2006/relationships/image" Target="../media/image416.png"/><Relationship Id="rId90" Type="http://schemas.openxmlformats.org/officeDocument/2006/relationships/customXml" Target="../ink/ink459.xml"/><Relationship Id="rId95" Type="http://schemas.openxmlformats.org/officeDocument/2006/relationships/image" Target="../media/image461.png"/><Relationship Id="rId22" Type="http://schemas.openxmlformats.org/officeDocument/2006/relationships/customXml" Target="../ink/ink425.xml"/><Relationship Id="rId27" Type="http://schemas.openxmlformats.org/officeDocument/2006/relationships/image" Target="../media/image427.png"/><Relationship Id="rId43" Type="http://schemas.openxmlformats.org/officeDocument/2006/relationships/image" Target="../media/image435.png"/><Relationship Id="rId48" Type="http://schemas.openxmlformats.org/officeDocument/2006/relationships/customXml" Target="../ink/ink438.xml"/><Relationship Id="rId64" Type="http://schemas.openxmlformats.org/officeDocument/2006/relationships/customXml" Target="../ink/ink446.xml"/><Relationship Id="rId69" Type="http://schemas.openxmlformats.org/officeDocument/2006/relationships/image" Target="../media/image448.png"/><Relationship Id="rId80" Type="http://schemas.openxmlformats.org/officeDocument/2006/relationships/customXml" Target="../ink/ink454.xml"/><Relationship Id="rId85" Type="http://schemas.openxmlformats.org/officeDocument/2006/relationships/image" Target="../media/image456.png"/><Relationship Id="rId12" Type="http://schemas.openxmlformats.org/officeDocument/2006/relationships/customXml" Target="../ink/ink420.xml"/><Relationship Id="rId17" Type="http://schemas.openxmlformats.org/officeDocument/2006/relationships/image" Target="../media/image422.png"/><Relationship Id="rId33" Type="http://schemas.openxmlformats.org/officeDocument/2006/relationships/image" Target="../media/image430.png"/><Relationship Id="rId38" Type="http://schemas.openxmlformats.org/officeDocument/2006/relationships/customXml" Target="../ink/ink433.xml"/><Relationship Id="rId59" Type="http://schemas.openxmlformats.org/officeDocument/2006/relationships/image" Target="../media/image443.png"/><Relationship Id="rId103" Type="http://schemas.openxmlformats.org/officeDocument/2006/relationships/image" Target="../media/image465.png"/><Relationship Id="rId108" Type="http://schemas.openxmlformats.org/officeDocument/2006/relationships/customXml" Target="../ink/ink468.xml"/><Relationship Id="rId54" Type="http://schemas.openxmlformats.org/officeDocument/2006/relationships/customXml" Target="../ink/ink441.xml"/><Relationship Id="rId70" Type="http://schemas.openxmlformats.org/officeDocument/2006/relationships/customXml" Target="../ink/ink449.xml"/><Relationship Id="rId75" Type="http://schemas.openxmlformats.org/officeDocument/2006/relationships/image" Target="../media/image451.png"/><Relationship Id="rId91" Type="http://schemas.openxmlformats.org/officeDocument/2006/relationships/image" Target="../media/image459.png"/><Relationship Id="rId96" Type="http://schemas.openxmlformats.org/officeDocument/2006/relationships/customXml" Target="../ink/ink46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7.xml"/><Relationship Id="rId15" Type="http://schemas.openxmlformats.org/officeDocument/2006/relationships/image" Target="../media/image421.png"/><Relationship Id="rId23" Type="http://schemas.openxmlformats.org/officeDocument/2006/relationships/image" Target="../media/image425.png"/><Relationship Id="rId28" Type="http://schemas.openxmlformats.org/officeDocument/2006/relationships/customXml" Target="../ink/ink428.xml"/><Relationship Id="rId36" Type="http://schemas.openxmlformats.org/officeDocument/2006/relationships/customXml" Target="../ink/ink432.xml"/><Relationship Id="rId49" Type="http://schemas.openxmlformats.org/officeDocument/2006/relationships/image" Target="../media/image438.png"/><Relationship Id="rId57" Type="http://schemas.openxmlformats.org/officeDocument/2006/relationships/image" Target="../media/image442.png"/><Relationship Id="rId106" Type="http://schemas.openxmlformats.org/officeDocument/2006/relationships/customXml" Target="../ink/ink467.xml"/><Relationship Id="rId10" Type="http://schemas.openxmlformats.org/officeDocument/2006/relationships/customXml" Target="../ink/ink419.xml"/><Relationship Id="rId31" Type="http://schemas.openxmlformats.org/officeDocument/2006/relationships/image" Target="../media/image429.png"/><Relationship Id="rId44" Type="http://schemas.openxmlformats.org/officeDocument/2006/relationships/customXml" Target="../ink/ink436.xml"/><Relationship Id="rId52" Type="http://schemas.openxmlformats.org/officeDocument/2006/relationships/customXml" Target="../ink/ink440.xml"/><Relationship Id="rId60" Type="http://schemas.openxmlformats.org/officeDocument/2006/relationships/customXml" Target="../ink/ink444.xml"/><Relationship Id="rId65" Type="http://schemas.openxmlformats.org/officeDocument/2006/relationships/image" Target="../media/image446.png"/><Relationship Id="rId73" Type="http://schemas.openxmlformats.org/officeDocument/2006/relationships/image" Target="../media/image450.png"/><Relationship Id="rId78" Type="http://schemas.openxmlformats.org/officeDocument/2006/relationships/customXml" Target="../ink/ink453.xml"/><Relationship Id="rId81" Type="http://schemas.openxmlformats.org/officeDocument/2006/relationships/image" Target="../media/image454.png"/><Relationship Id="rId86" Type="http://schemas.openxmlformats.org/officeDocument/2006/relationships/customXml" Target="../ink/ink457.xml"/><Relationship Id="rId94" Type="http://schemas.openxmlformats.org/officeDocument/2006/relationships/customXml" Target="../ink/ink461.xml"/><Relationship Id="rId99" Type="http://schemas.openxmlformats.org/officeDocument/2006/relationships/image" Target="../media/image463.png"/><Relationship Id="rId101" Type="http://schemas.openxmlformats.org/officeDocument/2006/relationships/image" Target="../media/image464.png"/><Relationship Id="rId4" Type="http://schemas.openxmlformats.org/officeDocument/2006/relationships/customXml" Target="../ink/ink416.xml"/><Relationship Id="rId9" Type="http://schemas.openxmlformats.org/officeDocument/2006/relationships/image" Target="../media/image418.png"/><Relationship Id="rId13" Type="http://schemas.openxmlformats.org/officeDocument/2006/relationships/image" Target="../media/image420.png"/><Relationship Id="rId18" Type="http://schemas.openxmlformats.org/officeDocument/2006/relationships/customXml" Target="../ink/ink423.xml"/><Relationship Id="rId39" Type="http://schemas.openxmlformats.org/officeDocument/2006/relationships/image" Target="../media/image433.png"/><Relationship Id="rId109" Type="http://schemas.openxmlformats.org/officeDocument/2006/relationships/image" Target="../media/image468.png"/><Relationship Id="rId34" Type="http://schemas.openxmlformats.org/officeDocument/2006/relationships/customXml" Target="../ink/ink431.xml"/><Relationship Id="rId50" Type="http://schemas.openxmlformats.org/officeDocument/2006/relationships/customXml" Target="../ink/ink439.xml"/><Relationship Id="rId55" Type="http://schemas.openxmlformats.org/officeDocument/2006/relationships/image" Target="../media/image441.png"/><Relationship Id="rId76" Type="http://schemas.openxmlformats.org/officeDocument/2006/relationships/customXml" Target="../ink/ink452.xml"/><Relationship Id="rId97" Type="http://schemas.openxmlformats.org/officeDocument/2006/relationships/image" Target="../media/image462.png"/><Relationship Id="rId104" Type="http://schemas.openxmlformats.org/officeDocument/2006/relationships/customXml" Target="../ink/ink466.xml"/><Relationship Id="rId7" Type="http://schemas.openxmlformats.org/officeDocument/2006/relationships/image" Target="../media/image417.png"/><Relationship Id="rId71" Type="http://schemas.openxmlformats.org/officeDocument/2006/relationships/image" Target="../media/image449.png"/><Relationship Id="rId92" Type="http://schemas.openxmlformats.org/officeDocument/2006/relationships/customXml" Target="../ink/ink460.xml"/><Relationship Id="rId2" Type="http://schemas.openxmlformats.org/officeDocument/2006/relationships/customXml" Target="../ink/ink415.xml"/><Relationship Id="rId29" Type="http://schemas.openxmlformats.org/officeDocument/2006/relationships/image" Target="../media/image428.png"/><Relationship Id="rId24" Type="http://schemas.openxmlformats.org/officeDocument/2006/relationships/customXml" Target="../ink/ink426.xml"/><Relationship Id="rId40" Type="http://schemas.openxmlformats.org/officeDocument/2006/relationships/customXml" Target="../ink/ink434.xml"/><Relationship Id="rId45" Type="http://schemas.openxmlformats.org/officeDocument/2006/relationships/image" Target="../media/image436.png"/><Relationship Id="rId66" Type="http://schemas.openxmlformats.org/officeDocument/2006/relationships/customXml" Target="../ink/ink447.xml"/><Relationship Id="rId87" Type="http://schemas.openxmlformats.org/officeDocument/2006/relationships/image" Target="../media/image457.png"/><Relationship Id="rId110" Type="http://schemas.openxmlformats.org/officeDocument/2006/relationships/customXml" Target="../ink/ink469.xml"/><Relationship Id="rId61" Type="http://schemas.openxmlformats.org/officeDocument/2006/relationships/image" Target="../media/image444.png"/><Relationship Id="rId82" Type="http://schemas.openxmlformats.org/officeDocument/2006/relationships/customXml" Target="../ink/ink455.xml"/><Relationship Id="rId19" Type="http://schemas.openxmlformats.org/officeDocument/2006/relationships/image" Target="../media/image423.png"/><Relationship Id="rId14" Type="http://schemas.openxmlformats.org/officeDocument/2006/relationships/customXml" Target="../ink/ink421.xml"/><Relationship Id="rId30" Type="http://schemas.openxmlformats.org/officeDocument/2006/relationships/customXml" Target="../ink/ink429.xml"/><Relationship Id="rId35" Type="http://schemas.openxmlformats.org/officeDocument/2006/relationships/image" Target="../media/image431.png"/><Relationship Id="rId56" Type="http://schemas.openxmlformats.org/officeDocument/2006/relationships/customXml" Target="../ink/ink442.xml"/><Relationship Id="rId77" Type="http://schemas.openxmlformats.org/officeDocument/2006/relationships/image" Target="../media/image452.png"/><Relationship Id="rId100" Type="http://schemas.openxmlformats.org/officeDocument/2006/relationships/customXml" Target="../ink/ink464.xml"/><Relationship Id="rId105" Type="http://schemas.openxmlformats.org/officeDocument/2006/relationships/image" Target="../media/image466.png"/><Relationship Id="rId8" Type="http://schemas.openxmlformats.org/officeDocument/2006/relationships/customXml" Target="../ink/ink418.xml"/><Relationship Id="rId51" Type="http://schemas.openxmlformats.org/officeDocument/2006/relationships/image" Target="../media/image439.png"/><Relationship Id="rId72" Type="http://schemas.openxmlformats.org/officeDocument/2006/relationships/customXml" Target="../ink/ink450.xml"/><Relationship Id="rId93" Type="http://schemas.openxmlformats.org/officeDocument/2006/relationships/image" Target="../media/image460.png"/><Relationship Id="rId98" Type="http://schemas.openxmlformats.org/officeDocument/2006/relationships/customXml" Target="../ink/ink463.xml"/><Relationship Id="rId3" Type="http://schemas.openxmlformats.org/officeDocument/2006/relationships/image" Target="../media/image415.png"/><Relationship Id="rId25" Type="http://schemas.openxmlformats.org/officeDocument/2006/relationships/image" Target="../media/image426.png"/><Relationship Id="rId46" Type="http://schemas.openxmlformats.org/officeDocument/2006/relationships/customXml" Target="../ink/ink437.xml"/><Relationship Id="rId67" Type="http://schemas.openxmlformats.org/officeDocument/2006/relationships/image" Target="../media/image447.png"/><Relationship Id="rId20" Type="http://schemas.openxmlformats.org/officeDocument/2006/relationships/customXml" Target="../ink/ink424.xml"/><Relationship Id="rId41" Type="http://schemas.openxmlformats.org/officeDocument/2006/relationships/image" Target="../media/image434.png"/><Relationship Id="rId62" Type="http://schemas.openxmlformats.org/officeDocument/2006/relationships/customXml" Target="../ink/ink445.xml"/><Relationship Id="rId83" Type="http://schemas.openxmlformats.org/officeDocument/2006/relationships/image" Target="../media/image455.png"/><Relationship Id="rId88" Type="http://schemas.openxmlformats.org/officeDocument/2006/relationships/customXml" Target="../ink/ink458.xml"/><Relationship Id="rId111" Type="http://schemas.openxmlformats.org/officeDocument/2006/relationships/image" Target="../media/image469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82.xml"/><Relationship Id="rId21" Type="http://schemas.openxmlformats.org/officeDocument/2006/relationships/image" Target="../media/image479.png"/><Relationship Id="rId42" Type="http://schemas.openxmlformats.org/officeDocument/2006/relationships/customXml" Target="../ink/ink490.xml"/><Relationship Id="rId47" Type="http://schemas.openxmlformats.org/officeDocument/2006/relationships/image" Target="../media/image492.png"/><Relationship Id="rId63" Type="http://schemas.openxmlformats.org/officeDocument/2006/relationships/image" Target="../media/image500.png"/><Relationship Id="rId68" Type="http://schemas.openxmlformats.org/officeDocument/2006/relationships/customXml" Target="../ink/ink503.xml"/><Relationship Id="rId84" Type="http://schemas.openxmlformats.org/officeDocument/2006/relationships/customXml" Target="../ink/ink511.xml"/><Relationship Id="rId89" Type="http://schemas.openxmlformats.org/officeDocument/2006/relationships/image" Target="../media/image513.png"/><Relationship Id="rId16" Type="http://schemas.openxmlformats.org/officeDocument/2006/relationships/customXml" Target="../ink/ink477.xml"/><Relationship Id="rId11" Type="http://schemas.openxmlformats.org/officeDocument/2006/relationships/image" Target="../media/image474.png"/><Relationship Id="rId32" Type="http://schemas.openxmlformats.org/officeDocument/2006/relationships/customXml" Target="../ink/ink485.xml"/><Relationship Id="rId37" Type="http://schemas.openxmlformats.org/officeDocument/2006/relationships/image" Target="../media/image487.png"/><Relationship Id="rId53" Type="http://schemas.openxmlformats.org/officeDocument/2006/relationships/image" Target="../media/image495.png"/><Relationship Id="rId58" Type="http://schemas.openxmlformats.org/officeDocument/2006/relationships/customXml" Target="../ink/ink498.xml"/><Relationship Id="rId74" Type="http://schemas.openxmlformats.org/officeDocument/2006/relationships/customXml" Target="../ink/ink506.xml"/><Relationship Id="rId79" Type="http://schemas.openxmlformats.org/officeDocument/2006/relationships/image" Target="../media/image508.png"/><Relationship Id="rId102" Type="http://schemas.openxmlformats.org/officeDocument/2006/relationships/customXml" Target="../ink/ink520.xml"/><Relationship Id="rId5" Type="http://schemas.openxmlformats.org/officeDocument/2006/relationships/image" Target="../media/image471.png"/><Relationship Id="rId90" Type="http://schemas.openxmlformats.org/officeDocument/2006/relationships/customXml" Target="../ink/ink514.xml"/><Relationship Id="rId95" Type="http://schemas.openxmlformats.org/officeDocument/2006/relationships/image" Target="../media/image516.png"/><Relationship Id="rId22" Type="http://schemas.openxmlformats.org/officeDocument/2006/relationships/customXml" Target="../ink/ink480.xml"/><Relationship Id="rId27" Type="http://schemas.openxmlformats.org/officeDocument/2006/relationships/image" Target="../media/image482.png"/><Relationship Id="rId43" Type="http://schemas.openxmlformats.org/officeDocument/2006/relationships/image" Target="../media/image490.png"/><Relationship Id="rId48" Type="http://schemas.openxmlformats.org/officeDocument/2006/relationships/customXml" Target="../ink/ink493.xml"/><Relationship Id="rId64" Type="http://schemas.openxmlformats.org/officeDocument/2006/relationships/customXml" Target="../ink/ink501.xml"/><Relationship Id="rId69" Type="http://schemas.openxmlformats.org/officeDocument/2006/relationships/image" Target="../media/image503.png"/><Relationship Id="rId80" Type="http://schemas.openxmlformats.org/officeDocument/2006/relationships/customXml" Target="../ink/ink509.xml"/><Relationship Id="rId85" Type="http://schemas.openxmlformats.org/officeDocument/2006/relationships/image" Target="../media/image511.png"/><Relationship Id="rId12" Type="http://schemas.openxmlformats.org/officeDocument/2006/relationships/customXml" Target="../ink/ink475.xml"/><Relationship Id="rId17" Type="http://schemas.openxmlformats.org/officeDocument/2006/relationships/image" Target="../media/image477.png"/><Relationship Id="rId33" Type="http://schemas.openxmlformats.org/officeDocument/2006/relationships/image" Target="../media/image485.png"/><Relationship Id="rId38" Type="http://schemas.openxmlformats.org/officeDocument/2006/relationships/customXml" Target="../ink/ink488.xml"/><Relationship Id="rId59" Type="http://schemas.openxmlformats.org/officeDocument/2006/relationships/image" Target="../media/image498.png"/><Relationship Id="rId103" Type="http://schemas.openxmlformats.org/officeDocument/2006/relationships/image" Target="../media/image520.png"/><Relationship Id="rId20" Type="http://schemas.openxmlformats.org/officeDocument/2006/relationships/customXml" Target="../ink/ink479.xml"/><Relationship Id="rId41" Type="http://schemas.openxmlformats.org/officeDocument/2006/relationships/image" Target="../media/image489.png"/><Relationship Id="rId54" Type="http://schemas.openxmlformats.org/officeDocument/2006/relationships/customXml" Target="../ink/ink496.xml"/><Relationship Id="rId62" Type="http://schemas.openxmlformats.org/officeDocument/2006/relationships/customXml" Target="../ink/ink500.xml"/><Relationship Id="rId70" Type="http://schemas.openxmlformats.org/officeDocument/2006/relationships/customXml" Target="../ink/ink504.xml"/><Relationship Id="rId75" Type="http://schemas.openxmlformats.org/officeDocument/2006/relationships/image" Target="../media/image506.png"/><Relationship Id="rId83" Type="http://schemas.openxmlformats.org/officeDocument/2006/relationships/image" Target="../media/image510.png"/><Relationship Id="rId88" Type="http://schemas.openxmlformats.org/officeDocument/2006/relationships/customXml" Target="../ink/ink513.xml"/><Relationship Id="rId91" Type="http://schemas.openxmlformats.org/officeDocument/2006/relationships/image" Target="../media/image514.png"/><Relationship Id="rId96" Type="http://schemas.openxmlformats.org/officeDocument/2006/relationships/customXml" Target="../ink/ink51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2.xml"/><Relationship Id="rId15" Type="http://schemas.openxmlformats.org/officeDocument/2006/relationships/image" Target="../media/image476.png"/><Relationship Id="rId23" Type="http://schemas.openxmlformats.org/officeDocument/2006/relationships/image" Target="../media/image480.png"/><Relationship Id="rId28" Type="http://schemas.openxmlformats.org/officeDocument/2006/relationships/customXml" Target="../ink/ink483.xml"/><Relationship Id="rId36" Type="http://schemas.openxmlformats.org/officeDocument/2006/relationships/customXml" Target="../ink/ink487.xml"/><Relationship Id="rId49" Type="http://schemas.openxmlformats.org/officeDocument/2006/relationships/image" Target="../media/image493.png"/><Relationship Id="rId57" Type="http://schemas.openxmlformats.org/officeDocument/2006/relationships/image" Target="../media/image497.png"/><Relationship Id="rId10" Type="http://schemas.openxmlformats.org/officeDocument/2006/relationships/customXml" Target="../ink/ink474.xml"/><Relationship Id="rId31" Type="http://schemas.openxmlformats.org/officeDocument/2006/relationships/image" Target="../media/image484.png"/><Relationship Id="rId44" Type="http://schemas.openxmlformats.org/officeDocument/2006/relationships/customXml" Target="../ink/ink491.xml"/><Relationship Id="rId52" Type="http://schemas.openxmlformats.org/officeDocument/2006/relationships/customXml" Target="../ink/ink495.xml"/><Relationship Id="rId60" Type="http://schemas.openxmlformats.org/officeDocument/2006/relationships/customXml" Target="../ink/ink499.xml"/><Relationship Id="rId65" Type="http://schemas.openxmlformats.org/officeDocument/2006/relationships/image" Target="../media/image501.png"/><Relationship Id="rId73" Type="http://schemas.openxmlformats.org/officeDocument/2006/relationships/image" Target="../media/image505.png"/><Relationship Id="rId78" Type="http://schemas.openxmlformats.org/officeDocument/2006/relationships/customXml" Target="../ink/ink508.xml"/><Relationship Id="rId81" Type="http://schemas.openxmlformats.org/officeDocument/2006/relationships/image" Target="../media/image509.png"/><Relationship Id="rId86" Type="http://schemas.openxmlformats.org/officeDocument/2006/relationships/customXml" Target="../ink/ink512.xml"/><Relationship Id="rId94" Type="http://schemas.openxmlformats.org/officeDocument/2006/relationships/customXml" Target="../ink/ink516.xml"/><Relationship Id="rId99" Type="http://schemas.openxmlformats.org/officeDocument/2006/relationships/image" Target="../media/image518.png"/><Relationship Id="rId101" Type="http://schemas.openxmlformats.org/officeDocument/2006/relationships/image" Target="../media/image519.png"/><Relationship Id="rId4" Type="http://schemas.openxmlformats.org/officeDocument/2006/relationships/customXml" Target="../ink/ink471.xml"/><Relationship Id="rId9" Type="http://schemas.openxmlformats.org/officeDocument/2006/relationships/image" Target="../media/image473.png"/><Relationship Id="rId13" Type="http://schemas.openxmlformats.org/officeDocument/2006/relationships/image" Target="../media/image475.png"/><Relationship Id="rId18" Type="http://schemas.openxmlformats.org/officeDocument/2006/relationships/customXml" Target="../ink/ink478.xml"/><Relationship Id="rId39" Type="http://schemas.openxmlformats.org/officeDocument/2006/relationships/image" Target="../media/image488.png"/><Relationship Id="rId34" Type="http://schemas.openxmlformats.org/officeDocument/2006/relationships/customXml" Target="../ink/ink486.xml"/><Relationship Id="rId50" Type="http://schemas.openxmlformats.org/officeDocument/2006/relationships/customXml" Target="../ink/ink494.xml"/><Relationship Id="rId55" Type="http://schemas.openxmlformats.org/officeDocument/2006/relationships/image" Target="../media/image496.png"/><Relationship Id="rId76" Type="http://schemas.openxmlformats.org/officeDocument/2006/relationships/customXml" Target="../ink/ink507.xml"/><Relationship Id="rId97" Type="http://schemas.openxmlformats.org/officeDocument/2006/relationships/image" Target="../media/image517.png"/><Relationship Id="rId104" Type="http://schemas.openxmlformats.org/officeDocument/2006/relationships/customXml" Target="../ink/ink521.xml"/><Relationship Id="rId7" Type="http://schemas.openxmlformats.org/officeDocument/2006/relationships/image" Target="../media/image472.png"/><Relationship Id="rId71" Type="http://schemas.openxmlformats.org/officeDocument/2006/relationships/image" Target="../media/image504.png"/><Relationship Id="rId92" Type="http://schemas.openxmlformats.org/officeDocument/2006/relationships/customXml" Target="../ink/ink515.xml"/><Relationship Id="rId2" Type="http://schemas.openxmlformats.org/officeDocument/2006/relationships/customXml" Target="../ink/ink470.xml"/><Relationship Id="rId29" Type="http://schemas.openxmlformats.org/officeDocument/2006/relationships/image" Target="../media/image483.png"/><Relationship Id="rId24" Type="http://schemas.openxmlformats.org/officeDocument/2006/relationships/customXml" Target="../ink/ink481.xml"/><Relationship Id="rId40" Type="http://schemas.openxmlformats.org/officeDocument/2006/relationships/customXml" Target="../ink/ink489.xml"/><Relationship Id="rId45" Type="http://schemas.openxmlformats.org/officeDocument/2006/relationships/image" Target="../media/image491.png"/><Relationship Id="rId66" Type="http://schemas.openxmlformats.org/officeDocument/2006/relationships/customXml" Target="../ink/ink502.xml"/><Relationship Id="rId87" Type="http://schemas.openxmlformats.org/officeDocument/2006/relationships/image" Target="../media/image512.png"/><Relationship Id="rId61" Type="http://schemas.openxmlformats.org/officeDocument/2006/relationships/image" Target="../media/image499.png"/><Relationship Id="rId82" Type="http://schemas.openxmlformats.org/officeDocument/2006/relationships/customXml" Target="../ink/ink510.xml"/><Relationship Id="rId19" Type="http://schemas.openxmlformats.org/officeDocument/2006/relationships/image" Target="../media/image478.png"/><Relationship Id="rId14" Type="http://schemas.openxmlformats.org/officeDocument/2006/relationships/customXml" Target="../ink/ink476.xml"/><Relationship Id="rId30" Type="http://schemas.openxmlformats.org/officeDocument/2006/relationships/customXml" Target="../ink/ink484.xml"/><Relationship Id="rId35" Type="http://schemas.openxmlformats.org/officeDocument/2006/relationships/image" Target="../media/image486.png"/><Relationship Id="rId56" Type="http://schemas.openxmlformats.org/officeDocument/2006/relationships/customXml" Target="../ink/ink497.xml"/><Relationship Id="rId77" Type="http://schemas.openxmlformats.org/officeDocument/2006/relationships/image" Target="../media/image507.png"/><Relationship Id="rId100" Type="http://schemas.openxmlformats.org/officeDocument/2006/relationships/customXml" Target="../ink/ink519.xml"/><Relationship Id="rId105" Type="http://schemas.openxmlformats.org/officeDocument/2006/relationships/image" Target="../media/image521.png"/><Relationship Id="rId8" Type="http://schemas.openxmlformats.org/officeDocument/2006/relationships/customXml" Target="../ink/ink473.xml"/><Relationship Id="rId51" Type="http://schemas.openxmlformats.org/officeDocument/2006/relationships/image" Target="../media/image494.png"/><Relationship Id="rId72" Type="http://schemas.openxmlformats.org/officeDocument/2006/relationships/customXml" Target="../ink/ink505.xml"/><Relationship Id="rId93" Type="http://schemas.openxmlformats.org/officeDocument/2006/relationships/image" Target="../media/image515.png"/><Relationship Id="rId98" Type="http://schemas.openxmlformats.org/officeDocument/2006/relationships/customXml" Target="../ink/ink518.xml"/><Relationship Id="rId3" Type="http://schemas.openxmlformats.org/officeDocument/2006/relationships/image" Target="../media/image470.png"/><Relationship Id="rId25" Type="http://schemas.openxmlformats.org/officeDocument/2006/relationships/image" Target="../media/image481.png"/><Relationship Id="rId46" Type="http://schemas.openxmlformats.org/officeDocument/2006/relationships/customXml" Target="../ink/ink492.xml"/><Relationship Id="rId67" Type="http://schemas.openxmlformats.org/officeDocument/2006/relationships/image" Target="../media/image50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9.png"/><Relationship Id="rId21" Type="http://schemas.openxmlformats.org/officeDocument/2006/relationships/image" Target="../media/image531.png"/><Relationship Id="rId42" Type="http://schemas.openxmlformats.org/officeDocument/2006/relationships/customXml" Target="../ink/ink542.xml"/><Relationship Id="rId63" Type="http://schemas.openxmlformats.org/officeDocument/2006/relationships/image" Target="../media/image552.png"/><Relationship Id="rId84" Type="http://schemas.openxmlformats.org/officeDocument/2006/relationships/customXml" Target="../ink/ink563.xml"/><Relationship Id="rId138" Type="http://schemas.openxmlformats.org/officeDocument/2006/relationships/customXml" Target="../ink/ink590.xml"/><Relationship Id="rId159" Type="http://schemas.openxmlformats.org/officeDocument/2006/relationships/image" Target="../media/image600.png"/><Relationship Id="rId170" Type="http://schemas.openxmlformats.org/officeDocument/2006/relationships/customXml" Target="../ink/ink606.xml"/><Relationship Id="rId107" Type="http://schemas.openxmlformats.org/officeDocument/2006/relationships/image" Target="../media/image574.png"/><Relationship Id="rId11" Type="http://schemas.openxmlformats.org/officeDocument/2006/relationships/image" Target="../media/image526.png"/><Relationship Id="rId32" Type="http://schemas.openxmlformats.org/officeDocument/2006/relationships/customXml" Target="../ink/ink537.xml"/><Relationship Id="rId53" Type="http://schemas.openxmlformats.org/officeDocument/2006/relationships/image" Target="../media/image547.png"/><Relationship Id="rId74" Type="http://schemas.openxmlformats.org/officeDocument/2006/relationships/customXml" Target="../ink/ink558.xml"/><Relationship Id="rId128" Type="http://schemas.openxmlformats.org/officeDocument/2006/relationships/customXml" Target="../ink/ink585.xml"/><Relationship Id="rId149" Type="http://schemas.openxmlformats.org/officeDocument/2006/relationships/image" Target="../media/image595.png"/><Relationship Id="rId5" Type="http://schemas.openxmlformats.org/officeDocument/2006/relationships/image" Target="../media/image523.png"/><Relationship Id="rId95" Type="http://schemas.openxmlformats.org/officeDocument/2006/relationships/image" Target="../media/image568.png"/><Relationship Id="rId160" Type="http://schemas.openxmlformats.org/officeDocument/2006/relationships/customXml" Target="../ink/ink601.xml"/><Relationship Id="rId22" Type="http://schemas.openxmlformats.org/officeDocument/2006/relationships/customXml" Target="../ink/ink532.xml"/><Relationship Id="rId43" Type="http://schemas.openxmlformats.org/officeDocument/2006/relationships/image" Target="../media/image542.png"/><Relationship Id="rId64" Type="http://schemas.openxmlformats.org/officeDocument/2006/relationships/customXml" Target="../ink/ink553.xml"/><Relationship Id="rId118" Type="http://schemas.openxmlformats.org/officeDocument/2006/relationships/customXml" Target="../ink/ink580.xml"/><Relationship Id="rId139" Type="http://schemas.openxmlformats.org/officeDocument/2006/relationships/image" Target="../media/image590.png"/><Relationship Id="rId85" Type="http://schemas.openxmlformats.org/officeDocument/2006/relationships/image" Target="../media/image563.png"/><Relationship Id="rId150" Type="http://schemas.openxmlformats.org/officeDocument/2006/relationships/customXml" Target="../ink/ink596.xml"/><Relationship Id="rId171" Type="http://schemas.openxmlformats.org/officeDocument/2006/relationships/image" Target="../media/image606.png"/><Relationship Id="rId12" Type="http://schemas.openxmlformats.org/officeDocument/2006/relationships/customXml" Target="../ink/ink527.xml"/><Relationship Id="rId33" Type="http://schemas.openxmlformats.org/officeDocument/2006/relationships/image" Target="../media/image537.png"/><Relationship Id="rId108" Type="http://schemas.openxmlformats.org/officeDocument/2006/relationships/customXml" Target="../ink/ink575.xml"/><Relationship Id="rId129" Type="http://schemas.openxmlformats.org/officeDocument/2006/relationships/image" Target="../media/image585.png"/><Relationship Id="rId54" Type="http://schemas.openxmlformats.org/officeDocument/2006/relationships/customXml" Target="../ink/ink548.xml"/><Relationship Id="rId75" Type="http://schemas.openxmlformats.org/officeDocument/2006/relationships/image" Target="../media/image558.png"/><Relationship Id="rId96" Type="http://schemas.openxmlformats.org/officeDocument/2006/relationships/customXml" Target="../ink/ink569.xml"/><Relationship Id="rId140" Type="http://schemas.openxmlformats.org/officeDocument/2006/relationships/customXml" Target="../ink/ink591.xml"/><Relationship Id="rId161" Type="http://schemas.openxmlformats.org/officeDocument/2006/relationships/image" Target="../media/image601.png"/><Relationship Id="rId6" Type="http://schemas.openxmlformats.org/officeDocument/2006/relationships/customXml" Target="../ink/ink524.xml"/><Relationship Id="rId23" Type="http://schemas.openxmlformats.org/officeDocument/2006/relationships/image" Target="../media/image532.png"/><Relationship Id="rId28" Type="http://schemas.openxmlformats.org/officeDocument/2006/relationships/customXml" Target="../ink/ink535.xml"/><Relationship Id="rId49" Type="http://schemas.openxmlformats.org/officeDocument/2006/relationships/image" Target="../media/image545.png"/><Relationship Id="rId114" Type="http://schemas.openxmlformats.org/officeDocument/2006/relationships/customXml" Target="../ink/ink578.xml"/><Relationship Id="rId119" Type="http://schemas.openxmlformats.org/officeDocument/2006/relationships/image" Target="../media/image580.png"/><Relationship Id="rId44" Type="http://schemas.openxmlformats.org/officeDocument/2006/relationships/customXml" Target="../ink/ink543.xml"/><Relationship Id="rId60" Type="http://schemas.openxmlformats.org/officeDocument/2006/relationships/customXml" Target="../ink/ink551.xml"/><Relationship Id="rId65" Type="http://schemas.openxmlformats.org/officeDocument/2006/relationships/image" Target="../media/image553.png"/><Relationship Id="rId81" Type="http://schemas.openxmlformats.org/officeDocument/2006/relationships/image" Target="../media/image561.png"/><Relationship Id="rId86" Type="http://schemas.openxmlformats.org/officeDocument/2006/relationships/customXml" Target="../ink/ink564.xml"/><Relationship Id="rId130" Type="http://schemas.openxmlformats.org/officeDocument/2006/relationships/customXml" Target="../ink/ink586.xml"/><Relationship Id="rId135" Type="http://schemas.openxmlformats.org/officeDocument/2006/relationships/image" Target="../media/image588.png"/><Relationship Id="rId151" Type="http://schemas.openxmlformats.org/officeDocument/2006/relationships/image" Target="../media/image596.png"/><Relationship Id="rId156" Type="http://schemas.openxmlformats.org/officeDocument/2006/relationships/customXml" Target="../ink/ink599.xml"/><Relationship Id="rId177" Type="http://schemas.openxmlformats.org/officeDocument/2006/relationships/image" Target="../media/image609.png"/><Relationship Id="rId172" Type="http://schemas.openxmlformats.org/officeDocument/2006/relationships/customXml" Target="../ink/ink607.xml"/><Relationship Id="rId13" Type="http://schemas.openxmlformats.org/officeDocument/2006/relationships/image" Target="../media/image527.png"/><Relationship Id="rId18" Type="http://schemas.openxmlformats.org/officeDocument/2006/relationships/customXml" Target="../ink/ink530.xml"/><Relationship Id="rId39" Type="http://schemas.openxmlformats.org/officeDocument/2006/relationships/image" Target="../media/image540.png"/><Relationship Id="rId109" Type="http://schemas.openxmlformats.org/officeDocument/2006/relationships/image" Target="../media/image575.png"/><Relationship Id="rId34" Type="http://schemas.openxmlformats.org/officeDocument/2006/relationships/customXml" Target="../ink/ink538.xml"/><Relationship Id="rId50" Type="http://schemas.openxmlformats.org/officeDocument/2006/relationships/customXml" Target="../ink/ink546.xml"/><Relationship Id="rId55" Type="http://schemas.openxmlformats.org/officeDocument/2006/relationships/image" Target="../media/image548.png"/><Relationship Id="rId76" Type="http://schemas.openxmlformats.org/officeDocument/2006/relationships/customXml" Target="../ink/ink559.xml"/><Relationship Id="rId97" Type="http://schemas.openxmlformats.org/officeDocument/2006/relationships/image" Target="../media/image569.png"/><Relationship Id="rId104" Type="http://schemas.openxmlformats.org/officeDocument/2006/relationships/customXml" Target="../ink/ink573.xml"/><Relationship Id="rId120" Type="http://schemas.openxmlformats.org/officeDocument/2006/relationships/customXml" Target="../ink/ink581.xml"/><Relationship Id="rId125" Type="http://schemas.openxmlformats.org/officeDocument/2006/relationships/image" Target="../media/image583.png"/><Relationship Id="rId141" Type="http://schemas.openxmlformats.org/officeDocument/2006/relationships/image" Target="../media/image591.png"/><Relationship Id="rId146" Type="http://schemas.openxmlformats.org/officeDocument/2006/relationships/customXml" Target="../ink/ink594.xml"/><Relationship Id="rId167" Type="http://schemas.openxmlformats.org/officeDocument/2006/relationships/image" Target="../media/image604.png"/><Relationship Id="rId7" Type="http://schemas.openxmlformats.org/officeDocument/2006/relationships/image" Target="../media/image524.png"/><Relationship Id="rId71" Type="http://schemas.openxmlformats.org/officeDocument/2006/relationships/image" Target="../media/image556.png"/><Relationship Id="rId92" Type="http://schemas.openxmlformats.org/officeDocument/2006/relationships/customXml" Target="../ink/ink567.xml"/><Relationship Id="rId162" Type="http://schemas.openxmlformats.org/officeDocument/2006/relationships/customXml" Target="../ink/ink602.xml"/><Relationship Id="rId2" Type="http://schemas.openxmlformats.org/officeDocument/2006/relationships/customXml" Target="../ink/ink522.xml"/><Relationship Id="rId29" Type="http://schemas.openxmlformats.org/officeDocument/2006/relationships/image" Target="../media/image535.png"/><Relationship Id="rId24" Type="http://schemas.openxmlformats.org/officeDocument/2006/relationships/customXml" Target="../ink/ink533.xml"/><Relationship Id="rId40" Type="http://schemas.openxmlformats.org/officeDocument/2006/relationships/customXml" Target="../ink/ink541.xml"/><Relationship Id="rId45" Type="http://schemas.openxmlformats.org/officeDocument/2006/relationships/image" Target="../media/image543.png"/><Relationship Id="rId66" Type="http://schemas.openxmlformats.org/officeDocument/2006/relationships/customXml" Target="../ink/ink554.xml"/><Relationship Id="rId87" Type="http://schemas.openxmlformats.org/officeDocument/2006/relationships/image" Target="../media/image564.png"/><Relationship Id="rId110" Type="http://schemas.openxmlformats.org/officeDocument/2006/relationships/customXml" Target="../ink/ink576.xml"/><Relationship Id="rId115" Type="http://schemas.openxmlformats.org/officeDocument/2006/relationships/image" Target="../media/image578.png"/><Relationship Id="rId131" Type="http://schemas.openxmlformats.org/officeDocument/2006/relationships/image" Target="../media/image586.png"/><Relationship Id="rId136" Type="http://schemas.openxmlformats.org/officeDocument/2006/relationships/customXml" Target="../ink/ink589.xml"/><Relationship Id="rId157" Type="http://schemas.openxmlformats.org/officeDocument/2006/relationships/image" Target="../media/image599.png"/><Relationship Id="rId178" Type="http://schemas.openxmlformats.org/officeDocument/2006/relationships/customXml" Target="../ink/ink610.xml"/><Relationship Id="rId61" Type="http://schemas.openxmlformats.org/officeDocument/2006/relationships/image" Target="../media/image551.png"/><Relationship Id="rId82" Type="http://schemas.openxmlformats.org/officeDocument/2006/relationships/customXml" Target="../ink/ink562.xml"/><Relationship Id="rId152" Type="http://schemas.openxmlformats.org/officeDocument/2006/relationships/customXml" Target="../ink/ink597.xml"/><Relationship Id="rId173" Type="http://schemas.openxmlformats.org/officeDocument/2006/relationships/image" Target="../media/image607.png"/><Relationship Id="rId19" Type="http://schemas.openxmlformats.org/officeDocument/2006/relationships/image" Target="../media/image530.png"/><Relationship Id="rId14" Type="http://schemas.openxmlformats.org/officeDocument/2006/relationships/customXml" Target="../ink/ink528.xml"/><Relationship Id="rId30" Type="http://schemas.openxmlformats.org/officeDocument/2006/relationships/customXml" Target="../ink/ink536.xml"/><Relationship Id="rId35" Type="http://schemas.openxmlformats.org/officeDocument/2006/relationships/image" Target="../media/image538.png"/><Relationship Id="rId56" Type="http://schemas.openxmlformats.org/officeDocument/2006/relationships/customXml" Target="../ink/ink549.xml"/><Relationship Id="rId77" Type="http://schemas.openxmlformats.org/officeDocument/2006/relationships/image" Target="../media/image559.png"/><Relationship Id="rId100" Type="http://schemas.openxmlformats.org/officeDocument/2006/relationships/customXml" Target="../ink/ink571.xml"/><Relationship Id="rId105" Type="http://schemas.openxmlformats.org/officeDocument/2006/relationships/image" Target="../media/image573.png"/><Relationship Id="rId126" Type="http://schemas.openxmlformats.org/officeDocument/2006/relationships/customXml" Target="../ink/ink584.xml"/><Relationship Id="rId147" Type="http://schemas.openxmlformats.org/officeDocument/2006/relationships/image" Target="../media/image594.png"/><Relationship Id="rId168" Type="http://schemas.openxmlformats.org/officeDocument/2006/relationships/customXml" Target="../ink/ink605.xml"/><Relationship Id="rId8" Type="http://schemas.openxmlformats.org/officeDocument/2006/relationships/customXml" Target="../ink/ink525.xml"/><Relationship Id="rId51" Type="http://schemas.openxmlformats.org/officeDocument/2006/relationships/image" Target="../media/image546.png"/><Relationship Id="rId72" Type="http://schemas.openxmlformats.org/officeDocument/2006/relationships/customXml" Target="../ink/ink557.xml"/><Relationship Id="rId93" Type="http://schemas.openxmlformats.org/officeDocument/2006/relationships/image" Target="../media/image567.png"/><Relationship Id="rId98" Type="http://schemas.openxmlformats.org/officeDocument/2006/relationships/customXml" Target="../ink/ink570.xml"/><Relationship Id="rId121" Type="http://schemas.openxmlformats.org/officeDocument/2006/relationships/image" Target="../media/image581.png"/><Relationship Id="rId142" Type="http://schemas.openxmlformats.org/officeDocument/2006/relationships/customXml" Target="../ink/ink592.xml"/><Relationship Id="rId163" Type="http://schemas.openxmlformats.org/officeDocument/2006/relationships/image" Target="../media/image602.png"/><Relationship Id="rId3" Type="http://schemas.openxmlformats.org/officeDocument/2006/relationships/image" Target="../media/image522.png"/><Relationship Id="rId25" Type="http://schemas.openxmlformats.org/officeDocument/2006/relationships/image" Target="../media/image533.png"/><Relationship Id="rId46" Type="http://schemas.openxmlformats.org/officeDocument/2006/relationships/customXml" Target="../ink/ink544.xml"/><Relationship Id="rId67" Type="http://schemas.openxmlformats.org/officeDocument/2006/relationships/image" Target="../media/image554.png"/><Relationship Id="rId116" Type="http://schemas.openxmlformats.org/officeDocument/2006/relationships/customXml" Target="../ink/ink579.xml"/><Relationship Id="rId137" Type="http://schemas.openxmlformats.org/officeDocument/2006/relationships/image" Target="../media/image589.png"/><Relationship Id="rId158" Type="http://schemas.openxmlformats.org/officeDocument/2006/relationships/customXml" Target="../ink/ink600.xml"/><Relationship Id="rId20" Type="http://schemas.openxmlformats.org/officeDocument/2006/relationships/customXml" Target="../ink/ink531.xml"/><Relationship Id="rId41" Type="http://schemas.openxmlformats.org/officeDocument/2006/relationships/image" Target="../media/image541.png"/><Relationship Id="rId62" Type="http://schemas.openxmlformats.org/officeDocument/2006/relationships/customXml" Target="../ink/ink552.xml"/><Relationship Id="rId83" Type="http://schemas.openxmlformats.org/officeDocument/2006/relationships/image" Target="../media/image562.png"/><Relationship Id="rId88" Type="http://schemas.openxmlformats.org/officeDocument/2006/relationships/customXml" Target="../ink/ink565.xml"/><Relationship Id="rId111" Type="http://schemas.openxmlformats.org/officeDocument/2006/relationships/image" Target="../media/image576.png"/><Relationship Id="rId132" Type="http://schemas.openxmlformats.org/officeDocument/2006/relationships/customXml" Target="../ink/ink587.xml"/><Relationship Id="rId153" Type="http://schemas.openxmlformats.org/officeDocument/2006/relationships/image" Target="../media/image597.png"/><Relationship Id="rId174" Type="http://schemas.openxmlformats.org/officeDocument/2006/relationships/customXml" Target="../ink/ink608.xml"/><Relationship Id="rId179" Type="http://schemas.openxmlformats.org/officeDocument/2006/relationships/image" Target="../media/image610.png"/><Relationship Id="rId15" Type="http://schemas.openxmlformats.org/officeDocument/2006/relationships/image" Target="../media/image528.png"/><Relationship Id="rId36" Type="http://schemas.openxmlformats.org/officeDocument/2006/relationships/customXml" Target="../ink/ink539.xml"/><Relationship Id="rId57" Type="http://schemas.openxmlformats.org/officeDocument/2006/relationships/image" Target="../media/image549.png"/><Relationship Id="rId106" Type="http://schemas.openxmlformats.org/officeDocument/2006/relationships/customXml" Target="../ink/ink574.xml"/><Relationship Id="rId127" Type="http://schemas.openxmlformats.org/officeDocument/2006/relationships/image" Target="../media/image584.png"/><Relationship Id="rId10" Type="http://schemas.openxmlformats.org/officeDocument/2006/relationships/customXml" Target="../ink/ink526.xml"/><Relationship Id="rId31" Type="http://schemas.openxmlformats.org/officeDocument/2006/relationships/image" Target="../media/image536.png"/><Relationship Id="rId52" Type="http://schemas.openxmlformats.org/officeDocument/2006/relationships/customXml" Target="../ink/ink547.xml"/><Relationship Id="rId73" Type="http://schemas.openxmlformats.org/officeDocument/2006/relationships/image" Target="../media/image557.png"/><Relationship Id="rId78" Type="http://schemas.openxmlformats.org/officeDocument/2006/relationships/customXml" Target="../ink/ink560.xml"/><Relationship Id="rId94" Type="http://schemas.openxmlformats.org/officeDocument/2006/relationships/customXml" Target="../ink/ink568.xml"/><Relationship Id="rId99" Type="http://schemas.openxmlformats.org/officeDocument/2006/relationships/image" Target="../media/image570.png"/><Relationship Id="rId101" Type="http://schemas.openxmlformats.org/officeDocument/2006/relationships/image" Target="../media/image571.png"/><Relationship Id="rId122" Type="http://schemas.openxmlformats.org/officeDocument/2006/relationships/customXml" Target="../ink/ink582.xml"/><Relationship Id="rId143" Type="http://schemas.openxmlformats.org/officeDocument/2006/relationships/image" Target="../media/image592.png"/><Relationship Id="rId148" Type="http://schemas.openxmlformats.org/officeDocument/2006/relationships/customXml" Target="../ink/ink595.xml"/><Relationship Id="rId164" Type="http://schemas.openxmlformats.org/officeDocument/2006/relationships/customXml" Target="../ink/ink603.xml"/><Relationship Id="rId169" Type="http://schemas.openxmlformats.org/officeDocument/2006/relationships/image" Target="../media/image605.png"/><Relationship Id="rId4" Type="http://schemas.openxmlformats.org/officeDocument/2006/relationships/customXml" Target="../ink/ink523.xml"/><Relationship Id="rId9" Type="http://schemas.openxmlformats.org/officeDocument/2006/relationships/image" Target="../media/image525.png"/><Relationship Id="rId26" Type="http://schemas.openxmlformats.org/officeDocument/2006/relationships/customXml" Target="../ink/ink534.xml"/><Relationship Id="rId47" Type="http://schemas.openxmlformats.org/officeDocument/2006/relationships/image" Target="../media/image544.png"/><Relationship Id="rId68" Type="http://schemas.openxmlformats.org/officeDocument/2006/relationships/customXml" Target="../ink/ink555.xml"/><Relationship Id="rId89" Type="http://schemas.openxmlformats.org/officeDocument/2006/relationships/image" Target="../media/image565.png"/><Relationship Id="rId112" Type="http://schemas.openxmlformats.org/officeDocument/2006/relationships/customXml" Target="../ink/ink577.xml"/><Relationship Id="rId133" Type="http://schemas.openxmlformats.org/officeDocument/2006/relationships/image" Target="../media/image587.png"/><Relationship Id="rId154" Type="http://schemas.openxmlformats.org/officeDocument/2006/relationships/customXml" Target="../ink/ink598.xml"/><Relationship Id="rId175" Type="http://schemas.openxmlformats.org/officeDocument/2006/relationships/image" Target="../media/image608.png"/><Relationship Id="rId16" Type="http://schemas.openxmlformats.org/officeDocument/2006/relationships/customXml" Target="../ink/ink529.xml"/><Relationship Id="rId37" Type="http://schemas.openxmlformats.org/officeDocument/2006/relationships/image" Target="../media/image539.png"/><Relationship Id="rId58" Type="http://schemas.openxmlformats.org/officeDocument/2006/relationships/customXml" Target="../ink/ink550.xml"/><Relationship Id="rId79" Type="http://schemas.openxmlformats.org/officeDocument/2006/relationships/image" Target="../media/image560.png"/><Relationship Id="rId102" Type="http://schemas.openxmlformats.org/officeDocument/2006/relationships/customXml" Target="../ink/ink572.xml"/><Relationship Id="rId123" Type="http://schemas.openxmlformats.org/officeDocument/2006/relationships/image" Target="../media/image582.png"/><Relationship Id="rId144" Type="http://schemas.openxmlformats.org/officeDocument/2006/relationships/customXml" Target="../ink/ink593.xml"/><Relationship Id="rId90" Type="http://schemas.openxmlformats.org/officeDocument/2006/relationships/customXml" Target="../ink/ink566.xml"/><Relationship Id="rId165" Type="http://schemas.openxmlformats.org/officeDocument/2006/relationships/image" Target="../media/image603.png"/><Relationship Id="rId27" Type="http://schemas.openxmlformats.org/officeDocument/2006/relationships/image" Target="../media/image534.png"/><Relationship Id="rId48" Type="http://schemas.openxmlformats.org/officeDocument/2006/relationships/customXml" Target="../ink/ink545.xml"/><Relationship Id="rId69" Type="http://schemas.openxmlformats.org/officeDocument/2006/relationships/image" Target="../media/image555.png"/><Relationship Id="rId113" Type="http://schemas.openxmlformats.org/officeDocument/2006/relationships/image" Target="../media/image577.png"/><Relationship Id="rId134" Type="http://schemas.openxmlformats.org/officeDocument/2006/relationships/customXml" Target="../ink/ink588.xml"/><Relationship Id="rId80" Type="http://schemas.openxmlformats.org/officeDocument/2006/relationships/customXml" Target="../ink/ink561.xml"/><Relationship Id="rId155" Type="http://schemas.openxmlformats.org/officeDocument/2006/relationships/image" Target="../media/image598.png"/><Relationship Id="rId176" Type="http://schemas.openxmlformats.org/officeDocument/2006/relationships/customXml" Target="../ink/ink609.xml"/><Relationship Id="rId17" Type="http://schemas.openxmlformats.org/officeDocument/2006/relationships/image" Target="../media/image529.png"/><Relationship Id="rId38" Type="http://schemas.openxmlformats.org/officeDocument/2006/relationships/customXml" Target="../ink/ink540.xml"/><Relationship Id="rId59" Type="http://schemas.openxmlformats.org/officeDocument/2006/relationships/image" Target="../media/image550.png"/><Relationship Id="rId103" Type="http://schemas.openxmlformats.org/officeDocument/2006/relationships/image" Target="../media/image572.png"/><Relationship Id="rId124" Type="http://schemas.openxmlformats.org/officeDocument/2006/relationships/customXml" Target="../ink/ink583.xml"/><Relationship Id="rId70" Type="http://schemas.openxmlformats.org/officeDocument/2006/relationships/customXml" Target="../ink/ink556.xml"/><Relationship Id="rId91" Type="http://schemas.openxmlformats.org/officeDocument/2006/relationships/image" Target="../media/image566.png"/><Relationship Id="rId145" Type="http://schemas.openxmlformats.org/officeDocument/2006/relationships/image" Target="../media/image593.png"/><Relationship Id="rId166" Type="http://schemas.openxmlformats.org/officeDocument/2006/relationships/customXml" Target="../ink/ink60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6.png"/><Relationship Id="rId18" Type="http://schemas.openxmlformats.org/officeDocument/2006/relationships/customXml" Target="../ink/ink619.xml"/><Relationship Id="rId26" Type="http://schemas.openxmlformats.org/officeDocument/2006/relationships/customXml" Target="../ink/ink623.xml"/><Relationship Id="rId39" Type="http://schemas.openxmlformats.org/officeDocument/2006/relationships/image" Target="../media/image629.png"/><Relationship Id="rId21" Type="http://schemas.openxmlformats.org/officeDocument/2006/relationships/image" Target="../media/image620.png"/><Relationship Id="rId34" Type="http://schemas.openxmlformats.org/officeDocument/2006/relationships/customXml" Target="../ink/ink627.xml"/><Relationship Id="rId42" Type="http://schemas.openxmlformats.org/officeDocument/2006/relationships/customXml" Target="../ink/ink631.xml"/><Relationship Id="rId47" Type="http://schemas.openxmlformats.org/officeDocument/2006/relationships/image" Target="../media/image633.png"/><Relationship Id="rId50" Type="http://schemas.openxmlformats.org/officeDocument/2006/relationships/customXml" Target="../ink/ink635.xml"/><Relationship Id="rId55" Type="http://schemas.openxmlformats.org/officeDocument/2006/relationships/image" Target="../media/image637.png"/><Relationship Id="rId63" Type="http://schemas.openxmlformats.org/officeDocument/2006/relationships/image" Target="../media/image641.png"/><Relationship Id="rId7" Type="http://schemas.openxmlformats.org/officeDocument/2006/relationships/image" Target="../media/image613.png"/><Relationship Id="rId2" Type="http://schemas.openxmlformats.org/officeDocument/2006/relationships/customXml" Target="../ink/ink611.xml"/><Relationship Id="rId16" Type="http://schemas.openxmlformats.org/officeDocument/2006/relationships/customXml" Target="../ink/ink618.xml"/><Relationship Id="rId29" Type="http://schemas.openxmlformats.org/officeDocument/2006/relationships/image" Target="../media/image624.png"/><Relationship Id="rId11" Type="http://schemas.openxmlformats.org/officeDocument/2006/relationships/image" Target="../media/image615.png"/><Relationship Id="rId24" Type="http://schemas.openxmlformats.org/officeDocument/2006/relationships/customXml" Target="../ink/ink622.xml"/><Relationship Id="rId32" Type="http://schemas.openxmlformats.org/officeDocument/2006/relationships/customXml" Target="../ink/ink626.xml"/><Relationship Id="rId37" Type="http://schemas.openxmlformats.org/officeDocument/2006/relationships/image" Target="../media/image628.png"/><Relationship Id="rId40" Type="http://schemas.openxmlformats.org/officeDocument/2006/relationships/customXml" Target="../ink/ink630.xml"/><Relationship Id="rId45" Type="http://schemas.openxmlformats.org/officeDocument/2006/relationships/image" Target="../media/image632.png"/><Relationship Id="rId53" Type="http://schemas.openxmlformats.org/officeDocument/2006/relationships/image" Target="../media/image636.png"/><Relationship Id="rId58" Type="http://schemas.openxmlformats.org/officeDocument/2006/relationships/customXml" Target="../ink/ink639.xml"/><Relationship Id="rId5" Type="http://schemas.openxmlformats.org/officeDocument/2006/relationships/image" Target="../media/image612.png"/><Relationship Id="rId61" Type="http://schemas.openxmlformats.org/officeDocument/2006/relationships/image" Target="../media/image640.png"/><Relationship Id="rId19" Type="http://schemas.openxmlformats.org/officeDocument/2006/relationships/image" Target="../media/image619.png"/><Relationship Id="rId14" Type="http://schemas.openxmlformats.org/officeDocument/2006/relationships/customXml" Target="../ink/ink617.xml"/><Relationship Id="rId22" Type="http://schemas.openxmlformats.org/officeDocument/2006/relationships/customXml" Target="../ink/ink621.xml"/><Relationship Id="rId27" Type="http://schemas.openxmlformats.org/officeDocument/2006/relationships/image" Target="../media/image623.png"/><Relationship Id="rId30" Type="http://schemas.openxmlformats.org/officeDocument/2006/relationships/customXml" Target="../ink/ink625.xml"/><Relationship Id="rId35" Type="http://schemas.openxmlformats.org/officeDocument/2006/relationships/image" Target="../media/image627.png"/><Relationship Id="rId43" Type="http://schemas.openxmlformats.org/officeDocument/2006/relationships/image" Target="../media/image631.png"/><Relationship Id="rId48" Type="http://schemas.openxmlformats.org/officeDocument/2006/relationships/customXml" Target="../ink/ink634.xml"/><Relationship Id="rId56" Type="http://schemas.openxmlformats.org/officeDocument/2006/relationships/customXml" Target="../ink/ink638.xml"/><Relationship Id="rId8" Type="http://schemas.openxmlformats.org/officeDocument/2006/relationships/customXml" Target="../ink/ink614.xml"/><Relationship Id="rId51" Type="http://schemas.openxmlformats.org/officeDocument/2006/relationships/image" Target="../media/image635.png"/><Relationship Id="rId3" Type="http://schemas.openxmlformats.org/officeDocument/2006/relationships/image" Target="../media/image611.png"/><Relationship Id="rId12" Type="http://schemas.openxmlformats.org/officeDocument/2006/relationships/customXml" Target="../ink/ink616.xml"/><Relationship Id="rId17" Type="http://schemas.openxmlformats.org/officeDocument/2006/relationships/image" Target="../media/image618.png"/><Relationship Id="rId25" Type="http://schemas.openxmlformats.org/officeDocument/2006/relationships/image" Target="../media/image622.png"/><Relationship Id="rId33" Type="http://schemas.openxmlformats.org/officeDocument/2006/relationships/image" Target="../media/image626.png"/><Relationship Id="rId38" Type="http://schemas.openxmlformats.org/officeDocument/2006/relationships/customXml" Target="../ink/ink629.xml"/><Relationship Id="rId46" Type="http://schemas.openxmlformats.org/officeDocument/2006/relationships/customXml" Target="../ink/ink633.xml"/><Relationship Id="rId59" Type="http://schemas.openxmlformats.org/officeDocument/2006/relationships/image" Target="../media/image639.png"/><Relationship Id="rId20" Type="http://schemas.openxmlformats.org/officeDocument/2006/relationships/customXml" Target="../ink/ink620.xml"/><Relationship Id="rId41" Type="http://schemas.openxmlformats.org/officeDocument/2006/relationships/image" Target="../media/image630.png"/><Relationship Id="rId54" Type="http://schemas.openxmlformats.org/officeDocument/2006/relationships/customXml" Target="../ink/ink637.xml"/><Relationship Id="rId62" Type="http://schemas.openxmlformats.org/officeDocument/2006/relationships/customXml" Target="../ink/ink6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3.xml"/><Relationship Id="rId15" Type="http://schemas.openxmlformats.org/officeDocument/2006/relationships/image" Target="../media/image617.png"/><Relationship Id="rId23" Type="http://schemas.openxmlformats.org/officeDocument/2006/relationships/image" Target="../media/image621.png"/><Relationship Id="rId28" Type="http://schemas.openxmlformats.org/officeDocument/2006/relationships/customXml" Target="../ink/ink624.xml"/><Relationship Id="rId36" Type="http://schemas.openxmlformats.org/officeDocument/2006/relationships/customXml" Target="../ink/ink628.xml"/><Relationship Id="rId49" Type="http://schemas.openxmlformats.org/officeDocument/2006/relationships/image" Target="../media/image634.png"/><Relationship Id="rId57" Type="http://schemas.openxmlformats.org/officeDocument/2006/relationships/image" Target="../media/image638.png"/><Relationship Id="rId10" Type="http://schemas.openxmlformats.org/officeDocument/2006/relationships/customXml" Target="../ink/ink615.xml"/><Relationship Id="rId31" Type="http://schemas.openxmlformats.org/officeDocument/2006/relationships/image" Target="../media/image625.png"/><Relationship Id="rId44" Type="http://schemas.openxmlformats.org/officeDocument/2006/relationships/customXml" Target="../ink/ink632.xml"/><Relationship Id="rId52" Type="http://schemas.openxmlformats.org/officeDocument/2006/relationships/customXml" Target="../ink/ink636.xml"/><Relationship Id="rId60" Type="http://schemas.openxmlformats.org/officeDocument/2006/relationships/customXml" Target="../ink/ink640.xml"/><Relationship Id="rId4" Type="http://schemas.openxmlformats.org/officeDocument/2006/relationships/customXml" Target="../ink/ink612.xml"/><Relationship Id="rId9" Type="http://schemas.openxmlformats.org/officeDocument/2006/relationships/image" Target="../media/image614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54.xml"/><Relationship Id="rId117" Type="http://schemas.openxmlformats.org/officeDocument/2006/relationships/image" Target="../media/image699.png"/><Relationship Id="rId21" Type="http://schemas.openxmlformats.org/officeDocument/2006/relationships/image" Target="../media/image651.png"/><Relationship Id="rId42" Type="http://schemas.openxmlformats.org/officeDocument/2006/relationships/customXml" Target="../ink/ink662.xml"/><Relationship Id="rId47" Type="http://schemas.openxmlformats.org/officeDocument/2006/relationships/image" Target="../media/image664.png"/><Relationship Id="rId63" Type="http://schemas.openxmlformats.org/officeDocument/2006/relationships/image" Target="../media/image672.png"/><Relationship Id="rId68" Type="http://schemas.openxmlformats.org/officeDocument/2006/relationships/customXml" Target="../ink/ink675.xml"/><Relationship Id="rId84" Type="http://schemas.openxmlformats.org/officeDocument/2006/relationships/customXml" Target="../ink/ink683.xml"/><Relationship Id="rId89" Type="http://schemas.openxmlformats.org/officeDocument/2006/relationships/image" Target="../media/image685.png"/><Relationship Id="rId112" Type="http://schemas.openxmlformats.org/officeDocument/2006/relationships/customXml" Target="../ink/ink697.xml"/><Relationship Id="rId16" Type="http://schemas.openxmlformats.org/officeDocument/2006/relationships/customXml" Target="../ink/ink649.xml"/><Relationship Id="rId107" Type="http://schemas.openxmlformats.org/officeDocument/2006/relationships/image" Target="../media/image694.png"/><Relationship Id="rId11" Type="http://schemas.openxmlformats.org/officeDocument/2006/relationships/image" Target="../media/image646.png"/><Relationship Id="rId32" Type="http://schemas.openxmlformats.org/officeDocument/2006/relationships/customXml" Target="../ink/ink657.xml"/><Relationship Id="rId37" Type="http://schemas.openxmlformats.org/officeDocument/2006/relationships/image" Target="../media/image659.png"/><Relationship Id="rId53" Type="http://schemas.openxmlformats.org/officeDocument/2006/relationships/image" Target="../media/image667.png"/><Relationship Id="rId58" Type="http://schemas.openxmlformats.org/officeDocument/2006/relationships/customXml" Target="../ink/ink670.xml"/><Relationship Id="rId74" Type="http://schemas.openxmlformats.org/officeDocument/2006/relationships/customXml" Target="../ink/ink678.xml"/><Relationship Id="rId79" Type="http://schemas.openxmlformats.org/officeDocument/2006/relationships/image" Target="../media/image680.png"/><Relationship Id="rId102" Type="http://schemas.openxmlformats.org/officeDocument/2006/relationships/customXml" Target="../ink/ink692.xml"/><Relationship Id="rId5" Type="http://schemas.openxmlformats.org/officeDocument/2006/relationships/image" Target="../media/image643.png"/><Relationship Id="rId90" Type="http://schemas.openxmlformats.org/officeDocument/2006/relationships/customXml" Target="../ink/ink686.xml"/><Relationship Id="rId95" Type="http://schemas.openxmlformats.org/officeDocument/2006/relationships/image" Target="../media/image688.png"/><Relationship Id="rId22" Type="http://schemas.openxmlformats.org/officeDocument/2006/relationships/customXml" Target="../ink/ink652.xml"/><Relationship Id="rId27" Type="http://schemas.openxmlformats.org/officeDocument/2006/relationships/image" Target="../media/image654.png"/><Relationship Id="rId43" Type="http://schemas.openxmlformats.org/officeDocument/2006/relationships/image" Target="../media/image662.png"/><Relationship Id="rId48" Type="http://schemas.openxmlformats.org/officeDocument/2006/relationships/customXml" Target="../ink/ink665.xml"/><Relationship Id="rId64" Type="http://schemas.openxmlformats.org/officeDocument/2006/relationships/customXml" Target="../ink/ink673.xml"/><Relationship Id="rId69" Type="http://schemas.openxmlformats.org/officeDocument/2006/relationships/image" Target="../media/image675.png"/><Relationship Id="rId113" Type="http://schemas.openxmlformats.org/officeDocument/2006/relationships/image" Target="../media/image697.png"/><Relationship Id="rId80" Type="http://schemas.openxmlformats.org/officeDocument/2006/relationships/customXml" Target="../ink/ink681.xml"/><Relationship Id="rId85" Type="http://schemas.openxmlformats.org/officeDocument/2006/relationships/image" Target="../media/image683.png"/><Relationship Id="rId12" Type="http://schemas.openxmlformats.org/officeDocument/2006/relationships/customXml" Target="../ink/ink647.xml"/><Relationship Id="rId17" Type="http://schemas.openxmlformats.org/officeDocument/2006/relationships/image" Target="../media/image649.png"/><Relationship Id="rId33" Type="http://schemas.openxmlformats.org/officeDocument/2006/relationships/image" Target="../media/image657.png"/><Relationship Id="rId38" Type="http://schemas.openxmlformats.org/officeDocument/2006/relationships/customXml" Target="../ink/ink660.xml"/><Relationship Id="rId59" Type="http://schemas.openxmlformats.org/officeDocument/2006/relationships/image" Target="../media/image670.png"/><Relationship Id="rId103" Type="http://schemas.openxmlformats.org/officeDocument/2006/relationships/image" Target="../media/image692.png"/><Relationship Id="rId108" Type="http://schemas.openxmlformats.org/officeDocument/2006/relationships/customXml" Target="../ink/ink695.xml"/><Relationship Id="rId54" Type="http://schemas.openxmlformats.org/officeDocument/2006/relationships/customXml" Target="../ink/ink668.xml"/><Relationship Id="rId70" Type="http://schemas.openxmlformats.org/officeDocument/2006/relationships/customXml" Target="../ink/ink676.xml"/><Relationship Id="rId75" Type="http://schemas.openxmlformats.org/officeDocument/2006/relationships/image" Target="../media/image678.png"/><Relationship Id="rId91" Type="http://schemas.openxmlformats.org/officeDocument/2006/relationships/image" Target="../media/image686.png"/><Relationship Id="rId96" Type="http://schemas.openxmlformats.org/officeDocument/2006/relationships/customXml" Target="../ink/ink68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44.xml"/><Relationship Id="rId23" Type="http://schemas.openxmlformats.org/officeDocument/2006/relationships/image" Target="../media/image652.png"/><Relationship Id="rId28" Type="http://schemas.openxmlformats.org/officeDocument/2006/relationships/customXml" Target="../ink/ink655.xml"/><Relationship Id="rId49" Type="http://schemas.openxmlformats.org/officeDocument/2006/relationships/image" Target="../media/image665.png"/><Relationship Id="rId114" Type="http://schemas.openxmlformats.org/officeDocument/2006/relationships/customXml" Target="../ink/ink698.xml"/><Relationship Id="rId10" Type="http://schemas.openxmlformats.org/officeDocument/2006/relationships/customXml" Target="../ink/ink646.xml"/><Relationship Id="rId31" Type="http://schemas.openxmlformats.org/officeDocument/2006/relationships/image" Target="../media/image656.png"/><Relationship Id="rId44" Type="http://schemas.openxmlformats.org/officeDocument/2006/relationships/customXml" Target="../ink/ink663.xml"/><Relationship Id="rId52" Type="http://schemas.openxmlformats.org/officeDocument/2006/relationships/customXml" Target="../ink/ink667.xml"/><Relationship Id="rId60" Type="http://schemas.openxmlformats.org/officeDocument/2006/relationships/customXml" Target="../ink/ink671.xml"/><Relationship Id="rId65" Type="http://schemas.openxmlformats.org/officeDocument/2006/relationships/image" Target="../media/image673.png"/><Relationship Id="rId73" Type="http://schemas.openxmlformats.org/officeDocument/2006/relationships/image" Target="../media/image677.png"/><Relationship Id="rId78" Type="http://schemas.openxmlformats.org/officeDocument/2006/relationships/customXml" Target="../ink/ink680.xml"/><Relationship Id="rId81" Type="http://schemas.openxmlformats.org/officeDocument/2006/relationships/image" Target="../media/image681.png"/><Relationship Id="rId86" Type="http://schemas.openxmlformats.org/officeDocument/2006/relationships/customXml" Target="../ink/ink684.xml"/><Relationship Id="rId94" Type="http://schemas.openxmlformats.org/officeDocument/2006/relationships/customXml" Target="../ink/ink688.xml"/><Relationship Id="rId99" Type="http://schemas.openxmlformats.org/officeDocument/2006/relationships/image" Target="../media/image690.png"/><Relationship Id="rId101" Type="http://schemas.openxmlformats.org/officeDocument/2006/relationships/image" Target="../media/image691.png"/><Relationship Id="rId4" Type="http://schemas.openxmlformats.org/officeDocument/2006/relationships/customXml" Target="../ink/ink643.xml"/><Relationship Id="rId9" Type="http://schemas.openxmlformats.org/officeDocument/2006/relationships/image" Target="../media/image645.png"/><Relationship Id="rId13" Type="http://schemas.openxmlformats.org/officeDocument/2006/relationships/image" Target="../media/image647.png"/><Relationship Id="rId18" Type="http://schemas.openxmlformats.org/officeDocument/2006/relationships/customXml" Target="../ink/ink650.xml"/><Relationship Id="rId39" Type="http://schemas.openxmlformats.org/officeDocument/2006/relationships/image" Target="../media/image660.png"/><Relationship Id="rId109" Type="http://schemas.openxmlformats.org/officeDocument/2006/relationships/image" Target="../media/image695.png"/><Relationship Id="rId34" Type="http://schemas.openxmlformats.org/officeDocument/2006/relationships/customXml" Target="../ink/ink658.xml"/><Relationship Id="rId50" Type="http://schemas.openxmlformats.org/officeDocument/2006/relationships/customXml" Target="../ink/ink666.xml"/><Relationship Id="rId55" Type="http://schemas.openxmlformats.org/officeDocument/2006/relationships/image" Target="../media/image668.png"/><Relationship Id="rId76" Type="http://schemas.openxmlformats.org/officeDocument/2006/relationships/customXml" Target="../ink/ink679.xml"/><Relationship Id="rId97" Type="http://schemas.openxmlformats.org/officeDocument/2006/relationships/image" Target="../media/image689.png"/><Relationship Id="rId104" Type="http://schemas.openxmlformats.org/officeDocument/2006/relationships/customXml" Target="../ink/ink693.xml"/><Relationship Id="rId7" Type="http://schemas.openxmlformats.org/officeDocument/2006/relationships/image" Target="../media/image644.png"/><Relationship Id="rId71" Type="http://schemas.openxmlformats.org/officeDocument/2006/relationships/image" Target="../media/image676.png"/><Relationship Id="rId92" Type="http://schemas.openxmlformats.org/officeDocument/2006/relationships/customXml" Target="../ink/ink687.xml"/><Relationship Id="rId2" Type="http://schemas.openxmlformats.org/officeDocument/2006/relationships/customXml" Target="../ink/ink642.xml"/><Relationship Id="rId29" Type="http://schemas.openxmlformats.org/officeDocument/2006/relationships/image" Target="../media/image655.png"/><Relationship Id="rId24" Type="http://schemas.openxmlformats.org/officeDocument/2006/relationships/customXml" Target="../ink/ink653.xml"/><Relationship Id="rId40" Type="http://schemas.openxmlformats.org/officeDocument/2006/relationships/customXml" Target="../ink/ink661.xml"/><Relationship Id="rId45" Type="http://schemas.openxmlformats.org/officeDocument/2006/relationships/image" Target="../media/image663.png"/><Relationship Id="rId66" Type="http://schemas.openxmlformats.org/officeDocument/2006/relationships/customXml" Target="../ink/ink674.xml"/><Relationship Id="rId87" Type="http://schemas.openxmlformats.org/officeDocument/2006/relationships/image" Target="../media/image684.png"/><Relationship Id="rId110" Type="http://schemas.openxmlformats.org/officeDocument/2006/relationships/customXml" Target="../ink/ink696.xml"/><Relationship Id="rId115" Type="http://schemas.openxmlformats.org/officeDocument/2006/relationships/image" Target="../media/image698.png"/><Relationship Id="rId61" Type="http://schemas.openxmlformats.org/officeDocument/2006/relationships/image" Target="../media/image671.png"/><Relationship Id="rId82" Type="http://schemas.openxmlformats.org/officeDocument/2006/relationships/customXml" Target="../ink/ink682.xml"/><Relationship Id="rId19" Type="http://schemas.openxmlformats.org/officeDocument/2006/relationships/image" Target="../media/image650.png"/><Relationship Id="rId14" Type="http://schemas.openxmlformats.org/officeDocument/2006/relationships/customXml" Target="../ink/ink648.xml"/><Relationship Id="rId30" Type="http://schemas.openxmlformats.org/officeDocument/2006/relationships/customXml" Target="../ink/ink656.xml"/><Relationship Id="rId35" Type="http://schemas.openxmlformats.org/officeDocument/2006/relationships/image" Target="../media/image658.png"/><Relationship Id="rId56" Type="http://schemas.openxmlformats.org/officeDocument/2006/relationships/customXml" Target="../ink/ink669.xml"/><Relationship Id="rId77" Type="http://schemas.openxmlformats.org/officeDocument/2006/relationships/image" Target="../media/image679.png"/><Relationship Id="rId100" Type="http://schemas.openxmlformats.org/officeDocument/2006/relationships/customXml" Target="../ink/ink691.xml"/><Relationship Id="rId105" Type="http://schemas.openxmlformats.org/officeDocument/2006/relationships/image" Target="../media/image693.png"/><Relationship Id="rId8" Type="http://schemas.openxmlformats.org/officeDocument/2006/relationships/customXml" Target="../ink/ink645.xml"/><Relationship Id="rId51" Type="http://schemas.openxmlformats.org/officeDocument/2006/relationships/image" Target="../media/image666.png"/><Relationship Id="rId72" Type="http://schemas.openxmlformats.org/officeDocument/2006/relationships/customXml" Target="../ink/ink677.xml"/><Relationship Id="rId93" Type="http://schemas.openxmlformats.org/officeDocument/2006/relationships/image" Target="../media/image687.png"/><Relationship Id="rId98" Type="http://schemas.openxmlformats.org/officeDocument/2006/relationships/customXml" Target="../ink/ink690.xml"/><Relationship Id="rId3" Type="http://schemas.openxmlformats.org/officeDocument/2006/relationships/image" Target="../media/image642.png"/><Relationship Id="rId25" Type="http://schemas.openxmlformats.org/officeDocument/2006/relationships/image" Target="../media/image653.png"/><Relationship Id="rId46" Type="http://schemas.openxmlformats.org/officeDocument/2006/relationships/customXml" Target="../ink/ink664.xml"/><Relationship Id="rId67" Type="http://schemas.openxmlformats.org/officeDocument/2006/relationships/image" Target="../media/image674.png"/><Relationship Id="rId116" Type="http://schemas.openxmlformats.org/officeDocument/2006/relationships/customXml" Target="../ink/ink699.xml"/><Relationship Id="rId20" Type="http://schemas.openxmlformats.org/officeDocument/2006/relationships/customXml" Target="../ink/ink651.xml"/><Relationship Id="rId41" Type="http://schemas.openxmlformats.org/officeDocument/2006/relationships/image" Target="../media/image661.png"/><Relationship Id="rId62" Type="http://schemas.openxmlformats.org/officeDocument/2006/relationships/customXml" Target="../ink/ink672.xml"/><Relationship Id="rId83" Type="http://schemas.openxmlformats.org/officeDocument/2006/relationships/image" Target="../media/image682.png"/><Relationship Id="rId88" Type="http://schemas.openxmlformats.org/officeDocument/2006/relationships/customXml" Target="../ink/ink685.xml"/><Relationship Id="rId111" Type="http://schemas.openxmlformats.org/officeDocument/2006/relationships/image" Target="../media/image696.png"/><Relationship Id="rId15" Type="http://schemas.openxmlformats.org/officeDocument/2006/relationships/image" Target="../media/image648.png"/><Relationship Id="rId36" Type="http://schemas.openxmlformats.org/officeDocument/2006/relationships/customXml" Target="../ink/ink659.xml"/><Relationship Id="rId57" Type="http://schemas.openxmlformats.org/officeDocument/2006/relationships/image" Target="../media/image669.png"/><Relationship Id="rId106" Type="http://schemas.openxmlformats.org/officeDocument/2006/relationships/customXml" Target="../ink/ink694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2.xml"/><Relationship Id="rId21" Type="http://schemas.openxmlformats.org/officeDocument/2006/relationships/image" Target="../media/image709.png"/><Relationship Id="rId42" Type="http://schemas.openxmlformats.org/officeDocument/2006/relationships/customXml" Target="../ink/ink720.xml"/><Relationship Id="rId47" Type="http://schemas.openxmlformats.org/officeDocument/2006/relationships/image" Target="../media/image722.png"/><Relationship Id="rId63" Type="http://schemas.openxmlformats.org/officeDocument/2006/relationships/image" Target="../media/image730.png"/><Relationship Id="rId68" Type="http://schemas.openxmlformats.org/officeDocument/2006/relationships/customXml" Target="../ink/ink733.xml"/><Relationship Id="rId16" Type="http://schemas.openxmlformats.org/officeDocument/2006/relationships/customXml" Target="../ink/ink707.xml"/><Relationship Id="rId11" Type="http://schemas.openxmlformats.org/officeDocument/2006/relationships/image" Target="../media/image704.png"/><Relationship Id="rId32" Type="http://schemas.openxmlformats.org/officeDocument/2006/relationships/customXml" Target="../ink/ink715.xml"/><Relationship Id="rId37" Type="http://schemas.openxmlformats.org/officeDocument/2006/relationships/image" Target="../media/image717.png"/><Relationship Id="rId53" Type="http://schemas.openxmlformats.org/officeDocument/2006/relationships/image" Target="../media/image725.png"/><Relationship Id="rId58" Type="http://schemas.openxmlformats.org/officeDocument/2006/relationships/customXml" Target="../ink/ink728.xml"/><Relationship Id="rId74" Type="http://schemas.openxmlformats.org/officeDocument/2006/relationships/customXml" Target="../ink/ink736.xml"/><Relationship Id="rId79" Type="http://schemas.openxmlformats.org/officeDocument/2006/relationships/image" Target="../media/image738.png"/><Relationship Id="rId5" Type="http://schemas.openxmlformats.org/officeDocument/2006/relationships/image" Target="../media/image701.png"/><Relationship Id="rId61" Type="http://schemas.openxmlformats.org/officeDocument/2006/relationships/image" Target="../media/image729.png"/><Relationship Id="rId19" Type="http://schemas.openxmlformats.org/officeDocument/2006/relationships/image" Target="../media/image708.png"/><Relationship Id="rId14" Type="http://schemas.openxmlformats.org/officeDocument/2006/relationships/customXml" Target="../ink/ink706.xml"/><Relationship Id="rId22" Type="http://schemas.openxmlformats.org/officeDocument/2006/relationships/customXml" Target="../ink/ink710.xml"/><Relationship Id="rId27" Type="http://schemas.openxmlformats.org/officeDocument/2006/relationships/image" Target="../media/image712.png"/><Relationship Id="rId30" Type="http://schemas.openxmlformats.org/officeDocument/2006/relationships/customXml" Target="../ink/ink714.xml"/><Relationship Id="rId35" Type="http://schemas.openxmlformats.org/officeDocument/2006/relationships/image" Target="../media/image716.png"/><Relationship Id="rId43" Type="http://schemas.openxmlformats.org/officeDocument/2006/relationships/image" Target="../media/image720.png"/><Relationship Id="rId48" Type="http://schemas.openxmlformats.org/officeDocument/2006/relationships/customXml" Target="../ink/ink723.xml"/><Relationship Id="rId56" Type="http://schemas.openxmlformats.org/officeDocument/2006/relationships/customXml" Target="../ink/ink727.xml"/><Relationship Id="rId64" Type="http://schemas.openxmlformats.org/officeDocument/2006/relationships/customXml" Target="../ink/ink731.xml"/><Relationship Id="rId69" Type="http://schemas.openxmlformats.org/officeDocument/2006/relationships/image" Target="../media/image733.png"/><Relationship Id="rId77" Type="http://schemas.openxmlformats.org/officeDocument/2006/relationships/image" Target="../media/image737.png"/><Relationship Id="rId8" Type="http://schemas.openxmlformats.org/officeDocument/2006/relationships/customXml" Target="../ink/ink703.xml"/><Relationship Id="rId51" Type="http://schemas.openxmlformats.org/officeDocument/2006/relationships/image" Target="../media/image724.png"/><Relationship Id="rId72" Type="http://schemas.openxmlformats.org/officeDocument/2006/relationships/customXml" Target="../ink/ink735.xml"/><Relationship Id="rId80" Type="http://schemas.openxmlformats.org/officeDocument/2006/relationships/customXml" Target="../ink/ink739.xml"/><Relationship Id="rId3" Type="http://schemas.openxmlformats.org/officeDocument/2006/relationships/image" Target="../media/image700.png"/><Relationship Id="rId12" Type="http://schemas.openxmlformats.org/officeDocument/2006/relationships/customXml" Target="../ink/ink705.xml"/><Relationship Id="rId17" Type="http://schemas.openxmlformats.org/officeDocument/2006/relationships/image" Target="../media/image707.png"/><Relationship Id="rId25" Type="http://schemas.openxmlformats.org/officeDocument/2006/relationships/image" Target="../media/image711.png"/><Relationship Id="rId33" Type="http://schemas.openxmlformats.org/officeDocument/2006/relationships/image" Target="../media/image715.png"/><Relationship Id="rId38" Type="http://schemas.openxmlformats.org/officeDocument/2006/relationships/customXml" Target="../ink/ink718.xml"/><Relationship Id="rId46" Type="http://schemas.openxmlformats.org/officeDocument/2006/relationships/customXml" Target="../ink/ink722.xml"/><Relationship Id="rId59" Type="http://schemas.openxmlformats.org/officeDocument/2006/relationships/image" Target="../media/image728.png"/><Relationship Id="rId67" Type="http://schemas.openxmlformats.org/officeDocument/2006/relationships/image" Target="../media/image732.png"/><Relationship Id="rId20" Type="http://schemas.openxmlformats.org/officeDocument/2006/relationships/customXml" Target="../ink/ink709.xml"/><Relationship Id="rId41" Type="http://schemas.openxmlformats.org/officeDocument/2006/relationships/image" Target="../media/image719.png"/><Relationship Id="rId54" Type="http://schemas.openxmlformats.org/officeDocument/2006/relationships/customXml" Target="../ink/ink726.xml"/><Relationship Id="rId62" Type="http://schemas.openxmlformats.org/officeDocument/2006/relationships/customXml" Target="../ink/ink730.xml"/><Relationship Id="rId70" Type="http://schemas.openxmlformats.org/officeDocument/2006/relationships/customXml" Target="../ink/ink734.xml"/><Relationship Id="rId75" Type="http://schemas.openxmlformats.org/officeDocument/2006/relationships/image" Target="../media/image73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2.xml"/><Relationship Id="rId15" Type="http://schemas.openxmlformats.org/officeDocument/2006/relationships/image" Target="../media/image706.png"/><Relationship Id="rId23" Type="http://schemas.openxmlformats.org/officeDocument/2006/relationships/image" Target="../media/image710.png"/><Relationship Id="rId28" Type="http://schemas.openxmlformats.org/officeDocument/2006/relationships/customXml" Target="../ink/ink713.xml"/><Relationship Id="rId36" Type="http://schemas.openxmlformats.org/officeDocument/2006/relationships/customXml" Target="../ink/ink717.xml"/><Relationship Id="rId49" Type="http://schemas.openxmlformats.org/officeDocument/2006/relationships/image" Target="../media/image723.png"/><Relationship Id="rId57" Type="http://schemas.openxmlformats.org/officeDocument/2006/relationships/image" Target="../media/image727.png"/><Relationship Id="rId10" Type="http://schemas.openxmlformats.org/officeDocument/2006/relationships/customXml" Target="../ink/ink704.xml"/><Relationship Id="rId31" Type="http://schemas.openxmlformats.org/officeDocument/2006/relationships/image" Target="../media/image714.png"/><Relationship Id="rId44" Type="http://schemas.openxmlformats.org/officeDocument/2006/relationships/customXml" Target="../ink/ink721.xml"/><Relationship Id="rId52" Type="http://schemas.openxmlformats.org/officeDocument/2006/relationships/customXml" Target="../ink/ink725.xml"/><Relationship Id="rId60" Type="http://schemas.openxmlformats.org/officeDocument/2006/relationships/customXml" Target="../ink/ink729.xml"/><Relationship Id="rId65" Type="http://schemas.openxmlformats.org/officeDocument/2006/relationships/image" Target="../media/image731.png"/><Relationship Id="rId73" Type="http://schemas.openxmlformats.org/officeDocument/2006/relationships/image" Target="../media/image735.png"/><Relationship Id="rId78" Type="http://schemas.openxmlformats.org/officeDocument/2006/relationships/customXml" Target="../ink/ink738.xml"/><Relationship Id="rId81" Type="http://schemas.openxmlformats.org/officeDocument/2006/relationships/image" Target="../media/image739.png"/><Relationship Id="rId4" Type="http://schemas.openxmlformats.org/officeDocument/2006/relationships/customXml" Target="../ink/ink701.xml"/><Relationship Id="rId9" Type="http://schemas.openxmlformats.org/officeDocument/2006/relationships/image" Target="../media/image703.png"/><Relationship Id="rId13" Type="http://schemas.openxmlformats.org/officeDocument/2006/relationships/image" Target="../media/image705.png"/><Relationship Id="rId18" Type="http://schemas.openxmlformats.org/officeDocument/2006/relationships/customXml" Target="../ink/ink708.xml"/><Relationship Id="rId39" Type="http://schemas.openxmlformats.org/officeDocument/2006/relationships/image" Target="../media/image718.png"/><Relationship Id="rId34" Type="http://schemas.openxmlformats.org/officeDocument/2006/relationships/customXml" Target="../ink/ink716.xml"/><Relationship Id="rId50" Type="http://schemas.openxmlformats.org/officeDocument/2006/relationships/customXml" Target="../ink/ink724.xml"/><Relationship Id="rId55" Type="http://schemas.openxmlformats.org/officeDocument/2006/relationships/image" Target="../media/image726.png"/><Relationship Id="rId76" Type="http://schemas.openxmlformats.org/officeDocument/2006/relationships/customXml" Target="../ink/ink737.xml"/><Relationship Id="rId7" Type="http://schemas.openxmlformats.org/officeDocument/2006/relationships/image" Target="../media/image702.png"/><Relationship Id="rId71" Type="http://schemas.openxmlformats.org/officeDocument/2006/relationships/image" Target="../media/image734.png"/><Relationship Id="rId2" Type="http://schemas.openxmlformats.org/officeDocument/2006/relationships/customXml" Target="../ink/ink700.xml"/><Relationship Id="rId29" Type="http://schemas.openxmlformats.org/officeDocument/2006/relationships/image" Target="../media/image713.png"/><Relationship Id="rId24" Type="http://schemas.openxmlformats.org/officeDocument/2006/relationships/customXml" Target="../ink/ink711.xml"/><Relationship Id="rId40" Type="http://schemas.openxmlformats.org/officeDocument/2006/relationships/customXml" Target="../ink/ink719.xml"/><Relationship Id="rId45" Type="http://schemas.openxmlformats.org/officeDocument/2006/relationships/image" Target="../media/image721.png"/><Relationship Id="rId66" Type="http://schemas.openxmlformats.org/officeDocument/2006/relationships/customXml" Target="../ink/ink73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7.png"/><Relationship Id="rId21" Type="http://schemas.openxmlformats.org/officeDocument/2006/relationships/image" Target="../media/image749.png"/><Relationship Id="rId42" Type="http://schemas.openxmlformats.org/officeDocument/2006/relationships/customXml" Target="../ink/ink760.xml"/><Relationship Id="rId63" Type="http://schemas.openxmlformats.org/officeDocument/2006/relationships/image" Target="../media/image770.png"/><Relationship Id="rId84" Type="http://schemas.openxmlformats.org/officeDocument/2006/relationships/customXml" Target="../ink/ink781.xml"/><Relationship Id="rId138" Type="http://schemas.openxmlformats.org/officeDocument/2006/relationships/customXml" Target="../ink/ink808.xml"/><Relationship Id="rId159" Type="http://schemas.openxmlformats.org/officeDocument/2006/relationships/image" Target="../media/image818.png"/><Relationship Id="rId107" Type="http://schemas.openxmlformats.org/officeDocument/2006/relationships/image" Target="../media/image792.png"/><Relationship Id="rId11" Type="http://schemas.openxmlformats.org/officeDocument/2006/relationships/image" Target="../media/image744.png"/><Relationship Id="rId32" Type="http://schemas.openxmlformats.org/officeDocument/2006/relationships/customXml" Target="../ink/ink755.xml"/><Relationship Id="rId53" Type="http://schemas.openxmlformats.org/officeDocument/2006/relationships/image" Target="../media/image765.png"/><Relationship Id="rId74" Type="http://schemas.openxmlformats.org/officeDocument/2006/relationships/customXml" Target="../ink/ink776.xml"/><Relationship Id="rId128" Type="http://schemas.openxmlformats.org/officeDocument/2006/relationships/customXml" Target="../ink/ink803.xml"/><Relationship Id="rId149" Type="http://schemas.openxmlformats.org/officeDocument/2006/relationships/image" Target="../media/image813.png"/><Relationship Id="rId5" Type="http://schemas.openxmlformats.org/officeDocument/2006/relationships/image" Target="../media/image741.png"/><Relationship Id="rId95" Type="http://schemas.openxmlformats.org/officeDocument/2006/relationships/image" Target="../media/image786.png"/><Relationship Id="rId160" Type="http://schemas.openxmlformats.org/officeDocument/2006/relationships/customXml" Target="../ink/ink819.xml"/><Relationship Id="rId22" Type="http://schemas.openxmlformats.org/officeDocument/2006/relationships/customXml" Target="../ink/ink750.xml"/><Relationship Id="rId43" Type="http://schemas.openxmlformats.org/officeDocument/2006/relationships/image" Target="../media/image760.png"/><Relationship Id="rId64" Type="http://schemas.openxmlformats.org/officeDocument/2006/relationships/customXml" Target="../ink/ink771.xml"/><Relationship Id="rId118" Type="http://schemas.openxmlformats.org/officeDocument/2006/relationships/customXml" Target="../ink/ink798.xml"/><Relationship Id="rId139" Type="http://schemas.openxmlformats.org/officeDocument/2006/relationships/image" Target="../media/image808.png"/><Relationship Id="rId85" Type="http://schemas.openxmlformats.org/officeDocument/2006/relationships/image" Target="../media/image781.png"/><Relationship Id="rId150" Type="http://schemas.openxmlformats.org/officeDocument/2006/relationships/customXml" Target="../ink/ink814.xml"/><Relationship Id="rId12" Type="http://schemas.openxmlformats.org/officeDocument/2006/relationships/customXml" Target="../ink/ink745.xml"/><Relationship Id="rId17" Type="http://schemas.openxmlformats.org/officeDocument/2006/relationships/image" Target="../media/image747.png"/><Relationship Id="rId33" Type="http://schemas.openxmlformats.org/officeDocument/2006/relationships/image" Target="../media/image755.png"/><Relationship Id="rId38" Type="http://schemas.openxmlformats.org/officeDocument/2006/relationships/customXml" Target="../ink/ink758.xml"/><Relationship Id="rId59" Type="http://schemas.openxmlformats.org/officeDocument/2006/relationships/image" Target="../media/image768.png"/><Relationship Id="rId103" Type="http://schemas.openxmlformats.org/officeDocument/2006/relationships/image" Target="../media/image790.png"/><Relationship Id="rId108" Type="http://schemas.openxmlformats.org/officeDocument/2006/relationships/customXml" Target="../ink/ink793.xml"/><Relationship Id="rId124" Type="http://schemas.openxmlformats.org/officeDocument/2006/relationships/customXml" Target="../ink/ink801.xml"/><Relationship Id="rId129" Type="http://schemas.openxmlformats.org/officeDocument/2006/relationships/image" Target="../media/image803.png"/><Relationship Id="rId54" Type="http://schemas.openxmlformats.org/officeDocument/2006/relationships/customXml" Target="../ink/ink766.xml"/><Relationship Id="rId70" Type="http://schemas.openxmlformats.org/officeDocument/2006/relationships/customXml" Target="../ink/ink774.xml"/><Relationship Id="rId75" Type="http://schemas.openxmlformats.org/officeDocument/2006/relationships/image" Target="../media/image776.png"/><Relationship Id="rId91" Type="http://schemas.openxmlformats.org/officeDocument/2006/relationships/image" Target="../media/image784.png"/><Relationship Id="rId96" Type="http://schemas.openxmlformats.org/officeDocument/2006/relationships/customXml" Target="../ink/ink787.xml"/><Relationship Id="rId140" Type="http://schemas.openxmlformats.org/officeDocument/2006/relationships/customXml" Target="../ink/ink809.xml"/><Relationship Id="rId145" Type="http://schemas.openxmlformats.org/officeDocument/2006/relationships/image" Target="../media/image811.png"/><Relationship Id="rId161" Type="http://schemas.openxmlformats.org/officeDocument/2006/relationships/image" Target="../media/image819.png"/><Relationship Id="rId166" Type="http://schemas.openxmlformats.org/officeDocument/2006/relationships/customXml" Target="../ink/ink82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42.xml"/><Relationship Id="rId23" Type="http://schemas.openxmlformats.org/officeDocument/2006/relationships/image" Target="../media/image750.png"/><Relationship Id="rId28" Type="http://schemas.openxmlformats.org/officeDocument/2006/relationships/customXml" Target="../ink/ink753.xml"/><Relationship Id="rId49" Type="http://schemas.openxmlformats.org/officeDocument/2006/relationships/image" Target="../media/image763.png"/><Relationship Id="rId114" Type="http://schemas.openxmlformats.org/officeDocument/2006/relationships/customXml" Target="../ink/ink796.xml"/><Relationship Id="rId119" Type="http://schemas.openxmlformats.org/officeDocument/2006/relationships/image" Target="../media/image798.png"/><Relationship Id="rId44" Type="http://schemas.openxmlformats.org/officeDocument/2006/relationships/customXml" Target="../ink/ink761.xml"/><Relationship Id="rId60" Type="http://schemas.openxmlformats.org/officeDocument/2006/relationships/customXml" Target="../ink/ink769.xml"/><Relationship Id="rId65" Type="http://schemas.openxmlformats.org/officeDocument/2006/relationships/image" Target="../media/image771.png"/><Relationship Id="rId81" Type="http://schemas.openxmlformats.org/officeDocument/2006/relationships/image" Target="../media/image779.png"/><Relationship Id="rId86" Type="http://schemas.openxmlformats.org/officeDocument/2006/relationships/customXml" Target="../ink/ink782.xml"/><Relationship Id="rId130" Type="http://schemas.openxmlformats.org/officeDocument/2006/relationships/customXml" Target="../ink/ink804.xml"/><Relationship Id="rId135" Type="http://schemas.openxmlformats.org/officeDocument/2006/relationships/image" Target="../media/image806.png"/><Relationship Id="rId151" Type="http://schemas.openxmlformats.org/officeDocument/2006/relationships/image" Target="../media/image814.png"/><Relationship Id="rId156" Type="http://schemas.openxmlformats.org/officeDocument/2006/relationships/customXml" Target="../ink/ink817.xml"/><Relationship Id="rId13" Type="http://schemas.openxmlformats.org/officeDocument/2006/relationships/image" Target="../media/image745.png"/><Relationship Id="rId18" Type="http://schemas.openxmlformats.org/officeDocument/2006/relationships/customXml" Target="../ink/ink748.xml"/><Relationship Id="rId39" Type="http://schemas.openxmlformats.org/officeDocument/2006/relationships/image" Target="../media/image758.png"/><Relationship Id="rId109" Type="http://schemas.openxmlformats.org/officeDocument/2006/relationships/image" Target="../media/image793.png"/><Relationship Id="rId34" Type="http://schemas.openxmlformats.org/officeDocument/2006/relationships/customXml" Target="../ink/ink756.xml"/><Relationship Id="rId50" Type="http://schemas.openxmlformats.org/officeDocument/2006/relationships/customXml" Target="../ink/ink764.xml"/><Relationship Id="rId55" Type="http://schemas.openxmlformats.org/officeDocument/2006/relationships/image" Target="../media/image766.png"/><Relationship Id="rId76" Type="http://schemas.openxmlformats.org/officeDocument/2006/relationships/customXml" Target="../ink/ink777.xml"/><Relationship Id="rId97" Type="http://schemas.openxmlformats.org/officeDocument/2006/relationships/image" Target="../media/image787.png"/><Relationship Id="rId104" Type="http://schemas.openxmlformats.org/officeDocument/2006/relationships/customXml" Target="../ink/ink791.xml"/><Relationship Id="rId120" Type="http://schemas.openxmlformats.org/officeDocument/2006/relationships/customXml" Target="../ink/ink799.xml"/><Relationship Id="rId125" Type="http://schemas.openxmlformats.org/officeDocument/2006/relationships/image" Target="../media/image801.png"/><Relationship Id="rId141" Type="http://schemas.openxmlformats.org/officeDocument/2006/relationships/image" Target="../media/image809.png"/><Relationship Id="rId146" Type="http://schemas.openxmlformats.org/officeDocument/2006/relationships/customXml" Target="../ink/ink812.xml"/><Relationship Id="rId167" Type="http://schemas.openxmlformats.org/officeDocument/2006/relationships/image" Target="../media/image822.png"/><Relationship Id="rId7" Type="http://schemas.openxmlformats.org/officeDocument/2006/relationships/image" Target="../media/image742.png"/><Relationship Id="rId71" Type="http://schemas.openxmlformats.org/officeDocument/2006/relationships/image" Target="../media/image774.png"/><Relationship Id="rId92" Type="http://schemas.openxmlformats.org/officeDocument/2006/relationships/customXml" Target="../ink/ink785.xml"/><Relationship Id="rId162" Type="http://schemas.openxmlformats.org/officeDocument/2006/relationships/customXml" Target="../ink/ink820.xml"/><Relationship Id="rId2" Type="http://schemas.openxmlformats.org/officeDocument/2006/relationships/customXml" Target="../ink/ink740.xml"/><Relationship Id="rId29" Type="http://schemas.openxmlformats.org/officeDocument/2006/relationships/image" Target="../media/image753.png"/><Relationship Id="rId24" Type="http://schemas.openxmlformats.org/officeDocument/2006/relationships/customXml" Target="../ink/ink751.xml"/><Relationship Id="rId40" Type="http://schemas.openxmlformats.org/officeDocument/2006/relationships/customXml" Target="../ink/ink759.xml"/><Relationship Id="rId45" Type="http://schemas.openxmlformats.org/officeDocument/2006/relationships/image" Target="../media/image761.png"/><Relationship Id="rId66" Type="http://schemas.openxmlformats.org/officeDocument/2006/relationships/customXml" Target="../ink/ink772.xml"/><Relationship Id="rId87" Type="http://schemas.openxmlformats.org/officeDocument/2006/relationships/image" Target="../media/image782.png"/><Relationship Id="rId110" Type="http://schemas.openxmlformats.org/officeDocument/2006/relationships/customXml" Target="../ink/ink794.xml"/><Relationship Id="rId115" Type="http://schemas.openxmlformats.org/officeDocument/2006/relationships/image" Target="../media/image796.png"/><Relationship Id="rId131" Type="http://schemas.openxmlformats.org/officeDocument/2006/relationships/image" Target="../media/image804.png"/><Relationship Id="rId136" Type="http://schemas.openxmlformats.org/officeDocument/2006/relationships/customXml" Target="../ink/ink807.xml"/><Relationship Id="rId157" Type="http://schemas.openxmlformats.org/officeDocument/2006/relationships/image" Target="../media/image817.png"/><Relationship Id="rId61" Type="http://schemas.openxmlformats.org/officeDocument/2006/relationships/image" Target="../media/image769.png"/><Relationship Id="rId82" Type="http://schemas.openxmlformats.org/officeDocument/2006/relationships/customXml" Target="../ink/ink780.xml"/><Relationship Id="rId152" Type="http://schemas.openxmlformats.org/officeDocument/2006/relationships/customXml" Target="../ink/ink815.xml"/><Relationship Id="rId19" Type="http://schemas.openxmlformats.org/officeDocument/2006/relationships/image" Target="../media/image748.png"/><Relationship Id="rId14" Type="http://schemas.openxmlformats.org/officeDocument/2006/relationships/customXml" Target="../ink/ink746.xml"/><Relationship Id="rId30" Type="http://schemas.openxmlformats.org/officeDocument/2006/relationships/customXml" Target="../ink/ink754.xml"/><Relationship Id="rId35" Type="http://schemas.openxmlformats.org/officeDocument/2006/relationships/image" Target="../media/image756.png"/><Relationship Id="rId56" Type="http://schemas.openxmlformats.org/officeDocument/2006/relationships/customXml" Target="../ink/ink767.xml"/><Relationship Id="rId77" Type="http://schemas.openxmlformats.org/officeDocument/2006/relationships/image" Target="../media/image777.png"/><Relationship Id="rId100" Type="http://schemas.openxmlformats.org/officeDocument/2006/relationships/customXml" Target="../ink/ink789.xml"/><Relationship Id="rId105" Type="http://schemas.openxmlformats.org/officeDocument/2006/relationships/image" Target="../media/image791.png"/><Relationship Id="rId126" Type="http://schemas.openxmlformats.org/officeDocument/2006/relationships/customXml" Target="../ink/ink802.xml"/><Relationship Id="rId147" Type="http://schemas.openxmlformats.org/officeDocument/2006/relationships/image" Target="../media/image812.png"/><Relationship Id="rId8" Type="http://schemas.openxmlformats.org/officeDocument/2006/relationships/customXml" Target="../ink/ink743.xml"/><Relationship Id="rId51" Type="http://schemas.openxmlformats.org/officeDocument/2006/relationships/image" Target="../media/image764.png"/><Relationship Id="rId72" Type="http://schemas.openxmlformats.org/officeDocument/2006/relationships/customXml" Target="../ink/ink775.xml"/><Relationship Id="rId93" Type="http://schemas.openxmlformats.org/officeDocument/2006/relationships/image" Target="../media/image785.png"/><Relationship Id="rId98" Type="http://schemas.openxmlformats.org/officeDocument/2006/relationships/customXml" Target="../ink/ink788.xml"/><Relationship Id="rId121" Type="http://schemas.openxmlformats.org/officeDocument/2006/relationships/image" Target="../media/image799.png"/><Relationship Id="rId142" Type="http://schemas.openxmlformats.org/officeDocument/2006/relationships/customXml" Target="../ink/ink810.xml"/><Relationship Id="rId163" Type="http://schemas.openxmlformats.org/officeDocument/2006/relationships/image" Target="../media/image820.png"/><Relationship Id="rId3" Type="http://schemas.openxmlformats.org/officeDocument/2006/relationships/image" Target="../media/image740.png"/><Relationship Id="rId25" Type="http://schemas.openxmlformats.org/officeDocument/2006/relationships/image" Target="../media/image751.png"/><Relationship Id="rId46" Type="http://schemas.openxmlformats.org/officeDocument/2006/relationships/customXml" Target="../ink/ink762.xml"/><Relationship Id="rId67" Type="http://schemas.openxmlformats.org/officeDocument/2006/relationships/image" Target="../media/image772.png"/><Relationship Id="rId116" Type="http://schemas.openxmlformats.org/officeDocument/2006/relationships/customXml" Target="../ink/ink797.xml"/><Relationship Id="rId137" Type="http://schemas.openxmlformats.org/officeDocument/2006/relationships/image" Target="../media/image807.png"/><Relationship Id="rId158" Type="http://schemas.openxmlformats.org/officeDocument/2006/relationships/customXml" Target="../ink/ink818.xml"/><Relationship Id="rId20" Type="http://schemas.openxmlformats.org/officeDocument/2006/relationships/customXml" Target="../ink/ink749.xml"/><Relationship Id="rId41" Type="http://schemas.openxmlformats.org/officeDocument/2006/relationships/image" Target="../media/image759.png"/><Relationship Id="rId62" Type="http://schemas.openxmlformats.org/officeDocument/2006/relationships/customXml" Target="../ink/ink770.xml"/><Relationship Id="rId83" Type="http://schemas.openxmlformats.org/officeDocument/2006/relationships/image" Target="../media/image780.png"/><Relationship Id="rId88" Type="http://schemas.openxmlformats.org/officeDocument/2006/relationships/customXml" Target="../ink/ink783.xml"/><Relationship Id="rId111" Type="http://schemas.openxmlformats.org/officeDocument/2006/relationships/image" Target="../media/image794.png"/><Relationship Id="rId132" Type="http://schemas.openxmlformats.org/officeDocument/2006/relationships/customXml" Target="../ink/ink805.xml"/><Relationship Id="rId153" Type="http://schemas.openxmlformats.org/officeDocument/2006/relationships/image" Target="../media/image815.png"/><Relationship Id="rId15" Type="http://schemas.openxmlformats.org/officeDocument/2006/relationships/image" Target="../media/image746.png"/><Relationship Id="rId36" Type="http://schemas.openxmlformats.org/officeDocument/2006/relationships/customXml" Target="../ink/ink757.xml"/><Relationship Id="rId57" Type="http://schemas.openxmlformats.org/officeDocument/2006/relationships/image" Target="../media/image767.png"/><Relationship Id="rId106" Type="http://schemas.openxmlformats.org/officeDocument/2006/relationships/customXml" Target="../ink/ink792.xml"/><Relationship Id="rId127" Type="http://schemas.openxmlformats.org/officeDocument/2006/relationships/image" Target="../media/image802.png"/><Relationship Id="rId10" Type="http://schemas.openxmlformats.org/officeDocument/2006/relationships/customXml" Target="../ink/ink744.xml"/><Relationship Id="rId31" Type="http://schemas.openxmlformats.org/officeDocument/2006/relationships/image" Target="../media/image754.png"/><Relationship Id="rId52" Type="http://schemas.openxmlformats.org/officeDocument/2006/relationships/customXml" Target="../ink/ink765.xml"/><Relationship Id="rId73" Type="http://schemas.openxmlformats.org/officeDocument/2006/relationships/image" Target="../media/image775.png"/><Relationship Id="rId78" Type="http://schemas.openxmlformats.org/officeDocument/2006/relationships/customXml" Target="../ink/ink778.xml"/><Relationship Id="rId94" Type="http://schemas.openxmlformats.org/officeDocument/2006/relationships/customXml" Target="../ink/ink786.xml"/><Relationship Id="rId99" Type="http://schemas.openxmlformats.org/officeDocument/2006/relationships/image" Target="../media/image788.png"/><Relationship Id="rId101" Type="http://schemas.openxmlformats.org/officeDocument/2006/relationships/image" Target="../media/image789.png"/><Relationship Id="rId122" Type="http://schemas.openxmlformats.org/officeDocument/2006/relationships/customXml" Target="../ink/ink800.xml"/><Relationship Id="rId143" Type="http://schemas.openxmlformats.org/officeDocument/2006/relationships/image" Target="../media/image810.png"/><Relationship Id="rId148" Type="http://schemas.openxmlformats.org/officeDocument/2006/relationships/customXml" Target="../ink/ink813.xml"/><Relationship Id="rId164" Type="http://schemas.openxmlformats.org/officeDocument/2006/relationships/customXml" Target="../ink/ink821.xml"/><Relationship Id="rId4" Type="http://schemas.openxmlformats.org/officeDocument/2006/relationships/customXml" Target="../ink/ink741.xml"/><Relationship Id="rId9" Type="http://schemas.openxmlformats.org/officeDocument/2006/relationships/image" Target="../media/image743.png"/><Relationship Id="rId26" Type="http://schemas.openxmlformats.org/officeDocument/2006/relationships/customXml" Target="../ink/ink752.xml"/><Relationship Id="rId47" Type="http://schemas.openxmlformats.org/officeDocument/2006/relationships/image" Target="../media/image762.png"/><Relationship Id="rId68" Type="http://schemas.openxmlformats.org/officeDocument/2006/relationships/customXml" Target="../ink/ink773.xml"/><Relationship Id="rId89" Type="http://schemas.openxmlformats.org/officeDocument/2006/relationships/image" Target="../media/image783.png"/><Relationship Id="rId112" Type="http://schemas.openxmlformats.org/officeDocument/2006/relationships/customXml" Target="../ink/ink795.xml"/><Relationship Id="rId133" Type="http://schemas.openxmlformats.org/officeDocument/2006/relationships/image" Target="../media/image805.png"/><Relationship Id="rId154" Type="http://schemas.openxmlformats.org/officeDocument/2006/relationships/customXml" Target="../ink/ink816.xml"/><Relationship Id="rId16" Type="http://schemas.openxmlformats.org/officeDocument/2006/relationships/customXml" Target="../ink/ink747.xml"/><Relationship Id="rId37" Type="http://schemas.openxmlformats.org/officeDocument/2006/relationships/image" Target="../media/image757.png"/><Relationship Id="rId58" Type="http://schemas.openxmlformats.org/officeDocument/2006/relationships/customXml" Target="../ink/ink768.xml"/><Relationship Id="rId79" Type="http://schemas.openxmlformats.org/officeDocument/2006/relationships/image" Target="../media/image778.png"/><Relationship Id="rId102" Type="http://schemas.openxmlformats.org/officeDocument/2006/relationships/customXml" Target="../ink/ink790.xml"/><Relationship Id="rId123" Type="http://schemas.openxmlformats.org/officeDocument/2006/relationships/image" Target="../media/image800.png"/><Relationship Id="rId144" Type="http://schemas.openxmlformats.org/officeDocument/2006/relationships/customXml" Target="../ink/ink811.xml"/><Relationship Id="rId90" Type="http://schemas.openxmlformats.org/officeDocument/2006/relationships/customXml" Target="../ink/ink784.xml"/><Relationship Id="rId165" Type="http://schemas.openxmlformats.org/officeDocument/2006/relationships/image" Target="../media/image821.png"/><Relationship Id="rId27" Type="http://schemas.openxmlformats.org/officeDocument/2006/relationships/image" Target="../media/image752.png"/><Relationship Id="rId48" Type="http://schemas.openxmlformats.org/officeDocument/2006/relationships/customXml" Target="../ink/ink763.xml"/><Relationship Id="rId69" Type="http://schemas.openxmlformats.org/officeDocument/2006/relationships/image" Target="../media/image773.png"/><Relationship Id="rId113" Type="http://schemas.openxmlformats.org/officeDocument/2006/relationships/image" Target="../media/image795.png"/><Relationship Id="rId134" Type="http://schemas.openxmlformats.org/officeDocument/2006/relationships/customXml" Target="../ink/ink806.xml"/><Relationship Id="rId80" Type="http://schemas.openxmlformats.org/officeDocument/2006/relationships/customXml" Target="../ink/ink779.xml"/><Relationship Id="rId155" Type="http://schemas.openxmlformats.org/officeDocument/2006/relationships/image" Target="../media/image816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35.xml"/><Relationship Id="rId21" Type="http://schemas.openxmlformats.org/officeDocument/2006/relationships/image" Target="../media/image832.png"/><Relationship Id="rId42" Type="http://schemas.openxmlformats.org/officeDocument/2006/relationships/customXml" Target="../ink/ink843.xml"/><Relationship Id="rId47" Type="http://schemas.openxmlformats.org/officeDocument/2006/relationships/image" Target="../media/image845.png"/><Relationship Id="rId63" Type="http://schemas.openxmlformats.org/officeDocument/2006/relationships/image" Target="../media/image853.png"/><Relationship Id="rId68" Type="http://schemas.openxmlformats.org/officeDocument/2006/relationships/customXml" Target="../ink/ink856.xml"/><Relationship Id="rId84" Type="http://schemas.openxmlformats.org/officeDocument/2006/relationships/customXml" Target="../ink/ink864.xml"/><Relationship Id="rId89" Type="http://schemas.openxmlformats.org/officeDocument/2006/relationships/image" Target="../media/image866.png"/><Relationship Id="rId16" Type="http://schemas.openxmlformats.org/officeDocument/2006/relationships/customXml" Target="../ink/ink830.xml"/><Relationship Id="rId107" Type="http://schemas.openxmlformats.org/officeDocument/2006/relationships/image" Target="../media/image875.png"/><Relationship Id="rId11" Type="http://schemas.openxmlformats.org/officeDocument/2006/relationships/image" Target="../media/image827.png"/><Relationship Id="rId32" Type="http://schemas.openxmlformats.org/officeDocument/2006/relationships/customXml" Target="../ink/ink838.xml"/><Relationship Id="rId37" Type="http://schemas.openxmlformats.org/officeDocument/2006/relationships/image" Target="../media/image840.png"/><Relationship Id="rId53" Type="http://schemas.openxmlformats.org/officeDocument/2006/relationships/image" Target="../media/image848.png"/><Relationship Id="rId58" Type="http://schemas.openxmlformats.org/officeDocument/2006/relationships/customXml" Target="../ink/ink851.xml"/><Relationship Id="rId74" Type="http://schemas.openxmlformats.org/officeDocument/2006/relationships/customXml" Target="../ink/ink859.xml"/><Relationship Id="rId79" Type="http://schemas.openxmlformats.org/officeDocument/2006/relationships/image" Target="../media/image861.png"/><Relationship Id="rId102" Type="http://schemas.openxmlformats.org/officeDocument/2006/relationships/customXml" Target="../ink/ink873.xml"/><Relationship Id="rId5" Type="http://schemas.openxmlformats.org/officeDocument/2006/relationships/image" Target="../media/image824.png"/><Relationship Id="rId90" Type="http://schemas.openxmlformats.org/officeDocument/2006/relationships/customXml" Target="../ink/ink867.xml"/><Relationship Id="rId95" Type="http://schemas.openxmlformats.org/officeDocument/2006/relationships/image" Target="../media/image869.png"/><Relationship Id="rId22" Type="http://schemas.openxmlformats.org/officeDocument/2006/relationships/customXml" Target="../ink/ink833.xml"/><Relationship Id="rId27" Type="http://schemas.openxmlformats.org/officeDocument/2006/relationships/image" Target="../media/image835.png"/><Relationship Id="rId43" Type="http://schemas.openxmlformats.org/officeDocument/2006/relationships/image" Target="../media/image843.png"/><Relationship Id="rId48" Type="http://schemas.openxmlformats.org/officeDocument/2006/relationships/customXml" Target="../ink/ink846.xml"/><Relationship Id="rId64" Type="http://schemas.openxmlformats.org/officeDocument/2006/relationships/customXml" Target="../ink/ink854.xml"/><Relationship Id="rId69" Type="http://schemas.openxmlformats.org/officeDocument/2006/relationships/image" Target="../media/image856.png"/><Relationship Id="rId80" Type="http://schemas.openxmlformats.org/officeDocument/2006/relationships/customXml" Target="../ink/ink862.xml"/><Relationship Id="rId85" Type="http://schemas.openxmlformats.org/officeDocument/2006/relationships/image" Target="../media/image864.png"/><Relationship Id="rId12" Type="http://schemas.openxmlformats.org/officeDocument/2006/relationships/customXml" Target="../ink/ink828.xml"/><Relationship Id="rId17" Type="http://schemas.openxmlformats.org/officeDocument/2006/relationships/image" Target="../media/image830.png"/><Relationship Id="rId33" Type="http://schemas.openxmlformats.org/officeDocument/2006/relationships/image" Target="../media/image838.png"/><Relationship Id="rId38" Type="http://schemas.openxmlformats.org/officeDocument/2006/relationships/customXml" Target="../ink/ink841.xml"/><Relationship Id="rId59" Type="http://schemas.openxmlformats.org/officeDocument/2006/relationships/image" Target="../media/image851.png"/><Relationship Id="rId103" Type="http://schemas.openxmlformats.org/officeDocument/2006/relationships/image" Target="../media/image873.png"/><Relationship Id="rId108" Type="http://schemas.openxmlformats.org/officeDocument/2006/relationships/customXml" Target="../ink/ink876.xml"/><Relationship Id="rId54" Type="http://schemas.openxmlformats.org/officeDocument/2006/relationships/customXml" Target="../ink/ink849.xml"/><Relationship Id="rId70" Type="http://schemas.openxmlformats.org/officeDocument/2006/relationships/customXml" Target="../ink/ink857.xml"/><Relationship Id="rId75" Type="http://schemas.openxmlformats.org/officeDocument/2006/relationships/image" Target="../media/image859.png"/><Relationship Id="rId91" Type="http://schemas.openxmlformats.org/officeDocument/2006/relationships/image" Target="../media/image867.png"/><Relationship Id="rId96" Type="http://schemas.openxmlformats.org/officeDocument/2006/relationships/customXml" Target="../ink/ink87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25.xml"/><Relationship Id="rId15" Type="http://schemas.openxmlformats.org/officeDocument/2006/relationships/image" Target="../media/image829.png"/><Relationship Id="rId23" Type="http://schemas.openxmlformats.org/officeDocument/2006/relationships/image" Target="../media/image833.png"/><Relationship Id="rId28" Type="http://schemas.openxmlformats.org/officeDocument/2006/relationships/customXml" Target="../ink/ink836.xml"/><Relationship Id="rId36" Type="http://schemas.openxmlformats.org/officeDocument/2006/relationships/customXml" Target="../ink/ink840.xml"/><Relationship Id="rId49" Type="http://schemas.openxmlformats.org/officeDocument/2006/relationships/image" Target="../media/image846.png"/><Relationship Id="rId57" Type="http://schemas.openxmlformats.org/officeDocument/2006/relationships/image" Target="../media/image850.png"/><Relationship Id="rId106" Type="http://schemas.openxmlformats.org/officeDocument/2006/relationships/customXml" Target="../ink/ink875.xml"/><Relationship Id="rId10" Type="http://schemas.openxmlformats.org/officeDocument/2006/relationships/customXml" Target="../ink/ink827.xml"/><Relationship Id="rId31" Type="http://schemas.openxmlformats.org/officeDocument/2006/relationships/image" Target="../media/image837.png"/><Relationship Id="rId44" Type="http://schemas.openxmlformats.org/officeDocument/2006/relationships/customXml" Target="../ink/ink844.xml"/><Relationship Id="rId52" Type="http://schemas.openxmlformats.org/officeDocument/2006/relationships/customXml" Target="../ink/ink848.xml"/><Relationship Id="rId60" Type="http://schemas.openxmlformats.org/officeDocument/2006/relationships/customXml" Target="../ink/ink852.xml"/><Relationship Id="rId65" Type="http://schemas.openxmlformats.org/officeDocument/2006/relationships/image" Target="../media/image854.png"/><Relationship Id="rId73" Type="http://schemas.openxmlformats.org/officeDocument/2006/relationships/image" Target="../media/image858.png"/><Relationship Id="rId78" Type="http://schemas.openxmlformats.org/officeDocument/2006/relationships/customXml" Target="../ink/ink861.xml"/><Relationship Id="rId81" Type="http://schemas.openxmlformats.org/officeDocument/2006/relationships/image" Target="../media/image862.png"/><Relationship Id="rId86" Type="http://schemas.openxmlformats.org/officeDocument/2006/relationships/customXml" Target="../ink/ink865.xml"/><Relationship Id="rId94" Type="http://schemas.openxmlformats.org/officeDocument/2006/relationships/customXml" Target="../ink/ink869.xml"/><Relationship Id="rId99" Type="http://schemas.openxmlformats.org/officeDocument/2006/relationships/image" Target="../media/image871.png"/><Relationship Id="rId101" Type="http://schemas.openxmlformats.org/officeDocument/2006/relationships/image" Target="../media/image872.png"/><Relationship Id="rId4" Type="http://schemas.openxmlformats.org/officeDocument/2006/relationships/customXml" Target="../ink/ink824.xml"/><Relationship Id="rId9" Type="http://schemas.openxmlformats.org/officeDocument/2006/relationships/image" Target="../media/image826.png"/><Relationship Id="rId13" Type="http://schemas.openxmlformats.org/officeDocument/2006/relationships/image" Target="../media/image828.png"/><Relationship Id="rId18" Type="http://schemas.openxmlformats.org/officeDocument/2006/relationships/customXml" Target="../ink/ink831.xml"/><Relationship Id="rId39" Type="http://schemas.openxmlformats.org/officeDocument/2006/relationships/image" Target="../media/image841.png"/><Relationship Id="rId109" Type="http://schemas.openxmlformats.org/officeDocument/2006/relationships/image" Target="../media/image876.png"/><Relationship Id="rId34" Type="http://schemas.openxmlformats.org/officeDocument/2006/relationships/customXml" Target="../ink/ink839.xml"/><Relationship Id="rId50" Type="http://schemas.openxmlformats.org/officeDocument/2006/relationships/customXml" Target="../ink/ink847.xml"/><Relationship Id="rId55" Type="http://schemas.openxmlformats.org/officeDocument/2006/relationships/image" Target="../media/image849.png"/><Relationship Id="rId76" Type="http://schemas.openxmlformats.org/officeDocument/2006/relationships/customXml" Target="../ink/ink860.xml"/><Relationship Id="rId97" Type="http://schemas.openxmlformats.org/officeDocument/2006/relationships/image" Target="../media/image870.png"/><Relationship Id="rId104" Type="http://schemas.openxmlformats.org/officeDocument/2006/relationships/customXml" Target="../ink/ink874.xml"/><Relationship Id="rId7" Type="http://schemas.openxmlformats.org/officeDocument/2006/relationships/image" Target="../media/image825.png"/><Relationship Id="rId71" Type="http://schemas.openxmlformats.org/officeDocument/2006/relationships/image" Target="../media/image857.png"/><Relationship Id="rId92" Type="http://schemas.openxmlformats.org/officeDocument/2006/relationships/customXml" Target="../ink/ink868.xml"/><Relationship Id="rId2" Type="http://schemas.openxmlformats.org/officeDocument/2006/relationships/customXml" Target="../ink/ink823.xml"/><Relationship Id="rId29" Type="http://schemas.openxmlformats.org/officeDocument/2006/relationships/image" Target="../media/image836.png"/><Relationship Id="rId24" Type="http://schemas.openxmlformats.org/officeDocument/2006/relationships/customXml" Target="../ink/ink834.xml"/><Relationship Id="rId40" Type="http://schemas.openxmlformats.org/officeDocument/2006/relationships/customXml" Target="../ink/ink842.xml"/><Relationship Id="rId45" Type="http://schemas.openxmlformats.org/officeDocument/2006/relationships/image" Target="../media/image844.png"/><Relationship Id="rId66" Type="http://schemas.openxmlformats.org/officeDocument/2006/relationships/customXml" Target="../ink/ink855.xml"/><Relationship Id="rId87" Type="http://schemas.openxmlformats.org/officeDocument/2006/relationships/image" Target="../media/image865.png"/><Relationship Id="rId61" Type="http://schemas.openxmlformats.org/officeDocument/2006/relationships/image" Target="../media/image852.png"/><Relationship Id="rId82" Type="http://schemas.openxmlformats.org/officeDocument/2006/relationships/customXml" Target="../ink/ink863.xml"/><Relationship Id="rId19" Type="http://schemas.openxmlformats.org/officeDocument/2006/relationships/image" Target="../media/image831.png"/><Relationship Id="rId14" Type="http://schemas.openxmlformats.org/officeDocument/2006/relationships/customXml" Target="../ink/ink829.xml"/><Relationship Id="rId30" Type="http://schemas.openxmlformats.org/officeDocument/2006/relationships/customXml" Target="../ink/ink837.xml"/><Relationship Id="rId35" Type="http://schemas.openxmlformats.org/officeDocument/2006/relationships/image" Target="../media/image839.png"/><Relationship Id="rId56" Type="http://schemas.openxmlformats.org/officeDocument/2006/relationships/customXml" Target="../ink/ink850.xml"/><Relationship Id="rId77" Type="http://schemas.openxmlformats.org/officeDocument/2006/relationships/image" Target="../media/image860.png"/><Relationship Id="rId100" Type="http://schemas.openxmlformats.org/officeDocument/2006/relationships/customXml" Target="../ink/ink872.xml"/><Relationship Id="rId105" Type="http://schemas.openxmlformats.org/officeDocument/2006/relationships/image" Target="../media/image874.png"/><Relationship Id="rId8" Type="http://schemas.openxmlformats.org/officeDocument/2006/relationships/customXml" Target="../ink/ink826.xml"/><Relationship Id="rId51" Type="http://schemas.openxmlformats.org/officeDocument/2006/relationships/image" Target="../media/image847.png"/><Relationship Id="rId72" Type="http://schemas.openxmlformats.org/officeDocument/2006/relationships/customXml" Target="../ink/ink858.xml"/><Relationship Id="rId93" Type="http://schemas.openxmlformats.org/officeDocument/2006/relationships/image" Target="../media/image868.png"/><Relationship Id="rId98" Type="http://schemas.openxmlformats.org/officeDocument/2006/relationships/customXml" Target="../ink/ink871.xml"/><Relationship Id="rId3" Type="http://schemas.openxmlformats.org/officeDocument/2006/relationships/image" Target="../media/image823.png"/><Relationship Id="rId25" Type="http://schemas.openxmlformats.org/officeDocument/2006/relationships/image" Target="../media/image834.png"/><Relationship Id="rId46" Type="http://schemas.openxmlformats.org/officeDocument/2006/relationships/customXml" Target="../ink/ink845.xml"/><Relationship Id="rId67" Type="http://schemas.openxmlformats.org/officeDocument/2006/relationships/image" Target="../media/image855.png"/><Relationship Id="rId20" Type="http://schemas.openxmlformats.org/officeDocument/2006/relationships/customXml" Target="../ink/ink832.xml"/><Relationship Id="rId41" Type="http://schemas.openxmlformats.org/officeDocument/2006/relationships/image" Target="../media/image842.png"/><Relationship Id="rId62" Type="http://schemas.openxmlformats.org/officeDocument/2006/relationships/customXml" Target="../ink/ink853.xml"/><Relationship Id="rId83" Type="http://schemas.openxmlformats.org/officeDocument/2006/relationships/image" Target="../media/image863.png"/><Relationship Id="rId88" Type="http://schemas.openxmlformats.org/officeDocument/2006/relationships/customXml" Target="../ink/ink866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2.png"/><Relationship Id="rId18" Type="http://schemas.openxmlformats.org/officeDocument/2006/relationships/customXml" Target="../ink/ink885.xml"/><Relationship Id="rId26" Type="http://schemas.openxmlformats.org/officeDocument/2006/relationships/customXml" Target="../ink/ink889.xml"/><Relationship Id="rId39" Type="http://schemas.openxmlformats.org/officeDocument/2006/relationships/image" Target="../media/image895.png"/><Relationship Id="rId21" Type="http://schemas.openxmlformats.org/officeDocument/2006/relationships/image" Target="../media/image886.png"/><Relationship Id="rId34" Type="http://schemas.openxmlformats.org/officeDocument/2006/relationships/customXml" Target="../ink/ink893.xml"/><Relationship Id="rId42" Type="http://schemas.openxmlformats.org/officeDocument/2006/relationships/customXml" Target="../ink/ink897.xml"/><Relationship Id="rId47" Type="http://schemas.openxmlformats.org/officeDocument/2006/relationships/image" Target="../media/image899.png"/><Relationship Id="rId50" Type="http://schemas.openxmlformats.org/officeDocument/2006/relationships/customXml" Target="../ink/ink901.xml"/><Relationship Id="rId55" Type="http://schemas.openxmlformats.org/officeDocument/2006/relationships/image" Target="../media/image903.png"/><Relationship Id="rId7" Type="http://schemas.openxmlformats.org/officeDocument/2006/relationships/image" Target="../media/image879.png"/><Relationship Id="rId2" Type="http://schemas.openxmlformats.org/officeDocument/2006/relationships/customXml" Target="../ink/ink877.xml"/><Relationship Id="rId16" Type="http://schemas.openxmlformats.org/officeDocument/2006/relationships/customXml" Target="../ink/ink884.xml"/><Relationship Id="rId29" Type="http://schemas.openxmlformats.org/officeDocument/2006/relationships/image" Target="../media/image890.png"/><Relationship Id="rId11" Type="http://schemas.openxmlformats.org/officeDocument/2006/relationships/image" Target="../media/image881.png"/><Relationship Id="rId24" Type="http://schemas.openxmlformats.org/officeDocument/2006/relationships/customXml" Target="../ink/ink888.xml"/><Relationship Id="rId32" Type="http://schemas.openxmlformats.org/officeDocument/2006/relationships/customXml" Target="../ink/ink892.xml"/><Relationship Id="rId37" Type="http://schemas.openxmlformats.org/officeDocument/2006/relationships/image" Target="../media/image894.png"/><Relationship Id="rId40" Type="http://schemas.openxmlformats.org/officeDocument/2006/relationships/customXml" Target="../ink/ink896.xml"/><Relationship Id="rId45" Type="http://schemas.openxmlformats.org/officeDocument/2006/relationships/image" Target="../media/image898.png"/><Relationship Id="rId53" Type="http://schemas.openxmlformats.org/officeDocument/2006/relationships/image" Target="../media/image902.png"/><Relationship Id="rId58" Type="http://schemas.openxmlformats.org/officeDocument/2006/relationships/customXml" Target="../ink/ink905.xml"/><Relationship Id="rId5" Type="http://schemas.openxmlformats.org/officeDocument/2006/relationships/image" Target="../media/image878.png"/><Relationship Id="rId19" Type="http://schemas.openxmlformats.org/officeDocument/2006/relationships/image" Target="../media/image885.png"/><Relationship Id="rId4" Type="http://schemas.openxmlformats.org/officeDocument/2006/relationships/customXml" Target="../ink/ink878.xml"/><Relationship Id="rId9" Type="http://schemas.openxmlformats.org/officeDocument/2006/relationships/image" Target="../media/image880.png"/><Relationship Id="rId14" Type="http://schemas.openxmlformats.org/officeDocument/2006/relationships/customXml" Target="../ink/ink883.xml"/><Relationship Id="rId22" Type="http://schemas.openxmlformats.org/officeDocument/2006/relationships/customXml" Target="../ink/ink887.xml"/><Relationship Id="rId27" Type="http://schemas.openxmlformats.org/officeDocument/2006/relationships/image" Target="../media/image889.png"/><Relationship Id="rId30" Type="http://schemas.openxmlformats.org/officeDocument/2006/relationships/customXml" Target="../ink/ink891.xml"/><Relationship Id="rId35" Type="http://schemas.openxmlformats.org/officeDocument/2006/relationships/image" Target="../media/image893.png"/><Relationship Id="rId43" Type="http://schemas.openxmlformats.org/officeDocument/2006/relationships/image" Target="../media/image897.png"/><Relationship Id="rId48" Type="http://schemas.openxmlformats.org/officeDocument/2006/relationships/customXml" Target="../ink/ink900.xml"/><Relationship Id="rId56" Type="http://schemas.openxmlformats.org/officeDocument/2006/relationships/customXml" Target="../ink/ink904.xml"/><Relationship Id="rId8" Type="http://schemas.openxmlformats.org/officeDocument/2006/relationships/customXml" Target="../ink/ink880.xml"/><Relationship Id="rId51" Type="http://schemas.openxmlformats.org/officeDocument/2006/relationships/image" Target="../media/image901.png"/><Relationship Id="rId3" Type="http://schemas.openxmlformats.org/officeDocument/2006/relationships/image" Target="../media/image877.png"/><Relationship Id="rId12" Type="http://schemas.openxmlformats.org/officeDocument/2006/relationships/customXml" Target="../ink/ink882.xml"/><Relationship Id="rId17" Type="http://schemas.openxmlformats.org/officeDocument/2006/relationships/image" Target="../media/image884.png"/><Relationship Id="rId25" Type="http://schemas.openxmlformats.org/officeDocument/2006/relationships/image" Target="../media/image888.png"/><Relationship Id="rId33" Type="http://schemas.openxmlformats.org/officeDocument/2006/relationships/image" Target="../media/image892.png"/><Relationship Id="rId38" Type="http://schemas.openxmlformats.org/officeDocument/2006/relationships/customXml" Target="../ink/ink895.xml"/><Relationship Id="rId46" Type="http://schemas.openxmlformats.org/officeDocument/2006/relationships/customXml" Target="../ink/ink899.xml"/><Relationship Id="rId59" Type="http://schemas.openxmlformats.org/officeDocument/2006/relationships/image" Target="../media/image905.png"/><Relationship Id="rId20" Type="http://schemas.openxmlformats.org/officeDocument/2006/relationships/customXml" Target="../ink/ink886.xml"/><Relationship Id="rId41" Type="http://schemas.openxmlformats.org/officeDocument/2006/relationships/image" Target="../media/image896.png"/><Relationship Id="rId54" Type="http://schemas.openxmlformats.org/officeDocument/2006/relationships/customXml" Target="../ink/ink9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79.xml"/><Relationship Id="rId15" Type="http://schemas.openxmlformats.org/officeDocument/2006/relationships/image" Target="../media/image883.png"/><Relationship Id="rId23" Type="http://schemas.openxmlformats.org/officeDocument/2006/relationships/image" Target="../media/image887.png"/><Relationship Id="rId28" Type="http://schemas.openxmlformats.org/officeDocument/2006/relationships/customXml" Target="../ink/ink890.xml"/><Relationship Id="rId36" Type="http://schemas.openxmlformats.org/officeDocument/2006/relationships/customXml" Target="../ink/ink894.xml"/><Relationship Id="rId49" Type="http://schemas.openxmlformats.org/officeDocument/2006/relationships/image" Target="../media/image900.png"/><Relationship Id="rId57" Type="http://schemas.openxmlformats.org/officeDocument/2006/relationships/image" Target="../media/image904.png"/><Relationship Id="rId10" Type="http://schemas.openxmlformats.org/officeDocument/2006/relationships/customXml" Target="../ink/ink881.xml"/><Relationship Id="rId31" Type="http://schemas.openxmlformats.org/officeDocument/2006/relationships/image" Target="../media/image891.png"/><Relationship Id="rId44" Type="http://schemas.openxmlformats.org/officeDocument/2006/relationships/customXml" Target="../ink/ink898.xml"/><Relationship Id="rId52" Type="http://schemas.openxmlformats.org/officeDocument/2006/relationships/customXml" Target="../ink/ink902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18.xml"/><Relationship Id="rId117" Type="http://schemas.openxmlformats.org/officeDocument/2006/relationships/image" Target="../media/image963.png"/><Relationship Id="rId21" Type="http://schemas.openxmlformats.org/officeDocument/2006/relationships/image" Target="../media/image915.png"/><Relationship Id="rId42" Type="http://schemas.openxmlformats.org/officeDocument/2006/relationships/customXml" Target="../ink/ink926.xml"/><Relationship Id="rId47" Type="http://schemas.openxmlformats.org/officeDocument/2006/relationships/image" Target="../media/image928.png"/><Relationship Id="rId63" Type="http://schemas.openxmlformats.org/officeDocument/2006/relationships/image" Target="../media/image936.png"/><Relationship Id="rId68" Type="http://schemas.openxmlformats.org/officeDocument/2006/relationships/customXml" Target="../ink/ink939.xml"/><Relationship Id="rId84" Type="http://schemas.openxmlformats.org/officeDocument/2006/relationships/customXml" Target="../ink/ink947.xml"/><Relationship Id="rId89" Type="http://schemas.openxmlformats.org/officeDocument/2006/relationships/image" Target="../media/image949.png"/><Relationship Id="rId112" Type="http://schemas.openxmlformats.org/officeDocument/2006/relationships/customXml" Target="../ink/ink961.xml"/><Relationship Id="rId16" Type="http://schemas.openxmlformats.org/officeDocument/2006/relationships/customXml" Target="../ink/ink913.xml"/><Relationship Id="rId107" Type="http://schemas.openxmlformats.org/officeDocument/2006/relationships/image" Target="../media/image958.png"/><Relationship Id="rId11" Type="http://schemas.openxmlformats.org/officeDocument/2006/relationships/image" Target="../media/image910.png"/><Relationship Id="rId32" Type="http://schemas.openxmlformats.org/officeDocument/2006/relationships/customXml" Target="../ink/ink921.xml"/><Relationship Id="rId37" Type="http://schemas.openxmlformats.org/officeDocument/2006/relationships/image" Target="../media/image923.png"/><Relationship Id="rId53" Type="http://schemas.openxmlformats.org/officeDocument/2006/relationships/image" Target="../media/image931.png"/><Relationship Id="rId58" Type="http://schemas.openxmlformats.org/officeDocument/2006/relationships/customXml" Target="../ink/ink934.xml"/><Relationship Id="rId74" Type="http://schemas.openxmlformats.org/officeDocument/2006/relationships/customXml" Target="../ink/ink942.xml"/><Relationship Id="rId79" Type="http://schemas.openxmlformats.org/officeDocument/2006/relationships/image" Target="../media/image944.png"/><Relationship Id="rId102" Type="http://schemas.openxmlformats.org/officeDocument/2006/relationships/customXml" Target="../ink/ink956.xml"/><Relationship Id="rId123" Type="http://schemas.openxmlformats.org/officeDocument/2006/relationships/image" Target="../media/image966.png"/><Relationship Id="rId5" Type="http://schemas.openxmlformats.org/officeDocument/2006/relationships/image" Target="../media/image907.png"/><Relationship Id="rId90" Type="http://schemas.openxmlformats.org/officeDocument/2006/relationships/customXml" Target="../ink/ink950.xml"/><Relationship Id="rId95" Type="http://schemas.openxmlformats.org/officeDocument/2006/relationships/image" Target="../media/image952.png"/><Relationship Id="rId22" Type="http://schemas.openxmlformats.org/officeDocument/2006/relationships/customXml" Target="../ink/ink916.xml"/><Relationship Id="rId27" Type="http://schemas.openxmlformats.org/officeDocument/2006/relationships/image" Target="../media/image918.png"/><Relationship Id="rId43" Type="http://schemas.openxmlformats.org/officeDocument/2006/relationships/image" Target="../media/image926.png"/><Relationship Id="rId48" Type="http://schemas.openxmlformats.org/officeDocument/2006/relationships/customXml" Target="../ink/ink929.xml"/><Relationship Id="rId64" Type="http://schemas.openxmlformats.org/officeDocument/2006/relationships/customXml" Target="../ink/ink937.xml"/><Relationship Id="rId69" Type="http://schemas.openxmlformats.org/officeDocument/2006/relationships/image" Target="../media/image939.png"/><Relationship Id="rId113" Type="http://schemas.openxmlformats.org/officeDocument/2006/relationships/image" Target="../media/image961.png"/><Relationship Id="rId118" Type="http://schemas.openxmlformats.org/officeDocument/2006/relationships/customXml" Target="../ink/ink964.xml"/><Relationship Id="rId80" Type="http://schemas.openxmlformats.org/officeDocument/2006/relationships/customXml" Target="../ink/ink945.xml"/><Relationship Id="rId85" Type="http://schemas.openxmlformats.org/officeDocument/2006/relationships/image" Target="../media/image947.png"/><Relationship Id="rId12" Type="http://schemas.openxmlformats.org/officeDocument/2006/relationships/customXml" Target="../ink/ink911.xml"/><Relationship Id="rId17" Type="http://schemas.openxmlformats.org/officeDocument/2006/relationships/image" Target="../media/image913.png"/><Relationship Id="rId33" Type="http://schemas.openxmlformats.org/officeDocument/2006/relationships/image" Target="../media/image921.png"/><Relationship Id="rId38" Type="http://schemas.openxmlformats.org/officeDocument/2006/relationships/customXml" Target="../ink/ink924.xml"/><Relationship Id="rId59" Type="http://schemas.openxmlformats.org/officeDocument/2006/relationships/image" Target="../media/image934.png"/><Relationship Id="rId103" Type="http://schemas.openxmlformats.org/officeDocument/2006/relationships/image" Target="../media/image956.png"/><Relationship Id="rId108" Type="http://schemas.openxmlformats.org/officeDocument/2006/relationships/customXml" Target="../ink/ink959.xml"/><Relationship Id="rId124" Type="http://schemas.openxmlformats.org/officeDocument/2006/relationships/customXml" Target="../ink/ink967.xml"/><Relationship Id="rId54" Type="http://schemas.openxmlformats.org/officeDocument/2006/relationships/customXml" Target="../ink/ink932.xml"/><Relationship Id="rId70" Type="http://schemas.openxmlformats.org/officeDocument/2006/relationships/customXml" Target="../ink/ink940.xml"/><Relationship Id="rId75" Type="http://schemas.openxmlformats.org/officeDocument/2006/relationships/image" Target="../media/image942.png"/><Relationship Id="rId91" Type="http://schemas.openxmlformats.org/officeDocument/2006/relationships/image" Target="../media/image950.png"/><Relationship Id="rId96" Type="http://schemas.openxmlformats.org/officeDocument/2006/relationships/customXml" Target="../ink/ink95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08.xml"/><Relationship Id="rId23" Type="http://schemas.openxmlformats.org/officeDocument/2006/relationships/image" Target="../media/image916.png"/><Relationship Id="rId28" Type="http://schemas.openxmlformats.org/officeDocument/2006/relationships/customXml" Target="../ink/ink919.xml"/><Relationship Id="rId49" Type="http://schemas.openxmlformats.org/officeDocument/2006/relationships/image" Target="../media/image929.png"/><Relationship Id="rId114" Type="http://schemas.openxmlformats.org/officeDocument/2006/relationships/customXml" Target="../ink/ink962.xml"/><Relationship Id="rId119" Type="http://schemas.openxmlformats.org/officeDocument/2006/relationships/image" Target="../media/image964.png"/><Relationship Id="rId44" Type="http://schemas.openxmlformats.org/officeDocument/2006/relationships/customXml" Target="../ink/ink927.xml"/><Relationship Id="rId60" Type="http://schemas.openxmlformats.org/officeDocument/2006/relationships/customXml" Target="../ink/ink935.xml"/><Relationship Id="rId65" Type="http://schemas.openxmlformats.org/officeDocument/2006/relationships/image" Target="../media/image937.png"/><Relationship Id="rId81" Type="http://schemas.openxmlformats.org/officeDocument/2006/relationships/image" Target="../media/image945.png"/><Relationship Id="rId86" Type="http://schemas.openxmlformats.org/officeDocument/2006/relationships/customXml" Target="../ink/ink948.xml"/><Relationship Id="rId13" Type="http://schemas.openxmlformats.org/officeDocument/2006/relationships/image" Target="../media/image911.png"/><Relationship Id="rId18" Type="http://schemas.openxmlformats.org/officeDocument/2006/relationships/customXml" Target="../ink/ink914.xml"/><Relationship Id="rId39" Type="http://schemas.openxmlformats.org/officeDocument/2006/relationships/image" Target="../media/image924.png"/><Relationship Id="rId109" Type="http://schemas.openxmlformats.org/officeDocument/2006/relationships/image" Target="../media/image959.png"/><Relationship Id="rId34" Type="http://schemas.openxmlformats.org/officeDocument/2006/relationships/customXml" Target="../ink/ink922.xml"/><Relationship Id="rId50" Type="http://schemas.openxmlformats.org/officeDocument/2006/relationships/customXml" Target="../ink/ink930.xml"/><Relationship Id="rId55" Type="http://schemas.openxmlformats.org/officeDocument/2006/relationships/image" Target="../media/image932.png"/><Relationship Id="rId76" Type="http://schemas.openxmlformats.org/officeDocument/2006/relationships/customXml" Target="../ink/ink943.xml"/><Relationship Id="rId97" Type="http://schemas.openxmlformats.org/officeDocument/2006/relationships/image" Target="../media/image953.png"/><Relationship Id="rId104" Type="http://schemas.openxmlformats.org/officeDocument/2006/relationships/customXml" Target="../ink/ink957.xml"/><Relationship Id="rId120" Type="http://schemas.openxmlformats.org/officeDocument/2006/relationships/customXml" Target="../ink/ink965.xml"/><Relationship Id="rId125" Type="http://schemas.openxmlformats.org/officeDocument/2006/relationships/image" Target="../media/image967.png"/><Relationship Id="rId7" Type="http://schemas.openxmlformats.org/officeDocument/2006/relationships/image" Target="../media/image908.png"/><Relationship Id="rId71" Type="http://schemas.openxmlformats.org/officeDocument/2006/relationships/image" Target="../media/image940.png"/><Relationship Id="rId92" Type="http://schemas.openxmlformats.org/officeDocument/2006/relationships/customXml" Target="../ink/ink951.xml"/><Relationship Id="rId2" Type="http://schemas.openxmlformats.org/officeDocument/2006/relationships/customXml" Target="../ink/ink906.xml"/><Relationship Id="rId29" Type="http://schemas.openxmlformats.org/officeDocument/2006/relationships/image" Target="../media/image919.png"/><Relationship Id="rId24" Type="http://schemas.openxmlformats.org/officeDocument/2006/relationships/customXml" Target="../ink/ink917.xml"/><Relationship Id="rId40" Type="http://schemas.openxmlformats.org/officeDocument/2006/relationships/customXml" Target="../ink/ink925.xml"/><Relationship Id="rId45" Type="http://schemas.openxmlformats.org/officeDocument/2006/relationships/image" Target="../media/image927.png"/><Relationship Id="rId66" Type="http://schemas.openxmlformats.org/officeDocument/2006/relationships/customXml" Target="../ink/ink938.xml"/><Relationship Id="rId87" Type="http://schemas.openxmlformats.org/officeDocument/2006/relationships/image" Target="../media/image948.png"/><Relationship Id="rId110" Type="http://schemas.openxmlformats.org/officeDocument/2006/relationships/customXml" Target="../ink/ink960.xml"/><Relationship Id="rId115" Type="http://schemas.openxmlformats.org/officeDocument/2006/relationships/image" Target="../media/image962.png"/><Relationship Id="rId61" Type="http://schemas.openxmlformats.org/officeDocument/2006/relationships/image" Target="../media/image935.png"/><Relationship Id="rId82" Type="http://schemas.openxmlformats.org/officeDocument/2006/relationships/customXml" Target="../ink/ink946.xml"/><Relationship Id="rId19" Type="http://schemas.openxmlformats.org/officeDocument/2006/relationships/image" Target="../media/image914.png"/><Relationship Id="rId14" Type="http://schemas.openxmlformats.org/officeDocument/2006/relationships/customXml" Target="../ink/ink912.xml"/><Relationship Id="rId30" Type="http://schemas.openxmlformats.org/officeDocument/2006/relationships/customXml" Target="../ink/ink920.xml"/><Relationship Id="rId35" Type="http://schemas.openxmlformats.org/officeDocument/2006/relationships/image" Target="../media/image922.png"/><Relationship Id="rId56" Type="http://schemas.openxmlformats.org/officeDocument/2006/relationships/customXml" Target="../ink/ink933.xml"/><Relationship Id="rId77" Type="http://schemas.openxmlformats.org/officeDocument/2006/relationships/image" Target="../media/image943.png"/><Relationship Id="rId100" Type="http://schemas.openxmlformats.org/officeDocument/2006/relationships/customXml" Target="../ink/ink955.xml"/><Relationship Id="rId105" Type="http://schemas.openxmlformats.org/officeDocument/2006/relationships/image" Target="../media/image957.png"/><Relationship Id="rId126" Type="http://schemas.openxmlformats.org/officeDocument/2006/relationships/customXml" Target="../ink/ink968.xml"/><Relationship Id="rId8" Type="http://schemas.openxmlformats.org/officeDocument/2006/relationships/customXml" Target="../ink/ink909.xml"/><Relationship Id="rId51" Type="http://schemas.openxmlformats.org/officeDocument/2006/relationships/image" Target="../media/image930.png"/><Relationship Id="rId72" Type="http://schemas.openxmlformats.org/officeDocument/2006/relationships/customXml" Target="../ink/ink941.xml"/><Relationship Id="rId93" Type="http://schemas.openxmlformats.org/officeDocument/2006/relationships/image" Target="../media/image951.png"/><Relationship Id="rId98" Type="http://schemas.openxmlformats.org/officeDocument/2006/relationships/customXml" Target="../ink/ink954.xml"/><Relationship Id="rId121" Type="http://schemas.openxmlformats.org/officeDocument/2006/relationships/image" Target="../media/image965.png"/><Relationship Id="rId3" Type="http://schemas.openxmlformats.org/officeDocument/2006/relationships/image" Target="../media/image906.png"/><Relationship Id="rId25" Type="http://schemas.openxmlformats.org/officeDocument/2006/relationships/image" Target="../media/image917.png"/><Relationship Id="rId46" Type="http://schemas.openxmlformats.org/officeDocument/2006/relationships/customXml" Target="../ink/ink928.xml"/><Relationship Id="rId67" Type="http://schemas.openxmlformats.org/officeDocument/2006/relationships/image" Target="../media/image938.png"/><Relationship Id="rId116" Type="http://schemas.openxmlformats.org/officeDocument/2006/relationships/customXml" Target="../ink/ink963.xml"/><Relationship Id="rId20" Type="http://schemas.openxmlformats.org/officeDocument/2006/relationships/customXml" Target="../ink/ink915.xml"/><Relationship Id="rId41" Type="http://schemas.openxmlformats.org/officeDocument/2006/relationships/image" Target="../media/image925.png"/><Relationship Id="rId62" Type="http://schemas.openxmlformats.org/officeDocument/2006/relationships/customXml" Target="../ink/ink936.xml"/><Relationship Id="rId83" Type="http://schemas.openxmlformats.org/officeDocument/2006/relationships/image" Target="../media/image946.png"/><Relationship Id="rId88" Type="http://schemas.openxmlformats.org/officeDocument/2006/relationships/customXml" Target="../ink/ink949.xml"/><Relationship Id="rId111" Type="http://schemas.openxmlformats.org/officeDocument/2006/relationships/image" Target="../media/image960.png"/><Relationship Id="rId15" Type="http://schemas.openxmlformats.org/officeDocument/2006/relationships/image" Target="../media/image912.png"/><Relationship Id="rId36" Type="http://schemas.openxmlformats.org/officeDocument/2006/relationships/customXml" Target="../ink/ink923.xml"/><Relationship Id="rId57" Type="http://schemas.openxmlformats.org/officeDocument/2006/relationships/image" Target="../media/image933.png"/><Relationship Id="rId106" Type="http://schemas.openxmlformats.org/officeDocument/2006/relationships/customXml" Target="../ink/ink958.xml"/><Relationship Id="rId127" Type="http://schemas.openxmlformats.org/officeDocument/2006/relationships/image" Target="../media/image968.png"/><Relationship Id="rId10" Type="http://schemas.openxmlformats.org/officeDocument/2006/relationships/customXml" Target="../ink/ink910.xml"/><Relationship Id="rId31" Type="http://schemas.openxmlformats.org/officeDocument/2006/relationships/image" Target="../media/image920.png"/><Relationship Id="rId52" Type="http://schemas.openxmlformats.org/officeDocument/2006/relationships/customXml" Target="../ink/ink931.xml"/><Relationship Id="rId73" Type="http://schemas.openxmlformats.org/officeDocument/2006/relationships/image" Target="../media/image941.png"/><Relationship Id="rId78" Type="http://schemas.openxmlformats.org/officeDocument/2006/relationships/customXml" Target="../ink/ink944.xml"/><Relationship Id="rId94" Type="http://schemas.openxmlformats.org/officeDocument/2006/relationships/customXml" Target="../ink/ink952.xml"/><Relationship Id="rId99" Type="http://schemas.openxmlformats.org/officeDocument/2006/relationships/image" Target="../media/image954.png"/><Relationship Id="rId101" Type="http://schemas.openxmlformats.org/officeDocument/2006/relationships/image" Target="../media/image955.png"/><Relationship Id="rId122" Type="http://schemas.openxmlformats.org/officeDocument/2006/relationships/customXml" Target="../ink/ink966.xml"/><Relationship Id="rId4" Type="http://schemas.openxmlformats.org/officeDocument/2006/relationships/customXml" Target="../ink/ink907.xml"/><Relationship Id="rId9" Type="http://schemas.openxmlformats.org/officeDocument/2006/relationships/image" Target="../media/image909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81.xml"/><Relationship Id="rId21" Type="http://schemas.openxmlformats.org/officeDocument/2006/relationships/image" Target="../media/image978.png"/><Relationship Id="rId42" Type="http://schemas.openxmlformats.org/officeDocument/2006/relationships/customXml" Target="../ink/ink989.xml"/><Relationship Id="rId47" Type="http://schemas.openxmlformats.org/officeDocument/2006/relationships/image" Target="../media/image991.png"/><Relationship Id="rId63" Type="http://schemas.openxmlformats.org/officeDocument/2006/relationships/image" Target="../media/image999.png"/><Relationship Id="rId68" Type="http://schemas.openxmlformats.org/officeDocument/2006/relationships/customXml" Target="../ink/ink1002.xml"/><Relationship Id="rId2" Type="http://schemas.openxmlformats.org/officeDocument/2006/relationships/customXml" Target="../ink/ink969.xml"/><Relationship Id="rId16" Type="http://schemas.openxmlformats.org/officeDocument/2006/relationships/customXml" Target="../ink/ink976.xml"/><Relationship Id="rId29" Type="http://schemas.openxmlformats.org/officeDocument/2006/relationships/image" Target="../media/image982.png"/><Relationship Id="rId11" Type="http://schemas.openxmlformats.org/officeDocument/2006/relationships/image" Target="../media/image973.png"/><Relationship Id="rId24" Type="http://schemas.openxmlformats.org/officeDocument/2006/relationships/customXml" Target="../ink/ink980.xml"/><Relationship Id="rId32" Type="http://schemas.openxmlformats.org/officeDocument/2006/relationships/customXml" Target="../ink/ink984.xml"/><Relationship Id="rId37" Type="http://schemas.openxmlformats.org/officeDocument/2006/relationships/image" Target="../media/image986.png"/><Relationship Id="rId40" Type="http://schemas.openxmlformats.org/officeDocument/2006/relationships/customXml" Target="../ink/ink988.xml"/><Relationship Id="rId45" Type="http://schemas.openxmlformats.org/officeDocument/2006/relationships/image" Target="../media/image990.png"/><Relationship Id="rId53" Type="http://schemas.openxmlformats.org/officeDocument/2006/relationships/image" Target="../media/image994.png"/><Relationship Id="rId58" Type="http://schemas.openxmlformats.org/officeDocument/2006/relationships/customXml" Target="../ink/ink997.xml"/><Relationship Id="rId66" Type="http://schemas.openxmlformats.org/officeDocument/2006/relationships/customXml" Target="../ink/ink1001.xml"/><Relationship Id="rId74" Type="http://schemas.openxmlformats.org/officeDocument/2006/relationships/customXml" Target="../ink/ink1005.xml"/><Relationship Id="rId5" Type="http://schemas.openxmlformats.org/officeDocument/2006/relationships/image" Target="../media/image970.png"/><Relationship Id="rId61" Type="http://schemas.openxmlformats.org/officeDocument/2006/relationships/image" Target="../media/image998.png"/><Relationship Id="rId19" Type="http://schemas.openxmlformats.org/officeDocument/2006/relationships/image" Target="../media/image977.png"/><Relationship Id="rId14" Type="http://schemas.openxmlformats.org/officeDocument/2006/relationships/customXml" Target="../ink/ink975.xml"/><Relationship Id="rId22" Type="http://schemas.openxmlformats.org/officeDocument/2006/relationships/customXml" Target="../ink/ink979.xml"/><Relationship Id="rId27" Type="http://schemas.openxmlformats.org/officeDocument/2006/relationships/image" Target="../media/image981.png"/><Relationship Id="rId30" Type="http://schemas.openxmlformats.org/officeDocument/2006/relationships/customXml" Target="../ink/ink983.xml"/><Relationship Id="rId35" Type="http://schemas.openxmlformats.org/officeDocument/2006/relationships/image" Target="../media/image985.png"/><Relationship Id="rId43" Type="http://schemas.openxmlformats.org/officeDocument/2006/relationships/image" Target="../media/image989.png"/><Relationship Id="rId48" Type="http://schemas.openxmlformats.org/officeDocument/2006/relationships/customXml" Target="../ink/ink992.xml"/><Relationship Id="rId56" Type="http://schemas.openxmlformats.org/officeDocument/2006/relationships/customXml" Target="../ink/ink996.xml"/><Relationship Id="rId64" Type="http://schemas.openxmlformats.org/officeDocument/2006/relationships/customXml" Target="../ink/ink1000.xml"/><Relationship Id="rId69" Type="http://schemas.openxmlformats.org/officeDocument/2006/relationships/image" Target="../media/image1002.png"/><Relationship Id="rId8" Type="http://schemas.openxmlformats.org/officeDocument/2006/relationships/customXml" Target="../ink/ink972.xml"/><Relationship Id="rId51" Type="http://schemas.openxmlformats.org/officeDocument/2006/relationships/image" Target="../media/image993.png"/><Relationship Id="rId72" Type="http://schemas.openxmlformats.org/officeDocument/2006/relationships/customXml" Target="../ink/ink1004.xml"/><Relationship Id="rId3" Type="http://schemas.openxmlformats.org/officeDocument/2006/relationships/image" Target="../media/image969.png"/><Relationship Id="rId12" Type="http://schemas.openxmlformats.org/officeDocument/2006/relationships/customXml" Target="../ink/ink974.xml"/><Relationship Id="rId17" Type="http://schemas.openxmlformats.org/officeDocument/2006/relationships/image" Target="../media/image976.png"/><Relationship Id="rId25" Type="http://schemas.openxmlformats.org/officeDocument/2006/relationships/image" Target="../media/image980.png"/><Relationship Id="rId33" Type="http://schemas.openxmlformats.org/officeDocument/2006/relationships/image" Target="../media/image984.png"/><Relationship Id="rId38" Type="http://schemas.openxmlformats.org/officeDocument/2006/relationships/customXml" Target="../ink/ink987.xml"/><Relationship Id="rId46" Type="http://schemas.openxmlformats.org/officeDocument/2006/relationships/customXml" Target="../ink/ink991.xml"/><Relationship Id="rId59" Type="http://schemas.openxmlformats.org/officeDocument/2006/relationships/image" Target="../media/image997.png"/><Relationship Id="rId67" Type="http://schemas.openxmlformats.org/officeDocument/2006/relationships/image" Target="../media/image1001.png"/><Relationship Id="rId20" Type="http://schemas.openxmlformats.org/officeDocument/2006/relationships/customXml" Target="../ink/ink978.xml"/><Relationship Id="rId41" Type="http://schemas.openxmlformats.org/officeDocument/2006/relationships/image" Target="../media/image988.png"/><Relationship Id="rId54" Type="http://schemas.openxmlformats.org/officeDocument/2006/relationships/customXml" Target="../ink/ink995.xml"/><Relationship Id="rId62" Type="http://schemas.openxmlformats.org/officeDocument/2006/relationships/customXml" Target="../ink/ink999.xml"/><Relationship Id="rId70" Type="http://schemas.openxmlformats.org/officeDocument/2006/relationships/customXml" Target="../ink/ink1003.xml"/><Relationship Id="rId75" Type="http://schemas.openxmlformats.org/officeDocument/2006/relationships/image" Target="../media/image100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71.xml"/><Relationship Id="rId15" Type="http://schemas.openxmlformats.org/officeDocument/2006/relationships/image" Target="../media/image975.png"/><Relationship Id="rId23" Type="http://schemas.openxmlformats.org/officeDocument/2006/relationships/image" Target="../media/image979.png"/><Relationship Id="rId28" Type="http://schemas.openxmlformats.org/officeDocument/2006/relationships/customXml" Target="../ink/ink982.xml"/><Relationship Id="rId36" Type="http://schemas.openxmlformats.org/officeDocument/2006/relationships/customXml" Target="../ink/ink986.xml"/><Relationship Id="rId49" Type="http://schemas.openxmlformats.org/officeDocument/2006/relationships/image" Target="../media/image992.png"/><Relationship Id="rId57" Type="http://schemas.openxmlformats.org/officeDocument/2006/relationships/image" Target="../media/image996.png"/><Relationship Id="rId10" Type="http://schemas.openxmlformats.org/officeDocument/2006/relationships/customXml" Target="../ink/ink973.xml"/><Relationship Id="rId31" Type="http://schemas.openxmlformats.org/officeDocument/2006/relationships/image" Target="../media/image983.png"/><Relationship Id="rId44" Type="http://schemas.openxmlformats.org/officeDocument/2006/relationships/customXml" Target="../ink/ink990.xml"/><Relationship Id="rId52" Type="http://schemas.openxmlformats.org/officeDocument/2006/relationships/customXml" Target="../ink/ink994.xml"/><Relationship Id="rId60" Type="http://schemas.openxmlformats.org/officeDocument/2006/relationships/customXml" Target="../ink/ink998.xml"/><Relationship Id="rId65" Type="http://schemas.openxmlformats.org/officeDocument/2006/relationships/image" Target="../media/image1000.png"/><Relationship Id="rId73" Type="http://schemas.openxmlformats.org/officeDocument/2006/relationships/image" Target="../media/image1004.png"/><Relationship Id="rId4" Type="http://schemas.openxmlformats.org/officeDocument/2006/relationships/customXml" Target="../ink/ink970.xml"/><Relationship Id="rId9" Type="http://schemas.openxmlformats.org/officeDocument/2006/relationships/image" Target="../media/image972.png"/><Relationship Id="rId13" Type="http://schemas.openxmlformats.org/officeDocument/2006/relationships/image" Target="../media/image974.png"/><Relationship Id="rId18" Type="http://schemas.openxmlformats.org/officeDocument/2006/relationships/customXml" Target="../ink/ink977.xml"/><Relationship Id="rId39" Type="http://schemas.openxmlformats.org/officeDocument/2006/relationships/image" Target="../media/image987.png"/><Relationship Id="rId34" Type="http://schemas.openxmlformats.org/officeDocument/2006/relationships/customXml" Target="../ink/ink985.xml"/><Relationship Id="rId50" Type="http://schemas.openxmlformats.org/officeDocument/2006/relationships/customXml" Target="../ink/ink993.xml"/><Relationship Id="rId55" Type="http://schemas.openxmlformats.org/officeDocument/2006/relationships/image" Target="../media/image995.png"/><Relationship Id="rId7" Type="http://schemas.openxmlformats.org/officeDocument/2006/relationships/image" Target="../media/image971.png"/><Relationship Id="rId71" Type="http://schemas.openxmlformats.org/officeDocument/2006/relationships/image" Target="../media/image1003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63.png"/><Relationship Id="rId21" Type="http://schemas.openxmlformats.org/officeDocument/2006/relationships/image" Target="../media/image1015.png"/><Relationship Id="rId42" Type="http://schemas.openxmlformats.org/officeDocument/2006/relationships/customXml" Target="../ink/ink1026.xml"/><Relationship Id="rId63" Type="http://schemas.openxmlformats.org/officeDocument/2006/relationships/image" Target="../media/image1036.png"/><Relationship Id="rId84" Type="http://schemas.openxmlformats.org/officeDocument/2006/relationships/customXml" Target="../ink/ink1047.xml"/><Relationship Id="rId138" Type="http://schemas.openxmlformats.org/officeDocument/2006/relationships/customXml" Target="../ink/ink1074.xml"/><Relationship Id="rId16" Type="http://schemas.openxmlformats.org/officeDocument/2006/relationships/customXml" Target="../ink/ink1013.xml"/><Relationship Id="rId107" Type="http://schemas.openxmlformats.org/officeDocument/2006/relationships/image" Target="../media/image1058.png"/><Relationship Id="rId11" Type="http://schemas.openxmlformats.org/officeDocument/2006/relationships/image" Target="../media/image1010.png"/><Relationship Id="rId32" Type="http://schemas.openxmlformats.org/officeDocument/2006/relationships/customXml" Target="../ink/ink1021.xml"/><Relationship Id="rId37" Type="http://schemas.openxmlformats.org/officeDocument/2006/relationships/image" Target="../media/image1023.png"/><Relationship Id="rId53" Type="http://schemas.openxmlformats.org/officeDocument/2006/relationships/image" Target="../media/image1031.png"/><Relationship Id="rId58" Type="http://schemas.openxmlformats.org/officeDocument/2006/relationships/customXml" Target="../ink/ink1034.xml"/><Relationship Id="rId74" Type="http://schemas.openxmlformats.org/officeDocument/2006/relationships/customXml" Target="../ink/ink1042.xml"/><Relationship Id="rId79" Type="http://schemas.openxmlformats.org/officeDocument/2006/relationships/image" Target="../media/image1044.png"/><Relationship Id="rId102" Type="http://schemas.openxmlformats.org/officeDocument/2006/relationships/customXml" Target="../ink/ink1056.xml"/><Relationship Id="rId123" Type="http://schemas.openxmlformats.org/officeDocument/2006/relationships/image" Target="../media/image1066.png"/><Relationship Id="rId128" Type="http://schemas.openxmlformats.org/officeDocument/2006/relationships/customXml" Target="../ink/ink1069.xml"/><Relationship Id="rId5" Type="http://schemas.openxmlformats.org/officeDocument/2006/relationships/image" Target="../media/image1007.png"/><Relationship Id="rId90" Type="http://schemas.openxmlformats.org/officeDocument/2006/relationships/customXml" Target="../ink/ink1050.xml"/><Relationship Id="rId95" Type="http://schemas.openxmlformats.org/officeDocument/2006/relationships/image" Target="../media/image1052.png"/><Relationship Id="rId22" Type="http://schemas.openxmlformats.org/officeDocument/2006/relationships/customXml" Target="../ink/ink1016.xml"/><Relationship Id="rId27" Type="http://schemas.openxmlformats.org/officeDocument/2006/relationships/image" Target="../media/image1018.png"/><Relationship Id="rId43" Type="http://schemas.openxmlformats.org/officeDocument/2006/relationships/image" Target="../media/image1026.png"/><Relationship Id="rId48" Type="http://schemas.openxmlformats.org/officeDocument/2006/relationships/customXml" Target="../ink/ink1029.xml"/><Relationship Id="rId64" Type="http://schemas.openxmlformats.org/officeDocument/2006/relationships/customXml" Target="../ink/ink1037.xml"/><Relationship Id="rId69" Type="http://schemas.openxmlformats.org/officeDocument/2006/relationships/image" Target="../media/image1039.png"/><Relationship Id="rId113" Type="http://schemas.openxmlformats.org/officeDocument/2006/relationships/image" Target="../media/image1061.png"/><Relationship Id="rId118" Type="http://schemas.openxmlformats.org/officeDocument/2006/relationships/customXml" Target="../ink/ink1064.xml"/><Relationship Id="rId134" Type="http://schemas.openxmlformats.org/officeDocument/2006/relationships/customXml" Target="../ink/ink1072.xml"/><Relationship Id="rId139" Type="http://schemas.openxmlformats.org/officeDocument/2006/relationships/image" Target="../media/image1074.png"/><Relationship Id="rId80" Type="http://schemas.openxmlformats.org/officeDocument/2006/relationships/customXml" Target="../ink/ink1045.xml"/><Relationship Id="rId85" Type="http://schemas.openxmlformats.org/officeDocument/2006/relationships/image" Target="../media/image1047.png"/><Relationship Id="rId12" Type="http://schemas.openxmlformats.org/officeDocument/2006/relationships/customXml" Target="../ink/ink1011.xml"/><Relationship Id="rId17" Type="http://schemas.openxmlformats.org/officeDocument/2006/relationships/image" Target="../media/image1013.png"/><Relationship Id="rId33" Type="http://schemas.openxmlformats.org/officeDocument/2006/relationships/image" Target="../media/image1021.png"/><Relationship Id="rId38" Type="http://schemas.openxmlformats.org/officeDocument/2006/relationships/customXml" Target="../ink/ink1024.xml"/><Relationship Id="rId59" Type="http://schemas.openxmlformats.org/officeDocument/2006/relationships/image" Target="../media/image1034.png"/><Relationship Id="rId103" Type="http://schemas.openxmlformats.org/officeDocument/2006/relationships/image" Target="../media/image1056.png"/><Relationship Id="rId108" Type="http://schemas.openxmlformats.org/officeDocument/2006/relationships/customXml" Target="../ink/ink1059.xml"/><Relationship Id="rId124" Type="http://schemas.openxmlformats.org/officeDocument/2006/relationships/customXml" Target="../ink/ink1067.xml"/><Relationship Id="rId129" Type="http://schemas.openxmlformats.org/officeDocument/2006/relationships/image" Target="../media/image1069.png"/><Relationship Id="rId54" Type="http://schemas.openxmlformats.org/officeDocument/2006/relationships/customXml" Target="../ink/ink1032.xml"/><Relationship Id="rId70" Type="http://schemas.openxmlformats.org/officeDocument/2006/relationships/customXml" Target="../ink/ink1040.xml"/><Relationship Id="rId75" Type="http://schemas.openxmlformats.org/officeDocument/2006/relationships/image" Target="../media/image1042.png"/><Relationship Id="rId91" Type="http://schemas.openxmlformats.org/officeDocument/2006/relationships/image" Target="../media/image1050.png"/><Relationship Id="rId96" Type="http://schemas.openxmlformats.org/officeDocument/2006/relationships/customXml" Target="../ink/ink105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08.xml"/><Relationship Id="rId23" Type="http://schemas.openxmlformats.org/officeDocument/2006/relationships/image" Target="../media/image1016.png"/><Relationship Id="rId28" Type="http://schemas.openxmlformats.org/officeDocument/2006/relationships/customXml" Target="../ink/ink1019.xml"/><Relationship Id="rId49" Type="http://schemas.openxmlformats.org/officeDocument/2006/relationships/image" Target="../media/image1029.png"/><Relationship Id="rId114" Type="http://schemas.openxmlformats.org/officeDocument/2006/relationships/customXml" Target="../ink/ink1062.xml"/><Relationship Id="rId119" Type="http://schemas.openxmlformats.org/officeDocument/2006/relationships/image" Target="../media/image1064.png"/><Relationship Id="rId44" Type="http://schemas.openxmlformats.org/officeDocument/2006/relationships/customXml" Target="../ink/ink1027.xml"/><Relationship Id="rId60" Type="http://schemas.openxmlformats.org/officeDocument/2006/relationships/customXml" Target="../ink/ink1035.xml"/><Relationship Id="rId65" Type="http://schemas.openxmlformats.org/officeDocument/2006/relationships/image" Target="../media/image1037.png"/><Relationship Id="rId81" Type="http://schemas.openxmlformats.org/officeDocument/2006/relationships/image" Target="../media/image1045.png"/><Relationship Id="rId86" Type="http://schemas.openxmlformats.org/officeDocument/2006/relationships/customXml" Target="../ink/ink1048.xml"/><Relationship Id="rId130" Type="http://schemas.openxmlformats.org/officeDocument/2006/relationships/customXml" Target="../ink/ink1070.xml"/><Relationship Id="rId135" Type="http://schemas.openxmlformats.org/officeDocument/2006/relationships/image" Target="../media/image1072.png"/><Relationship Id="rId13" Type="http://schemas.openxmlformats.org/officeDocument/2006/relationships/image" Target="../media/image1011.png"/><Relationship Id="rId18" Type="http://schemas.openxmlformats.org/officeDocument/2006/relationships/customXml" Target="../ink/ink1014.xml"/><Relationship Id="rId39" Type="http://schemas.openxmlformats.org/officeDocument/2006/relationships/image" Target="../media/image1024.png"/><Relationship Id="rId109" Type="http://schemas.openxmlformats.org/officeDocument/2006/relationships/image" Target="../media/image1059.png"/><Relationship Id="rId34" Type="http://schemas.openxmlformats.org/officeDocument/2006/relationships/customXml" Target="../ink/ink1022.xml"/><Relationship Id="rId50" Type="http://schemas.openxmlformats.org/officeDocument/2006/relationships/customXml" Target="../ink/ink1030.xml"/><Relationship Id="rId55" Type="http://schemas.openxmlformats.org/officeDocument/2006/relationships/image" Target="../media/image1032.png"/><Relationship Id="rId76" Type="http://schemas.openxmlformats.org/officeDocument/2006/relationships/customXml" Target="../ink/ink1043.xml"/><Relationship Id="rId97" Type="http://schemas.openxmlformats.org/officeDocument/2006/relationships/image" Target="../media/image1053.png"/><Relationship Id="rId104" Type="http://schemas.openxmlformats.org/officeDocument/2006/relationships/customXml" Target="../ink/ink1057.xml"/><Relationship Id="rId120" Type="http://schemas.openxmlformats.org/officeDocument/2006/relationships/customXml" Target="../ink/ink1065.xml"/><Relationship Id="rId125" Type="http://schemas.openxmlformats.org/officeDocument/2006/relationships/image" Target="../media/image1067.png"/><Relationship Id="rId7" Type="http://schemas.openxmlformats.org/officeDocument/2006/relationships/image" Target="../media/image1008.png"/><Relationship Id="rId71" Type="http://schemas.openxmlformats.org/officeDocument/2006/relationships/image" Target="../media/image1040.png"/><Relationship Id="rId92" Type="http://schemas.openxmlformats.org/officeDocument/2006/relationships/customXml" Target="../ink/ink1051.xml"/><Relationship Id="rId2" Type="http://schemas.openxmlformats.org/officeDocument/2006/relationships/customXml" Target="../ink/ink1006.xml"/><Relationship Id="rId29" Type="http://schemas.openxmlformats.org/officeDocument/2006/relationships/image" Target="../media/image1019.png"/><Relationship Id="rId24" Type="http://schemas.openxmlformats.org/officeDocument/2006/relationships/customXml" Target="../ink/ink1017.xml"/><Relationship Id="rId40" Type="http://schemas.openxmlformats.org/officeDocument/2006/relationships/customXml" Target="../ink/ink1025.xml"/><Relationship Id="rId45" Type="http://schemas.openxmlformats.org/officeDocument/2006/relationships/image" Target="../media/image1027.png"/><Relationship Id="rId66" Type="http://schemas.openxmlformats.org/officeDocument/2006/relationships/customXml" Target="../ink/ink1038.xml"/><Relationship Id="rId87" Type="http://schemas.openxmlformats.org/officeDocument/2006/relationships/image" Target="../media/image1048.png"/><Relationship Id="rId110" Type="http://schemas.openxmlformats.org/officeDocument/2006/relationships/customXml" Target="../ink/ink1060.xml"/><Relationship Id="rId115" Type="http://schemas.openxmlformats.org/officeDocument/2006/relationships/image" Target="../media/image1062.png"/><Relationship Id="rId131" Type="http://schemas.openxmlformats.org/officeDocument/2006/relationships/image" Target="../media/image1070.png"/><Relationship Id="rId136" Type="http://schemas.openxmlformats.org/officeDocument/2006/relationships/customXml" Target="../ink/ink1073.xml"/><Relationship Id="rId61" Type="http://schemas.openxmlformats.org/officeDocument/2006/relationships/image" Target="../media/image1035.png"/><Relationship Id="rId82" Type="http://schemas.openxmlformats.org/officeDocument/2006/relationships/customXml" Target="../ink/ink1046.xml"/><Relationship Id="rId19" Type="http://schemas.openxmlformats.org/officeDocument/2006/relationships/image" Target="../media/image1014.png"/><Relationship Id="rId14" Type="http://schemas.openxmlformats.org/officeDocument/2006/relationships/customXml" Target="../ink/ink1012.xml"/><Relationship Id="rId30" Type="http://schemas.openxmlformats.org/officeDocument/2006/relationships/customXml" Target="../ink/ink1020.xml"/><Relationship Id="rId35" Type="http://schemas.openxmlformats.org/officeDocument/2006/relationships/image" Target="../media/image1022.png"/><Relationship Id="rId56" Type="http://schemas.openxmlformats.org/officeDocument/2006/relationships/customXml" Target="../ink/ink1033.xml"/><Relationship Id="rId77" Type="http://schemas.openxmlformats.org/officeDocument/2006/relationships/image" Target="../media/image1043.png"/><Relationship Id="rId100" Type="http://schemas.openxmlformats.org/officeDocument/2006/relationships/customXml" Target="../ink/ink1055.xml"/><Relationship Id="rId105" Type="http://schemas.openxmlformats.org/officeDocument/2006/relationships/image" Target="../media/image1057.png"/><Relationship Id="rId126" Type="http://schemas.openxmlformats.org/officeDocument/2006/relationships/customXml" Target="../ink/ink1068.xml"/><Relationship Id="rId8" Type="http://schemas.openxmlformats.org/officeDocument/2006/relationships/customXml" Target="../ink/ink1009.xml"/><Relationship Id="rId51" Type="http://schemas.openxmlformats.org/officeDocument/2006/relationships/image" Target="../media/image1030.png"/><Relationship Id="rId72" Type="http://schemas.openxmlformats.org/officeDocument/2006/relationships/customXml" Target="../ink/ink1041.xml"/><Relationship Id="rId93" Type="http://schemas.openxmlformats.org/officeDocument/2006/relationships/image" Target="../media/image1051.png"/><Relationship Id="rId98" Type="http://schemas.openxmlformats.org/officeDocument/2006/relationships/customXml" Target="../ink/ink1054.xml"/><Relationship Id="rId121" Type="http://schemas.openxmlformats.org/officeDocument/2006/relationships/image" Target="../media/image1065.png"/><Relationship Id="rId3" Type="http://schemas.openxmlformats.org/officeDocument/2006/relationships/image" Target="../media/image1006.png"/><Relationship Id="rId25" Type="http://schemas.openxmlformats.org/officeDocument/2006/relationships/image" Target="../media/image1017.png"/><Relationship Id="rId46" Type="http://schemas.openxmlformats.org/officeDocument/2006/relationships/customXml" Target="../ink/ink1028.xml"/><Relationship Id="rId67" Type="http://schemas.openxmlformats.org/officeDocument/2006/relationships/image" Target="../media/image1038.png"/><Relationship Id="rId116" Type="http://schemas.openxmlformats.org/officeDocument/2006/relationships/customXml" Target="../ink/ink1063.xml"/><Relationship Id="rId137" Type="http://schemas.openxmlformats.org/officeDocument/2006/relationships/image" Target="../media/image1073.png"/><Relationship Id="rId20" Type="http://schemas.openxmlformats.org/officeDocument/2006/relationships/customXml" Target="../ink/ink1015.xml"/><Relationship Id="rId41" Type="http://schemas.openxmlformats.org/officeDocument/2006/relationships/image" Target="../media/image1025.png"/><Relationship Id="rId62" Type="http://schemas.openxmlformats.org/officeDocument/2006/relationships/customXml" Target="../ink/ink1036.xml"/><Relationship Id="rId83" Type="http://schemas.openxmlformats.org/officeDocument/2006/relationships/image" Target="../media/image1046.png"/><Relationship Id="rId88" Type="http://schemas.openxmlformats.org/officeDocument/2006/relationships/customXml" Target="../ink/ink1049.xml"/><Relationship Id="rId111" Type="http://schemas.openxmlformats.org/officeDocument/2006/relationships/image" Target="../media/image1060.png"/><Relationship Id="rId132" Type="http://schemas.openxmlformats.org/officeDocument/2006/relationships/customXml" Target="../ink/ink1071.xml"/><Relationship Id="rId15" Type="http://schemas.openxmlformats.org/officeDocument/2006/relationships/image" Target="../media/image1012.png"/><Relationship Id="rId36" Type="http://schemas.openxmlformats.org/officeDocument/2006/relationships/customXml" Target="../ink/ink1023.xml"/><Relationship Id="rId57" Type="http://schemas.openxmlformats.org/officeDocument/2006/relationships/image" Target="../media/image1033.png"/><Relationship Id="rId106" Type="http://schemas.openxmlformats.org/officeDocument/2006/relationships/customXml" Target="../ink/ink1058.xml"/><Relationship Id="rId127" Type="http://schemas.openxmlformats.org/officeDocument/2006/relationships/image" Target="../media/image1068.png"/><Relationship Id="rId10" Type="http://schemas.openxmlformats.org/officeDocument/2006/relationships/customXml" Target="../ink/ink1010.xml"/><Relationship Id="rId31" Type="http://schemas.openxmlformats.org/officeDocument/2006/relationships/image" Target="../media/image1020.png"/><Relationship Id="rId52" Type="http://schemas.openxmlformats.org/officeDocument/2006/relationships/customXml" Target="../ink/ink1031.xml"/><Relationship Id="rId73" Type="http://schemas.openxmlformats.org/officeDocument/2006/relationships/image" Target="../media/image1041.png"/><Relationship Id="rId78" Type="http://schemas.openxmlformats.org/officeDocument/2006/relationships/customXml" Target="../ink/ink1044.xml"/><Relationship Id="rId94" Type="http://schemas.openxmlformats.org/officeDocument/2006/relationships/customXml" Target="../ink/ink1052.xml"/><Relationship Id="rId99" Type="http://schemas.openxmlformats.org/officeDocument/2006/relationships/image" Target="../media/image1054.png"/><Relationship Id="rId101" Type="http://schemas.openxmlformats.org/officeDocument/2006/relationships/image" Target="../media/image1055.png"/><Relationship Id="rId122" Type="http://schemas.openxmlformats.org/officeDocument/2006/relationships/customXml" Target="../ink/ink1066.xml"/><Relationship Id="rId4" Type="http://schemas.openxmlformats.org/officeDocument/2006/relationships/customXml" Target="../ink/ink1007.xml"/><Relationship Id="rId9" Type="http://schemas.openxmlformats.org/officeDocument/2006/relationships/image" Target="../media/image1009.png"/><Relationship Id="rId26" Type="http://schemas.openxmlformats.org/officeDocument/2006/relationships/customXml" Target="../ink/ink1018.xml"/><Relationship Id="rId47" Type="http://schemas.openxmlformats.org/officeDocument/2006/relationships/image" Target="../media/image1028.png"/><Relationship Id="rId68" Type="http://schemas.openxmlformats.org/officeDocument/2006/relationships/customXml" Target="../ink/ink1039.xml"/><Relationship Id="rId89" Type="http://schemas.openxmlformats.org/officeDocument/2006/relationships/image" Target="../media/image1049.png"/><Relationship Id="rId112" Type="http://schemas.openxmlformats.org/officeDocument/2006/relationships/customXml" Target="../ink/ink1061.xml"/><Relationship Id="rId133" Type="http://schemas.openxmlformats.org/officeDocument/2006/relationships/image" Target="../media/image10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D44D487-8B6C-79B2-D7DE-A15D0F5BD5B1}"/>
              </a:ext>
            </a:extLst>
          </p:cNvPr>
          <p:cNvGrpSpPr/>
          <p:nvPr/>
        </p:nvGrpSpPr>
        <p:grpSpPr>
          <a:xfrm>
            <a:off x="2048145" y="745575"/>
            <a:ext cx="2157120" cy="882720"/>
            <a:chOff x="2048145" y="745575"/>
            <a:chExt cx="2157120" cy="88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1801422-E85E-DD74-9D6B-6D0B3696ABA2}"/>
                    </a:ext>
                  </a:extLst>
                </p14:cNvPr>
                <p14:cNvContentPartPr/>
                <p14:nvPr/>
              </p14:nvContentPartPr>
              <p14:xfrm>
                <a:off x="2048145" y="745575"/>
                <a:ext cx="123840" cy="714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1801422-E85E-DD74-9D6B-6D0B3696ABA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43825" y="741255"/>
                  <a:ext cx="13248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4D2BD71-E91B-EB74-9746-E7C6B7E14830}"/>
                    </a:ext>
                  </a:extLst>
                </p14:cNvPr>
                <p14:cNvContentPartPr/>
                <p14:nvPr/>
              </p14:nvContentPartPr>
              <p14:xfrm>
                <a:off x="2057145" y="999735"/>
                <a:ext cx="265680" cy="246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4D2BD71-E91B-EB74-9746-E7C6B7E148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52825" y="995415"/>
                  <a:ext cx="2743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3E5FB78-2DBB-925F-2F28-F85BA04F0A06}"/>
                    </a:ext>
                  </a:extLst>
                </p14:cNvPr>
                <p14:cNvContentPartPr/>
                <p14:nvPr/>
              </p14:nvContentPartPr>
              <p14:xfrm>
                <a:off x="2360265" y="952575"/>
                <a:ext cx="320040" cy="675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3E5FB78-2DBB-925F-2F28-F85BA04F0A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55945" y="948255"/>
                  <a:ext cx="3286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154561-625F-3D14-785B-A652DADE7959}"/>
                    </a:ext>
                  </a:extLst>
                </p14:cNvPr>
                <p14:cNvContentPartPr/>
                <p14:nvPr/>
              </p14:nvContentPartPr>
              <p14:xfrm>
                <a:off x="3035265" y="892815"/>
                <a:ext cx="43560" cy="310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154561-625F-3D14-785B-A652DADE79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0945" y="888495"/>
                  <a:ext cx="52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013FA6F-BC5E-67E4-657A-5EF1C21E5AFB}"/>
                    </a:ext>
                  </a:extLst>
                </p14:cNvPr>
                <p14:cNvContentPartPr/>
                <p14:nvPr/>
              </p14:nvContentPartPr>
              <p14:xfrm>
                <a:off x="2805945" y="924495"/>
                <a:ext cx="857160" cy="235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013FA6F-BC5E-67E4-657A-5EF1C21E5A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01625" y="920175"/>
                  <a:ext cx="865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3E8B0E-27C5-8B2F-CC8B-98C2F87ECD77}"/>
                    </a:ext>
                  </a:extLst>
                </p14:cNvPr>
                <p14:cNvContentPartPr/>
                <p14:nvPr/>
              </p14:nvContentPartPr>
              <p14:xfrm>
                <a:off x="3819705" y="969135"/>
                <a:ext cx="256320" cy="176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3E8B0E-27C5-8B2F-CC8B-98C2F87ECD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15385" y="964815"/>
                  <a:ext cx="264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D4F9E6-BD2C-7650-B99F-B83D8B27AE25}"/>
                    </a:ext>
                  </a:extLst>
                </p14:cNvPr>
                <p14:cNvContentPartPr/>
                <p14:nvPr/>
              </p14:nvContentPartPr>
              <p14:xfrm>
                <a:off x="4179705" y="1080015"/>
                <a:ext cx="25560" cy="3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D4F9E6-BD2C-7650-B99F-B83D8B27AE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75385" y="1075695"/>
                  <a:ext cx="342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8E7594-7AFC-237B-3E7D-6BE0801DFD80}"/>
              </a:ext>
            </a:extLst>
          </p:cNvPr>
          <p:cNvGrpSpPr/>
          <p:nvPr/>
        </p:nvGrpSpPr>
        <p:grpSpPr>
          <a:xfrm>
            <a:off x="4622865" y="771495"/>
            <a:ext cx="1054440" cy="1030320"/>
            <a:chOff x="4622865" y="771495"/>
            <a:chExt cx="1054440" cy="10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77AC88C-00BE-ACCB-2676-96D17F93D1EA}"/>
                    </a:ext>
                  </a:extLst>
                </p14:cNvPr>
                <p14:cNvContentPartPr/>
                <p14:nvPr/>
              </p14:nvContentPartPr>
              <p14:xfrm>
                <a:off x="4622865" y="771495"/>
                <a:ext cx="206640" cy="352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77AC88C-00BE-ACCB-2676-96D17F93D1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18545" y="767175"/>
                  <a:ext cx="2152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C61F53F-E090-8C4F-F0B9-A6F26B6019A3}"/>
                    </a:ext>
                  </a:extLst>
                </p14:cNvPr>
                <p14:cNvContentPartPr/>
                <p14:nvPr/>
              </p14:nvContentPartPr>
              <p14:xfrm>
                <a:off x="4952265" y="833055"/>
                <a:ext cx="207360" cy="223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C61F53F-E090-8C4F-F0B9-A6F26B6019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47945" y="828735"/>
                  <a:ext cx="216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00940B-5787-227B-C972-B16C94B651BB}"/>
                    </a:ext>
                  </a:extLst>
                </p14:cNvPr>
                <p14:cNvContentPartPr/>
                <p14:nvPr/>
              </p14:nvContentPartPr>
              <p14:xfrm>
                <a:off x="5188065" y="788775"/>
                <a:ext cx="489240" cy="101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00940B-5787-227B-C972-B16C94B651B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83745" y="784455"/>
                  <a:ext cx="497880" cy="10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26D1524-E99A-41DF-2E37-5F7F76D00D80}"/>
              </a:ext>
            </a:extLst>
          </p:cNvPr>
          <p:cNvGrpSpPr/>
          <p:nvPr/>
        </p:nvGrpSpPr>
        <p:grpSpPr>
          <a:xfrm>
            <a:off x="6179865" y="657375"/>
            <a:ext cx="840600" cy="891000"/>
            <a:chOff x="6179865" y="657375"/>
            <a:chExt cx="840600" cy="89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2582A8-711C-4E71-0D5D-558C32EE29AC}"/>
                    </a:ext>
                  </a:extLst>
                </p14:cNvPr>
                <p14:cNvContentPartPr/>
                <p14:nvPr/>
              </p14:nvContentPartPr>
              <p14:xfrm>
                <a:off x="6179865" y="1013415"/>
                <a:ext cx="840600" cy="30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2582A8-711C-4E71-0D5D-558C32EE29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75545" y="1009095"/>
                  <a:ext cx="849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98F68D-DD5C-38BA-91C6-8CDAE293CDA9}"/>
                    </a:ext>
                  </a:extLst>
                </p14:cNvPr>
                <p14:cNvContentPartPr/>
                <p14:nvPr/>
              </p14:nvContentPartPr>
              <p14:xfrm>
                <a:off x="6598185" y="657375"/>
                <a:ext cx="420480" cy="891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98F68D-DD5C-38BA-91C6-8CDAE293CD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93865" y="653055"/>
                  <a:ext cx="429120" cy="89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B88E0B-D6CF-C14D-EBD3-F6DD63455E06}"/>
              </a:ext>
            </a:extLst>
          </p:cNvPr>
          <p:cNvGrpSpPr/>
          <p:nvPr/>
        </p:nvGrpSpPr>
        <p:grpSpPr>
          <a:xfrm>
            <a:off x="7839825" y="532455"/>
            <a:ext cx="3065760" cy="1172520"/>
            <a:chOff x="7839825" y="532455"/>
            <a:chExt cx="3065760" cy="11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A0C0A7E-5A51-E973-6219-10FCFE62D8FF}"/>
                    </a:ext>
                  </a:extLst>
                </p14:cNvPr>
                <p14:cNvContentPartPr/>
                <p14:nvPr/>
              </p14:nvContentPartPr>
              <p14:xfrm>
                <a:off x="7852425" y="798135"/>
                <a:ext cx="46080" cy="388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A0C0A7E-5A51-E973-6219-10FCFE62D8F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48105" y="793815"/>
                  <a:ext cx="547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FC626E-8205-C6ED-58BF-59A28F0B4585}"/>
                    </a:ext>
                  </a:extLst>
                </p14:cNvPr>
                <p14:cNvContentPartPr/>
                <p14:nvPr/>
              </p14:nvContentPartPr>
              <p14:xfrm>
                <a:off x="7839825" y="574935"/>
                <a:ext cx="74520" cy="54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FC626E-8205-C6ED-58BF-59A28F0B45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5505" y="570615"/>
                  <a:ext cx="83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1BD63EA-B866-7991-14BD-B8C2C7671D78}"/>
                    </a:ext>
                  </a:extLst>
                </p14:cNvPr>
                <p14:cNvContentPartPr/>
                <p14:nvPr/>
              </p14:nvContentPartPr>
              <p14:xfrm>
                <a:off x="8087865" y="743775"/>
                <a:ext cx="671400" cy="435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1BD63EA-B866-7991-14BD-B8C2C7671D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83545" y="739455"/>
                  <a:ext cx="6800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73A3E8-CAA1-77E1-4C41-B9683C867667}"/>
                    </a:ext>
                  </a:extLst>
                </p14:cNvPr>
                <p14:cNvContentPartPr/>
                <p14:nvPr/>
              </p14:nvContentPartPr>
              <p14:xfrm>
                <a:off x="8683305" y="532455"/>
                <a:ext cx="1195200" cy="600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73A3E8-CAA1-77E1-4C41-B9683C867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78985" y="528135"/>
                  <a:ext cx="120384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B1CEB1-4378-C2EE-0A1C-2CF3E87C29A6}"/>
                    </a:ext>
                  </a:extLst>
                </p14:cNvPr>
                <p14:cNvContentPartPr/>
                <p14:nvPr/>
              </p14:nvContentPartPr>
              <p14:xfrm>
                <a:off x="9920985" y="729375"/>
                <a:ext cx="14040" cy="35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B1CEB1-4378-C2EE-0A1C-2CF3E87C29A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16665" y="725055"/>
                  <a:ext cx="2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188194-736F-D207-E895-F1B2C8AB4E2C}"/>
                    </a:ext>
                  </a:extLst>
                </p14:cNvPr>
                <p14:cNvContentPartPr/>
                <p14:nvPr/>
              </p14:nvContentPartPr>
              <p14:xfrm>
                <a:off x="10115385" y="919095"/>
                <a:ext cx="434520" cy="785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188194-736F-D207-E895-F1B2C8AB4E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11065" y="914775"/>
                  <a:ext cx="44316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F9ACD0F-C3FE-F202-1549-718B6F382EB6}"/>
                    </a:ext>
                  </a:extLst>
                </p14:cNvPr>
                <p14:cNvContentPartPr/>
                <p14:nvPr/>
              </p14:nvContentPartPr>
              <p14:xfrm>
                <a:off x="10873185" y="983175"/>
                <a:ext cx="32400" cy="18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F9ACD0F-C3FE-F202-1549-718B6F382E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68865" y="978855"/>
                  <a:ext cx="410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CD741A-BB56-F85C-3246-718552399DD5}"/>
              </a:ext>
            </a:extLst>
          </p:cNvPr>
          <p:cNvGrpSpPr/>
          <p:nvPr/>
        </p:nvGrpSpPr>
        <p:grpSpPr>
          <a:xfrm>
            <a:off x="8046105" y="1648815"/>
            <a:ext cx="2396520" cy="866880"/>
            <a:chOff x="8046105" y="1648815"/>
            <a:chExt cx="2396520" cy="86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AFA2645-3550-5BFA-D237-C7DD70737B6B}"/>
                    </a:ext>
                  </a:extLst>
                </p14:cNvPr>
                <p14:cNvContentPartPr/>
                <p14:nvPr/>
              </p14:nvContentPartPr>
              <p14:xfrm>
                <a:off x="8046105" y="1701375"/>
                <a:ext cx="110880" cy="814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AFA2645-3550-5BFA-D237-C7DD70737B6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39985" y="1695255"/>
                  <a:ext cx="12312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7C5E67-EC79-15B4-1727-2C0582554BD2}"/>
                    </a:ext>
                  </a:extLst>
                </p14:cNvPr>
                <p14:cNvContentPartPr/>
                <p14:nvPr/>
              </p14:nvContentPartPr>
              <p14:xfrm>
                <a:off x="8248785" y="1814415"/>
                <a:ext cx="760320" cy="507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7C5E67-EC79-15B4-1727-2C0582554BD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42665" y="1808295"/>
                  <a:ext cx="7725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A0149B6-620F-E881-10A1-63E1B71E2E01}"/>
                    </a:ext>
                  </a:extLst>
                </p14:cNvPr>
                <p14:cNvContentPartPr/>
                <p14:nvPr/>
              </p14:nvContentPartPr>
              <p14:xfrm>
                <a:off x="9153825" y="1761855"/>
                <a:ext cx="9360" cy="37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A0149B6-620F-E881-10A1-63E1B71E2E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47705" y="1755735"/>
                  <a:ext cx="21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72B2CA-783A-1125-4C05-1C076256CD9B}"/>
                    </a:ext>
                  </a:extLst>
                </p14:cNvPr>
                <p14:cNvContentPartPr/>
                <p14:nvPr/>
              </p14:nvContentPartPr>
              <p14:xfrm>
                <a:off x="8645865" y="1949415"/>
                <a:ext cx="383040" cy="66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72B2CA-783A-1125-4C05-1C076256CD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39745" y="1943295"/>
                  <a:ext cx="395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0628790-77E0-CE50-BA45-437AEE3AEF22}"/>
                    </a:ext>
                  </a:extLst>
                </p14:cNvPr>
                <p14:cNvContentPartPr/>
                <p14:nvPr/>
              </p14:nvContentPartPr>
              <p14:xfrm>
                <a:off x="9216825" y="1648815"/>
                <a:ext cx="1225800" cy="432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0628790-77E0-CE50-BA45-437AEE3AEF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10705" y="1642695"/>
                  <a:ext cx="1238040" cy="44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A2AEE8A-FD66-D5D9-9B81-4D6C762E27DA}"/>
              </a:ext>
            </a:extLst>
          </p:cNvPr>
          <p:cNvGrpSpPr/>
          <p:nvPr/>
        </p:nvGrpSpPr>
        <p:grpSpPr>
          <a:xfrm>
            <a:off x="1359825" y="2366655"/>
            <a:ext cx="5002200" cy="1864800"/>
            <a:chOff x="1359825" y="2366655"/>
            <a:chExt cx="5002200" cy="186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036E4A-EB60-6C36-52EF-818B1543E3C0}"/>
                    </a:ext>
                  </a:extLst>
                </p14:cNvPr>
                <p14:cNvContentPartPr/>
                <p14:nvPr/>
              </p14:nvContentPartPr>
              <p14:xfrm>
                <a:off x="1359825" y="2366655"/>
                <a:ext cx="356040" cy="1864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036E4A-EB60-6C36-52EF-818B1543E3C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53705" y="2360535"/>
                  <a:ext cx="368280" cy="18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9E03E5-9066-CAF6-39B9-3DC16ED1386B}"/>
                    </a:ext>
                  </a:extLst>
                </p14:cNvPr>
                <p14:cNvContentPartPr/>
                <p14:nvPr/>
              </p14:nvContentPartPr>
              <p14:xfrm>
                <a:off x="2007465" y="2979375"/>
                <a:ext cx="297000" cy="22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9E03E5-9066-CAF6-39B9-3DC16ED138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01345" y="2973255"/>
                  <a:ext cx="309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B7DD75-F6B0-C734-91E0-B0DF6E002811}"/>
                    </a:ext>
                  </a:extLst>
                </p14:cNvPr>
                <p14:cNvContentPartPr/>
                <p14:nvPr/>
              </p14:nvContentPartPr>
              <p14:xfrm>
                <a:off x="2455305" y="2849415"/>
                <a:ext cx="306360" cy="410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B7DD75-F6B0-C734-91E0-B0DF6E0028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49185" y="2843295"/>
                  <a:ext cx="3186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B341B2-C94A-B774-3F56-397A3D855679}"/>
                    </a:ext>
                  </a:extLst>
                </p14:cNvPr>
                <p14:cNvContentPartPr/>
                <p14:nvPr/>
              </p14:nvContentPartPr>
              <p14:xfrm>
                <a:off x="3104025" y="2734935"/>
                <a:ext cx="415440" cy="432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B341B2-C94A-B774-3F56-397A3D8556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97905" y="2728815"/>
                  <a:ext cx="42768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8C8576-A220-4B78-E579-FC7CE0573DA6}"/>
                    </a:ext>
                  </a:extLst>
                </p14:cNvPr>
                <p14:cNvContentPartPr/>
                <p14:nvPr/>
              </p14:nvContentPartPr>
              <p14:xfrm>
                <a:off x="3403185" y="2895495"/>
                <a:ext cx="316080" cy="174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8C8576-A220-4B78-E579-FC7CE0573D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97065" y="2889375"/>
                  <a:ext cx="328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4FED6EC-B45A-ECD0-1290-29469A9254F2}"/>
                    </a:ext>
                  </a:extLst>
                </p14:cNvPr>
                <p14:cNvContentPartPr/>
                <p14:nvPr/>
              </p14:nvContentPartPr>
              <p14:xfrm>
                <a:off x="3811785" y="2612895"/>
                <a:ext cx="6120" cy="23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4FED6EC-B45A-ECD0-1290-29469A9254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05665" y="2606775"/>
                  <a:ext cx="18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D1526D1-6CE0-B6E3-C9AC-03614F9287C1}"/>
                    </a:ext>
                  </a:extLst>
                </p14:cNvPr>
                <p14:cNvContentPartPr/>
                <p14:nvPr/>
              </p14:nvContentPartPr>
              <p14:xfrm>
                <a:off x="3947865" y="2568615"/>
                <a:ext cx="57600" cy="111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D1526D1-6CE0-B6E3-C9AC-03614F9287C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41745" y="2562495"/>
                  <a:ext cx="69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DA1AA9-C5F7-2961-DF24-C6F105BD6E21}"/>
                    </a:ext>
                  </a:extLst>
                </p14:cNvPr>
                <p14:cNvContentPartPr/>
                <p14:nvPr/>
              </p14:nvContentPartPr>
              <p14:xfrm>
                <a:off x="4241625" y="2599575"/>
                <a:ext cx="28800" cy="30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DA1AA9-C5F7-2961-DF24-C6F105BD6E2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35505" y="2593455"/>
                  <a:ext cx="4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15506D4-D104-2564-7DF1-AE0265613CB8}"/>
                    </a:ext>
                  </a:extLst>
                </p14:cNvPr>
                <p14:cNvContentPartPr/>
                <p14:nvPr/>
              </p14:nvContentPartPr>
              <p14:xfrm>
                <a:off x="4148745" y="2669775"/>
                <a:ext cx="225720" cy="485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15506D4-D104-2564-7DF1-AE0265613C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42625" y="2663655"/>
                  <a:ext cx="2379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46E288-B9FD-B895-B504-872763A4BC7E}"/>
                    </a:ext>
                  </a:extLst>
                </p14:cNvPr>
                <p14:cNvContentPartPr/>
                <p14:nvPr/>
              </p14:nvContentPartPr>
              <p14:xfrm>
                <a:off x="4527105" y="2670135"/>
                <a:ext cx="426240" cy="536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46E288-B9FD-B895-B504-872763A4BC7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20985" y="2664015"/>
                  <a:ext cx="43848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D9E614B-732A-18AA-6E20-BA8EBC8206D5}"/>
                    </a:ext>
                  </a:extLst>
                </p14:cNvPr>
                <p14:cNvContentPartPr/>
                <p14:nvPr/>
              </p14:nvContentPartPr>
              <p14:xfrm>
                <a:off x="5185545" y="3065055"/>
                <a:ext cx="1128600" cy="48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D9E614B-732A-18AA-6E20-BA8EBC8206D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79425" y="3058935"/>
                  <a:ext cx="1140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8EF821-C71D-0838-0E6B-DFCD665CF4CD}"/>
                    </a:ext>
                  </a:extLst>
                </p14:cNvPr>
                <p14:cNvContentPartPr/>
                <p14:nvPr/>
              </p14:nvContentPartPr>
              <p14:xfrm>
                <a:off x="5549145" y="2601375"/>
                <a:ext cx="812880" cy="1071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8EF821-C71D-0838-0E6B-DFCD665CF4C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43025" y="2595255"/>
                  <a:ext cx="825120" cy="10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10224FA-FDDD-4F8E-BE83-38FE20D17FCC}"/>
              </a:ext>
            </a:extLst>
          </p:cNvPr>
          <p:cNvGrpSpPr/>
          <p:nvPr/>
        </p:nvGrpSpPr>
        <p:grpSpPr>
          <a:xfrm>
            <a:off x="7087425" y="2616855"/>
            <a:ext cx="2421360" cy="661680"/>
            <a:chOff x="7087425" y="2616855"/>
            <a:chExt cx="2421360" cy="66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F1CECF-AABA-FAFD-A08B-62165EAA0CF2}"/>
                    </a:ext>
                  </a:extLst>
                </p14:cNvPr>
                <p14:cNvContentPartPr/>
                <p14:nvPr/>
              </p14:nvContentPartPr>
              <p14:xfrm>
                <a:off x="7087425" y="3090255"/>
                <a:ext cx="54000" cy="47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F1CECF-AABA-FAFD-A08B-62165EAA0CF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81305" y="3084135"/>
                  <a:ext cx="66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D5A8E0-289F-9A7E-265E-AFF4A4117A00}"/>
                    </a:ext>
                  </a:extLst>
                </p14:cNvPr>
                <p14:cNvContentPartPr/>
                <p14:nvPr/>
              </p14:nvContentPartPr>
              <p14:xfrm>
                <a:off x="7203705" y="2746455"/>
                <a:ext cx="694800" cy="53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D5A8E0-289F-9A7E-265E-AFF4A4117A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97585" y="2740335"/>
                  <a:ext cx="70704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B3ED29-5409-614A-7206-BD7DF635D8A4}"/>
                    </a:ext>
                  </a:extLst>
                </p14:cNvPr>
                <p14:cNvContentPartPr/>
                <p14:nvPr/>
              </p14:nvContentPartPr>
              <p14:xfrm>
                <a:off x="7883025" y="2967855"/>
                <a:ext cx="180720" cy="21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B3ED29-5409-614A-7206-BD7DF635D8A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76905" y="2961735"/>
                  <a:ext cx="192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7972D3-876D-8C70-DFDF-B0F6E1E27A7A}"/>
                    </a:ext>
                  </a:extLst>
                </p14:cNvPr>
                <p14:cNvContentPartPr/>
                <p14:nvPr/>
              </p14:nvContentPartPr>
              <p14:xfrm>
                <a:off x="8306385" y="2757255"/>
                <a:ext cx="132480" cy="306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7972D3-876D-8C70-DFDF-B0F6E1E27A7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00265" y="2751135"/>
                  <a:ext cx="1447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30DCF8F-9585-76F2-B25E-B94FDEDD67F0}"/>
                    </a:ext>
                  </a:extLst>
                </p14:cNvPr>
                <p14:cNvContentPartPr/>
                <p14:nvPr/>
              </p14:nvContentPartPr>
              <p14:xfrm>
                <a:off x="8291265" y="2616855"/>
                <a:ext cx="907560" cy="55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30DCF8F-9585-76F2-B25E-B94FDEDD67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85145" y="2610735"/>
                  <a:ext cx="9198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E2C1706-A995-B58A-0764-06145CC58C05}"/>
                    </a:ext>
                  </a:extLst>
                </p14:cNvPr>
                <p14:cNvContentPartPr/>
                <p14:nvPr/>
              </p14:nvContentPartPr>
              <p14:xfrm>
                <a:off x="9317625" y="2889735"/>
                <a:ext cx="191160" cy="85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E2C1706-A995-B58A-0764-06145CC58C0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11505" y="2883615"/>
                  <a:ext cx="20340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77A7E3-86F0-5DA0-7997-67AFF1CF1B68}"/>
              </a:ext>
            </a:extLst>
          </p:cNvPr>
          <p:cNvGrpSpPr/>
          <p:nvPr/>
        </p:nvGrpSpPr>
        <p:grpSpPr>
          <a:xfrm>
            <a:off x="6302985" y="3755175"/>
            <a:ext cx="4418640" cy="600840"/>
            <a:chOff x="6302985" y="3755175"/>
            <a:chExt cx="441864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B789441-59B6-C934-C682-6584A78A209E}"/>
                    </a:ext>
                  </a:extLst>
                </p14:cNvPr>
                <p14:cNvContentPartPr/>
                <p14:nvPr/>
              </p14:nvContentPartPr>
              <p14:xfrm>
                <a:off x="7045305" y="4092135"/>
                <a:ext cx="16200" cy="12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B789441-59B6-C934-C682-6584A78A209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39185" y="4086015"/>
                  <a:ext cx="2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FDFFD1A-2C75-126C-AEBC-F1EFD781F96E}"/>
                    </a:ext>
                  </a:extLst>
                </p14:cNvPr>
                <p14:cNvContentPartPr/>
                <p14:nvPr/>
              </p14:nvContentPartPr>
              <p14:xfrm>
                <a:off x="6302985" y="3755175"/>
                <a:ext cx="691920" cy="528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FDFFD1A-2C75-126C-AEBC-F1EFD781F9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96865" y="3749055"/>
                  <a:ext cx="70416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8BD2A8F-743F-5529-4EBF-7188BD94B005}"/>
                    </a:ext>
                  </a:extLst>
                </p14:cNvPr>
                <p14:cNvContentPartPr/>
                <p14:nvPr/>
              </p14:nvContentPartPr>
              <p14:xfrm>
                <a:off x="7277505" y="3862455"/>
                <a:ext cx="559800" cy="493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8BD2A8F-743F-5529-4EBF-7188BD94B00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71385" y="3856335"/>
                  <a:ext cx="5720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1B9B3E-37AA-82A0-4DE2-BF4069492E19}"/>
                    </a:ext>
                  </a:extLst>
                </p14:cNvPr>
                <p14:cNvContentPartPr/>
                <p14:nvPr/>
              </p14:nvContentPartPr>
              <p14:xfrm>
                <a:off x="7671705" y="3970095"/>
                <a:ext cx="320040" cy="250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1B9B3E-37AA-82A0-4DE2-BF4069492E1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65585" y="3963975"/>
                  <a:ext cx="3322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516607-1038-80C8-43B6-81A0D6F3DB14}"/>
                    </a:ext>
                  </a:extLst>
                </p14:cNvPr>
                <p14:cNvContentPartPr/>
                <p14:nvPr/>
              </p14:nvContentPartPr>
              <p14:xfrm>
                <a:off x="8062665" y="3868935"/>
                <a:ext cx="389160" cy="300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516607-1038-80C8-43B6-81A0D6F3DB1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56545" y="3862815"/>
                  <a:ext cx="4014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EB8EA70-522F-AEDF-8A28-C79CD2A3130D}"/>
                    </a:ext>
                  </a:extLst>
                </p14:cNvPr>
                <p14:cNvContentPartPr/>
                <p14:nvPr/>
              </p14:nvContentPartPr>
              <p14:xfrm>
                <a:off x="8374425" y="3911775"/>
                <a:ext cx="703440" cy="267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EB8EA70-522F-AEDF-8A28-C79CD2A313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68305" y="3905655"/>
                  <a:ext cx="715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86F94B-FAE9-1284-FDEF-7CCC36850611}"/>
                    </a:ext>
                  </a:extLst>
                </p14:cNvPr>
                <p14:cNvContentPartPr/>
                <p14:nvPr/>
              </p14:nvContentPartPr>
              <p14:xfrm>
                <a:off x="9205665" y="3811335"/>
                <a:ext cx="107640" cy="84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86F94B-FAE9-1284-FDEF-7CCC3685061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99545" y="3805215"/>
                  <a:ext cx="119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9535FC3-EDD9-A8FF-FB36-64DF181B383B}"/>
                    </a:ext>
                  </a:extLst>
                </p14:cNvPr>
                <p14:cNvContentPartPr/>
                <p14:nvPr/>
              </p14:nvContentPartPr>
              <p14:xfrm>
                <a:off x="9427425" y="3891975"/>
                <a:ext cx="542160" cy="163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9535FC3-EDD9-A8FF-FB36-64DF181B383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1305" y="3885855"/>
                  <a:ext cx="554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61748F-C96C-259A-B122-37CEDAB71AD9}"/>
                    </a:ext>
                  </a:extLst>
                </p14:cNvPr>
                <p14:cNvContentPartPr/>
                <p14:nvPr/>
              </p14:nvContentPartPr>
              <p14:xfrm>
                <a:off x="9877785" y="3928695"/>
                <a:ext cx="270000" cy="68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F61748F-C96C-259A-B122-37CEDAB71AD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71665" y="3922575"/>
                  <a:ext cx="282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D5F6A6-78E6-F1C7-2E71-E5225A386E40}"/>
                    </a:ext>
                  </a:extLst>
                </p14:cNvPr>
                <p14:cNvContentPartPr/>
                <p14:nvPr/>
              </p14:nvContentPartPr>
              <p14:xfrm>
                <a:off x="10349385" y="3786855"/>
                <a:ext cx="372240" cy="303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D5F6A6-78E6-F1C7-2E71-E5225A386E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43265" y="3780735"/>
                  <a:ext cx="384480" cy="31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7654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EDAB0B4-6238-EE9D-33FA-DB6D80AB3368}"/>
              </a:ext>
            </a:extLst>
          </p:cNvPr>
          <p:cNvGrpSpPr/>
          <p:nvPr/>
        </p:nvGrpSpPr>
        <p:grpSpPr>
          <a:xfrm>
            <a:off x="1521465" y="865095"/>
            <a:ext cx="9812880" cy="2508480"/>
            <a:chOff x="1521465" y="865095"/>
            <a:chExt cx="9812880" cy="25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2161631-3914-28C8-276D-E0D9180A2B40}"/>
                    </a:ext>
                  </a:extLst>
                </p14:cNvPr>
                <p14:cNvContentPartPr/>
                <p14:nvPr/>
              </p14:nvContentPartPr>
              <p14:xfrm>
                <a:off x="1521465" y="1189095"/>
                <a:ext cx="496080" cy="1012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2161631-3914-28C8-276D-E0D9180A2B4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15345" y="1182975"/>
                  <a:ext cx="508320" cy="10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486AC09-F31F-9861-125D-456863837338}"/>
                    </a:ext>
                  </a:extLst>
                </p14:cNvPr>
                <p14:cNvContentPartPr/>
                <p14:nvPr/>
              </p14:nvContentPartPr>
              <p14:xfrm>
                <a:off x="1703625" y="1519575"/>
                <a:ext cx="1165320" cy="263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486AC09-F31F-9861-125D-45686383733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97505" y="1513455"/>
                  <a:ext cx="11775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8BD90D-3B97-1B9C-6640-D59942E36A34}"/>
                    </a:ext>
                  </a:extLst>
                </p14:cNvPr>
                <p14:cNvContentPartPr/>
                <p14:nvPr/>
              </p14:nvContentPartPr>
              <p14:xfrm>
                <a:off x="3101145" y="1235535"/>
                <a:ext cx="491040" cy="380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8BD90D-3B97-1B9C-6640-D59942E36A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95025" y="1229415"/>
                  <a:ext cx="5032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F0069A5-67DC-E20E-9FA7-C4F700229DD5}"/>
                    </a:ext>
                  </a:extLst>
                </p14:cNvPr>
                <p14:cNvContentPartPr/>
                <p14:nvPr/>
              </p14:nvContentPartPr>
              <p14:xfrm>
                <a:off x="3674625" y="865095"/>
                <a:ext cx="1121760" cy="700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F0069A5-67DC-E20E-9FA7-C4F700229DD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68505" y="858975"/>
                  <a:ext cx="11340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9213DF-595E-C4AD-21A3-8BDEFEA3ABEF}"/>
                    </a:ext>
                  </a:extLst>
                </p14:cNvPr>
                <p14:cNvContentPartPr/>
                <p14:nvPr/>
              </p14:nvContentPartPr>
              <p14:xfrm>
                <a:off x="4937505" y="1259295"/>
                <a:ext cx="120240" cy="96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9213DF-595E-C4AD-21A3-8BDEFEA3AB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31385" y="1253175"/>
                  <a:ext cx="1324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704B67E-F867-B392-4F33-D3B8DCDCD06C}"/>
                    </a:ext>
                  </a:extLst>
                </p14:cNvPr>
                <p14:cNvContentPartPr/>
                <p14:nvPr/>
              </p14:nvContentPartPr>
              <p14:xfrm>
                <a:off x="5183385" y="1333455"/>
                <a:ext cx="1099800" cy="66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704B67E-F867-B392-4F33-D3B8DCDCD0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77265" y="1327335"/>
                  <a:ext cx="1112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39E3C72-8D2F-E213-D38F-05A7108E82CE}"/>
                    </a:ext>
                  </a:extLst>
                </p14:cNvPr>
                <p14:cNvContentPartPr/>
                <p14:nvPr/>
              </p14:nvContentPartPr>
              <p14:xfrm>
                <a:off x="6031185" y="1162455"/>
                <a:ext cx="354960" cy="595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39E3C72-8D2F-E213-D38F-05A7108E82C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25065" y="1156335"/>
                  <a:ext cx="36720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462A1BA-850F-9A94-19C6-64221AF832D5}"/>
                    </a:ext>
                  </a:extLst>
                </p14:cNvPr>
                <p14:cNvContentPartPr/>
                <p14:nvPr/>
              </p14:nvContentPartPr>
              <p14:xfrm>
                <a:off x="6639585" y="1539735"/>
                <a:ext cx="92880" cy="5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462A1BA-850F-9A94-19C6-64221AF832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33465" y="1533615"/>
                  <a:ext cx="105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C3480C-DF26-CBAE-5148-930C189DCFBA}"/>
                    </a:ext>
                  </a:extLst>
                </p14:cNvPr>
                <p14:cNvContentPartPr/>
                <p14:nvPr/>
              </p14:nvContentPartPr>
              <p14:xfrm>
                <a:off x="7363185" y="1132575"/>
                <a:ext cx="1128960" cy="48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C3480C-DF26-CBAE-5148-930C189DCF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57065" y="1126455"/>
                  <a:ext cx="1141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0004211-FEB1-BB35-2C04-2416CB1F370F}"/>
                    </a:ext>
                  </a:extLst>
                </p14:cNvPr>
                <p14:cNvContentPartPr/>
                <p14:nvPr/>
              </p14:nvContentPartPr>
              <p14:xfrm>
                <a:off x="7999665" y="1193055"/>
                <a:ext cx="138600" cy="537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0004211-FEB1-BB35-2C04-2416CB1F37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93545" y="1186935"/>
                  <a:ext cx="1508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5552DD-D94C-E11C-3365-711D356047C0}"/>
                    </a:ext>
                  </a:extLst>
                </p14:cNvPr>
                <p14:cNvContentPartPr/>
                <p14:nvPr/>
              </p14:nvContentPartPr>
              <p14:xfrm>
                <a:off x="8297745" y="1250655"/>
                <a:ext cx="1193760" cy="616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5552DD-D94C-E11C-3365-711D356047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1625" y="1244535"/>
                  <a:ext cx="120600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BC2645F-174C-AD9D-2F98-C6DA298D603F}"/>
                    </a:ext>
                  </a:extLst>
                </p14:cNvPr>
                <p14:cNvContentPartPr/>
                <p14:nvPr/>
              </p14:nvContentPartPr>
              <p14:xfrm>
                <a:off x="5084385" y="2481495"/>
                <a:ext cx="153360" cy="631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BC2645F-174C-AD9D-2F98-C6DA298D60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78265" y="2475375"/>
                  <a:ext cx="16560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786DEFF-7FE9-87AF-C1BB-1B09FAFA7A7A}"/>
                    </a:ext>
                  </a:extLst>
                </p14:cNvPr>
                <p14:cNvContentPartPr/>
                <p14:nvPr/>
              </p14:nvContentPartPr>
              <p14:xfrm>
                <a:off x="5225145" y="2373855"/>
                <a:ext cx="533520" cy="964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786DEFF-7FE9-87AF-C1BB-1B09FAFA7A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19025" y="2367735"/>
                  <a:ext cx="545760" cy="9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0A8AB6-1FF9-AA3B-59EB-15F2E77FD969}"/>
                    </a:ext>
                  </a:extLst>
                </p14:cNvPr>
                <p14:cNvContentPartPr/>
                <p14:nvPr/>
              </p14:nvContentPartPr>
              <p14:xfrm>
                <a:off x="5937225" y="2370975"/>
                <a:ext cx="527760" cy="790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0A8AB6-1FF9-AA3B-59EB-15F2E77FD9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31105" y="2364855"/>
                  <a:ext cx="540000" cy="80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D429502-C439-C141-D5D4-90CAB80FA4EB}"/>
                    </a:ext>
                  </a:extLst>
                </p14:cNvPr>
                <p14:cNvContentPartPr/>
                <p14:nvPr/>
              </p14:nvContentPartPr>
              <p14:xfrm>
                <a:off x="6374265" y="2889375"/>
                <a:ext cx="412920" cy="344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D429502-C439-C141-D5D4-90CAB80FA4E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68145" y="2883255"/>
                  <a:ext cx="4251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3C901F-0B4E-6E72-BE68-2BA92FA973F0}"/>
                    </a:ext>
                  </a:extLst>
                </p14:cNvPr>
                <p14:cNvContentPartPr/>
                <p14:nvPr/>
              </p14:nvContentPartPr>
              <p14:xfrm>
                <a:off x="7532385" y="2509935"/>
                <a:ext cx="23040" cy="350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3C901F-0B4E-6E72-BE68-2BA92FA973F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26265" y="2503815"/>
                  <a:ext cx="352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3279F9-ACC3-4B01-FA67-9ED2D13D6857}"/>
                    </a:ext>
                  </a:extLst>
                </p14:cNvPr>
                <p14:cNvContentPartPr/>
                <p14:nvPr/>
              </p14:nvContentPartPr>
              <p14:xfrm>
                <a:off x="7300185" y="2322735"/>
                <a:ext cx="694800" cy="784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3279F9-ACC3-4B01-FA67-9ED2D13D685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94065" y="2316615"/>
                  <a:ext cx="70704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D863303-1CA8-235B-0FC6-FCA26ACC2653}"/>
                    </a:ext>
                  </a:extLst>
                </p14:cNvPr>
                <p14:cNvContentPartPr/>
                <p14:nvPr/>
              </p14:nvContentPartPr>
              <p14:xfrm>
                <a:off x="8234385" y="2445855"/>
                <a:ext cx="245880" cy="433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D863303-1CA8-235B-0FC6-FCA26ACC26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28265" y="2439735"/>
                  <a:ext cx="2581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995C59-BFCD-8E25-6B15-8156D8CC0C63}"/>
                    </a:ext>
                  </a:extLst>
                </p14:cNvPr>
                <p14:cNvContentPartPr/>
                <p14:nvPr/>
              </p14:nvContentPartPr>
              <p14:xfrm>
                <a:off x="8186145" y="2625135"/>
                <a:ext cx="566280" cy="31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995C59-BFCD-8E25-6B15-8156D8CC0C6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80025" y="2619015"/>
                  <a:ext cx="578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7801A9-570B-6E71-286C-D88DF12F940A}"/>
                    </a:ext>
                  </a:extLst>
                </p14:cNvPr>
                <p14:cNvContentPartPr/>
                <p14:nvPr/>
              </p14:nvContentPartPr>
              <p14:xfrm>
                <a:off x="8653425" y="2738175"/>
                <a:ext cx="299880" cy="228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7801A9-570B-6E71-286C-D88DF12F94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47305" y="2732055"/>
                  <a:ext cx="3121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FE85EB8-5168-9BE1-33BA-8E1A152ADA42}"/>
                    </a:ext>
                  </a:extLst>
                </p14:cNvPr>
                <p14:cNvContentPartPr/>
                <p14:nvPr/>
              </p14:nvContentPartPr>
              <p14:xfrm>
                <a:off x="9388545" y="2297535"/>
                <a:ext cx="632520" cy="822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FE85EB8-5168-9BE1-33BA-8E1A152ADA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82425" y="2291415"/>
                  <a:ext cx="64476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06BF2CE-C799-75C5-BF6D-62B8D911A470}"/>
                    </a:ext>
                  </a:extLst>
                </p14:cNvPr>
                <p14:cNvContentPartPr/>
                <p14:nvPr/>
              </p14:nvContentPartPr>
              <p14:xfrm>
                <a:off x="9593025" y="2749695"/>
                <a:ext cx="529560" cy="61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06BF2CE-C799-75C5-BF6D-62B8D911A4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586905" y="2743575"/>
                  <a:ext cx="541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47F694-4A3A-8986-B588-906A8232B560}"/>
                    </a:ext>
                  </a:extLst>
                </p14:cNvPr>
                <p14:cNvContentPartPr/>
                <p14:nvPr/>
              </p14:nvContentPartPr>
              <p14:xfrm>
                <a:off x="10351905" y="2384295"/>
                <a:ext cx="225360" cy="53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47F694-4A3A-8986-B588-906A8232B5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45785" y="2378175"/>
                  <a:ext cx="23760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CB7C940-2F9B-9949-3873-B728042D1FC9}"/>
                    </a:ext>
                  </a:extLst>
                </p14:cNvPr>
                <p14:cNvContentPartPr/>
                <p14:nvPr/>
              </p14:nvContentPartPr>
              <p14:xfrm>
                <a:off x="10572585" y="2167215"/>
                <a:ext cx="434880" cy="347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CB7C940-2F9B-9949-3873-B728042D1FC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66465" y="2161095"/>
                  <a:ext cx="447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63C4B09-B08A-4538-571B-DB130EE3D92A}"/>
                    </a:ext>
                  </a:extLst>
                </p14:cNvPr>
                <p14:cNvContentPartPr/>
                <p14:nvPr/>
              </p14:nvContentPartPr>
              <p14:xfrm>
                <a:off x="9958785" y="3008895"/>
                <a:ext cx="749160" cy="106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63C4B09-B08A-4538-571B-DB130EE3D9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52665" y="3002775"/>
                  <a:ext cx="7614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F6C3599-481E-8E2F-DE4B-1BA6FBD348C5}"/>
                    </a:ext>
                  </a:extLst>
                </p14:cNvPr>
                <p14:cNvContentPartPr/>
                <p14:nvPr/>
              </p14:nvContentPartPr>
              <p14:xfrm>
                <a:off x="8209185" y="1589775"/>
                <a:ext cx="3125160" cy="1783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F6C3599-481E-8E2F-DE4B-1BA6FBD348C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03065" y="1583655"/>
                  <a:ext cx="3137400" cy="179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BA224BA-6655-EE55-637C-5802310E34C7}"/>
              </a:ext>
            </a:extLst>
          </p:cNvPr>
          <p:cNvGrpSpPr/>
          <p:nvPr/>
        </p:nvGrpSpPr>
        <p:grpSpPr>
          <a:xfrm>
            <a:off x="1135185" y="3874335"/>
            <a:ext cx="9651240" cy="2466720"/>
            <a:chOff x="1135185" y="3874335"/>
            <a:chExt cx="9651240" cy="24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A12683-2FC9-C744-5CAA-63A60D01FD1E}"/>
                    </a:ext>
                  </a:extLst>
                </p14:cNvPr>
                <p14:cNvContentPartPr/>
                <p14:nvPr/>
              </p14:nvContentPartPr>
              <p14:xfrm>
                <a:off x="1135185" y="4194015"/>
                <a:ext cx="697320" cy="614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3A12683-2FC9-C744-5CAA-63A60D01FD1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9065" y="4187895"/>
                  <a:ext cx="70956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DA588C0-5549-5FB8-95CD-8368651DE8E7}"/>
                    </a:ext>
                  </a:extLst>
                </p14:cNvPr>
                <p14:cNvContentPartPr/>
                <p14:nvPr/>
              </p14:nvContentPartPr>
              <p14:xfrm>
                <a:off x="2052825" y="4400655"/>
                <a:ext cx="50760" cy="267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DA588C0-5549-5FB8-95CD-8368651DE8E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46705" y="4394535"/>
                  <a:ext cx="63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D04831A-1745-5A6B-4732-682A5A7D070D}"/>
                    </a:ext>
                  </a:extLst>
                </p14:cNvPr>
                <p14:cNvContentPartPr/>
                <p14:nvPr/>
              </p14:nvContentPartPr>
              <p14:xfrm>
                <a:off x="2235705" y="3979815"/>
                <a:ext cx="43920" cy="40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D04831A-1745-5A6B-4732-682A5A7D07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29585" y="3973695"/>
                  <a:ext cx="56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AC490AA-4577-4DEC-0701-90BF1380DA2B}"/>
                    </a:ext>
                  </a:extLst>
                </p14:cNvPr>
                <p14:cNvContentPartPr/>
                <p14:nvPr/>
              </p14:nvContentPartPr>
              <p14:xfrm>
                <a:off x="2223105" y="4186455"/>
                <a:ext cx="311760" cy="569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AC490AA-4577-4DEC-0701-90BF1380DA2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16985" y="4180335"/>
                  <a:ext cx="32400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689A76-97C0-A02B-9F72-0BC2A9088B38}"/>
                    </a:ext>
                  </a:extLst>
                </p14:cNvPr>
                <p14:cNvContentPartPr/>
                <p14:nvPr/>
              </p14:nvContentPartPr>
              <p14:xfrm>
                <a:off x="2759505" y="4006815"/>
                <a:ext cx="959400" cy="568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689A76-97C0-A02B-9F72-0BC2A9088B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53385" y="4000695"/>
                  <a:ext cx="97164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478B0C-5CD9-F584-F297-126CB722534A}"/>
                    </a:ext>
                  </a:extLst>
                </p14:cNvPr>
                <p14:cNvContentPartPr/>
                <p14:nvPr/>
              </p14:nvContentPartPr>
              <p14:xfrm>
                <a:off x="4029945" y="3874335"/>
                <a:ext cx="275760" cy="1008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478B0C-5CD9-F584-F297-126CB722534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23825" y="3868215"/>
                  <a:ext cx="28800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069DF7-37CD-CAB9-3DC7-17874A1A6D50}"/>
                    </a:ext>
                  </a:extLst>
                </p14:cNvPr>
                <p14:cNvContentPartPr/>
                <p14:nvPr/>
              </p14:nvContentPartPr>
              <p14:xfrm>
                <a:off x="4674345" y="4069455"/>
                <a:ext cx="263520" cy="637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069DF7-37CD-CAB9-3DC7-17874A1A6D5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68225" y="4063335"/>
                  <a:ext cx="27576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AA8218-6591-6BE6-A965-59C3D411EB41}"/>
                    </a:ext>
                  </a:extLst>
                </p14:cNvPr>
                <p14:cNvContentPartPr/>
                <p14:nvPr/>
              </p14:nvContentPartPr>
              <p14:xfrm>
                <a:off x="4568145" y="4336215"/>
                <a:ext cx="1056960" cy="212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AA8218-6591-6BE6-A965-59C3D411EB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62025" y="4330095"/>
                  <a:ext cx="1069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6B568DF-5982-9635-5B9C-6A479C7DAAB0}"/>
                    </a:ext>
                  </a:extLst>
                </p14:cNvPr>
                <p14:cNvContentPartPr/>
                <p14:nvPr/>
              </p14:nvContentPartPr>
              <p14:xfrm>
                <a:off x="5542665" y="3988815"/>
                <a:ext cx="850320" cy="734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6B568DF-5982-9635-5B9C-6A479C7DAA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36545" y="3982695"/>
                  <a:ext cx="862560" cy="74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745A07-584B-3A43-2144-E0AC46E19381}"/>
                    </a:ext>
                  </a:extLst>
                </p14:cNvPr>
                <p14:cNvContentPartPr/>
                <p14:nvPr/>
              </p14:nvContentPartPr>
              <p14:xfrm>
                <a:off x="6455625" y="4206255"/>
                <a:ext cx="104400" cy="222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745A07-584B-3A43-2144-E0AC46E193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49505" y="4200135"/>
                  <a:ext cx="116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100DD55-AEE1-E70F-318F-9BF3A0F2B3BE}"/>
                    </a:ext>
                  </a:extLst>
                </p14:cNvPr>
                <p14:cNvContentPartPr/>
                <p14:nvPr/>
              </p14:nvContentPartPr>
              <p14:xfrm>
                <a:off x="6576945" y="4273575"/>
                <a:ext cx="221040" cy="410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100DD55-AEE1-E70F-318F-9BF3A0F2B3B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70825" y="4267455"/>
                  <a:ext cx="2332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1DBBAF-36C3-BCC1-B9D0-D7601648AA19}"/>
                    </a:ext>
                  </a:extLst>
                </p14:cNvPr>
                <p14:cNvContentPartPr/>
                <p14:nvPr/>
              </p14:nvContentPartPr>
              <p14:xfrm>
                <a:off x="7939905" y="4107255"/>
                <a:ext cx="877320" cy="662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1DBBAF-36C3-BCC1-B9D0-D7601648AA1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33785" y="4101135"/>
                  <a:ext cx="88956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50F093-FEBF-83AD-2912-32765F597FD3}"/>
                    </a:ext>
                  </a:extLst>
                </p14:cNvPr>
                <p14:cNvContentPartPr/>
                <p14:nvPr/>
              </p14:nvContentPartPr>
              <p14:xfrm>
                <a:off x="8834865" y="4178535"/>
                <a:ext cx="744480" cy="510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50F093-FEBF-83AD-2912-32765F597F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28745" y="4172415"/>
                  <a:ext cx="75672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BCA9534-1FC0-4635-A73E-EC488A74D1D4}"/>
                    </a:ext>
                  </a:extLst>
                </p14:cNvPr>
                <p14:cNvContentPartPr/>
                <p14:nvPr/>
              </p14:nvContentPartPr>
              <p14:xfrm>
                <a:off x="9844305" y="4637175"/>
                <a:ext cx="57600" cy="9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BCA9534-1FC0-4635-A73E-EC488A74D1D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38185" y="4631055"/>
                  <a:ext cx="69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1DACDED-4DA3-089E-C144-B3308FDD7787}"/>
                    </a:ext>
                  </a:extLst>
                </p14:cNvPr>
                <p14:cNvContentPartPr/>
                <p14:nvPr/>
              </p14:nvContentPartPr>
              <p14:xfrm>
                <a:off x="9886065" y="4455375"/>
                <a:ext cx="759960" cy="83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1DACDED-4DA3-089E-C144-B3308FDD778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79945" y="4449255"/>
                  <a:ext cx="772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F8EC967-6B27-0FB2-53D3-8A111247FEE9}"/>
                    </a:ext>
                  </a:extLst>
                </p14:cNvPr>
                <p14:cNvContentPartPr/>
                <p14:nvPr/>
              </p14:nvContentPartPr>
              <p14:xfrm>
                <a:off x="10351905" y="4185735"/>
                <a:ext cx="434520" cy="771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F8EC967-6B27-0FB2-53D3-8A111247FE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45785" y="4179615"/>
                  <a:ext cx="44676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22F753C-18F0-0F65-7C21-633FB6855619}"/>
                    </a:ext>
                  </a:extLst>
                </p14:cNvPr>
                <p14:cNvContentPartPr/>
                <p14:nvPr/>
              </p14:nvContentPartPr>
              <p14:xfrm>
                <a:off x="4856505" y="5074575"/>
                <a:ext cx="1409760" cy="76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22F753C-18F0-0F65-7C21-633FB685561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50385" y="5068455"/>
                  <a:ext cx="1422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785797-05F4-67A5-E2EC-62A9FB79B404}"/>
                    </a:ext>
                  </a:extLst>
                </p14:cNvPr>
                <p14:cNvContentPartPr/>
                <p14:nvPr/>
              </p14:nvContentPartPr>
              <p14:xfrm>
                <a:off x="5690985" y="5029215"/>
                <a:ext cx="185400" cy="443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785797-05F4-67A5-E2EC-62A9FB79B40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84865" y="5023095"/>
                  <a:ext cx="1976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C65986-D47C-FB9F-5199-4CDF1DBA5094}"/>
                    </a:ext>
                  </a:extLst>
                </p14:cNvPr>
                <p14:cNvContentPartPr/>
                <p14:nvPr/>
              </p14:nvContentPartPr>
              <p14:xfrm>
                <a:off x="6076185" y="5211015"/>
                <a:ext cx="304920" cy="304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C65986-D47C-FB9F-5199-4CDF1DBA509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70065" y="5204895"/>
                  <a:ext cx="3171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7A2EB33-90C8-6772-E6B1-7ECBDA3A072B}"/>
                    </a:ext>
                  </a:extLst>
                </p14:cNvPr>
                <p14:cNvContentPartPr/>
                <p14:nvPr/>
              </p14:nvContentPartPr>
              <p14:xfrm>
                <a:off x="6399465" y="5383095"/>
                <a:ext cx="290880" cy="158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7A2EB33-90C8-6772-E6B1-7ECBDA3A07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93345" y="5376975"/>
                  <a:ext cx="303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F2D7536-B476-B738-5FE2-292C04E48353}"/>
                    </a:ext>
                  </a:extLst>
                </p14:cNvPr>
                <p14:cNvContentPartPr/>
                <p14:nvPr/>
              </p14:nvContentPartPr>
              <p14:xfrm>
                <a:off x="6521865" y="5268975"/>
                <a:ext cx="309960" cy="27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F2D7536-B476-B738-5FE2-292C04E4835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15745" y="5262855"/>
                  <a:ext cx="3222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D62241D-4D2C-E06F-695D-E161A07029B0}"/>
                    </a:ext>
                  </a:extLst>
                </p14:cNvPr>
                <p14:cNvContentPartPr/>
                <p14:nvPr/>
              </p14:nvContentPartPr>
              <p14:xfrm>
                <a:off x="6977985" y="5107335"/>
                <a:ext cx="11880" cy="328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62241D-4D2C-E06F-695D-E161A07029B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71865" y="5101215"/>
                  <a:ext cx="241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4955033-4F09-1D04-8D9E-BDECD7FD8867}"/>
                    </a:ext>
                  </a:extLst>
                </p14:cNvPr>
                <p14:cNvContentPartPr/>
                <p14:nvPr/>
              </p14:nvContentPartPr>
              <p14:xfrm>
                <a:off x="6823545" y="5289495"/>
                <a:ext cx="555840" cy="40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4955033-4F09-1D04-8D9E-BDECD7FD886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17425" y="5283375"/>
                  <a:ext cx="568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B29A510-CFAD-8321-FDA6-A46944818EC4}"/>
                    </a:ext>
                  </a:extLst>
                </p14:cNvPr>
                <p14:cNvContentPartPr/>
                <p14:nvPr/>
              </p14:nvContentPartPr>
              <p14:xfrm>
                <a:off x="7852065" y="5119935"/>
                <a:ext cx="207720" cy="64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B29A510-CFAD-8321-FDA6-A46944818E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45945" y="5113815"/>
                  <a:ext cx="21996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1A894BA-FDF8-ED16-B1DA-7C4638A5199F}"/>
                    </a:ext>
                  </a:extLst>
                </p14:cNvPr>
                <p14:cNvContentPartPr/>
                <p14:nvPr/>
              </p14:nvContentPartPr>
              <p14:xfrm>
                <a:off x="7969785" y="5157735"/>
                <a:ext cx="278280" cy="27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1A894BA-FDF8-ED16-B1DA-7C4638A519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63665" y="5151615"/>
                  <a:ext cx="290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2B0DB37-6687-7A68-25AC-CD9A25EB5316}"/>
                    </a:ext>
                  </a:extLst>
                </p14:cNvPr>
                <p14:cNvContentPartPr/>
                <p14:nvPr/>
              </p14:nvContentPartPr>
              <p14:xfrm>
                <a:off x="7859265" y="5173215"/>
                <a:ext cx="347760" cy="25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2B0DB37-6687-7A68-25AC-CD9A25EB531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53145" y="5167095"/>
                  <a:ext cx="360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C3F864-9B0B-0D4A-315A-3D1AB96E6EA1}"/>
                    </a:ext>
                  </a:extLst>
                </p14:cNvPr>
                <p14:cNvContentPartPr/>
                <p14:nvPr/>
              </p14:nvContentPartPr>
              <p14:xfrm>
                <a:off x="8856825" y="5408655"/>
                <a:ext cx="10800" cy="11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C3F864-9B0B-0D4A-315A-3D1AB96E6E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50705" y="5402535"/>
                  <a:ext cx="23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FEF8E22-1624-18A7-D03A-49E42F65CC08}"/>
                    </a:ext>
                  </a:extLst>
                </p14:cNvPr>
                <p14:cNvContentPartPr/>
                <p14:nvPr/>
              </p14:nvContentPartPr>
              <p14:xfrm>
                <a:off x="7789785" y="5415135"/>
                <a:ext cx="307080" cy="42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FEF8E22-1624-18A7-D03A-49E42F65CC0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83665" y="5409015"/>
                  <a:ext cx="319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0AC0F4F-B8B6-F52A-700E-6E2B5CAA0A41}"/>
                    </a:ext>
                  </a:extLst>
                </p14:cNvPr>
                <p14:cNvContentPartPr/>
                <p14:nvPr/>
              </p14:nvContentPartPr>
              <p14:xfrm>
                <a:off x="8244105" y="5087535"/>
                <a:ext cx="699840" cy="488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0AC0F4F-B8B6-F52A-700E-6E2B5CAA0A4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37985" y="5081415"/>
                  <a:ext cx="71208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43B2C9-9400-E68B-8E4D-568E696BE5E4}"/>
                    </a:ext>
                  </a:extLst>
                </p14:cNvPr>
                <p14:cNvContentPartPr/>
                <p14:nvPr/>
              </p14:nvContentPartPr>
              <p14:xfrm>
                <a:off x="9005505" y="5245215"/>
                <a:ext cx="38160" cy="90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43B2C9-9400-E68B-8E4D-568E696BE5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99385" y="5239095"/>
                  <a:ext cx="50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3A58A6B-0B19-258C-ADC1-A0EA5D786B66}"/>
                    </a:ext>
                  </a:extLst>
                </p14:cNvPr>
                <p14:cNvContentPartPr/>
                <p14:nvPr/>
              </p14:nvContentPartPr>
              <p14:xfrm>
                <a:off x="9236265" y="4891335"/>
                <a:ext cx="89640" cy="152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3A58A6B-0B19-258C-ADC1-A0EA5D786B6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30145" y="4885215"/>
                  <a:ext cx="101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AE2F8D-1D3C-F535-5EFF-5A5FACE8E6B5}"/>
                    </a:ext>
                  </a:extLst>
                </p14:cNvPr>
                <p14:cNvContentPartPr/>
                <p14:nvPr/>
              </p14:nvContentPartPr>
              <p14:xfrm>
                <a:off x="9058065" y="4922295"/>
                <a:ext cx="272520" cy="66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AE2F8D-1D3C-F535-5EFF-5A5FACE8E6B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51945" y="4916175"/>
                  <a:ext cx="28476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9E16587-F7D6-47B7-EC1A-969B97E1F062}"/>
                    </a:ext>
                  </a:extLst>
                </p14:cNvPr>
                <p14:cNvContentPartPr/>
                <p14:nvPr/>
              </p14:nvContentPartPr>
              <p14:xfrm>
                <a:off x="9168225" y="5193735"/>
                <a:ext cx="85680" cy="47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9E16587-F7D6-47B7-EC1A-969B97E1F06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62105" y="5187615"/>
                  <a:ext cx="97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6B0E12B-42A4-9622-6696-330C456C11D5}"/>
                    </a:ext>
                  </a:extLst>
                </p14:cNvPr>
                <p14:cNvContentPartPr/>
                <p14:nvPr/>
              </p14:nvContentPartPr>
              <p14:xfrm>
                <a:off x="8935665" y="5146575"/>
                <a:ext cx="568440" cy="75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6B0E12B-42A4-9622-6696-330C456C11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929545" y="5140455"/>
                  <a:ext cx="580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6AFD135-188B-7BAC-2C7C-2A01DB7A5E9F}"/>
                    </a:ext>
                  </a:extLst>
                </p14:cNvPr>
                <p14:cNvContentPartPr/>
                <p14:nvPr/>
              </p14:nvContentPartPr>
              <p14:xfrm>
                <a:off x="9501585" y="5167095"/>
                <a:ext cx="226440" cy="274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6AFD135-188B-7BAC-2C7C-2A01DB7A5E9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95465" y="5160975"/>
                  <a:ext cx="238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CE5A5F-885E-5532-E14B-769F192DE87D}"/>
                    </a:ext>
                  </a:extLst>
                </p14:cNvPr>
                <p14:cNvContentPartPr/>
                <p14:nvPr/>
              </p14:nvContentPartPr>
              <p14:xfrm>
                <a:off x="9780225" y="5117415"/>
                <a:ext cx="373320" cy="287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CE5A5F-885E-5532-E14B-769F192DE87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74105" y="5111295"/>
                  <a:ext cx="385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D83FBCE-D6D7-DA61-42E6-A67294E92040}"/>
                    </a:ext>
                  </a:extLst>
                </p14:cNvPr>
                <p14:cNvContentPartPr/>
                <p14:nvPr/>
              </p14:nvContentPartPr>
              <p14:xfrm>
                <a:off x="10258305" y="5227575"/>
                <a:ext cx="26640" cy="28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D83FBCE-D6D7-DA61-42E6-A67294E9204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52185" y="5221455"/>
                  <a:ext cx="38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E26CC34-C220-ECEE-0BEA-248B3F368889}"/>
                    </a:ext>
                  </a:extLst>
                </p14:cNvPr>
                <p14:cNvContentPartPr/>
                <p14:nvPr/>
              </p14:nvContentPartPr>
              <p14:xfrm>
                <a:off x="10208985" y="5339895"/>
                <a:ext cx="45000" cy="29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E26CC34-C220-ECEE-0BEA-248B3F36888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2865" y="5333775"/>
                  <a:ext cx="57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4B9B548-9CCD-B549-8FD8-507A39DBB9D4}"/>
                    </a:ext>
                  </a:extLst>
                </p14:cNvPr>
                <p14:cNvContentPartPr/>
                <p14:nvPr/>
              </p14:nvContentPartPr>
              <p14:xfrm>
                <a:off x="5924985" y="5523135"/>
                <a:ext cx="4542840" cy="517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4B9B548-9CCD-B549-8FD8-507A39DBB9D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18865" y="5517015"/>
                  <a:ext cx="45550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D1FAC28-7254-A706-6077-0711E09056A9}"/>
                    </a:ext>
                  </a:extLst>
                </p14:cNvPr>
                <p14:cNvContentPartPr/>
                <p14:nvPr/>
              </p14:nvContentPartPr>
              <p14:xfrm>
                <a:off x="10674465" y="5325495"/>
                <a:ext cx="6120" cy="16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D1FAC28-7254-A706-6077-0711E09056A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668345" y="5319375"/>
                  <a:ext cx="18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5E7CF9A-E7BA-9DF7-AE84-8125704C43F5}"/>
                    </a:ext>
                  </a:extLst>
                </p14:cNvPr>
                <p14:cNvContentPartPr/>
                <p14:nvPr/>
              </p14:nvContentPartPr>
              <p14:xfrm>
                <a:off x="4554105" y="4875855"/>
                <a:ext cx="279000" cy="740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5E7CF9A-E7BA-9DF7-AE84-8125704C43F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47985" y="4869735"/>
                  <a:ext cx="29124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B9670FB-9D1B-66AB-49A2-AAFBD2F363F0}"/>
                    </a:ext>
                  </a:extLst>
                </p14:cNvPr>
                <p14:cNvContentPartPr/>
                <p14:nvPr/>
              </p14:nvContentPartPr>
              <p14:xfrm>
                <a:off x="4889625" y="4838775"/>
                <a:ext cx="5814720" cy="1314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B9670FB-9D1B-66AB-49A2-AAFBD2F363F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883505" y="4832655"/>
                  <a:ext cx="5826960" cy="13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02028FC-92DE-680F-2371-11518B3B0A19}"/>
                    </a:ext>
                  </a:extLst>
                </p14:cNvPr>
                <p14:cNvContentPartPr/>
                <p14:nvPr/>
              </p14:nvContentPartPr>
              <p14:xfrm>
                <a:off x="1303665" y="5512695"/>
                <a:ext cx="645120" cy="585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02028FC-92DE-680F-2371-11518B3B0A1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97545" y="5506575"/>
                  <a:ext cx="65736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A7CF995-9703-9638-AAB8-D37F176B6A7F}"/>
                    </a:ext>
                  </a:extLst>
                </p14:cNvPr>
                <p14:cNvContentPartPr/>
                <p14:nvPr/>
              </p14:nvContentPartPr>
              <p14:xfrm>
                <a:off x="1625145" y="5414415"/>
                <a:ext cx="198000" cy="30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A7CF995-9703-9638-AAB8-D37F176B6A7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19025" y="5408295"/>
                  <a:ext cx="21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11213B8-E5B3-523B-6893-0F2DF96CE0BF}"/>
                    </a:ext>
                  </a:extLst>
                </p14:cNvPr>
                <p14:cNvContentPartPr/>
                <p14:nvPr/>
              </p14:nvContentPartPr>
              <p14:xfrm>
                <a:off x="1617225" y="5560935"/>
                <a:ext cx="66600" cy="2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11213B8-E5B3-523B-6893-0F2DF96CE0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11105" y="5554815"/>
                  <a:ext cx="78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04E0311-B102-5FD3-1245-C3F4B0F3F6EA}"/>
                    </a:ext>
                  </a:extLst>
                </p14:cNvPr>
                <p14:cNvContentPartPr/>
                <p14:nvPr/>
              </p14:nvContentPartPr>
              <p14:xfrm>
                <a:off x="1347945" y="5769015"/>
                <a:ext cx="357480" cy="119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04E0311-B102-5FD3-1245-C3F4B0F3F6E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41825" y="5762895"/>
                  <a:ext cx="369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5390C5D-3173-9A02-B835-A10FB89B88BC}"/>
                    </a:ext>
                  </a:extLst>
                </p14:cNvPr>
                <p14:cNvContentPartPr/>
                <p14:nvPr/>
              </p14:nvContentPartPr>
              <p14:xfrm>
                <a:off x="2117265" y="5579295"/>
                <a:ext cx="201960" cy="254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5390C5D-3173-9A02-B835-A10FB89B88B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11145" y="5573175"/>
                  <a:ext cx="2142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BDE866D-84EC-5357-E53B-3B79B6526F58}"/>
                    </a:ext>
                  </a:extLst>
                </p14:cNvPr>
                <p14:cNvContentPartPr/>
                <p14:nvPr/>
              </p14:nvContentPartPr>
              <p14:xfrm>
                <a:off x="2505345" y="5393535"/>
                <a:ext cx="410400" cy="379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BDE866D-84EC-5357-E53B-3B79B6526F5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99225" y="5387415"/>
                  <a:ext cx="4226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7F62D14-4E35-67B9-9E76-EAB83CCC1F48}"/>
                    </a:ext>
                  </a:extLst>
                </p14:cNvPr>
                <p14:cNvContentPartPr/>
                <p14:nvPr/>
              </p14:nvContentPartPr>
              <p14:xfrm>
                <a:off x="3039225" y="5267895"/>
                <a:ext cx="223200" cy="288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7F62D14-4E35-67B9-9E76-EAB83CCC1F4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33105" y="5261775"/>
                  <a:ext cx="235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E3CBFBF-4571-0B84-AAB8-9EFF29ED25E8}"/>
                    </a:ext>
                  </a:extLst>
                </p14:cNvPr>
                <p14:cNvContentPartPr/>
                <p14:nvPr/>
              </p14:nvContentPartPr>
              <p14:xfrm>
                <a:off x="3498585" y="5410815"/>
                <a:ext cx="21960" cy="12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E3CBFBF-4571-0B84-AAB8-9EFF29ED25E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92465" y="5404695"/>
                  <a:ext cx="34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03061BC-2D8B-2009-82F2-B4DDBA189B9E}"/>
                    </a:ext>
                  </a:extLst>
                </p14:cNvPr>
                <p14:cNvContentPartPr/>
                <p14:nvPr/>
              </p14:nvContentPartPr>
              <p14:xfrm>
                <a:off x="1568265" y="5782335"/>
                <a:ext cx="2829960" cy="558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03061BC-2D8B-2009-82F2-B4DDBA189B9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62145" y="5776215"/>
                  <a:ext cx="2842200" cy="57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DD5F586-C5CF-950B-CA7B-DEDEF14CCBF3}"/>
              </a:ext>
            </a:extLst>
          </p:cNvPr>
          <p:cNvGrpSpPr/>
          <p:nvPr/>
        </p:nvGrpSpPr>
        <p:grpSpPr>
          <a:xfrm>
            <a:off x="1222665" y="2490495"/>
            <a:ext cx="1942560" cy="646560"/>
            <a:chOff x="1222665" y="2490495"/>
            <a:chExt cx="1942560" cy="64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2C2DA93-9084-08B6-EC5C-10AC7DC82288}"/>
                    </a:ext>
                  </a:extLst>
                </p14:cNvPr>
                <p14:cNvContentPartPr/>
                <p14:nvPr/>
              </p14:nvContentPartPr>
              <p14:xfrm>
                <a:off x="1222665" y="2490495"/>
                <a:ext cx="1183680" cy="646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2C2DA93-9084-08B6-EC5C-10AC7DC8228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16545" y="2484375"/>
                  <a:ext cx="119592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7143E2E-FAAA-F249-1032-92DE826627EE}"/>
                    </a:ext>
                  </a:extLst>
                </p14:cNvPr>
                <p14:cNvContentPartPr/>
                <p14:nvPr/>
              </p14:nvContentPartPr>
              <p14:xfrm>
                <a:off x="2533785" y="2644215"/>
                <a:ext cx="325080" cy="78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7143E2E-FAAA-F249-1032-92DE826627E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27665" y="2638095"/>
                  <a:ext cx="337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3B755D1-B15A-0FE4-3B3F-260AB2CB1B00}"/>
                    </a:ext>
                  </a:extLst>
                </p14:cNvPr>
                <p14:cNvContentPartPr/>
                <p14:nvPr/>
              </p14:nvContentPartPr>
              <p14:xfrm>
                <a:off x="2967225" y="2629095"/>
                <a:ext cx="121680" cy="60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3B755D1-B15A-0FE4-3B3F-260AB2CB1B0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961105" y="2622975"/>
                  <a:ext cx="133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8F48FA8-845F-3E7A-E7DF-A5EE78D37CC5}"/>
                    </a:ext>
                  </a:extLst>
                </p14:cNvPr>
                <p14:cNvContentPartPr/>
                <p14:nvPr/>
              </p14:nvContentPartPr>
              <p14:xfrm>
                <a:off x="3147585" y="2612895"/>
                <a:ext cx="17640" cy="23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8F48FA8-845F-3E7A-E7DF-A5EE78D37CC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141465" y="2606775"/>
                  <a:ext cx="29880" cy="3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7613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80062E4D-3D9A-DDCF-CDE7-F10EC6315A1B}"/>
              </a:ext>
            </a:extLst>
          </p:cNvPr>
          <p:cNvGrpSpPr/>
          <p:nvPr/>
        </p:nvGrpSpPr>
        <p:grpSpPr>
          <a:xfrm>
            <a:off x="1109625" y="318975"/>
            <a:ext cx="10558080" cy="4758840"/>
            <a:chOff x="1109625" y="318975"/>
            <a:chExt cx="10558080" cy="47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5F4C75-C6D9-9DCC-27BB-BB35FE48085D}"/>
                    </a:ext>
                  </a:extLst>
                </p14:cNvPr>
                <p14:cNvContentPartPr/>
                <p14:nvPr/>
              </p14:nvContentPartPr>
              <p14:xfrm>
                <a:off x="10629825" y="2415255"/>
                <a:ext cx="113040" cy="430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5F4C75-C6D9-9DCC-27BB-BB35FE48085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623705" y="2409135"/>
                  <a:ext cx="1252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645A96B-723F-F10F-9BBF-BD483B95D27E}"/>
                    </a:ext>
                  </a:extLst>
                </p14:cNvPr>
                <p14:cNvContentPartPr/>
                <p14:nvPr/>
              </p14:nvContentPartPr>
              <p14:xfrm>
                <a:off x="10214745" y="2596335"/>
                <a:ext cx="599400" cy="223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645A96B-723F-F10F-9BBF-BD483B95D2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08625" y="2590215"/>
                  <a:ext cx="611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153B26-8F6F-2982-789F-D018929C3382}"/>
                    </a:ext>
                  </a:extLst>
                </p14:cNvPr>
                <p14:cNvContentPartPr/>
                <p14:nvPr/>
              </p14:nvContentPartPr>
              <p14:xfrm>
                <a:off x="10746465" y="2334255"/>
                <a:ext cx="298440" cy="587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153B26-8F6F-2982-789F-D018929C33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40345" y="2328135"/>
                  <a:ext cx="31068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C9FBD5-02F9-FED9-CECD-BB7944C32BA7}"/>
                    </a:ext>
                  </a:extLst>
                </p14:cNvPr>
                <p14:cNvContentPartPr/>
                <p14:nvPr/>
              </p14:nvContentPartPr>
              <p14:xfrm>
                <a:off x="11157585" y="2330655"/>
                <a:ext cx="510120" cy="586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C9FBD5-02F9-FED9-CECD-BB7944C32B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51105" y="2324535"/>
                  <a:ext cx="52236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DCED9B3-E7D2-85A0-CCA2-C5AC9839A588}"/>
                    </a:ext>
                  </a:extLst>
                </p14:cNvPr>
                <p14:cNvContentPartPr/>
                <p14:nvPr/>
              </p14:nvContentPartPr>
              <p14:xfrm>
                <a:off x="4259625" y="397095"/>
                <a:ext cx="70200" cy="655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DCED9B3-E7D2-85A0-CCA2-C5AC9839A5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53505" y="390975"/>
                  <a:ext cx="8244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D9CDBF5-5FB8-7C2E-DCBD-24288BF4C6E7}"/>
                    </a:ext>
                  </a:extLst>
                </p14:cNvPr>
                <p14:cNvContentPartPr/>
                <p14:nvPr/>
              </p14:nvContentPartPr>
              <p14:xfrm>
                <a:off x="4125345" y="318975"/>
                <a:ext cx="481680" cy="922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D9CDBF5-5FB8-7C2E-DCBD-24288BF4C6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19225" y="312855"/>
                  <a:ext cx="493920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BC90D0-9D34-45FC-2561-F0D40ACCE4FE}"/>
                    </a:ext>
                  </a:extLst>
                </p14:cNvPr>
                <p14:cNvContentPartPr/>
                <p14:nvPr/>
              </p14:nvContentPartPr>
              <p14:xfrm>
                <a:off x="4789545" y="591495"/>
                <a:ext cx="454680" cy="36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BC90D0-9D34-45FC-2561-F0D40ACCE4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3425" y="585375"/>
                  <a:ext cx="466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46D14BE-5CE7-6987-2423-ADB5C00BE347}"/>
                    </a:ext>
                  </a:extLst>
                </p14:cNvPr>
                <p14:cNvContentPartPr/>
                <p14:nvPr/>
              </p14:nvContentPartPr>
              <p14:xfrm>
                <a:off x="5096625" y="705615"/>
                <a:ext cx="392400" cy="204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46D14BE-5CE7-6987-2423-ADB5C00BE3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90505" y="699495"/>
                  <a:ext cx="404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FA0484-2789-BCB5-E85F-63A90B034735}"/>
                    </a:ext>
                  </a:extLst>
                </p14:cNvPr>
                <p14:cNvContentPartPr/>
                <p14:nvPr/>
              </p14:nvContentPartPr>
              <p14:xfrm>
                <a:off x="6122985" y="393495"/>
                <a:ext cx="437040" cy="843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FA0484-2789-BCB5-E85F-63A90B0347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16865" y="387375"/>
                  <a:ext cx="449280" cy="85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3FF85A3-9DBB-3705-16FA-846C738BE502}"/>
                    </a:ext>
                  </a:extLst>
                </p14:cNvPr>
                <p14:cNvContentPartPr/>
                <p14:nvPr/>
              </p14:nvContentPartPr>
              <p14:xfrm>
                <a:off x="6246465" y="740535"/>
                <a:ext cx="1111320" cy="258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3FF85A3-9DBB-3705-16FA-846C738BE5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40345" y="734415"/>
                  <a:ext cx="11235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5DD931-978B-ECB5-DC18-0CF810FDE255}"/>
                    </a:ext>
                  </a:extLst>
                </p14:cNvPr>
                <p14:cNvContentPartPr/>
                <p14:nvPr/>
              </p14:nvContentPartPr>
              <p14:xfrm>
                <a:off x="7541385" y="336975"/>
                <a:ext cx="41760" cy="519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5DD931-978B-ECB5-DC18-0CF810FDE2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35265" y="330855"/>
                  <a:ext cx="5400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44F77B-94B7-8156-2D31-E24D666C6B17}"/>
                    </a:ext>
                  </a:extLst>
                </p14:cNvPr>
                <p14:cNvContentPartPr/>
                <p14:nvPr/>
              </p14:nvContentPartPr>
              <p14:xfrm>
                <a:off x="7720665" y="672495"/>
                <a:ext cx="535680" cy="740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44F77B-94B7-8156-2D31-E24D666C6B1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14545" y="666375"/>
                  <a:ext cx="54792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36DCAD-1796-99E7-764E-7A86FB14BD8C}"/>
                    </a:ext>
                  </a:extLst>
                </p14:cNvPr>
                <p14:cNvContentPartPr/>
                <p14:nvPr/>
              </p14:nvContentPartPr>
              <p14:xfrm>
                <a:off x="8472705" y="650895"/>
                <a:ext cx="107640" cy="405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36DCAD-1796-99E7-764E-7A86FB14BD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66585" y="644775"/>
                  <a:ext cx="1198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62E8FAF-967C-A48E-FB03-D4A894BFE0B3}"/>
                    </a:ext>
                  </a:extLst>
                </p14:cNvPr>
                <p14:cNvContentPartPr/>
                <p14:nvPr/>
              </p14:nvContentPartPr>
              <p14:xfrm>
                <a:off x="8484225" y="848535"/>
                <a:ext cx="340920" cy="70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62E8FAF-967C-A48E-FB03-D4A894BFE0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78105" y="842415"/>
                  <a:ext cx="353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D72A02-F91C-42F9-87DB-5DE68FF31542}"/>
                    </a:ext>
                  </a:extLst>
                </p14:cNvPr>
                <p14:cNvContentPartPr/>
                <p14:nvPr/>
              </p14:nvContentPartPr>
              <p14:xfrm>
                <a:off x="9007665" y="896775"/>
                <a:ext cx="16200" cy="2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D72A02-F91C-42F9-87DB-5DE68FF315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01545" y="890655"/>
                  <a:ext cx="28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1BE4318-9D86-8685-288B-875069386E9B}"/>
                    </a:ext>
                  </a:extLst>
                </p14:cNvPr>
                <p14:cNvContentPartPr/>
                <p14:nvPr/>
              </p14:nvContentPartPr>
              <p14:xfrm>
                <a:off x="5724105" y="1156335"/>
                <a:ext cx="339480" cy="92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1BE4318-9D86-8685-288B-875069386E9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17985" y="1150215"/>
                  <a:ext cx="351720" cy="9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B3C8CB5-E1B9-6AF1-07E1-EBAAFD60542B}"/>
                    </a:ext>
                  </a:extLst>
                </p14:cNvPr>
                <p14:cNvContentPartPr/>
                <p14:nvPr/>
              </p14:nvContentPartPr>
              <p14:xfrm>
                <a:off x="5041545" y="1812615"/>
                <a:ext cx="791280" cy="19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B3C8CB5-E1B9-6AF1-07E1-EBAAFD60542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35425" y="1806495"/>
                  <a:ext cx="8035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EE9C269-5619-3ACD-AC46-D047C59A2AF9}"/>
                    </a:ext>
                  </a:extLst>
                </p14:cNvPr>
                <p14:cNvContentPartPr/>
                <p14:nvPr/>
              </p14:nvContentPartPr>
              <p14:xfrm>
                <a:off x="5718345" y="1931415"/>
                <a:ext cx="617760" cy="207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EE9C269-5619-3ACD-AC46-D047C59A2A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12225" y="1925295"/>
                  <a:ext cx="630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ADADB1-0E0B-E68D-B620-2292DE136C12}"/>
                    </a:ext>
                  </a:extLst>
                </p14:cNvPr>
                <p14:cNvContentPartPr/>
                <p14:nvPr/>
              </p14:nvContentPartPr>
              <p14:xfrm>
                <a:off x="1361625" y="2296815"/>
                <a:ext cx="406440" cy="785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ADADB1-0E0B-E68D-B620-2292DE136C1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55505" y="2290695"/>
                  <a:ext cx="418680" cy="79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F9B67E4-FD0D-0113-5926-13BE5EF022FB}"/>
                    </a:ext>
                  </a:extLst>
                </p14:cNvPr>
                <p14:cNvContentPartPr/>
                <p14:nvPr/>
              </p14:nvContentPartPr>
              <p14:xfrm>
                <a:off x="1543065" y="2223015"/>
                <a:ext cx="669960" cy="477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F9B67E4-FD0D-0113-5926-13BE5EF022F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36945" y="2216895"/>
                  <a:ext cx="6822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20801D9-44C4-6A2C-AE3A-0BC3A1631C3D}"/>
                    </a:ext>
                  </a:extLst>
                </p14:cNvPr>
                <p14:cNvContentPartPr/>
                <p14:nvPr/>
              </p14:nvContentPartPr>
              <p14:xfrm>
                <a:off x="2404545" y="2431815"/>
                <a:ext cx="204840" cy="179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20801D9-44C4-6A2C-AE3A-0BC3A1631C3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98425" y="2425695"/>
                  <a:ext cx="217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5B71D8-9A5B-0E48-54AE-912A45F6BEBC}"/>
                    </a:ext>
                  </a:extLst>
                </p14:cNvPr>
                <p14:cNvContentPartPr/>
                <p14:nvPr/>
              </p14:nvContentPartPr>
              <p14:xfrm>
                <a:off x="2832225" y="2451615"/>
                <a:ext cx="296280" cy="86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5B71D8-9A5B-0E48-54AE-912A45F6BE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26105" y="2445495"/>
                  <a:ext cx="308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205CC5-6F04-E1A5-AF98-2CC5D5CF18CA}"/>
                    </a:ext>
                  </a:extLst>
                </p14:cNvPr>
                <p14:cNvContentPartPr/>
                <p14:nvPr/>
              </p14:nvContentPartPr>
              <p14:xfrm>
                <a:off x="2641065" y="2414895"/>
                <a:ext cx="335520" cy="269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205CC5-6F04-E1A5-AF98-2CC5D5CF18C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34945" y="2408775"/>
                  <a:ext cx="3477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E5D3CCF-BF22-FA54-6704-AC42B415A25C}"/>
                    </a:ext>
                  </a:extLst>
                </p14:cNvPr>
                <p14:cNvContentPartPr/>
                <p14:nvPr/>
              </p14:nvContentPartPr>
              <p14:xfrm>
                <a:off x="3155865" y="2431455"/>
                <a:ext cx="332640" cy="427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E5D3CCF-BF22-FA54-6704-AC42B415A2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49745" y="2425335"/>
                  <a:ext cx="3448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912073-1FE3-CED5-4E33-1F204F6F27BF}"/>
                    </a:ext>
                  </a:extLst>
                </p14:cNvPr>
                <p14:cNvContentPartPr/>
                <p14:nvPr/>
              </p14:nvContentPartPr>
              <p14:xfrm>
                <a:off x="3694425" y="2283495"/>
                <a:ext cx="186120" cy="549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912073-1FE3-CED5-4E33-1F204F6F27B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88305" y="2277375"/>
                  <a:ext cx="1983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95409A-E08F-76A2-CD4A-098C5777372E}"/>
                    </a:ext>
                  </a:extLst>
                </p14:cNvPr>
                <p14:cNvContentPartPr/>
                <p14:nvPr/>
              </p14:nvContentPartPr>
              <p14:xfrm>
                <a:off x="4000425" y="2489775"/>
                <a:ext cx="320400" cy="33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95409A-E08F-76A2-CD4A-098C577737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4305" y="2483655"/>
                  <a:ext cx="3326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327BFF-B10C-D60B-FD06-590DAFC3EA03}"/>
                    </a:ext>
                  </a:extLst>
                </p14:cNvPr>
                <p14:cNvContentPartPr/>
                <p14:nvPr/>
              </p14:nvContentPartPr>
              <p14:xfrm>
                <a:off x="4562025" y="2439015"/>
                <a:ext cx="251280" cy="43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327BFF-B10C-D60B-FD06-590DAFC3EA0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55905" y="2432895"/>
                  <a:ext cx="2635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99D802-5EED-789C-FEEB-877145AA0904}"/>
                    </a:ext>
                  </a:extLst>
                </p14:cNvPr>
                <p14:cNvContentPartPr/>
                <p14:nvPr/>
              </p14:nvContentPartPr>
              <p14:xfrm>
                <a:off x="4668225" y="2326335"/>
                <a:ext cx="106560" cy="253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99D802-5EED-789C-FEEB-877145AA090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62105" y="2320215"/>
                  <a:ext cx="1188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B4D2F18-4820-8BD9-7128-ACDD4ABD9840}"/>
                    </a:ext>
                  </a:extLst>
                </p14:cNvPr>
                <p14:cNvContentPartPr/>
                <p14:nvPr/>
              </p14:nvContentPartPr>
              <p14:xfrm>
                <a:off x="4622145" y="2640615"/>
                <a:ext cx="240480" cy="14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B4D2F18-4820-8BD9-7128-ACDD4ABD98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16025" y="2634495"/>
                  <a:ext cx="252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4144F2B-BB02-286F-44DC-017B24E63DBE}"/>
                    </a:ext>
                  </a:extLst>
                </p14:cNvPr>
                <p14:cNvContentPartPr/>
                <p14:nvPr/>
              </p14:nvContentPartPr>
              <p14:xfrm>
                <a:off x="4953705" y="2572575"/>
                <a:ext cx="131760" cy="113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144F2B-BB02-286F-44DC-017B24E63DB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47585" y="2566455"/>
                  <a:ext cx="144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39151B-9A96-4D5D-9760-846ACDBA95E3}"/>
                    </a:ext>
                  </a:extLst>
                </p14:cNvPr>
                <p14:cNvContentPartPr/>
                <p14:nvPr/>
              </p14:nvContentPartPr>
              <p14:xfrm>
                <a:off x="4902225" y="2653935"/>
                <a:ext cx="242640" cy="137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39151B-9A96-4D5D-9760-846ACDBA95E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96105" y="2647815"/>
                  <a:ext cx="254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3F6CAA-D9DB-8253-A2F8-CC60B60E9880}"/>
                    </a:ext>
                  </a:extLst>
                </p14:cNvPr>
                <p14:cNvContentPartPr/>
                <p14:nvPr/>
              </p14:nvContentPartPr>
              <p14:xfrm>
                <a:off x="5273745" y="2541615"/>
                <a:ext cx="279000" cy="199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3F6CAA-D9DB-8253-A2F8-CC60B60E98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67625" y="2535495"/>
                  <a:ext cx="291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BB012E2-5795-3B00-9D49-9433D36D6D86}"/>
                    </a:ext>
                  </a:extLst>
                </p14:cNvPr>
                <p14:cNvContentPartPr/>
                <p14:nvPr/>
              </p14:nvContentPartPr>
              <p14:xfrm>
                <a:off x="6198225" y="2640615"/>
                <a:ext cx="970920" cy="29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BB012E2-5795-3B00-9D49-9433D36D6D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92105" y="2634495"/>
                  <a:ext cx="983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1019AC-D876-53FB-CECD-2BDF0A84E0BC}"/>
                    </a:ext>
                  </a:extLst>
                </p14:cNvPr>
                <p14:cNvContentPartPr/>
                <p14:nvPr/>
              </p14:nvContentPartPr>
              <p14:xfrm>
                <a:off x="6634905" y="2501655"/>
                <a:ext cx="155880" cy="322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1019AC-D876-53FB-CECD-2BDF0A84E0B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28785" y="2495535"/>
                  <a:ext cx="1681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3C14CA-094D-570B-18BC-81A0A17E9206}"/>
                    </a:ext>
                  </a:extLst>
                </p14:cNvPr>
                <p14:cNvContentPartPr/>
                <p14:nvPr/>
              </p14:nvContentPartPr>
              <p14:xfrm>
                <a:off x="7463265" y="2525415"/>
                <a:ext cx="278280" cy="550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3C14CA-094D-570B-18BC-81A0A17E920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57145" y="2519295"/>
                  <a:ext cx="29052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2E94B49-B2A8-FD30-CE4B-16CBF24B4144}"/>
                    </a:ext>
                  </a:extLst>
                </p14:cNvPr>
                <p14:cNvContentPartPr/>
                <p14:nvPr/>
              </p14:nvContentPartPr>
              <p14:xfrm>
                <a:off x="7595025" y="2403015"/>
                <a:ext cx="429840" cy="342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2E94B49-B2A8-FD30-CE4B-16CBF24B414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88905" y="2396895"/>
                  <a:ext cx="4420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3220D15-E5E6-830A-1863-251BBD887C07}"/>
                    </a:ext>
                  </a:extLst>
                </p14:cNvPr>
                <p14:cNvContentPartPr/>
                <p14:nvPr/>
              </p14:nvContentPartPr>
              <p14:xfrm>
                <a:off x="8118825" y="2617935"/>
                <a:ext cx="647280" cy="175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3220D15-E5E6-830A-1863-251BBD887C0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12705" y="2611815"/>
                  <a:ext cx="659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B50A16-AD48-E0B8-4F54-B368C03394BA}"/>
                    </a:ext>
                  </a:extLst>
                </p14:cNvPr>
                <p14:cNvContentPartPr/>
                <p14:nvPr/>
              </p14:nvContentPartPr>
              <p14:xfrm>
                <a:off x="8782665" y="2514615"/>
                <a:ext cx="345600" cy="262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B50A16-AD48-E0B8-4F54-B368C03394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76545" y="2508495"/>
                  <a:ext cx="357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CF7CFA3-5782-15F0-9D08-9A39C6B9D11B}"/>
                    </a:ext>
                  </a:extLst>
                </p14:cNvPr>
                <p14:cNvContentPartPr/>
                <p14:nvPr/>
              </p14:nvContentPartPr>
              <p14:xfrm>
                <a:off x="9281985" y="2517135"/>
                <a:ext cx="52920" cy="15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CF7CFA3-5782-15F0-9D08-9A39C6B9D11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75865" y="2511015"/>
                  <a:ext cx="65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CE4BE2D-C6D8-22F7-722E-B0218C2295D9}"/>
                    </a:ext>
                  </a:extLst>
                </p14:cNvPr>
                <p14:cNvContentPartPr/>
                <p14:nvPr/>
              </p14:nvContentPartPr>
              <p14:xfrm>
                <a:off x="9327705" y="2452335"/>
                <a:ext cx="239400" cy="222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CE4BE2D-C6D8-22F7-722E-B0218C2295D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21585" y="2446215"/>
                  <a:ext cx="251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FEA157-19C7-0687-56D9-D65120B8DD13}"/>
                    </a:ext>
                  </a:extLst>
                </p14:cNvPr>
                <p14:cNvContentPartPr/>
                <p14:nvPr/>
              </p14:nvContentPartPr>
              <p14:xfrm>
                <a:off x="3444945" y="3642495"/>
                <a:ext cx="77040" cy="28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8FEA157-19C7-0687-56D9-D65120B8DD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38825" y="3636375"/>
                  <a:ext cx="89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1418A3-9DBD-C8BE-708D-0D40C149B519}"/>
                    </a:ext>
                  </a:extLst>
                </p14:cNvPr>
                <p14:cNvContentPartPr/>
                <p14:nvPr/>
              </p14:nvContentPartPr>
              <p14:xfrm>
                <a:off x="4362585" y="3456375"/>
                <a:ext cx="1175400" cy="4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1418A3-9DBD-C8BE-708D-0D40C149B51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56465" y="3450255"/>
                  <a:ext cx="1187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209C6C4-2A81-D704-AADD-BD10F0C9C321}"/>
                    </a:ext>
                  </a:extLst>
                </p14:cNvPr>
                <p14:cNvContentPartPr/>
                <p14:nvPr/>
              </p14:nvContentPartPr>
              <p14:xfrm>
                <a:off x="4899705" y="3297615"/>
                <a:ext cx="203760" cy="403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209C6C4-2A81-D704-AADD-BD10F0C9C3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3585" y="3291495"/>
                  <a:ext cx="21600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F721CFD-77A1-5A5D-8390-2AD66CDEE61A}"/>
                    </a:ext>
                  </a:extLst>
                </p14:cNvPr>
                <p14:cNvContentPartPr/>
                <p14:nvPr/>
              </p14:nvContentPartPr>
              <p14:xfrm>
                <a:off x="5393625" y="3199335"/>
                <a:ext cx="788040" cy="42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F721CFD-77A1-5A5D-8390-2AD66CDEE61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87505" y="3193215"/>
                  <a:ext cx="800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1E68DB2-A058-5A5A-F856-C52600D9ECF8}"/>
                    </a:ext>
                  </a:extLst>
                </p14:cNvPr>
                <p14:cNvContentPartPr/>
                <p14:nvPr/>
              </p14:nvContentPartPr>
              <p14:xfrm>
                <a:off x="5846145" y="3227055"/>
                <a:ext cx="265680" cy="372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1E68DB2-A058-5A5A-F856-C52600D9EC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40025" y="3220935"/>
                  <a:ext cx="2779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3D0C796-5742-2C00-829C-324EC31B01AE}"/>
                    </a:ext>
                  </a:extLst>
                </p14:cNvPr>
                <p14:cNvContentPartPr/>
                <p14:nvPr/>
              </p14:nvContentPartPr>
              <p14:xfrm>
                <a:off x="6129825" y="3440175"/>
                <a:ext cx="725040" cy="304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3D0C796-5742-2C00-829C-324EC31B01A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23705" y="3434055"/>
                  <a:ext cx="737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CF978F-E6D5-33F8-5C22-25357B7BC0EB}"/>
                    </a:ext>
                  </a:extLst>
                </p14:cNvPr>
                <p14:cNvContentPartPr/>
                <p14:nvPr/>
              </p14:nvContentPartPr>
              <p14:xfrm>
                <a:off x="7476585" y="3200055"/>
                <a:ext cx="114480" cy="303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CF978F-E6D5-33F8-5C22-25357B7BC0E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70465" y="3193935"/>
                  <a:ext cx="1267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858B784-2492-E231-0F6A-0001AE5D099F}"/>
                    </a:ext>
                  </a:extLst>
                </p14:cNvPr>
                <p14:cNvContentPartPr/>
                <p14:nvPr/>
              </p14:nvContentPartPr>
              <p14:xfrm>
                <a:off x="1109625" y="2038335"/>
                <a:ext cx="429120" cy="1554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858B784-2492-E231-0F6A-0001AE5D099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3505" y="2032215"/>
                  <a:ext cx="441360" cy="15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E67284B-E4A6-F8CF-59F7-9A9C9D43E5BA}"/>
                    </a:ext>
                  </a:extLst>
                </p14:cNvPr>
                <p14:cNvContentPartPr/>
                <p14:nvPr/>
              </p14:nvContentPartPr>
              <p14:xfrm>
                <a:off x="1426425" y="2085135"/>
                <a:ext cx="7993080" cy="330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E67284B-E4A6-F8CF-59F7-9A9C9D43E5B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20305" y="2079015"/>
                  <a:ext cx="80053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D7378F-8B46-0FA0-6936-ECEA784311E8}"/>
                    </a:ext>
                  </a:extLst>
                </p14:cNvPr>
                <p14:cNvContentPartPr/>
                <p14:nvPr/>
              </p14:nvContentPartPr>
              <p14:xfrm>
                <a:off x="2265225" y="3128055"/>
                <a:ext cx="695160" cy="689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D7378F-8B46-0FA0-6936-ECEA784311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59105" y="3121935"/>
                  <a:ext cx="70740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D524AF1-5A23-5315-8303-70D77686E771}"/>
                    </a:ext>
                  </a:extLst>
                </p14:cNvPr>
                <p14:cNvContentPartPr/>
                <p14:nvPr/>
              </p14:nvContentPartPr>
              <p14:xfrm>
                <a:off x="1929345" y="3298695"/>
                <a:ext cx="1554840" cy="615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D524AF1-5A23-5315-8303-70D77686E77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23225" y="3292575"/>
                  <a:ext cx="156708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E3123B3-2E54-4EAF-3EF2-E0D9AA42384B}"/>
                    </a:ext>
                  </a:extLst>
                </p14:cNvPr>
                <p14:cNvContentPartPr/>
                <p14:nvPr/>
              </p14:nvContentPartPr>
              <p14:xfrm>
                <a:off x="3223185" y="3189975"/>
                <a:ext cx="81360" cy="82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E3123B3-2E54-4EAF-3EF2-E0D9AA4238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17065" y="3183855"/>
                  <a:ext cx="93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F37D867-17AF-C61D-D601-D96E123613EC}"/>
                    </a:ext>
                  </a:extLst>
                </p14:cNvPr>
                <p14:cNvContentPartPr/>
                <p14:nvPr/>
              </p14:nvContentPartPr>
              <p14:xfrm>
                <a:off x="1137705" y="4448895"/>
                <a:ext cx="122040" cy="516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F37D867-17AF-C61D-D601-D96E123613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31585" y="4442775"/>
                  <a:ext cx="1342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A9EB1B-62B1-40C6-5FBE-AB27F6DDF23A}"/>
                    </a:ext>
                  </a:extLst>
                </p14:cNvPr>
                <p14:cNvContentPartPr/>
                <p14:nvPr/>
              </p14:nvContentPartPr>
              <p14:xfrm>
                <a:off x="1202505" y="4188255"/>
                <a:ext cx="630000" cy="756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A9EB1B-62B1-40C6-5FBE-AB27F6DDF23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96385" y="4182135"/>
                  <a:ext cx="64224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D3B242-BFDB-0EAA-A554-616FBCA9F30C}"/>
                    </a:ext>
                  </a:extLst>
                </p14:cNvPr>
                <p14:cNvContentPartPr/>
                <p14:nvPr/>
              </p14:nvContentPartPr>
              <p14:xfrm>
                <a:off x="2059665" y="4433415"/>
                <a:ext cx="783720" cy="381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D3B242-BFDB-0EAA-A554-616FBCA9F3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53545" y="4427295"/>
                  <a:ext cx="7959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E41F2C3-A454-0F9E-7CFF-08A5C6DE7023}"/>
                    </a:ext>
                  </a:extLst>
                </p14:cNvPr>
                <p14:cNvContentPartPr/>
                <p14:nvPr/>
              </p14:nvContentPartPr>
              <p14:xfrm>
                <a:off x="2968305" y="4259895"/>
                <a:ext cx="1523160" cy="509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E41F2C3-A454-0F9E-7CFF-08A5C6DE702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62185" y="4253775"/>
                  <a:ext cx="153540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797C9CD-3234-1FBE-B034-915673B063F1}"/>
                    </a:ext>
                  </a:extLst>
                </p14:cNvPr>
                <p14:cNvContentPartPr/>
                <p14:nvPr/>
              </p14:nvContentPartPr>
              <p14:xfrm>
                <a:off x="4937505" y="4592895"/>
                <a:ext cx="720360" cy="42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797C9CD-3234-1FBE-B034-915673B063F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31385" y="4586775"/>
                  <a:ext cx="732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98B54E-6250-9C73-19D1-008B1C52BC2A}"/>
                    </a:ext>
                  </a:extLst>
                </p14:cNvPr>
                <p14:cNvContentPartPr/>
                <p14:nvPr/>
              </p14:nvContentPartPr>
              <p14:xfrm>
                <a:off x="5899425" y="4363575"/>
                <a:ext cx="185040" cy="673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98B54E-6250-9C73-19D1-008B1C52BC2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93305" y="4357455"/>
                  <a:ext cx="19728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8D6322-3DC1-9B1E-AED2-2A6C4F17A913}"/>
                    </a:ext>
                  </a:extLst>
                </p14:cNvPr>
                <p14:cNvContentPartPr/>
                <p14:nvPr/>
              </p14:nvContentPartPr>
              <p14:xfrm>
                <a:off x="5802945" y="4274655"/>
                <a:ext cx="523080" cy="410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8D6322-3DC1-9B1E-AED2-2A6C4F17A9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96825" y="4268535"/>
                  <a:ext cx="5353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A5C09CD-1C50-D517-6032-F431B85AE084}"/>
                    </a:ext>
                  </a:extLst>
                </p14:cNvPr>
                <p14:cNvContentPartPr/>
                <p14:nvPr/>
              </p14:nvContentPartPr>
              <p14:xfrm>
                <a:off x="6239625" y="4516935"/>
                <a:ext cx="439200" cy="401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A5C09CD-1C50-D517-6032-F431B85AE08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33505" y="4510815"/>
                  <a:ext cx="4514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57F774F-5484-5DD8-FF94-CACDA5D2AAD3}"/>
                    </a:ext>
                  </a:extLst>
                </p14:cNvPr>
                <p14:cNvContentPartPr/>
                <p14:nvPr/>
              </p14:nvContentPartPr>
              <p14:xfrm>
                <a:off x="6715545" y="4525215"/>
                <a:ext cx="226800" cy="370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57F774F-5484-5DD8-FF94-CACDA5D2AAD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09425" y="4519095"/>
                  <a:ext cx="2390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839D06B-0817-C01F-2426-2CCAF1330A95}"/>
                    </a:ext>
                  </a:extLst>
                </p14:cNvPr>
                <p14:cNvContentPartPr/>
                <p14:nvPr/>
              </p14:nvContentPartPr>
              <p14:xfrm>
                <a:off x="7184625" y="4367895"/>
                <a:ext cx="188280" cy="489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839D06B-0817-C01F-2426-2CCAF1330A9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78505" y="4361775"/>
                  <a:ext cx="2005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C60A56D-D916-FCF3-E43A-C4F9A6B7A384}"/>
                    </a:ext>
                  </a:extLst>
                </p14:cNvPr>
                <p14:cNvContentPartPr/>
                <p14:nvPr/>
              </p14:nvContentPartPr>
              <p14:xfrm>
                <a:off x="7537785" y="4098975"/>
                <a:ext cx="121680" cy="573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C60A56D-D916-FCF3-E43A-C4F9A6B7A38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31665" y="4092855"/>
                  <a:ext cx="1339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7415A67-1360-8B51-0D3C-86FCC6CC5E92}"/>
                    </a:ext>
                  </a:extLst>
                </p14:cNvPr>
                <p14:cNvContentPartPr/>
                <p14:nvPr/>
              </p14:nvContentPartPr>
              <p14:xfrm>
                <a:off x="7832625" y="4470495"/>
                <a:ext cx="964080" cy="267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7415A67-1360-8B51-0D3C-86FCC6CC5E9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26505" y="4464375"/>
                  <a:ext cx="9763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360EC1B-6D3D-E179-68BD-0B71FF7D294B}"/>
                    </a:ext>
                  </a:extLst>
                </p14:cNvPr>
                <p14:cNvContentPartPr/>
                <p14:nvPr/>
              </p14:nvContentPartPr>
              <p14:xfrm>
                <a:off x="9108465" y="4780095"/>
                <a:ext cx="360" cy="10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360EC1B-6D3D-E179-68BD-0B71FF7D294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02345" y="4773975"/>
                  <a:ext cx="126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6CD43A-14FA-B69C-AD3A-B70253BDCE5A}"/>
                    </a:ext>
                  </a:extLst>
                </p14:cNvPr>
                <p14:cNvContentPartPr/>
                <p14:nvPr/>
              </p14:nvContentPartPr>
              <p14:xfrm>
                <a:off x="9716505" y="4518375"/>
                <a:ext cx="925200" cy="92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6CD43A-14FA-B69C-AD3A-B70253BDCE5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710385" y="4512255"/>
                  <a:ext cx="937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F5B66AD-12C2-FCA2-4DA7-FF4FA5A853C1}"/>
                    </a:ext>
                  </a:extLst>
                </p14:cNvPr>
                <p14:cNvContentPartPr/>
                <p14:nvPr/>
              </p14:nvContentPartPr>
              <p14:xfrm>
                <a:off x="10409145" y="4383015"/>
                <a:ext cx="328320" cy="694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F5B66AD-12C2-FCA2-4DA7-FF4FA5A853C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03025" y="4376895"/>
                  <a:ext cx="34056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DA8895D-FFE6-5970-67FB-39439F45AD9C}"/>
                    </a:ext>
                  </a:extLst>
                </p14:cNvPr>
                <p14:cNvContentPartPr/>
                <p14:nvPr/>
              </p14:nvContentPartPr>
              <p14:xfrm>
                <a:off x="10833225" y="5010855"/>
                <a:ext cx="95400" cy="61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DA8895D-FFE6-5970-67FB-39439F45AD9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827105" y="5004735"/>
                  <a:ext cx="10764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9C00114-3978-FC3A-6669-6CB396D9DA6A}"/>
              </a:ext>
            </a:extLst>
          </p:cNvPr>
          <p:cNvGrpSpPr/>
          <p:nvPr/>
        </p:nvGrpSpPr>
        <p:grpSpPr>
          <a:xfrm>
            <a:off x="674025" y="5286255"/>
            <a:ext cx="6307560" cy="1054080"/>
            <a:chOff x="674025" y="5286255"/>
            <a:chExt cx="6307560" cy="10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3AFAE47-4813-DEE7-CAE9-B8275314FE64}"/>
                    </a:ext>
                  </a:extLst>
                </p14:cNvPr>
                <p14:cNvContentPartPr/>
                <p14:nvPr/>
              </p14:nvContentPartPr>
              <p14:xfrm>
                <a:off x="766905" y="5505495"/>
                <a:ext cx="360" cy="3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3AFAE47-4813-DEE7-CAE9-B8275314FE6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0785" y="5499375"/>
                  <a:ext cx="126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DA784D6-F81B-80EC-EE5B-AFDCCB697A12}"/>
                    </a:ext>
                  </a:extLst>
                </p14:cNvPr>
                <p14:cNvContentPartPr/>
                <p14:nvPr/>
              </p14:nvContentPartPr>
              <p14:xfrm>
                <a:off x="735225" y="5451495"/>
                <a:ext cx="192960" cy="849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DA784D6-F81B-80EC-EE5B-AFDCCB697A1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9105" y="5445375"/>
                  <a:ext cx="205200" cy="8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E9E359-6C90-35E6-7329-891C9133544B}"/>
                    </a:ext>
                  </a:extLst>
                </p14:cNvPr>
                <p14:cNvContentPartPr/>
                <p14:nvPr/>
              </p14:nvContentPartPr>
              <p14:xfrm>
                <a:off x="965625" y="5393175"/>
                <a:ext cx="2843640" cy="62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E9E359-6C90-35E6-7329-891C9133544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9505" y="5387055"/>
                  <a:ext cx="2855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E016213-D178-D110-90A4-7F4CAE02B5B2}"/>
                    </a:ext>
                  </a:extLst>
                </p14:cNvPr>
                <p14:cNvContentPartPr/>
                <p14:nvPr/>
              </p14:nvContentPartPr>
              <p14:xfrm>
                <a:off x="674025" y="6100215"/>
                <a:ext cx="3192840" cy="234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E016213-D178-D110-90A4-7F4CAE02B5B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7905" y="6094095"/>
                  <a:ext cx="3205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96CF2AE-18EC-2E04-EE86-EE5DD3E9F974}"/>
                    </a:ext>
                  </a:extLst>
                </p14:cNvPr>
                <p14:cNvContentPartPr/>
                <p14:nvPr/>
              </p14:nvContentPartPr>
              <p14:xfrm>
                <a:off x="3422985" y="5457975"/>
                <a:ext cx="173880" cy="870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96CF2AE-18EC-2E04-EE86-EE5DD3E9F97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16865" y="5451855"/>
                  <a:ext cx="186120" cy="88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0B49AB9-6E93-19B5-381B-169D9F565515}"/>
                    </a:ext>
                  </a:extLst>
                </p14:cNvPr>
                <p14:cNvContentPartPr/>
                <p14:nvPr/>
              </p14:nvContentPartPr>
              <p14:xfrm>
                <a:off x="1096305" y="5641215"/>
                <a:ext cx="121320" cy="669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0B49AB9-6E93-19B5-381B-169D9F5655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0185" y="5635095"/>
                  <a:ext cx="13356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889F556-9672-08B5-6642-054DAF5E1232}"/>
                    </a:ext>
                  </a:extLst>
                </p14:cNvPr>
                <p14:cNvContentPartPr/>
                <p14:nvPr/>
              </p14:nvContentPartPr>
              <p14:xfrm>
                <a:off x="1198185" y="5635095"/>
                <a:ext cx="466200" cy="691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889F556-9672-08B5-6642-054DAF5E12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92065" y="5628975"/>
                  <a:ext cx="47844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833E0C-21FC-C9B7-6BCB-58C39CBCBD49}"/>
                    </a:ext>
                  </a:extLst>
                </p14:cNvPr>
                <p14:cNvContentPartPr/>
                <p14:nvPr/>
              </p14:nvContentPartPr>
              <p14:xfrm>
                <a:off x="1622985" y="5924535"/>
                <a:ext cx="234360" cy="415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833E0C-21FC-C9B7-6BCB-58C39CBCBD4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616865" y="5918415"/>
                  <a:ext cx="24660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AC35CE1-A26E-4F1F-5F99-C30782FDF077}"/>
                    </a:ext>
                  </a:extLst>
                </p14:cNvPr>
                <p14:cNvContentPartPr/>
                <p14:nvPr/>
              </p14:nvContentPartPr>
              <p14:xfrm>
                <a:off x="1883985" y="6041175"/>
                <a:ext cx="211320" cy="246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AC35CE1-A26E-4F1F-5F99-C30782FDF07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77865" y="6035055"/>
                  <a:ext cx="2235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AA35CC2-7AD1-31F5-AF4F-F6C6B2B20ECE}"/>
                    </a:ext>
                  </a:extLst>
                </p14:cNvPr>
                <p14:cNvContentPartPr/>
                <p14:nvPr/>
              </p14:nvContentPartPr>
              <p14:xfrm>
                <a:off x="3300945" y="5794575"/>
                <a:ext cx="2188080" cy="76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AA35CC2-7AD1-31F5-AF4F-F6C6B2B20EC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94825" y="5788455"/>
                  <a:ext cx="2200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6372118-BAEB-B753-C353-3F45A9DE5868}"/>
                    </a:ext>
                  </a:extLst>
                </p14:cNvPr>
                <p14:cNvContentPartPr/>
                <p14:nvPr/>
              </p14:nvContentPartPr>
              <p14:xfrm>
                <a:off x="5720505" y="5463375"/>
                <a:ext cx="384480" cy="33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6372118-BAEB-B753-C353-3F45A9DE586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714385" y="5457255"/>
                  <a:ext cx="3967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743389D-5A40-C1FB-5493-69888F656E06}"/>
                    </a:ext>
                  </a:extLst>
                </p14:cNvPr>
                <p14:cNvContentPartPr/>
                <p14:nvPr/>
              </p14:nvContentPartPr>
              <p14:xfrm>
                <a:off x="6225585" y="5286255"/>
                <a:ext cx="675720" cy="399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743389D-5A40-C1FB-5493-69888F656E0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19465" y="5280135"/>
                  <a:ext cx="6879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7792739-6EE1-E08E-42AB-36E8E3ECBCF0}"/>
                    </a:ext>
                  </a:extLst>
                </p14:cNvPr>
                <p14:cNvContentPartPr/>
                <p14:nvPr/>
              </p14:nvContentPartPr>
              <p14:xfrm>
                <a:off x="6744705" y="5559855"/>
                <a:ext cx="236880" cy="2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7792739-6EE1-E08E-42AB-36E8E3ECBCF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38585" y="5553735"/>
                  <a:ext cx="2491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A86E971-E703-CA52-DE6B-2246340F6AA0}"/>
              </a:ext>
            </a:extLst>
          </p:cNvPr>
          <p:cNvGrpSpPr/>
          <p:nvPr/>
        </p:nvGrpSpPr>
        <p:grpSpPr>
          <a:xfrm>
            <a:off x="7677465" y="5221455"/>
            <a:ext cx="389160" cy="588600"/>
            <a:chOff x="7677465" y="5221455"/>
            <a:chExt cx="389160" cy="5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0806933-43AF-68CE-EC35-1E3EF4AC9D03}"/>
                    </a:ext>
                  </a:extLst>
                </p14:cNvPr>
                <p14:cNvContentPartPr/>
                <p14:nvPr/>
              </p14:nvContentPartPr>
              <p14:xfrm>
                <a:off x="7677465" y="5477775"/>
                <a:ext cx="103320" cy="282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0806933-43AF-68CE-EC35-1E3EF4AC9D0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71345" y="5471655"/>
                  <a:ext cx="1155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7FB4FBC-54EC-0391-A62A-212F45ADDCF8}"/>
                    </a:ext>
                  </a:extLst>
                </p14:cNvPr>
                <p14:cNvContentPartPr/>
                <p14:nvPr/>
              </p14:nvContentPartPr>
              <p14:xfrm>
                <a:off x="7769985" y="5221455"/>
                <a:ext cx="296640" cy="588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7FB4FBC-54EC-0391-A62A-212F45ADDCF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63865" y="5215335"/>
                  <a:ext cx="308880" cy="60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387380F-02BB-2D22-6E81-29EDF8C0BD8C}"/>
              </a:ext>
            </a:extLst>
          </p:cNvPr>
          <p:cNvGrpSpPr/>
          <p:nvPr/>
        </p:nvGrpSpPr>
        <p:grpSpPr>
          <a:xfrm>
            <a:off x="8624985" y="5270055"/>
            <a:ext cx="1288440" cy="450000"/>
            <a:chOff x="8624985" y="5270055"/>
            <a:chExt cx="12884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DCFDDE2-898E-F926-B479-D42FC3330849}"/>
                    </a:ext>
                  </a:extLst>
                </p14:cNvPr>
                <p14:cNvContentPartPr/>
                <p14:nvPr/>
              </p14:nvContentPartPr>
              <p14:xfrm>
                <a:off x="8624985" y="5270055"/>
                <a:ext cx="854280" cy="450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DCFDDE2-898E-F926-B479-D42FC333084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18865" y="5263935"/>
                  <a:ext cx="8665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D1D6EEF-A897-1FAD-CE23-69FD2B74984C}"/>
                    </a:ext>
                  </a:extLst>
                </p14:cNvPr>
                <p14:cNvContentPartPr/>
                <p14:nvPr/>
              </p14:nvContentPartPr>
              <p14:xfrm>
                <a:off x="9615705" y="5618535"/>
                <a:ext cx="72360" cy="24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D1D6EEF-A897-1FAD-CE23-69FD2B7498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09585" y="5612415"/>
                  <a:ext cx="84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70E1386-EF2E-5FCB-9C16-D852D9493903}"/>
                    </a:ext>
                  </a:extLst>
                </p14:cNvPr>
                <p14:cNvContentPartPr/>
                <p14:nvPr/>
              </p14:nvContentPartPr>
              <p14:xfrm>
                <a:off x="9848985" y="5642295"/>
                <a:ext cx="64440" cy="48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70E1386-EF2E-5FCB-9C16-D852D949390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842865" y="5636175"/>
                  <a:ext cx="76680" cy="6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0360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8E49A18-E943-3584-E3C9-CEAE4F19FCE9}"/>
              </a:ext>
            </a:extLst>
          </p:cNvPr>
          <p:cNvGrpSpPr/>
          <p:nvPr/>
        </p:nvGrpSpPr>
        <p:grpSpPr>
          <a:xfrm>
            <a:off x="1725945" y="1222935"/>
            <a:ext cx="1625040" cy="1381680"/>
            <a:chOff x="1725945" y="1222935"/>
            <a:chExt cx="1625040" cy="13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39C3F83-B490-B1A1-15FE-9CC278A3D188}"/>
                    </a:ext>
                  </a:extLst>
                </p14:cNvPr>
                <p14:cNvContentPartPr/>
                <p14:nvPr/>
              </p14:nvContentPartPr>
              <p14:xfrm>
                <a:off x="1725945" y="1510215"/>
                <a:ext cx="532800" cy="486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39C3F83-B490-B1A1-15FE-9CC278A3D1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9825" y="1504095"/>
                  <a:ext cx="5450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80C8B1A-76FB-1F75-18A8-91606346E344}"/>
                    </a:ext>
                  </a:extLst>
                </p14:cNvPr>
                <p14:cNvContentPartPr/>
                <p14:nvPr/>
              </p14:nvContentPartPr>
              <p14:xfrm>
                <a:off x="2628825" y="1222935"/>
                <a:ext cx="722160" cy="1381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80C8B1A-76FB-1F75-18A8-91606346E3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22705" y="1216815"/>
                  <a:ext cx="734400" cy="139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FB5182F-7CDC-C54F-7254-C9C5948C1DD8}"/>
              </a:ext>
            </a:extLst>
          </p:cNvPr>
          <p:cNvGrpSpPr/>
          <p:nvPr/>
        </p:nvGrpSpPr>
        <p:grpSpPr>
          <a:xfrm>
            <a:off x="4423065" y="1119975"/>
            <a:ext cx="1253160" cy="831600"/>
            <a:chOff x="4423065" y="1119975"/>
            <a:chExt cx="1253160" cy="8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6EB321-85C1-594F-43DF-0648B151E85F}"/>
                    </a:ext>
                  </a:extLst>
                </p14:cNvPr>
                <p14:cNvContentPartPr/>
                <p14:nvPr/>
              </p14:nvContentPartPr>
              <p14:xfrm>
                <a:off x="4546545" y="1119975"/>
                <a:ext cx="63000" cy="709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6EB321-85C1-594F-43DF-0648B151E8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40425" y="1113855"/>
                  <a:ext cx="7524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36B28C-A795-9008-63CC-2746F664E135}"/>
                    </a:ext>
                  </a:extLst>
                </p14:cNvPr>
                <p14:cNvContentPartPr/>
                <p14:nvPr/>
              </p14:nvContentPartPr>
              <p14:xfrm>
                <a:off x="4423065" y="1284495"/>
                <a:ext cx="960480" cy="478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36B28C-A795-9008-63CC-2746F664E1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16945" y="1278375"/>
                  <a:ext cx="97272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A58728B-065B-228D-093E-2C6D2D3F0E8C}"/>
                    </a:ext>
                  </a:extLst>
                </p14:cNvPr>
                <p14:cNvContentPartPr/>
                <p14:nvPr/>
              </p14:nvContentPartPr>
              <p14:xfrm>
                <a:off x="5477145" y="1397895"/>
                <a:ext cx="12960" cy="52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A58728B-065B-228D-093E-2C6D2D3F0E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71025" y="1391775"/>
                  <a:ext cx="25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3CFD53-96B9-AF7B-4393-CFB0575059E4}"/>
                    </a:ext>
                  </a:extLst>
                </p14:cNvPr>
                <p14:cNvContentPartPr/>
                <p14:nvPr/>
              </p14:nvContentPartPr>
              <p14:xfrm>
                <a:off x="5536545" y="1598415"/>
                <a:ext cx="139680" cy="35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3CFD53-96B9-AF7B-4393-CFB0575059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30425" y="1592295"/>
                  <a:ext cx="15192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BDD1FF6-61E6-809A-D54A-814674614D5F}"/>
                  </a:ext>
                </a:extLst>
              </p14:cNvPr>
              <p14:cNvContentPartPr/>
              <p14:nvPr/>
            </p14:nvContentPartPr>
            <p14:xfrm>
              <a:off x="1860225" y="2507415"/>
              <a:ext cx="6102000" cy="88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BDD1FF6-61E6-809A-D54A-814674614D5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4105" y="2501295"/>
                <a:ext cx="611424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36169A5-F1AB-E3A5-F6B6-5B558CF0A52C}"/>
              </a:ext>
            </a:extLst>
          </p:cNvPr>
          <p:cNvGrpSpPr/>
          <p:nvPr/>
        </p:nvGrpSpPr>
        <p:grpSpPr>
          <a:xfrm>
            <a:off x="6765945" y="1074615"/>
            <a:ext cx="2943000" cy="1005840"/>
            <a:chOff x="6765945" y="1074615"/>
            <a:chExt cx="2943000" cy="100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610567B-BEB3-E376-F966-DBABB4FD2277}"/>
                    </a:ext>
                  </a:extLst>
                </p14:cNvPr>
                <p14:cNvContentPartPr/>
                <p14:nvPr/>
              </p14:nvContentPartPr>
              <p14:xfrm>
                <a:off x="6765945" y="1138695"/>
                <a:ext cx="1120320" cy="94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610567B-BEB3-E376-F966-DBABB4FD22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59825" y="1132575"/>
                  <a:ext cx="113256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0C881A-8CD7-57D2-25D0-21AE2E8DB723}"/>
                    </a:ext>
                  </a:extLst>
                </p14:cNvPr>
                <p14:cNvContentPartPr/>
                <p14:nvPr/>
              </p14:nvContentPartPr>
              <p14:xfrm>
                <a:off x="7843065" y="1454415"/>
                <a:ext cx="461520" cy="55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0C881A-8CD7-57D2-25D0-21AE2E8DB7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36945" y="1448295"/>
                  <a:ext cx="47376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5676FCB-E79B-D83B-4549-5106A376B372}"/>
                    </a:ext>
                  </a:extLst>
                </p14:cNvPr>
                <p14:cNvContentPartPr/>
                <p14:nvPr/>
              </p14:nvContentPartPr>
              <p14:xfrm>
                <a:off x="8252385" y="1312215"/>
                <a:ext cx="1202760" cy="485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5676FCB-E79B-D83B-4549-5106A376B3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46265" y="1306095"/>
                  <a:ext cx="12150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ED0865-25FA-8D75-A497-5E83749D1EF4}"/>
                    </a:ext>
                  </a:extLst>
                </p14:cNvPr>
                <p14:cNvContentPartPr/>
                <p14:nvPr/>
              </p14:nvContentPartPr>
              <p14:xfrm>
                <a:off x="9623985" y="1607775"/>
                <a:ext cx="84960" cy="20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ED0865-25FA-8D75-A497-5E83749D1EF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17865" y="1601655"/>
                  <a:ext cx="97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141A7B0-CAF9-7BAF-2330-FC79455D398F}"/>
                    </a:ext>
                  </a:extLst>
                </p14:cNvPr>
                <p14:cNvContentPartPr/>
                <p14:nvPr/>
              </p14:nvContentPartPr>
              <p14:xfrm>
                <a:off x="9388545" y="1074615"/>
                <a:ext cx="253440" cy="576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141A7B0-CAF9-7BAF-2330-FC79455D39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82425" y="1068495"/>
                  <a:ext cx="26568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4C9886-9A75-EEC4-D42B-25B8617AE4E0}"/>
                    </a:ext>
                  </a:extLst>
                </p14:cNvPr>
                <p14:cNvContentPartPr/>
                <p14:nvPr/>
              </p14:nvContentPartPr>
              <p14:xfrm>
                <a:off x="9353985" y="1961655"/>
                <a:ext cx="125280" cy="10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4C9886-9A75-EEC4-D42B-25B8617AE4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47865" y="1955535"/>
                  <a:ext cx="13752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B92004-AAB7-D4CA-E13B-C4E1795F975C}"/>
              </a:ext>
            </a:extLst>
          </p:cNvPr>
          <p:cNvGrpSpPr/>
          <p:nvPr/>
        </p:nvGrpSpPr>
        <p:grpSpPr>
          <a:xfrm>
            <a:off x="2697945" y="3126255"/>
            <a:ext cx="3192120" cy="988560"/>
            <a:chOff x="2697945" y="3126255"/>
            <a:chExt cx="3192120" cy="98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8162DB-7991-9D6D-BA41-33B57621B233}"/>
                    </a:ext>
                  </a:extLst>
                </p14:cNvPr>
                <p14:cNvContentPartPr/>
                <p14:nvPr/>
              </p14:nvContentPartPr>
              <p14:xfrm>
                <a:off x="2697945" y="3126255"/>
                <a:ext cx="687600" cy="988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8162DB-7991-9D6D-BA41-33B57621B23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91825" y="3120135"/>
                  <a:ext cx="699840" cy="10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2BE7CC-C4BD-FF2B-9787-761830162B57}"/>
                    </a:ext>
                  </a:extLst>
                </p14:cNvPr>
                <p14:cNvContentPartPr/>
                <p14:nvPr/>
              </p14:nvContentPartPr>
              <p14:xfrm>
                <a:off x="3109785" y="3295815"/>
                <a:ext cx="1929600" cy="362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2BE7CC-C4BD-FF2B-9787-761830162B5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03665" y="3289695"/>
                  <a:ext cx="19418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913A509-D286-4B03-920C-0D7651E61258}"/>
                    </a:ext>
                  </a:extLst>
                </p14:cNvPr>
                <p14:cNvContentPartPr/>
                <p14:nvPr/>
              </p14:nvContentPartPr>
              <p14:xfrm>
                <a:off x="5484345" y="3326775"/>
                <a:ext cx="209160" cy="93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913A509-D286-4B03-920C-0D7651E6125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78225" y="3320655"/>
                  <a:ext cx="221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6DF73F-9A57-A3E7-1D7D-BBCA256046E5}"/>
                    </a:ext>
                  </a:extLst>
                </p14:cNvPr>
                <p14:cNvContentPartPr/>
                <p14:nvPr/>
              </p14:nvContentPartPr>
              <p14:xfrm>
                <a:off x="5882865" y="3390495"/>
                <a:ext cx="7200" cy="21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6DF73F-9A57-A3E7-1D7D-BBCA256046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76745" y="3384375"/>
                  <a:ext cx="19440" cy="3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743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2102871-1BD8-0183-6D67-2EBE9380456E}"/>
              </a:ext>
            </a:extLst>
          </p:cNvPr>
          <p:cNvGrpSpPr/>
          <p:nvPr/>
        </p:nvGrpSpPr>
        <p:grpSpPr>
          <a:xfrm>
            <a:off x="663945" y="215295"/>
            <a:ext cx="11208600" cy="6148800"/>
            <a:chOff x="663945" y="215295"/>
            <a:chExt cx="11208600" cy="614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D78C03F-94D1-2DDC-FF0A-82A68B5984AC}"/>
                    </a:ext>
                  </a:extLst>
                </p14:cNvPr>
                <p14:cNvContentPartPr/>
                <p14:nvPr/>
              </p14:nvContentPartPr>
              <p14:xfrm>
                <a:off x="1319145" y="665295"/>
                <a:ext cx="321120" cy="794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D78C03F-94D1-2DDC-FF0A-82A68B5984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13025" y="659175"/>
                  <a:ext cx="333360" cy="80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B02AE32-827A-5B87-30D5-624753D579C6}"/>
                    </a:ext>
                  </a:extLst>
                </p14:cNvPr>
                <p14:cNvContentPartPr/>
                <p14:nvPr/>
              </p14:nvContentPartPr>
              <p14:xfrm>
                <a:off x="1592025" y="619935"/>
                <a:ext cx="260640" cy="122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B02AE32-827A-5B87-30D5-624753D579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5905" y="613815"/>
                  <a:ext cx="272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D2B75E1-C365-1094-DACD-194571CD50E2}"/>
                    </a:ext>
                  </a:extLst>
                </p14:cNvPr>
                <p14:cNvContentPartPr/>
                <p14:nvPr/>
              </p14:nvContentPartPr>
              <p14:xfrm>
                <a:off x="1521105" y="1035735"/>
                <a:ext cx="179640" cy="48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D2B75E1-C365-1094-DACD-194571CD50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4985" y="1029615"/>
                  <a:ext cx="191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72AEDBC-C6BF-307C-A821-A888532C0D32}"/>
                    </a:ext>
                  </a:extLst>
                </p14:cNvPr>
                <p14:cNvContentPartPr/>
                <p14:nvPr/>
              </p14:nvContentPartPr>
              <p14:xfrm>
                <a:off x="1873545" y="1038255"/>
                <a:ext cx="196560" cy="141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72AEDBC-C6BF-307C-A821-A888532C0D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67425" y="1032135"/>
                  <a:ext cx="208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0B0761F-1522-331E-C2D1-E9BEACEA7807}"/>
                    </a:ext>
                  </a:extLst>
                </p14:cNvPr>
                <p14:cNvContentPartPr/>
                <p14:nvPr/>
              </p14:nvContentPartPr>
              <p14:xfrm>
                <a:off x="1936185" y="1032855"/>
                <a:ext cx="218520" cy="205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0B0761F-1522-331E-C2D1-E9BEACEA78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30065" y="1026735"/>
                  <a:ext cx="230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D9A493-EEE2-CDF7-1E9F-9C10C918D1C7}"/>
                    </a:ext>
                  </a:extLst>
                </p14:cNvPr>
                <p14:cNvContentPartPr/>
                <p14:nvPr/>
              </p14:nvContentPartPr>
              <p14:xfrm>
                <a:off x="2347665" y="916215"/>
                <a:ext cx="115200" cy="299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D9A493-EEE2-CDF7-1E9F-9C10C918D1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41545" y="910095"/>
                  <a:ext cx="1274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25945F-245A-632C-1916-8FB470136B72}"/>
                    </a:ext>
                  </a:extLst>
                </p14:cNvPr>
                <p14:cNvContentPartPr/>
                <p14:nvPr/>
              </p14:nvContentPartPr>
              <p14:xfrm>
                <a:off x="2615145" y="720735"/>
                <a:ext cx="465120" cy="452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25945F-245A-632C-1916-8FB470136B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9025" y="714615"/>
                  <a:ext cx="4773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15EC6C-81A3-1D97-E856-5FF2F2CC268C}"/>
                    </a:ext>
                  </a:extLst>
                </p14:cNvPr>
                <p14:cNvContentPartPr/>
                <p14:nvPr/>
              </p14:nvContentPartPr>
              <p14:xfrm>
                <a:off x="3142905" y="1098375"/>
                <a:ext cx="25560" cy="24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15EC6C-81A3-1D97-E856-5FF2F2CC26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36785" y="1092255"/>
                  <a:ext cx="37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9293B3C-7FC2-E967-C648-B00285EC8891}"/>
                    </a:ext>
                  </a:extLst>
                </p14:cNvPr>
                <p14:cNvContentPartPr/>
                <p14:nvPr/>
              </p14:nvContentPartPr>
              <p14:xfrm>
                <a:off x="3677865" y="942855"/>
                <a:ext cx="1038240" cy="7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9293B3C-7FC2-E967-C648-B00285EC889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71745" y="936735"/>
                  <a:ext cx="10504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13B9DE-4AE5-6E31-585D-F1BE43D120C8}"/>
                    </a:ext>
                  </a:extLst>
                </p14:cNvPr>
                <p14:cNvContentPartPr/>
                <p14:nvPr/>
              </p14:nvContentPartPr>
              <p14:xfrm>
                <a:off x="4483905" y="718215"/>
                <a:ext cx="249480" cy="64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13B9DE-4AE5-6E31-585D-F1BE43D120C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77785" y="712095"/>
                  <a:ext cx="26172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1616BC-3E07-1F9C-523A-78D47599685D}"/>
                    </a:ext>
                  </a:extLst>
                </p14:cNvPr>
                <p14:cNvContentPartPr/>
                <p14:nvPr/>
              </p14:nvContentPartPr>
              <p14:xfrm>
                <a:off x="4889625" y="1052295"/>
                <a:ext cx="14040" cy="1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1616BC-3E07-1F9C-523A-78D4759968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83505" y="1046175"/>
                  <a:ext cx="2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96F3D29-77AA-82AF-9393-B7BC224206E7}"/>
                    </a:ext>
                  </a:extLst>
                </p14:cNvPr>
                <p14:cNvContentPartPr/>
                <p14:nvPr/>
              </p14:nvContentPartPr>
              <p14:xfrm>
                <a:off x="5920665" y="656295"/>
                <a:ext cx="95040" cy="452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96F3D29-77AA-82AF-9393-B7BC224206E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14545" y="650175"/>
                  <a:ext cx="1072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F3D723-558A-59EE-C536-24F3F1E5F78B}"/>
                    </a:ext>
                  </a:extLst>
                </p14:cNvPr>
                <p14:cNvContentPartPr/>
                <p14:nvPr/>
              </p14:nvContentPartPr>
              <p14:xfrm>
                <a:off x="6292185" y="630015"/>
                <a:ext cx="50400" cy="109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F3D723-558A-59EE-C536-24F3F1E5F7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86065" y="623895"/>
                  <a:ext cx="626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4C7A844-DA90-D066-6F91-523B05D43747}"/>
                    </a:ext>
                  </a:extLst>
                </p14:cNvPr>
                <p14:cNvContentPartPr/>
                <p14:nvPr/>
              </p14:nvContentPartPr>
              <p14:xfrm>
                <a:off x="1431105" y="2093415"/>
                <a:ext cx="290520" cy="1551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4C7A844-DA90-D066-6F91-523B05D4374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24985" y="2087295"/>
                  <a:ext cx="30276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D78B062-F91A-099F-BBA1-3DBADCE834E6}"/>
                    </a:ext>
                  </a:extLst>
                </p14:cNvPr>
                <p14:cNvContentPartPr/>
                <p14:nvPr/>
              </p14:nvContentPartPr>
              <p14:xfrm>
                <a:off x="1681305" y="1951215"/>
                <a:ext cx="3658320" cy="213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D78B062-F91A-099F-BBA1-3DBADCE834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75185" y="1945095"/>
                  <a:ext cx="3670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F790008-FB21-D5F6-4C1B-A885D85807E7}"/>
                    </a:ext>
                  </a:extLst>
                </p14:cNvPr>
                <p14:cNvContentPartPr/>
                <p14:nvPr/>
              </p14:nvContentPartPr>
              <p14:xfrm>
                <a:off x="1404825" y="3483015"/>
                <a:ext cx="4192560" cy="14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F790008-FB21-D5F6-4C1B-A885D85807E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98705" y="3476895"/>
                  <a:ext cx="4204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6768E1-0C41-9502-D5F8-8BF1C5AD6E61}"/>
                    </a:ext>
                  </a:extLst>
                </p14:cNvPr>
                <p14:cNvContentPartPr/>
                <p14:nvPr/>
              </p14:nvContentPartPr>
              <p14:xfrm>
                <a:off x="4923465" y="2131215"/>
                <a:ext cx="434160" cy="1618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6768E1-0C41-9502-D5F8-8BF1C5AD6E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17345" y="2125095"/>
                  <a:ext cx="446400" cy="16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010BF10-81EA-A9DC-EB3A-82918D6084C5}"/>
                    </a:ext>
                  </a:extLst>
                </p14:cNvPr>
                <p14:cNvContentPartPr/>
                <p14:nvPr/>
              </p14:nvContentPartPr>
              <p14:xfrm>
                <a:off x="2249385" y="2135895"/>
                <a:ext cx="396720" cy="1495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010BF10-81EA-A9DC-EB3A-82918D6084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43265" y="2129775"/>
                  <a:ext cx="408960" cy="15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B0488E0-248D-448A-7121-DDE134F029AD}"/>
                    </a:ext>
                  </a:extLst>
                </p14:cNvPr>
                <p14:cNvContentPartPr/>
                <p14:nvPr/>
              </p14:nvContentPartPr>
              <p14:xfrm>
                <a:off x="3061185" y="2118975"/>
                <a:ext cx="390960" cy="1702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B0488E0-248D-448A-7121-DDE134F029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55065" y="2112855"/>
                  <a:ext cx="403200" cy="17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A5FBA67-C1ED-857B-0691-1B50064F09E1}"/>
                    </a:ext>
                  </a:extLst>
                </p14:cNvPr>
                <p14:cNvContentPartPr/>
                <p14:nvPr/>
              </p14:nvContentPartPr>
              <p14:xfrm>
                <a:off x="4430265" y="2133375"/>
                <a:ext cx="57600" cy="28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A5FBA67-C1ED-857B-0691-1B50064F09E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24145" y="2127255"/>
                  <a:ext cx="69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7FA1C2-0B6B-0A06-6D70-7BDAC3014BC6}"/>
                    </a:ext>
                  </a:extLst>
                </p14:cNvPr>
                <p14:cNvContentPartPr/>
                <p14:nvPr/>
              </p14:nvContentPartPr>
              <p14:xfrm>
                <a:off x="4378785" y="2108895"/>
                <a:ext cx="41400" cy="6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7FA1C2-0B6B-0A06-6D70-7BDAC3014BC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72665" y="2102775"/>
                  <a:ext cx="53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C7B3FD-3840-F5F3-21A6-751C6AD5E697}"/>
                    </a:ext>
                  </a:extLst>
                </p14:cNvPr>
                <p14:cNvContentPartPr/>
                <p14:nvPr/>
              </p14:nvContentPartPr>
              <p14:xfrm>
                <a:off x="3833745" y="2109255"/>
                <a:ext cx="362160" cy="127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C7B3FD-3840-F5F3-21A6-751C6AD5E6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27625" y="2103135"/>
                  <a:ext cx="374400" cy="12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24FAF5D-6C25-A5C9-FD81-83DEF43215D1}"/>
                    </a:ext>
                  </a:extLst>
                </p14:cNvPr>
                <p14:cNvContentPartPr/>
                <p14:nvPr/>
              </p14:nvContentPartPr>
              <p14:xfrm>
                <a:off x="1986225" y="2408055"/>
                <a:ext cx="5040" cy="13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24FAF5D-6C25-A5C9-FD81-83DEF43215D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80105" y="2401935"/>
                  <a:ext cx="17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E9F640-0AB8-3DE3-51D4-F99454EACE30}"/>
                    </a:ext>
                  </a:extLst>
                </p14:cNvPr>
                <p14:cNvContentPartPr/>
                <p14:nvPr/>
              </p14:nvContentPartPr>
              <p14:xfrm>
                <a:off x="1769865" y="2389695"/>
                <a:ext cx="3942360" cy="154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E9F640-0AB8-3DE3-51D4-F99454EACE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63745" y="2383575"/>
                  <a:ext cx="3954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F42647-EC85-3EA3-8FC9-59E4C1D81409}"/>
                    </a:ext>
                  </a:extLst>
                </p14:cNvPr>
                <p14:cNvContentPartPr/>
                <p14:nvPr/>
              </p14:nvContentPartPr>
              <p14:xfrm>
                <a:off x="2070825" y="1738095"/>
                <a:ext cx="232560" cy="37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F42647-EC85-3EA3-8FC9-59E4C1D814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64705" y="1731975"/>
                  <a:ext cx="2448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0E2670-4AF7-41F6-6D9E-CFBB8EC8B377}"/>
                    </a:ext>
                  </a:extLst>
                </p14:cNvPr>
                <p14:cNvContentPartPr/>
                <p14:nvPr/>
              </p14:nvContentPartPr>
              <p14:xfrm>
                <a:off x="2174865" y="1817655"/>
                <a:ext cx="250560" cy="43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0E2670-4AF7-41F6-6D9E-CFBB8EC8B3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8745" y="1811535"/>
                  <a:ext cx="262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1BEE1F-5D1A-693A-AFDB-A02EEC739F8C}"/>
                    </a:ext>
                  </a:extLst>
                </p14:cNvPr>
                <p14:cNvContentPartPr/>
                <p14:nvPr/>
              </p14:nvContentPartPr>
              <p14:xfrm>
                <a:off x="2732865" y="1806135"/>
                <a:ext cx="14040" cy="19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1BEE1F-5D1A-693A-AFDB-A02EEC739F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26745" y="1800015"/>
                  <a:ext cx="26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3DE91A-BC86-9E8E-83B5-C44B687F0DBA}"/>
                    </a:ext>
                  </a:extLst>
                </p14:cNvPr>
                <p14:cNvContentPartPr/>
                <p14:nvPr/>
              </p14:nvContentPartPr>
              <p14:xfrm>
                <a:off x="2930505" y="1684815"/>
                <a:ext cx="287280" cy="326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A3DE91A-BC86-9E8E-83B5-C44B687F0D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24385" y="1678695"/>
                  <a:ext cx="2995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A99CE54-2229-DD1E-0827-6DD76F501915}"/>
                    </a:ext>
                  </a:extLst>
                </p14:cNvPr>
                <p14:cNvContentPartPr/>
                <p14:nvPr/>
              </p14:nvContentPartPr>
              <p14:xfrm>
                <a:off x="3794865" y="1774455"/>
                <a:ext cx="228600" cy="289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A99CE54-2229-DD1E-0827-6DD76F5019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88745" y="1768335"/>
                  <a:ext cx="2408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5AC9AD-605B-4C72-E0B3-D51DABC8777C}"/>
                    </a:ext>
                  </a:extLst>
                </p14:cNvPr>
                <p14:cNvContentPartPr/>
                <p14:nvPr/>
              </p14:nvContentPartPr>
              <p14:xfrm>
                <a:off x="4871625" y="1760415"/>
                <a:ext cx="96120" cy="245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5AC9AD-605B-4C72-E0B3-D51DABC877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65505" y="1754295"/>
                  <a:ext cx="1083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42308EE-712D-76AD-F994-7CD3E745C03C}"/>
                    </a:ext>
                  </a:extLst>
                </p14:cNvPr>
                <p14:cNvContentPartPr/>
                <p14:nvPr/>
              </p14:nvContentPartPr>
              <p14:xfrm>
                <a:off x="4715745" y="1586175"/>
                <a:ext cx="236520" cy="434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42308EE-712D-76AD-F994-7CD3E745C0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09625" y="1580055"/>
                  <a:ext cx="2487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E5F39CC-99CC-B611-7434-EB0E91C63625}"/>
                    </a:ext>
                  </a:extLst>
                </p14:cNvPr>
                <p14:cNvContentPartPr/>
                <p14:nvPr/>
              </p14:nvContentPartPr>
              <p14:xfrm>
                <a:off x="2063985" y="2160015"/>
                <a:ext cx="18720" cy="7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E5F39CC-99CC-B611-7434-EB0E91C6362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57865" y="2153895"/>
                  <a:ext cx="309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DE876B-61EB-736A-6671-379A9E01E70C}"/>
                    </a:ext>
                  </a:extLst>
                </p14:cNvPr>
                <p14:cNvContentPartPr/>
                <p14:nvPr/>
              </p14:nvContentPartPr>
              <p14:xfrm>
                <a:off x="1331385" y="2229495"/>
                <a:ext cx="49320" cy="212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DE876B-61EB-736A-6671-379A9E01E7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25265" y="2223375"/>
                  <a:ext cx="61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6655F2-289A-F8AB-BD42-BC3C31D1E3D8}"/>
                    </a:ext>
                  </a:extLst>
                </p14:cNvPr>
                <p14:cNvContentPartPr/>
                <p14:nvPr/>
              </p14:nvContentPartPr>
              <p14:xfrm>
                <a:off x="1256865" y="2689935"/>
                <a:ext cx="231480" cy="199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6655F2-289A-F8AB-BD42-BC3C31D1E3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50745" y="2683815"/>
                  <a:ext cx="2437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F58683-645F-4C57-67C2-9CD170D03DB1}"/>
                    </a:ext>
                  </a:extLst>
                </p14:cNvPr>
                <p14:cNvContentPartPr/>
                <p14:nvPr/>
              </p14:nvContentPartPr>
              <p14:xfrm>
                <a:off x="958785" y="3097455"/>
                <a:ext cx="4719600" cy="207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F58683-645F-4C57-67C2-9CD170D03DB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2665" y="3091335"/>
                  <a:ext cx="4731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95E2E92-4B0F-77AC-119B-8FEFF726FCE5}"/>
                    </a:ext>
                  </a:extLst>
                </p14:cNvPr>
                <p14:cNvContentPartPr/>
                <p14:nvPr/>
              </p14:nvContentPartPr>
              <p14:xfrm>
                <a:off x="5332425" y="2067495"/>
                <a:ext cx="426240" cy="273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95E2E92-4B0F-77AC-119B-8FEFF726FCE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26305" y="2061375"/>
                  <a:ext cx="438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B023E92-5E2D-C9DC-25EC-BE55F340F472}"/>
                    </a:ext>
                  </a:extLst>
                </p14:cNvPr>
                <p14:cNvContentPartPr/>
                <p14:nvPr/>
              </p14:nvContentPartPr>
              <p14:xfrm>
                <a:off x="5934345" y="1747815"/>
                <a:ext cx="763920" cy="152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B023E92-5E2D-C9DC-25EC-BE55F340F4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28225" y="1741695"/>
                  <a:ext cx="776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85FF04-1E70-B027-E7FA-71F27E1454D5}"/>
                    </a:ext>
                  </a:extLst>
                </p14:cNvPr>
                <p14:cNvContentPartPr/>
                <p14:nvPr/>
              </p14:nvContentPartPr>
              <p14:xfrm>
                <a:off x="6301185" y="1906935"/>
                <a:ext cx="50760" cy="338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85FF04-1E70-B027-E7FA-71F27E1454D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95065" y="1900815"/>
                  <a:ext cx="630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E33C749-C99B-0D23-65E2-4F63F7E7D493}"/>
                    </a:ext>
                  </a:extLst>
                </p14:cNvPr>
                <p14:cNvContentPartPr/>
                <p14:nvPr/>
              </p14:nvContentPartPr>
              <p14:xfrm>
                <a:off x="6501345" y="2028975"/>
                <a:ext cx="478080" cy="237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E33C749-C99B-0D23-65E2-4F63F7E7D4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5225" y="2022855"/>
                  <a:ext cx="4903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36CDBD-1805-1A2B-0B4E-909A9FEC4EDC}"/>
                    </a:ext>
                  </a:extLst>
                </p14:cNvPr>
                <p14:cNvContentPartPr/>
                <p14:nvPr/>
              </p14:nvContentPartPr>
              <p14:xfrm>
                <a:off x="7121265" y="2045895"/>
                <a:ext cx="23760" cy="21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36CDBD-1805-1A2B-0B4E-909A9FEC4E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15145" y="2039775"/>
                  <a:ext cx="36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6148C4E-2125-2561-C8BF-210C53BBC709}"/>
                    </a:ext>
                  </a:extLst>
                </p14:cNvPr>
                <p14:cNvContentPartPr/>
                <p14:nvPr/>
              </p14:nvContentPartPr>
              <p14:xfrm>
                <a:off x="5280585" y="2171535"/>
                <a:ext cx="18720" cy="18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6148C4E-2125-2561-C8BF-210C53BBC70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74465" y="2165415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CE0367-D1D0-B9CE-2678-7E2DB31CFDFF}"/>
                    </a:ext>
                  </a:extLst>
                </p14:cNvPr>
                <p14:cNvContentPartPr/>
                <p14:nvPr/>
              </p14:nvContentPartPr>
              <p14:xfrm>
                <a:off x="6270225" y="678975"/>
                <a:ext cx="285480" cy="469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CE0367-D1D0-B9CE-2678-7E2DB31CFDF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64105" y="672855"/>
                  <a:ext cx="2977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D13A945-4160-2A23-9AA7-703190AF981A}"/>
                    </a:ext>
                  </a:extLst>
                </p14:cNvPr>
                <p14:cNvContentPartPr/>
                <p14:nvPr/>
              </p14:nvContentPartPr>
              <p14:xfrm>
                <a:off x="6610785" y="1040055"/>
                <a:ext cx="126000" cy="136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D13A945-4160-2A23-9AA7-703190AF981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04665" y="1033935"/>
                  <a:ext cx="138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4123689-F304-67C8-26A0-97B915CE22EC}"/>
                    </a:ext>
                  </a:extLst>
                </p14:cNvPr>
                <p14:cNvContentPartPr/>
                <p14:nvPr/>
              </p14:nvContentPartPr>
              <p14:xfrm>
                <a:off x="7109385" y="720015"/>
                <a:ext cx="194040" cy="338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4123689-F304-67C8-26A0-97B915CE22E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03265" y="713895"/>
                  <a:ext cx="2062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C4CC91-92DE-452A-003C-F0D4C9C5D041}"/>
                    </a:ext>
                  </a:extLst>
                </p14:cNvPr>
                <p14:cNvContentPartPr/>
                <p14:nvPr/>
              </p14:nvContentPartPr>
              <p14:xfrm>
                <a:off x="7402785" y="798855"/>
                <a:ext cx="223920" cy="428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C4CC91-92DE-452A-003C-F0D4C9C5D0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96665" y="792735"/>
                  <a:ext cx="2361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DD65DAE-6F37-902E-522F-FE04F1B90111}"/>
                    </a:ext>
                  </a:extLst>
                </p14:cNvPr>
                <p14:cNvContentPartPr/>
                <p14:nvPr/>
              </p14:nvContentPartPr>
              <p14:xfrm>
                <a:off x="7620225" y="1092255"/>
                <a:ext cx="95400" cy="122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DD65DAE-6F37-902E-522F-FE04F1B901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14105" y="1086135"/>
                  <a:ext cx="107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84C6D5-CF07-C6BD-B872-3264E762A019}"/>
                    </a:ext>
                  </a:extLst>
                </p14:cNvPr>
                <p14:cNvContentPartPr/>
                <p14:nvPr/>
              </p14:nvContentPartPr>
              <p14:xfrm>
                <a:off x="8007585" y="789855"/>
                <a:ext cx="132840" cy="483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584C6D5-CF07-C6BD-B872-3264E762A01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01465" y="783735"/>
                  <a:ext cx="1450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BB96BED-414D-D2F0-5813-FD763DA5C53B}"/>
                    </a:ext>
                  </a:extLst>
                </p14:cNvPr>
                <p14:cNvContentPartPr/>
                <p14:nvPr/>
              </p14:nvContentPartPr>
              <p14:xfrm>
                <a:off x="8145825" y="728295"/>
                <a:ext cx="456480" cy="68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BB96BED-414D-D2F0-5813-FD763DA5C53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39705" y="722175"/>
                  <a:ext cx="468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F345BD1-1170-61EB-57C1-1ECCE267ED7B}"/>
                    </a:ext>
                  </a:extLst>
                </p14:cNvPr>
                <p14:cNvContentPartPr/>
                <p14:nvPr/>
              </p14:nvContentPartPr>
              <p14:xfrm>
                <a:off x="8669625" y="757095"/>
                <a:ext cx="116640" cy="451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F345BD1-1170-61EB-57C1-1ECCE267ED7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63505" y="750975"/>
                  <a:ext cx="1288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D335799-E7FF-57E4-0E3C-A7F2C5C672C1}"/>
                    </a:ext>
                  </a:extLst>
                </p14:cNvPr>
                <p14:cNvContentPartPr/>
                <p14:nvPr/>
              </p14:nvContentPartPr>
              <p14:xfrm>
                <a:off x="8745945" y="1057335"/>
                <a:ext cx="186840" cy="18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D335799-E7FF-57E4-0E3C-A7F2C5C672C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39825" y="1051215"/>
                  <a:ext cx="199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CCC3196-6BBE-EE47-D138-4A3C3D039D5F}"/>
                    </a:ext>
                  </a:extLst>
                </p14:cNvPr>
                <p14:cNvContentPartPr/>
                <p14:nvPr/>
              </p14:nvContentPartPr>
              <p14:xfrm>
                <a:off x="9100545" y="861855"/>
                <a:ext cx="171720" cy="435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CCC3196-6BBE-EE47-D138-4A3C3D039D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94425" y="855735"/>
                  <a:ext cx="1839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D07EC1C-461D-CD09-2C16-589F0CFE8B1E}"/>
                    </a:ext>
                  </a:extLst>
                </p14:cNvPr>
                <p14:cNvContentPartPr/>
                <p14:nvPr/>
              </p14:nvContentPartPr>
              <p14:xfrm>
                <a:off x="6127305" y="1380975"/>
                <a:ext cx="3126600" cy="245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D07EC1C-461D-CD09-2C16-589F0CFE8B1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21185" y="1374855"/>
                  <a:ext cx="3138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3A42887-217F-B2F1-CAF4-D23A13EF20FA}"/>
                    </a:ext>
                  </a:extLst>
                </p14:cNvPr>
                <p14:cNvContentPartPr/>
                <p14:nvPr/>
              </p14:nvContentPartPr>
              <p14:xfrm>
                <a:off x="6386865" y="350655"/>
                <a:ext cx="5040" cy="64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3A42887-217F-B2F1-CAF4-D23A13EF20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80745" y="344535"/>
                  <a:ext cx="17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C52DC6-92DC-E0FF-756D-8EDB20299C33}"/>
                    </a:ext>
                  </a:extLst>
                </p14:cNvPr>
                <p14:cNvContentPartPr/>
                <p14:nvPr/>
              </p14:nvContentPartPr>
              <p14:xfrm>
                <a:off x="5504505" y="215295"/>
                <a:ext cx="171360" cy="902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C52DC6-92DC-E0FF-756D-8EDB20299C3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98385" y="209175"/>
                  <a:ext cx="183600" cy="9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2C206F-71EE-CFD5-D361-16C58EF69354}"/>
                    </a:ext>
                  </a:extLst>
                </p14:cNvPr>
                <p14:cNvContentPartPr/>
                <p14:nvPr/>
              </p14:nvContentPartPr>
              <p14:xfrm>
                <a:off x="5773785" y="268935"/>
                <a:ext cx="3873960" cy="1513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2C206F-71EE-CFD5-D361-16C58EF6935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67665" y="262815"/>
                  <a:ext cx="3886200" cy="15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53680C0-BF8E-096B-6024-D7AA246CECC4}"/>
                    </a:ext>
                  </a:extLst>
                </p14:cNvPr>
                <p14:cNvContentPartPr/>
                <p14:nvPr/>
              </p14:nvContentPartPr>
              <p14:xfrm>
                <a:off x="7856025" y="1609215"/>
                <a:ext cx="327240" cy="1114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53680C0-BF8E-096B-6024-D7AA246CECC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49905" y="1603095"/>
                  <a:ext cx="339480" cy="11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A2894C4-7D84-4266-BFCC-2A48F7142DAF}"/>
                    </a:ext>
                  </a:extLst>
                </p14:cNvPr>
                <p14:cNvContentPartPr/>
                <p14:nvPr/>
              </p14:nvContentPartPr>
              <p14:xfrm>
                <a:off x="7170225" y="2662215"/>
                <a:ext cx="867960" cy="297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A2894C4-7D84-4266-BFCC-2A48F7142DA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64105" y="2656095"/>
                  <a:ext cx="880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F4F7D73-1B87-F248-6462-FCBC9F86893D}"/>
                    </a:ext>
                  </a:extLst>
                </p14:cNvPr>
                <p14:cNvContentPartPr/>
                <p14:nvPr/>
              </p14:nvContentPartPr>
              <p14:xfrm>
                <a:off x="7106865" y="3427575"/>
                <a:ext cx="84960" cy="576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F4F7D73-1B87-F248-6462-FCBC9F86893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00745" y="3421455"/>
                  <a:ext cx="9720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6E88CF2-2186-CFA9-68C6-9539071CD466}"/>
                    </a:ext>
                  </a:extLst>
                </p14:cNvPr>
                <p14:cNvContentPartPr/>
                <p14:nvPr/>
              </p14:nvContentPartPr>
              <p14:xfrm>
                <a:off x="6849825" y="3149655"/>
                <a:ext cx="656640" cy="251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6E88CF2-2186-CFA9-68C6-9539071CD46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43705" y="3143535"/>
                  <a:ext cx="6688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0F72CB4-7C40-FF0B-216A-2D213F26C500}"/>
                    </a:ext>
                  </a:extLst>
                </p14:cNvPr>
                <p14:cNvContentPartPr/>
                <p14:nvPr/>
              </p14:nvContentPartPr>
              <p14:xfrm>
                <a:off x="6706905" y="3926535"/>
                <a:ext cx="439200" cy="142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0F72CB4-7C40-FF0B-216A-2D213F26C50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00785" y="3920415"/>
                  <a:ext cx="451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4C4F298-5547-92EF-DA06-BF6C6A074DB6}"/>
                    </a:ext>
                  </a:extLst>
                </p14:cNvPr>
                <p14:cNvContentPartPr/>
                <p14:nvPr/>
              </p14:nvContentPartPr>
              <p14:xfrm>
                <a:off x="7720305" y="3468615"/>
                <a:ext cx="1233000" cy="277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4C4F298-5547-92EF-DA06-BF6C6A074DB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14185" y="3462495"/>
                  <a:ext cx="1245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B6EB95-BD83-78C0-60F3-6456A646FF98}"/>
                    </a:ext>
                  </a:extLst>
                </p14:cNvPr>
                <p14:cNvContentPartPr/>
                <p14:nvPr/>
              </p14:nvContentPartPr>
              <p14:xfrm>
                <a:off x="9194145" y="3386535"/>
                <a:ext cx="51840" cy="3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B6EB95-BD83-78C0-60F3-6456A646FF9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188025" y="3380415"/>
                  <a:ext cx="640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CFC3F6A-204A-2F41-57D4-431B114877D3}"/>
                    </a:ext>
                  </a:extLst>
                </p14:cNvPr>
                <p14:cNvContentPartPr/>
                <p14:nvPr/>
              </p14:nvContentPartPr>
              <p14:xfrm>
                <a:off x="9309705" y="3345135"/>
                <a:ext cx="50760" cy="12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CFC3F6A-204A-2F41-57D4-431B114877D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03585" y="3339015"/>
                  <a:ext cx="63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7842738-3A57-BA9B-31ED-BE76FF9513EE}"/>
                    </a:ext>
                  </a:extLst>
                </p14:cNvPr>
                <p14:cNvContentPartPr/>
                <p14:nvPr/>
              </p14:nvContentPartPr>
              <p14:xfrm>
                <a:off x="9448305" y="2025735"/>
                <a:ext cx="417600" cy="913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7842738-3A57-BA9B-31ED-BE76FF9513E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42185" y="2019615"/>
                  <a:ext cx="42984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CBA6C74-1457-F957-14C6-74A23AE2C57D}"/>
                    </a:ext>
                  </a:extLst>
                </p14:cNvPr>
                <p14:cNvContentPartPr/>
                <p14:nvPr/>
              </p14:nvContentPartPr>
              <p14:xfrm>
                <a:off x="10274145" y="2035815"/>
                <a:ext cx="453600" cy="927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CBA6C74-1457-F957-14C6-74A23AE2C5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68025" y="2029695"/>
                  <a:ext cx="465840" cy="9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CF9AE25-894B-88D9-76BE-BE407E804874}"/>
                    </a:ext>
                  </a:extLst>
                </p14:cNvPr>
                <p14:cNvContentPartPr/>
                <p14:nvPr/>
              </p14:nvContentPartPr>
              <p14:xfrm>
                <a:off x="10935465" y="2106735"/>
                <a:ext cx="274320" cy="666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CF9AE25-894B-88D9-76BE-BE407E8048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29345" y="2100615"/>
                  <a:ext cx="28656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451239-F276-2A94-2925-E3F2B1008053}"/>
                    </a:ext>
                  </a:extLst>
                </p14:cNvPr>
                <p14:cNvContentPartPr/>
                <p14:nvPr/>
              </p14:nvContentPartPr>
              <p14:xfrm>
                <a:off x="9136905" y="2037615"/>
                <a:ext cx="326160" cy="1081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451239-F276-2A94-2925-E3F2B100805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30785" y="2031495"/>
                  <a:ext cx="338400" cy="10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54CDE19-6435-6D9A-6A2D-B69BCD261BC1}"/>
                    </a:ext>
                  </a:extLst>
                </p14:cNvPr>
                <p14:cNvContentPartPr/>
                <p14:nvPr/>
              </p14:nvContentPartPr>
              <p14:xfrm>
                <a:off x="9693465" y="1723335"/>
                <a:ext cx="2179080" cy="1459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54CDE19-6435-6D9A-6A2D-B69BCD261BC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87345" y="1717215"/>
                  <a:ext cx="2191320" cy="14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D69F482-2D24-33D0-5252-1E7423A3D4BF}"/>
                    </a:ext>
                  </a:extLst>
                </p14:cNvPr>
                <p14:cNvContentPartPr/>
                <p14:nvPr/>
              </p14:nvContentPartPr>
              <p14:xfrm>
                <a:off x="9057345" y="3111495"/>
                <a:ext cx="2507040" cy="187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D69F482-2D24-33D0-5252-1E7423A3D4B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51225" y="3105375"/>
                  <a:ext cx="2519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CA2038D-6BF8-6163-DE26-74E09AB6E304}"/>
                    </a:ext>
                  </a:extLst>
                </p14:cNvPr>
                <p14:cNvContentPartPr/>
                <p14:nvPr/>
              </p14:nvContentPartPr>
              <p14:xfrm>
                <a:off x="9490065" y="3183135"/>
                <a:ext cx="634680" cy="745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CA2038D-6BF8-6163-DE26-74E09AB6E30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483945" y="3177015"/>
                  <a:ext cx="64692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4CF357B-B561-91AD-B6F1-E42BAE13F4B2}"/>
                    </a:ext>
                  </a:extLst>
                </p14:cNvPr>
                <p14:cNvContentPartPr/>
                <p14:nvPr/>
              </p14:nvContentPartPr>
              <p14:xfrm>
                <a:off x="9211785" y="3716655"/>
                <a:ext cx="1073160" cy="554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4CF357B-B561-91AD-B6F1-E42BAE13F4B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205665" y="3710535"/>
                  <a:ext cx="108540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CFA9027-89C0-32A0-5E49-9545D97D2721}"/>
                    </a:ext>
                  </a:extLst>
                </p14:cNvPr>
                <p14:cNvContentPartPr/>
                <p14:nvPr/>
              </p14:nvContentPartPr>
              <p14:xfrm>
                <a:off x="10324545" y="4040655"/>
                <a:ext cx="33480" cy="36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CFA9027-89C0-32A0-5E49-9545D97D272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318425" y="4034535"/>
                  <a:ext cx="45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880F785-49DC-8BA5-E2D3-DE0B12CDA9C3}"/>
                    </a:ext>
                  </a:extLst>
                </p14:cNvPr>
                <p14:cNvContentPartPr/>
                <p14:nvPr/>
              </p14:nvContentPartPr>
              <p14:xfrm>
                <a:off x="663945" y="4707375"/>
                <a:ext cx="406440" cy="661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880F785-49DC-8BA5-E2D3-DE0B12CDA9C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7825" y="4701255"/>
                  <a:ext cx="41868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106A1C5-0D86-8677-314F-FBB665576DA5}"/>
                    </a:ext>
                  </a:extLst>
                </p14:cNvPr>
                <p14:cNvContentPartPr/>
                <p14:nvPr/>
              </p14:nvContentPartPr>
              <p14:xfrm>
                <a:off x="1245705" y="4680015"/>
                <a:ext cx="484920" cy="405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106A1C5-0D86-8677-314F-FBB665576DA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39585" y="4673895"/>
                  <a:ext cx="49716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F286EDD-0C67-7E36-B90A-FEB5D6EE63FC}"/>
                    </a:ext>
                  </a:extLst>
                </p14:cNvPr>
                <p14:cNvContentPartPr/>
                <p14:nvPr/>
              </p14:nvContentPartPr>
              <p14:xfrm>
                <a:off x="1634865" y="4623855"/>
                <a:ext cx="259200" cy="340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F286EDD-0C67-7E36-B90A-FEB5D6EE63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28745" y="4617735"/>
                  <a:ext cx="2714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E22D9F3-9906-353B-8D1D-F098EF94975F}"/>
                    </a:ext>
                  </a:extLst>
                </p14:cNvPr>
                <p14:cNvContentPartPr/>
                <p14:nvPr/>
              </p14:nvContentPartPr>
              <p14:xfrm>
                <a:off x="2025105" y="4687215"/>
                <a:ext cx="224280" cy="144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E22D9F3-9906-353B-8D1D-F098EF9497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018985" y="4681095"/>
                  <a:ext cx="236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2D67DB5-2769-D798-3875-78C8D31F4FCC}"/>
                    </a:ext>
                  </a:extLst>
                </p14:cNvPr>
                <p14:cNvContentPartPr/>
                <p14:nvPr/>
              </p14:nvContentPartPr>
              <p14:xfrm>
                <a:off x="2350905" y="4553295"/>
                <a:ext cx="129600" cy="329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2D67DB5-2769-D798-3875-78C8D31F4FC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344785" y="4547175"/>
                  <a:ext cx="1418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0A1D16D-5B26-8CEA-DCB5-E1DE4F73D1CF}"/>
                    </a:ext>
                  </a:extLst>
                </p14:cNvPr>
                <p14:cNvContentPartPr/>
                <p14:nvPr/>
              </p14:nvContentPartPr>
              <p14:xfrm>
                <a:off x="2713425" y="4966575"/>
                <a:ext cx="221040" cy="227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0A1D16D-5B26-8CEA-DCB5-E1DE4F73D1C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07305" y="4960455"/>
                  <a:ext cx="233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DF91F31-FE1C-74F8-9F4D-FAB1A526BB56}"/>
                    </a:ext>
                  </a:extLst>
                </p14:cNvPr>
                <p14:cNvContentPartPr/>
                <p14:nvPr/>
              </p14:nvContentPartPr>
              <p14:xfrm>
                <a:off x="3748785" y="4744095"/>
                <a:ext cx="81360" cy="289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DF91F31-FE1C-74F8-9F4D-FAB1A526BB5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42665" y="4737975"/>
                  <a:ext cx="936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0B1A2BF-F024-65D6-2905-3BE5F1A80CB2}"/>
                    </a:ext>
                  </a:extLst>
                </p14:cNvPr>
                <p14:cNvContentPartPr/>
                <p14:nvPr/>
              </p14:nvContentPartPr>
              <p14:xfrm>
                <a:off x="3815025" y="4538535"/>
                <a:ext cx="600840" cy="484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0B1A2BF-F024-65D6-2905-3BE5F1A80C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08905" y="4532415"/>
                  <a:ext cx="6130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AB02282-A7B6-E5F1-A39F-DE6121BC46CF}"/>
                    </a:ext>
                  </a:extLst>
                </p14:cNvPr>
                <p14:cNvContentPartPr/>
                <p14:nvPr/>
              </p14:nvContentPartPr>
              <p14:xfrm>
                <a:off x="4246665" y="4746255"/>
                <a:ext cx="651600" cy="884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AB02282-A7B6-E5F1-A39F-DE6121BC46C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240545" y="4740135"/>
                  <a:ext cx="66384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64EDF73-29E9-A30A-1053-6D117F4AFC1F}"/>
                    </a:ext>
                  </a:extLst>
                </p14:cNvPr>
                <p14:cNvContentPartPr/>
                <p14:nvPr/>
              </p14:nvContentPartPr>
              <p14:xfrm>
                <a:off x="5041545" y="4262055"/>
                <a:ext cx="443880" cy="975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64EDF73-29E9-A30A-1053-6D117F4AFC1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35425" y="4255935"/>
                  <a:ext cx="456120" cy="9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99B6311-3ADC-795B-640E-45587CE15BAF}"/>
                    </a:ext>
                  </a:extLst>
                </p14:cNvPr>
                <p14:cNvContentPartPr/>
                <p14:nvPr/>
              </p14:nvContentPartPr>
              <p14:xfrm>
                <a:off x="5609625" y="4333335"/>
                <a:ext cx="475560" cy="792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99B6311-3ADC-795B-640E-45587CE15BA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03505" y="4327215"/>
                  <a:ext cx="48780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F63DDA9-6949-4549-5104-DC5DAF3E6DC8}"/>
                    </a:ext>
                  </a:extLst>
                </p14:cNvPr>
                <p14:cNvContentPartPr/>
                <p14:nvPr/>
              </p14:nvContentPartPr>
              <p14:xfrm>
                <a:off x="6241065" y="4627095"/>
                <a:ext cx="580680" cy="769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F63DDA9-6949-4549-5104-DC5DAF3E6DC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34945" y="4620975"/>
                  <a:ext cx="59292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A131911-5E23-53FB-9781-7C4261CDD0FE}"/>
                    </a:ext>
                  </a:extLst>
                </p14:cNvPr>
                <p14:cNvContentPartPr/>
                <p14:nvPr/>
              </p14:nvContentPartPr>
              <p14:xfrm>
                <a:off x="6989145" y="4980255"/>
                <a:ext cx="134640" cy="305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A131911-5E23-53FB-9781-7C4261CDD0F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83025" y="4974135"/>
                  <a:ext cx="1468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2AB1F0B-1200-A93A-C9E2-56ACE6DE96F5}"/>
                    </a:ext>
                  </a:extLst>
                </p14:cNvPr>
                <p14:cNvContentPartPr/>
                <p14:nvPr/>
              </p14:nvContentPartPr>
              <p14:xfrm>
                <a:off x="7585665" y="4478775"/>
                <a:ext cx="496080" cy="767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2AB1F0B-1200-A93A-C9E2-56ACE6DE96F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79545" y="4472655"/>
                  <a:ext cx="50832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1B77556-FD8D-9E93-EDC1-B02ABC4B678E}"/>
                    </a:ext>
                  </a:extLst>
                </p14:cNvPr>
                <p14:cNvContentPartPr/>
                <p14:nvPr/>
              </p14:nvContentPartPr>
              <p14:xfrm>
                <a:off x="8389545" y="4393095"/>
                <a:ext cx="443160" cy="935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1B77556-FD8D-9E93-EDC1-B02ABC4B678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83425" y="4386975"/>
                  <a:ext cx="455400" cy="9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400E3C5-A7CF-AD51-712F-009EB670C092}"/>
                    </a:ext>
                  </a:extLst>
                </p14:cNvPr>
                <p14:cNvContentPartPr/>
                <p14:nvPr/>
              </p14:nvContentPartPr>
              <p14:xfrm>
                <a:off x="9320865" y="4419015"/>
                <a:ext cx="246240" cy="767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400E3C5-A7CF-AD51-712F-009EB670C09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14745" y="4412895"/>
                  <a:ext cx="25848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B42762-32D2-33D9-BDA9-0BBFF4336BA5}"/>
                    </a:ext>
                  </a:extLst>
                </p14:cNvPr>
                <p14:cNvContentPartPr/>
                <p14:nvPr/>
              </p14:nvContentPartPr>
              <p14:xfrm>
                <a:off x="9781665" y="4301655"/>
                <a:ext cx="342720" cy="764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B42762-32D2-33D9-BDA9-0BBFF4336BA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75545" y="4295535"/>
                  <a:ext cx="35496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DC5CAE-B3DC-77E4-43F5-D848476327EC}"/>
                    </a:ext>
                  </a:extLst>
                </p14:cNvPr>
                <p14:cNvContentPartPr/>
                <p14:nvPr/>
              </p14:nvContentPartPr>
              <p14:xfrm>
                <a:off x="10238865" y="4623855"/>
                <a:ext cx="222120" cy="327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DC5CAE-B3DC-77E4-43F5-D848476327E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32745" y="4617735"/>
                  <a:ext cx="2343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204E3FC-F961-83DD-AB99-C00652F4F414}"/>
                    </a:ext>
                  </a:extLst>
                </p14:cNvPr>
                <p14:cNvContentPartPr/>
                <p14:nvPr/>
              </p14:nvContentPartPr>
              <p14:xfrm>
                <a:off x="10601745" y="4523055"/>
                <a:ext cx="629640" cy="353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204E3FC-F961-83DD-AB99-C00652F4F41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595625" y="4516935"/>
                  <a:ext cx="6418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8C3D0D7-BB69-462D-B699-D9211F1BB62D}"/>
                    </a:ext>
                  </a:extLst>
                </p14:cNvPr>
                <p14:cNvContentPartPr/>
                <p14:nvPr/>
              </p14:nvContentPartPr>
              <p14:xfrm>
                <a:off x="11119785" y="4601535"/>
                <a:ext cx="382680" cy="301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8C3D0D7-BB69-462D-B699-D9211F1BB62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113665" y="4595415"/>
                  <a:ext cx="3949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EBFAC62-43AA-C862-5D25-2B438267E391}"/>
                    </a:ext>
                  </a:extLst>
                </p14:cNvPr>
                <p14:cNvContentPartPr/>
                <p14:nvPr/>
              </p14:nvContentPartPr>
              <p14:xfrm>
                <a:off x="7578105" y="5063415"/>
                <a:ext cx="3804120" cy="398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EBFAC62-43AA-C862-5D25-2B438267E39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71985" y="5057295"/>
                  <a:ext cx="38163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E290A15-1B2B-BB4C-F923-F07E052F25E7}"/>
                    </a:ext>
                  </a:extLst>
                </p14:cNvPr>
                <p14:cNvContentPartPr/>
                <p14:nvPr/>
              </p14:nvContentPartPr>
              <p14:xfrm>
                <a:off x="1180545" y="5693775"/>
                <a:ext cx="153000" cy="519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E290A15-1B2B-BB4C-F923-F07E052F25E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74425" y="5687655"/>
                  <a:ext cx="16524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F143558-59B5-72C9-27BF-E02769485552}"/>
                    </a:ext>
                  </a:extLst>
                </p14:cNvPr>
                <p14:cNvContentPartPr/>
                <p14:nvPr/>
              </p14:nvContentPartPr>
              <p14:xfrm>
                <a:off x="1075425" y="5456895"/>
                <a:ext cx="432360" cy="212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F143558-59B5-72C9-27BF-E0276948555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69305" y="5450775"/>
                  <a:ext cx="444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872C38A-5762-B0FC-AFB8-6A5BAE596393}"/>
                    </a:ext>
                  </a:extLst>
                </p14:cNvPr>
                <p14:cNvContentPartPr/>
                <p14:nvPr/>
              </p14:nvContentPartPr>
              <p14:xfrm>
                <a:off x="1095225" y="6099135"/>
                <a:ext cx="566640" cy="174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872C38A-5762-B0FC-AFB8-6A5BAE5963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89105" y="6093015"/>
                  <a:ext cx="578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7ADE31A-6D06-40CF-F769-60C5345E14F2}"/>
                    </a:ext>
                  </a:extLst>
                </p14:cNvPr>
                <p14:cNvContentPartPr/>
                <p14:nvPr/>
              </p14:nvContentPartPr>
              <p14:xfrm>
                <a:off x="1738185" y="5600175"/>
                <a:ext cx="111240" cy="448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7ADE31A-6D06-40CF-F769-60C5345E14F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32065" y="5594055"/>
                  <a:ext cx="12348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ED24BFA-6D51-81C0-A1C3-CD1A28DA94F7}"/>
                    </a:ext>
                  </a:extLst>
                </p14:cNvPr>
                <p14:cNvContentPartPr/>
                <p14:nvPr/>
              </p14:nvContentPartPr>
              <p14:xfrm>
                <a:off x="1923585" y="5393895"/>
                <a:ext cx="193320" cy="618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ED24BFA-6D51-81C0-A1C3-CD1A28DA94F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917465" y="5387775"/>
                  <a:ext cx="20556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03B098A-4A7D-74C5-16D3-F563C58E8F52}"/>
                    </a:ext>
                  </a:extLst>
                </p14:cNvPr>
                <p14:cNvContentPartPr/>
                <p14:nvPr/>
              </p14:nvContentPartPr>
              <p14:xfrm>
                <a:off x="2396625" y="5481735"/>
                <a:ext cx="82800" cy="483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03B098A-4A7D-74C5-16D3-F563C58E8F5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90505" y="5475615"/>
                  <a:ext cx="9504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A75BC88-2D73-3089-CD59-FD95E80C6EFF}"/>
                    </a:ext>
                  </a:extLst>
                </p14:cNvPr>
                <p14:cNvContentPartPr/>
                <p14:nvPr/>
              </p14:nvContentPartPr>
              <p14:xfrm>
                <a:off x="2477985" y="5511975"/>
                <a:ext cx="336960" cy="567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A75BC88-2D73-3089-CD59-FD95E80C6EF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71865" y="5505855"/>
                  <a:ext cx="3492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B182C0D-4D3F-9D19-4607-C9744485759A}"/>
                    </a:ext>
                  </a:extLst>
                </p14:cNvPr>
                <p14:cNvContentPartPr/>
                <p14:nvPr/>
              </p14:nvContentPartPr>
              <p14:xfrm>
                <a:off x="3330465" y="5634015"/>
                <a:ext cx="67680" cy="491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B182C0D-4D3F-9D19-4607-C9744485759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24345" y="5627895"/>
                  <a:ext cx="799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FFDB513-96E1-D5AF-A85C-B2EEB47C414C}"/>
                    </a:ext>
                  </a:extLst>
                </p14:cNvPr>
                <p14:cNvContentPartPr/>
                <p14:nvPr/>
              </p14:nvContentPartPr>
              <p14:xfrm>
                <a:off x="3162705" y="5490015"/>
                <a:ext cx="395280" cy="874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FFDB513-96E1-D5AF-A85C-B2EEB47C414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56585" y="5483895"/>
                  <a:ext cx="40752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A58BF51-D0BF-5505-E47D-9F69AA2A3A95}"/>
                    </a:ext>
                  </a:extLst>
                </p14:cNvPr>
                <p14:cNvContentPartPr/>
                <p14:nvPr/>
              </p14:nvContentPartPr>
              <p14:xfrm>
                <a:off x="3777585" y="5576775"/>
                <a:ext cx="190440" cy="459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A58BF51-D0BF-5505-E47D-9F69AA2A3A9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71465" y="5570655"/>
                  <a:ext cx="2026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CC5D083-F236-804E-93B6-B60BEE427276}"/>
                    </a:ext>
                  </a:extLst>
                </p14:cNvPr>
                <p14:cNvContentPartPr/>
                <p14:nvPr/>
              </p14:nvContentPartPr>
              <p14:xfrm>
                <a:off x="4123185" y="5514855"/>
                <a:ext cx="475560" cy="453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CC5D083-F236-804E-93B6-B60BEE42727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17065" y="5508735"/>
                  <a:ext cx="48780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7ADF94D-1344-8C8D-C8C6-5D1992CDBF21}"/>
                    </a:ext>
                  </a:extLst>
                </p14:cNvPr>
                <p14:cNvContentPartPr/>
                <p14:nvPr/>
              </p14:nvContentPartPr>
              <p14:xfrm>
                <a:off x="4790265" y="6063135"/>
                <a:ext cx="163800" cy="236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7ADF94D-1344-8C8D-C8C6-5D1992CDBF2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84145" y="6057015"/>
                  <a:ext cx="1760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6372CC4-6FE6-5B9E-E804-3DF8E597BFA3}"/>
                    </a:ext>
                  </a:extLst>
                </p14:cNvPr>
                <p14:cNvContentPartPr/>
                <p14:nvPr/>
              </p14:nvContentPartPr>
              <p14:xfrm>
                <a:off x="5359425" y="5676855"/>
                <a:ext cx="108360" cy="360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6372CC4-6FE6-5B9E-E804-3DF8E597BFA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53305" y="5670735"/>
                  <a:ext cx="1206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BD5656C-CE4A-C52C-2B1D-374D1BEDDE92}"/>
                    </a:ext>
                  </a:extLst>
                </p14:cNvPr>
                <p14:cNvContentPartPr/>
                <p14:nvPr/>
              </p14:nvContentPartPr>
              <p14:xfrm>
                <a:off x="5500905" y="5394255"/>
                <a:ext cx="231480" cy="407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BD5656C-CE4A-C52C-2B1D-374D1BEDDE9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494785" y="5388135"/>
                  <a:ext cx="2437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F75C47C-2D28-0D53-E981-FF54778EB96C}"/>
                    </a:ext>
                  </a:extLst>
                </p14:cNvPr>
                <p14:cNvContentPartPr/>
                <p14:nvPr/>
              </p14:nvContentPartPr>
              <p14:xfrm>
                <a:off x="5748585" y="5639055"/>
                <a:ext cx="172080" cy="253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F75C47C-2D28-0D53-E981-FF54778EB96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42465" y="5632935"/>
                  <a:ext cx="184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FAD791E-962F-5F1E-85B1-38C41FBCBDB0}"/>
                    </a:ext>
                  </a:extLst>
                </p14:cNvPr>
                <p14:cNvContentPartPr/>
                <p14:nvPr/>
              </p14:nvContentPartPr>
              <p14:xfrm>
                <a:off x="5967465" y="5598735"/>
                <a:ext cx="302760" cy="347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FAD791E-962F-5F1E-85B1-38C41FBCBD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961345" y="5592615"/>
                  <a:ext cx="3150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9060EE4-8E15-B11F-66BA-2624E5C45FC0}"/>
                    </a:ext>
                  </a:extLst>
                </p14:cNvPr>
                <p14:cNvContentPartPr/>
                <p14:nvPr/>
              </p14:nvContentPartPr>
              <p14:xfrm>
                <a:off x="6233865" y="5789535"/>
                <a:ext cx="247320" cy="52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9060EE4-8E15-B11F-66BA-2624E5C45F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227745" y="5783415"/>
                  <a:ext cx="259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F64BF75-A847-A884-E95F-C173A2EF12A0}"/>
                    </a:ext>
                  </a:extLst>
                </p14:cNvPr>
                <p14:cNvContentPartPr/>
                <p14:nvPr/>
              </p14:nvContentPartPr>
              <p14:xfrm>
                <a:off x="6416385" y="5641215"/>
                <a:ext cx="344880" cy="717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F64BF75-A847-A884-E95F-C173A2EF12A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10265" y="5635095"/>
                  <a:ext cx="357120" cy="7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589CF04-B375-A07F-7896-22A3E9CD32B8}"/>
                    </a:ext>
                  </a:extLst>
                </p14:cNvPr>
                <p14:cNvContentPartPr/>
                <p14:nvPr/>
              </p14:nvContentPartPr>
              <p14:xfrm>
                <a:off x="6897705" y="5626815"/>
                <a:ext cx="233640" cy="300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589CF04-B375-A07F-7896-22A3E9CD32B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891585" y="5620695"/>
                  <a:ext cx="2458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2A9440-445F-2A6C-A889-3A046B0F0A0E}"/>
                    </a:ext>
                  </a:extLst>
                </p14:cNvPr>
                <p14:cNvContentPartPr/>
                <p14:nvPr/>
              </p14:nvContentPartPr>
              <p14:xfrm>
                <a:off x="7240785" y="5649495"/>
                <a:ext cx="168480" cy="194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2A9440-445F-2A6C-A889-3A046B0F0A0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34665" y="5643375"/>
                  <a:ext cx="180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E6330DD-531C-E15C-7F75-F3D9C741B071}"/>
                    </a:ext>
                  </a:extLst>
                </p14:cNvPr>
                <p14:cNvContentPartPr/>
                <p14:nvPr/>
              </p14:nvContentPartPr>
              <p14:xfrm>
                <a:off x="7693305" y="5360775"/>
                <a:ext cx="435960" cy="608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E6330DD-531C-E15C-7F75-F3D9C741B07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687185" y="5354655"/>
                  <a:ext cx="44820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1F0A64B-65BA-B25C-3467-762A0A54EAFF}"/>
                    </a:ext>
                  </a:extLst>
                </p14:cNvPr>
                <p14:cNvContentPartPr/>
                <p14:nvPr/>
              </p14:nvContentPartPr>
              <p14:xfrm>
                <a:off x="7991745" y="5396415"/>
                <a:ext cx="88200" cy="18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1F0A64B-65BA-B25C-3467-762A0A54EAF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985625" y="5390295"/>
                  <a:ext cx="100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9C57000-D246-F795-64D5-3C900D86FC2C}"/>
                    </a:ext>
                  </a:extLst>
                </p14:cNvPr>
                <p14:cNvContentPartPr/>
                <p14:nvPr/>
              </p14:nvContentPartPr>
              <p14:xfrm>
                <a:off x="8006145" y="5406855"/>
                <a:ext cx="425520" cy="614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9C57000-D246-F795-64D5-3C900D86FC2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000025" y="5400735"/>
                  <a:ext cx="43776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1B09E44-A550-6A2E-057A-7B4E5E2B968B}"/>
                    </a:ext>
                  </a:extLst>
                </p14:cNvPr>
                <p14:cNvContentPartPr/>
                <p14:nvPr/>
              </p14:nvContentPartPr>
              <p14:xfrm>
                <a:off x="8592585" y="5470575"/>
                <a:ext cx="158400" cy="565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1B09E44-A550-6A2E-057A-7B4E5E2B968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586465" y="5464455"/>
                  <a:ext cx="17064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5940892-57DA-4468-3F6F-B93277D829F1}"/>
                    </a:ext>
                  </a:extLst>
                </p14:cNvPr>
                <p14:cNvContentPartPr/>
                <p14:nvPr/>
              </p14:nvContentPartPr>
              <p14:xfrm>
                <a:off x="9302865" y="5871615"/>
                <a:ext cx="11880" cy="11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5940892-57DA-4468-3F6F-B93277D829F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96745" y="5865495"/>
                  <a:ext cx="24120" cy="2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6833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81513C4-6F72-A68B-FA15-A3F3F7D8F1EF}"/>
              </a:ext>
            </a:extLst>
          </p:cNvPr>
          <p:cNvGrpSpPr/>
          <p:nvPr/>
        </p:nvGrpSpPr>
        <p:grpSpPr>
          <a:xfrm>
            <a:off x="1298265" y="670335"/>
            <a:ext cx="3996360" cy="889560"/>
            <a:chOff x="1298265" y="670335"/>
            <a:chExt cx="3996360" cy="88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764CA17-E714-5429-8276-FD2BBBB0B7B4}"/>
                    </a:ext>
                  </a:extLst>
                </p14:cNvPr>
                <p14:cNvContentPartPr/>
                <p14:nvPr/>
              </p14:nvContentPartPr>
              <p14:xfrm>
                <a:off x="1298265" y="670335"/>
                <a:ext cx="625680" cy="682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764CA17-E714-5429-8276-FD2BBBB0B7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92145" y="664215"/>
                  <a:ext cx="63792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EBEE74-2AD9-AAD6-3998-230789F2A80A}"/>
                    </a:ext>
                  </a:extLst>
                </p14:cNvPr>
                <p14:cNvContentPartPr/>
                <p14:nvPr/>
              </p14:nvContentPartPr>
              <p14:xfrm>
                <a:off x="2191065" y="896055"/>
                <a:ext cx="176760" cy="497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EBEE74-2AD9-AAD6-3998-230789F2A8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84945" y="889935"/>
                  <a:ext cx="18900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DC32A35-D7C7-903C-687D-CB7057B83583}"/>
                    </a:ext>
                  </a:extLst>
                </p14:cNvPr>
                <p14:cNvContentPartPr/>
                <p14:nvPr/>
              </p14:nvContentPartPr>
              <p14:xfrm>
                <a:off x="2632065" y="932055"/>
                <a:ext cx="990360" cy="436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DC32A35-D7C7-903C-687D-CB7057B835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25945" y="925935"/>
                  <a:ext cx="10026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274AFAD-27BA-244E-A955-B4D9533807AA}"/>
                    </a:ext>
                  </a:extLst>
                </p14:cNvPr>
                <p14:cNvContentPartPr/>
                <p14:nvPr/>
              </p14:nvContentPartPr>
              <p14:xfrm>
                <a:off x="4182225" y="1169655"/>
                <a:ext cx="1092960" cy="34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274AFAD-27BA-244E-A955-B4D9533807A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76105" y="1163535"/>
                  <a:ext cx="1105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B70AE5B-5239-4CD5-0D2A-DB56F9A18AFD}"/>
                    </a:ext>
                  </a:extLst>
                </p14:cNvPr>
                <p14:cNvContentPartPr/>
                <p14:nvPr/>
              </p14:nvContentPartPr>
              <p14:xfrm>
                <a:off x="4687305" y="784095"/>
                <a:ext cx="607320" cy="775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B70AE5B-5239-4CD5-0D2A-DB56F9A18A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81185" y="777975"/>
                  <a:ext cx="619560" cy="78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28E168-C78A-38F9-D6D3-0944AD20EA64}"/>
              </a:ext>
            </a:extLst>
          </p:cNvPr>
          <p:cNvGrpSpPr/>
          <p:nvPr/>
        </p:nvGrpSpPr>
        <p:grpSpPr>
          <a:xfrm>
            <a:off x="6180585" y="612375"/>
            <a:ext cx="2327760" cy="1243440"/>
            <a:chOff x="6180585" y="612375"/>
            <a:chExt cx="2327760" cy="12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F3AF800-8D8A-C001-6650-07527B74D914}"/>
                    </a:ext>
                  </a:extLst>
                </p14:cNvPr>
                <p14:cNvContentPartPr/>
                <p14:nvPr/>
              </p14:nvContentPartPr>
              <p14:xfrm>
                <a:off x="6180585" y="612375"/>
                <a:ext cx="393480" cy="960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F3AF800-8D8A-C001-6650-07527B74D91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74465" y="606255"/>
                  <a:ext cx="40572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4CAC4B0-7E51-4D7A-E2C6-D873363F89A0}"/>
                    </a:ext>
                  </a:extLst>
                </p14:cNvPr>
                <p14:cNvContentPartPr/>
                <p14:nvPr/>
              </p14:nvContentPartPr>
              <p14:xfrm>
                <a:off x="6608985" y="861855"/>
                <a:ext cx="280080" cy="993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4CAC4B0-7E51-4D7A-E2C6-D873363F89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02865" y="855735"/>
                  <a:ext cx="292320" cy="10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3E6C49-6CA1-7C73-F7BD-C820017213F3}"/>
                    </a:ext>
                  </a:extLst>
                </p14:cNvPr>
                <p14:cNvContentPartPr/>
                <p14:nvPr/>
              </p14:nvContentPartPr>
              <p14:xfrm>
                <a:off x="6725265" y="1105935"/>
                <a:ext cx="303840" cy="333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3E6C49-6CA1-7C73-F7BD-C820017213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19145" y="1099815"/>
                  <a:ext cx="3160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71ED9D-D82E-E6C0-CAEF-9314E97C0BCB}"/>
                    </a:ext>
                  </a:extLst>
                </p14:cNvPr>
                <p14:cNvContentPartPr/>
                <p14:nvPr/>
              </p14:nvContentPartPr>
              <p14:xfrm>
                <a:off x="7191825" y="1145535"/>
                <a:ext cx="251640" cy="289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71ED9D-D82E-E6C0-CAEF-9314E97C0B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85705" y="1139415"/>
                  <a:ext cx="2638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6F9FD4A-B583-D442-AB4C-E33877078159}"/>
                    </a:ext>
                  </a:extLst>
                </p14:cNvPr>
                <p14:cNvContentPartPr/>
                <p14:nvPr/>
              </p14:nvContentPartPr>
              <p14:xfrm>
                <a:off x="7849185" y="1040775"/>
                <a:ext cx="141840" cy="347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6F9FD4A-B583-D442-AB4C-E338770781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43065" y="1034655"/>
                  <a:ext cx="1540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C14478-92CC-F434-AADD-C7E1A3950296}"/>
                    </a:ext>
                  </a:extLst>
                </p14:cNvPr>
                <p14:cNvContentPartPr/>
                <p14:nvPr/>
              </p14:nvContentPartPr>
              <p14:xfrm>
                <a:off x="8145825" y="1205655"/>
                <a:ext cx="362520" cy="244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C14478-92CC-F434-AADD-C7E1A39502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39705" y="1199535"/>
                  <a:ext cx="37476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19C401-208A-1C57-AA30-5FC0C1D57B0E}"/>
              </a:ext>
            </a:extLst>
          </p:cNvPr>
          <p:cNvGrpSpPr/>
          <p:nvPr/>
        </p:nvGrpSpPr>
        <p:grpSpPr>
          <a:xfrm>
            <a:off x="9534705" y="846015"/>
            <a:ext cx="1663560" cy="744480"/>
            <a:chOff x="9534705" y="846015"/>
            <a:chExt cx="1663560" cy="74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C72A9A-06B2-9611-FFAF-475567EB7B08}"/>
                    </a:ext>
                  </a:extLst>
                </p14:cNvPr>
                <p14:cNvContentPartPr/>
                <p14:nvPr/>
              </p14:nvContentPartPr>
              <p14:xfrm>
                <a:off x="9534705" y="1379535"/>
                <a:ext cx="228960" cy="93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C72A9A-06B2-9611-FFAF-475567EB7B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28585" y="1373415"/>
                  <a:ext cx="241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3CA0CF-585F-3588-2FBC-EA1E00F94368}"/>
                    </a:ext>
                  </a:extLst>
                </p14:cNvPr>
                <p14:cNvContentPartPr/>
                <p14:nvPr/>
              </p14:nvContentPartPr>
              <p14:xfrm>
                <a:off x="9975705" y="846015"/>
                <a:ext cx="349200" cy="74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3CA0CF-585F-3588-2FBC-EA1E00F943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69585" y="839895"/>
                  <a:ext cx="36144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D3852A-9468-5466-23DA-81D243F0D8A5}"/>
                    </a:ext>
                  </a:extLst>
                </p14:cNvPr>
                <p14:cNvContentPartPr/>
                <p14:nvPr/>
              </p14:nvContentPartPr>
              <p14:xfrm>
                <a:off x="10186305" y="1061655"/>
                <a:ext cx="1011960" cy="316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D3852A-9468-5466-23DA-81D243F0D8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80185" y="1055535"/>
                  <a:ext cx="102420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57DEDB-F5C0-F712-2D98-E2ED2A77C8A3}"/>
              </a:ext>
            </a:extLst>
          </p:cNvPr>
          <p:cNvGrpSpPr/>
          <p:nvPr/>
        </p:nvGrpSpPr>
        <p:grpSpPr>
          <a:xfrm>
            <a:off x="1333545" y="2294295"/>
            <a:ext cx="1716120" cy="954720"/>
            <a:chOff x="1333545" y="2294295"/>
            <a:chExt cx="1716120" cy="9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F47C00F-84F7-82E3-BB95-3208A651A9E3}"/>
                    </a:ext>
                  </a:extLst>
                </p14:cNvPr>
                <p14:cNvContentPartPr/>
                <p14:nvPr/>
              </p14:nvContentPartPr>
              <p14:xfrm>
                <a:off x="1333545" y="2294295"/>
                <a:ext cx="528480" cy="954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F47C00F-84F7-82E3-BB95-3208A651A9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27425" y="2288175"/>
                  <a:ext cx="54072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068043F-FE8E-8A6E-7D8B-9B7C23D4F214}"/>
                    </a:ext>
                  </a:extLst>
                </p14:cNvPr>
                <p14:cNvContentPartPr/>
                <p14:nvPr/>
              </p14:nvContentPartPr>
              <p14:xfrm>
                <a:off x="1533705" y="2646735"/>
                <a:ext cx="419760" cy="129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068043F-FE8E-8A6E-7D8B-9B7C23D4F2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27585" y="2640615"/>
                  <a:ext cx="432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C3C1CB-E0EB-33B8-54DF-EDB1928E9471}"/>
                    </a:ext>
                  </a:extLst>
                </p14:cNvPr>
                <p14:cNvContentPartPr/>
                <p14:nvPr/>
              </p14:nvContentPartPr>
              <p14:xfrm>
                <a:off x="2085585" y="2451255"/>
                <a:ext cx="617760" cy="37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C3C1CB-E0EB-33B8-54DF-EDB1928E947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79465" y="2445135"/>
                  <a:ext cx="6300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7695A2-772B-66C0-FAD2-1994E37B47CE}"/>
                    </a:ext>
                  </a:extLst>
                </p14:cNvPr>
                <p14:cNvContentPartPr/>
                <p14:nvPr/>
              </p14:nvContentPartPr>
              <p14:xfrm>
                <a:off x="2735025" y="2296095"/>
                <a:ext cx="314640" cy="732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7695A2-772B-66C0-FAD2-1994E37B47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28905" y="2289975"/>
                  <a:ext cx="326880" cy="74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2F16F78-E00E-53BA-8830-E7D7663928EA}"/>
              </a:ext>
            </a:extLst>
          </p:cNvPr>
          <p:cNvGrpSpPr/>
          <p:nvPr/>
        </p:nvGrpSpPr>
        <p:grpSpPr>
          <a:xfrm>
            <a:off x="3928425" y="2156775"/>
            <a:ext cx="2270160" cy="859680"/>
            <a:chOff x="3928425" y="2156775"/>
            <a:chExt cx="2270160" cy="85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260F90-65EB-A17F-73CC-A406D46B63F6}"/>
                    </a:ext>
                  </a:extLst>
                </p14:cNvPr>
                <p14:cNvContentPartPr/>
                <p14:nvPr/>
              </p14:nvContentPartPr>
              <p14:xfrm>
                <a:off x="3928425" y="2554935"/>
                <a:ext cx="1814040" cy="87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260F90-65EB-A17F-73CC-A406D46B63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22305" y="2548815"/>
                  <a:ext cx="1826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FB9911-3436-4591-AAB0-2EA1D89C3799}"/>
                    </a:ext>
                  </a:extLst>
                </p14:cNvPr>
                <p14:cNvContentPartPr/>
                <p14:nvPr/>
              </p14:nvContentPartPr>
              <p14:xfrm>
                <a:off x="5082585" y="2156775"/>
                <a:ext cx="687600" cy="859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FB9911-3436-4591-AAB0-2EA1D89C37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76465" y="2150655"/>
                  <a:ext cx="69984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85BFAF-E163-2FEF-2F7E-78386BB02AC8}"/>
                    </a:ext>
                  </a:extLst>
                </p14:cNvPr>
                <p14:cNvContentPartPr/>
                <p14:nvPr/>
              </p14:nvContentPartPr>
              <p14:xfrm>
                <a:off x="6139905" y="2652855"/>
                <a:ext cx="58680" cy="42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85BFAF-E163-2FEF-2F7E-78386BB02AC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33785" y="2646735"/>
                  <a:ext cx="709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CA0F65-B0E5-96E3-462A-E4710B64D151}"/>
              </a:ext>
            </a:extLst>
          </p:cNvPr>
          <p:cNvGrpSpPr/>
          <p:nvPr/>
        </p:nvGrpSpPr>
        <p:grpSpPr>
          <a:xfrm>
            <a:off x="6768825" y="1938615"/>
            <a:ext cx="4112640" cy="929880"/>
            <a:chOff x="6768825" y="1938615"/>
            <a:chExt cx="4112640" cy="9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AFCEBE-37BD-4354-C73D-E0F99010D0B6}"/>
                    </a:ext>
                  </a:extLst>
                </p14:cNvPr>
                <p14:cNvContentPartPr/>
                <p14:nvPr/>
              </p14:nvContentPartPr>
              <p14:xfrm>
                <a:off x="6768825" y="2208615"/>
                <a:ext cx="178560" cy="514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AFCEBE-37BD-4354-C73D-E0F99010D0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62705" y="2202495"/>
                  <a:ext cx="19080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03A4BDB-EE63-66A6-CE85-5422CA8EFDCA}"/>
                    </a:ext>
                  </a:extLst>
                </p14:cNvPr>
                <p14:cNvContentPartPr/>
                <p14:nvPr/>
              </p14:nvContentPartPr>
              <p14:xfrm>
                <a:off x="6981225" y="1954815"/>
                <a:ext cx="1288080" cy="913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03A4BDB-EE63-66A6-CE85-5422CA8EFDC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75105" y="1948695"/>
                  <a:ext cx="130032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CF9D2F-55D2-DF52-6370-9CBFD15B5B8F}"/>
                    </a:ext>
                  </a:extLst>
                </p14:cNvPr>
                <p14:cNvContentPartPr/>
                <p14:nvPr/>
              </p14:nvContentPartPr>
              <p14:xfrm>
                <a:off x="8470905" y="2212215"/>
                <a:ext cx="508680" cy="435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CF9D2F-55D2-DF52-6370-9CBFD15B5B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64785" y="2206095"/>
                  <a:ext cx="5209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BF61F55-E05B-1F9E-FF28-E489FCA61FF8}"/>
                    </a:ext>
                  </a:extLst>
                </p14:cNvPr>
                <p14:cNvContentPartPr/>
                <p14:nvPr/>
              </p14:nvContentPartPr>
              <p14:xfrm>
                <a:off x="8926665" y="2412375"/>
                <a:ext cx="523800" cy="48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BF61F55-E05B-1F9E-FF28-E489FCA61F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20545" y="2406255"/>
                  <a:ext cx="536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6674BB-1692-15A5-1BFB-5037D1A01383}"/>
                    </a:ext>
                  </a:extLst>
                </p14:cNvPr>
                <p14:cNvContentPartPr/>
                <p14:nvPr/>
              </p14:nvContentPartPr>
              <p14:xfrm>
                <a:off x="9513105" y="1938615"/>
                <a:ext cx="707040" cy="662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6674BB-1692-15A5-1BFB-5037D1A013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06985" y="1932495"/>
                  <a:ext cx="71928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C026AFA-3823-B7EF-C001-B36CBC27EC68}"/>
                    </a:ext>
                  </a:extLst>
                </p14:cNvPr>
                <p14:cNvContentPartPr/>
                <p14:nvPr/>
              </p14:nvContentPartPr>
              <p14:xfrm>
                <a:off x="10467465" y="2070735"/>
                <a:ext cx="23400" cy="56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C026AFA-3823-B7EF-C001-B36CBC27EC6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61345" y="2064615"/>
                  <a:ext cx="35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28FBFB8-013B-5480-35AF-98FA08070AFD}"/>
                    </a:ext>
                  </a:extLst>
                </p14:cNvPr>
                <p14:cNvContentPartPr/>
                <p14:nvPr/>
              </p14:nvContentPartPr>
              <p14:xfrm>
                <a:off x="10646745" y="2336415"/>
                <a:ext cx="234720" cy="221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28FBFB8-013B-5480-35AF-98FA08070AF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40625" y="2330295"/>
                  <a:ext cx="24696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7C72A99-7F0D-4AD3-F482-43EB2C9D914F}"/>
                  </a:ext>
                </a:extLst>
              </p14:cNvPr>
              <p14:cNvContentPartPr/>
              <p14:nvPr/>
            </p14:nvContentPartPr>
            <p14:xfrm>
              <a:off x="1635945" y="3841575"/>
              <a:ext cx="164880" cy="6829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7C72A99-7F0D-4AD3-F482-43EB2C9D914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629825" y="3835455"/>
                <a:ext cx="177120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00A60E0-D352-9359-33CD-B849FA9C96A0}"/>
                  </a:ext>
                </a:extLst>
              </p14:cNvPr>
              <p14:cNvContentPartPr/>
              <p14:nvPr/>
            </p14:nvContentPartPr>
            <p14:xfrm>
              <a:off x="1702905" y="3630255"/>
              <a:ext cx="343440" cy="948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00A60E0-D352-9359-33CD-B849FA9C96A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696785" y="3624135"/>
                <a:ext cx="355680" cy="9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4C3E906-94A4-75F1-EC1B-B930A69B80E0}"/>
                  </a:ext>
                </a:extLst>
              </p14:cNvPr>
              <p14:cNvContentPartPr/>
              <p14:nvPr/>
            </p14:nvContentPartPr>
            <p14:xfrm>
              <a:off x="2498865" y="3969735"/>
              <a:ext cx="533520" cy="322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4C3E906-94A4-75F1-EC1B-B930A69B80E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492745" y="3963615"/>
                <a:ext cx="5457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344C51E-AAC4-EDFD-1C66-CD3CE6A09C56}"/>
                  </a:ext>
                </a:extLst>
              </p14:cNvPr>
              <p14:cNvContentPartPr/>
              <p14:nvPr/>
            </p14:nvContentPartPr>
            <p14:xfrm>
              <a:off x="3062625" y="3936615"/>
              <a:ext cx="319680" cy="255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344C51E-AAC4-EDFD-1C66-CD3CE6A09C5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56505" y="3930495"/>
                <a:ext cx="3319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8495894-82DA-1092-3C5A-16DDBF185D6B}"/>
                  </a:ext>
                </a:extLst>
              </p14:cNvPr>
              <p14:cNvContentPartPr/>
              <p14:nvPr/>
            </p14:nvContentPartPr>
            <p14:xfrm>
              <a:off x="4466985" y="3515055"/>
              <a:ext cx="411480" cy="745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8495894-82DA-1092-3C5A-16DDBF185D6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460865" y="3508935"/>
                <a:ext cx="42372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00B840C-1865-0A2D-EC0E-82B0292736A7}"/>
                  </a:ext>
                </a:extLst>
              </p14:cNvPr>
              <p14:cNvContentPartPr/>
              <p14:nvPr/>
            </p14:nvContentPartPr>
            <p14:xfrm>
              <a:off x="5080785" y="3872895"/>
              <a:ext cx="303120" cy="2152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00B840C-1865-0A2D-EC0E-82B0292736A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74665" y="3866775"/>
                <a:ext cx="3153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261C81B-1AB9-497E-C6C4-020975796ACA}"/>
                  </a:ext>
                </a:extLst>
              </p14:cNvPr>
              <p14:cNvContentPartPr/>
              <p14:nvPr/>
            </p14:nvContentPartPr>
            <p14:xfrm>
              <a:off x="5483985" y="3790095"/>
              <a:ext cx="308880" cy="175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261C81B-1AB9-497E-C6C4-020975796AC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477865" y="3783975"/>
                <a:ext cx="3211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DC68BD4-65BF-03C4-74CE-D670F3C94C33}"/>
                  </a:ext>
                </a:extLst>
              </p14:cNvPr>
              <p14:cNvContentPartPr/>
              <p14:nvPr/>
            </p14:nvContentPartPr>
            <p14:xfrm>
              <a:off x="5912385" y="4021215"/>
              <a:ext cx="270000" cy="15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DC68BD4-65BF-03C4-74CE-D670F3C94C3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06265" y="4015095"/>
                <a:ext cx="2822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F268651-CB25-A85D-A31E-3C539BB61DE8}"/>
                  </a:ext>
                </a:extLst>
              </p14:cNvPr>
              <p14:cNvContentPartPr/>
              <p14:nvPr/>
            </p14:nvContentPartPr>
            <p14:xfrm>
              <a:off x="6694305" y="3895575"/>
              <a:ext cx="1473840" cy="338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F268651-CB25-A85D-A31E-3C539BB61DE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688185" y="3889455"/>
                <a:ext cx="148608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6EF20A2-4DDD-D12C-2C3B-DDA136975F18}"/>
                  </a:ext>
                </a:extLst>
              </p14:cNvPr>
              <p14:cNvContentPartPr/>
              <p14:nvPr/>
            </p14:nvContentPartPr>
            <p14:xfrm>
              <a:off x="8960865" y="3534495"/>
              <a:ext cx="423000" cy="7434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6EF20A2-4DDD-D12C-2C3B-DDA136975F1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954745" y="3528375"/>
                <a:ext cx="435240" cy="7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F34FE21-6A3B-39E8-7F92-EE4551307D4E}"/>
                  </a:ext>
                </a:extLst>
              </p14:cNvPr>
              <p14:cNvContentPartPr/>
              <p14:nvPr/>
            </p14:nvContentPartPr>
            <p14:xfrm>
              <a:off x="9729465" y="3572655"/>
              <a:ext cx="143640" cy="620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F34FE21-6A3B-39E8-7F92-EE4551307D4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723345" y="3566535"/>
                <a:ext cx="155880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854263C-9D86-C59D-98AA-723B95DF7453}"/>
                  </a:ext>
                </a:extLst>
              </p14:cNvPr>
              <p14:cNvContentPartPr/>
              <p14:nvPr/>
            </p14:nvContentPartPr>
            <p14:xfrm>
              <a:off x="9787425" y="3753015"/>
              <a:ext cx="983160" cy="406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854263C-9D86-C59D-98AA-723B95DF745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781305" y="3746895"/>
                <a:ext cx="99540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ABE1239-AC10-3FB9-1103-56B6340C23D6}"/>
                  </a:ext>
                </a:extLst>
              </p14:cNvPr>
              <p14:cNvContentPartPr/>
              <p14:nvPr/>
            </p14:nvContentPartPr>
            <p14:xfrm>
              <a:off x="8846385" y="3969735"/>
              <a:ext cx="1041840" cy="681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ABE1239-AC10-3FB9-1103-56B6340C23D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840265" y="3963615"/>
                <a:ext cx="1054080" cy="6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70C1E5E-AB11-B199-2FE1-9931D3F43F4C}"/>
                  </a:ext>
                </a:extLst>
              </p14:cNvPr>
              <p14:cNvContentPartPr/>
              <p14:nvPr/>
            </p14:nvContentPartPr>
            <p14:xfrm>
              <a:off x="9928545" y="4216695"/>
              <a:ext cx="1056960" cy="4496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70C1E5E-AB11-B199-2FE1-9931D3F43F4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922425" y="4210575"/>
                <a:ext cx="106920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D788DA8-AD44-295F-9C3B-7674B44B0869}"/>
                  </a:ext>
                </a:extLst>
              </p14:cNvPr>
              <p14:cNvContentPartPr/>
              <p14:nvPr/>
            </p14:nvContentPartPr>
            <p14:xfrm>
              <a:off x="7386945" y="3711615"/>
              <a:ext cx="941040" cy="1294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D788DA8-AD44-295F-9C3B-7674B44B086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380825" y="3705495"/>
                <a:ext cx="953280" cy="13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877CA5F-572D-34C5-09FD-CCA1F51D7F4B}"/>
                  </a:ext>
                </a:extLst>
              </p14:cNvPr>
              <p14:cNvContentPartPr/>
              <p14:nvPr/>
            </p14:nvContentPartPr>
            <p14:xfrm>
              <a:off x="7551105" y="5132175"/>
              <a:ext cx="960840" cy="496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877CA5F-572D-34C5-09FD-CCA1F51D7F4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544985" y="5126055"/>
                <a:ext cx="9730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7697273-0E8A-91B9-776A-3B5FDF2F3EA9}"/>
                  </a:ext>
                </a:extLst>
              </p14:cNvPr>
              <p14:cNvContentPartPr/>
              <p14:nvPr/>
            </p14:nvContentPartPr>
            <p14:xfrm>
              <a:off x="8053305" y="4798455"/>
              <a:ext cx="292680" cy="582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7697273-0E8A-91B9-776A-3B5FDF2F3EA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047185" y="4792335"/>
                <a:ext cx="30492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BB7BE7A-71ED-6B09-E640-12387BACA730}"/>
                  </a:ext>
                </a:extLst>
              </p14:cNvPr>
              <p14:cNvContentPartPr/>
              <p14:nvPr/>
            </p14:nvContentPartPr>
            <p14:xfrm>
              <a:off x="8620665" y="4921215"/>
              <a:ext cx="418680" cy="5792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BB7BE7A-71ED-6B09-E640-12387BACA73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614545" y="4915095"/>
                <a:ext cx="43092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99544C8-E4B9-81C5-3E11-6965D5453594}"/>
                  </a:ext>
                </a:extLst>
              </p14:cNvPr>
              <p14:cNvContentPartPr/>
              <p14:nvPr/>
            </p14:nvContentPartPr>
            <p14:xfrm>
              <a:off x="9124305" y="5100135"/>
              <a:ext cx="329400" cy="4075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99544C8-E4B9-81C5-3E11-6965D545359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118185" y="5094015"/>
                <a:ext cx="34164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70BE7E9-1213-511F-3CE0-391B34067180}"/>
                  </a:ext>
                </a:extLst>
              </p14:cNvPr>
              <p14:cNvContentPartPr/>
              <p14:nvPr/>
            </p14:nvContentPartPr>
            <p14:xfrm>
              <a:off x="8993625" y="5235495"/>
              <a:ext cx="565920" cy="2372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70BE7E9-1213-511F-3CE0-391B3406718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987505" y="5229375"/>
                <a:ext cx="5781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504D25C-8CB9-A444-8A7B-82CD88A6FCDB}"/>
                  </a:ext>
                </a:extLst>
              </p14:cNvPr>
              <p14:cNvContentPartPr/>
              <p14:nvPr/>
            </p14:nvContentPartPr>
            <p14:xfrm>
              <a:off x="9585105" y="5200935"/>
              <a:ext cx="612360" cy="5644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504D25C-8CB9-A444-8A7B-82CD88A6FCD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578985" y="5194815"/>
                <a:ext cx="62460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3BD147F-7359-DDEF-2665-BCE68ED89ED4}"/>
                  </a:ext>
                </a:extLst>
              </p14:cNvPr>
              <p14:cNvContentPartPr/>
              <p14:nvPr/>
            </p14:nvContentPartPr>
            <p14:xfrm>
              <a:off x="10620465" y="5322255"/>
              <a:ext cx="24480" cy="25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3BD147F-7359-DDEF-2665-BCE68ED89ED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614345" y="5316135"/>
                <a:ext cx="367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6FED597-DF1E-2B53-754A-5A167FBC1ED8}"/>
                  </a:ext>
                </a:extLst>
              </p14:cNvPr>
              <p14:cNvContentPartPr/>
              <p14:nvPr/>
            </p14:nvContentPartPr>
            <p14:xfrm>
              <a:off x="2715225" y="4542135"/>
              <a:ext cx="1202040" cy="9781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6FED597-DF1E-2B53-754A-5A167FBC1ED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709105" y="4536015"/>
                <a:ext cx="1214280" cy="9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39958A2-5569-016A-F8EB-C4180CB86B89}"/>
                  </a:ext>
                </a:extLst>
              </p14:cNvPr>
              <p14:cNvContentPartPr/>
              <p14:nvPr/>
            </p14:nvContentPartPr>
            <p14:xfrm>
              <a:off x="4627905" y="4691895"/>
              <a:ext cx="110160" cy="3970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39958A2-5569-016A-F8EB-C4180CB86B8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621785" y="4685775"/>
                <a:ext cx="12240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DA90071-E83A-EE20-512D-2BF3C79864F8}"/>
                  </a:ext>
                </a:extLst>
              </p14:cNvPr>
              <p14:cNvContentPartPr/>
              <p14:nvPr/>
            </p14:nvContentPartPr>
            <p14:xfrm>
              <a:off x="4528545" y="4881975"/>
              <a:ext cx="946800" cy="2494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DA90071-E83A-EE20-512D-2BF3C79864F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22425" y="4875855"/>
                <a:ext cx="9590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70202EB-6392-AA92-14CC-1B51BB82E743}"/>
                  </a:ext>
                </a:extLst>
              </p14:cNvPr>
              <p14:cNvContentPartPr/>
              <p14:nvPr/>
            </p14:nvContentPartPr>
            <p14:xfrm>
              <a:off x="6146745" y="4936695"/>
              <a:ext cx="723960" cy="3250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70202EB-6392-AA92-14CC-1B51BB82E74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140625" y="4930575"/>
                <a:ext cx="73620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50A90B2-97EF-02A1-F507-D9977AEC4AFB}"/>
                  </a:ext>
                </a:extLst>
              </p14:cNvPr>
              <p14:cNvContentPartPr/>
              <p14:nvPr/>
            </p14:nvContentPartPr>
            <p14:xfrm>
              <a:off x="3490665" y="5189775"/>
              <a:ext cx="8280" cy="187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50A90B2-97EF-02A1-F507-D9977AEC4AF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484545" y="5183655"/>
                <a:ext cx="205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AD223B8-BBBC-6546-5B77-5A4339242E73}"/>
                  </a:ext>
                </a:extLst>
              </p14:cNvPr>
              <p14:cNvContentPartPr/>
              <p14:nvPr/>
            </p14:nvContentPartPr>
            <p14:xfrm>
              <a:off x="3563745" y="5429895"/>
              <a:ext cx="195840" cy="5396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AD223B8-BBBC-6546-5B77-5A4339242E7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57625" y="5423775"/>
                <a:ext cx="20808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7023228-C00F-02B3-0CE9-93FB0D814E69}"/>
                  </a:ext>
                </a:extLst>
              </p14:cNvPr>
              <p14:cNvContentPartPr/>
              <p14:nvPr/>
            </p14:nvContentPartPr>
            <p14:xfrm>
              <a:off x="3331905" y="5374815"/>
              <a:ext cx="1783080" cy="5742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7023228-C00F-02B3-0CE9-93FB0D814E6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325785" y="5368695"/>
                <a:ext cx="179532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7710E35-5EC9-B879-F4FD-B9D204EA4002}"/>
                  </a:ext>
                </a:extLst>
              </p14:cNvPr>
              <p14:cNvContentPartPr/>
              <p14:nvPr/>
            </p14:nvContentPartPr>
            <p14:xfrm>
              <a:off x="5333145" y="5601255"/>
              <a:ext cx="420840" cy="735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7710E35-5EC9-B879-F4FD-B9D204EA400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327025" y="5595135"/>
                <a:ext cx="433080" cy="74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BBB36BC5-F4B0-F08D-01E7-9402413A6EF6}"/>
              </a:ext>
            </a:extLst>
          </p:cNvPr>
          <p:cNvGrpSpPr/>
          <p:nvPr/>
        </p:nvGrpSpPr>
        <p:grpSpPr>
          <a:xfrm>
            <a:off x="6348705" y="5919135"/>
            <a:ext cx="865080" cy="82800"/>
            <a:chOff x="6348705" y="5919135"/>
            <a:chExt cx="865080" cy="8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3A169D0-9A1A-0FB1-4A79-B2556FD5A8DE}"/>
                    </a:ext>
                  </a:extLst>
                </p14:cNvPr>
                <p14:cNvContentPartPr/>
                <p14:nvPr/>
              </p14:nvContentPartPr>
              <p14:xfrm>
                <a:off x="6348705" y="5919135"/>
                <a:ext cx="410040" cy="27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3A169D0-9A1A-0FB1-4A79-B2556FD5A8D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42585" y="5913015"/>
                  <a:ext cx="422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09AFC52-F45F-509A-44B7-E5E1F4B105C3}"/>
                    </a:ext>
                  </a:extLst>
                </p14:cNvPr>
                <p14:cNvContentPartPr/>
                <p14:nvPr/>
              </p14:nvContentPartPr>
              <p14:xfrm>
                <a:off x="7102545" y="5941815"/>
                <a:ext cx="111240" cy="60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09AFC52-F45F-509A-44B7-E5E1F4B105C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96425" y="5935695"/>
                  <a:ext cx="123480" cy="7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1365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C8FF436-6827-AEAD-29F8-150E5BE74ABB}"/>
              </a:ext>
            </a:extLst>
          </p:cNvPr>
          <p:cNvGrpSpPr/>
          <p:nvPr/>
        </p:nvGrpSpPr>
        <p:grpSpPr>
          <a:xfrm>
            <a:off x="1671585" y="673575"/>
            <a:ext cx="3538440" cy="1073880"/>
            <a:chOff x="1671585" y="673575"/>
            <a:chExt cx="353844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D5B42D2-3612-8988-25DE-BDB22B28BFEB}"/>
                    </a:ext>
                  </a:extLst>
                </p14:cNvPr>
                <p14:cNvContentPartPr/>
                <p14:nvPr/>
              </p14:nvContentPartPr>
              <p14:xfrm>
                <a:off x="1671585" y="673575"/>
                <a:ext cx="1180440" cy="142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D5B42D2-3612-8988-25DE-BDB22B28BF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65465" y="667455"/>
                  <a:ext cx="1192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DE3884-6311-1EE0-0456-C0E6A5B6462C}"/>
                    </a:ext>
                  </a:extLst>
                </p14:cNvPr>
                <p14:cNvContentPartPr/>
                <p14:nvPr/>
              </p14:nvContentPartPr>
              <p14:xfrm>
                <a:off x="2317785" y="729015"/>
                <a:ext cx="154800" cy="546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DE3884-6311-1EE0-0456-C0E6A5B6462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11665" y="722895"/>
                  <a:ext cx="16704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768F098-D9A4-DAF2-B3F6-CB0F7662B73B}"/>
                    </a:ext>
                  </a:extLst>
                </p14:cNvPr>
                <p14:cNvContentPartPr/>
                <p14:nvPr/>
              </p14:nvContentPartPr>
              <p14:xfrm>
                <a:off x="2543505" y="1025655"/>
                <a:ext cx="721080" cy="375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768F098-D9A4-DAF2-B3F6-CB0F7662B7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37385" y="1019535"/>
                  <a:ext cx="7333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4A2035-39B0-9BF0-F0F6-D3061DB70D91}"/>
                    </a:ext>
                  </a:extLst>
                </p14:cNvPr>
                <p14:cNvContentPartPr/>
                <p14:nvPr/>
              </p14:nvContentPartPr>
              <p14:xfrm>
                <a:off x="3237945" y="1210695"/>
                <a:ext cx="176400" cy="266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4A2035-39B0-9BF0-F0F6-D3061DB70D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1825" y="1204575"/>
                  <a:ext cx="1886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3286BD-ECF2-F789-50EC-84EF61718B3F}"/>
                    </a:ext>
                  </a:extLst>
                </p14:cNvPr>
                <p14:cNvContentPartPr/>
                <p14:nvPr/>
              </p14:nvContentPartPr>
              <p14:xfrm>
                <a:off x="3829785" y="1323015"/>
                <a:ext cx="1317240" cy="98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3286BD-ECF2-F789-50EC-84EF61718B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23665" y="1316895"/>
                  <a:ext cx="1329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EA34FA1-AEEE-5DBD-9B28-8119AAB0FE4A}"/>
                    </a:ext>
                  </a:extLst>
                </p14:cNvPr>
                <p14:cNvContentPartPr/>
                <p14:nvPr/>
              </p14:nvContentPartPr>
              <p14:xfrm>
                <a:off x="4719345" y="1023855"/>
                <a:ext cx="490680" cy="723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EA34FA1-AEEE-5DBD-9B28-8119AAB0FE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13225" y="1017735"/>
                  <a:ext cx="502920" cy="73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A9631E-6501-A85A-3C3F-436156BCA036}"/>
              </a:ext>
            </a:extLst>
          </p:cNvPr>
          <p:cNvGrpSpPr/>
          <p:nvPr/>
        </p:nvGrpSpPr>
        <p:grpSpPr>
          <a:xfrm>
            <a:off x="6150705" y="821175"/>
            <a:ext cx="1730520" cy="948960"/>
            <a:chOff x="6150705" y="821175"/>
            <a:chExt cx="173052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2E9847-32C4-CD2D-1773-26178534099D}"/>
                    </a:ext>
                  </a:extLst>
                </p14:cNvPr>
                <p14:cNvContentPartPr/>
                <p14:nvPr/>
              </p14:nvContentPartPr>
              <p14:xfrm>
                <a:off x="6150705" y="862215"/>
                <a:ext cx="299160" cy="842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2E9847-32C4-CD2D-1773-26178534099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44585" y="856095"/>
                  <a:ext cx="311400" cy="85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60C9DF9-E952-DE15-DD99-085EC45B3B53}"/>
                    </a:ext>
                  </a:extLst>
                </p14:cNvPr>
                <p14:cNvContentPartPr/>
                <p14:nvPr/>
              </p14:nvContentPartPr>
              <p14:xfrm>
                <a:off x="6169785" y="821175"/>
                <a:ext cx="548280" cy="948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60C9DF9-E952-DE15-DD99-085EC45B3B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63665" y="815055"/>
                  <a:ext cx="56052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CA941C-08EA-701A-7076-DFA9CE2ED008}"/>
                    </a:ext>
                  </a:extLst>
                </p14:cNvPr>
                <p14:cNvContentPartPr/>
                <p14:nvPr/>
              </p14:nvContentPartPr>
              <p14:xfrm>
                <a:off x="6745785" y="1292775"/>
                <a:ext cx="1135440" cy="337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5CA941C-08EA-701A-7076-DFA9CE2ED0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9665" y="1286655"/>
                  <a:ext cx="114768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9EAB58-674D-0EF7-BD23-BDCC45F9053D}"/>
              </a:ext>
            </a:extLst>
          </p:cNvPr>
          <p:cNvGrpSpPr/>
          <p:nvPr/>
        </p:nvGrpSpPr>
        <p:grpSpPr>
          <a:xfrm>
            <a:off x="8460105" y="797775"/>
            <a:ext cx="1236240" cy="838800"/>
            <a:chOff x="8460105" y="797775"/>
            <a:chExt cx="1236240" cy="83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F9BDD9-00A0-5C90-E0DB-53880F3424EF}"/>
                    </a:ext>
                  </a:extLst>
                </p14:cNvPr>
                <p14:cNvContentPartPr/>
                <p14:nvPr/>
              </p14:nvContentPartPr>
              <p14:xfrm>
                <a:off x="8460105" y="797775"/>
                <a:ext cx="205920" cy="83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F9BDD9-00A0-5C90-E0DB-53880F3424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53985" y="791655"/>
                  <a:ext cx="21816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7D0DA3-3417-8228-DAD3-B7163DC10031}"/>
                    </a:ext>
                  </a:extLst>
                </p14:cNvPr>
                <p14:cNvContentPartPr/>
                <p14:nvPr/>
              </p14:nvContentPartPr>
              <p14:xfrm>
                <a:off x="8906145" y="1385655"/>
                <a:ext cx="375480" cy="203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C7D0DA3-3417-8228-DAD3-B7163DC1003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00025" y="1379535"/>
                  <a:ext cx="387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72EC97-B35D-95BC-3456-C8DAAF20528C}"/>
                    </a:ext>
                  </a:extLst>
                </p14:cNvPr>
                <p14:cNvContentPartPr/>
                <p14:nvPr/>
              </p14:nvContentPartPr>
              <p14:xfrm>
                <a:off x="9344985" y="1356135"/>
                <a:ext cx="42480" cy="1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72EC97-B35D-95BC-3456-C8DAAF2052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38865" y="1350015"/>
                  <a:ext cx="54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398CA6-7FD6-E223-5F22-08D48E0F1E27}"/>
                    </a:ext>
                  </a:extLst>
                </p14:cNvPr>
                <p14:cNvContentPartPr/>
                <p14:nvPr/>
              </p14:nvContentPartPr>
              <p14:xfrm>
                <a:off x="9684465" y="1385655"/>
                <a:ext cx="11880" cy="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398CA6-7FD6-E223-5F22-08D48E0F1E2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78345" y="1379535"/>
                  <a:ext cx="241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04009AD-D6EE-F10B-F424-15C4F22AEB97}"/>
              </a:ext>
            </a:extLst>
          </p:cNvPr>
          <p:cNvGrpSpPr/>
          <p:nvPr/>
        </p:nvGrpSpPr>
        <p:grpSpPr>
          <a:xfrm>
            <a:off x="995505" y="1995855"/>
            <a:ext cx="10346400" cy="3355920"/>
            <a:chOff x="995505" y="1995855"/>
            <a:chExt cx="10346400" cy="335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D5D247-5496-BB4C-A0C3-CE278A1D25FF}"/>
                    </a:ext>
                  </a:extLst>
                </p14:cNvPr>
                <p14:cNvContentPartPr/>
                <p14:nvPr/>
              </p14:nvContentPartPr>
              <p14:xfrm>
                <a:off x="1051305" y="2665815"/>
                <a:ext cx="235440" cy="1655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D5D247-5496-BB4C-A0C3-CE278A1D25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5185" y="2659695"/>
                  <a:ext cx="247680" cy="16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4EE85E-7546-C5C7-4814-FDA468495E09}"/>
                    </a:ext>
                  </a:extLst>
                </p14:cNvPr>
                <p14:cNvContentPartPr/>
                <p14:nvPr/>
              </p14:nvContentPartPr>
              <p14:xfrm>
                <a:off x="995505" y="2301855"/>
                <a:ext cx="3693960" cy="1948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4EE85E-7546-C5C7-4814-FDA468495E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9385" y="2295735"/>
                  <a:ext cx="3706200" cy="19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57D2BCD-9350-ECCC-0E52-18A648716D85}"/>
                    </a:ext>
                  </a:extLst>
                </p14:cNvPr>
                <p14:cNvContentPartPr/>
                <p14:nvPr/>
              </p14:nvContentPartPr>
              <p14:xfrm>
                <a:off x="2315625" y="2858415"/>
                <a:ext cx="464400" cy="676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57D2BCD-9350-ECCC-0E52-18A648716D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09505" y="2852295"/>
                  <a:ext cx="47664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BF30EA3-9112-8292-41AB-A2220B5AABC5}"/>
                    </a:ext>
                  </a:extLst>
                </p14:cNvPr>
                <p14:cNvContentPartPr/>
                <p14:nvPr/>
              </p14:nvContentPartPr>
              <p14:xfrm>
                <a:off x="2690385" y="3022935"/>
                <a:ext cx="627840" cy="262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BF30EA3-9112-8292-41AB-A2220B5AABC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84265" y="3016815"/>
                  <a:ext cx="640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CE6F07-B689-D78E-71FD-24C5C1938953}"/>
                    </a:ext>
                  </a:extLst>
                </p14:cNvPr>
                <p14:cNvContentPartPr/>
                <p14:nvPr/>
              </p14:nvContentPartPr>
              <p14:xfrm>
                <a:off x="3244785" y="2752935"/>
                <a:ext cx="171720" cy="81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CE6F07-B689-D78E-71FD-24C5C19389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38665" y="2746815"/>
                  <a:ext cx="183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0848EF-5890-3D1B-88ED-BCF2679CC76C}"/>
                    </a:ext>
                  </a:extLst>
                </p14:cNvPr>
                <p14:cNvContentPartPr/>
                <p14:nvPr/>
              </p14:nvContentPartPr>
              <p14:xfrm>
                <a:off x="3212745" y="3369255"/>
                <a:ext cx="223200" cy="119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0848EF-5890-3D1B-88ED-BCF2679CC7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06625" y="3363135"/>
                  <a:ext cx="235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ECD848B-7E6A-81E2-0306-7E5BCA09572A}"/>
                    </a:ext>
                  </a:extLst>
                </p14:cNvPr>
                <p14:cNvContentPartPr/>
                <p14:nvPr/>
              </p14:nvContentPartPr>
              <p14:xfrm>
                <a:off x="4141905" y="3278535"/>
                <a:ext cx="1121760" cy="807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ECD848B-7E6A-81E2-0306-7E5BCA0957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35785" y="3272415"/>
                  <a:ext cx="113400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C08362F-B053-29C1-5622-D7B124FC7C92}"/>
                    </a:ext>
                  </a:extLst>
                </p14:cNvPr>
                <p14:cNvContentPartPr/>
                <p14:nvPr/>
              </p14:nvContentPartPr>
              <p14:xfrm>
                <a:off x="4919145" y="3444495"/>
                <a:ext cx="298440" cy="94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C08362F-B053-29C1-5622-D7B124FC7C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13025" y="3438375"/>
                  <a:ext cx="310680" cy="9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FE88F3-191D-A091-E850-DA0C03F398E0}"/>
                    </a:ext>
                  </a:extLst>
                </p14:cNvPr>
                <p14:cNvContentPartPr/>
                <p14:nvPr/>
              </p14:nvContentPartPr>
              <p14:xfrm>
                <a:off x="5406225" y="3929775"/>
                <a:ext cx="99720" cy="7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8FE88F3-191D-A091-E850-DA0C03F398E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00105" y="3923655"/>
                  <a:ext cx="1119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607D560-E313-B52F-C0DE-3FB61F5B9CA2}"/>
                    </a:ext>
                  </a:extLst>
                </p14:cNvPr>
                <p14:cNvContentPartPr/>
                <p14:nvPr/>
              </p14:nvContentPartPr>
              <p14:xfrm>
                <a:off x="6066825" y="5097975"/>
                <a:ext cx="195840" cy="253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607D560-E313-B52F-C0DE-3FB61F5B9CA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60705" y="5091855"/>
                  <a:ext cx="2080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0DDCC3-43BC-93EB-42A2-2E2A1E8DC6DF}"/>
                    </a:ext>
                  </a:extLst>
                </p14:cNvPr>
                <p14:cNvContentPartPr/>
                <p14:nvPr/>
              </p14:nvContentPartPr>
              <p14:xfrm>
                <a:off x="6509985" y="2095575"/>
                <a:ext cx="529920" cy="386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0DDCC3-43BC-93EB-42A2-2E2A1E8DC6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03865" y="2089455"/>
                  <a:ext cx="5421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F2AC07-381C-3161-E8DD-5617574DB236}"/>
                    </a:ext>
                  </a:extLst>
                </p14:cNvPr>
                <p14:cNvContentPartPr/>
                <p14:nvPr/>
              </p14:nvContentPartPr>
              <p14:xfrm>
                <a:off x="6276705" y="2215095"/>
                <a:ext cx="254520" cy="697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F2AC07-381C-3161-E8DD-5617574DB2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70585" y="2208975"/>
                  <a:ext cx="26676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FF108E-4D39-E5C0-4E3A-FC04EC1E81EF}"/>
                    </a:ext>
                  </a:extLst>
                </p14:cNvPr>
                <p14:cNvContentPartPr/>
                <p14:nvPr/>
              </p14:nvContentPartPr>
              <p14:xfrm>
                <a:off x="6294345" y="1995855"/>
                <a:ext cx="806400" cy="9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FF108E-4D39-E5C0-4E3A-FC04EC1E81E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88225" y="1989735"/>
                  <a:ext cx="818640" cy="9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2DDF30-D8BD-631E-803C-40C6AF6AE42B}"/>
                    </a:ext>
                  </a:extLst>
                </p14:cNvPr>
                <p14:cNvContentPartPr/>
                <p14:nvPr/>
              </p14:nvContentPartPr>
              <p14:xfrm>
                <a:off x="7102545" y="2539095"/>
                <a:ext cx="1060200" cy="222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2DDF30-D8BD-631E-803C-40C6AF6AE42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96425" y="2532975"/>
                  <a:ext cx="10724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0546C62-2FCB-A7E1-F508-14F5065CEBBF}"/>
                    </a:ext>
                  </a:extLst>
                </p14:cNvPr>
                <p14:cNvContentPartPr/>
                <p14:nvPr/>
              </p14:nvContentPartPr>
              <p14:xfrm>
                <a:off x="8225025" y="2355855"/>
                <a:ext cx="38160" cy="66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0546C62-2FCB-A7E1-F508-14F5065CEB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18905" y="2349735"/>
                  <a:ext cx="50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1BDAE1-2696-64FC-4AF9-C137D9F5D2CA}"/>
                    </a:ext>
                  </a:extLst>
                </p14:cNvPr>
                <p14:cNvContentPartPr/>
                <p14:nvPr/>
              </p14:nvContentPartPr>
              <p14:xfrm>
                <a:off x="8383785" y="2519295"/>
                <a:ext cx="272160" cy="19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1BDAE1-2696-64FC-4AF9-C137D9F5D2C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77665" y="2513175"/>
                  <a:ext cx="284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8C5301-AD96-3ABA-D07B-5BD3560C520B}"/>
                    </a:ext>
                  </a:extLst>
                </p14:cNvPr>
                <p14:cNvContentPartPr/>
                <p14:nvPr/>
              </p14:nvContentPartPr>
              <p14:xfrm>
                <a:off x="8725425" y="2335335"/>
                <a:ext cx="103320" cy="201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8C5301-AD96-3ABA-D07B-5BD3560C52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19305" y="2329215"/>
                  <a:ext cx="115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10BD9E-A73B-13E5-DA4B-ECB58EAE0DD7}"/>
                    </a:ext>
                  </a:extLst>
                </p14:cNvPr>
                <p14:cNvContentPartPr/>
                <p14:nvPr/>
              </p14:nvContentPartPr>
              <p14:xfrm>
                <a:off x="8802825" y="2473935"/>
                <a:ext cx="651960" cy="197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10BD9E-A73B-13E5-DA4B-ECB58EAE0D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96705" y="2467815"/>
                  <a:ext cx="664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6ED51DC-C6CD-17E5-4280-2AC00C786381}"/>
                    </a:ext>
                  </a:extLst>
                </p14:cNvPr>
                <p14:cNvContentPartPr/>
                <p14:nvPr/>
              </p14:nvContentPartPr>
              <p14:xfrm>
                <a:off x="9429585" y="2624415"/>
                <a:ext cx="60840" cy="36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6ED51DC-C6CD-17E5-4280-2AC00C78638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23465" y="2618295"/>
                  <a:ext cx="73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E9C3A1-FBC2-9B88-C79B-00AA9EA2CEE8}"/>
                    </a:ext>
                  </a:extLst>
                </p14:cNvPr>
                <p14:cNvContentPartPr/>
                <p14:nvPr/>
              </p14:nvContentPartPr>
              <p14:xfrm>
                <a:off x="7205145" y="3303375"/>
                <a:ext cx="46080" cy="25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E9C3A1-FBC2-9B88-C79B-00AA9EA2CE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99025" y="3297255"/>
                  <a:ext cx="58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BD7732-A1FE-1FE5-6851-9DAEE9E8F3DB}"/>
                    </a:ext>
                  </a:extLst>
                </p14:cNvPr>
                <p14:cNvContentPartPr/>
                <p14:nvPr/>
              </p14:nvContentPartPr>
              <p14:xfrm>
                <a:off x="7354905" y="2923575"/>
                <a:ext cx="303120" cy="885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BD7732-A1FE-1FE5-6851-9DAEE9E8F3D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48785" y="2917455"/>
                  <a:ext cx="31536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C4AA8D-AF0F-D6B8-C10C-63194AE98A79}"/>
                    </a:ext>
                  </a:extLst>
                </p14:cNvPr>
                <p14:cNvContentPartPr/>
                <p14:nvPr/>
              </p14:nvContentPartPr>
              <p14:xfrm>
                <a:off x="6822825" y="3448455"/>
                <a:ext cx="1139400" cy="411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C4AA8D-AF0F-D6B8-C10C-63194AE98A7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16705" y="3442335"/>
                  <a:ext cx="11516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6B2B3E4-C2AC-3892-0C8D-73B7C56C6A19}"/>
                    </a:ext>
                  </a:extLst>
                </p14:cNvPr>
                <p14:cNvContentPartPr/>
                <p14:nvPr/>
              </p14:nvContentPartPr>
              <p14:xfrm>
                <a:off x="5695305" y="4019415"/>
                <a:ext cx="151200" cy="424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6B2B3E4-C2AC-3892-0C8D-73B7C56C6A1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89185" y="4013295"/>
                  <a:ext cx="16344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07E96F4-E5E7-23A7-690E-FA334942D8CC}"/>
                    </a:ext>
                  </a:extLst>
                </p14:cNvPr>
                <p14:cNvContentPartPr/>
                <p14:nvPr/>
              </p14:nvContentPartPr>
              <p14:xfrm>
                <a:off x="5848665" y="3841215"/>
                <a:ext cx="765360" cy="714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07E96F4-E5E7-23A7-690E-FA334942D8C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42545" y="3835095"/>
                  <a:ext cx="77760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7E2BDCB-5018-C35C-A9B5-DC79E0A859C7}"/>
                    </a:ext>
                  </a:extLst>
                </p14:cNvPr>
                <p14:cNvContentPartPr/>
                <p14:nvPr/>
              </p14:nvContentPartPr>
              <p14:xfrm>
                <a:off x="6778905" y="4048215"/>
                <a:ext cx="3960" cy="56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7E2BDCB-5018-C35C-A9B5-DC79E0A859C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72785" y="4042095"/>
                  <a:ext cx="16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719914E-FFC5-FAD9-8AC9-D1F374921EBE}"/>
                    </a:ext>
                  </a:extLst>
                </p14:cNvPr>
                <p14:cNvContentPartPr/>
                <p14:nvPr/>
              </p14:nvContentPartPr>
              <p14:xfrm>
                <a:off x="6790425" y="4247655"/>
                <a:ext cx="501480" cy="236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719914E-FFC5-FAD9-8AC9-D1F374921E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84305" y="4241535"/>
                  <a:ext cx="5137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DC68854-F3D3-3370-F033-FEA392C13F01}"/>
                    </a:ext>
                  </a:extLst>
                </p14:cNvPr>
                <p14:cNvContentPartPr/>
                <p14:nvPr/>
              </p14:nvContentPartPr>
              <p14:xfrm>
                <a:off x="7411065" y="4074855"/>
                <a:ext cx="33480" cy="50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DC68854-F3D3-3370-F033-FEA392C13F0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04945" y="4068735"/>
                  <a:ext cx="45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6A743B-25E6-75D4-E85B-2C28D5632473}"/>
                    </a:ext>
                  </a:extLst>
                </p14:cNvPr>
                <p14:cNvContentPartPr/>
                <p14:nvPr/>
              </p14:nvContentPartPr>
              <p14:xfrm>
                <a:off x="7504665" y="4322895"/>
                <a:ext cx="560520" cy="16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6A743B-25E6-75D4-E85B-2C28D56324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98545" y="4316775"/>
                  <a:ext cx="572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E86A9E-9D87-4D0C-79FF-208E5ED5ADF9}"/>
                    </a:ext>
                  </a:extLst>
                </p14:cNvPr>
                <p14:cNvContentPartPr/>
                <p14:nvPr/>
              </p14:nvContentPartPr>
              <p14:xfrm>
                <a:off x="8095785" y="4026615"/>
                <a:ext cx="17640" cy="54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E86A9E-9D87-4D0C-79FF-208E5ED5ADF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89665" y="4020495"/>
                  <a:ext cx="29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3362D2-FC31-B96C-9F22-19CF6E5F679C}"/>
                    </a:ext>
                  </a:extLst>
                </p14:cNvPr>
                <p14:cNvContentPartPr/>
                <p14:nvPr/>
              </p14:nvContentPartPr>
              <p14:xfrm>
                <a:off x="8285865" y="4038855"/>
                <a:ext cx="561240" cy="368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3362D2-FC31-B96C-9F22-19CF6E5F67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79745" y="4032735"/>
                  <a:ext cx="5734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37D2B9-9E6C-40BB-E64C-42D1CD75ECDE}"/>
                    </a:ext>
                  </a:extLst>
                </p14:cNvPr>
                <p14:cNvContentPartPr/>
                <p14:nvPr/>
              </p14:nvContentPartPr>
              <p14:xfrm>
                <a:off x="9046545" y="4425495"/>
                <a:ext cx="19800" cy="33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37D2B9-9E6C-40BB-E64C-42D1CD75ECD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40425" y="4419375"/>
                  <a:ext cx="32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2C841FB-8671-4DC4-FBA6-9DD9B4723C2C}"/>
                    </a:ext>
                  </a:extLst>
                </p14:cNvPr>
                <p14:cNvContentPartPr/>
                <p14:nvPr/>
              </p14:nvContentPartPr>
              <p14:xfrm>
                <a:off x="9323385" y="3816375"/>
                <a:ext cx="1735200" cy="546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2C841FB-8671-4DC4-FBA6-9DD9B4723C2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17265" y="3810255"/>
                  <a:ext cx="174744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9AB681-BA03-5A42-7F5C-532A46C68D1A}"/>
                    </a:ext>
                  </a:extLst>
                </p14:cNvPr>
                <p14:cNvContentPartPr/>
                <p14:nvPr/>
              </p14:nvContentPartPr>
              <p14:xfrm>
                <a:off x="11319945" y="4417575"/>
                <a:ext cx="21960" cy="5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09AB681-BA03-5A42-7F5C-532A46C68D1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13825" y="4411455"/>
                  <a:ext cx="342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2E2C088-664A-5D51-63E1-3D0F13008168}"/>
                    </a:ext>
                  </a:extLst>
                </p14:cNvPr>
                <p14:cNvContentPartPr/>
                <p14:nvPr/>
              </p14:nvContentPartPr>
              <p14:xfrm>
                <a:off x="6162945" y="4548975"/>
                <a:ext cx="203760" cy="327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2E2C088-664A-5D51-63E1-3D0F1300816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56825" y="4542855"/>
                  <a:ext cx="2160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DF99313-6898-EC7E-2FBD-EA5E384A289A}"/>
                    </a:ext>
                  </a:extLst>
                </p14:cNvPr>
                <p14:cNvContentPartPr/>
                <p14:nvPr/>
              </p14:nvContentPartPr>
              <p14:xfrm>
                <a:off x="6351945" y="4793775"/>
                <a:ext cx="44280" cy="131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DF99313-6898-EC7E-2FBD-EA5E384A289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5825" y="4787655"/>
                  <a:ext cx="56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E4DEF7-7E69-F9C6-DA8F-172FECA89DF6}"/>
                    </a:ext>
                  </a:extLst>
                </p14:cNvPr>
                <p14:cNvContentPartPr/>
                <p14:nvPr/>
              </p14:nvContentPartPr>
              <p14:xfrm>
                <a:off x="6630225" y="5063415"/>
                <a:ext cx="1326240" cy="218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E4DEF7-7E69-F9C6-DA8F-172FECA89DF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24105" y="5057295"/>
                  <a:ext cx="1338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B89FB3F-27B7-CB21-BE93-462AC1C3682E}"/>
                    </a:ext>
                  </a:extLst>
                </p14:cNvPr>
                <p14:cNvContentPartPr/>
                <p14:nvPr/>
              </p14:nvContentPartPr>
              <p14:xfrm>
                <a:off x="6367425" y="4677495"/>
                <a:ext cx="3167280" cy="407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B89FB3F-27B7-CB21-BE93-462AC1C3682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61305" y="4671375"/>
                  <a:ext cx="31795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A1195F9-943A-B8EF-E263-5B0F34544747}"/>
                    </a:ext>
                  </a:extLst>
                </p14:cNvPr>
                <p14:cNvContentPartPr/>
                <p14:nvPr/>
              </p14:nvContentPartPr>
              <p14:xfrm>
                <a:off x="9867345" y="4730055"/>
                <a:ext cx="575280" cy="97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A1195F9-943A-B8EF-E263-5B0F3454474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61225" y="4723935"/>
                  <a:ext cx="58752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641B4BF-EEB8-7E56-6431-EEF9BDD8E945}"/>
              </a:ext>
            </a:extLst>
          </p:cNvPr>
          <p:cNvGrpSpPr/>
          <p:nvPr/>
        </p:nvGrpSpPr>
        <p:grpSpPr>
          <a:xfrm>
            <a:off x="621465" y="4852095"/>
            <a:ext cx="2604240" cy="942120"/>
            <a:chOff x="621465" y="4852095"/>
            <a:chExt cx="2604240" cy="94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3F40CE7-4B50-3A0E-C825-D3401A69D3FF}"/>
                    </a:ext>
                  </a:extLst>
                </p14:cNvPr>
                <p14:cNvContentPartPr/>
                <p14:nvPr/>
              </p14:nvContentPartPr>
              <p14:xfrm>
                <a:off x="621465" y="5122815"/>
                <a:ext cx="30240" cy="543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3F40CE7-4B50-3A0E-C825-D3401A69D3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5345" y="5116695"/>
                  <a:ext cx="424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70D3F86-1412-EAF2-3A6E-227BD68A7348}"/>
                    </a:ext>
                  </a:extLst>
                </p14:cNvPr>
                <p14:cNvContentPartPr/>
                <p14:nvPr/>
              </p14:nvContentPartPr>
              <p14:xfrm>
                <a:off x="641265" y="4852095"/>
                <a:ext cx="429480" cy="942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70D3F86-1412-EAF2-3A6E-227BD68A734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5145" y="4845975"/>
                  <a:ext cx="441720" cy="9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78FD89E-79BA-97E0-86B6-A7A0B445D09D}"/>
                    </a:ext>
                  </a:extLst>
                </p14:cNvPr>
                <p14:cNvContentPartPr/>
                <p14:nvPr/>
              </p14:nvContentPartPr>
              <p14:xfrm>
                <a:off x="1561785" y="5023455"/>
                <a:ext cx="1001160" cy="293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78FD89E-79BA-97E0-86B6-A7A0B445D0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55665" y="5017335"/>
                  <a:ext cx="10134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DDB290-B36C-53EE-3BD9-68E3494CC31B}"/>
                    </a:ext>
                  </a:extLst>
                </p14:cNvPr>
                <p14:cNvContentPartPr/>
                <p14:nvPr/>
              </p14:nvContentPartPr>
              <p14:xfrm>
                <a:off x="2841225" y="5038575"/>
                <a:ext cx="384480" cy="102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DDB290-B36C-53EE-3BD9-68E3494CC31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35105" y="5032455"/>
                  <a:ext cx="396720" cy="11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7391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C861644-3A14-E689-EBD2-A6181C8DAC7C}"/>
              </a:ext>
            </a:extLst>
          </p:cNvPr>
          <p:cNvGrpSpPr/>
          <p:nvPr/>
        </p:nvGrpSpPr>
        <p:grpSpPr>
          <a:xfrm>
            <a:off x="1274145" y="471615"/>
            <a:ext cx="10191600" cy="5435640"/>
            <a:chOff x="1274145" y="471615"/>
            <a:chExt cx="10191600" cy="543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AF7CF3-466A-D0BF-1253-C79DF92B9109}"/>
                    </a:ext>
                  </a:extLst>
                </p14:cNvPr>
                <p14:cNvContentPartPr/>
                <p14:nvPr/>
              </p14:nvContentPartPr>
              <p14:xfrm>
                <a:off x="10472145" y="1204575"/>
                <a:ext cx="255600" cy="515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AF7CF3-466A-D0BF-1253-C79DF92B91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66025" y="1198455"/>
                  <a:ext cx="26784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B05C17-57F5-EAA5-5D5D-726E12E9F100}"/>
                    </a:ext>
                  </a:extLst>
                </p14:cNvPr>
                <p14:cNvContentPartPr/>
                <p14:nvPr/>
              </p14:nvContentPartPr>
              <p14:xfrm>
                <a:off x="10883625" y="1275855"/>
                <a:ext cx="358200" cy="275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B05C17-57F5-EAA5-5D5D-726E12E9F1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877505" y="1269735"/>
                  <a:ext cx="3704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078044E-594B-0D79-1A9A-EDB97CC5FF13}"/>
                    </a:ext>
                  </a:extLst>
                </p14:cNvPr>
                <p14:cNvContentPartPr/>
                <p14:nvPr/>
              </p14:nvContentPartPr>
              <p14:xfrm>
                <a:off x="11263065" y="1317975"/>
                <a:ext cx="202680" cy="4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078044E-594B-0D79-1A9A-EDB97CC5FF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56945" y="1311855"/>
                  <a:ext cx="214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88560B-62D3-C51C-9821-DFEDD1FD9205}"/>
                    </a:ext>
                  </a:extLst>
                </p14:cNvPr>
                <p14:cNvContentPartPr/>
                <p14:nvPr/>
              </p14:nvContentPartPr>
              <p14:xfrm>
                <a:off x="7415385" y="920535"/>
                <a:ext cx="455040" cy="922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88560B-62D3-C51C-9821-DFEDD1FD92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09265" y="914415"/>
                  <a:ext cx="467280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FAC7333-A98A-8692-4F78-1C791771AB6B}"/>
                    </a:ext>
                  </a:extLst>
                </p14:cNvPr>
                <p14:cNvContentPartPr/>
                <p14:nvPr/>
              </p14:nvContentPartPr>
              <p14:xfrm>
                <a:off x="8102265" y="1389615"/>
                <a:ext cx="261360" cy="320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FAC7333-A98A-8692-4F78-1C791771AB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96145" y="1383495"/>
                  <a:ext cx="2736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A2B465-1866-529C-5A85-FE551C7364CB}"/>
                    </a:ext>
                  </a:extLst>
                </p14:cNvPr>
                <p14:cNvContentPartPr/>
                <p14:nvPr/>
              </p14:nvContentPartPr>
              <p14:xfrm>
                <a:off x="8365785" y="1104135"/>
                <a:ext cx="717840" cy="801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A2B465-1866-529C-5A85-FE551C7364C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59665" y="1098015"/>
                  <a:ext cx="730080" cy="81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809C70-F617-D152-47A6-1D11A7767EA2}"/>
                    </a:ext>
                  </a:extLst>
                </p14:cNvPr>
                <p14:cNvContentPartPr/>
                <p14:nvPr/>
              </p14:nvContentPartPr>
              <p14:xfrm>
                <a:off x="9164625" y="1456935"/>
                <a:ext cx="703080" cy="487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809C70-F617-D152-47A6-1D11A7767E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58505" y="1450815"/>
                  <a:ext cx="7153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822648-B688-81F8-8C9C-7D9A39D828A0}"/>
                    </a:ext>
                  </a:extLst>
                </p14:cNvPr>
                <p14:cNvContentPartPr/>
                <p14:nvPr/>
              </p14:nvContentPartPr>
              <p14:xfrm>
                <a:off x="4960545" y="1121415"/>
                <a:ext cx="72360" cy="407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822648-B688-81F8-8C9C-7D9A39D828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54425" y="1115295"/>
                  <a:ext cx="846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8A87B2-DB2E-5DCE-0563-9DA56CC2E3B9}"/>
                    </a:ext>
                  </a:extLst>
                </p14:cNvPr>
                <p14:cNvContentPartPr/>
                <p14:nvPr/>
              </p14:nvContentPartPr>
              <p14:xfrm>
                <a:off x="4798185" y="838815"/>
                <a:ext cx="315000" cy="230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8A87B2-DB2E-5DCE-0563-9DA56CC2E3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92065" y="832695"/>
                  <a:ext cx="327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0DF72C-5C35-6B64-E194-C79E31E4F964}"/>
                    </a:ext>
                  </a:extLst>
                </p14:cNvPr>
                <p14:cNvContentPartPr/>
                <p14:nvPr/>
              </p14:nvContentPartPr>
              <p14:xfrm>
                <a:off x="4714665" y="1603815"/>
                <a:ext cx="379800" cy="3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0DF72C-5C35-6B64-E194-C79E31E4F9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08545" y="1597695"/>
                  <a:ext cx="392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609145F-9F35-4EF0-B26B-35952CF16415}"/>
                    </a:ext>
                  </a:extLst>
                </p14:cNvPr>
                <p14:cNvContentPartPr/>
                <p14:nvPr/>
              </p14:nvContentPartPr>
              <p14:xfrm>
                <a:off x="5279145" y="1393575"/>
                <a:ext cx="300960" cy="30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609145F-9F35-4EF0-B26B-35952CF164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73025" y="1387455"/>
                  <a:ext cx="3132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EDB8A1-7E8D-5CF5-C63E-D4203B458797}"/>
                    </a:ext>
                  </a:extLst>
                </p14:cNvPr>
                <p14:cNvContentPartPr/>
                <p14:nvPr/>
              </p14:nvContentPartPr>
              <p14:xfrm>
                <a:off x="6029025" y="1593735"/>
                <a:ext cx="149040" cy="17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EDB8A1-7E8D-5CF5-C63E-D4203B4587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22905" y="1587615"/>
                  <a:ext cx="161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70087D1-FC8D-1487-21A1-1448A3DB4A4C}"/>
                    </a:ext>
                  </a:extLst>
                </p14:cNvPr>
                <p14:cNvContentPartPr/>
                <p14:nvPr/>
              </p14:nvContentPartPr>
              <p14:xfrm>
                <a:off x="2250465" y="2217975"/>
                <a:ext cx="291960" cy="65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70087D1-FC8D-1487-21A1-1448A3DB4A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44345" y="2211855"/>
                  <a:ext cx="3042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CB7ADA9-803C-F109-C592-99814CC3D758}"/>
                    </a:ext>
                  </a:extLst>
                </p14:cNvPr>
                <p14:cNvContentPartPr/>
                <p14:nvPr/>
              </p14:nvContentPartPr>
              <p14:xfrm>
                <a:off x="1404105" y="471615"/>
                <a:ext cx="622440" cy="1281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CB7ADA9-803C-F109-C592-99814CC3D7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97985" y="465495"/>
                  <a:ext cx="634680" cy="12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25BA59-77B3-9D37-1EDC-3F611450F952}"/>
                    </a:ext>
                  </a:extLst>
                </p14:cNvPr>
                <p14:cNvContentPartPr/>
                <p14:nvPr/>
              </p14:nvContentPartPr>
              <p14:xfrm>
                <a:off x="2212305" y="1241655"/>
                <a:ext cx="94680" cy="297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25BA59-77B3-9D37-1EDC-3F611450F9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06185" y="1235535"/>
                  <a:ext cx="1069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9A44C6-E0DC-B316-7695-6962ABD4DDB1}"/>
                    </a:ext>
                  </a:extLst>
                </p14:cNvPr>
                <p14:cNvContentPartPr/>
                <p14:nvPr/>
              </p14:nvContentPartPr>
              <p14:xfrm>
                <a:off x="2427585" y="1284495"/>
                <a:ext cx="316800" cy="335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9A44C6-E0DC-B316-7695-6962ABD4DD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21465" y="1278375"/>
                  <a:ext cx="3290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F9F34E-B4F3-8267-168D-C1A2B11D39B3}"/>
                    </a:ext>
                  </a:extLst>
                </p14:cNvPr>
                <p14:cNvContentPartPr/>
                <p14:nvPr/>
              </p14:nvContentPartPr>
              <p14:xfrm>
                <a:off x="2794065" y="939255"/>
                <a:ext cx="276840" cy="73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F9F34E-B4F3-8267-168D-C1A2B11D39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87945" y="933135"/>
                  <a:ext cx="28908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DD18E4-5964-B88F-744C-56367E12AA48}"/>
                    </a:ext>
                  </a:extLst>
                </p14:cNvPr>
                <p14:cNvContentPartPr/>
                <p14:nvPr/>
              </p14:nvContentPartPr>
              <p14:xfrm>
                <a:off x="3312105" y="1294215"/>
                <a:ext cx="774360" cy="737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DD18E4-5964-B88F-744C-56367E12AA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05985" y="1288095"/>
                  <a:ext cx="78660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1608AE-14BF-BF18-9FE9-4462EB1DA62F}"/>
                    </a:ext>
                  </a:extLst>
                </p14:cNvPr>
                <p14:cNvContentPartPr/>
                <p14:nvPr/>
              </p14:nvContentPartPr>
              <p14:xfrm>
                <a:off x="1605345" y="2630175"/>
                <a:ext cx="281880" cy="126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1608AE-14BF-BF18-9FE9-4462EB1DA6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99225" y="2624055"/>
                  <a:ext cx="294120" cy="12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A8F464-2119-7408-36C3-FEBBA341F75C}"/>
                    </a:ext>
                  </a:extLst>
                </p14:cNvPr>
                <p14:cNvContentPartPr/>
                <p14:nvPr/>
              </p14:nvContentPartPr>
              <p14:xfrm>
                <a:off x="1274145" y="2556375"/>
                <a:ext cx="2055960" cy="138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A8F464-2119-7408-36C3-FEBBA341F7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68025" y="2550255"/>
                  <a:ext cx="2068200" cy="14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509EED4-1ACC-0CDB-5D3D-FAF86FFC4AD2}"/>
                    </a:ext>
                  </a:extLst>
                </p14:cNvPr>
                <p14:cNvContentPartPr/>
                <p14:nvPr/>
              </p14:nvContentPartPr>
              <p14:xfrm>
                <a:off x="2903145" y="1928535"/>
                <a:ext cx="546480" cy="1046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509EED4-1ACC-0CDB-5D3D-FAF86FFC4AD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97025" y="1922415"/>
                  <a:ext cx="558720" cy="10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C33EAA-597E-5E3B-5816-17FA5732E13E}"/>
                    </a:ext>
                  </a:extLst>
                </p14:cNvPr>
                <p14:cNvContentPartPr/>
                <p14:nvPr/>
              </p14:nvContentPartPr>
              <p14:xfrm>
                <a:off x="2727105" y="2315175"/>
                <a:ext cx="763920" cy="816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C33EAA-597E-5E3B-5816-17FA5732E13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20985" y="2309055"/>
                  <a:ext cx="776160" cy="82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346233-506D-76EF-B838-419AC0622346}"/>
                    </a:ext>
                  </a:extLst>
                </p14:cNvPr>
                <p14:cNvContentPartPr/>
                <p14:nvPr/>
              </p14:nvContentPartPr>
              <p14:xfrm>
                <a:off x="3031305" y="3548175"/>
                <a:ext cx="3029040" cy="102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346233-506D-76EF-B838-419AC062234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25185" y="3542055"/>
                  <a:ext cx="3041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74A7CFB-9ABE-24FA-255C-7832362E5B6C}"/>
                    </a:ext>
                  </a:extLst>
                </p14:cNvPr>
                <p14:cNvContentPartPr/>
                <p14:nvPr/>
              </p14:nvContentPartPr>
              <p14:xfrm>
                <a:off x="5442945" y="3020775"/>
                <a:ext cx="682560" cy="981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74A7CFB-9ABE-24FA-255C-7832362E5B6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36825" y="3014655"/>
                  <a:ext cx="694800" cy="9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114ACF-9113-1708-5E1C-E6F1807F62E1}"/>
                    </a:ext>
                  </a:extLst>
                </p14:cNvPr>
                <p14:cNvContentPartPr/>
                <p14:nvPr/>
              </p14:nvContentPartPr>
              <p14:xfrm>
                <a:off x="7339065" y="3313455"/>
                <a:ext cx="98640" cy="68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114ACF-9113-1708-5E1C-E6F1807F62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32945" y="3307335"/>
                  <a:ext cx="110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BEEEBB-0836-7182-C243-FFBFB7D26C9C}"/>
                    </a:ext>
                  </a:extLst>
                </p14:cNvPr>
                <p14:cNvContentPartPr/>
                <p14:nvPr/>
              </p14:nvContentPartPr>
              <p14:xfrm>
                <a:off x="3522705" y="4496775"/>
                <a:ext cx="132840" cy="700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BEEEBB-0836-7182-C243-FFBFB7D26C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16585" y="4490655"/>
                  <a:ext cx="14508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CF3C83-DE06-99DE-55F4-4D596E36E5E2}"/>
                    </a:ext>
                  </a:extLst>
                </p14:cNvPr>
                <p14:cNvContentPartPr/>
                <p14:nvPr/>
              </p14:nvContentPartPr>
              <p14:xfrm>
                <a:off x="3365025" y="4241175"/>
                <a:ext cx="740880" cy="150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CF3C83-DE06-99DE-55F4-4D596E36E5E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58905" y="4235055"/>
                  <a:ext cx="753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2AA75B0-5CC0-297A-E9AC-C5175543442C}"/>
                    </a:ext>
                  </a:extLst>
                </p14:cNvPr>
                <p14:cNvContentPartPr/>
                <p14:nvPr/>
              </p14:nvContentPartPr>
              <p14:xfrm>
                <a:off x="3008625" y="5124255"/>
                <a:ext cx="1449000" cy="246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2AA75B0-5CC0-297A-E9AC-C5175543442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02505" y="5118135"/>
                  <a:ext cx="14612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4B3D3E3-677D-4B16-88EA-28690F8ABEB0}"/>
                    </a:ext>
                  </a:extLst>
                </p14:cNvPr>
                <p14:cNvContentPartPr/>
                <p14:nvPr/>
              </p14:nvContentPartPr>
              <p14:xfrm>
                <a:off x="5304345" y="4244415"/>
                <a:ext cx="199080" cy="91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4B3D3E3-677D-4B16-88EA-28690F8ABE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98225" y="4238295"/>
                  <a:ext cx="21132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F68174-23F4-CB51-CC30-67F5CF1513BA}"/>
                    </a:ext>
                  </a:extLst>
                </p14:cNvPr>
                <p14:cNvContentPartPr/>
                <p14:nvPr/>
              </p14:nvContentPartPr>
              <p14:xfrm>
                <a:off x="5553825" y="4114815"/>
                <a:ext cx="352800" cy="675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F68174-23F4-CB51-CC30-67F5CF1513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7705" y="4108695"/>
                  <a:ext cx="36504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F56638-6283-1070-0FD9-7DAE3D148982}"/>
                    </a:ext>
                  </a:extLst>
                </p14:cNvPr>
                <p14:cNvContentPartPr/>
                <p14:nvPr/>
              </p14:nvContentPartPr>
              <p14:xfrm>
                <a:off x="7008225" y="3995655"/>
                <a:ext cx="785520" cy="870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0F56638-6283-1070-0FD9-7DAE3D1489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02105" y="3989535"/>
                  <a:ext cx="797760" cy="88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4A8600C-907A-1796-138C-E783FB630CA5}"/>
                    </a:ext>
                  </a:extLst>
                </p14:cNvPr>
                <p14:cNvContentPartPr/>
                <p14:nvPr/>
              </p14:nvContentPartPr>
              <p14:xfrm>
                <a:off x="3568425" y="5423415"/>
                <a:ext cx="1231200" cy="483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4A8600C-907A-1796-138C-E783FB630C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62305" y="5417295"/>
                  <a:ext cx="12434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D7779A-1AE8-9729-3593-E8391B36071B}"/>
                    </a:ext>
                  </a:extLst>
                </p14:cNvPr>
                <p14:cNvContentPartPr/>
                <p14:nvPr/>
              </p14:nvContentPartPr>
              <p14:xfrm>
                <a:off x="5504505" y="5430615"/>
                <a:ext cx="138096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D7779A-1AE8-9729-3593-E8391B36071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98385" y="5424495"/>
                  <a:ext cx="1393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185F66E-CD11-4457-5170-761CA160E37D}"/>
                    </a:ext>
                  </a:extLst>
                </p14:cNvPr>
                <p14:cNvContentPartPr/>
                <p14:nvPr/>
              </p14:nvContentPartPr>
              <p14:xfrm>
                <a:off x="7886625" y="5162055"/>
                <a:ext cx="846000" cy="83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185F66E-CD11-4457-5170-761CA160E37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80505" y="5155935"/>
                  <a:ext cx="858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7579FE-86D8-50D0-5EF6-4DD689594E72}"/>
                    </a:ext>
                  </a:extLst>
                </p14:cNvPr>
                <p14:cNvContentPartPr/>
                <p14:nvPr/>
              </p14:nvContentPartPr>
              <p14:xfrm>
                <a:off x="4120305" y="4179975"/>
                <a:ext cx="966600" cy="493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7579FE-86D8-50D0-5EF6-4DD689594E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14185" y="4173855"/>
                  <a:ext cx="97884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DD518BB-3AA3-97E5-2470-9B20546AD689}"/>
                    </a:ext>
                  </a:extLst>
                </p14:cNvPr>
                <p14:cNvContentPartPr/>
                <p14:nvPr/>
              </p14:nvContentPartPr>
              <p14:xfrm>
                <a:off x="4967745" y="3873255"/>
                <a:ext cx="144360" cy="43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DD518BB-3AA3-97E5-2470-9B20546AD6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61625" y="3867135"/>
                  <a:ext cx="1566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6950FD-D86E-36EC-D5D1-DA51DCEF40EF}"/>
                    </a:ext>
                  </a:extLst>
                </p14:cNvPr>
                <p14:cNvContentPartPr/>
                <p14:nvPr/>
              </p14:nvContentPartPr>
              <p14:xfrm>
                <a:off x="5343225" y="4098615"/>
                <a:ext cx="12960" cy="4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6950FD-D86E-36EC-D5D1-DA51DCEF40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37105" y="4092495"/>
                  <a:ext cx="25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812E6F7-2A8C-84FA-C846-E4DA321ECBA4}"/>
                    </a:ext>
                  </a:extLst>
                </p14:cNvPr>
                <p14:cNvContentPartPr/>
                <p14:nvPr/>
              </p14:nvContentPartPr>
              <p14:xfrm>
                <a:off x="3872265" y="3802695"/>
                <a:ext cx="1541880" cy="812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812E6F7-2A8C-84FA-C846-E4DA321ECB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66145" y="3796575"/>
                  <a:ext cx="155412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2A1326F-4962-6C38-2B0C-FE4CC783ED39}"/>
                    </a:ext>
                  </a:extLst>
                </p14:cNvPr>
                <p14:cNvContentPartPr/>
                <p14:nvPr/>
              </p14:nvContentPartPr>
              <p14:xfrm>
                <a:off x="5614305" y="3846615"/>
                <a:ext cx="18720" cy="4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2A1326F-4962-6C38-2B0C-FE4CC783ED3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08185" y="3840495"/>
                  <a:ext cx="309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C57BBC6-0E57-6A33-9891-1C46C48D81FF}"/>
                    </a:ext>
                  </a:extLst>
                </p14:cNvPr>
                <p14:cNvContentPartPr/>
                <p14:nvPr/>
              </p14:nvContentPartPr>
              <p14:xfrm>
                <a:off x="5426025" y="4019055"/>
                <a:ext cx="9000" cy="1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C57BBC6-0E57-6A33-9891-1C46C48D81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19905" y="4012935"/>
                  <a:ext cx="21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AB627A-5DB5-B56F-832C-3D79D988D466}"/>
                    </a:ext>
                  </a:extLst>
                </p14:cNvPr>
                <p14:cNvContentPartPr/>
                <p14:nvPr/>
              </p14:nvContentPartPr>
              <p14:xfrm>
                <a:off x="5319465" y="3636735"/>
                <a:ext cx="888480" cy="507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AB627A-5DB5-B56F-832C-3D79D988D4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13345" y="3630615"/>
                  <a:ext cx="90072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10EFFF-EF46-BB09-26BE-49690736C4D7}"/>
                    </a:ext>
                  </a:extLst>
                </p14:cNvPr>
                <p14:cNvContentPartPr/>
                <p14:nvPr/>
              </p14:nvContentPartPr>
              <p14:xfrm>
                <a:off x="6581625" y="3250095"/>
                <a:ext cx="980640" cy="764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10EFFF-EF46-BB09-26BE-49690736C4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75505" y="3243975"/>
                  <a:ext cx="99288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C45BC72-EFA8-FC05-ABF5-A954069DDE8E}"/>
                    </a:ext>
                  </a:extLst>
                </p14:cNvPr>
                <p14:cNvContentPartPr/>
                <p14:nvPr/>
              </p14:nvContentPartPr>
              <p14:xfrm>
                <a:off x="8545785" y="3142095"/>
                <a:ext cx="486360" cy="551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C45BC72-EFA8-FC05-ABF5-A954069DDE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39665" y="3135975"/>
                  <a:ext cx="4986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9C71BE2-49C6-DC3D-76BD-DE10E372B1E7}"/>
                    </a:ext>
                  </a:extLst>
                </p14:cNvPr>
                <p14:cNvContentPartPr/>
                <p14:nvPr/>
              </p14:nvContentPartPr>
              <p14:xfrm>
                <a:off x="9475665" y="3117615"/>
                <a:ext cx="603360" cy="354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9C71BE2-49C6-DC3D-76BD-DE10E372B1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69545" y="3111495"/>
                  <a:ext cx="6156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21F3BA-ABC1-B1B5-90CA-086C4A08AD6E}"/>
                    </a:ext>
                  </a:extLst>
                </p14:cNvPr>
                <p14:cNvContentPartPr/>
                <p14:nvPr/>
              </p14:nvContentPartPr>
              <p14:xfrm>
                <a:off x="10153185" y="3110055"/>
                <a:ext cx="380880" cy="169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21F3BA-ABC1-B1B5-90CA-086C4A08AD6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47065" y="3103935"/>
                  <a:ext cx="393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317BAF2-4B32-DA09-D992-747A8DBA78CA}"/>
                    </a:ext>
                  </a:extLst>
                </p14:cNvPr>
                <p14:cNvContentPartPr/>
                <p14:nvPr/>
              </p14:nvContentPartPr>
              <p14:xfrm>
                <a:off x="10698225" y="3177735"/>
                <a:ext cx="17640" cy="36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317BAF2-4B32-DA09-D992-747A8DBA78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692105" y="3171615"/>
                  <a:ext cx="29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171CDE-E16D-F77F-E674-96D3DAF468CA}"/>
                    </a:ext>
                  </a:extLst>
                </p14:cNvPr>
                <p14:cNvContentPartPr/>
                <p14:nvPr/>
              </p14:nvContentPartPr>
              <p14:xfrm>
                <a:off x="8572425" y="3652215"/>
                <a:ext cx="261000" cy="73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171CDE-E16D-F77F-E674-96D3DAF468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66305" y="3646095"/>
                  <a:ext cx="273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DE95911-634A-66FD-2AB1-6D35C67383BF}"/>
                    </a:ext>
                  </a:extLst>
                </p14:cNvPr>
                <p14:cNvContentPartPr/>
                <p14:nvPr/>
              </p14:nvContentPartPr>
              <p14:xfrm>
                <a:off x="9246705" y="4322895"/>
                <a:ext cx="187560" cy="614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DE95911-634A-66FD-2AB1-6D35C67383B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40585" y="4316775"/>
                  <a:ext cx="1998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5AA6E6A-BEA2-FDB0-C1FF-AF54F8BD8B1B}"/>
                    </a:ext>
                  </a:extLst>
                </p14:cNvPr>
                <p14:cNvContentPartPr/>
                <p14:nvPr/>
              </p14:nvContentPartPr>
              <p14:xfrm>
                <a:off x="8924505" y="4276455"/>
                <a:ext cx="653040" cy="13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5AA6E6A-BEA2-FDB0-C1FF-AF54F8BD8B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18385" y="4270335"/>
                  <a:ext cx="665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53F13A-B9AA-0176-8583-4FB89C3CD6C1}"/>
                    </a:ext>
                  </a:extLst>
                </p14:cNvPr>
                <p14:cNvContentPartPr/>
                <p14:nvPr/>
              </p14:nvContentPartPr>
              <p14:xfrm>
                <a:off x="9488985" y="4116975"/>
                <a:ext cx="343440" cy="574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53F13A-B9AA-0176-8583-4FB89C3CD6C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82865" y="4110855"/>
                  <a:ext cx="35568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0130C55-DDF5-F59F-340A-B09D7282AED3}"/>
                    </a:ext>
                  </a:extLst>
                </p14:cNvPr>
                <p14:cNvContentPartPr/>
                <p14:nvPr/>
              </p14:nvContentPartPr>
              <p14:xfrm>
                <a:off x="8453625" y="4139655"/>
                <a:ext cx="321840" cy="824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0130C55-DDF5-F59F-340A-B09D7282AED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47505" y="4133535"/>
                  <a:ext cx="334080" cy="8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E11CE4A-8858-8A13-BC2A-5EED36ED321E}"/>
                    </a:ext>
                  </a:extLst>
                </p14:cNvPr>
                <p14:cNvContentPartPr/>
                <p14:nvPr/>
              </p14:nvContentPartPr>
              <p14:xfrm>
                <a:off x="8069505" y="3967935"/>
                <a:ext cx="2407320" cy="1276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E11CE4A-8858-8A13-BC2A-5EED36ED321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63385" y="3961815"/>
                  <a:ext cx="2419560" cy="128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299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8694C18-848F-69E2-E39A-21563197634C}"/>
              </a:ext>
            </a:extLst>
          </p:cNvPr>
          <p:cNvGrpSpPr/>
          <p:nvPr/>
        </p:nvGrpSpPr>
        <p:grpSpPr>
          <a:xfrm>
            <a:off x="290265" y="456855"/>
            <a:ext cx="10935360" cy="5804280"/>
            <a:chOff x="290265" y="456855"/>
            <a:chExt cx="10935360" cy="58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83D10D7-10DD-1928-D7B5-15495A72573B}"/>
                    </a:ext>
                  </a:extLst>
                </p14:cNvPr>
                <p14:cNvContentPartPr/>
                <p14:nvPr/>
              </p14:nvContentPartPr>
              <p14:xfrm>
                <a:off x="1346505" y="497895"/>
                <a:ext cx="767520" cy="1089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83D10D7-10DD-1928-D7B5-15495A7257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40385" y="491775"/>
                  <a:ext cx="779760" cy="11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BBB8F59-C401-EA2E-F083-0317C65CE061}"/>
                    </a:ext>
                  </a:extLst>
                </p14:cNvPr>
                <p14:cNvContentPartPr/>
                <p14:nvPr/>
              </p14:nvContentPartPr>
              <p14:xfrm>
                <a:off x="2273505" y="595815"/>
                <a:ext cx="282960" cy="48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BBB8F59-C401-EA2E-F083-0317C65CE0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67385" y="589695"/>
                  <a:ext cx="29520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BDF26D2-9CB6-63ED-AEFA-CDA6D01BAB59}"/>
                    </a:ext>
                  </a:extLst>
                </p14:cNvPr>
                <p14:cNvContentPartPr/>
                <p14:nvPr/>
              </p14:nvContentPartPr>
              <p14:xfrm>
                <a:off x="2641425" y="656295"/>
                <a:ext cx="222120" cy="266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BDF26D2-9CB6-63ED-AEFA-CDA6D01BAB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35305" y="650175"/>
                  <a:ext cx="2343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1F3781-48CE-D6B8-CCC9-86E94B0F8405}"/>
                    </a:ext>
                  </a:extLst>
                </p14:cNvPr>
                <p14:cNvContentPartPr/>
                <p14:nvPr/>
              </p14:nvContentPartPr>
              <p14:xfrm>
                <a:off x="3467985" y="610935"/>
                <a:ext cx="435600" cy="447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1F3781-48CE-D6B8-CCC9-86E94B0F84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61865" y="604815"/>
                  <a:ext cx="44784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675148-3AE9-D686-6F60-B7B77BF5D48D}"/>
                    </a:ext>
                  </a:extLst>
                </p14:cNvPr>
                <p14:cNvContentPartPr/>
                <p14:nvPr/>
              </p14:nvContentPartPr>
              <p14:xfrm>
                <a:off x="4122465" y="485655"/>
                <a:ext cx="1103400" cy="449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675148-3AE9-D686-6F60-B7B77BF5D4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16345" y="479535"/>
                  <a:ext cx="111564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C0CFD20-1EF0-2F1C-1890-79C3FBBF17C3}"/>
                    </a:ext>
                  </a:extLst>
                </p14:cNvPr>
                <p14:cNvContentPartPr/>
                <p14:nvPr/>
              </p14:nvContentPartPr>
              <p14:xfrm>
                <a:off x="6457785" y="456855"/>
                <a:ext cx="956880" cy="838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C0CFD20-1EF0-2F1C-1890-79C3FBBF17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51665" y="450735"/>
                  <a:ext cx="96912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B34A8E9-2197-660A-5F69-F75E2CE495CF}"/>
                    </a:ext>
                  </a:extLst>
                </p14:cNvPr>
                <p14:cNvContentPartPr/>
                <p14:nvPr/>
              </p14:nvContentPartPr>
              <p14:xfrm>
                <a:off x="7577745" y="677175"/>
                <a:ext cx="552600" cy="308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B34A8E9-2197-660A-5F69-F75E2CE495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71625" y="671055"/>
                  <a:ext cx="5648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663C76-1D15-9393-FA4F-56F590FE2427}"/>
                    </a:ext>
                  </a:extLst>
                </p14:cNvPr>
                <p14:cNvContentPartPr/>
                <p14:nvPr/>
              </p14:nvContentPartPr>
              <p14:xfrm>
                <a:off x="8938185" y="660615"/>
                <a:ext cx="92880" cy="488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663C76-1D15-9393-FA4F-56F590FE24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32065" y="654495"/>
                  <a:ext cx="1051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80C45F-B758-0DEA-DB4B-6C7177C20EF4}"/>
                    </a:ext>
                  </a:extLst>
                </p14:cNvPr>
                <p14:cNvContentPartPr/>
                <p14:nvPr/>
              </p14:nvContentPartPr>
              <p14:xfrm>
                <a:off x="8874105" y="836655"/>
                <a:ext cx="1008360" cy="314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80C45F-B758-0DEA-DB4B-6C7177C20E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67985" y="830535"/>
                  <a:ext cx="10206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F0C496-9134-4E10-861E-6F0EA6CA1930}"/>
                    </a:ext>
                  </a:extLst>
                </p14:cNvPr>
                <p14:cNvContentPartPr/>
                <p14:nvPr/>
              </p14:nvContentPartPr>
              <p14:xfrm>
                <a:off x="10175145" y="671775"/>
                <a:ext cx="27720" cy="47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F0C496-9134-4E10-861E-6F0EA6CA19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69025" y="665655"/>
                  <a:ext cx="399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5956CB-3C34-4406-1AA9-5CAD0320D9A5}"/>
                    </a:ext>
                  </a:extLst>
                </p14:cNvPr>
                <p14:cNvContentPartPr/>
                <p14:nvPr/>
              </p14:nvContentPartPr>
              <p14:xfrm>
                <a:off x="10325625" y="878775"/>
                <a:ext cx="212760" cy="383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5956CB-3C34-4406-1AA9-5CAD0320D9A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19505" y="872655"/>
                  <a:ext cx="2250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D40B9B4-F635-E1AC-F87F-D730BDF9373F}"/>
                    </a:ext>
                  </a:extLst>
                </p14:cNvPr>
                <p14:cNvContentPartPr/>
                <p14:nvPr/>
              </p14:nvContentPartPr>
              <p14:xfrm>
                <a:off x="10610385" y="1132935"/>
                <a:ext cx="34560" cy="12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D40B9B4-F635-E1AC-F87F-D730BDF937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04265" y="1126815"/>
                  <a:ext cx="46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B82D59-AB95-7CA4-DBF4-D186FBFBBC94}"/>
                    </a:ext>
                  </a:extLst>
                </p14:cNvPr>
                <p14:cNvContentPartPr/>
                <p14:nvPr/>
              </p14:nvContentPartPr>
              <p14:xfrm>
                <a:off x="4275105" y="1541535"/>
                <a:ext cx="392760" cy="429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B82D59-AB95-7CA4-DBF4-D186FBFBBC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68985" y="1535415"/>
                  <a:ext cx="4050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2926236-EA65-CD55-34AB-9617976F68CE}"/>
                    </a:ext>
                  </a:extLst>
                </p14:cNvPr>
                <p14:cNvContentPartPr/>
                <p14:nvPr/>
              </p14:nvContentPartPr>
              <p14:xfrm>
                <a:off x="4681545" y="1649175"/>
                <a:ext cx="314640" cy="247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2926236-EA65-CD55-34AB-9617976F68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75425" y="1643055"/>
                  <a:ext cx="326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702A8CF-F28F-C7F0-7500-47D48473EA6D}"/>
                    </a:ext>
                  </a:extLst>
                </p14:cNvPr>
                <p14:cNvContentPartPr/>
                <p14:nvPr/>
              </p14:nvContentPartPr>
              <p14:xfrm>
                <a:off x="5276265" y="1356135"/>
                <a:ext cx="1170360" cy="567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702A8CF-F28F-C7F0-7500-47D48473EA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70145" y="1350015"/>
                  <a:ext cx="11826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C1855B-8772-9042-F4F4-41F59B72ACCD}"/>
                    </a:ext>
                  </a:extLst>
                </p14:cNvPr>
                <p14:cNvContentPartPr/>
                <p14:nvPr/>
              </p14:nvContentPartPr>
              <p14:xfrm>
                <a:off x="6712665" y="1877415"/>
                <a:ext cx="14040" cy="25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C1855B-8772-9042-F4F4-41F59B72AC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06545" y="1871295"/>
                  <a:ext cx="26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071390-26EF-07E1-78D1-177A033BE903}"/>
                    </a:ext>
                  </a:extLst>
                </p14:cNvPr>
                <p14:cNvContentPartPr/>
                <p14:nvPr/>
              </p14:nvContentPartPr>
              <p14:xfrm>
                <a:off x="5928945" y="1482855"/>
                <a:ext cx="172440" cy="264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071390-26EF-07E1-78D1-177A033BE9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22825" y="1476735"/>
                  <a:ext cx="1846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E9FBD67-A585-2D16-8911-A25A1BEC07D5}"/>
                    </a:ext>
                  </a:extLst>
                </p14:cNvPr>
                <p14:cNvContentPartPr/>
                <p14:nvPr/>
              </p14:nvContentPartPr>
              <p14:xfrm>
                <a:off x="7638585" y="1643415"/>
                <a:ext cx="84960" cy="478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E9FBD67-A585-2D16-8911-A25A1BEC07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32465" y="1637295"/>
                  <a:ext cx="972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A17CE30-8F37-E497-CEB1-59291641E5B9}"/>
                    </a:ext>
                  </a:extLst>
                </p14:cNvPr>
                <p14:cNvContentPartPr/>
                <p14:nvPr/>
              </p14:nvContentPartPr>
              <p14:xfrm>
                <a:off x="7350585" y="1757175"/>
                <a:ext cx="835920" cy="291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A17CE30-8F37-E497-CEB1-59291641E5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44465" y="1751055"/>
                  <a:ext cx="8481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3DADB41-2562-CAE8-E111-DFD64A56CF6F}"/>
                    </a:ext>
                  </a:extLst>
                </p14:cNvPr>
                <p14:cNvContentPartPr/>
                <p14:nvPr/>
              </p14:nvContentPartPr>
              <p14:xfrm>
                <a:off x="9450105" y="1838535"/>
                <a:ext cx="381960" cy="28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3DADB41-2562-CAE8-E111-DFD64A56CF6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43985" y="1832415"/>
                  <a:ext cx="3942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269E3D-8F3C-4B04-9ED3-56A30242A754}"/>
                    </a:ext>
                  </a:extLst>
                </p14:cNvPr>
                <p14:cNvContentPartPr/>
                <p14:nvPr/>
              </p14:nvContentPartPr>
              <p14:xfrm>
                <a:off x="9963105" y="1900095"/>
                <a:ext cx="165240" cy="210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269E3D-8F3C-4B04-9ED3-56A30242A75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56985" y="1893975"/>
                  <a:ext cx="177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45E7A8-06DA-4283-FC0D-310D28FE4148}"/>
                    </a:ext>
                  </a:extLst>
                </p14:cNvPr>
                <p14:cNvContentPartPr/>
                <p14:nvPr/>
              </p14:nvContentPartPr>
              <p14:xfrm>
                <a:off x="10111785" y="1742415"/>
                <a:ext cx="667800" cy="320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45E7A8-06DA-4283-FC0D-310D28FE41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05665" y="1736295"/>
                  <a:ext cx="6800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9C08217-9919-4582-7F98-77C26E2101EC}"/>
                    </a:ext>
                  </a:extLst>
                </p14:cNvPr>
                <p14:cNvContentPartPr/>
                <p14:nvPr/>
              </p14:nvContentPartPr>
              <p14:xfrm>
                <a:off x="10910985" y="2051295"/>
                <a:ext cx="20880" cy="30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9C08217-9919-4582-7F98-77C26E2101E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04865" y="2045175"/>
                  <a:ext cx="33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63ABF0F-7F70-8F99-4DB9-DFE8436070EE}"/>
                    </a:ext>
                  </a:extLst>
                </p14:cNvPr>
                <p14:cNvContentPartPr/>
                <p14:nvPr/>
              </p14:nvContentPartPr>
              <p14:xfrm>
                <a:off x="3231105" y="2747895"/>
                <a:ext cx="454320" cy="313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3ABF0F-7F70-8F99-4DB9-DFE8436070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24985" y="2741775"/>
                  <a:ext cx="4665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8141E2-6D33-CB21-914C-D747EF51FB83}"/>
                    </a:ext>
                  </a:extLst>
                </p14:cNvPr>
                <p14:cNvContentPartPr/>
                <p14:nvPr/>
              </p14:nvContentPartPr>
              <p14:xfrm>
                <a:off x="3942105" y="2864175"/>
                <a:ext cx="27720" cy="115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8141E2-6D33-CB21-914C-D747EF51FB8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35985" y="2858055"/>
                  <a:ext cx="39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F65BE84-F032-24D2-FA77-A49CC851C5A0}"/>
                    </a:ext>
                  </a:extLst>
                </p14:cNvPr>
                <p14:cNvContentPartPr/>
                <p14:nvPr/>
              </p14:nvContentPartPr>
              <p14:xfrm>
                <a:off x="3925905" y="2684175"/>
                <a:ext cx="17640" cy="42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F65BE84-F032-24D2-FA77-A49CC851C5A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19785" y="2678055"/>
                  <a:ext cx="29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67F7D9-F37E-B351-3A64-EA107201030B}"/>
                    </a:ext>
                  </a:extLst>
                </p14:cNvPr>
                <p14:cNvContentPartPr/>
                <p14:nvPr/>
              </p14:nvContentPartPr>
              <p14:xfrm>
                <a:off x="4195905" y="2626575"/>
                <a:ext cx="21960" cy="442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67F7D9-F37E-B351-3A64-EA107201030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89785" y="2620455"/>
                  <a:ext cx="3420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FDB238-8FE9-C63F-69F9-7520787F9AC8}"/>
                    </a:ext>
                  </a:extLst>
                </p14:cNvPr>
                <p14:cNvContentPartPr/>
                <p14:nvPr/>
              </p14:nvContentPartPr>
              <p14:xfrm>
                <a:off x="4137585" y="2769135"/>
                <a:ext cx="696600" cy="245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FDB238-8FE9-C63F-69F9-7520787F9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31465" y="2763015"/>
                  <a:ext cx="708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D029DB-CA40-4138-9C6E-ED34A10FBEB7}"/>
                    </a:ext>
                  </a:extLst>
                </p14:cNvPr>
                <p14:cNvContentPartPr/>
                <p14:nvPr/>
              </p14:nvContentPartPr>
              <p14:xfrm>
                <a:off x="5680185" y="2550975"/>
                <a:ext cx="1398600" cy="960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D029DB-CA40-4138-9C6E-ED34A10FBE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74065" y="2544855"/>
                  <a:ext cx="1410840" cy="9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B5F388-1A8E-F317-0722-F7B39BE6E9B3}"/>
                    </a:ext>
                  </a:extLst>
                </p14:cNvPr>
                <p14:cNvContentPartPr/>
                <p14:nvPr/>
              </p14:nvContentPartPr>
              <p14:xfrm>
                <a:off x="7124145" y="2677695"/>
                <a:ext cx="435960" cy="339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B5F388-1A8E-F317-0722-F7B39BE6E9B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18025" y="2671575"/>
                  <a:ext cx="4482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92A1AA6-35AA-367C-E3CA-2AFFF77270B2}"/>
                    </a:ext>
                  </a:extLst>
                </p14:cNvPr>
                <p14:cNvContentPartPr/>
                <p14:nvPr/>
              </p14:nvContentPartPr>
              <p14:xfrm>
                <a:off x="8294505" y="2616855"/>
                <a:ext cx="487440" cy="1129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92A1AA6-35AA-367C-E3CA-2AFFF77270B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88385" y="2610735"/>
                  <a:ext cx="499680" cy="11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3A3547E-FDE3-4861-DBCF-B6081D579614}"/>
                    </a:ext>
                  </a:extLst>
                </p14:cNvPr>
                <p14:cNvContentPartPr/>
                <p14:nvPr/>
              </p14:nvContentPartPr>
              <p14:xfrm>
                <a:off x="8543625" y="3101415"/>
                <a:ext cx="352080" cy="195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3A3547E-FDE3-4861-DBCF-B6081D57961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37505" y="3095295"/>
                  <a:ext cx="364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2A84A7-9F0F-B7CE-116C-73F8E6EDBB0B}"/>
                    </a:ext>
                  </a:extLst>
                </p14:cNvPr>
                <p14:cNvContentPartPr/>
                <p14:nvPr/>
              </p14:nvContentPartPr>
              <p14:xfrm>
                <a:off x="8837385" y="2948775"/>
                <a:ext cx="635040" cy="273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2A84A7-9F0F-B7CE-116C-73F8E6EDBB0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31265" y="2942655"/>
                  <a:ext cx="6472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607CAA-9EF6-DAD8-6888-3D77FC6767C6}"/>
                    </a:ext>
                  </a:extLst>
                </p14:cNvPr>
                <p14:cNvContentPartPr/>
                <p14:nvPr/>
              </p14:nvContentPartPr>
              <p14:xfrm>
                <a:off x="9497625" y="2914215"/>
                <a:ext cx="292320" cy="722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607CAA-9EF6-DAD8-6888-3D77FC6767C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91505" y="2908095"/>
                  <a:ext cx="30456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F30C11-5A9A-6D1B-DA75-77425467644B}"/>
                    </a:ext>
                  </a:extLst>
                </p14:cNvPr>
                <p14:cNvContentPartPr/>
                <p14:nvPr/>
              </p14:nvContentPartPr>
              <p14:xfrm>
                <a:off x="9874185" y="2579055"/>
                <a:ext cx="63360" cy="40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F30C11-5A9A-6D1B-DA75-7742546764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68065" y="2572935"/>
                  <a:ext cx="75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C4343F-B2B1-2B9A-CA2D-0658EE1B60A8}"/>
                    </a:ext>
                  </a:extLst>
                </p14:cNvPr>
                <p14:cNvContentPartPr/>
                <p14:nvPr/>
              </p14:nvContentPartPr>
              <p14:xfrm>
                <a:off x="10034025" y="2931855"/>
                <a:ext cx="381240" cy="261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C4343F-B2B1-2B9A-CA2D-0658EE1B60A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27905" y="2925735"/>
                  <a:ext cx="3934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DBE9E9-8596-109E-EFC0-E4133AE094D0}"/>
                    </a:ext>
                  </a:extLst>
                </p14:cNvPr>
                <p14:cNvContentPartPr/>
                <p14:nvPr/>
              </p14:nvContentPartPr>
              <p14:xfrm>
                <a:off x="10539465" y="2823135"/>
                <a:ext cx="542160" cy="383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DBE9E9-8596-109E-EFC0-E4133AE094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33345" y="2817015"/>
                  <a:ext cx="5544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3D52AA1-A608-D694-A596-01BF399DB5F0}"/>
                    </a:ext>
                  </a:extLst>
                </p14:cNvPr>
                <p14:cNvContentPartPr/>
                <p14:nvPr/>
              </p14:nvContentPartPr>
              <p14:xfrm>
                <a:off x="11217345" y="3091335"/>
                <a:ext cx="8280" cy="41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3D52AA1-A608-D694-A596-01BF399DB5F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11225" y="3085215"/>
                  <a:ext cx="20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C888186-6A7C-18C0-FA71-62A5F399B6B7}"/>
                    </a:ext>
                  </a:extLst>
                </p14:cNvPr>
                <p14:cNvContentPartPr/>
                <p14:nvPr/>
              </p14:nvContentPartPr>
              <p14:xfrm>
                <a:off x="1179465" y="4123815"/>
                <a:ext cx="325800" cy="897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C888186-6A7C-18C0-FA71-62A5F399B6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73345" y="4117695"/>
                  <a:ext cx="33804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411FF3-9410-5F0A-8977-52AE1DA687C1}"/>
                    </a:ext>
                  </a:extLst>
                </p14:cNvPr>
                <p14:cNvContentPartPr/>
                <p14:nvPr/>
              </p14:nvContentPartPr>
              <p14:xfrm>
                <a:off x="1084425" y="4511175"/>
                <a:ext cx="594720" cy="56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411FF3-9410-5F0A-8977-52AE1DA687C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78305" y="4505055"/>
                  <a:ext cx="606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D41AF51-0A5F-8CC6-F56A-7FB849E26183}"/>
                    </a:ext>
                  </a:extLst>
                </p14:cNvPr>
                <p14:cNvContentPartPr/>
                <p14:nvPr/>
              </p14:nvContentPartPr>
              <p14:xfrm>
                <a:off x="1801545" y="4090695"/>
                <a:ext cx="982440" cy="583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D41AF51-0A5F-8CC6-F56A-7FB849E2618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95425" y="4084575"/>
                  <a:ext cx="99468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F71F8CF-FD52-9AD4-6449-39219EBD941F}"/>
                    </a:ext>
                  </a:extLst>
                </p14:cNvPr>
                <p14:cNvContentPartPr/>
                <p14:nvPr/>
              </p14:nvContentPartPr>
              <p14:xfrm>
                <a:off x="3510105" y="4147575"/>
                <a:ext cx="97560" cy="578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F71F8CF-FD52-9AD4-6449-39219EBD94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03985" y="4141455"/>
                  <a:ext cx="10980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7EDDEC6-E636-FE46-3DD2-B6E1738CD6E6}"/>
                    </a:ext>
                  </a:extLst>
                </p14:cNvPr>
                <p14:cNvContentPartPr/>
                <p14:nvPr/>
              </p14:nvContentPartPr>
              <p14:xfrm>
                <a:off x="3555465" y="4241535"/>
                <a:ext cx="956160" cy="699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7EDDEC6-E636-FE46-3DD2-B6E1738CD6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49345" y="4235415"/>
                  <a:ext cx="968400" cy="71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AA52012-807D-4DA6-D484-6B38631626FE}"/>
                    </a:ext>
                  </a:extLst>
                </p14:cNvPr>
                <p14:cNvContentPartPr/>
                <p14:nvPr/>
              </p14:nvContentPartPr>
              <p14:xfrm>
                <a:off x="4374105" y="4367535"/>
                <a:ext cx="677880" cy="206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AA52012-807D-4DA6-D484-6B38631626F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67985" y="4361415"/>
                  <a:ext cx="690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8479C1F-033C-343B-092A-7EF47985B603}"/>
                    </a:ext>
                  </a:extLst>
                </p14:cNvPr>
                <p14:cNvContentPartPr/>
                <p14:nvPr/>
              </p14:nvContentPartPr>
              <p14:xfrm>
                <a:off x="5094105" y="4398855"/>
                <a:ext cx="278280" cy="189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8479C1F-033C-343B-092A-7EF47985B6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87985" y="4392735"/>
                  <a:ext cx="290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5907BD-A536-FDFF-50B9-6DF07D7A9B1B}"/>
                    </a:ext>
                  </a:extLst>
                </p14:cNvPr>
                <p14:cNvContentPartPr/>
                <p14:nvPr/>
              </p14:nvContentPartPr>
              <p14:xfrm>
                <a:off x="6501705" y="4209495"/>
                <a:ext cx="108360" cy="423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5907BD-A536-FDFF-50B9-6DF07D7A9B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95585" y="4203375"/>
                  <a:ext cx="1206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D4CDA32-2D65-443B-9E6D-F7CE3228668A}"/>
                    </a:ext>
                  </a:extLst>
                </p14:cNvPr>
                <p14:cNvContentPartPr/>
                <p14:nvPr/>
              </p14:nvContentPartPr>
              <p14:xfrm>
                <a:off x="6337905" y="4401735"/>
                <a:ext cx="652320" cy="189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D4CDA32-2D65-443B-9E6D-F7CE322866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31785" y="4395615"/>
                  <a:ext cx="6645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D493B63-1824-4765-ADF3-3025142913C5}"/>
                    </a:ext>
                  </a:extLst>
                </p14:cNvPr>
                <p14:cNvContentPartPr/>
                <p14:nvPr/>
              </p14:nvContentPartPr>
              <p14:xfrm>
                <a:off x="7632825" y="4229655"/>
                <a:ext cx="133920" cy="464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D493B63-1824-4765-ADF3-3025142913C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26705" y="4223535"/>
                  <a:ext cx="1461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14033F-DBEE-26CC-4DA3-BDB5FA90C968}"/>
                    </a:ext>
                  </a:extLst>
                </p14:cNvPr>
                <p14:cNvContentPartPr/>
                <p14:nvPr/>
              </p14:nvContentPartPr>
              <p14:xfrm>
                <a:off x="7486305" y="4435215"/>
                <a:ext cx="983520" cy="302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14033F-DBEE-26CC-4DA3-BDB5FA90C96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80185" y="4429095"/>
                  <a:ext cx="9957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F3EF126-F83A-DBDE-C74E-E19260F9ED48}"/>
                    </a:ext>
                  </a:extLst>
                </p14:cNvPr>
                <p14:cNvContentPartPr/>
                <p14:nvPr/>
              </p14:nvContentPartPr>
              <p14:xfrm>
                <a:off x="9332385" y="4280415"/>
                <a:ext cx="169200" cy="588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F3EF126-F83A-DBDE-C74E-E19260F9ED4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26265" y="4274295"/>
                  <a:ext cx="18144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229BE22-44FC-A3E9-D1CE-A8C9486260FE}"/>
                    </a:ext>
                  </a:extLst>
                </p14:cNvPr>
                <p14:cNvContentPartPr/>
                <p14:nvPr/>
              </p14:nvContentPartPr>
              <p14:xfrm>
                <a:off x="9391425" y="4457175"/>
                <a:ext cx="202680" cy="181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229BE22-44FC-A3E9-D1CE-A8C9486260F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85305" y="4451055"/>
                  <a:ext cx="214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D476B5-7A77-7A8F-C4F6-85046A89785E}"/>
                    </a:ext>
                  </a:extLst>
                </p14:cNvPr>
                <p14:cNvContentPartPr/>
                <p14:nvPr/>
              </p14:nvContentPartPr>
              <p14:xfrm>
                <a:off x="9805785" y="4501455"/>
                <a:ext cx="232560" cy="175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D476B5-7A77-7A8F-C4F6-85046A89785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99665" y="4495335"/>
                  <a:ext cx="2448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F8F3D8D-6B03-E625-59BD-A826CD2D6E0C}"/>
                    </a:ext>
                  </a:extLst>
                </p14:cNvPr>
                <p14:cNvContentPartPr/>
                <p14:nvPr/>
              </p14:nvContentPartPr>
              <p14:xfrm>
                <a:off x="10154265" y="4455375"/>
                <a:ext cx="61920" cy="153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F8F3D8D-6B03-E625-59BD-A826CD2D6E0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48145" y="4449255"/>
                  <a:ext cx="74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FDBE9FA-9CBA-C8C3-59BC-5517AAE6E815}"/>
                    </a:ext>
                  </a:extLst>
                </p14:cNvPr>
                <p14:cNvContentPartPr/>
                <p14:nvPr/>
              </p14:nvContentPartPr>
              <p14:xfrm>
                <a:off x="10235265" y="4418295"/>
                <a:ext cx="384480" cy="252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FDBE9FA-9CBA-C8C3-59BC-5517AAE6E81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29145" y="4412175"/>
                  <a:ext cx="396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00BC8B-490A-F695-AE4E-498E049D2CC4}"/>
                    </a:ext>
                  </a:extLst>
                </p14:cNvPr>
                <p14:cNvContentPartPr/>
                <p14:nvPr/>
              </p14:nvContentPartPr>
              <p14:xfrm>
                <a:off x="10827465" y="4648695"/>
                <a:ext cx="12960" cy="15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00BC8B-490A-F695-AE4E-498E049D2C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21345" y="4642575"/>
                  <a:ext cx="25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06819D-7835-1D69-1E01-C3EC0741F87C}"/>
                    </a:ext>
                  </a:extLst>
                </p14:cNvPr>
                <p14:cNvContentPartPr/>
                <p14:nvPr/>
              </p14:nvContentPartPr>
              <p14:xfrm>
                <a:off x="2612625" y="1642335"/>
                <a:ext cx="164160" cy="470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06819D-7835-1D69-1E01-C3EC0741F87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06505" y="1636215"/>
                  <a:ext cx="1764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5B26DC-68F0-0C50-57F4-C92D0610896C}"/>
                    </a:ext>
                  </a:extLst>
                </p14:cNvPr>
                <p14:cNvContentPartPr/>
                <p14:nvPr/>
              </p14:nvContentPartPr>
              <p14:xfrm>
                <a:off x="2224545" y="1474935"/>
                <a:ext cx="397800" cy="153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5B26DC-68F0-0C50-57F4-C92D0610896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18425" y="1468815"/>
                  <a:ext cx="410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6727AC0-9783-8A60-05F0-5C3BD2EBD195}"/>
                    </a:ext>
                  </a:extLst>
                </p14:cNvPr>
                <p14:cNvContentPartPr/>
                <p14:nvPr/>
              </p14:nvContentPartPr>
              <p14:xfrm>
                <a:off x="2171625" y="2184135"/>
                <a:ext cx="494280" cy="13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6727AC0-9783-8A60-05F0-5C3BD2EBD19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65505" y="2178015"/>
                  <a:ext cx="506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328B41-D991-BC48-15A7-0E3276B5790D}"/>
                    </a:ext>
                  </a:extLst>
                </p14:cNvPr>
                <p14:cNvContentPartPr/>
                <p14:nvPr/>
              </p14:nvContentPartPr>
              <p14:xfrm>
                <a:off x="2989905" y="1943655"/>
                <a:ext cx="403920" cy="311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328B41-D991-BC48-15A7-0E3276B5790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83785" y="1937535"/>
                  <a:ext cx="4161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0442098-76DF-6499-2189-9A098E153900}"/>
                    </a:ext>
                  </a:extLst>
                </p14:cNvPr>
                <p14:cNvContentPartPr/>
                <p14:nvPr/>
              </p14:nvContentPartPr>
              <p14:xfrm>
                <a:off x="301425" y="2258295"/>
                <a:ext cx="137520" cy="796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0442098-76DF-6499-2189-9A098E15390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5305" y="2252175"/>
                  <a:ext cx="14976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53CFACA-14AE-2893-46AC-B7614A1C06E1}"/>
                    </a:ext>
                  </a:extLst>
                </p14:cNvPr>
                <p14:cNvContentPartPr/>
                <p14:nvPr/>
              </p14:nvContentPartPr>
              <p14:xfrm>
                <a:off x="362625" y="2266215"/>
                <a:ext cx="577080" cy="637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3CFACA-14AE-2893-46AC-B7614A1C06E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6505" y="2260095"/>
                  <a:ext cx="58932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2AC0503-01BE-F4B1-A7B4-48C5A880E905}"/>
                    </a:ext>
                  </a:extLst>
                </p14:cNvPr>
                <p14:cNvContentPartPr/>
                <p14:nvPr/>
              </p14:nvContentPartPr>
              <p14:xfrm>
                <a:off x="290265" y="3032655"/>
                <a:ext cx="558720" cy="65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2AC0503-01BE-F4B1-A7B4-48C5A880E9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4145" y="3026535"/>
                  <a:ext cx="570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C0A1B28-A177-77B7-E575-124F5D7F1998}"/>
                    </a:ext>
                  </a:extLst>
                </p14:cNvPr>
                <p14:cNvContentPartPr/>
                <p14:nvPr/>
              </p14:nvContentPartPr>
              <p14:xfrm>
                <a:off x="748545" y="2794695"/>
                <a:ext cx="75960" cy="252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C0A1B28-A177-77B7-E575-124F5D7F199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2425" y="2788575"/>
                  <a:ext cx="882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B3FC9C3-5D01-689E-534F-1C56E302E2EC}"/>
                    </a:ext>
                  </a:extLst>
                </p14:cNvPr>
                <p14:cNvContentPartPr/>
                <p14:nvPr/>
              </p14:nvContentPartPr>
              <p14:xfrm>
                <a:off x="658185" y="1942215"/>
                <a:ext cx="179640" cy="309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B3FC9C3-5D01-689E-534F-1C56E302E2E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2065" y="1936095"/>
                  <a:ext cx="191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D7E73AC-C94C-E570-D3D4-95FE24CE3098}"/>
                    </a:ext>
                  </a:extLst>
                </p14:cNvPr>
                <p14:cNvContentPartPr/>
                <p14:nvPr/>
              </p14:nvContentPartPr>
              <p14:xfrm>
                <a:off x="764385" y="1360095"/>
                <a:ext cx="494280" cy="387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D7E73AC-C94C-E570-D3D4-95FE24CE309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8265" y="1353975"/>
                  <a:ext cx="5065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0DF8AFB-1DB4-01E7-972C-E763F4754DA3}"/>
                    </a:ext>
                  </a:extLst>
                </p14:cNvPr>
                <p14:cNvContentPartPr/>
                <p14:nvPr/>
              </p14:nvContentPartPr>
              <p14:xfrm>
                <a:off x="1092705" y="1775535"/>
                <a:ext cx="6120" cy="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0DF8AFB-1DB4-01E7-972C-E763F4754DA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86585" y="1769415"/>
                  <a:ext cx="18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75DB53-6197-0488-25B8-819405047211}"/>
                    </a:ext>
                  </a:extLst>
                </p14:cNvPr>
                <p14:cNvContentPartPr/>
                <p14:nvPr/>
              </p14:nvContentPartPr>
              <p14:xfrm>
                <a:off x="844665" y="2644935"/>
                <a:ext cx="186840" cy="255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B75DB53-6197-0488-25B8-8194050472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8545" y="2638815"/>
                  <a:ext cx="199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4A5000-0783-2591-E590-1A4ACB38C66B}"/>
                    </a:ext>
                  </a:extLst>
                </p14:cNvPr>
                <p14:cNvContentPartPr/>
                <p14:nvPr/>
              </p14:nvContentPartPr>
              <p14:xfrm>
                <a:off x="892545" y="2611815"/>
                <a:ext cx="417600" cy="24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4A5000-0783-2591-E590-1A4ACB38C66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6425" y="2605695"/>
                  <a:ext cx="429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5263EA6-F7F7-774C-4D02-0B484B28F873}"/>
                    </a:ext>
                  </a:extLst>
                </p14:cNvPr>
                <p14:cNvContentPartPr/>
                <p14:nvPr/>
              </p14:nvContentPartPr>
              <p14:xfrm>
                <a:off x="1485825" y="2620455"/>
                <a:ext cx="64440" cy="303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5263EA6-F7F7-774C-4D02-0B484B28F87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79705" y="2614335"/>
                  <a:ext cx="766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5994469-F009-0CC3-E98A-06985523FD8A}"/>
                    </a:ext>
                  </a:extLst>
                </p14:cNvPr>
                <p14:cNvContentPartPr/>
                <p14:nvPr/>
              </p14:nvContentPartPr>
              <p14:xfrm>
                <a:off x="1508505" y="2575095"/>
                <a:ext cx="754560" cy="262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5994469-F009-0CC3-E98A-06985523FD8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02385" y="2568975"/>
                  <a:ext cx="766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1F39255-90C5-1041-7B9D-7885C6ADDC48}"/>
                    </a:ext>
                  </a:extLst>
                </p14:cNvPr>
                <p14:cNvContentPartPr/>
                <p14:nvPr/>
              </p14:nvContentPartPr>
              <p14:xfrm>
                <a:off x="2337225" y="2615055"/>
                <a:ext cx="58680" cy="21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1F39255-90C5-1041-7B9D-7885C6ADDC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331105" y="2608935"/>
                  <a:ext cx="70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ABEDBBE-CB44-7557-FC27-008C9E530762}"/>
                    </a:ext>
                  </a:extLst>
                </p14:cNvPr>
                <p14:cNvContentPartPr/>
                <p14:nvPr/>
              </p14:nvContentPartPr>
              <p14:xfrm>
                <a:off x="1406985" y="2432535"/>
                <a:ext cx="896040" cy="68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ABEDBBE-CB44-7557-FC27-008C9E53076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00865" y="2426415"/>
                  <a:ext cx="90828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FFE770A-73AA-7863-3DD7-937A5F118E04}"/>
                    </a:ext>
                  </a:extLst>
                </p14:cNvPr>
                <p14:cNvContentPartPr/>
                <p14:nvPr/>
              </p14:nvContentPartPr>
              <p14:xfrm>
                <a:off x="989745" y="2559255"/>
                <a:ext cx="427680" cy="483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FFE770A-73AA-7863-3DD7-937A5F118E0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3625" y="2553135"/>
                  <a:ext cx="4399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E5A88F8-BE88-43C2-2267-2866A381943D}"/>
                    </a:ext>
                  </a:extLst>
                </p14:cNvPr>
                <p14:cNvContentPartPr/>
                <p14:nvPr/>
              </p14:nvContentPartPr>
              <p14:xfrm>
                <a:off x="954105" y="2618295"/>
                <a:ext cx="96480" cy="197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E5A88F8-BE88-43C2-2267-2866A38194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7985" y="2612175"/>
                  <a:ext cx="108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6E76172-2368-E199-5D5B-3CA4EC85CADD}"/>
                    </a:ext>
                  </a:extLst>
                </p14:cNvPr>
                <p14:cNvContentPartPr/>
                <p14:nvPr/>
              </p14:nvContentPartPr>
              <p14:xfrm>
                <a:off x="1837905" y="6239175"/>
                <a:ext cx="266760" cy="21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6E76172-2368-E199-5D5B-3CA4EC85CAD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831785" y="6233055"/>
                  <a:ext cx="279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8463058-220E-125E-BC7E-63F702972660}"/>
                    </a:ext>
                  </a:extLst>
                </p14:cNvPr>
                <p14:cNvContentPartPr/>
                <p14:nvPr/>
              </p14:nvContentPartPr>
              <p14:xfrm>
                <a:off x="845745" y="5304255"/>
                <a:ext cx="124920" cy="715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8463058-220E-125E-BC7E-63F70297266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9625" y="5298135"/>
                  <a:ext cx="13716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9799BBE-0F92-803C-C46F-F89D93567D8E}"/>
                    </a:ext>
                  </a:extLst>
                </p14:cNvPr>
                <p14:cNvContentPartPr/>
                <p14:nvPr/>
              </p14:nvContentPartPr>
              <p14:xfrm>
                <a:off x="755385" y="5082855"/>
                <a:ext cx="350640" cy="539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9799BBE-0F92-803C-C46F-F89D93567D8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9265" y="5076735"/>
                  <a:ext cx="36288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316E669-F887-0DC0-4EAB-9F22AB6EA64B}"/>
                    </a:ext>
                  </a:extLst>
                </p14:cNvPr>
                <p14:cNvContentPartPr/>
                <p14:nvPr/>
              </p14:nvContentPartPr>
              <p14:xfrm>
                <a:off x="1208985" y="5169255"/>
                <a:ext cx="65520" cy="167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316E669-F887-0DC0-4EAB-9F22AB6EA64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02865" y="5163135"/>
                  <a:ext cx="77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76D8672-20B8-8859-BF64-DEB42856C042}"/>
                    </a:ext>
                  </a:extLst>
                </p14:cNvPr>
                <p14:cNvContentPartPr/>
                <p14:nvPr/>
              </p14:nvContentPartPr>
              <p14:xfrm>
                <a:off x="3227145" y="5020215"/>
                <a:ext cx="2181600" cy="1454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76D8672-20B8-8859-BF64-DEB42856C04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221025" y="5014095"/>
                  <a:ext cx="2193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6B276A4-6CF4-C91C-58AC-9CE4305B9BAF}"/>
                    </a:ext>
                  </a:extLst>
                </p14:cNvPr>
                <p14:cNvContentPartPr/>
                <p14:nvPr/>
              </p14:nvContentPartPr>
              <p14:xfrm>
                <a:off x="1056345" y="5414055"/>
                <a:ext cx="611280" cy="748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6B276A4-6CF4-C91C-58AC-9CE4305B9BA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0225" y="5407935"/>
                  <a:ext cx="62352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2113DD9-9279-F869-88BB-F091F601B995}"/>
                    </a:ext>
                  </a:extLst>
                </p14:cNvPr>
                <p14:cNvContentPartPr/>
                <p14:nvPr/>
              </p14:nvContentPartPr>
              <p14:xfrm>
                <a:off x="1899465" y="5276535"/>
                <a:ext cx="182160" cy="518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2113DD9-9279-F869-88BB-F091F601B99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893345" y="5270415"/>
                  <a:ext cx="19440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36CA190-F0EE-8E36-8B4D-CAABFBB73BDE}"/>
                    </a:ext>
                  </a:extLst>
                </p14:cNvPr>
                <p14:cNvContentPartPr/>
                <p14:nvPr/>
              </p14:nvContentPartPr>
              <p14:xfrm>
                <a:off x="1657185" y="5484255"/>
                <a:ext cx="972360" cy="300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36CA190-F0EE-8E36-8B4D-CAABFBB73BD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51065" y="5478135"/>
                  <a:ext cx="9846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CB6612E-EE26-01B0-FE3E-176F454B73BF}"/>
                    </a:ext>
                  </a:extLst>
                </p14:cNvPr>
                <p14:cNvContentPartPr/>
                <p14:nvPr/>
              </p14:nvContentPartPr>
              <p14:xfrm>
                <a:off x="2665545" y="5612415"/>
                <a:ext cx="322200" cy="154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CB6612E-EE26-01B0-FE3E-176F454B73B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59425" y="5606295"/>
                  <a:ext cx="334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16E0A03-F2EC-9A45-778A-6D7FE2C811CA}"/>
                    </a:ext>
                  </a:extLst>
                </p14:cNvPr>
                <p14:cNvContentPartPr/>
                <p14:nvPr/>
              </p14:nvContentPartPr>
              <p14:xfrm>
                <a:off x="3332625" y="5778735"/>
                <a:ext cx="1083960" cy="44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16E0A03-F2EC-9A45-778A-6D7FE2C811C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26505" y="5772615"/>
                  <a:ext cx="1096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927790E-6DCE-001E-E6A6-2A78E395B399}"/>
                    </a:ext>
                  </a:extLst>
                </p14:cNvPr>
                <p14:cNvContentPartPr/>
                <p14:nvPr/>
              </p14:nvContentPartPr>
              <p14:xfrm>
                <a:off x="4153425" y="5449695"/>
                <a:ext cx="297000" cy="585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927790E-6DCE-001E-E6A6-2A78E395B39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47305" y="5443575"/>
                  <a:ext cx="30924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3A300E0-F3A0-BE31-97ED-6678F7970EFF}"/>
                    </a:ext>
                  </a:extLst>
                </p14:cNvPr>
                <p14:cNvContentPartPr/>
                <p14:nvPr/>
              </p14:nvContentPartPr>
              <p14:xfrm>
                <a:off x="2025825" y="5988255"/>
                <a:ext cx="1420560" cy="84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3A300E0-F3A0-BE31-97ED-6678F7970EF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19705" y="5982135"/>
                  <a:ext cx="1432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F1895E7-9974-E031-FF78-1DF91AE13685}"/>
                    </a:ext>
                  </a:extLst>
                </p14:cNvPr>
                <p14:cNvContentPartPr/>
                <p14:nvPr/>
              </p14:nvContentPartPr>
              <p14:xfrm>
                <a:off x="2468625" y="5971695"/>
                <a:ext cx="854280" cy="52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F1895E7-9974-E031-FF78-1DF91AE136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62505" y="5965575"/>
                  <a:ext cx="866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774D459-84A7-2163-E440-0E6C26BA15B3}"/>
                    </a:ext>
                  </a:extLst>
                </p14:cNvPr>
                <p14:cNvContentPartPr/>
                <p14:nvPr/>
              </p14:nvContentPartPr>
              <p14:xfrm>
                <a:off x="2715585" y="6064215"/>
                <a:ext cx="702000" cy="67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774D459-84A7-2163-E440-0E6C26BA15B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709465" y="6058095"/>
                  <a:ext cx="714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A4FE0F-D7BF-8BCA-F184-031B74EDDBBB}"/>
                    </a:ext>
                  </a:extLst>
                </p14:cNvPr>
                <p14:cNvContentPartPr/>
                <p14:nvPr/>
              </p14:nvContentPartPr>
              <p14:xfrm>
                <a:off x="761865" y="3343335"/>
                <a:ext cx="10428840" cy="2018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A4FE0F-D7BF-8BCA-F184-031B74EDDBB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5745" y="3337215"/>
                  <a:ext cx="10441080" cy="2030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1393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868F16C-FDBB-6EEE-3BFA-B6738F96E785}"/>
              </a:ext>
            </a:extLst>
          </p:cNvPr>
          <p:cNvGrpSpPr/>
          <p:nvPr/>
        </p:nvGrpSpPr>
        <p:grpSpPr>
          <a:xfrm>
            <a:off x="1099545" y="481695"/>
            <a:ext cx="1680840" cy="1085760"/>
            <a:chOff x="1099545" y="481695"/>
            <a:chExt cx="1680840" cy="10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A6B4A4D-1624-3423-3259-F40494FB5C27}"/>
                    </a:ext>
                  </a:extLst>
                </p14:cNvPr>
                <p14:cNvContentPartPr/>
                <p14:nvPr/>
              </p14:nvContentPartPr>
              <p14:xfrm>
                <a:off x="1099545" y="748455"/>
                <a:ext cx="123840" cy="99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A6B4A4D-1624-3423-3259-F40494FB5C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3425" y="742335"/>
                  <a:ext cx="136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EDBAC35-377E-A037-59AE-215A8EE9246B}"/>
                    </a:ext>
                  </a:extLst>
                </p14:cNvPr>
                <p14:cNvContentPartPr/>
                <p14:nvPr/>
              </p14:nvContentPartPr>
              <p14:xfrm>
                <a:off x="1727745" y="569895"/>
                <a:ext cx="504720" cy="662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EDBAC35-377E-A037-59AE-215A8EE924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21625" y="563775"/>
                  <a:ext cx="51696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D19D6A9-C66F-A264-9470-82B4B0A9E500}"/>
                    </a:ext>
                  </a:extLst>
                </p14:cNvPr>
                <p14:cNvContentPartPr/>
                <p14:nvPr/>
              </p14:nvContentPartPr>
              <p14:xfrm>
                <a:off x="1860225" y="481695"/>
                <a:ext cx="920160" cy="1085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D19D6A9-C66F-A264-9470-82B4B0A9E5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54105" y="475575"/>
                  <a:ext cx="932400" cy="10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138E43-F09D-7F02-BFA5-4349177A7017}"/>
                  </a:ext>
                </a:extLst>
              </p14:cNvPr>
              <p14:cNvContentPartPr/>
              <p14:nvPr/>
            </p14:nvContentPartPr>
            <p14:xfrm>
              <a:off x="3395625" y="1009455"/>
              <a:ext cx="380880" cy="68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138E43-F09D-7F02-BFA5-4349177A70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89505" y="1003335"/>
                <a:ext cx="39312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893A2D0-E7FB-687E-8005-08E1F9ACD47C}"/>
              </a:ext>
            </a:extLst>
          </p:cNvPr>
          <p:cNvGrpSpPr/>
          <p:nvPr/>
        </p:nvGrpSpPr>
        <p:grpSpPr>
          <a:xfrm>
            <a:off x="4819785" y="567015"/>
            <a:ext cx="6450480" cy="1165680"/>
            <a:chOff x="4819785" y="567015"/>
            <a:chExt cx="6450480" cy="11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77E5E5A-67EE-827A-9BDD-F51A1C8D9834}"/>
                    </a:ext>
                  </a:extLst>
                </p14:cNvPr>
                <p14:cNvContentPartPr/>
                <p14:nvPr/>
              </p14:nvContentPartPr>
              <p14:xfrm>
                <a:off x="4819785" y="567015"/>
                <a:ext cx="748080" cy="72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77E5E5A-67EE-827A-9BDD-F51A1C8D98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13665" y="560895"/>
                  <a:ext cx="76032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5431A89-B327-EF26-8C7D-A04B74AF61FA}"/>
                    </a:ext>
                  </a:extLst>
                </p14:cNvPr>
                <p14:cNvContentPartPr/>
                <p14:nvPr/>
              </p14:nvContentPartPr>
              <p14:xfrm>
                <a:off x="5963145" y="673575"/>
                <a:ext cx="1468800" cy="650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5431A89-B327-EF26-8C7D-A04B74AF61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57025" y="667455"/>
                  <a:ext cx="14810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55EE6D-7FDB-E276-682C-E48FFE71B5C7}"/>
                    </a:ext>
                  </a:extLst>
                </p14:cNvPr>
                <p14:cNvContentPartPr/>
                <p14:nvPr/>
              </p14:nvContentPartPr>
              <p14:xfrm>
                <a:off x="7555065" y="1181175"/>
                <a:ext cx="484920" cy="51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55EE6D-7FDB-E276-682C-E48FFE71B5C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48945" y="1175055"/>
                  <a:ext cx="497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C79E2FE-2332-34A8-CE34-2400BCCD3091}"/>
                    </a:ext>
                  </a:extLst>
                </p14:cNvPr>
                <p14:cNvContentPartPr/>
                <p14:nvPr/>
              </p14:nvContentPartPr>
              <p14:xfrm>
                <a:off x="8097945" y="953655"/>
                <a:ext cx="766080" cy="77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C79E2FE-2332-34A8-CE34-2400BCCD309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91825" y="947535"/>
                  <a:ext cx="77832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2B5F90-5C5A-0EBB-3CDE-B4DFE8400AD5}"/>
                    </a:ext>
                  </a:extLst>
                </p14:cNvPr>
                <p14:cNvContentPartPr/>
                <p14:nvPr/>
              </p14:nvContentPartPr>
              <p14:xfrm>
                <a:off x="9678705" y="830175"/>
                <a:ext cx="535320" cy="698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2B5F90-5C5A-0EBB-3CDE-B4DFE8400A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72585" y="824055"/>
                  <a:ext cx="54756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522852-76FB-2B04-98A8-16921366B961}"/>
                    </a:ext>
                  </a:extLst>
                </p14:cNvPr>
                <p14:cNvContentPartPr/>
                <p14:nvPr/>
              </p14:nvContentPartPr>
              <p14:xfrm>
                <a:off x="10337145" y="1015575"/>
                <a:ext cx="933120" cy="384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522852-76FB-2B04-98A8-16921366B9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31025" y="1009455"/>
                  <a:ext cx="945360" cy="39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76364CE-A0A1-03A4-FE35-D005F851D8D2}"/>
              </a:ext>
            </a:extLst>
          </p:cNvPr>
          <p:cNvGrpSpPr/>
          <p:nvPr/>
        </p:nvGrpSpPr>
        <p:grpSpPr>
          <a:xfrm>
            <a:off x="1670865" y="2077215"/>
            <a:ext cx="9316080" cy="3528360"/>
            <a:chOff x="1670865" y="2077215"/>
            <a:chExt cx="9316080" cy="352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191851F-364E-7B6E-747E-CABA360E8AB2}"/>
                    </a:ext>
                  </a:extLst>
                </p14:cNvPr>
                <p14:cNvContentPartPr/>
                <p14:nvPr/>
              </p14:nvContentPartPr>
              <p14:xfrm>
                <a:off x="4953705" y="2347215"/>
                <a:ext cx="848160" cy="646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191851F-364E-7B6E-747E-CABA360E8A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47585" y="2341095"/>
                  <a:ext cx="86040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888144E-8463-4C42-5EFA-0D907C36E216}"/>
                    </a:ext>
                  </a:extLst>
                </p14:cNvPr>
                <p14:cNvContentPartPr/>
                <p14:nvPr/>
              </p14:nvContentPartPr>
              <p14:xfrm>
                <a:off x="5936505" y="2566455"/>
                <a:ext cx="430920" cy="377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888144E-8463-4C42-5EFA-0D907C36E2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30385" y="2560335"/>
                  <a:ext cx="4431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492C39-571C-49B4-2E10-4AA646AB9FF3}"/>
                    </a:ext>
                  </a:extLst>
                </p14:cNvPr>
                <p14:cNvContentPartPr/>
                <p14:nvPr/>
              </p14:nvContentPartPr>
              <p14:xfrm>
                <a:off x="6316305" y="2195295"/>
                <a:ext cx="660600" cy="731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492C39-571C-49B4-2E10-4AA646AB9FF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0185" y="2189175"/>
                  <a:ext cx="672840" cy="74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DB7CAE-BBF8-6189-5841-733429529005}"/>
                    </a:ext>
                  </a:extLst>
                </p14:cNvPr>
                <p14:cNvContentPartPr/>
                <p14:nvPr/>
              </p14:nvContentPartPr>
              <p14:xfrm>
                <a:off x="7222065" y="2562135"/>
                <a:ext cx="461520" cy="397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DB7CAE-BBF8-6189-5841-73342952900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15945" y="2556015"/>
                  <a:ext cx="47376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F7A9A9F-5A80-50D6-D273-5675E243A596}"/>
                    </a:ext>
                  </a:extLst>
                </p14:cNvPr>
                <p14:cNvContentPartPr/>
                <p14:nvPr/>
              </p14:nvContentPartPr>
              <p14:xfrm>
                <a:off x="8923065" y="2799375"/>
                <a:ext cx="31320" cy="6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F7A9A9F-5A80-50D6-D273-5675E243A5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16945" y="2793255"/>
                  <a:ext cx="43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C78F1E8-86D3-237C-840F-C9E1EC00B9D1}"/>
                    </a:ext>
                  </a:extLst>
                </p14:cNvPr>
                <p14:cNvContentPartPr/>
                <p14:nvPr/>
              </p14:nvContentPartPr>
              <p14:xfrm>
                <a:off x="4289505" y="2149575"/>
                <a:ext cx="456120" cy="926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C78F1E8-86D3-237C-840F-C9E1EC00B9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83385" y="2143455"/>
                  <a:ext cx="468360" cy="9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FBEA2C-493E-ABD9-F294-9D128DF9904A}"/>
                    </a:ext>
                  </a:extLst>
                </p14:cNvPr>
                <p14:cNvContentPartPr/>
                <p14:nvPr/>
              </p14:nvContentPartPr>
              <p14:xfrm>
                <a:off x="4730865" y="2077215"/>
                <a:ext cx="4403160" cy="1854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FBEA2C-493E-ABD9-F294-9D128DF990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24745" y="2071095"/>
                  <a:ext cx="4415400" cy="18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AF4F6D5-969C-339B-50F7-13F8DE0BB488}"/>
                    </a:ext>
                  </a:extLst>
                </p14:cNvPr>
                <p14:cNvContentPartPr/>
                <p14:nvPr/>
              </p14:nvContentPartPr>
              <p14:xfrm>
                <a:off x="3778665" y="3095655"/>
                <a:ext cx="4944960" cy="973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AF4F6D5-969C-339B-50F7-13F8DE0BB4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72545" y="3089535"/>
                  <a:ext cx="4957200" cy="9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8C0604-5758-A190-73A8-CC8B8DFBBECA}"/>
                    </a:ext>
                  </a:extLst>
                </p14:cNvPr>
                <p14:cNvContentPartPr/>
                <p14:nvPr/>
              </p14:nvContentPartPr>
              <p14:xfrm>
                <a:off x="9659265" y="3035895"/>
                <a:ext cx="380880" cy="72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8C0604-5758-A190-73A8-CC8B8DFBBE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653145" y="3029775"/>
                  <a:ext cx="39312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D85FDC-5CB8-E883-D018-C13D2F2F61EA}"/>
                    </a:ext>
                  </a:extLst>
                </p14:cNvPr>
                <p14:cNvContentPartPr/>
                <p14:nvPr/>
              </p14:nvContentPartPr>
              <p14:xfrm>
                <a:off x="9283425" y="3301215"/>
                <a:ext cx="855720" cy="162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D85FDC-5CB8-E883-D018-C13D2F2F61E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77305" y="3295095"/>
                  <a:ext cx="867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26E481-29DE-A570-8EC6-271890CD35FD}"/>
                    </a:ext>
                  </a:extLst>
                </p14:cNvPr>
                <p14:cNvContentPartPr/>
                <p14:nvPr/>
              </p14:nvContentPartPr>
              <p14:xfrm>
                <a:off x="10418145" y="3346575"/>
                <a:ext cx="27720" cy="19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C26E481-29DE-A570-8EC6-271890CD35F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12025" y="3340455"/>
                  <a:ext cx="39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8AB497B-9FB8-EE1A-CCCA-9B4CCFA89AAD}"/>
                    </a:ext>
                  </a:extLst>
                </p14:cNvPr>
                <p14:cNvContentPartPr/>
                <p14:nvPr/>
              </p14:nvContentPartPr>
              <p14:xfrm>
                <a:off x="1834665" y="4127415"/>
                <a:ext cx="1748520" cy="687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8AB497B-9FB8-EE1A-CCCA-9B4CCFA89A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28545" y="4121295"/>
                  <a:ext cx="176076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EA1DAD-EE92-276A-B783-9B8CD9CC2981}"/>
                    </a:ext>
                  </a:extLst>
                </p14:cNvPr>
                <p14:cNvContentPartPr/>
                <p14:nvPr/>
              </p14:nvContentPartPr>
              <p14:xfrm>
                <a:off x="3749865" y="4680735"/>
                <a:ext cx="144360" cy="9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EA1DAD-EE92-276A-B783-9B8CD9CC29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43745" y="4674615"/>
                  <a:ext cx="156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67C3B79-F230-5194-38DB-37EFAA39D2CD}"/>
                    </a:ext>
                  </a:extLst>
                </p14:cNvPr>
                <p14:cNvContentPartPr/>
                <p14:nvPr/>
              </p14:nvContentPartPr>
              <p14:xfrm>
                <a:off x="4377705" y="4471575"/>
                <a:ext cx="1217520" cy="40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67C3B79-F230-5194-38DB-37EFAA39D2C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71585" y="4465455"/>
                  <a:ext cx="1229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B7DDF4-1556-F203-B5B1-E4CF8F57583D}"/>
                    </a:ext>
                  </a:extLst>
                </p14:cNvPr>
                <p14:cNvContentPartPr/>
                <p14:nvPr/>
              </p14:nvContentPartPr>
              <p14:xfrm>
                <a:off x="6088425" y="4908255"/>
                <a:ext cx="163800" cy="7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B7DDF4-1556-F203-B5B1-E4CF8F5758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82305" y="4902135"/>
                  <a:ext cx="176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FD5E42-0A61-A6F9-3BBC-139662354A43}"/>
                    </a:ext>
                  </a:extLst>
                </p14:cNvPr>
                <p14:cNvContentPartPr/>
                <p14:nvPr/>
              </p14:nvContentPartPr>
              <p14:xfrm>
                <a:off x="6473625" y="4916535"/>
                <a:ext cx="1680480" cy="30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FD5E42-0A61-A6F9-3BBC-139662354A4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67505" y="4910415"/>
                  <a:ext cx="1692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0B1189-687F-D6E8-DD75-2C924569E193}"/>
                    </a:ext>
                  </a:extLst>
                </p14:cNvPr>
                <p14:cNvContentPartPr/>
                <p14:nvPr/>
              </p14:nvContentPartPr>
              <p14:xfrm>
                <a:off x="7718505" y="4567695"/>
                <a:ext cx="576720" cy="920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0B1189-687F-D6E8-DD75-2C924569E19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12385" y="4561575"/>
                  <a:ext cx="588960" cy="9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57BBC69-469A-699E-2163-368ABCA3CED9}"/>
                    </a:ext>
                  </a:extLst>
                </p14:cNvPr>
                <p14:cNvContentPartPr/>
                <p14:nvPr/>
              </p14:nvContentPartPr>
              <p14:xfrm>
                <a:off x="8924505" y="5163135"/>
                <a:ext cx="16200" cy="6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57BBC69-469A-699E-2163-368ABCA3CE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18385" y="5157015"/>
                  <a:ext cx="28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F87C92-77C6-D530-23BF-8B76090DD8DF}"/>
                    </a:ext>
                  </a:extLst>
                </p14:cNvPr>
                <p14:cNvContentPartPr/>
                <p14:nvPr/>
              </p14:nvContentPartPr>
              <p14:xfrm>
                <a:off x="9398625" y="4268175"/>
                <a:ext cx="225360" cy="520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F87C92-77C6-D530-23BF-8B76090DD8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92505" y="4262055"/>
                  <a:ext cx="23760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D522051-F242-667C-731D-6A72C74EF25E}"/>
                    </a:ext>
                  </a:extLst>
                </p14:cNvPr>
                <p14:cNvContentPartPr/>
                <p14:nvPr/>
              </p14:nvContentPartPr>
              <p14:xfrm>
                <a:off x="8777625" y="4125255"/>
                <a:ext cx="2209320" cy="1198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D522051-F242-667C-731D-6A72C74EF25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71505" y="4119135"/>
                  <a:ext cx="2221560" cy="12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799736-3E45-4FB5-A678-FA92FBEA66EC}"/>
                    </a:ext>
                  </a:extLst>
                </p14:cNvPr>
                <p14:cNvContentPartPr/>
                <p14:nvPr/>
              </p14:nvContentPartPr>
              <p14:xfrm>
                <a:off x="1670865" y="5016975"/>
                <a:ext cx="4030920" cy="588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799736-3E45-4FB5-A678-FA92FBEA66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64745" y="5010855"/>
                  <a:ext cx="4043160" cy="60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71364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99522B-7BEE-CAFA-B8CA-F3BCDE41533F}"/>
                  </a:ext>
                </a:extLst>
              </p14:cNvPr>
              <p14:cNvContentPartPr/>
              <p14:nvPr/>
            </p14:nvContentPartPr>
            <p14:xfrm>
              <a:off x="1757625" y="1571055"/>
              <a:ext cx="25560" cy="24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99522B-7BEE-CAFA-B8CA-F3BCDE4153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1505" y="1564935"/>
                <a:ext cx="378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3C6E20-AC2A-1645-F59B-70890AF092D7}"/>
                  </a:ext>
                </a:extLst>
              </p14:cNvPr>
              <p14:cNvContentPartPr/>
              <p14:nvPr/>
            </p14:nvContentPartPr>
            <p14:xfrm>
              <a:off x="1908825" y="1350735"/>
              <a:ext cx="360360" cy="317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3C6E20-AC2A-1645-F59B-70890AF092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2705" y="1344615"/>
                <a:ext cx="37260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B136DF-D100-DC80-3693-2FFF10309488}"/>
                  </a:ext>
                </a:extLst>
              </p14:cNvPr>
              <p14:cNvContentPartPr/>
              <p14:nvPr/>
            </p14:nvContentPartPr>
            <p14:xfrm>
              <a:off x="2362785" y="1328055"/>
              <a:ext cx="343080" cy="331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B136DF-D100-DC80-3693-2FFF103094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56665" y="1321935"/>
                <a:ext cx="35532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77CA579-5587-AF53-5C78-BE4C0DCEEBBC}"/>
                  </a:ext>
                </a:extLst>
              </p14:cNvPr>
              <p14:cNvContentPartPr/>
              <p14:nvPr/>
            </p14:nvContentPartPr>
            <p14:xfrm>
              <a:off x="2776785" y="1265415"/>
              <a:ext cx="351720" cy="469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77CA579-5587-AF53-5C78-BE4C0DCEEB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70665" y="1259295"/>
                <a:ext cx="36396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C85316-5E1C-961E-5C2F-82A9CED476BF}"/>
                  </a:ext>
                </a:extLst>
              </p14:cNvPr>
              <p14:cNvContentPartPr/>
              <p14:nvPr/>
            </p14:nvContentPartPr>
            <p14:xfrm>
              <a:off x="3230745" y="1326255"/>
              <a:ext cx="429120" cy="289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C85316-5E1C-961E-5C2F-82A9CED476B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24625" y="1320135"/>
                <a:ext cx="4413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7389FF-4DA4-86F7-13D5-422B504AEB1F}"/>
                  </a:ext>
                </a:extLst>
              </p14:cNvPr>
              <p14:cNvContentPartPr/>
              <p14:nvPr/>
            </p14:nvContentPartPr>
            <p14:xfrm>
              <a:off x="3749865" y="1155255"/>
              <a:ext cx="82800" cy="44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7389FF-4DA4-86F7-13D5-422B504AEB1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43745" y="1149135"/>
                <a:ext cx="950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D9E0999-6FCF-886B-6831-E01F1319B0DB}"/>
                  </a:ext>
                </a:extLst>
              </p14:cNvPr>
              <p14:cNvContentPartPr/>
              <p14:nvPr/>
            </p14:nvContentPartPr>
            <p14:xfrm>
              <a:off x="3794505" y="1334175"/>
              <a:ext cx="286200" cy="313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D9E0999-6FCF-886B-6831-E01F1319B0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88385" y="1328055"/>
                <a:ext cx="2984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C81A11-AE31-0133-73CE-C4AE0073DA83}"/>
                  </a:ext>
                </a:extLst>
              </p14:cNvPr>
              <p14:cNvContentPartPr/>
              <p14:nvPr/>
            </p14:nvContentPartPr>
            <p14:xfrm>
              <a:off x="4151265" y="1346055"/>
              <a:ext cx="1308960" cy="306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C81A11-AE31-0133-73CE-C4AE0073DA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45145" y="1339935"/>
                <a:ext cx="13212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EA0F1F-EFDD-147F-520E-BD6297FF7D02}"/>
                  </a:ext>
                </a:extLst>
              </p14:cNvPr>
              <p14:cNvContentPartPr/>
              <p14:nvPr/>
            </p14:nvContentPartPr>
            <p14:xfrm>
              <a:off x="5342145" y="1405455"/>
              <a:ext cx="293040" cy="49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EA0F1F-EFDD-147F-520E-BD6297FF7D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36025" y="1399335"/>
                <a:ext cx="3052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7F60CDB-964E-DA76-4116-ADEE0F38AF20}"/>
                  </a:ext>
                </a:extLst>
              </p14:cNvPr>
              <p14:cNvContentPartPr/>
              <p14:nvPr/>
            </p14:nvContentPartPr>
            <p14:xfrm>
              <a:off x="6430425" y="1496895"/>
              <a:ext cx="45000" cy="58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7F60CDB-964E-DA76-4116-ADEE0F38AF2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24305" y="1490775"/>
                <a:ext cx="572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C03AC1-29A6-4169-DFBB-55E9E445A566}"/>
                  </a:ext>
                </a:extLst>
              </p14:cNvPr>
              <p14:cNvContentPartPr/>
              <p14:nvPr/>
            </p14:nvContentPartPr>
            <p14:xfrm>
              <a:off x="7121265" y="1090455"/>
              <a:ext cx="93600" cy="484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C03AC1-29A6-4169-DFBB-55E9E445A56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15145" y="1084335"/>
                <a:ext cx="10584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D9681C2-F619-D20E-AA0C-919449D7D0D0}"/>
                  </a:ext>
                </a:extLst>
              </p14:cNvPr>
              <p14:cNvContentPartPr/>
              <p14:nvPr/>
            </p14:nvContentPartPr>
            <p14:xfrm>
              <a:off x="6788265" y="1325175"/>
              <a:ext cx="426600" cy="23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D9681C2-F619-D20E-AA0C-919449D7D0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82145" y="1319055"/>
                <a:ext cx="4388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E040F02-F4C3-898E-2A24-DFACD4A31D4B}"/>
                  </a:ext>
                </a:extLst>
              </p14:cNvPr>
              <p14:cNvContentPartPr/>
              <p14:nvPr/>
            </p14:nvContentPartPr>
            <p14:xfrm>
              <a:off x="7632465" y="1366215"/>
              <a:ext cx="163080" cy="183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E040F02-F4C3-898E-2A24-DFACD4A31D4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26345" y="1360095"/>
                <a:ext cx="1753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472FEDE-2E18-A06E-FB8E-2187DB7815E2}"/>
                  </a:ext>
                </a:extLst>
              </p14:cNvPr>
              <p14:cNvContentPartPr/>
              <p14:nvPr/>
            </p14:nvContentPartPr>
            <p14:xfrm>
              <a:off x="7496745" y="1489695"/>
              <a:ext cx="222120" cy="61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472FEDE-2E18-A06E-FB8E-2187DB7815E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90625" y="1483575"/>
                <a:ext cx="2343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DFA486E-E1F2-288F-3B3B-719F4549175A}"/>
                  </a:ext>
                </a:extLst>
              </p14:cNvPr>
              <p14:cNvContentPartPr/>
              <p14:nvPr/>
            </p14:nvContentPartPr>
            <p14:xfrm>
              <a:off x="8055825" y="1264335"/>
              <a:ext cx="42480" cy="207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DFA486E-E1F2-288F-3B3B-719F454917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49705" y="1258215"/>
                <a:ext cx="547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7818B91-7E63-7F31-3C97-8141DEC90DBE}"/>
                  </a:ext>
                </a:extLst>
              </p14:cNvPr>
              <p14:cNvContentPartPr/>
              <p14:nvPr/>
            </p14:nvContentPartPr>
            <p14:xfrm>
              <a:off x="8038545" y="1423815"/>
              <a:ext cx="191160" cy="32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7818B91-7E63-7F31-3C97-8141DEC90DB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32425" y="1417695"/>
                <a:ext cx="2034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AAC4EBD-9168-5A3F-6140-D35512F9AEE3}"/>
                  </a:ext>
                </a:extLst>
              </p14:cNvPr>
              <p14:cNvContentPartPr/>
              <p14:nvPr/>
            </p14:nvContentPartPr>
            <p14:xfrm>
              <a:off x="9499785" y="1058775"/>
              <a:ext cx="373680" cy="606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AAC4EBD-9168-5A3F-6140-D35512F9AEE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93665" y="1052655"/>
                <a:ext cx="38592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7F68D69-C8C2-30EF-99FA-A44D7EE2A232}"/>
                  </a:ext>
                </a:extLst>
              </p14:cNvPr>
              <p14:cNvContentPartPr/>
              <p14:nvPr/>
            </p14:nvContentPartPr>
            <p14:xfrm>
              <a:off x="10132665" y="1047255"/>
              <a:ext cx="230040" cy="6174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7F68D69-C8C2-30EF-99FA-A44D7EE2A23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126545" y="1041135"/>
                <a:ext cx="24228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AC8386B-52D0-3186-840D-89DAAB5C517D}"/>
                  </a:ext>
                </a:extLst>
              </p14:cNvPr>
              <p14:cNvContentPartPr/>
              <p14:nvPr/>
            </p14:nvContentPartPr>
            <p14:xfrm>
              <a:off x="10541625" y="1370895"/>
              <a:ext cx="334440" cy="281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AC8386B-52D0-3186-840D-89DAAB5C517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535505" y="1364775"/>
                <a:ext cx="3466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A9B2669-4370-FE0E-F971-55DE46965F3B}"/>
                  </a:ext>
                </a:extLst>
              </p14:cNvPr>
              <p14:cNvContentPartPr/>
              <p14:nvPr/>
            </p14:nvContentPartPr>
            <p14:xfrm>
              <a:off x="11021865" y="1579335"/>
              <a:ext cx="30240" cy="1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A9B2669-4370-FE0E-F971-55DE46965F3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015745" y="1573215"/>
                <a:ext cx="424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B5CA8E8-224A-94B7-2636-A50571F52136}"/>
                  </a:ext>
                </a:extLst>
              </p14:cNvPr>
              <p14:cNvContentPartPr/>
              <p14:nvPr/>
            </p14:nvContentPartPr>
            <p14:xfrm>
              <a:off x="11163345" y="1578615"/>
              <a:ext cx="167400" cy="137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B5CA8E8-224A-94B7-2636-A50571F5213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157225" y="1572495"/>
                <a:ext cx="17964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17B3181-36DD-944D-D8DE-2503EED253D9}"/>
                  </a:ext>
                </a:extLst>
              </p14:cNvPr>
              <p14:cNvContentPartPr/>
              <p14:nvPr/>
            </p14:nvContentPartPr>
            <p14:xfrm>
              <a:off x="11611545" y="1590495"/>
              <a:ext cx="10800" cy="37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17B3181-36DD-944D-D8DE-2503EED253D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605425" y="1584375"/>
                <a:ext cx="23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7D1DFD5-BFAA-2FF6-B471-DF016D397370}"/>
                  </a:ext>
                </a:extLst>
              </p14:cNvPr>
              <p14:cNvContentPartPr/>
              <p14:nvPr/>
            </p14:nvContentPartPr>
            <p14:xfrm>
              <a:off x="9030345" y="2044095"/>
              <a:ext cx="2365560" cy="177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7D1DFD5-BFAA-2FF6-B471-DF016D39737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024225" y="2037975"/>
                <a:ext cx="2377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A8540AB-CFF2-14B2-74A2-A215178E3B49}"/>
                  </a:ext>
                </a:extLst>
              </p14:cNvPr>
              <p14:cNvContentPartPr/>
              <p14:nvPr/>
            </p14:nvContentPartPr>
            <p14:xfrm>
              <a:off x="9608865" y="863295"/>
              <a:ext cx="281160" cy="553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A8540AB-CFF2-14B2-74A2-A215178E3B4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02745" y="857175"/>
                <a:ext cx="293400" cy="56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855D362-BFD7-CF98-BF7B-DBE455AEDA00}"/>
                  </a:ext>
                </a:extLst>
              </p14:cNvPr>
              <p14:cNvContentPartPr/>
              <p14:nvPr/>
            </p14:nvContentPartPr>
            <p14:xfrm>
              <a:off x="9098025" y="825135"/>
              <a:ext cx="344520" cy="9302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855D362-BFD7-CF98-BF7B-DBE455AEDA0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91905" y="819015"/>
                <a:ext cx="356760" cy="9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D7D8D16-1F0D-2491-CEE3-A0E05A4F1687}"/>
                  </a:ext>
                </a:extLst>
              </p14:cNvPr>
              <p14:cNvContentPartPr/>
              <p14:nvPr/>
            </p14:nvContentPartPr>
            <p14:xfrm>
              <a:off x="9383505" y="790215"/>
              <a:ext cx="2188800" cy="15832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D7D8D16-1F0D-2491-CEE3-A0E05A4F168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377385" y="784095"/>
                <a:ext cx="2201040" cy="15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5774FDD-CEF2-1899-51DB-55ED202CE515}"/>
                  </a:ext>
                </a:extLst>
              </p14:cNvPr>
              <p14:cNvContentPartPr/>
              <p14:nvPr/>
            </p14:nvContentPartPr>
            <p14:xfrm>
              <a:off x="10003425" y="1837095"/>
              <a:ext cx="448920" cy="1066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5774FDD-CEF2-1899-51DB-55ED202CE51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997305" y="1830975"/>
                <a:ext cx="461160" cy="10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D67B591-1DE9-EC9C-E43E-8D3D890A55F4}"/>
                  </a:ext>
                </a:extLst>
              </p14:cNvPr>
              <p14:cNvContentPartPr/>
              <p14:nvPr/>
            </p14:nvContentPartPr>
            <p14:xfrm>
              <a:off x="9550905" y="2415615"/>
              <a:ext cx="539640" cy="483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D67B591-1DE9-EC9C-E43E-8D3D890A55F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544785" y="2409495"/>
                <a:ext cx="55188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031E922-43AC-D66A-6416-72D21D30FBFF}"/>
                  </a:ext>
                </a:extLst>
              </p14:cNvPr>
              <p14:cNvContentPartPr/>
              <p14:nvPr/>
            </p14:nvContentPartPr>
            <p14:xfrm>
              <a:off x="10124385" y="2730255"/>
              <a:ext cx="380880" cy="164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031E922-43AC-D66A-6416-72D21D30FBF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118265" y="2724135"/>
                <a:ext cx="3931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6C3DB41-CA26-FF80-A2A4-5005ADDA950A}"/>
                  </a:ext>
                </a:extLst>
              </p14:cNvPr>
              <p14:cNvContentPartPr/>
              <p14:nvPr/>
            </p14:nvContentPartPr>
            <p14:xfrm>
              <a:off x="9322305" y="3391935"/>
              <a:ext cx="48240" cy="187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6C3DB41-CA26-FF80-A2A4-5005ADDA950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316185" y="3385815"/>
                <a:ext cx="604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B50A574-4A37-C655-540D-C7DACA67ACAD}"/>
                  </a:ext>
                </a:extLst>
              </p14:cNvPr>
              <p14:cNvContentPartPr/>
              <p14:nvPr/>
            </p14:nvContentPartPr>
            <p14:xfrm>
              <a:off x="9512025" y="3452415"/>
              <a:ext cx="273600" cy="794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B50A574-4A37-C655-540D-C7DACA67ACA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05905" y="3446295"/>
                <a:ext cx="285840" cy="80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078D237-0FBE-93FC-7C6A-DCDEE89256C8}"/>
                  </a:ext>
                </a:extLst>
              </p14:cNvPr>
              <p14:cNvContentPartPr/>
              <p14:nvPr/>
            </p14:nvContentPartPr>
            <p14:xfrm>
              <a:off x="9739185" y="3108975"/>
              <a:ext cx="300960" cy="414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078D237-0FBE-93FC-7C6A-DCDEE89256C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733065" y="3102855"/>
                <a:ext cx="31320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57F4BE5-2F56-EEB8-090F-29E4C5D48CD1}"/>
                  </a:ext>
                </a:extLst>
              </p14:cNvPr>
              <p14:cNvContentPartPr/>
              <p14:nvPr/>
            </p14:nvContentPartPr>
            <p14:xfrm>
              <a:off x="10054905" y="3385455"/>
              <a:ext cx="1063440" cy="3060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57F4BE5-2F56-EEB8-090F-29E4C5D48CD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048785" y="3379335"/>
                <a:ext cx="107568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775EE73-3B7A-9352-2650-3C835616FD3C}"/>
                  </a:ext>
                </a:extLst>
              </p14:cNvPr>
              <p14:cNvContentPartPr/>
              <p14:nvPr/>
            </p14:nvContentPartPr>
            <p14:xfrm>
              <a:off x="11525865" y="3452415"/>
              <a:ext cx="93960" cy="1371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775EE73-3B7A-9352-2650-3C835616FD3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519745" y="3446295"/>
                <a:ext cx="1062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736A854-B81D-801C-6DFA-02621F5732F9}"/>
                  </a:ext>
                </a:extLst>
              </p14:cNvPr>
              <p14:cNvContentPartPr/>
              <p14:nvPr/>
            </p14:nvContentPartPr>
            <p14:xfrm>
              <a:off x="11028705" y="3186015"/>
              <a:ext cx="528480" cy="162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736A854-B81D-801C-6DFA-02621F5732F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022585" y="3179895"/>
                <a:ext cx="5407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C0D23C3-FABC-4DBE-B399-7080D2E6B603}"/>
                  </a:ext>
                </a:extLst>
              </p14:cNvPr>
              <p14:cNvContentPartPr/>
              <p14:nvPr/>
            </p14:nvContentPartPr>
            <p14:xfrm>
              <a:off x="9227265" y="2930415"/>
              <a:ext cx="363960" cy="9615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C0D23C3-FABC-4DBE-B399-7080D2E6B60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221145" y="2924295"/>
                <a:ext cx="376200" cy="9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C96CC56-B295-9430-948D-4CE5E0BBA6D6}"/>
                  </a:ext>
                </a:extLst>
              </p14:cNvPr>
              <p14:cNvContentPartPr/>
              <p14:nvPr/>
            </p14:nvContentPartPr>
            <p14:xfrm>
              <a:off x="9625785" y="2826015"/>
              <a:ext cx="2589480" cy="1728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C96CC56-B295-9430-948D-4CE5E0BBA6D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619665" y="2819895"/>
                <a:ext cx="2601720" cy="174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5A4F922B-B37D-217A-52D3-E2DB3EEDB70B}"/>
              </a:ext>
            </a:extLst>
          </p:cNvPr>
          <p:cNvGrpSpPr/>
          <p:nvPr/>
        </p:nvGrpSpPr>
        <p:grpSpPr>
          <a:xfrm>
            <a:off x="1486905" y="1874175"/>
            <a:ext cx="7062120" cy="3633840"/>
            <a:chOff x="1486905" y="1874175"/>
            <a:chExt cx="7062120" cy="363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3D6BED5-74E5-1AB7-217B-F92560A0292F}"/>
                    </a:ext>
                  </a:extLst>
                </p14:cNvPr>
                <p14:cNvContentPartPr/>
                <p14:nvPr/>
              </p14:nvContentPartPr>
              <p14:xfrm>
                <a:off x="2393745" y="2302935"/>
                <a:ext cx="1207080" cy="46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3D6BED5-74E5-1AB7-217B-F92560A0292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87625" y="2296815"/>
                  <a:ext cx="121932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3C0E85-6EDE-FD19-DA8A-99B593A7EF61}"/>
                    </a:ext>
                  </a:extLst>
                </p14:cNvPr>
                <p14:cNvContentPartPr/>
                <p14:nvPr/>
              </p14:nvContentPartPr>
              <p14:xfrm>
                <a:off x="3762465" y="2407335"/>
                <a:ext cx="438120" cy="264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3C0E85-6EDE-FD19-DA8A-99B593A7EF6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56345" y="2401215"/>
                  <a:ext cx="450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FFD9F5-7F78-22D9-40F9-8E4209FC23C8}"/>
                    </a:ext>
                  </a:extLst>
                </p14:cNvPr>
                <p14:cNvContentPartPr/>
                <p14:nvPr/>
              </p14:nvContentPartPr>
              <p14:xfrm>
                <a:off x="4162425" y="2481495"/>
                <a:ext cx="141120" cy="230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FFD9F5-7F78-22D9-40F9-8E4209FC23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56305" y="2475375"/>
                  <a:ext cx="153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9C91A9-E180-595A-7AB7-B024996F1DEC}"/>
                    </a:ext>
                  </a:extLst>
                </p14:cNvPr>
                <p14:cNvContentPartPr/>
                <p14:nvPr/>
              </p14:nvContentPartPr>
              <p14:xfrm>
                <a:off x="4349985" y="2258295"/>
                <a:ext cx="37080" cy="38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9C91A9-E180-595A-7AB7-B024996F1D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43865" y="2252175"/>
                  <a:ext cx="49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F3C70B-9BC8-A3A6-82C9-6088F369EDBD}"/>
                    </a:ext>
                  </a:extLst>
                </p14:cNvPr>
                <p14:cNvContentPartPr/>
                <p14:nvPr/>
              </p14:nvContentPartPr>
              <p14:xfrm>
                <a:off x="4355745" y="2429655"/>
                <a:ext cx="494280" cy="265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F3C70B-9BC8-A3A6-82C9-6088F369EDB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49625" y="2423535"/>
                  <a:ext cx="5065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D819F0-811C-4B49-F445-C2C7965CD873}"/>
                    </a:ext>
                  </a:extLst>
                </p14:cNvPr>
                <p14:cNvContentPartPr/>
                <p14:nvPr/>
              </p14:nvContentPartPr>
              <p14:xfrm>
                <a:off x="4813305" y="2471775"/>
                <a:ext cx="196920" cy="296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D819F0-811C-4B49-F445-C2C7965CD87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07185" y="2465655"/>
                  <a:ext cx="2091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0D74B6C-7F23-6480-D529-9B444F3ED8D5}"/>
                    </a:ext>
                  </a:extLst>
                </p14:cNvPr>
                <p14:cNvContentPartPr/>
                <p14:nvPr/>
              </p14:nvContentPartPr>
              <p14:xfrm>
                <a:off x="5060985" y="2512095"/>
                <a:ext cx="412920" cy="301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0D74B6C-7F23-6480-D529-9B444F3ED8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54865" y="2505975"/>
                  <a:ext cx="4251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94C7E7-6F3C-2350-D480-F90A13DC0AF2}"/>
                    </a:ext>
                  </a:extLst>
                </p14:cNvPr>
                <p14:cNvContentPartPr/>
                <p14:nvPr/>
              </p14:nvContentPartPr>
              <p14:xfrm>
                <a:off x="5593785" y="2415255"/>
                <a:ext cx="1553040" cy="33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94C7E7-6F3C-2350-D480-F90A13DC0AF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87665" y="2409135"/>
                  <a:ext cx="15652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590F5A6-5C99-D508-ED9B-A0ED5E138903}"/>
                    </a:ext>
                  </a:extLst>
                </p14:cNvPr>
                <p14:cNvContentPartPr/>
                <p14:nvPr/>
              </p14:nvContentPartPr>
              <p14:xfrm>
                <a:off x="7232865" y="2531895"/>
                <a:ext cx="189000" cy="78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590F5A6-5C99-D508-ED9B-A0ED5E13890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26745" y="2525775"/>
                  <a:ext cx="201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22F7162-F839-F363-84FD-88EE84975363}"/>
                    </a:ext>
                  </a:extLst>
                </p14:cNvPr>
                <p14:cNvContentPartPr/>
                <p14:nvPr/>
              </p14:nvContentPartPr>
              <p14:xfrm>
                <a:off x="1811625" y="1942935"/>
                <a:ext cx="735480" cy="978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22F7162-F839-F363-84FD-88EE849753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05505" y="1936815"/>
                  <a:ext cx="747720" cy="9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7A6787-A44B-9D53-7913-F60028DF93FB}"/>
                    </a:ext>
                  </a:extLst>
                </p14:cNvPr>
                <p14:cNvContentPartPr/>
                <p14:nvPr/>
              </p14:nvContentPartPr>
              <p14:xfrm>
                <a:off x="2386185" y="1874175"/>
                <a:ext cx="5937480" cy="83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7A6787-A44B-9D53-7913-F60028DF93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80065" y="1868055"/>
                  <a:ext cx="5949720" cy="8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B6C5AA-29A7-2C56-A507-16B64666850D}"/>
                    </a:ext>
                  </a:extLst>
                </p14:cNvPr>
                <p14:cNvContentPartPr/>
                <p14:nvPr/>
              </p14:nvContentPartPr>
              <p14:xfrm>
                <a:off x="1486905" y="3095655"/>
                <a:ext cx="6330240" cy="845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B6C5AA-29A7-2C56-A507-16B6466685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80785" y="3089535"/>
                  <a:ext cx="634248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8A9DA0A-CC0C-9397-936C-5C114A320075}"/>
                    </a:ext>
                  </a:extLst>
                </p14:cNvPr>
                <p14:cNvContentPartPr/>
                <p14:nvPr/>
              </p14:nvContentPartPr>
              <p14:xfrm>
                <a:off x="7775745" y="2835375"/>
                <a:ext cx="410760" cy="740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8A9DA0A-CC0C-9397-936C-5C114A32007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69625" y="2829255"/>
                  <a:ext cx="42300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437BE27-EC19-D311-B0BC-59332CF5B1AF}"/>
                    </a:ext>
                  </a:extLst>
                </p14:cNvPr>
                <p14:cNvContentPartPr/>
                <p14:nvPr/>
              </p14:nvContentPartPr>
              <p14:xfrm>
                <a:off x="2722065" y="4124175"/>
                <a:ext cx="189360" cy="68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437BE27-EC19-D311-B0BC-59332CF5B1A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15945" y="4118055"/>
                  <a:ext cx="20160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3CC1A9-7712-C4DB-4D35-B32645B20EE8}"/>
                    </a:ext>
                  </a:extLst>
                </p14:cNvPr>
                <p14:cNvContentPartPr/>
                <p14:nvPr/>
              </p14:nvContentPartPr>
              <p14:xfrm>
                <a:off x="3042465" y="4309575"/>
                <a:ext cx="185760" cy="272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3CC1A9-7712-C4DB-4D35-B32645B20EE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36345" y="4303455"/>
                  <a:ext cx="198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08C5828-F4FA-048B-D38D-939CA8307210}"/>
                    </a:ext>
                  </a:extLst>
                </p14:cNvPr>
                <p14:cNvContentPartPr/>
                <p14:nvPr/>
              </p14:nvContentPartPr>
              <p14:xfrm>
                <a:off x="3508305" y="3961815"/>
                <a:ext cx="46800" cy="443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08C5828-F4FA-048B-D38D-939CA830721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02185" y="3955695"/>
                  <a:ext cx="590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F1B5A6-E329-8AB7-D700-13004C99E5BF}"/>
                    </a:ext>
                  </a:extLst>
                </p14:cNvPr>
                <p14:cNvContentPartPr/>
                <p14:nvPr/>
              </p14:nvContentPartPr>
              <p14:xfrm>
                <a:off x="3616305" y="4260975"/>
                <a:ext cx="197640" cy="111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F1B5A6-E329-8AB7-D700-13004C99E5B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10185" y="4254855"/>
                  <a:ext cx="209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D3727CC-4D0A-478D-CDC2-447F3AC73B1C}"/>
                    </a:ext>
                  </a:extLst>
                </p14:cNvPr>
                <p14:cNvContentPartPr/>
                <p14:nvPr/>
              </p14:nvContentPartPr>
              <p14:xfrm>
                <a:off x="4265385" y="4301295"/>
                <a:ext cx="98640" cy="54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D3727CC-4D0A-478D-CDC2-447F3AC73B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59265" y="4295175"/>
                  <a:ext cx="110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6FBCA14-FBCB-C55B-0AE0-231864DE07D0}"/>
                    </a:ext>
                  </a:extLst>
                </p14:cNvPr>
                <p14:cNvContentPartPr/>
                <p14:nvPr/>
              </p14:nvContentPartPr>
              <p14:xfrm>
                <a:off x="2018985" y="3491655"/>
                <a:ext cx="6530040" cy="2016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6FBCA14-FBCB-C55B-0AE0-231864DE07D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12865" y="3485535"/>
                  <a:ext cx="6542280" cy="20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2417362-F82F-277B-E4EA-6B80755C1765}"/>
                    </a:ext>
                  </a:extLst>
                </p14:cNvPr>
                <p14:cNvContentPartPr/>
                <p14:nvPr/>
              </p14:nvContentPartPr>
              <p14:xfrm>
                <a:off x="5086185" y="4423695"/>
                <a:ext cx="26640" cy="68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2417362-F82F-277B-E4EA-6B80755C17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80065" y="4417575"/>
                  <a:ext cx="38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0D48F2B-C57C-A12D-BA14-E5657C7A1A38}"/>
                    </a:ext>
                  </a:extLst>
                </p14:cNvPr>
                <p14:cNvContentPartPr/>
                <p14:nvPr/>
              </p14:nvContentPartPr>
              <p14:xfrm>
                <a:off x="5710425" y="4758855"/>
                <a:ext cx="27720" cy="28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D48F2B-C57C-A12D-BA14-E5657C7A1A3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04305" y="4752735"/>
                  <a:ext cx="39960" cy="4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3583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9A531E-6F3C-2C12-B6DB-2FE0E4405964}"/>
                  </a:ext>
                </a:extLst>
              </p14:cNvPr>
              <p14:cNvContentPartPr/>
              <p14:nvPr/>
            </p14:nvContentPartPr>
            <p14:xfrm>
              <a:off x="978585" y="909015"/>
              <a:ext cx="121320" cy="615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9A531E-6F3C-2C12-B6DB-2FE0E44059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465" y="902895"/>
                <a:ext cx="133560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C32598-F44C-E2D7-E503-5D4B4191551B}"/>
                  </a:ext>
                </a:extLst>
              </p14:cNvPr>
              <p14:cNvContentPartPr/>
              <p14:nvPr/>
            </p14:nvContentPartPr>
            <p14:xfrm>
              <a:off x="1160385" y="678975"/>
              <a:ext cx="2555640" cy="96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C32598-F44C-E2D7-E503-5D4B419155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4265" y="672855"/>
                <a:ext cx="2567880" cy="9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86B0E4-2B6B-0BFF-6CDC-F3182186E961}"/>
                  </a:ext>
                </a:extLst>
              </p14:cNvPr>
              <p14:cNvContentPartPr/>
              <p14:nvPr/>
            </p14:nvContentPartPr>
            <p14:xfrm>
              <a:off x="992985" y="1514535"/>
              <a:ext cx="2602800" cy="81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86B0E4-2B6B-0BFF-6CDC-F3182186E9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6865" y="1508415"/>
                <a:ext cx="26150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6D52BC6-493F-4D53-91B7-153E380C81A8}"/>
                  </a:ext>
                </a:extLst>
              </p14:cNvPr>
              <p14:cNvContentPartPr/>
              <p14:nvPr/>
            </p14:nvContentPartPr>
            <p14:xfrm>
              <a:off x="4659945" y="727935"/>
              <a:ext cx="2294280" cy="325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6D52BC6-493F-4D53-91B7-153E380C81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53825" y="721815"/>
                <a:ext cx="230652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1E84C50-BE11-615C-7990-6A2275B8D2E0}"/>
                  </a:ext>
                </a:extLst>
              </p14:cNvPr>
              <p14:cNvContentPartPr/>
              <p14:nvPr/>
            </p14:nvContentPartPr>
            <p14:xfrm>
              <a:off x="4388145" y="955815"/>
              <a:ext cx="324720" cy="995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1E84C50-BE11-615C-7990-6A2275B8D2E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82025" y="949695"/>
                <a:ext cx="336960" cy="10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764FB4D-94F4-BC5C-4247-6A156FE0DF3A}"/>
                  </a:ext>
                </a:extLst>
              </p14:cNvPr>
              <p14:cNvContentPartPr/>
              <p14:nvPr/>
            </p14:nvContentPartPr>
            <p14:xfrm>
              <a:off x="4251705" y="1787055"/>
              <a:ext cx="2819520" cy="237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764FB4D-94F4-BC5C-4247-6A156FE0DF3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5585" y="1780935"/>
                <a:ext cx="28317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9F47334-F5F7-406E-D0C5-341607405549}"/>
                  </a:ext>
                </a:extLst>
              </p14:cNvPr>
              <p14:cNvContentPartPr/>
              <p14:nvPr/>
            </p14:nvContentPartPr>
            <p14:xfrm>
              <a:off x="6868185" y="823695"/>
              <a:ext cx="201600" cy="1033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9F47334-F5F7-406E-D0C5-34160740554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62065" y="817575"/>
                <a:ext cx="213840" cy="10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B2F217-DA43-4538-4747-C9984A9EBD1A}"/>
                  </a:ext>
                </a:extLst>
              </p14:cNvPr>
              <p14:cNvContentPartPr/>
              <p14:nvPr/>
            </p14:nvContentPartPr>
            <p14:xfrm>
              <a:off x="1437945" y="2891895"/>
              <a:ext cx="92520" cy="677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B2F217-DA43-4538-4747-C9984A9EBD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31825" y="2885775"/>
                <a:ext cx="10476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A14EFFA-500C-886F-0EDA-A65651B4D7D2}"/>
                  </a:ext>
                </a:extLst>
              </p14:cNvPr>
              <p14:cNvContentPartPr/>
              <p14:nvPr/>
            </p14:nvContentPartPr>
            <p14:xfrm>
              <a:off x="1439745" y="3110775"/>
              <a:ext cx="500400" cy="258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A14EFFA-500C-886F-0EDA-A65651B4D7D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33625" y="3104655"/>
                <a:ext cx="5126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050A2C7-29A0-1D9A-1CD5-6EE856D25F07}"/>
                  </a:ext>
                </a:extLst>
              </p14:cNvPr>
              <p14:cNvContentPartPr/>
              <p14:nvPr/>
            </p14:nvContentPartPr>
            <p14:xfrm>
              <a:off x="1949865" y="2672655"/>
              <a:ext cx="58680" cy="92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050A2C7-29A0-1D9A-1CD5-6EE856D25F0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43745" y="2666535"/>
                <a:ext cx="709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6EF4540-2EC1-7C4A-2939-412D068510C4}"/>
                  </a:ext>
                </a:extLst>
              </p14:cNvPr>
              <p14:cNvContentPartPr/>
              <p14:nvPr/>
            </p14:nvContentPartPr>
            <p14:xfrm>
              <a:off x="2034465" y="2896935"/>
              <a:ext cx="120240" cy="618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6EF4540-2EC1-7C4A-2939-412D068510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28345" y="2890815"/>
                <a:ext cx="132480" cy="6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6BDB31-59E6-7D2E-68EA-02FE5A8373EF}"/>
                  </a:ext>
                </a:extLst>
              </p14:cNvPr>
              <p14:cNvContentPartPr/>
              <p14:nvPr/>
            </p14:nvContentPartPr>
            <p14:xfrm>
              <a:off x="2066505" y="3100695"/>
              <a:ext cx="258120" cy="169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6BDB31-59E6-7D2E-68EA-02FE5A8373E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60385" y="3094575"/>
                <a:ext cx="2703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06E0101-CAED-EBBC-3C72-6A94DBFF1872}"/>
                  </a:ext>
                </a:extLst>
              </p14:cNvPr>
              <p14:cNvContentPartPr/>
              <p14:nvPr/>
            </p14:nvContentPartPr>
            <p14:xfrm>
              <a:off x="3143985" y="3062535"/>
              <a:ext cx="60120" cy="278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06E0101-CAED-EBBC-3C72-6A94DBFF187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37865" y="3056415"/>
                <a:ext cx="7236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CBF653D-716C-BC1C-5204-DE04E3DBCE55}"/>
                  </a:ext>
                </a:extLst>
              </p14:cNvPr>
              <p14:cNvContentPartPr/>
              <p14:nvPr/>
            </p14:nvContentPartPr>
            <p14:xfrm>
              <a:off x="3218505" y="2662575"/>
              <a:ext cx="11880" cy="64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CBF653D-716C-BC1C-5204-DE04E3DBCE5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212385" y="2656455"/>
                <a:ext cx="241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9BE7327-DF84-7D7F-C802-89ABFCAAAC22}"/>
                  </a:ext>
                </a:extLst>
              </p14:cNvPr>
              <p14:cNvContentPartPr/>
              <p14:nvPr/>
            </p14:nvContentPartPr>
            <p14:xfrm>
              <a:off x="3355665" y="2842575"/>
              <a:ext cx="654840" cy="398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9BE7327-DF84-7D7F-C802-89ABFCAAAC2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49545" y="2836455"/>
                <a:ext cx="6670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545E3C3-B38E-1DF7-3E6D-FFDAF795CF57}"/>
                  </a:ext>
                </a:extLst>
              </p14:cNvPr>
              <p14:cNvContentPartPr/>
              <p14:nvPr/>
            </p14:nvContentPartPr>
            <p14:xfrm>
              <a:off x="4280505" y="2732055"/>
              <a:ext cx="59400" cy="391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545E3C3-B38E-1DF7-3E6D-FFDAF795CF5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74385" y="2725935"/>
                <a:ext cx="7164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9FAE482-97B4-8EEF-E8C7-7641ECA75F65}"/>
                  </a:ext>
                </a:extLst>
              </p14:cNvPr>
              <p14:cNvContentPartPr/>
              <p14:nvPr/>
            </p14:nvContentPartPr>
            <p14:xfrm>
              <a:off x="4239105" y="2576175"/>
              <a:ext cx="853920" cy="429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9FAE482-97B4-8EEF-E8C7-7641ECA75F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32985" y="2570055"/>
                <a:ext cx="86616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5BE52C9-C48F-A393-E63F-039E601276F9}"/>
                  </a:ext>
                </a:extLst>
              </p14:cNvPr>
              <p14:cNvContentPartPr/>
              <p14:nvPr/>
            </p14:nvContentPartPr>
            <p14:xfrm>
              <a:off x="6306945" y="2579055"/>
              <a:ext cx="1526400" cy="355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5BE52C9-C48F-A393-E63F-039E601276F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00825" y="2572935"/>
                <a:ext cx="153864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451135E-1EAD-EDD6-49C0-D84CCBA8D057}"/>
                  </a:ext>
                </a:extLst>
              </p14:cNvPr>
              <p14:cNvContentPartPr/>
              <p14:nvPr/>
            </p14:nvContentPartPr>
            <p14:xfrm>
              <a:off x="7865745" y="2422815"/>
              <a:ext cx="47880" cy="425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451135E-1EAD-EDD6-49C0-D84CCBA8D05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59625" y="2416695"/>
                <a:ext cx="6012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32579D8-C0BE-F883-FC19-5D55F7688249}"/>
                  </a:ext>
                </a:extLst>
              </p14:cNvPr>
              <p14:cNvContentPartPr/>
              <p14:nvPr/>
            </p14:nvContentPartPr>
            <p14:xfrm>
              <a:off x="7997505" y="2409495"/>
              <a:ext cx="671400" cy="508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32579D8-C0BE-F883-FC19-5D55F768824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91385" y="2403375"/>
                <a:ext cx="68364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C26AB4D-1950-9E94-4D77-5CAE2F7D05EF}"/>
                  </a:ext>
                </a:extLst>
              </p14:cNvPr>
              <p14:cNvContentPartPr/>
              <p14:nvPr/>
            </p14:nvContentPartPr>
            <p14:xfrm>
              <a:off x="4572105" y="3739695"/>
              <a:ext cx="116640" cy="187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C26AB4D-1950-9E94-4D77-5CAE2F7D05E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65985" y="3733575"/>
                <a:ext cx="1288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0331ABF-FFAD-E41B-2458-9EE829D20CC5}"/>
                  </a:ext>
                </a:extLst>
              </p14:cNvPr>
              <p14:cNvContentPartPr/>
              <p14:nvPr/>
            </p14:nvContentPartPr>
            <p14:xfrm>
              <a:off x="4642665" y="3881535"/>
              <a:ext cx="40320" cy="435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0331ABF-FFAD-E41B-2458-9EE829D20CC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636545" y="3875415"/>
                <a:ext cx="525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98462B3-E9E2-7A0C-0A61-EEAC5EC95964}"/>
                  </a:ext>
                </a:extLst>
              </p14:cNvPr>
              <p14:cNvContentPartPr/>
              <p14:nvPr/>
            </p14:nvContentPartPr>
            <p14:xfrm>
              <a:off x="6907065" y="3416415"/>
              <a:ext cx="15120" cy="230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98462B3-E9E2-7A0C-0A61-EEAC5EC9596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900945" y="3410295"/>
                <a:ext cx="273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C33DCE2-0965-0292-EC23-AB614940AA24}"/>
                  </a:ext>
                </a:extLst>
              </p14:cNvPr>
              <p14:cNvContentPartPr/>
              <p14:nvPr/>
            </p14:nvContentPartPr>
            <p14:xfrm>
              <a:off x="6627705" y="3443055"/>
              <a:ext cx="72720" cy="622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C33DCE2-0965-0292-EC23-AB614940AA2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621585" y="3436935"/>
                <a:ext cx="84960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97C8DC1-224B-D6D0-6094-6B41C765CFA5}"/>
                  </a:ext>
                </a:extLst>
              </p14:cNvPr>
              <p14:cNvContentPartPr/>
              <p14:nvPr/>
            </p14:nvContentPartPr>
            <p14:xfrm>
              <a:off x="6781065" y="3624135"/>
              <a:ext cx="565200" cy="1072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97C8DC1-224B-D6D0-6094-6B41C765CFA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774945" y="3618015"/>
                <a:ext cx="5774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105D525-6ED3-AA74-A33F-C782B47FB857}"/>
                  </a:ext>
                </a:extLst>
              </p14:cNvPr>
              <p14:cNvContentPartPr/>
              <p14:nvPr/>
            </p14:nvContentPartPr>
            <p14:xfrm>
              <a:off x="7921905" y="3682815"/>
              <a:ext cx="15120" cy="6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105D525-6ED3-AA74-A33F-C782B47FB85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915785" y="3676695"/>
                <a:ext cx="273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A7BFB9D-755E-A6B6-94CA-2595EBB0C049}"/>
                  </a:ext>
                </a:extLst>
              </p14:cNvPr>
              <p14:cNvContentPartPr/>
              <p14:nvPr/>
            </p14:nvContentPartPr>
            <p14:xfrm>
              <a:off x="6482265" y="4269975"/>
              <a:ext cx="1878840" cy="588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A7BFB9D-755E-A6B6-94CA-2595EBB0C04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476145" y="4263855"/>
                <a:ext cx="1891080" cy="6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AF5BF25-941D-68C2-76C5-627315447BA0}"/>
                  </a:ext>
                </a:extLst>
              </p14:cNvPr>
              <p14:cNvContentPartPr/>
              <p14:nvPr/>
            </p14:nvContentPartPr>
            <p14:xfrm>
              <a:off x="6446985" y="5523135"/>
              <a:ext cx="1090080" cy="33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AF5BF25-941D-68C2-76C5-627315447BA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440865" y="5517015"/>
                <a:ext cx="11023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25256D2-72FD-929E-6281-38D4481FB8EC}"/>
                  </a:ext>
                </a:extLst>
              </p14:cNvPr>
              <p14:cNvContentPartPr/>
              <p14:nvPr/>
            </p14:nvContentPartPr>
            <p14:xfrm>
              <a:off x="8731185" y="5427735"/>
              <a:ext cx="321480" cy="52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25256D2-72FD-929E-6281-38D4481FB8E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725065" y="5421615"/>
                <a:ext cx="3337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DC751B4-4DD7-4231-9700-A89CE52E0C72}"/>
                  </a:ext>
                </a:extLst>
              </p14:cNvPr>
              <p14:cNvContentPartPr/>
              <p14:nvPr/>
            </p14:nvContentPartPr>
            <p14:xfrm>
              <a:off x="8575665" y="1849695"/>
              <a:ext cx="1731240" cy="3601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DC751B4-4DD7-4231-9700-A89CE52E0C7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569545" y="1843575"/>
                <a:ext cx="1743480" cy="36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9831381-5580-0910-3512-C59DE6A09F75}"/>
                  </a:ext>
                </a:extLst>
              </p14:cNvPr>
              <p14:cNvContentPartPr/>
              <p14:nvPr/>
            </p14:nvContentPartPr>
            <p14:xfrm>
              <a:off x="9029625" y="5243415"/>
              <a:ext cx="30960" cy="70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9831381-5580-0910-3512-C59DE6A09F7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023505" y="5237295"/>
                <a:ext cx="4320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4BD57A7-CA52-FA33-5A5F-8E0ABFCDA566}"/>
              </a:ext>
            </a:extLst>
          </p:cNvPr>
          <p:cNvGrpSpPr/>
          <p:nvPr/>
        </p:nvGrpSpPr>
        <p:grpSpPr>
          <a:xfrm>
            <a:off x="758625" y="3967575"/>
            <a:ext cx="2438640" cy="1751760"/>
            <a:chOff x="758625" y="3967575"/>
            <a:chExt cx="2438640" cy="175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4515638-615F-9B79-F5FF-8F2E2DC307A0}"/>
                    </a:ext>
                  </a:extLst>
                </p14:cNvPr>
                <p14:cNvContentPartPr/>
                <p14:nvPr/>
              </p14:nvContentPartPr>
              <p14:xfrm>
                <a:off x="1746465" y="3981255"/>
                <a:ext cx="104400" cy="210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4515638-615F-9B79-F5FF-8F2E2DC307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40345" y="3975135"/>
                  <a:ext cx="1166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D2A941F-7412-7754-7CA8-3B45D28882AB}"/>
                    </a:ext>
                  </a:extLst>
                </p14:cNvPr>
                <p14:cNvContentPartPr/>
                <p14:nvPr/>
              </p14:nvContentPartPr>
              <p14:xfrm>
                <a:off x="1978305" y="4031655"/>
                <a:ext cx="137520" cy="122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D2A941F-7412-7754-7CA8-3B45D28882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72185" y="4025535"/>
                  <a:ext cx="149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CF8368-3F6A-77AD-BA0D-81214071F6F0}"/>
                    </a:ext>
                  </a:extLst>
                </p14:cNvPr>
                <p14:cNvContentPartPr/>
                <p14:nvPr/>
              </p14:nvContentPartPr>
              <p14:xfrm>
                <a:off x="1239945" y="4835175"/>
                <a:ext cx="53640" cy="67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CF8368-3F6A-77AD-BA0D-81214071F6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33825" y="4829055"/>
                  <a:ext cx="658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0D89E2-437D-3E8C-1591-A3936A82D831}"/>
                    </a:ext>
                  </a:extLst>
                </p14:cNvPr>
                <p14:cNvContentPartPr/>
                <p14:nvPr/>
              </p14:nvContentPartPr>
              <p14:xfrm>
                <a:off x="1267305" y="4778655"/>
                <a:ext cx="561600" cy="293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0D89E2-437D-3E8C-1591-A3936A82D8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61185" y="4772535"/>
                  <a:ext cx="5738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4682283-4E38-8500-5AF7-100319287B92}"/>
                    </a:ext>
                  </a:extLst>
                </p14:cNvPr>
                <p14:cNvContentPartPr/>
                <p14:nvPr/>
              </p14:nvContentPartPr>
              <p14:xfrm>
                <a:off x="1820625" y="4344495"/>
                <a:ext cx="11880" cy="2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4682283-4E38-8500-5AF7-100319287B9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14505" y="4338375"/>
                  <a:ext cx="24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390507B-DDD4-730C-383D-A0DF0F0D3CB7}"/>
                    </a:ext>
                  </a:extLst>
                </p14:cNvPr>
                <p14:cNvContentPartPr/>
                <p14:nvPr/>
              </p14:nvContentPartPr>
              <p14:xfrm>
                <a:off x="2193225" y="4539975"/>
                <a:ext cx="51840" cy="230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390507B-DDD4-730C-383D-A0DF0F0D3C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87105" y="4533855"/>
                  <a:ext cx="64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30ECBA2-DAF6-0209-FA97-897B6D91A8AF}"/>
                    </a:ext>
                  </a:extLst>
                </p14:cNvPr>
                <p14:cNvContentPartPr/>
                <p14:nvPr/>
              </p14:nvContentPartPr>
              <p14:xfrm>
                <a:off x="2126985" y="4492455"/>
                <a:ext cx="241200" cy="314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30ECBA2-DAF6-0209-FA97-897B6D91A8A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20865" y="4486335"/>
                  <a:ext cx="2534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B0D3FC0-0893-2036-FCC8-F3732B316612}"/>
                    </a:ext>
                  </a:extLst>
                </p14:cNvPr>
                <p14:cNvContentPartPr/>
                <p14:nvPr/>
              </p14:nvContentPartPr>
              <p14:xfrm>
                <a:off x="758625" y="3967575"/>
                <a:ext cx="2295000" cy="1751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B0D3FC0-0893-2036-FCC8-F3732B31661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2505" y="3961455"/>
                  <a:ext cx="2307240" cy="17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4728DF-A6BA-4178-70EF-89A632ECC084}"/>
                    </a:ext>
                  </a:extLst>
                </p14:cNvPr>
                <p14:cNvContentPartPr/>
                <p14:nvPr/>
              </p14:nvContentPartPr>
              <p14:xfrm>
                <a:off x="3046065" y="4347375"/>
                <a:ext cx="151200" cy="48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4728DF-A6BA-4178-70EF-89A632ECC08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39945" y="4341255"/>
                  <a:ext cx="163440" cy="6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395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F107A1B-F3DB-3912-F197-2A63DF19B541}"/>
              </a:ext>
            </a:extLst>
          </p:cNvPr>
          <p:cNvGrpSpPr/>
          <p:nvPr/>
        </p:nvGrpSpPr>
        <p:grpSpPr>
          <a:xfrm>
            <a:off x="1185225" y="210975"/>
            <a:ext cx="10501200" cy="6497640"/>
            <a:chOff x="1185225" y="210975"/>
            <a:chExt cx="10501200" cy="64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93C40B-928D-2C51-8C1A-5F6F50AF6FAD}"/>
                    </a:ext>
                  </a:extLst>
                </p14:cNvPr>
                <p14:cNvContentPartPr/>
                <p14:nvPr/>
              </p14:nvContentPartPr>
              <p14:xfrm>
                <a:off x="3371865" y="660975"/>
                <a:ext cx="1784880" cy="20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93C40B-928D-2C51-8C1A-5F6F50AF6F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65745" y="654855"/>
                  <a:ext cx="1797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3E279B-D520-D2E8-34E1-9826567812C4}"/>
                    </a:ext>
                  </a:extLst>
                </p14:cNvPr>
                <p14:cNvContentPartPr/>
                <p14:nvPr/>
              </p14:nvContentPartPr>
              <p14:xfrm>
                <a:off x="4183305" y="357495"/>
                <a:ext cx="577800" cy="904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3E279B-D520-D2E8-34E1-9826567812C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77185" y="351375"/>
                  <a:ext cx="590040" cy="9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F6A75B-0744-FA83-4FE2-93FF71F5090D}"/>
                    </a:ext>
                  </a:extLst>
                </p14:cNvPr>
                <p14:cNvContentPartPr/>
                <p14:nvPr/>
              </p14:nvContentPartPr>
              <p14:xfrm>
                <a:off x="5425665" y="683295"/>
                <a:ext cx="86040" cy="42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F6A75B-0744-FA83-4FE2-93FF71F509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19545" y="677175"/>
                  <a:ext cx="982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A0CF91-1022-83D7-5CCA-87C6785588AA}"/>
                    </a:ext>
                  </a:extLst>
                </p14:cNvPr>
                <p14:cNvContentPartPr/>
                <p14:nvPr/>
              </p14:nvContentPartPr>
              <p14:xfrm>
                <a:off x="7197225" y="462975"/>
                <a:ext cx="107640" cy="640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A0CF91-1022-83D7-5CCA-87C6785588A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91105" y="456855"/>
                  <a:ext cx="11988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7ED526-08AF-AF22-6AC7-C4723D7AD364}"/>
                    </a:ext>
                  </a:extLst>
                </p14:cNvPr>
                <p14:cNvContentPartPr/>
                <p14:nvPr/>
              </p14:nvContentPartPr>
              <p14:xfrm>
                <a:off x="7210905" y="285135"/>
                <a:ext cx="1740960" cy="726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7ED526-08AF-AF22-6AC7-C4723D7AD3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04785" y="279015"/>
                  <a:ext cx="175320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45FA305-4197-361B-DF2C-56BF25139FE8}"/>
                    </a:ext>
                  </a:extLst>
                </p14:cNvPr>
                <p14:cNvContentPartPr/>
                <p14:nvPr/>
              </p14:nvContentPartPr>
              <p14:xfrm>
                <a:off x="6846225" y="957615"/>
                <a:ext cx="733680" cy="450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45FA305-4197-361B-DF2C-56BF25139F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40105" y="951495"/>
                  <a:ext cx="7459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FD2313-0E31-600C-7326-EB30BDD22172}"/>
                    </a:ext>
                  </a:extLst>
                </p14:cNvPr>
                <p14:cNvContentPartPr/>
                <p14:nvPr/>
              </p14:nvContentPartPr>
              <p14:xfrm>
                <a:off x="8419065" y="802455"/>
                <a:ext cx="19800" cy="1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FD2313-0E31-600C-7326-EB30BDD221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12945" y="796335"/>
                  <a:ext cx="32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ECEAE4-B5DE-755C-652B-DFD38B37F055}"/>
                    </a:ext>
                  </a:extLst>
                </p14:cNvPr>
                <p14:cNvContentPartPr/>
                <p14:nvPr/>
              </p14:nvContentPartPr>
              <p14:xfrm>
                <a:off x="8754585" y="210975"/>
                <a:ext cx="533160" cy="856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ECEAE4-B5DE-755C-652B-DFD38B37F0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48465" y="204855"/>
                  <a:ext cx="545400" cy="86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DC67BD-46F6-AE49-5413-4C0BCF426576}"/>
                    </a:ext>
                  </a:extLst>
                </p14:cNvPr>
                <p14:cNvContentPartPr/>
                <p14:nvPr/>
              </p14:nvContentPartPr>
              <p14:xfrm>
                <a:off x="9430305" y="538575"/>
                <a:ext cx="489960" cy="341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DC67BD-46F6-AE49-5413-4C0BCF4265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24185" y="532455"/>
                  <a:ext cx="5022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54934F-640D-1E4F-AB75-0A755226B60D}"/>
                    </a:ext>
                  </a:extLst>
                </p14:cNvPr>
                <p14:cNvContentPartPr/>
                <p14:nvPr/>
              </p14:nvContentPartPr>
              <p14:xfrm>
                <a:off x="10247865" y="709935"/>
                <a:ext cx="20880" cy="37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54934F-640D-1E4F-AB75-0A755226B6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41745" y="703815"/>
                  <a:ext cx="33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CE856A-C017-4594-3ACE-898793D6EEA4}"/>
                    </a:ext>
                  </a:extLst>
                </p14:cNvPr>
                <p14:cNvContentPartPr/>
                <p14:nvPr/>
              </p14:nvContentPartPr>
              <p14:xfrm>
                <a:off x="2239665" y="2176935"/>
                <a:ext cx="569160" cy="1487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CE856A-C017-4594-3ACE-898793D6EE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33545" y="2170815"/>
                  <a:ext cx="581400" cy="15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1889DA4-DD88-1478-216B-0BB1807BA4B4}"/>
                    </a:ext>
                  </a:extLst>
                </p14:cNvPr>
                <p14:cNvContentPartPr/>
                <p14:nvPr/>
              </p14:nvContentPartPr>
              <p14:xfrm>
                <a:off x="3131385" y="2775615"/>
                <a:ext cx="622440" cy="358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1889DA4-DD88-1478-216B-0BB1807BA4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25265" y="2769495"/>
                  <a:ext cx="6346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97A390-B525-BA25-F53F-4D20704526C5}"/>
                    </a:ext>
                  </a:extLst>
                </p14:cNvPr>
                <p14:cNvContentPartPr/>
                <p14:nvPr/>
              </p14:nvContentPartPr>
              <p14:xfrm>
                <a:off x="3800265" y="2471055"/>
                <a:ext cx="2520" cy="13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97A390-B525-BA25-F53F-4D20704526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94145" y="2464935"/>
                  <a:ext cx="147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105AF51-E6A2-24BA-33BF-EFD2A1940EDE}"/>
                    </a:ext>
                  </a:extLst>
                </p14:cNvPr>
                <p14:cNvContentPartPr/>
                <p14:nvPr/>
              </p14:nvContentPartPr>
              <p14:xfrm>
                <a:off x="3984585" y="1893975"/>
                <a:ext cx="1041480" cy="1168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105AF51-E6A2-24BA-33BF-EFD2A1940ED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8465" y="1887855"/>
                  <a:ext cx="1053720" cy="11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C64CF6A-1238-E657-7870-EF168DB5BFAD}"/>
                    </a:ext>
                  </a:extLst>
                </p14:cNvPr>
                <p14:cNvContentPartPr/>
                <p14:nvPr/>
              </p14:nvContentPartPr>
              <p14:xfrm>
                <a:off x="1430025" y="786975"/>
                <a:ext cx="97200" cy="130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C64CF6A-1238-E657-7870-EF168DB5BF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23905" y="780855"/>
                  <a:ext cx="109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B46265E-CF03-B540-4EEE-0F7086A8DB48}"/>
                    </a:ext>
                  </a:extLst>
                </p14:cNvPr>
                <p14:cNvContentPartPr/>
                <p14:nvPr/>
              </p14:nvContentPartPr>
              <p14:xfrm>
                <a:off x="1516425" y="852495"/>
                <a:ext cx="33840" cy="37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B46265E-CF03-B540-4EEE-0F7086A8DB4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10305" y="846375"/>
                  <a:ext cx="46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594C084-4F63-A726-7400-E6E036A17C6D}"/>
                    </a:ext>
                  </a:extLst>
                </p14:cNvPr>
                <p14:cNvContentPartPr/>
                <p14:nvPr/>
              </p14:nvContentPartPr>
              <p14:xfrm>
                <a:off x="1732785" y="521655"/>
                <a:ext cx="64800" cy="766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594C084-4F63-A726-7400-E6E036A17C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26665" y="515535"/>
                  <a:ext cx="7704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941F5B-4F81-B0E0-F1CA-1993C37F1D2E}"/>
                    </a:ext>
                  </a:extLst>
                </p14:cNvPr>
                <p14:cNvContentPartPr/>
                <p14:nvPr/>
              </p14:nvContentPartPr>
              <p14:xfrm>
                <a:off x="1802265" y="676095"/>
                <a:ext cx="187920" cy="307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941F5B-4F81-B0E0-F1CA-1993C37F1D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96145" y="669975"/>
                  <a:ext cx="200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5E7DDC0-BB96-E768-FCF8-E59E289BD660}"/>
                    </a:ext>
                  </a:extLst>
                </p14:cNvPr>
                <p14:cNvContentPartPr/>
                <p14:nvPr/>
              </p14:nvContentPartPr>
              <p14:xfrm>
                <a:off x="2088105" y="514095"/>
                <a:ext cx="441720" cy="117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5E7DDC0-BB96-E768-FCF8-E59E289BD66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81985" y="507975"/>
                  <a:ext cx="45396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B6EAA1-3C11-4026-112F-C8F436E4405B}"/>
                    </a:ext>
                  </a:extLst>
                </p14:cNvPr>
                <p14:cNvContentPartPr/>
                <p14:nvPr/>
              </p14:nvContentPartPr>
              <p14:xfrm>
                <a:off x="1249665" y="1131135"/>
                <a:ext cx="1012320" cy="1906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B6EAA1-3C11-4026-112F-C8F436E440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43545" y="1125015"/>
                  <a:ext cx="1024560" cy="19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F2481EC-E46E-E20D-8883-BAC37A120A2A}"/>
                    </a:ext>
                  </a:extLst>
                </p14:cNvPr>
                <p14:cNvContentPartPr/>
                <p14:nvPr/>
              </p14:nvContentPartPr>
              <p14:xfrm>
                <a:off x="1959945" y="2199615"/>
                <a:ext cx="233280" cy="933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F2481EC-E46E-E20D-8883-BAC37A120A2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53825" y="2193495"/>
                  <a:ext cx="24552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15422E-3216-C01E-7B65-9BB51079226E}"/>
                    </a:ext>
                  </a:extLst>
                </p14:cNvPr>
                <p14:cNvContentPartPr/>
                <p14:nvPr/>
              </p14:nvContentPartPr>
              <p14:xfrm>
                <a:off x="2062905" y="2843655"/>
                <a:ext cx="9360" cy="6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15422E-3216-C01E-7B65-9BB5107922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56785" y="2837535"/>
                  <a:ext cx="216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4AB37D-1E96-51D8-A35B-30047600032C}"/>
                    </a:ext>
                  </a:extLst>
                </p14:cNvPr>
                <p14:cNvContentPartPr/>
                <p14:nvPr/>
              </p14:nvContentPartPr>
              <p14:xfrm>
                <a:off x="1185225" y="4282575"/>
                <a:ext cx="1641600" cy="1314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4AB37D-1E96-51D8-A35B-30047600032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79105" y="4276455"/>
                  <a:ext cx="1653840" cy="13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6D067EF-2D89-9D13-E27D-62994968CEBC}"/>
                    </a:ext>
                  </a:extLst>
                </p14:cNvPr>
                <p14:cNvContentPartPr/>
                <p14:nvPr/>
              </p14:nvContentPartPr>
              <p14:xfrm>
                <a:off x="3645105" y="4035615"/>
                <a:ext cx="1483200" cy="113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6D067EF-2D89-9D13-E27D-62994968CE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38985" y="4029495"/>
                  <a:ext cx="1495440" cy="11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7B0EFCF-CF8A-32F7-96AF-E63E7E6FABBD}"/>
                    </a:ext>
                  </a:extLst>
                </p14:cNvPr>
                <p14:cNvContentPartPr/>
                <p14:nvPr/>
              </p14:nvContentPartPr>
              <p14:xfrm>
                <a:off x="1612545" y="5667855"/>
                <a:ext cx="491040" cy="76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7B0EFCF-CF8A-32F7-96AF-E63E7E6FABB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06425" y="5661735"/>
                  <a:ext cx="50328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0167826-8EBA-65F7-7485-A8A69595A610}"/>
                    </a:ext>
                  </a:extLst>
                </p14:cNvPr>
                <p14:cNvContentPartPr/>
                <p14:nvPr/>
              </p14:nvContentPartPr>
              <p14:xfrm>
                <a:off x="2491665" y="5701335"/>
                <a:ext cx="152280" cy="455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0167826-8EBA-65F7-7485-A8A69595A61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85545" y="5695215"/>
                  <a:ext cx="16452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4EF026-2E3B-CD7D-3F7A-55C7C2EAA7FF}"/>
                    </a:ext>
                  </a:extLst>
                </p14:cNvPr>
                <p14:cNvContentPartPr/>
                <p14:nvPr/>
              </p14:nvContentPartPr>
              <p14:xfrm>
                <a:off x="2259465" y="5554095"/>
                <a:ext cx="641520" cy="735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94EF026-2E3B-CD7D-3F7A-55C7C2EAA7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53345" y="5547975"/>
                  <a:ext cx="65376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E4FC8E-E7F2-CCB6-5479-D801847C3197}"/>
                    </a:ext>
                  </a:extLst>
                </p14:cNvPr>
                <p14:cNvContentPartPr/>
                <p14:nvPr/>
              </p14:nvContentPartPr>
              <p14:xfrm>
                <a:off x="3290505" y="6019215"/>
                <a:ext cx="56520" cy="43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E4FC8E-E7F2-CCB6-5479-D801847C319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84385" y="6013095"/>
                  <a:ext cx="68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15320C-DD3F-5DAE-05AA-E98AE2CF4EB4}"/>
                    </a:ext>
                  </a:extLst>
                </p14:cNvPr>
                <p14:cNvContentPartPr/>
                <p14:nvPr/>
              </p14:nvContentPartPr>
              <p14:xfrm>
                <a:off x="1613625" y="6589095"/>
                <a:ext cx="1480680" cy="11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15320C-DD3F-5DAE-05AA-E98AE2CF4E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07505" y="6582975"/>
                  <a:ext cx="1492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F70B7C-BE79-91B5-C421-4DD543DAD483}"/>
                    </a:ext>
                  </a:extLst>
                </p14:cNvPr>
                <p14:cNvContentPartPr/>
                <p14:nvPr/>
              </p14:nvContentPartPr>
              <p14:xfrm>
                <a:off x="4870185" y="5195175"/>
                <a:ext cx="179640" cy="529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F70B7C-BE79-91B5-C421-4DD543DAD4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64065" y="5189055"/>
                  <a:ext cx="1918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4EC93F7-D124-317A-F490-72F8E801751E}"/>
                    </a:ext>
                  </a:extLst>
                </p14:cNvPr>
                <p14:cNvContentPartPr/>
                <p14:nvPr/>
              </p14:nvContentPartPr>
              <p14:xfrm>
                <a:off x="4630065" y="4956495"/>
                <a:ext cx="444960" cy="867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4EC93F7-D124-317A-F490-72F8E801751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23945" y="4950375"/>
                  <a:ext cx="45720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A57F50-BDE8-96F9-3E72-ED9FFBFE1AD8}"/>
                    </a:ext>
                  </a:extLst>
                </p14:cNvPr>
                <p14:cNvContentPartPr/>
                <p14:nvPr/>
              </p14:nvContentPartPr>
              <p14:xfrm>
                <a:off x="5541945" y="5178255"/>
                <a:ext cx="431640" cy="495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0A57F50-BDE8-96F9-3E72-ED9FFBFE1AD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35825" y="5172135"/>
                  <a:ext cx="44388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FD9768-EFB5-9464-523C-E5D79E9AE92B}"/>
                    </a:ext>
                  </a:extLst>
                </p14:cNvPr>
                <p14:cNvContentPartPr/>
                <p14:nvPr/>
              </p14:nvContentPartPr>
              <p14:xfrm>
                <a:off x="6017865" y="5017335"/>
                <a:ext cx="278280" cy="648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FD9768-EFB5-9464-523C-E5D79E9AE9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11745" y="5011215"/>
                  <a:ext cx="29052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B89CA1-67E9-FC50-F3D1-45397A017483}"/>
                    </a:ext>
                  </a:extLst>
                </p14:cNvPr>
                <p14:cNvContentPartPr/>
                <p14:nvPr/>
              </p14:nvContentPartPr>
              <p14:xfrm>
                <a:off x="6072585" y="5001855"/>
                <a:ext cx="303840" cy="713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B89CA1-67E9-FC50-F3D1-45397A01748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66465" y="4995735"/>
                  <a:ext cx="31608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B45239-889D-E50C-47BE-D99488224E8E}"/>
                    </a:ext>
                  </a:extLst>
                </p14:cNvPr>
                <p14:cNvContentPartPr/>
                <p14:nvPr/>
              </p14:nvContentPartPr>
              <p14:xfrm>
                <a:off x="6513945" y="5439975"/>
                <a:ext cx="16200" cy="2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B45239-889D-E50C-47BE-D99488224E8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07825" y="5433855"/>
                  <a:ext cx="284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36263D-2428-E3F2-2037-0ED3CCB727FE}"/>
                    </a:ext>
                  </a:extLst>
                </p14:cNvPr>
                <p14:cNvContentPartPr/>
                <p14:nvPr/>
              </p14:nvContentPartPr>
              <p14:xfrm>
                <a:off x="6031545" y="5137935"/>
                <a:ext cx="1037520" cy="873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36263D-2428-E3F2-2037-0ED3CCB727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25425" y="5131815"/>
                  <a:ext cx="104976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85199A3-27DC-F417-C87D-41F5C4B3BFA0}"/>
                    </a:ext>
                  </a:extLst>
                </p14:cNvPr>
                <p14:cNvContentPartPr/>
                <p14:nvPr/>
              </p14:nvContentPartPr>
              <p14:xfrm>
                <a:off x="4524945" y="5927415"/>
                <a:ext cx="2601720" cy="74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85199A3-27DC-F417-C87D-41F5C4B3BF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18825" y="5921295"/>
                  <a:ext cx="2613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1FB3C9D-5F25-1F91-41DF-CAA918F0BFD7}"/>
                    </a:ext>
                  </a:extLst>
                </p14:cNvPr>
                <p14:cNvContentPartPr/>
                <p14:nvPr/>
              </p14:nvContentPartPr>
              <p14:xfrm>
                <a:off x="7731105" y="4835175"/>
                <a:ext cx="3350520" cy="126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1FB3C9D-5F25-1F91-41DF-CAA918F0BFD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24985" y="4829055"/>
                  <a:ext cx="3362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7BF75C-C682-607D-A22C-CCB6F632CFE8}"/>
                    </a:ext>
                  </a:extLst>
                </p14:cNvPr>
                <p14:cNvContentPartPr/>
                <p14:nvPr/>
              </p14:nvContentPartPr>
              <p14:xfrm>
                <a:off x="5782065" y="1758255"/>
                <a:ext cx="1045440" cy="1042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7BF75C-C682-607D-A22C-CCB6F632CF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75945" y="1752135"/>
                  <a:ext cx="1057680" cy="10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8B4FBC-85BA-9EB9-9976-BBD5D96D4202}"/>
                    </a:ext>
                  </a:extLst>
                </p14:cNvPr>
                <p14:cNvContentPartPr/>
                <p14:nvPr/>
              </p14:nvContentPartPr>
              <p14:xfrm>
                <a:off x="6481905" y="1985775"/>
                <a:ext cx="432360" cy="507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8B4FBC-85BA-9EB9-9976-BBD5D96D42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75785" y="1979655"/>
                  <a:ext cx="4446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5FB2F2-0769-C0E0-EABE-B937C56FD036}"/>
                    </a:ext>
                  </a:extLst>
                </p14:cNvPr>
                <p14:cNvContentPartPr/>
                <p14:nvPr/>
              </p14:nvContentPartPr>
              <p14:xfrm>
                <a:off x="7172025" y="2034015"/>
                <a:ext cx="662400" cy="447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5FB2F2-0769-C0E0-EABE-B937C56FD03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65905" y="2027895"/>
                  <a:ext cx="6746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0B0675-4689-0E71-92C5-3F2B06211BFD}"/>
                    </a:ext>
                  </a:extLst>
                </p14:cNvPr>
                <p14:cNvContentPartPr/>
                <p14:nvPr/>
              </p14:nvContentPartPr>
              <p14:xfrm>
                <a:off x="8449665" y="1317975"/>
                <a:ext cx="917280" cy="931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0B0675-4689-0E71-92C5-3F2B06211BF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43545" y="1311855"/>
                  <a:ext cx="929520" cy="9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6A6F963-84FF-AFC4-A8D7-551B0917C07C}"/>
                    </a:ext>
                  </a:extLst>
                </p14:cNvPr>
                <p14:cNvContentPartPr/>
                <p14:nvPr/>
              </p14:nvContentPartPr>
              <p14:xfrm>
                <a:off x="9622545" y="1519575"/>
                <a:ext cx="678600" cy="354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6A6F963-84FF-AFC4-A8D7-551B0917C0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16425" y="1513455"/>
                  <a:ext cx="6908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735B04D-4165-0350-0545-ACE44944CDE3}"/>
                    </a:ext>
                  </a:extLst>
                </p14:cNvPr>
                <p14:cNvContentPartPr/>
                <p14:nvPr/>
              </p14:nvContentPartPr>
              <p14:xfrm>
                <a:off x="10414185" y="1417695"/>
                <a:ext cx="963360" cy="366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735B04D-4165-0350-0545-ACE44944CDE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08065" y="1411575"/>
                  <a:ext cx="9756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66636A-0205-0269-761C-F3DDB7EEF82C}"/>
                    </a:ext>
                  </a:extLst>
                </p14:cNvPr>
                <p14:cNvContentPartPr/>
                <p14:nvPr/>
              </p14:nvContentPartPr>
              <p14:xfrm>
                <a:off x="11426505" y="1381695"/>
                <a:ext cx="104400" cy="54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66636A-0205-0269-761C-F3DDB7EEF82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420385" y="1375575"/>
                  <a:ext cx="116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F3D70F-F547-63F9-6D4E-472AD208F9CF}"/>
                    </a:ext>
                  </a:extLst>
                </p14:cNvPr>
                <p14:cNvContentPartPr/>
                <p14:nvPr/>
              </p14:nvContentPartPr>
              <p14:xfrm>
                <a:off x="6085185" y="3562215"/>
                <a:ext cx="1464480" cy="1170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F3D70F-F547-63F9-6D4E-472AD208F9C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79065" y="3556095"/>
                  <a:ext cx="1476720" cy="11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3A6F1DE-13A7-49AD-16DA-58CBEE6242DA}"/>
                    </a:ext>
                  </a:extLst>
                </p14:cNvPr>
                <p14:cNvContentPartPr/>
                <p14:nvPr/>
              </p14:nvContentPartPr>
              <p14:xfrm>
                <a:off x="7644705" y="3953535"/>
                <a:ext cx="362160" cy="62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3A6F1DE-13A7-49AD-16DA-58CBEE6242D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38585" y="3947415"/>
                  <a:ext cx="37440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C6282BA-D319-E554-19E9-B813D5826990}"/>
                    </a:ext>
                  </a:extLst>
                </p14:cNvPr>
                <p14:cNvContentPartPr/>
                <p14:nvPr/>
              </p14:nvContentPartPr>
              <p14:xfrm>
                <a:off x="7755945" y="3742575"/>
                <a:ext cx="1043280" cy="695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C6282BA-D319-E554-19E9-B813D58269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49825" y="3736455"/>
                  <a:ext cx="105552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B8121E-FDEF-F554-416D-8D9E4D1EA1F3}"/>
                    </a:ext>
                  </a:extLst>
                </p14:cNvPr>
                <p14:cNvContentPartPr/>
                <p14:nvPr/>
              </p14:nvContentPartPr>
              <p14:xfrm>
                <a:off x="7354185" y="4412535"/>
                <a:ext cx="1065960" cy="173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B8121E-FDEF-F554-416D-8D9E4D1EA1F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48065" y="4406415"/>
                  <a:ext cx="1078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D88AA0-0FA6-64A4-6BF1-E0A6EC4B20D8}"/>
                    </a:ext>
                  </a:extLst>
                </p14:cNvPr>
                <p14:cNvContentPartPr/>
                <p14:nvPr/>
              </p14:nvContentPartPr>
              <p14:xfrm>
                <a:off x="8986065" y="3964695"/>
                <a:ext cx="283680" cy="589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D88AA0-0FA6-64A4-6BF1-E0A6EC4B20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79945" y="3958575"/>
                  <a:ext cx="29592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005679-57DC-948C-C557-901FCFA07ACD}"/>
                    </a:ext>
                  </a:extLst>
                </p14:cNvPr>
                <p14:cNvContentPartPr/>
                <p14:nvPr/>
              </p14:nvContentPartPr>
              <p14:xfrm>
                <a:off x="9329505" y="4169535"/>
                <a:ext cx="382680" cy="482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005679-57DC-948C-C557-901FCFA07AC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23385" y="4163415"/>
                  <a:ext cx="3949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7E7B66-019F-B0AB-B745-EC24C410AD08}"/>
                    </a:ext>
                  </a:extLst>
                </p14:cNvPr>
                <p14:cNvContentPartPr/>
                <p14:nvPr/>
              </p14:nvContentPartPr>
              <p14:xfrm>
                <a:off x="9994785" y="3837255"/>
                <a:ext cx="764280" cy="55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7E7B66-019F-B0AB-B745-EC24C410AD0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88665" y="3831135"/>
                  <a:ext cx="77652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97CF1C3-7D70-7017-6DEF-DC9F022BD970}"/>
                    </a:ext>
                  </a:extLst>
                </p14:cNvPr>
                <p14:cNvContentPartPr/>
                <p14:nvPr/>
              </p14:nvContentPartPr>
              <p14:xfrm>
                <a:off x="10581945" y="3799095"/>
                <a:ext cx="624240" cy="86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97CF1C3-7D70-7017-6DEF-DC9F022BD97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75825" y="3792975"/>
                  <a:ext cx="63648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3BFF19E-2579-A055-6C54-D0CAFFA2F043}"/>
                    </a:ext>
                  </a:extLst>
                </p14:cNvPr>
                <p14:cNvContentPartPr/>
                <p14:nvPr/>
              </p14:nvContentPartPr>
              <p14:xfrm>
                <a:off x="11091345" y="4286895"/>
                <a:ext cx="11880" cy="3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3BFF19E-2579-A055-6C54-D0CAFFA2F0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85225" y="4280775"/>
                  <a:ext cx="24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2743C30-6614-BEDC-1DE7-B00A3C58A391}"/>
                    </a:ext>
                  </a:extLst>
                </p14:cNvPr>
                <p14:cNvContentPartPr/>
                <p14:nvPr/>
              </p14:nvContentPartPr>
              <p14:xfrm>
                <a:off x="7907145" y="3003855"/>
                <a:ext cx="11880" cy="10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2743C30-6614-BEDC-1DE7-B00A3C58A39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01025" y="2997735"/>
                  <a:ext cx="24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C1D3EB1-EB99-4543-C503-748E5A48CA2A}"/>
                    </a:ext>
                  </a:extLst>
                </p14:cNvPr>
                <p14:cNvContentPartPr/>
                <p14:nvPr/>
              </p14:nvContentPartPr>
              <p14:xfrm>
                <a:off x="7919745" y="2786775"/>
                <a:ext cx="291960" cy="444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C1D3EB1-EB99-4543-C503-748E5A48CA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13625" y="2780655"/>
                  <a:ext cx="3042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D89B00-A744-DEA8-ABDD-F66B10FAD56B}"/>
                    </a:ext>
                  </a:extLst>
                </p14:cNvPr>
                <p14:cNvContentPartPr/>
                <p14:nvPr/>
              </p14:nvContentPartPr>
              <p14:xfrm>
                <a:off x="8454705" y="2707575"/>
                <a:ext cx="81360" cy="30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D89B00-A744-DEA8-ABDD-F66B10FAD56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48585" y="2701455"/>
                  <a:ext cx="93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518E922-ECE1-A93C-C805-8CC45071F99B}"/>
                    </a:ext>
                  </a:extLst>
                </p14:cNvPr>
                <p14:cNvContentPartPr/>
                <p14:nvPr/>
              </p14:nvContentPartPr>
              <p14:xfrm>
                <a:off x="8558745" y="2796495"/>
                <a:ext cx="681480" cy="320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518E922-ECE1-A93C-C805-8CC45071F99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2625" y="2790375"/>
                  <a:ext cx="6937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977E8B0-51A3-77A3-AF72-DD4B860E9163}"/>
                    </a:ext>
                  </a:extLst>
                </p14:cNvPr>
                <p14:cNvContentPartPr/>
                <p14:nvPr/>
              </p14:nvContentPartPr>
              <p14:xfrm>
                <a:off x="9314025" y="2889735"/>
                <a:ext cx="20880" cy="9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977E8B0-51A3-77A3-AF72-DD4B860E91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07905" y="2883615"/>
                  <a:ext cx="33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82EDD86-B84E-8CFF-157F-EDD4D4AC6423}"/>
                    </a:ext>
                  </a:extLst>
                </p14:cNvPr>
                <p14:cNvContentPartPr/>
                <p14:nvPr/>
              </p14:nvContentPartPr>
              <p14:xfrm>
                <a:off x="7325385" y="2315535"/>
                <a:ext cx="2440440" cy="1342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82EDD86-B84E-8CFF-157F-EDD4D4AC642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19265" y="2309415"/>
                  <a:ext cx="2452680" cy="13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F325F88-47BD-CB67-C0F1-5818C2266460}"/>
                    </a:ext>
                  </a:extLst>
                </p14:cNvPr>
                <p14:cNvContentPartPr/>
                <p14:nvPr/>
              </p14:nvContentPartPr>
              <p14:xfrm>
                <a:off x="9814785" y="2509215"/>
                <a:ext cx="136800" cy="441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F325F88-47BD-CB67-C0F1-5818C22664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08665" y="2503095"/>
                  <a:ext cx="1490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AEF8483-9EDA-C000-23E4-81D2F61BC470}"/>
                    </a:ext>
                  </a:extLst>
                </p14:cNvPr>
                <p14:cNvContentPartPr/>
                <p14:nvPr/>
              </p14:nvContentPartPr>
              <p14:xfrm>
                <a:off x="9995505" y="2403375"/>
                <a:ext cx="343440" cy="390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AEF8483-9EDA-C000-23E4-81D2F61BC47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89385" y="2397255"/>
                  <a:ext cx="3556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D7459F8-6C14-E72E-EF3F-FABEA7204291}"/>
                    </a:ext>
                  </a:extLst>
                </p14:cNvPr>
                <p14:cNvContentPartPr/>
                <p14:nvPr/>
              </p14:nvContentPartPr>
              <p14:xfrm>
                <a:off x="10400505" y="2422455"/>
                <a:ext cx="708120" cy="232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D7459F8-6C14-E72E-EF3F-FABEA720429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94385" y="2416335"/>
                  <a:ext cx="720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83E3B54-90A5-3890-74C2-586D383A1601}"/>
                    </a:ext>
                  </a:extLst>
                </p14:cNvPr>
                <p14:cNvContentPartPr/>
                <p14:nvPr/>
              </p14:nvContentPartPr>
              <p14:xfrm>
                <a:off x="11174865" y="2372415"/>
                <a:ext cx="305640" cy="414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83E3B54-90A5-3890-74C2-586D383A160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168745" y="2366295"/>
                  <a:ext cx="3178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FE9BFB0-F8F4-B3DB-598A-19C38ECAA54E}"/>
                    </a:ext>
                  </a:extLst>
                </p14:cNvPr>
                <p14:cNvContentPartPr/>
                <p14:nvPr/>
              </p14:nvContentPartPr>
              <p14:xfrm>
                <a:off x="11583105" y="2449455"/>
                <a:ext cx="103320" cy="122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FE9BFB0-F8F4-B3DB-598A-19C38ECAA54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576985" y="2443335"/>
                  <a:ext cx="115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AC6EAAC-A402-F40C-18E2-5DA001C71BF1}"/>
                    </a:ext>
                  </a:extLst>
                </p14:cNvPr>
                <p14:cNvContentPartPr/>
                <p14:nvPr/>
              </p14:nvContentPartPr>
              <p14:xfrm>
                <a:off x="6590265" y="3147135"/>
                <a:ext cx="335520" cy="658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AC6EAAC-A402-F40C-18E2-5DA001C71BF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84145" y="3141015"/>
                  <a:ext cx="34776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665B618-D7FB-D7AC-0C1F-83DD7A9D3071}"/>
                    </a:ext>
                  </a:extLst>
                </p14:cNvPr>
                <p14:cNvContentPartPr/>
                <p14:nvPr/>
              </p14:nvContentPartPr>
              <p14:xfrm>
                <a:off x="6788265" y="2612895"/>
                <a:ext cx="335160" cy="108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665B618-D7FB-D7AC-0C1F-83DD7A9D30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82145" y="2606775"/>
                  <a:ext cx="347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2D929C5-CB6D-3F20-B47C-6E894EA1A463}"/>
                    </a:ext>
                  </a:extLst>
                </p14:cNvPr>
                <p14:cNvContentPartPr/>
                <p14:nvPr/>
              </p14:nvContentPartPr>
              <p14:xfrm>
                <a:off x="6647145" y="2670495"/>
                <a:ext cx="302400" cy="55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2D929C5-CB6D-3F20-B47C-6E894EA1A4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41025" y="2664375"/>
                  <a:ext cx="31464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690F8A1-D886-250A-CDFF-A6E323550021}"/>
                    </a:ext>
                  </a:extLst>
                </p14:cNvPr>
                <p14:cNvContentPartPr/>
                <p14:nvPr/>
              </p14:nvContentPartPr>
              <p14:xfrm>
                <a:off x="6851985" y="2756175"/>
                <a:ext cx="446040" cy="14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690F8A1-D886-250A-CDFF-A6E3235500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845865" y="2750055"/>
                  <a:ext cx="458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8882AFA-DDB5-D2A8-C8ED-B0BF2FFEEA22}"/>
                    </a:ext>
                  </a:extLst>
                </p14:cNvPr>
                <p14:cNvContentPartPr/>
                <p14:nvPr/>
              </p14:nvContentPartPr>
              <p14:xfrm>
                <a:off x="4011945" y="3671655"/>
                <a:ext cx="749880" cy="523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8882AFA-DDB5-D2A8-C8ED-B0BF2FFEEA2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05825" y="3665535"/>
                  <a:ext cx="7621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1D4F3BB-D848-C5FB-881A-1114FE5CCD64}"/>
                    </a:ext>
                  </a:extLst>
                </p14:cNvPr>
                <p14:cNvContentPartPr/>
                <p14:nvPr/>
              </p14:nvContentPartPr>
              <p14:xfrm>
                <a:off x="4923825" y="3252615"/>
                <a:ext cx="134280" cy="558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1D4F3BB-D848-C5FB-881A-1114FE5CCD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17705" y="3246495"/>
                  <a:ext cx="14652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0D4B16B-F953-4990-4116-E4EEAE4C55A8}"/>
                    </a:ext>
                  </a:extLst>
                </p14:cNvPr>
                <p14:cNvContentPartPr/>
                <p14:nvPr/>
              </p14:nvContentPartPr>
              <p14:xfrm>
                <a:off x="5221185" y="3714855"/>
                <a:ext cx="28440" cy="41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0D4B16B-F953-4990-4116-E4EEAE4C55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15065" y="3708735"/>
                  <a:ext cx="40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2005C7F-1ED0-3A1C-EEF8-971A3C8D728F}"/>
                    </a:ext>
                  </a:extLst>
                </p14:cNvPr>
                <p14:cNvContentPartPr/>
                <p14:nvPr/>
              </p14:nvContentPartPr>
              <p14:xfrm>
                <a:off x="5474985" y="3310575"/>
                <a:ext cx="183240" cy="293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2005C7F-1ED0-3A1C-EEF8-971A3C8D728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68865" y="3304455"/>
                  <a:ext cx="1954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E51D15F-5F0D-C2B7-C124-94FABFC1961D}"/>
                    </a:ext>
                  </a:extLst>
                </p14:cNvPr>
                <p14:cNvContentPartPr/>
                <p14:nvPr/>
              </p14:nvContentPartPr>
              <p14:xfrm>
                <a:off x="4610265" y="2972535"/>
                <a:ext cx="1362240" cy="1288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E51D15F-5F0D-C2B7-C124-94FABFC1961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04145" y="2966415"/>
                  <a:ext cx="1374480" cy="13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FF8DFD7-3886-ED3F-10C4-78DAC51C241C}"/>
                    </a:ext>
                  </a:extLst>
                </p14:cNvPr>
                <p14:cNvContentPartPr/>
                <p14:nvPr/>
              </p14:nvContentPartPr>
              <p14:xfrm>
                <a:off x="2342985" y="4228215"/>
                <a:ext cx="593640" cy="38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FF8DFD7-3886-ED3F-10C4-78DAC51C24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36865" y="4222095"/>
                  <a:ext cx="6058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F2107D7-5D38-23EE-36FB-34BBF86B988F}"/>
                    </a:ext>
                  </a:extLst>
                </p14:cNvPr>
                <p14:cNvContentPartPr/>
                <p14:nvPr/>
              </p14:nvContentPartPr>
              <p14:xfrm>
                <a:off x="3255225" y="3740055"/>
                <a:ext cx="31320" cy="541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F2107D7-5D38-23EE-36FB-34BBF86B988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49105" y="3733935"/>
                  <a:ext cx="4356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DFCA262-6170-8D14-705B-23DCA14EDBDF}"/>
                    </a:ext>
                  </a:extLst>
                </p14:cNvPr>
                <p14:cNvContentPartPr/>
                <p14:nvPr/>
              </p14:nvContentPartPr>
              <p14:xfrm>
                <a:off x="2809905" y="3512535"/>
                <a:ext cx="837360" cy="1029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DFCA262-6170-8D14-705B-23DCA14EDBD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03785" y="3506415"/>
                  <a:ext cx="849600" cy="10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D58B128-C4F2-569B-04D4-9F8666FC8D0E}"/>
                    </a:ext>
                  </a:extLst>
                </p14:cNvPr>
                <p14:cNvContentPartPr/>
                <p14:nvPr/>
              </p14:nvContentPartPr>
              <p14:xfrm>
                <a:off x="3169185" y="4671375"/>
                <a:ext cx="108720" cy="643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D58B128-C4F2-569B-04D4-9F8666FC8D0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63065" y="4665255"/>
                  <a:ext cx="12096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1AF057C-8F09-2E8D-F899-A9E33A6ED794}"/>
                    </a:ext>
                  </a:extLst>
                </p14:cNvPr>
                <p14:cNvContentPartPr/>
                <p14:nvPr/>
              </p14:nvContentPartPr>
              <p14:xfrm>
                <a:off x="3563025" y="4761015"/>
                <a:ext cx="32040" cy="22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1AF057C-8F09-2E8D-F899-A9E33A6ED79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56905" y="4754895"/>
                  <a:ext cx="44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48EEDE-1CF4-F3DA-A810-3F0F853BB683}"/>
                    </a:ext>
                  </a:extLst>
                </p14:cNvPr>
                <p14:cNvContentPartPr/>
                <p14:nvPr/>
              </p14:nvContentPartPr>
              <p14:xfrm>
                <a:off x="3186465" y="4318935"/>
                <a:ext cx="500040" cy="1499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48EEDE-1CF4-F3DA-A810-3F0F853BB6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180345" y="4312815"/>
                  <a:ext cx="512280" cy="15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191F40D-04DE-E4D1-C478-D1751D4EAF18}"/>
                    </a:ext>
                  </a:extLst>
                </p14:cNvPr>
                <p14:cNvContentPartPr/>
                <p14:nvPr/>
              </p14:nvContentPartPr>
              <p14:xfrm>
                <a:off x="3707745" y="5151615"/>
                <a:ext cx="398160" cy="300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191F40D-04DE-E4D1-C478-D1751D4EAF1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01625" y="5145495"/>
                  <a:ext cx="4104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EC12A7-45CD-C50B-BEAE-CBFB11A0731E}"/>
                    </a:ext>
                  </a:extLst>
                </p14:cNvPr>
                <p14:cNvContentPartPr/>
                <p14:nvPr/>
              </p14:nvContentPartPr>
              <p14:xfrm>
                <a:off x="3089625" y="4147215"/>
                <a:ext cx="1506960" cy="1697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EC12A7-45CD-C50B-BEAE-CBFB11A0731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83505" y="4141095"/>
                  <a:ext cx="1519200" cy="17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D43C481-9A9F-0922-A9FB-723C7657CB5D}"/>
                    </a:ext>
                  </a:extLst>
                </p14:cNvPr>
                <p14:cNvContentPartPr/>
                <p14:nvPr/>
              </p14:nvContentPartPr>
              <p14:xfrm>
                <a:off x="3483825" y="5178615"/>
                <a:ext cx="48240" cy="20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D43C481-9A9F-0922-A9FB-723C7657CB5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77705" y="5172495"/>
                  <a:ext cx="60480" cy="3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810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14665561-439A-67CF-205B-379FA893D611}"/>
              </a:ext>
            </a:extLst>
          </p:cNvPr>
          <p:cNvGrpSpPr/>
          <p:nvPr/>
        </p:nvGrpSpPr>
        <p:grpSpPr>
          <a:xfrm>
            <a:off x="965625" y="269295"/>
            <a:ext cx="10655280" cy="5924880"/>
            <a:chOff x="965625" y="269295"/>
            <a:chExt cx="10655280" cy="59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E1559E6-9928-1117-860C-61BC5D907E13}"/>
                    </a:ext>
                  </a:extLst>
                </p14:cNvPr>
                <p14:cNvContentPartPr/>
                <p14:nvPr/>
              </p14:nvContentPartPr>
              <p14:xfrm>
                <a:off x="965625" y="915855"/>
                <a:ext cx="296280" cy="259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E1559E6-9928-1117-860C-61BC5D907E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9505" y="909735"/>
                  <a:ext cx="3085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D331B9-697C-CA55-D1F4-5313328D3446}"/>
                    </a:ext>
                  </a:extLst>
                </p14:cNvPr>
                <p14:cNvContentPartPr/>
                <p14:nvPr/>
              </p14:nvContentPartPr>
              <p14:xfrm>
                <a:off x="1552065" y="684375"/>
                <a:ext cx="82800" cy="1161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D331B9-697C-CA55-D1F4-5313328D344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45945" y="678255"/>
                  <a:ext cx="95040" cy="11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5361BB6-5458-474B-4E6D-7605EB01C19E}"/>
                    </a:ext>
                  </a:extLst>
                </p14:cNvPr>
                <p14:cNvContentPartPr/>
                <p14:nvPr/>
              </p14:nvContentPartPr>
              <p14:xfrm>
                <a:off x="1487625" y="444255"/>
                <a:ext cx="1512720" cy="1255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5361BB6-5458-474B-4E6D-7605EB01C19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1505" y="438135"/>
                  <a:ext cx="1524960" cy="12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A6AD21-001A-4E5A-FD3E-CEA5DC68750F}"/>
                    </a:ext>
                  </a:extLst>
                </p14:cNvPr>
                <p14:cNvContentPartPr/>
                <p14:nvPr/>
              </p14:nvContentPartPr>
              <p14:xfrm>
                <a:off x="1739625" y="2124375"/>
                <a:ext cx="448200" cy="991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A6AD21-001A-4E5A-FD3E-CEA5DC6875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33505" y="2118255"/>
                  <a:ext cx="460440" cy="10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BB12E54-D216-CAA3-4C28-2B004EF6A6AE}"/>
                    </a:ext>
                  </a:extLst>
                </p14:cNvPr>
                <p14:cNvContentPartPr/>
                <p14:nvPr/>
              </p14:nvContentPartPr>
              <p14:xfrm>
                <a:off x="1699305" y="2307615"/>
                <a:ext cx="854280" cy="271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BB12E54-D216-CAA3-4C28-2B004EF6A6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3185" y="2301495"/>
                  <a:ext cx="866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CF7513-72CF-0621-0061-F1EBE22E01D0}"/>
                    </a:ext>
                  </a:extLst>
                </p14:cNvPr>
                <p14:cNvContentPartPr/>
                <p14:nvPr/>
              </p14:nvContentPartPr>
              <p14:xfrm>
                <a:off x="1850505" y="3523335"/>
                <a:ext cx="126000" cy="559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CF7513-72CF-0621-0061-F1EBE22E01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44385" y="3517215"/>
                  <a:ext cx="1382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5393B86-D01D-C200-1A20-B53417B71CBA}"/>
                    </a:ext>
                  </a:extLst>
                </p14:cNvPr>
                <p14:cNvContentPartPr/>
                <p14:nvPr/>
              </p14:nvContentPartPr>
              <p14:xfrm>
                <a:off x="1900545" y="3295815"/>
                <a:ext cx="456120" cy="89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5393B86-D01D-C200-1A20-B53417B71C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94425" y="3289695"/>
                  <a:ext cx="468360" cy="90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C1C11A-F200-0E5B-3BAE-946935AEE260}"/>
                    </a:ext>
                  </a:extLst>
                </p14:cNvPr>
                <p14:cNvContentPartPr/>
                <p14:nvPr/>
              </p14:nvContentPartPr>
              <p14:xfrm>
                <a:off x="2081265" y="3681735"/>
                <a:ext cx="396000" cy="133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C1C11A-F200-0E5B-3BAE-946935AEE26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75145" y="3675615"/>
                  <a:ext cx="408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6CFDB6-C78E-FA1B-9BBB-30108C808B36}"/>
                    </a:ext>
                  </a:extLst>
                </p14:cNvPr>
                <p14:cNvContentPartPr/>
                <p14:nvPr/>
              </p14:nvContentPartPr>
              <p14:xfrm>
                <a:off x="2057145" y="4521615"/>
                <a:ext cx="246240" cy="591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6CFDB6-C78E-FA1B-9BBB-30108C808B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51025" y="4515495"/>
                  <a:ext cx="25848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6C886BA-B57D-B715-8047-C9D4630891B2}"/>
                    </a:ext>
                  </a:extLst>
                </p14:cNvPr>
                <p14:cNvContentPartPr/>
                <p14:nvPr/>
              </p14:nvContentPartPr>
              <p14:xfrm>
                <a:off x="2176665" y="4305255"/>
                <a:ext cx="575280" cy="480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6C886BA-B57D-B715-8047-C9D4630891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0545" y="4299135"/>
                  <a:ext cx="58752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0AEC13-D9CA-483A-128B-5EF6BB6D4B1D}"/>
                    </a:ext>
                  </a:extLst>
                </p14:cNvPr>
                <p14:cNvContentPartPr/>
                <p14:nvPr/>
              </p14:nvContentPartPr>
              <p14:xfrm>
                <a:off x="2406345" y="5149815"/>
                <a:ext cx="776160" cy="1044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0AEC13-D9CA-483A-128B-5EF6BB6D4B1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00225" y="5143695"/>
                  <a:ext cx="788400" cy="10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983949-3C67-F442-4387-5257A94DDAA4}"/>
                    </a:ext>
                  </a:extLst>
                </p14:cNvPr>
                <p14:cNvContentPartPr/>
                <p14:nvPr/>
              </p14:nvContentPartPr>
              <p14:xfrm>
                <a:off x="3594705" y="832335"/>
                <a:ext cx="1592280" cy="34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983949-3C67-F442-4387-5257A94DDA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88585" y="826215"/>
                  <a:ext cx="16045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9B7A7F-DC26-A668-CFE0-89748FBC176B}"/>
                    </a:ext>
                  </a:extLst>
                </p14:cNvPr>
                <p14:cNvContentPartPr/>
                <p14:nvPr/>
              </p14:nvContentPartPr>
              <p14:xfrm>
                <a:off x="3699825" y="1999815"/>
                <a:ext cx="1203840" cy="330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9B7A7F-DC26-A668-CFE0-89748FBC17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93705" y="1993695"/>
                  <a:ext cx="12160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5F2516-84CF-9EF4-9F69-680BEF8D8FF5}"/>
                    </a:ext>
                  </a:extLst>
                </p14:cNvPr>
                <p14:cNvContentPartPr/>
                <p14:nvPr/>
              </p14:nvContentPartPr>
              <p14:xfrm>
                <a:off x="6153585" y="415815"/>
                <a:ext cx="161640" cy="745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5F2516-84CF-9EF4-9F69-680BEF8D8F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47465" y="409695"/>
                  <a:ext cx="1738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237E22-17B1-4339-4134-2CBD0729A4AD}"/>
                    </a:ext>
                  </a:extLst>
                </p14:cNvPr>
                <p14:cNvContentPartPr/>
                <p14:nvPr/>
              </p14:nvContentPartPr>
              <p14:xfrm>
                <a:off x="6239625" y="269295"/>
                <a:ext cx="910080" cy="946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237E22-17B1-4339-4134-2CBD0729A4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33505" y="263175"/>
                  <a:ext cx="922320" cy="9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6C951A-B343-ADDF-309C-4473A55CE83E}"/>
                    </a:ext>
                  </a:extLst>
                </p14:cNvPr>
                <p14:cNvContentPartPr/>
                <p14:nvPr/>
              </p14:nvContentPartPr>
              <p14:xfrm>
                <a:off x="7303425" y="407895"/>
                <a:ext cx="850320" cy="56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6C951A-B343-ADDF-309C-4473A55CE8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97305" y="401775"/>
                  <a:ext cx="86256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AD02C3-B30F-ECA6-59FE-3AD2ED5874AB}"/>
                    </a:ext>
                  </a:extLst>
                </p14:cNvPr>
                <p14:cNvContentPartPr/>
                <p14:nvPr/>
              </p14:nvContentPartPr>
              <p14:xfrm>
                <a:off x="7827225" y="411135"/>
                <a:ext cx="1054440" cy="50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AD02C3-B30F-ECA6-59FE-3AD2ED5874A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21105" y="405015"/>
                  <a:ext cx="106668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CF9D28-7916-49B6-EC25-FDBDD9C3D0FF}"/>
                    </a:ext>
                  </a:extLst>
                </p14:cNvPr>
                <p14:cNvContentPartPr/>
                <p14:nvPr/>
              </p14:nvContentPartPr>
              <p14:xfrm>
                <a:off x="5738505" y="1211415"/>
                <a:ext cx="296280" cy="1069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CF9D28-7916-49B6-EC25-FDBDD9C3D0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32385" y="1205295"/>
                  <a:ext cx="308520" cy="10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996837D-DB5B-A63C-E213-627875BCF4D5}"/>
                    </a:ext>
                  </a:extLst>
                </p14:cNvPr>
                <p14:cNvContentPartPr/>
                <p14:nvPr/>
              </p14:nvContentPartPr>
              <p14:xfrm>
                <a:off x="5699985" y="1572135"/>
                <a:ext cx="569520" cy="128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996837D-DB5B-A63C-E213-627875BCF4D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93865" y="1566015"/>
                  <a:ext cx="581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E75998-A015-FE85-D16B-CF1DF139190A}"/>
                    </a:ext>
                  </a:extLst>
                </p14:cNvPr>
                <p14:cNvContentPartPr/>
                <p14:nvPr/>
              </p14:nvContentPartPr>
              <p14:xfrm>
                <a:off x="6568665" y="1151655"/>
                <a:ext cx="52560" cy="876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E75998-A015-FE85-D16B-CF1DF13919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62545" y="1145535"/>
                  <a:ext cx="6480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B90F141-E85B-A875-4260-B3DE8FA4E396}"/>
                    </a:ext>
                  </a:extLst>
                </p14:cNvPr>
                <p14:cNvContentPartPr/>
                <p14:nvPr/>
              </p14:nvContentPartPr>
              <p14:xfrm>
                <a:off x="6763065" y="1442895"/>
                <a:ext cx="182880" cy="266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B90F141-E85B-A875-4260-B3DE8FA4E3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56945" y="1436775"/>
                  <a:ext cx="195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987067-DAED-4C9B-A473-EAFA407AB6E0}"/>
                    </a:ext>
                  </a:extLst>
                </p14:cNvPr>
                <p14:cNvContentPartPr/>
                <p14:nvPr/>
              </p14:nvContentPartPr>
              <p14:xfrm>
                <a:off x="7134585" y="1309695"/>
                <a:ext cx="98280" cy="959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987067-DAED-4C9B-A473-EAFA407AB6E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28465" y="1303575"/>
                  <a:ext cx="110520" cy="9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5221764-DE8A-DDCE-2064-76AB40131AD6}"/>
                    </a:ext>
                  </a:extLst>
                </p14:cNvPr>
                <p14:cNvContentPartPr/>
                <p14:nvPr/>
              </p14:nvContentPartPr>
              <p14:xfrm>
                <a:off x="7144665" y="1632975"/>
                <a:ext cx="365400" cy="258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5221764-DE8A-DDCE-2064-76AB40131A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38545" y="1626855"/>
                  <a:ext cx="377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016082-BAC7-7C20-53EF-0F58A2FE7166}"/>
                    </a:ext>
                  </a:extLst>
                </p14:cNvPr>
                <p14:cNvContentPartPr/>
                <p14:nvPr/>
              </p14:nvContentPartPr>
              <p14:xfrm>
                <a:off x="7869705" y="1251015"/>
                <a:ext cx="57240" cy="495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016082-BAC7-7C20-53EF-0F58A2FE716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63585" y="1244895"/>
                  <a:ext cx="6948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1D9ADA-56AA-C80E-2680-245ECDA58B96}"/>
                    </a:ext>
                  </a:extLst>
                </p14:cNvPr>
                <p14:cNvContentPartPr/>
                <p14:nvPr/>
              </p14:nvContentPartPr>
              <p14:xfrm>
                <a:off x="8197665" y="1330215"/>
                <a:ext cx="505080" cy="410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1D9ADA-56AA-C80E-2680-245ECDA58B9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91545" y="1324095"/>
                  <a:ext cx="5173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301BC1-B3E7-6DE4-4D81-0BC2CE37399A}"/>
                    </a:ext>
                  </a:extLst>
                </p14:cNvPr>
                <p14:cNvContentPartPr/>
                <p14:nvPr/>
              </p14:nvContentPartPr>
              <p14:xfrm>
                <a:off x="4307865" y="3111855"/>
                <a:ext cx="58680" cy="15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301BC1-B3E7-6DE4-4D81-0BC2CE3739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01745" y="3105735"/>
                  <a:ext cx="70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928A82-8EF9-C124-B7CB-1EA622DD2D5F}"/>
                    </a:ext>
                  </a:extLst>
                </p14:cNvPr>
                <p14:cNvContentPartPr/>
                <p14:nvPr/>
              </p14:nvContentPartPr>
              <p14:xfrm>
                <a:off x="3999345" y="2868135"/>
                <a:ext cx="1494360" cy="30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928A82-8EF9-C124-B7CB-1EA622DD2D5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93225" y="2862015"/>
                  <a:ext cx="15066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7210643-9E0D-D114-CB3A-B58EADFD0CFD}"/>
                    </a:ext>
                  </a:extLst>
                </p14:cNvPr>
                <p14:cNvContentPartPr/>
                <p14:nvPr/>
              </p14:nvContentPartPr>
              <p14:xfrm>
                <a:off x="6032625" y="2402295"/>
                <a:ext cx="343080" cy="898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7210643-9E0D-D114-CB3A-B58EADFD0CF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26505" y="2396175"/>
                  <a:ext cx="355320" cy="9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1C7E57-C8F2-C583-D505-9E6B61FC026E}"/>
                    </a:ext>
                  </a:extLst>
                </p14:cNvPr>
                <p14:cNvContentPartPr/>
                <p14:nvPr/>
              </p14:nvContentPartPr>
              <p14:xfrm>
                <a:off x="5978265" y="2806575"/>
                <a:ext cx="673200" cy="12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1C7E57-C8F2-C583-D505-9E6B61FC02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72145" y="2800455"/>
                  <a:ext cx="6854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48931E6-9D4C-6CE9-04F2-E3655E1A8357}"/>
                    </a:ext>
                  </a:extLst>
                </p14:cNvPr>
                <p14:cNvContentPartPr/>
                <p14:nvPr/>
              </p14:nvContentPartPr>
              <p14:xfrm>
                <a:off x="6502425" y="2505615"/>
                <a:ext cx="999360" cy="325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48931E6-9D4C-6CE9-04F2-E3655E1A83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96305" y="2499495"/>
                  <a:ext cx="10116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3433C6C-F7B3-B32C-DEDB-082AC20A5AE9}"/>
                    </a:ext>
                  </a:extLst>
                </p14:cNvPr>
                <p14:cNvContentPartPr/>
                <p14:nvPr/>
              </p14:nvContentPartPr>
              <p14:xfrm>
                <a:off x="7437705" y="2455935"/>
                <a:ext cx="329040" cy="228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3433C6C-F7B3-B32C-DEDB-082AC20A5A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31585" y="2449815"/>
                  <a:ext cx="3412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7931C9-BA0C-942B-CD67-AD2F7E2891EA}"/>
                    </a:ext>
                  </a:extLst>
                </p14:cNvPr>
                <p14:cNvContentPartPr/>
                <p14:nvPr/>
              </p14:nvContentPartPr>
              <p14:xfrm>
                <a:off x="7880505" y="2217975"/>
                <a:ext cx="1007640" cy="85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7931C9-BA0C-942B-CD67-AD2F7E2891E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4385" y="2211855"/>
                  <a:ext cx="101988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36B6730-6FFB-6156-C80B-EB934CFDC70D}"/>
                    </a:ext>
                  </a:extLst>
                </p14:cNvPr>
                <p14:cNvContentPartPr/>
                <p14:nvPr/>
              </p14:nvContentPartPr>
              <p14:xfrm>
                <a:off x="9186585" y="2171895"/>
                <a:ext cx="502920" cy="417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36B6730-6FFB-6156-C80B-EB934CFDC70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80465" y="2165775"/>
                  <a:ext cx="5151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4F972D-1291-2B1D-DA31-4267403235F7}"/>
                    </a:ext>
                  </a:extLst>
                </p14:cNvPr>
                <p14:cNvContentPartPr/>
                <p14:nvPr/>
              </p14:nvContentPartPr>
              <p14:xfrm>
                <a:off x="5073585" y="4053255"/>
                <a:ext cx="6120" cy="15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4F972D-1291-2B1D-DA31-4267403235F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67465" y="4047135"/>
                  <a:ext cx="18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7C0DDAB-FC09-1A03-6504-B7593A216F2F}"/>
                    </a:ext>
                  </a:extLst>
                </p14:cNvPr>
                <p14:cNvContentPartPr/>
                <p14:nvPr/>
              </p14:nvContentPartPr>
              <p14:xfrm>
                <a:off x="4698825" y="3678855"/>
                <a:ext cx="1977840" cy="304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7C0DDAB-FC09-1A03-6504-B7593A216F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92705" y="3672735"/>
                  <a:ext cx="19900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E31710-71FC-AADF-F23C-D2E239228A85}"/>
                    </a:ext>
                  </a:extLst>
                </p14:cNvPr>
                <p14:cNvContentPartPr/>
                <p14:nvPr/>
              </p14:nvContentPartPr>
              <p14:xfrm>
                <a:off x="7315665" y="3169455"/>
                <a:ext cx="108360" cy="668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E31710-71FC-AADF-F23C-D2E239228A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09545" y="3163335"/>
                  <a:ext cx="12060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A03E6FF-42BF-6834-F036-B3265FA466C4}"/>
                    </a:ext>
                  </a:extLst>
                </p14:cNvPr>
                <p14:cNvContentPartPr/>
                <p14:nvPr/>
              </p14:nvContentPartPr>
              <p14:xfrm>
                <a:off x="7422585" y="3269535"/>
                <a:ext cx="554760" cy="373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A03E6FF-42BF-6834-F036-B3265FA466C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16465" y="3263415"/>
                  <a:ext cx="5670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2F80DB5-A837-4198-10DD-1C1D2157F3CF}"/>
                    </a:ext>
                  </a:extLst>
                </p14:cNvPr>
                <p14:cNvContentPartPr/>
                <p14:nvPr/>
              </p14:nvContentPartPr>
              <p14:xfrm>
                <a:off x="7894545" y="3143895"/>
                <a:ext cx="142920" cy="467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2F80DB5-A837-4198-10DD-1C1D2157F3C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88425" y="3137775"/>
                  <a:ext cx="15516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D27954D-A32A-43CE-70BB-34E2393D190E}"/>
                    </a:ext>
                  </a:extLst>
                </p14:cNvPr>
                <p14:cNvContentPartPr/>
                <p14:nvPr/>
              </p14:nvContentPartPr>
              <p14:xfrm>
                <a:off x="8253105" y="3202575"/>
                <a:ext cx="344520" cy="356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D27954D-A32A-43CE-70BB-34E2393D190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46985" y="3196455"/>
                  <a:ext cx="3567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4712D2-DCA8-22AE-FCDC-317BB7E3C041}"/>
                    </a:ext>
                  </a:extLst>
                </p14:cNvPr>
                <p14:cNvContentPartPr/>
                <p14:nvPr/>
              </p14:nvContentPartPr>
              <p14:xfrm>
                <a:off x="8900025" y="2937975"/>
                <a:ext cx="122760" cy="576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4712D2-DCA8-22AE-FCDC-317BB7E3C04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93905" y="2931855"/>
                  <a:ext cx="13500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FC20013-2458-192C-80A0-42E019B46B73}"/>
                    </a:ext>
                  </a:extLst>
                </p14:cNvPr>
                <p14:cNvContentPartPr/>
                <p14:nvPr/>
              </p14:nvContentPartPr>
              <p14:xfrm>
                <a:off x="8754225" y="3183135"/>
                <a:ext cx="449640" cy="13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FC20013-2458-192C-80A0-42E019B46B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48105" y="3177015"/>
                  <a:ext cx="461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BAA1E13-D775-BC6D-AA2D-937D29E34AC3}"/>
                    </a:ext>
                  </a:extLst>
                </p14:cNvPr>
                <p14:cNvContentPartPr/>
                <p14:nvPr/>
              </p14:nvContentPartPr>
              <p14:xfrm>
                <a:off x="9197385" y="2522895"/>
                <a:ext cx="509040" cy="1694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BAA1E13-D775-BC6D-AA2D-937D29E34AC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91265" y="2516775"/>
                  <a:ext cx="521280" cy="17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6588AD-58CE-9821-79B6-63BBE4F713BC}"/>
                    </a:ext>
                  </a:extLst>
                </p14:cNvPr>
                <p14:cNvContentPartPr/>
                <p14:nvPr/>
              </p14:nvContentPartPr>
              <p14:xfrm>
                <a:off x="9659265" y="2259015"/>
                <a:ext cx="984600" cy="1065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6588AD-58CE-9821-79B6-63BBE4F713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53145" y="2252895"/>
                  <a:ext cx="996840" cy="10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1C19E16-F70F-850F-9246-C059BF1A70D9}"/>
                    </a:ext>
                  </a:extLst>
                </p14:cNvPr>
                <p14:cNvContentPartPr/>
                <p14:nvPr/>
              </p14:nvContentPartPr>
              <p14:xfrm>
                <a:off x="10578345" y="2592375"/>
                <a:ext cx="32400" cy="2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1C19E16-F70F-850F-9246-C059BF1A70D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72225" y="2586255"/>
                  <a:ext cx="44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FA3046-3048-36CE-8B97-965CF35F2B70}"/>
                    </a:ext>
                  </a:extLst>
                </p14:cNvPr>
                <p14:cNvContentPartPr/>
                <p14:nvPr/>
              </p14:nvContentPartPr>
              <p14:xfrm>
                <a:off x="10857345" y="2843655"/>
                <a:ext cx="216360" cy="220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FA3046-3048-36CE-8B97-965CF35F2B7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51225" y="2837535"/>
                  <a:ext cx="2286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83B125-9DBE-4553-B1F3-DAE08D3DF7EE}"/>
                    </a:ext>
                  </a:extLst>
                </p14:cNvPr>
                <p14:cNvContentPartPr/>
                <p14:nvPr/>
              </p14:nvContentPartPr>
              <p14:xfrm>
                <a:off x="10508505" y="2888655"/>
                <a:ext cx="537480" cy="255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83B125-9DBE-4553-B1F3-DAE08D3DF7E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02385" y="2882535"/>
                  <a:ext cx="5497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B8186E-BD17-76F4-F02D-D920B349A1E3}"/>
                    </a:ext>
                  </a:extLst>
                </p14:cNvPr>
                <p14:cNvContentPartPr/>
                <p14:nvPr/>
              </p14:nvContentPartPr>
              <p14:xfrm>
                <a:off x="4940745" y="4764975"/>
                <a:ext cx="914040" cy="321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B8186E-BD17-76F4-F02D-D920B349A1E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34625" y="4758855"/>
                  <a:ext cx="9262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3B854A-4790-9338-53F7-06D5A49BCAD0}"/>
                    </a:ext>
                  </a:extLst>
                </p14:cNvPr>
                <p14:cNvContentPartPr/>
                <p14:nvPr/>
              </p14:nvContentPartPr>
              <p14:xfrm>
                <a:off x="7177785" y="3765255"/>
                <a:ext cx="881640" cy="1463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3B854A-4790-9338-53F7-06D5A49BCA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71665" y="3759135"/>
                  <a:ext cx="893880" cy="14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B56627-5B2C-73B0-7A50-A2CC18FD4DB3}"/>
                    </a:ext>
                  </a:extLst>
                </p14:cNvPr>
                <p14:cNvContentPartPr/>
                <p14:nvPr/>
              </p14:nvContentPartPr>
              <p14:xfrm>
                <a:off x="8528865" y="4127055"/>
                <a:ext cx="815760" cy="739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B56627-5B2C-73B0-7A50-A2CC18FD4D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22745" y="4120935"/>
                  <a:ext cx="82800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2E7D1BF-095B-4660-B56D-1E83294C652F}"/>
                    </a:ext>
                  </a:extLst>
                </p14:cNvPr>
                <p14:cNvContentPartPr/>
                <p14:nvPr/>
              </p14:nvContentPartPr>
              <p14:xfrm>
                <a:off x="9799665" y="3765615"/>
                <a:ext cx="1170000" cy="1299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2E7D1BF-095B-4660-B56D-1E83294C65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93545" y="3759495"/>
                  <a:ext cx="1182240" cy="13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A571F63-6572-6ED6-9E31-62E7A006765F}"/>
                    </a:ext>
                  </a:extLst>
                </p14:cNvPr>
                <p14:cNvContentPartPr/>
                <p14:nvPr/>
              </p14:nvContentPartPr>
              <p14:xfrm>
                <a:off x="11275665" y="4255935"/>
                <a:ext cx="45000" cy="31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A571F63-6572-6ED6-9E31-62E7A00676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69545" y="4249815"/>
                  <a:ext cx="57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EDF03BE-6B97-EDE5-5175-51E19955BF61}"/>
                    </a:ext>
                  </a:extLst>
                </p14:cNvPr>
                <p14:cNvContentPartPr/>
                <p14:nvPr/>
              </p14:nvContentPartPr>
              <p14:xfrm>
                <a:off x="11052465" y="533175"/>
                <a:ext cx="237960" cy="90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EDF03BE-6B97-EDE5-5175-51E19955BF6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46345" y="527055"/>
                  <a:ext cx="250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C88390-D7D9-F57C-13BF-7290A8DEC0A7}"/>
                    </a:ext>
                  </a:extLst>
                </p14:cNvPr>
                <p14:cNvContentPartPr/>
                <p14:nvPr/>
              </p14:nvContentPartPr>
              <p14:xfrm>
                <a:off x="10606785" y="403215"/>
                <a:ext cx="1014120" cy="4581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C88390-D7D9-F57C-13BF-7290A8DEC0A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00665" y="397095"/>
                  <a:ext cx="1026360" cy="45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FAB1C0A-CE43-3E87-B11D-D9E13999A605}"/>
                    </a:ext>
                  </a:extLst>
                </p14:cNvPr>
                <p14:cNvContentPartPr/>
                <p14:nvPr/>
              </p14:nvContentPartPr>
              <p14:xfrm>
                <a:off x="11123385" y="4732215"/>
                <a:ext cx="35640" cy="18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FAB1C0A-CE43-3E87-B11D-D9E13999A60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117265" y="4726095"/>
                  <a:ext cx="47880" cy="3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4216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9AA0680A-1C4E-F3FA-B54C-9B6B3291D1AD}"/>
              </a:ext>
            </a:extLst>
          </p:cNvPr>
          <p:cNvGrpSpPr/>
          <p:nvPr/>
        </p:nvGrpSpPr>
        <p:grpSpPr>
          <a:xfrm>
            <a:off x="1015665" y="-23025"/>
            <a:ext cx="8820720" cy="4706505"/>
            <a:chOff x="1015665" y="-23025"/>
            <a:chExt cx="8820720" cy="470650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3C096B1-6157-9F13-3204-01EB7A849B96}"/>
                    </a:ext>
                  </a:extLst>
                </p14:cNvPr>
                <p14:cNvContentPartPr/>
                <p14:nvPr/>
              </p14:nvContentPartPr>
              <p14:xfrm>
                <a:off x="1015665" y="727575"/>
                <a:ext cx="827640" cy="1158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3C096B1-6157-9F13-3204-01EB7A849B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9545" y="721455"/>
                  <a:ext cx="839880" cy="11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C82E78-80F4-A58A-882B-37823AC9B8A1}"/>
                    </a:ext>
                  </a:extLst>
                </p14:cNvPr>
                <p14:cNvContentPartPr/>
                <p14:nvPr/>
              </p14:nvContentPartPr>
              <p14:xfrm>
                <a:off x="1707945" y="550095"/>
                <a:ext cx="666360" cy="736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C82E78-80F4-A58A-882B-37823AC9B8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01825" y="543975"/>
                  <a:ext cx="67860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F1F0E4-94EF-6F59-DBA7-68AA2D871D95}"/>
                    </a:ext>
                  </a:extLst>
                </p14:cNvPr>
                <p14:cNvContentPartPr/>
                <p14:nvPr/>
              </p14:nvContentPartPr>
              <p14:xfrm>
                <a:off x="2650785" y="246975"/>
                <a:ext cx="334080" cy="273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F1F0E4-94EF-6F59-DBA7-68AA2D871D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44665" y="240855"/>
                  <a:ext cx="346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583D7B-0E61-5D16-C67E-339F040169ED}"/>
                    </a:ext>
                  </a:extLst>
                </p14:cNvPr>
                <p14:cNvContentPartPr/>
                <p14:nvPr/>
              </p14:nvContentPartPr>
              <p14:xfrm>
                <a:off x="3314625" y="177135"/>
                <a:ext cx="128160" cy="1692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583D7B-0E61-5D16-C67E-339F040169E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08505" y="171015"/>
                  <a:ext cx="140400" cy="17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95F1AF-8EF1-E09B-8BFE-9C2ED878CE2A}"/>
                    </a:ext>
                  </a:extLst>
                </p14:cNvPr>
                <p14:cNvContentPartPr/>
                <p14:nvPr/>
              </p14:nvContentPartPr>
              <p14:xfrm>
                <a:off x="3389865" y="1084335"/>
                <a:ext cx="587880" cy="322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95F1AF-8EF1-E09B-8BFE-9C2ED878CE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83745" y="1078215"/>
                  <a:ext cx="6001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A59232F-9887-424B-2B1C-613616800E95}"/>
                    </a:ext>
                  </a:extLst>
                </p14:cNvPr>
                <p14:cNvContentPartPr/>
                <p14:nvPr/>
              </p14:nvContentPartPr>
              <p14:xfrm>
                <a:off x="4709985" y="564855"/>
                <a:ext cx="707760" cy="178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A59232F-9887-424B-2B1C-613616800E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03865" y="558735"/>
                  <a:ext cx="720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201D45B-9EF9-0264-EA19-7C46F0B9DA0C}"/>
                    </a:ext>
                  </a:extLst>
                </p14:cNvPr>
                <p14:cNvContentPartPr/>
                <p14:nvPr/>
              </p14:nvContentPartPr>
              <p14:xfrm>
                <a:off x="6898065" y="517335"/>
                <a:ext cx="59760" cy="716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201D45B-9EF9-0264-EA19-7C46F0B9DA0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91945" y="511215"/>
                  <a:ext cx="7200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F54866-8D9A-420F-5633-EDC1D77056D1}"/>
                    </a:ext>
                  </a:extLst>
                </p14:cNvPr>
                <p14:cNvContentPartPr/>
                <p14:nvPr/>
              </p14:nvContentPartPr>
              <p14:xfrm>
                <a:off x="7205865" y="411495"/>
                <a:ext cx="349560" cy="1086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F54866-8D9A-420F-5633-EDC1D77056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99745" y="405375"/>
                  <a:ext cx="36180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5B9B6B5-BBD5-2D56-449F-0A13C7FD0895}"/>
                    </a:ext>
                  </a:extLst>
                </p14:cNvPr>
                <p14:cNvContentPartPr/>
                <p14:nvPr/>
              </p14:nvContentPartPr>
              <p14:xfrm>
                <a:off x="7383705" y="114495"/>
                <a:ext cx="540000" cy="197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5B9B6B5-BBD5-2D56-449F-0A13C7FD08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77585" y="108375"/>
                  <a:ext cx="552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051798F-AD61-34FF-DF33-87204D2A9610}"/>
                    </a:ext>
                  </a:extLst>
                </p14:cNvPr>
                <p14:cNvContentPartPr/>
                <p14:nvPr/>
              </p14:nvContentPartPr>
              <p14:xfrm>
                <a:off x="8111265" y="-23025"/>
                <a:ext cx="249120" cy="608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051798F-AD61-34FF-DF33-87204D2A96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05145" y="-29145"/>
                  <a:ext cx="26136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FE4C148-418B-CEE8-EDE1-FDC6BD7ABCA1}"/>
                    </a:ext>
                  </a:extLst>
                </p14:cNvPr>
                <p14:cNvContentPartPr/>
                <p14:nvPr/>
              </p14:nvContentPartPr>
              <p14:xfrm>
                <a:off x="8285145" y="50640"/>
                <a:ext cx="511560" cy="1248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FE4C148-418B-CEE8-EDE1-FDC6BD7ABC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79025" y="44520"/>
                  <a:ext cx="523800" cy="12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1425C8F-332D-AE3F-62D0-20A2910230A5}"/>
                    </a:ext>
                  </a:extLst>
                </p14:cNvPr>
                <p14:cNvContentPartPr/>
                <p14:nvPr/>
              </p14:nvContentPartPr>
              <p14:xfrm>
                <a:off x="8754225" y="788280"/>
                <a:ext cx="389520" cy="551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1425C8F-332D-AE3F-62D0-20A2910230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48105" y="782160"/>
                  <a:ext cx="40176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7A6501F-4A06-6E3E-298B-94A59542D2AE}"/>
                    </a:ext>
                  </a:extLst>
                </p14:cNvPr>
                <p14:cNvContentPartPr/>
                <p14:nvPr/>
              </p14:nvContentPartPr>
              <p14:xfrm>
                <a:off x="6502785" y="769920"/>
                <a:ext cx="186120" cy="162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7A6501F-4A06-6E3E-298B-94A59542D2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96665" y="763800"/>
                  <a:ext cx="198360" cy="16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3B5E1F1-0908-AC65-7FFD-1FF4FDBDD2FE}"/>
                    </a:ext>
                  </a:extLst>
                </p14:cNvPr>
                <p14:cNvContentPartPr/>
                <p14:nvPr/>
              </p14:nvContentPartPr>
              <p14:xfrm>
                <a:off x="6259065" y="940200"/>
                <a:ext cx="248400" cy="85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3B5E1F1-0908-AC65-7FFD-1FF4FDBDD2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52945" y="934080"/>
                  <a:ext cx="260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0AA9DB3-73FF-B8C0-5307-CD52A202471C}"/>
                    </a:ext>
                  </a:extLst>
                </p14:cNvPr>
                <p14:cNvContentPartPr/>
                <p14:nvPr/>
              </p14:nvContentPartPr>
              <p14:xfrm>
                <a:off x="6436185" y="524040"/>
                <a:ext cx="3400200" cy="1787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0AA9DB3-73FF-B8C0-5307-CD52A202471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30065" y="517920"/>
                  <a:ext cx="3412440" cy="179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720595B-8D38-C57E-7A45-103379D9AF03}"/>
                    </a:ext>
                  </a:extLst>
                </p14:cNvPr>
                <p14:cNvContentPartPr/>
                <p14:nvPr/>
              </p14:nvContentPartPr>
              <p14:xfrm>
                <a:off x="1547745" y="2902920"/>
                <a:ext cx="623880" cy="1615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720595B-8D38-C57E-7A45-103379D9AF0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41625" y="2896800"/>
                  <a:ext cx="636120" cy="16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1D392FB-F36F-52E6-5E94-B25BAD7B0965}"/>
                    </a:ext>
                  </a:extLst>
                </p14:cNvPr>
                <p14:cNvContentPartPr/>
                <p14:nvPr/>
              </p14:nvContentPartPr>
              <p14:xfrm>
                <a:off x="1697145" y="3112080"/>
                <a:ext cx="1589040" cy="72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1D392FB-F36F-52E6-5E94-B25BAD7B096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91025" y="3105960"/>
                  <a:ext cx="160128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6BBD43-ECA6-50E8-55CD-53C887719D36}"/>
                    </a:ext>
                  </a:extLst>
                </p14:cNvPr>
                <p14:cNvContentPartPr/>
                <p14:nvPr/>
              </p14:nvContentPartPr>
              <p14:xfrm>
                <a:off x="2932665" y="2636880"/>
                <a:ext cx="104400" cy="24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6BBD43-ECA6-50E8-55CD-53C887719D3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26545" y="2630760"/>
                  <a:ext cx="116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B4A051-199E-BF60-85DB-22B5A382342F}"/>
                    </a:ext>
                  </a:extLst>
                </p14:cNvPr>
                <p14:cNvContentPartPr/>
                <p14:nvPr/>
              </p14:nvContentPartPr>
              <p14:xfrm>
                <a:off x="3511185" y="2405400"/>
                <a:ext cx="770760" cy="684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B4A051-199E-BF60-85DB-22B5A38234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05065" y="2399280"/>
                  <a:ext cx="78300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C87FB4D-6B1B-154E-2580-730EBBB86AB6}"/>
                    </a:ext>
                  </a:extLst>
                </p14:cNvPr>
                <p14:cNvContentPartPr/>
                <p14:nvPr/>
              </p14:nvContentPartPr>
              <p14:xfrm>
                <a:off x="7422225" y="3051600"/>
                <a:ext cx="1008720" cy="776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C87FB4D-6B1B-154E-2580-730EBBB86A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16105" y="3045480"/>
                  <a:ext cx="102096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005F59-C9CE-7A20-D510-1BE086669677}"/>
                    </a:ext>
                  </a:extLst>
                </p14:cNvPr>
                <p14:cNvContentPartPr/>
                <p14:nvPr/>
              </p14:nvContentPartPr>
              <p14:xfrm>
                <a:off x="8220345" y="2942520"/>
                <a:ext cx="430200" cy="274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005F59-C9CE-7A20-D510-1BE0866696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14225" y="2936400"/>
                  <a:ext cx="4424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86A3A0B-9F36-24A2-ED1B-6F2BB0D85AD6}"/>
                    </a:ext>
                  </a:extLst>
                </p14:cNvPr>
                <p14:cNvContentPartPr/>
                <p14:nvPr/>
              </p14:nvContentPartPr>
              <p14:xfrm>
                <a:off x="4514505" y="3946560"/>
                <a:ext cx="123840" cy="636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86A3A0B-9F36-24A2-ED1B-6F2BB0D85A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08385" y="3940440"/>
                  <a:ext cx="13608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C46E85-BD3C-73F7-8AAC-81D04E820CDB}"/>
                    </a:ext>
                  </a:extLst>
                </p14:cNvPr>
                <p14:cNvContentPartPr/>
                <p14:nvPr/>
              </p14:nvContentPartPr>
              <p14:xfrm>
                <a:off x="4576425" y="3879600"/>
                <a:ext cx="814320" cy="369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0C46E85-BD3C-73F7-8AAC-81D04E820C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0305" y="3873480"/>
                  <a:ext cx="8265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A9F4ABF-297B-AC03-5A95-5C3C817D8AFC}"/>
                    </a:ext>
                  </a:extLst>
                </p14:cNvPr>
                <p14:cNvContentPartPr/>
                <p14:nvPr/>
              </p14:nvContentPartPr>
              <p14:xfrm>
                <a:off x="5459865" y="3201720"/>
                <a:ext cx="98640" cy="208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A9F4ABF-297B-AC03-5A95-5C3C817D8A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53745" y="3195600"/>
                  <a:ext cx="110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7F88B0-EC31-8FB1-812A-5F5B791F80D7}"/>
                    </a:ext>
                  </a:extLst>
                </p14:cNvPr>
                <p14:cNvContentPartPr/>
                <p14:nvPr/>
              </p14:nvContentPartPr>
              <p14:xfrm>
                <a:off x="5931825" y="3057720"/>
                <a:ext cx="30240" cy="1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7F88B0-EC31-8FB1-812A-5F5B791F80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25705" y="3051600"/>
                  <a:ext cx="424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968BB47-FD63-1CB9-6005-7D02987377A1}"/>
                    </a:ext>
                  </a:extLst>
                </p14:cNvPr>
                <p14:cNvContentPartPr/>
                <p14:nvPr/>
              </p14:nvContentPartPr>
              <p14:xfrm>
                <a:off x="5996625" y="2980680"/>
                <a:ext cx="65160" cy="207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968BB47-FD63-1CB9-6005-7D02987377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0505" y="2974560"/>
                  <a:ext cx="774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6D54972-C967-E0BF-1B86-0CDAB9074EDF}"/>
                    </a:ext>
                  </a:extLst>
                </p14:cNvPr>
                <p14:cNvContentPartPr/>
                <p14:nvPr/>
              </p14:nvContentPartPr>
              <p14:xfrm>
                <a:off x="5990145" y="2665680"/>
                <a:ext cx="282600" cy="359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D54972-C967-E0BF-1B86-0CDAB9074E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84025" y="2659560"/>
                  <a:ext cx="29484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3B4B459-550E-2BB9-186B-F00C86EE8B38}"/>
                    </a:ext>
                  </a:extLst>
                </p14:cNvPr>
                <p14:cNvContentPartPr/>
                <p14:nvPr/>
              </p14:nvContentPartPr>
              <p14:xfrm>
                <a:off x="4428105" y="2306040"/>
                <a:ext cx="2320200" cy="2377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3B4B459-550E-2BB9-186B-F00C86EE8B3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21985" y="2299920"/>
                  <a:ext cx="2332440" cy="23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F96485-5C13-6235-779B-3FB680476B28}"/>
                    </a:ext>
                  </a:extLst>
                </p14:cNvPr>
                <p14:cNvContentPartPr/>
                <p14:nvPr/>
              </p14:nvContentPartPr>
              <p14:xfrm>
                <a:off x="5957025" y="3258240"/>
                <a:ext cx="2196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F96485-5C13-6235-779B-3FB680476B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50905" y="3252120"/>
                  <a:ext cx="34200" cy="4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76983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DC947FA-C93C-B585-826C-55F8266AA92E}"/>
              </a:ext>
            </a:extLst>
          </p:cNvPr>
          <p:cNvGrpSpPr/>
          <p:nvPr/>
        </p:nvGrpSpPr>
        <p:grpSpPr>
          <a:xfrm>
            <a:off x="1567185" y="428775"/>
            <a:ext cx="2036880" cy="1053000"/>
            <a:chOff x="1567185" y="428775"/>
            <a:chExt cx="2036880" cy="105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843559B-F581-4831-E091-15C1A7837D57}"/>
                    </a:ext>
                  </a:extLst>
                </p14:cNvPr>
                <p14:cNvContentPartPr/>
                <p14:nvPr/>
              </p14:nvContentPartPr>
              <p14:xfrm>
                <a:off x="1567185" y="428775"/>
                <a:ext cx="770400" cy="1053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843559B-F581-4831-E091-15C1A7837D5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2865" y="424455"/>
                  <a:ext cx="7790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BEE1E6D-3F84-0C4A-C922-0CFBC3E06676}"/>
                    </a:ext>
                  </a:extLst>
                </p14:cNvPr>
                <p14:cNvContentPartPr/>
                <p14:nvPr/>
              </p14:nvContentPartPr>
              <p14:xfrm>
                <a:off x="2454945" y="885615"/>
                <a:ext cx="48240" cy="44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BEE1E6D-3F84-0C4A-C922-0CFBC3E066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50625" y="881295"/>
                  <a:ext cx="56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632622-95C9-2B4E-3040-2EBDC73D5849}"/>
                    </a:ext>
                  </a:extLst>
                </p14:cNvPr>
                <p14:cNvContentPartPr/>
                <p14:nvPr/>
              </p14:nvContentPartPr>
              <p14:xfrm>
                <a:off x="2700825" y="1098375"/>
                <a:ext cx="385560" cy="199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632622-95C9-2B4E-3040-2EBDC73D58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96505" y="1094055"/>
                  <a:ext cx="394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BAF8F07-000C-3CD3-E36D-E79EFDDFDF4A}"/>
                    </a:ext>
                  </a:extLst>
                </p14:cNvPr>
                <p14:cNvContentPartPr/>
                <p14:nvPr/>
              </p14:nvContentPartPr>
              <p14:xfrm>
                <a:off x="3304905" y="977415"/>
                <a:ext cx="299160" cy="259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BAF8F07-000C-3CD3-E36D-E79EFDDFDF4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00585" y="973095"/>
                  <a:ext cx="30780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43B4AF-6B62-AE13-7C8B-FE7CE5736F2F}"/>
              </a:ext>
            </a:extLst>
          </p:cNvPr>
          <p:cNvGrpSpPr/>
          <p:nvPr/>
        </p:nvGrpSpPr>
        <p:grpSpPr>
          <a:xfrm>
            <a:off x="4340625" y="618135"/>
            <a:ext cx="1095480" cy="1338120"/>
            <a:chOff x="4340625" y="618135"/>
            <a:chExt cx="1095480" cy="13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085BF21-BA91-CEF7-E1B1-A63E17182D95}"/>
                    </a:ext>
                  </a:extLst>
                </p14:cNvPr>
                <p14:cNvContentPartPr/>
                <p14:nvPr/>
              </p14:nvContentPartPr>
              <p14:xfrm>
                <a:off x="4340625" y="618135"/>
                <a:ext cx="465120" cy="576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085BF21-BA91-CEF7-E1B1-A63E17182D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36305" y="613815"/>
                  <a:ext cx="47376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30A6ED-4192-971D-8108-0FE259C5DEE2}"/>
                    </a:ext>
                  </a:extLst>
                </p14:cNvPr>
                <p14:cNvContentPartPr/>
                <p14:nvPr/>
              </p14:nvContentPartPr>
              <p14:xfrm>
                <a:off x="5031105" y="853575"/>
                <a:ext cx="405000" cy="1102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30A6ED-4192-971D-8108-0FE259C5DEE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26785" y="849255"/>
                  <a:ext cx="413640" cy="11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75DB74-5F98-8DD8-4073-4CAABA299677}"/>
              </a:ext>
            </a:extLst>
          </p:cNvPr>
          <p:cNvGrpSpPr/>
          <p:nvPr/>
        </p:nvGrpSpPr>
        <p:grpSpPr>
          <a:xfrm>
            <a:off x="6308025" y="468735"/>
            <a:ext cx="4861440" cy="784440"/>
            <a:chOff x="6308025" y="468735"/>
            <a:chExt cx="4861440" cy="78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643CE2-C632-7227-3EA9-3C93EB76BB27}"/>
                    </a:ext>
                  </a:extLst>
                </p14:cNvPr>
                <p14:cNvContentPartPr/>
                <p14:nvPr/>
              </p14:nvContentPartPr>
              <p14:xfrm>
                <a:off x="6308025" y="468735"/>
                <a:ext cx="675720" cy="766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643CE2-C632-7227-3EA9-3C93EB76BB2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03705" y="464415"/>
                  <a:ext cx="68436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F975E6D-B7CD-3928-3B01-32FF16A2006B}"/>
                    </a:ext>
                  </a:extLst>
                </p14:cNvPr>
                <p14:cNvContentPartPr/>
                <p14:nvPr/>
              </p14:nvContentPartPr>
              <p14:xfrm>
                <a:off x="6956025" y="701295"/>
                <a:ext cx="54000" cy="28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F975E6D-B7CD-3928-3B01-32FF16A200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51705" y="696975"/>
                  <a:ext cx="62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A6FBF6F-0F8B-76BE-0651-CDF8333B9A14}"/>
                    </a:ext>
                  </a:extLst>
                </p14:cNvPr>
                <p14:cNvContentPartPr/>
                <p14:nvPr/>
              </p14:nvContentPartPr>
              <p14:xfrm>
                <a:off x="7128825" y="989655"/>
                <a:ext cx="534240" cy="263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A6FBF6F-0F8B-76BE-0651-CDF8333B9A1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24505" y="985335"/>
                  <a:ext cx="542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D9D07E1-77F5-DC17-2CA4-78FDA7391075}"/>
                    </a:ext>
                  </a:extLst>
                </p14:cNvPr>
                <p14:cNvContentPartPr/>
                <p14:nvPr/>
              </p14:nvContentPartPr>
              <p14:xfrm>
                <a:off x="7795905" y="897495"/>
                <a:ext cx="507960" cy="31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D9D07E1-77F5-DC17-2CA4-78FDA73910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91585" y="893175"/>
                  <a:ext cx="5166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71085C8-E3D6-C833-705B-E96D95D2AE6B}"/>
                    </a:ext>
                  </a:extLst>
                </p14:cNvPr>
                <p14:cNvContentPartPr/>
                <p14:nvPr/>
              </p14:nvContentPartPr>
              <p14:xfrm>
                <a:off x="8686545" y="731535"/>
                <a:ext cx="555840" cy="478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71085C8-E3D6-C833-705B-E96D95D2AE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82225" y="727215"/>
                  <a:ext cx="56448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67B62D1-BA54-E316-12BF-CD50885E2ADA}"/>
                    </a:ext>
                  </a:extLst>
                </p14:cNvPr>
                <p14:cNvContentPartPr/>
                <p14:nvPr/>
              </p14:nvContentPartPr>
              <p14:xfrm>
                <a:off x="9261465" y="829095"/>
                <a:ext cx="329040" cy="254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67B62D1-BA54-E316-12BF-CD50885E2A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57145" y="824775"/>
                  <a:ext cx="3376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359055-7089-4E44-527D-53E28C5A4BEA}"/>
                    </a:ext>
                  </a:extLst>
                </p14:cNvPr>
                <p14:cNvContentPartPr/>
                <p14:nvPr/>
              </p14:nvContentPartPr>
              <p14:xfrm>
                <a:off x="9740265" y="772215"/>
                <a:ext cx="387000" cy="31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359055-7089-4E44-527D-53E28C5A4B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35945" y="767895"/>
                  <a:ext cx="3956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0F61EF-9DF8-5955-ECCF-404CA4306F90}"/>
                    </a:ext>
                  </a:extLst>
                </p14:cNvPr>
                <p14:cNvContentPartPr/>
                <p14:nvPr/>
              </p14:nvContentPartPr>
              <p14:xfrm>
                <a:off x="10219065" y="838095"/>
                <a:ext cx="747000" cy="244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0F61EF-9DF8-5955-ECCF-404CA4306F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14745" y="833775"/>
                  <a:ext cx="7556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C6BE6F5-5C22-CD7E-7E7D-23D12BBB8512}"/>
                    </a:ext>
                  </a:extLst>
                </p14:cNvPr>
                <p14:cNvContentPartPr/>
                <p14:nvPr/>
              </p14:nvContentPartPr>
              <p14:xfrm>
                <a:off x="11015025" y="907215"/>
                <a:ext cx="133920" cy="24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C6BE6F5-5C22-CD7E-7E7D-23D12BBB85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10705" y="902895"/>
                  <a:ext cx="142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E19B0E2-F8CE-103E-76EF-806F25D8BB1E}"/>
                    </a:ext>
                  </a:extLst>
                </p14:cNvPr>
                <p14:cNvContentPartPr/>
                <p14:nvPr/>
              </p14:nvContentPartPr>
              <p14:xfrm>
                <a:off x="11129145" y="883455"/>
                <a:ext cx="40320" cy="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E19B0E2-F8CE-103E-76EF-806F25D8BB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124825" y="879135"/>
                  <a:ext cx="48960" cy="1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0B8BEE5-E1D9-3801-1CC8-ED16DBBA49AA}"/>
              </a:ext>
            </a:extLst>
          </p:cNvPr>
          <p:cNvGrpSpPr/>
          <p:nvPr/>
        </p:nvGrpSpPr>
        <p:grpSpPr>
          <a:xfrm>
            <a:off x="541545" y="1606695"/>
            <a:ext cx="11137680" cy="4397040"/>
            <a:chOff x="541545" y="1606695"/>
            <a:chExt cx="11137680" cy="43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540BF0D-2947-CC3B-53F7-9634D5560535}"/>
                    </a:ext>
                  </a:extLst>
                </p14:cNvPr>
                <p14:cNvContentPartPr/>
                <p14:nvPr/>
              </p14:nvContentPartPr>
              <p14:xfrm>
                <a:off x="909465" y="2212215"/>
                <a:ext cx="151200" cy="974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540BF0D-2947-CC3B-53F7-9634D55605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3345" y="2206095"/>
                  <a:ext cx="163440" cy="9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DB1F19-5DCA-76D9-4DCB-2DC657CA8DA9}"/>
                    </a:ext>
                  </a:extLst>
                </p14:cNvPr>
                <p14:cNvContentPartPr/>
                <p14:nvPr/>
              </p14:nvContentPartPr>
              <p14:xfrm>
                <a:off x="616785" y="2028975"/>
                <a:ext cx="765360" cy="19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DB1F19-5DCA-76D9-4DCB-2DC657CA8D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0665" y="2022855"/>
                  <a:ext cx="777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E67521-5960-3BEA-38B5-01F8A067548A}"/>
                    </a:ext>
                  </a:extLst>
                </p14:cNvPr>
                <p14:cNvContentPartPr/>
                <p14:nvPr/>
              </p14:nvContentPartPr>
              <p14:xfrm>
                <a:off x="541545" y="3084855"/>
                <a:ext cx="893160" cy="467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E67521-5960-3BEA-38B5-01F8A06754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5425" y="3078735"/>
                  <a:ext cx="9054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CD00BC2-1BF9-690D-176D-18610292C149}"/>
                    </a:ext>
                  </a:extLst>
                </p14:cNvPr>
                <p14:cNvContentPartPr/>
                <p14:nvPr/>
              </p14:nvContentPartPr>
              <p14:xfrm>
                <a:off x="1636665" y="2702895"/>
                <a:ext cx="416520" cy="397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CD00BC2-1BF9-690D-176D-18610292C14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30545" y="2696775"/>
                  <a:ext cx="4287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2B3710-6E5F-E98D-524B-8F1C518C5107}"/>
                    </a:ext>
                  </a:extLst>
                </p14:cNvPr>
                <p14:cNvContentPartPr/>
                <p14:nvPr/>
              </p14:nvContentPartPr>
              <p14:xfrm>
                <a:off x="2390865" y="2194215"/>
                <a:ext cx="147960" cy="739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2B3710-6E5F-E98D-524B-8F1C518C51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84745" y="2188095"/>
                  <a:ext cx="16020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8B4230-035C-CFDC-4DFD-400FD4798DBC}"/>
                    </a:ext>
                  </a:extLst>
                </p14:cNvPr>
                <p14:cNvContentPartPr/>
                <p14:nvPr/>
              </p14:nvContentPartPr>
              <p14:xfrm>
                <a:off x="2261985" y="2356215"/>
                <a:ext cx="1488600" cy="1245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8B4230-035C-CFDC-4DFD-400FD4798D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55865" y="2350095"/>
                  <a:ext cx="1500840" cy="12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1B9A0F-DCAD-602E-AF6C-31DD41F7904C}"/>
                    </a:ext>
                  </a:extLst>
                </p14:cNvPr>
                <p14:cNvContentPartPr/>
                <p14:nvPr/>
              </p14:nvContentPartPr>
              <p14:xfrm>
                <a:off x="3510105" y="2055255"/>
                <a:ext cx="753480" cy="624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1B9A0F-DCAD-602E-AF6C-31DD41F790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03985" y="2049135"/>
                  <a:ext cx="7657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22FDC7-EC47-46BD-A6EC-DD943F457776}"/>
                    </a:ext>
                  </a:extLst>
                </p14:cNvPr>
                <p14:cNvContentPartPr/>
                <p14:nvPr/>
              </p14:nvContentPartPr>
              <p14:xfrm>
                <a:off x="4173945" y="2093415"/>
                <a:ext cx="507960" cy="402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22FDC7-EC47-46BD-A6EC-DD943F45777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67825" y="2087295"/>
                  <a:ext cx="5202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9AA9361-B074-AF5B-CCAF-79E98611B9B4}"/>
                    </a:ext>
                  </a:extLst>
                </p14:cNvPr>
                <p14:cNvContentPartPr/>
                <p14:nvPr/>
              </p14:nvContentPartPr>
              <p14:xfrm>
                <a:off x="4847865" y="2101695"/>
                <a:ext cx="44280" cy="255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9AA9361-B074-AF5B-CCAF-79E98611B9B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41745" y="2095575"/>
                  <a:ext cx="5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5112B8-2195-7A7E-2E0E-3C3D2A51E64A}"/>
                    </a:ext>
                  </a:extLst>
                </p14:cNvPr>
                <p14:cNvContentPartPr/>
                <p14:nvPr/>
              </p14:nvContentPartPr>
              <p14:xfrm>
                <a:off x="4844985" y="2172615"/>
                <a:ext cx="322560" cy="9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5112B8-2195-7A7E-2E0E-3C3D2A51E6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38865" y="2166495"/>
                  <a:ext cx="334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58E853-390B-A0DC-256C-FC8A6D97E406}"/>
                    </a:ext>
                  </a:extLst>
                </p14:cNvPr>
                <p14:cNvContentPartPr/>
                <p14:nvPr/>
              </p14:nvContentPartPr>
              <p14:xfrm>
                <a:off x="5253225" y="1606695"/>
                <a:ext cx="964080" cy="83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58E853-390B-A0DC-256C-FC8A6D97E40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47105" y="1600575"/>
                  <a:ext cx="976320" cy="84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E6674DB-C440-58B0-511D-BBC81D45A9F8}"/>
                    </a:ext>
                  </a:extLst>
                </p14:cNvPr>
                <p14:cNvContentPartPr/>
                <p14:nvPr/>
              </p14:nvContentPartPr>
              <p14:xfrm>
                <a:off x="2247945" y="4097895"/>
                <a:ext cx="176400" cy="75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E6674DB-C440-58B0-511D-BBC81D45A9F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41825" y="4091775"/>
                  <a:ext cx="18864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E7D232-B87F-C8F5-7894-AB21C7716E88}"/>
                    </a:ext>
                  </a:extLst>
                </p14:cNvPr>
                <p14:cNvContentPartPr/>
                <p14:nvPr/>
              </p14:nvContentPartPr>
              <p14:xfrm>
                <a:off x="2307345" y="3890535"/>
                <a:ext cx="836280" cy="1019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E7D232-B87F-C8F5-7894-AB21C7716E8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01225" y="3884415"/>
                  <a:ext cx="848520" cy="10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93229C-B886-F60A-1583-404825C41402}"/>
                    </a:ext>
                  </a:extLst>
                </p14:cNvPr>
                <p14:cNvContentPartPr/>
                <p14:nvPr/>
              </p14:nvContentPartPr>
              <p14:xfrm>
                <a:off x="3221025" y="3927615"/>
                <a:ext cx="533880" cy="523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93229C-B886-F60A-1583-404825C414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14905" y="3921495"/>
                  <a:ext cx="5461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0D4598-F314-DD0B-207D-7FBFB46EC8C3}"/>
                    </a:ext>
                  </a:extLst>
                </p14:cNvPr>
                <p14:cNvContentPartPr/>
                <p14:nvPr/>
              </p14:nvContentPartPr>
              <p14:xfrm>
                <a:off x="3896025" y="3745455"/>
                <a:ext cx="442800" cy="434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0D4598-F314-DD0B-207D-7FBFB46EC8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89905" y="3739335"/>
                  <a:ext cx="4550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4205A5-48CF-B352-7DCD-4C8DB4348BA0}"/>
                    </a:ext>
                  </a:extLst>
                </p14:cNvPr>
                <p14:cNvContentPartPr/>
                <p14:nvPr/>
              </p14:nvContentPartPr>
              <p14:xfrm>
                <a:off x="4406145" y="2962455"/>
                <a:ext cx="1285920" cy="948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4205A5-48CF-B352-7DCD-4C8DB4348B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00025" y="2956335"/>
                  <a:ext cx="1298160" cy="9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DF7B91F-2247-7BC7-8295-B57C18494B06}"/>
                    </a:ext>
                  </a:extLst>
                </p14:cNvPr>
                <p14:cNvContentPartPr/>
                <p14:nvPr/>
              </p14:nvContentPartPr>
              <p14:xfrm>
                <a:off x="5814105" y="2889375"/>
                <a:ext cx="86400" cy="738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DF7B91F-2247-7BC7-8295-B57C18494B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07985" y="2883255"/>
                  <a:ext cx="9864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6EB3FAE-778C-12F8-30A7-48A326EAB8F9}"/>
                    </a:ext>
                  </a:extLst>
                </p14:cNvPr>
                <p14:cNvContentPartPr/>
                <p14:nvPr/>
              </p14:nvContentPartPr>
              <p14:xfrm>
                <a:off x="5915985" y="2115375"/>
                <a:ext cx="2005200" cy="1177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6EB3FAE-778C-12F8-30A7-48A326EAB8F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09865" y="2109255"/>
                  <a:ext cx="2017440" cy="11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1B44F8-BE41-D69D-3798-611295CBB501}"/>
                    </a:ext>
                  </a:extLst>
                </p14:cNvPr>
                <p14:cNvContentPartPr/>
                <p14:nvPr/>
              </p14:nvContentPartPr>
              <p14:xfrm>
                <a:off x="7828305" y="2009895"/>
                <a:ext cx="758160" cy="235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1B44F8-BE41-D69D-3798-611295CBB50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22185" y="2003775"/>
                  <a:ext cx="770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B2887C-0159-4162-DEA1-83FC2CA74C68}"/>
                    </a:ext>
                  </a:extLst>
                </p14:cNvPr>
                <p14:cNvContentPartPr/>
                <p14:nvPr/>
              </p14:nvContentPartPr>
              <p14:xfrm>
                <a:off x="5533665" y="4057575"/>
                <a:ext cx="454680" cy="708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B2887C-0159-4162-DEA1-83FC2CA74C6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27545" y="4051455"/>
                  <a:ext cx="46692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29761EE-95F0-FC46-1F49-D692252217FC}"/>
                    </a:ext>
                  </a:extLst>
                </p14:cNvPr>
                <p14:cNvContentPartPr/>
                <p14:nvPr/>
              </p14:nvContentPartPr>
              <p14:xfrm>
                <a:off x="6210825" y="3907815"/>
                <a:ext cx="1066680" cy="477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29761EE-95F0-FC46-1F49-D692252217F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04705" y="3901695"/>
                  <a:ext cx="107892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8D87D55-1920-33C4-2691-3B15C47900D3}"/>
                    </a:ext>
                  </a:extLst>
                </p14:cNvPr>
                <p14:cNvContentPartPr/>
                <p14:nvPr/>
              </p14:nvContentPartPr>
              <p14:xfrm>
                <a:off x="7234305" y="3572655"/>
                <a:ext cx="277920" cy="315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8D87D55-1920-33C4-2691-3B15C47900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28185" y="3566535"/>
                  <a:ext cx="2901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115CBC-ED23-08C9-EBC8-A9DBF03AEB5E}"/>
                    </a:ext>
                  </a:extLst>
                </p14:cNvPr>
                <p14:cNvContentPartPr/>
                <p14:nvPr/>
              </p14:nvContentPartPr>
              <p14:xfrm>
                <a:off x="7533465" y="3189975"/>
                <a:ext cx="794880" cy="401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115CBC-ED23-08C9-EBC8-A9DBF03AEB5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27345" y="3183855"/>
                  <a:ext cx="8071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EEDFF5-AF9D-923D-60BD-0DDFEE0786C8}"/>
                    </a:ext>
                  </a:extLst>
                </p14:cNvPr>
                <p14:cNvContentPartPr/>
                <p14:nvPr/>
              </p14:nvContentPartPr>
              <p14:xfrm>
                <a:off x="8452185" y="3111855"/>
                <a:ext cx="25560" cy="96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EEDFF5-AF9D-923D-60BD-0DDFEE0786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6065" y="3105735"/>
                  <a:ext cx="378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FA6597-2880-E45C-6C93-C74B0E78AC6F}"/>
                    </a:ext>
                  </a:extLst>
                </p14:cNvPr>
                <p14:cNvContentPartPr/>
                <p14:nvPr/>
              </p14:nvContentPartPr>
              <p14:xfrm>
                <a:off x="8587185" y="2907735"/>
                <a:ext cx="416520" cy="877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FA6597-2880-E45C-6C93-C74B0E78AC6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581065" y="2901615"/>
                  <a:ext cx="428760" cy="88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2C13FB-6DB0-94D2-CCBA-F871F307E3CB}"/>
                    </a:ext>
                  </a:extLst>
                </p14:cNvPr>
                <p14:cNvContentPartPr/>
                <p14:nvPr/>
              </p14:nvContentPartPr>
              <p14:xfrm>
                <a:off x="8921985" y="3039855"/>
                <a:ext cx="88200" cy="19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2C13FB-6DB0-94D2-CCBA-F871F307E3C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15865" y="3033735"/>
                  <a:ext cx="100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956262-16EE-8035-8147-4224075645C8}"/>
                    </a:ext>
                  </a:extLst>
                </p14:cNvPr>
                <p14:cNvContentPartPr/>
                <p14:nvPr/>
              </p14:nvContentPartPr>
              <p14:xfrm>
                <a:off x="7314945" y="4502535"/>
                <a:ext cx="43920" cy="6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956262-16EE-8035-8147-4224075645C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08825" y="4496415"/>
                  <a:ext cx="56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7D8B339-0F28-7CBE-8324-029A9AF5B9BA}"/>
                    </a:ext>
                  </a:extLst>
                </p14:cNvPr>
                <p14:cNvContentPartPr/>
                <p14:nvPr/>
              </p14:nvContentPartPr>
              <p14:xfrm>
                <a:off x="6583425" y="4657695"/>
                <a:ext cx="694080" cy="771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7D8B339-0F28-7CBE-8324-029A9AF5B9B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77305" y="4651575"/>
                  <a:ext cx="70632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355BBAB-E346-494B-649C-77AFA8E389FE}"/>
                    </a:ext>
                  </a:extLst>
                </p14:cNvPr>
                <p14:cNvContentPartPr/>
                <p14:nvPr/>
              </p14:nvContentPartPr>
              <p14:xfrm>
                <a:off x="6920385" y="4346295"/>
                <a:ext cx="324000" cy="28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355BBAB-E346-494B-649C-77AFA8E389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14265" y="4340175"/>
                  <a:ext cx="336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F29F32-5E1D-24DF-242F-E79A07305FC3}"/>
                    </a:ext>
                  </a:extLst>
                </p14:cNvPr>
                <p14:cNvContentPartPr/>
                <p14:nvPr/>
              </p14:nvContentPartPr>
              <p14:xfrm>
                <a:off x="6840825" y="4946055"/>
                <a:ext cx="339840" cy="210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3F29F32-5E1D-24DF-242F-E79A07305FC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34705" y="4939935"/>
                  <a:ext cx="352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F7D9250-D652-C3E6-A1AF-E14C6999F0F4}"/>
                    </a:ext>
                  </a:extLst>
                </p14:cNvPr>
                <p14:cNvContentPartPr/>
                <p14:nvPr/>
              </p14:nvContentPartPr>
              <p14:xfrm>
                <a:off x="7444185" y="4106535"/>
                <a:ext cx="1235880" cy="74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7D9250-D652-C3E6-A1AF-E14C6999F0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38065" y="4100415"/>
                  <a:ext cx="1248120" cy="7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259F674-6B2C-0E45-2CBC-E9259F5F2C47}"/>
                    </a:ext>
                  </a:extLst>
                </p14:cNvPr>
                <p14:cNvContentPartPr/>
                <p14:nvPr/>
              </p14:nvContentPartPr>
              <p14:xfrm>
                <a:off x="8703825" y="4104375"/>
                <a:ext cx="93960" cy="34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259F674-6B2C-0E45-2CBC-E9259F5F2C4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97705" y="4098255"/>
                  <a:ext cx="106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88CB616-B379-7921-BAF7-6D256792069A}"/>
                    </a:ext>
                  </a:extLst>
                </p14:cNvPr>
                <p14:cNvContentPartPr/>
                <p14:nvPr/>
              </p14:nvContentPartPr>
              <p14:xfrm>
                <a:off x="9014505" y="4197975"/>
                <a:ext cx="177480" cy="68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88CB616-B379-7921-BAF7-6D256792069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08385" y="4191855"/>
                  <a:ext cx="189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1FAED92-FC04-D09D-106E-3EC1DDA1716B}"/>
                    </a:ext>
                  </a:extLst>
                </p14:cNvPr>
                <p14:cNvContentPartPr/>
                <p14:nvPr/>
              </p14:nvContentPartPr>
              <p14:xfrm>
                <a:off x="8991825" y="4125975"/>
                <a:ext cx="33480" cy="387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1FAED92-FC04-D09D-106E-3EC1DDA1716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85705" y="4119855"/>
                  <a:ext cx="457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B254F2-DD62-DF96-E2A2-BDFCCC99F5B1}"/>
                    </a:ext>
                  </a:extLst>
                </p14:cNvPr>
                <p14:cNvContentPartPr/>
                <p14:nvPr/>
              </p14:nvContentPartPr>
              <p14:xfrm>
                <a:off x="8899305" y="3804135"/>
                <a:ext cx="117000" cy="48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B254F2-DD62-DF96-E2A2-BDFCCC99F5B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93185" y="3798015"/>
                  <a:ext cx="129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236B00-045C-577D-8DC0-ACD17B0ACEAF}"/>
                    </a:ext>
                  </a:extLst>
                </p14:cNvPr>
                <p14:cNvContentPartPr/>
                <p14:nvPr/>
              </p14:nvContentPartPr>
              <p14:xfrm>
                <a:off x="9122145" y="3987735"/>
                <a:ext cx="447120" cy="289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236B00-045C-577D-8DC0-ACD17B0ACE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16025" y="3981615"/>
                  <a:ext cx="459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4538C94-E5CB-6541-A408-9DA975F4B284}"/>
                    </a:ext>
                  </a:extLst>
                </p14:cNvPr>
                <p14:cNvContentPartPr/>
                <p14:nvPr/>
              </p14:nvContentPartPr>
              <p14:xfrm>
                <a:off x="9724425" y="3720615"/>
                <a:ext cx="275760" cy="434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4538C94-E5CB-6541-A408-9DA975F4B28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18305" y="3714495"/>
                  <a:ext cx="2880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099CCFB-996C-FE17-65C8-24CFE2BB7768}"/>
                    </a:ext>
                  </a:extLst>
                </p14:cNvPr>
                <p14:cNvContentPartPr/>
                <p14:nvPr/>
              </p14:nvContentPartPr>
              <p14:xfrm>
                <a:off x="9939345" y="3616215"/>
                <a:ext cx="516960" cy="305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099CCFB-996C-FE17-65C8-24CFE2BB776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33225" y="3610095"/>
                  <a:ext cx="5292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566978F-91AF-6A49-D627-ECAB4DEB05CE}"/>
                    </a:ext>
                  </a:extLst>
                </p14:cNvPr>
                <p14:cNvContentPartPr/>
                <p14:nvPr/>
              </p14:nvContentPartPr>
              <p14:xfrm>
                <a:off x="10513185" y="2674455"/>
                <a:ext cx="920520" cy="662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566978F-91AF-6A49-D627-ECAB4DEB05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07065" y="2668335"/>
                  <a:ext cx="93276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BE203C9-1EB3-BF86-7202-B8228FE6AC69}"/>
                    </a:ext>
                  </a:extLst>
                </p14:cNvPr>
                <p14:cNvContentPartPr/>
                <p14:nvPr/>
              </p14:nvContentPartPr>
              <p14:xfrm>
                <a:off x="11189625" y="2628375"/>
                <a:ext cx="182160" cy="74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BE203C9-1EB3-BF86-7202-B8228FE6AC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183505" y="2622255"/>
                  <a:ext cx="194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1C8CA5D-F306-CE84-4A08-13B1800E076B}"/>
                    </a:ext>
                  </a:extLst>
                </p14:cNvPr>
                <p14:cNvContentPartPr/>
                <p14:nvPr/>
              </p14:nvContentPartPr>
              <p14:xfrm>
                <a:off x="11664105" y="2691015"/>
                <a:ext cx="15120" cy="40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1C8CA5D-F306-CE84-4A08-13B1800E076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657985" y="2684895"/>
                  <a:ext cx="27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53D0E5C-5664-C589-B23D-132374FCE42E}"/>
                    </a:ext>
                  </a:extLst>
                </p14:cNvPr>
                <p14:cNvContentPartPr/>
                <p14:nvPr/>
              </p14:nvContentPartPr>
              <p14:xfrm>
                <a:off x="2439825" y="3133455"/>
                <a:ext cx="1560960" cy="761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53D0E5C-5664-C589-B23D-132374FCE42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33705" y="3127335"/>
                  <a:ext cx="157320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BE24721-D2F1-F742-0C7D-072088D60DE7}"/>
                    </a:ext>
                  </a:extLst>
                </p14:cNvPr>
                <p14:cNvContentPartPr/>
                <p14:nvPr/>
              </p14:nvContentPartPr>
              <p14:xfrm>
                <a:off x="3739065" y="4540695"/>
                <a:ext cx="943920" cy="693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BE24721-D2F1-F742-0C7D-072088D60DE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32945" y="4534575"/>
                  <a:ext cx="95616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F33570A-089B-DC00-C79B-E4F579982436}"/>
                    </a:ext>
                  </a:extLst>
                </p14:cNvPr>
                <p14:cNvContentPartPr/>
                <p14:nvPr/>
              </p14:nvContentPartPr>
              <p14:xfrm>
                <a:off x="5635905" y="4456095"/>
                <a:ext cx="1190160" cy="667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F33570A-089B-DC00-C79B-E4F57998243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29785" y="4449975"/>
                  <a:ext cx="120240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68E141A-1103-61CF-475B-8FB980373A4B}"/>
                    </a:ext>
                  </a:extLst>
                </p14:cNvPr>
                <p14:cNvContentPartPr/>
                <p14:nvPr/>
              </p14:nvContentPartPr>
              <p14:xfrm>
                <a:off x="6957105" y="5049735"/>
                <a:ext cx="1525320" cy="954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68E141A-1103-61CF-475B-8FB980373A4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50985" y="5043615"/>
                  <a:ext cx="153756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4080836-DD2B-BFD9-3BF6-55582D8B6EDC}"/>
                    </a:ext>
                  </a:extLst>
                </p14:cNvPr>
                <p14:cNvContentPartPr/>
                <p14:nvPr/>
              </p14:nvContentPartPr>
              <p14:xfrm>
                <a:off x="4546185" y="4294815"/>
                <a:ext cx="1207800" cy="1478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4080836-DD2B-BFD9-3BF6-55582D8B6ED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40065" y="4288695"/>
                  <a:ext cx="1220040" cy="14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81399F1-9FE1-C181-7306-0E05460649F3}"/>
                    </a:ext>
                  </a:extLst>
                </p14:cNvPr>
                <p14:cNvContentPartPr/>
                <p14:nvPr/>
              </p14:nvContentPartPr>
              <p14:xfrm>
                <a:off x="6194985" y="5388135"/>
                <a:ext cx="18720" cy="43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1399F1-9FE1-C181-7306-0E05460649F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88865" y="5382015"/>
                  <a:ext cx="30960" cy="5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18385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81E4CE05-4881-149D-201E-953C6A43F80F}"/>
              </a:ext>
            </a:extLst>
          </p:cNvPr>
          <p:cNvGrpSpPr/>
          <p:nvPr/>
        </p:nvGrpSpPr>
        <p:grpSpPr>
          <a:xfrm>
            <a:off x="263985" y="595455"/>
            <a:ext cx="10969560" cy="4570920"/>
            <a:chOff x="263985" y="595455"/>
            <a:chExt cx="10969560" cy="45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559B69-01CE-12CD-DD7E-C4A0A771D7DD}"/>
                    </a:ext>
                  </a:extLst>
                </p14:cNvPr>
                <p14:cNvContentPartPr/>
                <p14:nvPr/>
              </p14:nvContentPartPr>
              <p14:xfrm>
                <a:off x="10097025" y="1372335"/>
                <a:ext cx="145440" cy="65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559B69-01CE-12CD-DD7E-C4A0A771D7D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90905" y="1366215"/>
                  <a:ext cx="1576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521AF7-F2E4-1CE1-A677-0E6A426B074F}"/>
                    </a:ext>
                  </a:extLst>
                </p14:cNvPr>
                <p14:cNvContentPartPr/>
                <p14:nvPr/>
              </p14:nvContentPartPr>
              <p14:xfrm>
                <a:off x="10445865" y="1273335"/>
                <a:ext cx="11880" cy="20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521AF7-F2E4-1CE1-A677-0E6A426B07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39745" y="1267215"/>
                  <a:ext cx="24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FAA11A0-C67D-BB2E-422C-17026C4A40BC}"/>
                    </a:ext>
                  </a:extLst>
                </p14:cNvPr>
                <p14:cNvContentPartPr/>
                <p14:nvPr/>
              </p14:nvContentPartPr>
              <p14:xfrm>
                <a:off x="1204665" y="1124295"/>
                <a:ext cx="172800" cy="842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FAA11A0-C67D-BB2E-422C-17026C4A40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8545" y="1118175"/>
                  <a:ext cx="185040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0B52C27-5EE5-54B8-D73A-A74EC3AC1A7D}"/>
                    </a:ext>
                  </a:extLst>
                </p14:cNvPr>
                <p14:cNvContentPartPr/>
                <p14:nvPr/>
              </p14:nvContentPartPr>
              <p14:xfrm>
                <a:off x="1281345" y="972375"/>
                <a:ext cx="1147680" cy="905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0B52C27-5EE5-54B8-D73A-A74EC3AC1A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225" y="966255"/>
                  <a:ext cx="1159920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378348-351F-D9B2-16A3-DB51F09D392A}"/>
                    </a:ext>
                  </a:extLst>
                </p14:cNvPr>
                <p14:cNvContentPartPr/>
                <p14:nvPr/>
              </p14:nvContentPartPr>
              <p14:xfrm>
                <a:off x="2459625" y="1188015"/>
                <a:ext cx="414000" cy="308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378348-351F-D9B2-16A3-DB51F09D39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53505" y="1181895"/>
                  <a:ext cx="4262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B1293B5-8815-BEF7-4D0A-2160EDD76475}"/>
                    </a:ext>
                  </a:extLst>
                </p14:cNvPr>
                <p14:cNvContentPartPr/>
                <p14:nvPr/>
              </p14:nvContentPartPr>
              <p14:xfrm>
                <a:off x="2918985" y="1071735"/>
                <a:ext cx="786600" cy="162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B1293B5-8815-BEF7-4D0A-2160EDD764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12865" y="1065615"/>
                  <a:ext cx="7988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41245F1-3548-85EA-7FC4-A5731581088C}"/>
                    </a:ext>
                  </a:extLst>
                </p14:cNvPr>
                <p14:cNvContentPartPr/>
                <p14:nvPr/>
              </p14:nvContentPartPr>
              <p14:xfrm>
                <a:off x="3470145" y="722175"/>
                <a:ext cx="51840" cy="61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41245F1-3548-85EA-7FC4-A573158108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64025" y="716055"/>
                  <a:ext cx="64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A133E70-2F1A-0E16-EC4F-F52E7ED5578C}"/>
                    </a:ext>
                  </a:extLst>
                </p14:cNvPr>
                <p14:cNvContentPartPr/>
                <p14:nvPr/>
              </p14:nvContentPartPr>
              <p14:xfrm>
                <a:off x="3835905" y="633615"/>
                <a:ext cx="1405800" cy="367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A133E70-2F1A-0E16-EC4F-F52E7ED557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29785" y="627495"/>
                  <a:ext cx="14180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1140126-016E-2BDA-45E5-7EA536FFA08E}"/>
                    </a:ext>
                  </a:extLst>
                </p14:cNvPr>
                <p14:cNvContentPartPr/>
                <p14:nvPr/>
              </p14:nvContentPartPr>
              <p14:xfrm>
                <a:off x="1937985" y="1266135"/>
                <a:ext cx="4019400" cy="1315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1140126-016E-2BDA-45E5-7EA536FFA0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31865" y="1260015"/>
                  <a:ext cx="4031640" cy="13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24C115-4529-C85E-18FE-C411C784F285}"/>
                    </a:ext>
                  </a:extLst>
                </p14:cNvPr>
                <p14:cNvContentPartPr/>
                <p14:nvPr/>
              </p14:nvContentPartPr>
              <p14:xfrm>
                <a:off x="6836505" y="595455"/>
                <a:ext cx="2009160" cy="890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24C115-4529-C85E-18FE-C411C784F2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0385" y="589335"/>
                  <a:ext cx="2021400" cy="9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A77845-CF25-2853-09BC-C4DFD0B3D960}"/>
                    </a:ext>
                  </a:extLst>
                </p14:cNvPr>
                <p14:cNvContentPartPr/>
                <p14:nvPr/>
              </p14:nvContentPartPr>
              <p14:xfrm>
                <a:off x="5626185" y="2503815"/>
                <a:ext cx="708480" cy="972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A77845-CF25-2853-09BC-C4DFD0B3D9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20065" y="2497695"/>
                  <a:ext cx="720720" cy="9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17DCCB-18B4-3A9C-1A04-145A8BF40E3C}"/>
                    </a:ext>
                  </a:extLst>
                </p14:cNvPr>
                <p14:cNvContentPartPr/>
                <p14:nvPr/>
              </p14:nvContentPartPr>
              <p14:xfrm>
                <a:off x="6776025" y="2191695"/>
                <a:ext cx="630720" cy="751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17DCCB-18B4-3A9C-1A04-145A8BF40E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69905" y="2185575"/>
                  <a:ext cx="64296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9D9330-524F-83FA-FEE6-9FFB509B4A87}"/>
                    </a:ext>
                  </a:extLst>
                </p14:cNvPr>
                <p14:cNvContentPartPr/>
                <p14:nvPr/>
              </p14:nvContentPartPr>
              <p14:xfrm>
                <a:off x="5053425" y="1785255"/>
                <a:ext cx="2833200" cy="2098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19D9330-524F-83FA-FEE6-9FFB509B4A8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47305" y="1779135"/>
                  <a:ext cx="2845440" cy="21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8CC692-CA4D-7939-08CF-136C27FD14B0}"/>
                    </a:ext>
                  </a:extLst>
                </p14:cNvPr>
                <p14:cNvContentPartPr/>
                <p14:nvPr/>
              </p14:nvContentPartPr>
              <p14:xfrm>
                <a:off x="8444625" y="1603815"/>
                <a:ext cx="93960" cy="865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8CC692-CA4D-7939-08CF-136C27FD14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38505" y="1597695"/>
                  <a:ext cx="10620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A66345E-D5F0-F389-2F00-E320D3497D84}"/>
                    </a:ext>
                  </a:extLst>
                </p14:cNvPr>
                <p14:cNvContentPartPr/>
                <p14:nvPr/>
              </p14:nvContentPartPr>
              <p14:xfrm>
                <a:off x="8301345" y="1455855"/>
                <a:ext cx="183240" cy="496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A66345E-D5F0-F389-2F00-E320D3497D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95225" y="1449735"/>
                  <a:ext cx="1954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C2E0696-3E1B-5C97-C75B-AD2BC782EEFD}"/>
                    </a:ext>
                  </a:extLst>
                </p14:cNvPr>
                <p14:cNvContentPartPr/>
                <p14:nvPr/>
              </p14:nvContentPartPr>
              <p14:xfrm>
                <a:off x="8748825" y="1618215"/>
                <a:ext cx="602280" cy="659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C2E0696-3E1B-5C97-C75B-AD2BC782EEF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42705" y="1612095"/>
                  <a:ext cx="61452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A50629C-71EF-1197-21E4-CEDAD354CD83}"/>
                    </a:ext>
                  </a:extLst>
                </p14:cNvPr>
                <p14:cNvContentPartPr/>
                <p14:nvPr/>
              </p14:nvContentPartPr>
              <p14:xfrm>
                <a:off x="963825" y="3931575"/>
                <a:ext cx="207000" cy="707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A50629C-71EF-1197-21E4-CEDAD354CD8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7705" y="3925455"/>
                  <a:ext cx="2192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D7BE98-54C2-F116-8B93-5F5D32CDDFDE}"/>
                    </a:ext>
                  </a:extLst>
                </p14:cNvPr>
                <p14:cNvContentPartPr/>
                <p14:nvPr/>
              </p14:nvContentPartPr>
              <p14:xfrm>
                <a:off x="1413825" y="3474015"/>
                <a:ext cx="779760" cy="1005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D7BE98-54C2-F116-8B93-5F5D32CDDFD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07705" y="3467895"/>
                  <a:ext cx="792000" cy="10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393776-7D75-877D-3F49-ECBFC6F6D40F}"/>
                    </a:ext>
                  </a:extLst>
                </p14:cNvPr>
                <p14:cNvContentPartPr/>
                <p14:nvPr/>
              </p14:nvContentPartPr>
              <p14:xfrm>
                <a:off x="2601465" y="3611535"/>
                <a:ext cx="42480" cy="415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393776-7D75-877D-3F49-ECBFC6F6D4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95345" y="3605415"/>
                  <a:ext cx="547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6D96ECE-FC30-D2C0-EEF4-B969678EBC63}"/>
                    </a:ext>
                  </a:extLst>
                </p14:cNvPr>
                <p14:cNvContentPartPr/>
                <p14:nvPr/>
              </p14:nvContentPartPr>
              <p14:xfrm>
                <a:off x="2770305" y="2613615"/>
                <a:ext cx="1174680" cy="1007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6D96ECE-FC30-D2C0-EEF4-B969678EBC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64185" y="2607495"/>
                  <a:ext cx="1186920" cy="10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09246B-567E-53BB-2325-B30A6737BA34}"/>
                    </a:ext>
                  </a:extLst>
                </p14:cNvPr>
                <p14:cNvContentPartPr/>
                <p14:nvPr/>
              </p14:nvContentPartPr>
              <p14:xfrm>
                <a:off x="3265305" y="2294655"/>
                <a:ext cx="909720" cy="447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09246B-567E-53BB-2325-B30A6737BA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59185" y="2288535"/>
                  <a:ext cx="9219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BBD8A1C-560C-D8EA-AB64-9B06176E690F}"/>
                    </a:ext>
                  </a:extLst>
                </p14:cNvPr>
                <p14:cNvContentPartPr/>
                <p14:nvPr/>
              </p14:nvContentPartPr>
              <p14:xfrm>
                <a:off x="4357545" y="1908735"/>
                <a:ext cx="385560" cy="977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BBD8A1C-560C-D8EA-AB64-9B06176E69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51425" y="1902615"/>
                  <a:ext cx="397800" cy="9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3F4043-2BE5-DC8F-C7ED-4EA39906532E}"/>
                    </a:ext>
                  </a:extLst>
                </p14:cNvPr>
                <p14:cNvContentPartPr/>
                <p14:nvPr/>
              </p14:nvContentPartPr>
              <p14:xfrm>
                <a:off x="4422705" y="1677615"/>
                <a:ext cx="660960" cy="1246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3F4043-2BE5-DC8F-C7ED-4EA3990653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16585" y="1671495"/>
                  <a:ext cx="673200" cy="12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020F65-441E-E7C8-B6C7-6281ADFC0D5F}"/>
                    </a:ext>
                  </a:extLst>
                </p14:cNvPr>
                <p14:cNvContentPartPr/>
                <p14:nvPr/>
              </p14:nvContentPartPr>
              <p14:xfrm>
                <a:off x="4341705" y="1748175"/>
                <a:ext cx="601920" cy="1885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020F65-441E-E7C8-B6C7-6281ADFC0D5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35585" y="1742055"/>
                  <a:ext cx="614160" cy="18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6F06A72-07F3-A6F6-1173-C433A5960174}"/>
                    </a:ext>
                  </a:extLst>
                </p14:cNvPr>
                <p14:cNvContentPartPr/>
                <p14:nvPr/>
              </p14:nvContentPartPr>
              <p14:xfrm>
                <a:off x="5243865" y="2362695"/>
                <a:ext cx="39240" cy="83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6F06A72-07F3-A6F6-1173-C433A59601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37745" y="2356575"/>
                  <a:ext cx="51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9C1070D-3DD0-571E-7673-45922D5B375F}"/>
                    </a:ext>
                  </a:extLst>
                </p14:cNvPr>
                <p14:cNvContentPartPr/>
                <p14:nvPr/>
              </p14:nvContentPartPr>
              <p14:xfrm>
                <a:off x="308265" y="3789735"/>
                <a:ext cx="855360" cy="109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9C1070D-3DD0-571E-7673-45922D5B37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2145" y="3783615"/>
                  <a:ext cx="867600" cy="11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032048-5DE2-E10E-42B3-02CB3886F516}"/>
                    </a:ext>
                  </a:extLst>
                </p14:cNvPr>
                <p14:cNvContentPartPr/>
                <p14:nvPr/>
              </p14:nvContentPartPr>
              <p14:xfrm>
                <a:off x="263985" y="1212855"/>
                <a:ext cx="5211000" cy="3803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4032048-5DE2-E10E-42B3-02CB3886F5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7865" y="1206735"/>
                  <a:ext cx="5223240" cy="38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0029E5-7FD7-13D8-79EC-1BD03816B1A5}"/>
                    </a:ext>
                  </a:extLst>
                </p14:cNvPr>
                <p14:cNvContentPartPr/>
                <p14:nvPr/>
              </p14:nvContentPartPr>
              <p14:xfrm>
                <a:off x="1395465" y="5151615"/>
                <a:ext cx="24480" cy="14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0029E5-7FD7-13D8-79EC-1BD03816B1A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89345" y="5145495"/>
                  <a:ext cx="36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5637042-AA30-BD57-C693-F92EFC0A9B47}"/>
                    </a:ext>
                  </a:extLst>
                </p14:cNvPr>
                <p14:cNvContentPartPr/>
                <p14:nvPr/>
              </p14:nvContentPartPr>
              <p14:xfrm>
                <a:off x="5318025" y="2475735"/>
                <a:ext cx="3434040" cy="1351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5637042-AA30-BD57-C693-F92EFC0A9B4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11905" y="2469615"/>
                  <a:ext cx="3446280" cy="13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CF0466-467E-E6A4-F65F-4A4E2A3CA5C8}"/>
                    </a:ext>
                  </a:extLst>
                </p14:cNvPr>
                <p14:cNvContentPartPr/>
                <p14:nvPr/>
              </p14:nvContentPartPr>
              <p14:xfrm>
                <a:off x="7409985" y="3111135"/>
                <a:ext cx="1048320" cy="1767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CF0466-467E-E6A4-F65F-4A4E2A3CA5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03865" y="3105015"/>
                  <a:ext cx="1060560" cy="177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508562-F543-5A32-94FC-FC306BF0F0AD}"/>
                    </a:ext>
                  </a:extLst>
                </p14:cNvPr>
                <p14:cNvContentPartPr/>
                <p14:nvPr/>
              </p14:nvContentPartPr>
              <p14:xfrm>
                <a:off x="8385945" y="3308055"/>
                <a:ext cx="15120" cy="7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508562-F543-5A32-94FC-FC306BF0F0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79825" y="3301935"/>
                  <a:ext cx="27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EAFA1C-DC6B-1312-C1C7-A4D06C6A2D76}"/>
                    </a:ext>
                  </a:extLst>
                </p14:cNvPr>
                <p14:cNvContentPartPr/>
                <p14:nvPr/>
              </p14:nvContentPartPr>
              <p14:xfrm>
                <a:off x="8679705" y="3404895"/>
                <a:ext cx="309960" cy="491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EAFA1C-DC6B-1312-C1C7-A4D06C6A2D7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73585" y="3398775"/>
                  <a:ext cx="3222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637AEA4-67A3-86A0-8565-54C500BFE744}"/>
                    </a:ext>
                  </a:extLst>
                </p14:cNvPr>
                <p14:cNvContentPartPr/>
                <p14:nvPr/>
              </p14:nvContentPartPr>
              <p14:xfrm>
                <a:off x="9189465" y="3207615"/>
                <a:ext cx="448560" cy="329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637AEA4-67A3-86A0-8565-54C500BFE74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83345" y="3201495"/>
                  <a:ext cx="460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E035D6-E3AE-2183-1177-156796ABC538}"/>
                    </a:ext>
                  </a:extLst>
                </p14:cNvPr>
                <p14:cNvContentPartPr/>
                <p14:nvPr/>
              </p14:nvContentPartPr>
              <p14:xfrm>
                <a:off x="6826425" y="2625495"/>
                <a:ext cx="3443040" cy="2169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E035D6-E3AE-2183-1177-156796ABC53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20305" y="2619375"/>
                  <a:ext cx="3455280" cy="21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A5CC7E-6AAE-4A44-3510-28300FEEDD6D}"/>
                    </a:ext>
                  </a:extLst>
                </p14:cNvPr>
                <p14:cNvContentPartPr/>
                <p14:nvPr/>
              </p14:nvContentPartPr>
              <p14:xfrm>
                <a:off x="9541905" y="2108895"/>
                <a:ext cx="1691640" cy="984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A5CC7E-6AAE-4A44-3510-28300FEEDD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35785" y="2102775"/>
                  <a:ext cx="1703880" cy="9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0BE90E6-7904-388F-13F7-766B62D28115}"/>
                    </a:ext>
                  </a:extLst>
                </p14:cNvPr>
                <p14:cNvContentPartPr/>
                <p14:nvPr/>
              </p14:nvContentPartPr>
              <p14:xfrm>
                <a:off x="10283505" y="1874175"/>
                <a:ext cx="77040" cy="55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0BE90E6-7904-388F-13F7-766B62D281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77385" y="1868055"/>
                  <a:ext cx="89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2A73F75-9D43-82FC-DACF-909FF95D05E6}"/>
                    </a:ext>
                  </a:extLst>
                </p14:cNvPr>
                <p14:cNvContentPartPr/>
                <p14:nvPr/>
              </p14:nvContentPartPr>
              <p14:xfrm>
                <a:off x="10721265" y="1720815"/>
                <a:ext cx="10800" cy="5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2A73F75-9D43-82FC-DACF-909FF95D05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15145" y="1714695"/>
                  <a:ext cx="23040" cy="1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7330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2686D01-C3FE-8A56-9439-6157156AB0C8}"/>
              </a:ext>
            </a:extLst>
          </p:cNvPr>
          <p:cNvGrpSpPr/>
          <p:nvPr/>
        </p:nvGrpSpPr>
        <p:grpSpPr>
          <a:xfrm>
            <a:off x="1366305" y="316815"/>
            <a:ext cx="9669600" cy="1072080"/>
            <a:chOff x="1366305" y="316815"/>
            <a:chExt cx="9669600" cy="10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C87B647-EAA2-8357-4047-B999F9C8AB71}"/>
                    </a:ext>
                  </a:extLst>
                </p14:cNvPr>
                <p14:cNvContentPartPr/>
                <p14:nvPr/>
              </p14:nvContentPartPr>
              <p14:xfrm>
                <a:off x="1366305" y="554775"/>
                <a:ext cx="559800" cy="773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C87B647-EAA2-8357-4047-B999F9C8AB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60185" y="548655"/>
                  <a:ext cx="57204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00FC586-DA3A-5884-6B4D-A4CCDF3CBB02}"/>
                    </a:ext>
                  </a:extLst>
                </p14:cNvPr>
                <p14:cNvContentPartPr/>
                <p14:nvPr/>
              </p14:nvContentPartPr>
              <p14:xfrm>
                <a:off x="1685625" y="466935"/>
                <a:ext cx="354600" cy="133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00FC586-DA3A-5884-6B4D-A4CCDF3CBB0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79505" y="460815"/>
                  <a:ext cx="366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DE45DF-F8B7-CA66-606E-F60812C17DBE}"/>
                    </a:ext>
                  </a:extLst>
                </p14:cNvPr>
                <p14:cNvContentPartPr/>
                <p14:nvPr/>
              </p14:nvContentPartPr>
              <p14:xfrm>
                <a:off x="1511025" y="872295"/>
                <a:ext cx="528480" cy="50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DE45DF-F8B7-CA66-606E-F60812C17D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4905" y="866175"/>
                  <a:ext cx="540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1A0F91-F391-3227-D36F-2B3039F5D239}"/>
                    </a:ext>
                  </a:extLst>
                </p14:cNvPr>
                <p14:cNvContentPartPr/>
                <p14:nvPr/>
              </p14:nvContentPartPr>
              <p14:xfrm>
                <a:off x="2169105" y="847455"/>
                <a:ext cx="723960" cy="308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1A0F91-F391-3227-D36F-2B3039F5D2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2985" y="841335"/>
                  <a:ext cx="736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19B09C7-1C2C-9A22-8102-BDBF5D480D8B}"/>
                    </a:ext>
                  </a:extLst>
                </p14:cNvPr>
                <p14:cNvContentPartPr/>
                <p14:nvPr/>
              </p14:nvContentPartPr>
              <p14:xfrm>
                <a:off x="2860665" y="785535"/>
                <a:ext cx="2142000" cy="603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19B09C7-1C2C-9A22-8102-BDBF5D480D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54545" y="779415"/>
                  <a:ext cx="215424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63D9E42-71DE-C997-D2EA-903FD1705D90}"/>
                    </a:ext>
                  </a:extLst>
                </p14:cNvPr>
                <p14:cNvContentPartPr/>
                <p14:nvPr/>
              </p14:nvContentPartPr>
              <p14:xfrm>
                <a:off x="5116065" y="1019895"/>
                <a:ext cx="1037160" cy="75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3D9E42-71DE-C997-D2EA-903FD1705D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09945" y="1013775"/>
                  <a:ext cx="1049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7276E58-01AF-5913-D59D-88E388A0EF69}"/>
                    </a:ext>
                  </a:extLst>
                </p14:cNvPr>
                <p14:cNvContentPartPr/>
                <p14:nvPr/>
              </p14:nvContentPartPr>
              <p14:xfrm>
                <a:off x="6018945" y="659535"/>
                <a:ext cx="475200" cy="69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7276E58-01AF-5913-D59D-88E388A0EF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12825" y="653415"/>
                  <a:ext cx="48744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C20640-2D20-DEDA-21C3-73DA01ECF470}"/>
                    </a:ext>
                  </a:extLst>
                </p14:cNvPr>
                <p14:cNvContentPartPr/>
                <p14:nvPr/>
              </p14:nvContentPartPr>
              <p14:xfrm>
                <a:off x="6812025" y="1215735"/>
                <a:ext cx="75960" cy="1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C20640-2D20-DEDA-21C3-73DA01ECF47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05905" y="1209615"/>
                  <a:ext cx="88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6F8CA77-4ED6-8230-B82F-9CA185E70478}"/>
                    </a:ext>
                  </a:extLst>
                </p14:cNvPr>
                <p14:cNvContentPartPr/>
                <p14:nvPr/>
              </p14:nvContentPartPr>
              <p14:xfrm>
                <a:off x="7242585" y="498975"/>
                <a:ext cx="280080" cy="732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6F8CA77-4ED6-8230-B82F-9CA185E704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36465" y="492855"/>
                  <a:ext cx="29232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9CF87EC-0919-6785-3C65-02BCFFCA409C}"/>
                    </a:ext>
                  </a:extLst>
                </p14:cNvPr>
                <p14:cNvContentPartPr/>
                <p14:nvPr/>
              </p14:nvContentPartPr>
              <p14:xfrm>
                <a:off x="7416825" y="316815"/>
                <a:ext cx="522000" cy="821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9CF87EC-0919-6785-3C65-02BCFFCA40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10705" y="310695"/>
                  <a:ext cx="53424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4B0154-02F5-B265-6C42-EF72E5EBC417}"/>
                    </a:ext>
                  </a:extLst>
                </p14:cNvPr>
                <p14:cNvContentPartPr/>
                <p14:nvPr/>
              </p14:nvContentPartPr>
              <p14:xfrm>
                <a:off x="7912545" y="885255"/>
                <a:ext cx="249840" cy="292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4B0154-02F5-B265-6C42-EF72E5EBC4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06425" y="879135"/>
                  <a:ext cx="2620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553019E-DC04-4B9B-6804-34D16317AC50}"/>
                    </a:ext>
                  </a:extLst>
                </p14:cNvPr>
                <p14:cNvContentPartPr/>
                <p14:nvPr/>
              </p14:nvContentPartPr>
              <p14:xfrm>
                <a:off x="8457225" y="853215"/>
                <a:ext cx="181800" cy="378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553019E-DC04-4B9B-6804-34D16317AC5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51105" y="847095"/>
                  <a:ext cx="1940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FA6CC5-DCD5-367B-BDDD-5DC7A3D34D3D}"/>
                    </a:ext>
                  </a:extLst>
                </p14:cNvPr>
                <p14:cNvContentPartPr/>
                <p14:nvPr/>
              </p14:nvContentPartPr>
              <p14:xfrm>
                <a:off x="8817585" y="942135"/>
                <a:ext cx="904680" cy="337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FA6CC5-DCD5-367B-BDDD-5DC7A3D34D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11465" y="936015"/>
                  <a:ext cx="9169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2CB2B4-FDFA-0E13-CF5F-32CE6870011B}"/>
                    </a:ext>
                  </a:extLst>
                </p14:cNvPr>
                <p14:cNvContentPartPr/>
                <p14:nvPr/>
              </p14:nvContentPartPr>
              <p14:xfrm>
                <a:off x="10107465" y="1022415"/>
                <a:ext cx="585360" cy="329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2CB2B4-FDFA-0E13-CF5F-32CE6870011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01345" y="1016295"/>
                  <a:ext cx="5976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BEE2889-DA66-3FEC-2629-B52991803624}"/>
                    </a:ext>
                  </a:extLst>
                </p14:cNvPr>
                <p14:cNvContentPartPr/>
                <p14:nvPr/>
              </p14:nvContentPartPr>
              <p14:xfrm>
                <a:off x="10861665" y="1226895"/>
                <a:ext cx="174240" cy="97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BEE2889-DA66-3FEC-2629-B5299180362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55545" y="1220775"/>
                  <a:ext cx="18648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7BC5B57-BF4C-40DE-B352-E74C317ABA54}"/>
              </a:ext>
            </a:extLst>
          </p:cNvPr>
          <p:cNvGrpSpPr/>
          <p:nvPr/>
        </p:nvGrpSpPr>
        <p:grpSpPr>
          <a:xfrm>
            <a:off x="981825" y="1623255"/>
            <a:ext cx="10126080" cy="4569840"/>
            <a:chOff x="981825" y="1623255"/>
            <a:chExt cx="10126080" cy="456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EE170E-632D-2B9A-3B92-427867F74F67}"/>
                    </a:ext>
                  </a:extLst>
                </p14:cNvPr>
                <p14:cNvContentPartPr/>
                <p14:nvPr/>
              </p14:nvContentPartPr>
              <p14:xfrm>
                <a:off x="5932905" y="1654935"/>
                <a:ext cx="362160" cy="587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EE170E-632D-2B9A-3B92-427867F74F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26785" y="1648815"/>
                  <a:ext cx="37440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BF95ED5-BC3D-0827-29C9-5B7444227233}"/>
                    </a:ext>
                  </a:extLst>
                </p14:cNvPr>
                <p14:cNvContentPartPr/>
                <p14:nvPr/>
              </p14:nvContentPartPr>
              <p14:xfrm>
                <a:off x="6323865" y="1817655"/>
                <a:ext cx="282960" cy="435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BF95ED5-BC3D-0827-29C9-5B74442272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17745" y="1811535"/>
                  <a:ext cx="29520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1AE187F-0422-6A51-19B2-8A2506DCBAAE}"/>
                    </a:ext>
                  </a:extLst>
                </p14:cNvPr>
                <p14:cNvContentPartPr/>
                <p14:nvPr/>
              </p14:nvContentPartPr>
              <p14:xfrm>
                <a:off x="6932265" y="1623255"/>
                <a:ext cx="202680" cy="18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1AE187F-0422-6A51-19B2-8A2506DCBAA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26145" y="1617135"/>
                  <a:ext cx="214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C0E68F-336C-260C-489C-52917451E6EA}"/>
                    </a:ext>
                  </a:extLst>
                </p14:cNvPr>
                <p14:cNvContentPartPr/>
                <p14:nvPr/>
              </p14:nvContentPartPr>
              <p14:xfrm>
                <a:off x="7305945" y="1922415"/>
                <a:ext cx="1323720" cy="291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C0E68F-336C-260C-489C-52917451E6E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99825" y="1916295"/>
                  <a:ext cx="13359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0DCA4EC-8EBD-0D0E-35A8-64CBD5DDFA95}"/>
                    </a:ext>
                  </a:extLst>
                </p14:cNvPr>
                <p14:cNvContentPartPr/>
                <p14:nvPr/>
              </p14:nvContentPartPr>
              <p14:xfrm>
                <a:off x="1413825" y="2679495"/>
                <a:ext cx="311400" cy="661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0DCA4EC-8EBD-0D0E-35A8-64CBD5DDFA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07705" y="2673375"/>
                  <a:ext cx="32364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AF5510-AC7B-D625-DE52-62B762F6C7A8}"/>
                    </a:ext>
                  </a:extLst>
                </p14:cNvPr>
                <p14:cNvContentPartPr/>
                <p14:nvPr/>
              </p14:nvContentPartPr>
              <p14:xfrm>
                <a:off x="1440105" y="2444055"/>
                <a:ext cx="515880" cy="117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AF5510-AC7B-D625-DE52-62B762F6C7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33985" y="2437935"/>
                  <a:ext cx="528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D598BC-530D-7295-BF5F-A6CA0A203FCC}"/>
                    </a:ext>
                  </a:extLst>
                </p14:cNvPr>
                <p14:cNvContentPartPr/>
                <p14:nvPr/>
              </p14:nvContentPartPr>
              <p14:xfrm>
                <a:off x="1014945" y="3313455"/>
                <a:ext cx="712440" cy="229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D598BC-530D-7295-BF5F-A6CA0A203F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8825" y="3307335"/>
                  <a:ext cx="724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DB94B4-FFF7-AD53-7B69-6CA87B544874}"/>
                    </a:ext>
                  </a:extLst>
                </p14:cNvPr>
                <p14:cNvContentPartPr/>
                <p14:nvPr/>
              </p14:nvContentPartPr>
              <p14:xfrm>
                <a:off x="1771305" y="3255135"/>
                <a:ext cx="1031400" cy="104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DB94B4-FFF7-AD53-7B69-6CA87B54487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65185" y="3249015"/>
                  <a:ext cx="1043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DB94F7-8098-328B-0400-48034EEE8E17}"/>
                    </a:ext>
                  </a:extLst>
                </p14:cNvPr>
                <p14:cNvContentPartPr/>
                <p14:nvPr/>
              </p14:nvContentPartPr>
              <p14:xfrm>
                <a:off x="3611625" y="3418215"/>
                <a:ext cx="1657080" cy="183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DB94F7-8098-328B-0400-48034EEE8E1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05505" y="3412095"/>
                  <a:ext cx="1669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51BB3B-8B0C-F71A-CFC8-7ABABA85CDDB}"/>
                    </a:ext>
                  </a:extLst>
                </p14:cNvPr>
                <p14:cNvContentPartPr/>
                <p14:nvPr/>
              </p14:nvContentPartPr>
              <p14:xfrm>
                <a:off x="5919945" y="3007815"/>
                <a:ext cx="189720" cy="73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51BB3B-8B0C-F71A-CFC8-7ABABA85CDD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13825" y="3001695"/>
                  <a:ext cx="20196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FF1E5E-41BD-66CC-89EB-46D301F644D9}"/>
                    </a:ext>
                  </a:extLst>
                </p14:cNvPr>
                <p14:cNvContentPartPr/>
                <p14:nvPr/>
              </p14:nvContentPartPr>
              <p14:xfrm>
                <a:off x="6018945" y="2910255"/>
                <a:ext cx="592560" cy="388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FF1E5E-41BD-66CC-89EB-46D301F644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12825" y="2904135"/>
                  <a:ext cx="6048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F10D73A-E3C4-DE58-0AA5-6C45AD98D9BF}"/>
                    </a:ext>
                  </a:extLst>
                </p14:cNvPr>
                <p14:cNvContentPartPr/>
                <p14:nvPr/>
              </p14:nvContentPartPr>
              <p14:xfrm>
                <a:off x="6480465" y="3198255"/>
                <a:ext cx="750240" cy="290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F10D73A-E3C4-DE58-0AA5-6C45AD98D9B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74345" y="3192135"/>
                  <a:ext cx="762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08BBBD1-027B-ED8F-3AA2-C41346EAB693}"/>
                    </a:ext>
                  </a:extLst>
                </p14:cNvPr>
                <p14:cNvContentPartPr/>
                <p14:nvPr/>
              </p14:nvContentPartPr>
              <p14:xfrm>
                <a:off x="7416825" y="2880375"/>
                <a:ext cx="130680" cy="116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08BBBD1-027B-ED8F-3AA2-C41346EAB6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10705" y="2874255"/>
                  <a:ext cx="142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672A568-80CC-4B88-7C4E-8A7343E379D7}"/>
                    </a:ext>
                  </a:extLst>
                </p14:cNvPr>
                <p14:cNvContentPartPr/>
                <p14:nvPr/>
              </p14:nvContentPartPr>
              <p14:xfrm>
                <a:off x="7496745" y="3130215"/>
                <a:ext cx="366120" cy="289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672A568-80CC-4B88-7C4E-8A7343E379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90625" y="3124095"/>
                  <a:ext cx="3783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AA355B-862C-1E99-E0AB-79A8428AA95B}"/>
                    </a:ext>
                  </a:extLst>
                </p14:cNvPr>
                <p14:cNvContentPartPr/>
                <p14:nvPr/>
              </p14:nvContentPartPr>
              <p14:xfrm>
                <a:off x="7984905" y="3116175"/>
                <a:ext cx="207360" cy="31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AA355B-862C-1E99-E0AB-79A8428AA9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78785" y="3110055"/>
                  <a:ext cx="219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98EAE21-F183-3B78-96EA-5964A2940ED7}"/>
                    </a:ext>
                  </a:extLst>
                </p14:cNvPr>
                <p14:cNvContentPartPr/>
                <p14:nvPr/>
              </p14:nvContentPartPr>
              <p14:xfrm>
                <a:off x="9366585" y="2968575"/>
                <a:ext cx="192240" cy="473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98EAE21-F183-3B78-96EA-5964A2940E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60465" y="2962455"/>
                  <a:ext cx="2044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9F3033A-2F3A-01C1-7B86-F13983A8B2DE}"/>
                    </a:ext>
                  </a:extLst>
                </p14:cNvPr>
                <p14:cNvContentPartPr/>
                <p14:nvPr/>
              </p14:nvContentPartPr>
              <p14:xfrm>
                <a:off x="9156345" y="3137055"/>
                <a:ext cx="452880" cy="219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9F3033A-2F3A-01C1-7B86-F13983A8B2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50225" y="3130935"/>
                  <a:ext cx="465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ED9226-1359-52FD-41E1-08FCA7C6BD8A}"/>
                    </a:ext>
                  </a:extLst>
                </p14:cNvPr>
                <p14:cNvContentPartPr/>
                <p14:nvPr/>
              </p14:nvContentPartPr>
              <p14:xfrm>
                <a:off x="8681505" y="2577255"/>
                <a:ext cx="1270080" cy="1183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ED9226-1359-52FD-41E1-08FCA7C6BD8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75385" y="2571135"/>
                  <a:ext cx="1282320" cy="11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10F7F93-1BDA-3AE3-2BA3-9A891165F9C7}"/>
                    </a:ext>
                  </a:extLst>
                </p14:cNvPr>
                <p14:cNvContentPartPr/>
                <p14:nvPr/>
              </p14:nvContentPartPr>
              <p14:xfrm>
                <a:off x="10203225" y="3301935"/>
                <a:ext cx="87120" cy="40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10F7F93-1BDA-3AE3-2BA3-9A891165F9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97105" y="3295815"/>
                  <a:ext cx="99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2F6F24-D372-E70A-D827-674BBB16D2F4}"/>
                    </a:ext>
                  </a:extLst>
                </p14:cNvPr>
                <p14:cNvContentPartPr/>
                <p14:nvPr/>
              </p14:nvContentPartPr>
              <p14:xfrm>
                <a:off x="10339665" y="3073335"/>
                <a:ext cx="160200" cy="851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2F6F24-D372-E70A-D827-674BBB16D2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33545" y="3067215"/>
                  <a:ext cx="172440" cy="8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BE3535-EDD9-9CAC-8F9E-B9BC0B675A2C}"/>
                    </a:ext>
                  </a:extLst>
                </p14:cNvPr>
                <p14:cNvContentPartPr/>
                <p14:nvPr/>
              </p14:nvContentPartPr>
              <p14:xfrm>
                <a:off x="10135905" y="3342975"/>
                <a:ext cx="616320" cy="177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BE3535-EDD9-9CAC-8F9E-B9BC0B675A2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29785" y="3336855"/>
                  <a:ext cx="628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1083A3-9DE3-7317-D1EC-B6A1F97E38D9}"/>
                    </a:ext>
                  </a:extLst>
                </p14:cNvPr>
                <p14:cNvContentPartPr/>
                <p14:nvPr/>
              </p14:nvContentPartPr>
              <p14:xfrm>
                <a:off x="9818745" y="2911695"/>
                <a:ext cx="1037880" cy="1173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1083A3-9DE3-7317-D1EC-B6A1F97E38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12625" y="2905575"/>
                  <a:ext cx="1050120" cy="11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21E017-C07B-993B-9A0E-C19DFCD375AD}"/>
                    </a:ext>
                  </a:extLst>
                </p14:cNvPr>
                <p14:cNvContentPartPr/>
                <p14:nvPr/>
              </p14:nvContentPartPr>
              <p14:xfrm>
                <a:off x="10545225" y="3343335"/>
                <a:ext cx="39240" cy="35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21E017-C07B-993B-9A0E-C19DFCD375A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39105" y="3337215"/>
                  <a:ext cx="51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98F8EE-1275-3A48-0D55-6F41434811F9}"/>
                    </a:ext>
                  </a:extLst>
                </p14:cNvPr>
                <p14:cNvContentPartPr/>
                <p14:nvPr/>
              </p14:nvContentPartPr>
              <p14:xfrm>
                <a:off x="6515025" y="3676335"/>
                <a:ext cx="2669760" cy="805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98F8EE-1275-3A48-0D55-6F41434811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08905" y="3670215"/>
                  <a:ext cx="268200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A2623F6-917E-65F8-DB8D-A3BCAB4895F9}"/>
                    </a:ext>
                  </a:extLst>
                </p14:cNvPr>
                <p14:cNvContentPartPr/>
                <p14:nvPr/>
              </p14:nvContentPartPr>
              <p14:xfrm>
                <a:off x="8835945" y="3904215"/>
                <a:ext cx="1281960" cy="415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A2623F6-917E-65F8-DB8D-A3BCAB4895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29825" y="3898095"/>
                  <a:ext cx="12942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AD47374-79D0-4519-CDA9-88286D82E697}"/>
                    </a:ext>
                  </a:extLst>
                </p14:cNvPr>
                <p14:cNvContentPartPr/>
                <p14:nvPr/>
              </p14:nvContentPartPr>
              <p14:xfrm>
                <a:off x="6877185" y="3953175"/>
                <a:ext cx="243720" cy="462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AD47374-79D0-4519-CDA9-88286D82E69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71065" y="3947055"/>
                  <a:ext cx="25596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6AB810D-E6D0-6058-1605-6CD3CD3186C1}"/>
                    </a:ext>
                  </a:extLst>
                </p14:cNvPr>
                <p14:cNvContentPartPr/>
                <p14:nvPr/>
              </p14:nvContentPartPr>
              <p14:xfrm>
                <a:off x="6321705" y="4186815"/>
                <a:ext cx="241560" cy="415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6AB810D-E6D0-6058-1605-6CD3CD3186C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15585" y="4180695"/>
                  <a:ext cx="2538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4BD8C9D-0655-6F6E-858C-083CF7130352}"/>
                    </a:ext>
                  </a:extLst>
                </p14:cNvPr>
                <p14:cNvContentPartPr/>
                <p14:nvPr/>
              </p14:nvContentPartPr>
              <p14:xfrm>
                <a:off x="6965385" y="4694775"/>
                <a:ext cx="351360" cy="44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4BD8C9D-0655-6F6E-858C-083CF71303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59265" y="4688655"/>
                  <a:ext cx="363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A7B9BB4-1008-716E-6B9B-A14EDF252260}"/>
                    </a:ext>
                  </a:extLst>
                </p14:cNvPr>
                <p14:cNvContentPartPr/>
                <p14:nvPr/>
              </p14:nvContentPartPr>
              <p14:xfrm>
                <a:off x="7438425" y="4590015"/>
                <a:ext cx="74520" cy="29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A7B9BB4-1008-716E-6B9B-A14EDF25226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32305" y="4583895"/>
                  <a:ext cx="86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B269FE9-EDBF-715C-E38D-076725EB2D15}"/>
                    </a:ext>
                  </a:extLst>
                </p14:cNvPr>
                <p14:cNvContentPartPr/>
                <p14:nvPr/>
              </p14:nvContentPartPr>
              <p14:xfrm>
                <a:off x="1772385" y="4235055"/>
                <a:ext cx="104400" cy="383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B269FE9-EDBF-715C-E38D-076725EB2D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66265" y="4228935"/>
                  <a:ext cx="1166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6E69D3-558D-E69B-30F3-CBAB43823F69}"/>
                    </a:ext>
                  </a:extLst>
                </p14:cNvPr>
                <p14:cNvContentPartPr/>
                <p14:nvPr/>
              </p14:nvContentPartPr>
              <p14:xfrm>
                <a:off x="1639545" y="4082775"/>
                <a:ext cx="684360" cy="704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6E69D3-558D-E69B-30F3-CBAB43823F6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33425" y="4076655"/>
                  <a:ext cx="69660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CBFC4F-F1C1-FE9E-602F-D0F2BBD64339}"/>
                    </a:ext>
                  </a:extLst>
                </p14:cNvPr>
                <p14:cNvContentPartPr/>
                <p14:nvPr/>
              </p14:nvContentPartPr>
              <p14:xfrm>
                <a:off x="2632425" y="4031295"/>
                <a:ext cx="20520" cy="1008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DCBFC4F-F1C1-FE9E-602F-D0F2BBD6433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26305" y="4025175"/>
                  <a:ext cx="32760" cy="10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1F47F4F-9C22-D485-F324-C4E478B7B7E1}"/>
                    </a:ext>
                  </a:extLst>
                </p14:cNvPr>
                <p14:cNvContentPartPr/>
                <p14:nvPr/>
              </p14:nvContentPartPr>
              <p14:xfrm>
                <a:off x="2656185" y="4219215"/>
                <a:ext cx="549000" cy="320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1F47F4F-9C22-D485-F324-C4E478B7B7E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50065" y="4213095"/>
                  <a:ext cx="5612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1DD37AD-710B-43F2-B513-BB9B7A9140AE}"/>
                    </a:ext>
                  </a:extLst>
                </p14:cNvPr>
                <p14:cNvContentPartPr/>
                <p14:nvPr/>
              </p14:nvContentPartPr>
              <p14:xfrm>
                <a:off x="3194025" y="3886575"/>
                <a:ext cx="1391760" cy="554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1DD37AD-710B-43F2-B513-BB9B7A9140A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87905" y="3880455"/>
                  <a:ext cx="14040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D35E84E-87A2-495B-3DD2-AC7986F32131}"/>
                    </a:ext>
                  </a:extLst>
                </p14:cNvPr>
                <p14:cNvContentPartPr/>
                <p14:nvPr/>
              </p14:nvContentPartPr>
              <p14:xfrm>
                <a:off x="4748505" y="4156935"/>
                <a:ext cx="52560" cy="40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D35E84E-87A2-495B-3DD2-AC7986F321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42385" y="4150815"/>
                  <a:ext cx="648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DCC3150-6570-3B94-66ED-489DB5163138}"/>
                    </a:ext>
                  </a:extLst>
                </p14:cNvPr>
                <p14:cNvContentPartPr/>
                <p14:nvPr/>
              </p14:nvContentPartPr>
              <p14:xfrm>
                <a:off x="4304625" y="4780455"/>
                <a:ext cx="1245960" cy="610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DCC3150-6570-3B94-66ED-489DB516313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98505" y="4774335"/>
                  <a:ext cx="125820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8F4567C-6EBA-26AF-79ED-1D110E1C8F01}"/>
                    </a:ext>
                  </a:extLst>
                </p14:cNvPr>
                <p14:cNvContentPartPr/>
                <p14:nvPr/>
              </p14:nvContentPartPr>
              <p14:xfrm>
                <a:off x="5092305" y="4991415"/>
                <a:ext cx="603720" cy="903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8F4567C-6EBA-26AF-79ED-1D110E1C8F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86185" y="4985295"/>
                  <a:ext cx="615960" cy="9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B0341A-9BA6-66FD-5CA7-05BA47F390CC}"/>
                    </a:ext>
                  </a:extLst>
                </p14:cNvPr>
                <p14:cNvContentPartPr/>
                <p14:nvPr/>
              </p14:nvContentPartPr>
              <p14:xfrm>
                <a:off x="5598105" y="4389495"/>
                <a:ext cx="151200" cy="93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B0341A-9BA6-66FD-5CA7-05BA47F390C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91985" y="4383375"/>
                  <a:ext cx="163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6A0231C-2EEA-F2E6-F620-53BFB6109816}"/>
                    </a:ext>
                  </a:extLst>
                </p14:cNvPr>
                <p14:cNvContentPartPr/>
                <p14:nvPr/>
              </p14:nvContentPartPr>
              <p14:xfrm>
                <a:off x="6245745" y="5126775"/>
                <a:ext cx="850320" cy="143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6A0231C-2EEA-F2E6-F620-53BFB610981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39625" y="5120655"/>
                  <a:ext cx="862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66ACD33-DB9B-8E2A-9621-B7C3237E80CA}"/>
                    </a:ext>
                  </a:extLst>
                </p14:cNvPr>
                <p14:cNvContentPartPr/>
                <p14:nvPr/>
              </p14:nvContentPartPr>
              <p14:xfrm>
                <a:off x="8394945" y="4779735"/>
                <a:ext cx="385920" cy="898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66ACD33-DB9B-8E2A-9621-B7C3237E80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88825" y="4773615"/>
                  <a:ext cx="398160" cy="9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4FDFD2-1310-59EB-4920-F2E687E7492C}"/>
                    </a:ext>
                  </a:extLst>
                </p14:cNvPr>
                <p14:cNvContentPartPr/>
                <p14:nvPr/>
              </p14:nvContentPartPr>
              <p14:xfrm>
                <a:off x="10785345" y="5313255"/>
                <a:ext cx="28800" cy="3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4FDFD2-1310-59EB-4920-F2E687E7492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779225" y="5307135"/>
                  <a:ext cx="410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0801E15-AE07-C4FD-E2D9-16D840618A09}"/>
                    </a:ext>
                  </a:extLst>
                </p14:cNvPr>
                <p14:cNvContentPartPr/>
                <p14:nvPr/>
              </p14:nvContentPartPr>
              <p14:xfrm>
                <a:off x="9991905" y="4613415"/>
                <a:ext cx="383400" cy="735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0801E15-AE07-C4FD-E2D9-16D840618A0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85785" y="4607295"/>
                  <a:ext cx="395640" cy="7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BC07CD3-460B-9488-1E3C-DE60026D7D22}"/>
                    </a:ext>
                  </a:extLst>
                </p14:cNvPr>
                <p14:cNvContentPartPr/>
                <p14:nvPr/>
              </p14:nvContentPartPr>
              <p14:xfrm>
                <a:off x="10516425" y="4794495"/>
                <a:ext cx="181080" cy="318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BC07CD3-460B-9488-1E3C-DE60026D7D2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10305" y="4788375"/>
                  <a:ext cx="1933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581AE0-B6D4-9B1B-A1F1-31B5C62EA88B}"/>
                    </a:ext>
                  </a:extLst>
                </p14:cNvPr>
                <p14:cNvContentPartPr/>
                <p14:nvPr/>
              </p14:nvContentPartPr>
              <p14:xfrm>
                <a:off x="10583025" y="4712415"/>
                <a:ext cx="275760" cy="229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581AE0-B6D4-9B1B-A1F1-31B5C62EA88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76905" y="4706295"/>
                  <a:ext cx="2880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40BF949-83D9-A82A-396A-1607C95C7CD5}"/>
                    </a:ext>
                  </a:extLst>
                </p14:cNvPr>
                <p14:cNvContentPartPr/>
                <p14:nvPr/>
              </p14:nvContentPartPr>
              <p14:xfrm>
                <a:off x="11070825" y="4742295"/>
                <a:ext cx="37080" cy="75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40BF949-83D9-A82A-396A-1607C95C7C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64705" y="4736175"/>
                  <a:ext cx="49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1FD5679-C018-E58C-9D13-36D2052E3F42}"/>
                    </a:ext>
                  </a:extLst>
                </p14:cNvPr>
                <p14:cNvContentPartPr/>
                <p14:nvPr/>
              </p14:nvContentPartPr>
              <p14:xfrm>
                <a:off x="981825" y="5417655"/>
                <a:ext cx="247320" cy="766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1FD5679-C018-E58C-9D13-36D2052E3F4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5705" y="5411535"/>
                  <a:ext cx="25956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BEC8E7E-4FDD-10C5-C570-AAB606F84B92}"/>
                    </a:ext>
                  </a:extLst>
                </p14:cNvPr>
                <p14:cNvContentPartPr/>
                <p14:nvPr/>
              </p14:nvContentPartPr>
              <p14:xfrm>
                <a:off x="1005585" y="5722575"/>
                <a:ext cx="500040" cy="77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BEC8E7E-4FDD-10C5-C570-AAB606F84B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9465" y="5716455"/>
                  <a:ext cx="512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841523E-1480-2E58-EAD8-F571F6D40198}"/>
                    </a:ext>
                  </a:extLst>
                </p14:cNvPr>
                <p14:cNvContentPartPr/>
                <p14:nvPr/>
              </p14:nvContentPartPr>
              <p14:xfrm>
                <a:off x="1728105" y="5602335"/>
                <a:ext cx="21960" cy="472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841523E-1480-2E58-EAD8-F571F6D4019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21985" y="5596215"/>
                  <a:ext cx="342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F3D2A9A-93B5-CB2B-6329-6D454617F056}"/>
                    </a:ext>
                  </a:extLst>
                </p14:cNvPr>
                <p14:cNvContentPartPr/>
                <p14:nvPr/>
              </p14:nvContentPartPr>
              <p14:xfrm>
                <a:off x="1645305" y="5320455"/>
                <a:ext cx="342720" cy="872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F3D2A9A-93B5-CB2B-6329-6D454617F05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39185" y="5314335"/>
                  <a:ext cx="35496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1506ACC-318C-4988-4863-9F018C0E40DD}"/>
                    </a:ext>
                  </a:extLst>
                </p14:cNvPr>
                <p14:cNvContentPartPr/>
                <p14:nvPr/>
              </p14:nvContentPartPr>
              <p14:xfrm>
                <a:off x="2961465" y="5838855"/>
                <a:ext cx="320400" cy="40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1506ACC-318C-4988-4863-9F018C0E40D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55345" y="5832735"/>
                  <a:ext cx="332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C1F8363-55FC-487F-4457-8CBD1EC86752}"/>
                    </a:ext>
                  </a:extLst>
                </p14:cNvPr>
                <p14:cNvContentPartPr/>
                <p14:nvPr/>
              </p14:nvContentPartPr>
              <p14:xfrm>
                <a:off x="3781185" y="5714295"/>
                <a:ext cx="37800" cy="123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C1F8363-55FC-487F-4457-8CBD1EC8675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775065" y="5708175"/>
                  <a:ext cx="50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5C99C97-8866-983E-A465-6EDA1919FF17}"/>
                    </a:ext>
                  </a:extLst>
                </p14:cNvPr>
                <p14:cNvContentPartPr/>
                <p14:nvPr/>
              </p14:nvContentPartPr>
              <p14:xfrm>
                <a:off x="5744265" y="5740575"/>
                <a:ext cx="67320" cy="267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5C99C97-8866-983E-A465-6EDA1919FF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38145" y="5734455"/>
                  <a:ext cx="795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CFFDA6B-A0B7-BF35-95F4-27DB460E1DF4}"/>
                    </a:ext>
                  </a:extLst>
                </p14:cNvPr>
                <p14:cNvContentPartPr/>
                <p14:nvPr/>
              </p14:nvContentPartPr>
              <p14:xfrm>
                <a:off x="5789625" y="5589735"/>
                <a:ext cx="576720" cy="299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CFFDA6B-A0B7-BF35-95F4-27DB460E1DF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83505" y="5583615"/>
                  <a:ext cx="5889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49CB4AC-AD99-EA8C-33DA-8FD7060E0223}"/>
                    </a:ext>
                  </a:extLst>
                </p14:cNvPr>
                <p14:cNvContentPartPr/>
                <p14:nvPr/>
              </p14:nvContentPartPr>
              <p14:xfrm>
                <a:off x="7892385" y="5723295"/>
                <a:ext cx="115920" cy="5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49CB4AC-AD99-EA8C-33DA-8FD7060E022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86265" y="5717175"/>
                  <a:ext cx="12816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00267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3</cp:revision>
  <dcterms:created xsi:type="dcterms:W3CDTF">2026-01-11T05:12:52Z</dcterms:created>
  <dcterms:modified xsi:type="dcterms:W3CDTF">2026-01-11T06:59:48Z</dcterms:modified>
</cp:coreProperties>
</file>