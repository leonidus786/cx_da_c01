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4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219 16 9925,'0'0'5402,"-3"-1"-3839,-22-12 760,22 12-539,1 2-629,-2 1-865,1 0 0,-1 0-1,0 1 1,1-1 0,0 1 0,0 0 0,-1 0-1,2 0 1,-1 0 0,0 0 0,1 1-1,-1-1 1,1 1 0,0 0 0,-2 5 0,-2 7 531,1 0 1,-5 29-1,1-6 139,-14 63-404,-13 135 0,9 108 578,11-111-826,11-169-2310,8 129 0,0-162 916,2 0 0,0 0 0,3 0 0,0-1 0,26 60 0,-2-37-6138,1-14-4815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4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25 10309,'-104'-24'8240,"100"24"-4674,29 11-1885,233 108 289,29 43-1410,-252-138-515,0 2-1,-1 1 0,-2 2 1,-1 1-1,44 55 0,-64-71-28,-1 1 1,-1 0-1,0 0 0,-1 1 0,-1 0 0,0 1 0,-1 0 0,4 20 0,-8-25-12,0 1 1,-1-1-1,0 1 1,-1-1-1,0 1 1,-1-1-1,-1 0 0,0 1 1,0-1-1,-2 0 1,1 0-1,-9 18 0,0-5 13,-2-2-1,-1 1 0,0-2 1,-2 0-1,0-1 0,-34 31 1,-135 102 64,159-133-76,-73 55 3,-136 109-611,163-124-78,-59 51-1809,112-92 132,-33 41-1,51-59 1897,0 1 0,1-1-1,-1 1 1,0 0 0,1-1-1,0 1 1,-1 0 0,1 0-1,0 0 1,1-1 0,-1 1-1,0 6 1,1-7-218,1 0 0,-1 0 0,1 0 1,0 1-1,0-1 0,0 0 0,0 0 0,0 0 0,0-1 1,0 1-1,1 0 0,-1 0 0,3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5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76 12269,'1'-9'612,"-1"8"-471,1 0 0,-1-1 0,0 1 1,1 0-1,-1-1 0,0 1 0,0 0 0,0-1 0,0 1 1,-1-1-1,1 1 0,0 0 0,-1-1 0,1 1 0,0 0 0,-1 0 1,1-1-1,-1 1 0,0 0 0,0 0 0,1 0 0,-1 0 1,0 0-1,0 0 0,0 0 0,-2-2 0,-11-10 2022,14 11-1951,-2 1 1,1 0-1,0-1 0,0 1 1,0 0-1,-1 0 1,1 0-1,0 0 0,-1 0 1,1 0-1,-1 1 1,1-1-1,-1 0 0,1 1 1,-1-1-1,-2 0 0,1 1 71,-1-1-1,1 1 1,0 0-1,0 0 1,-1 0-1,1 0 1,0 1-1,0-1 0,-1 1 1,1 0-1,0 0 1,0 0-1,0 0 1,0 0-1,0 1 1,0-1-1,-4 4 1,3-1-140,-1 0 0,2 0 0,-1 0 0,0 0 0,1 1 0,-1 0 0,1 0 0,1 0 0,-5 8 0,2 0-90,1 1 1,0 0-1,1 0 0,0 0 1,1 0-1,0 0 0,2 22 1,1-18-31,1-1 1,1 1 0,1-1 0,0 0-1,1 0 1,1 0 0,1-1 0,0 0-1,1 0 1,1-1 0,1 0 0,0-1-1,0 0 1,1 0 0,1-1 0,1 0-1,24 18 1,-26-22-33,0-1 1,1 0-1,0-1 0,0-1 1,1 0-1,-1 0 0,1-1 1,0-1-1,1 0 0,-1-1 1,1 0-1,0-1 0,0-1 1,0 0-1,-1-1 0,1-1 1,0 0-1,0 0 0,0-2 1,-1 1-1,1-2 0,22-8 1,-13 0 69,0-1 0,-2 0 0,1-2 0,30-27 0,39-26 1065,-61 41-780,-28 26-328,0 0 0,0 0 0,-1 1 0,1-1 0,0 0 0,0 1 0,0-1 0,0 1 0,0 0 1,0-1-1,0 1 0,0 0 0,0 0 0,0 1 0,0-1 0,0 0 0,-1 1 0,1-1 0,0 1 0,3 1 1,-3 1-14,0 0 0,-1 0 1,0 0-1,0 0 0,0 1 1,0-1-1,0 1 0,-1-1 1,1 0-1,-1 1 1,0-1-1,0 1 0,-1 5 1,1 1 1,-1 109-13,-19 145 1,11-178 1,-8 53-138,-6 0 0,-6-2 0,-6-1-1,-6-1 1,-62 135 0,84-226 104,-2-1 1,-2-1-1,-40 55 0,51-80 52,-1-1 0,-1 0 0,0-1 0,-1 0 0,-1-1 0,0-1 0,-1-1 0,-1 0-1,1-1 1,-25 10 0,37-18 29,-1-1 1,1 0-1,-1-1 0,0 1 0,0-1 0,1 0 1,-1-1-1,0 1 0,0-1 0,0 0 0,0-1 1,0 1-1,1-1 0,-1 0 0,0-1 0,0 1 1,1-1-1,-1 0 0,1-1 0,0 1 0,0-1 1,0 0-1,0 0 0,0-1 0,0 1 0,1-1 1,0 0-1,0 0 0,0-1 0,0 1 1,0-1-1,1 0 0,0 0 0,0 0 0,1-1 1,-1 1-1,1 0 0,0-1 0,-2-10 0,-1-11-36,0 0-1,2-1 0,1 1 0,2-1 1,4-49-1,32-139-57,-35 210 48,17-75-892,4 2 0,3 0 0,4 2 0,3 0 0,48-82 0,-32 77-3329,4 2 1,72-84-1,-23 49-7471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5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55 12981,'-51'-45'3419,"41"36"7190,-6 30-7229,11-7-3135,1 0-1,0 0 1,0 0 0,2 0 0,0 1-1,0-1 1,2 1 0,0 18 0,-1 8-70,1 676-175,9-604-3598,26 127-1,-2-29-1876,-23-149-1131,10-13-3899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6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10 694 13673,'-3'-7'940,"-3"-6"-237,5 5 6876,22 2-5794,246-39-1408,-86 7-1209,-146 30 707,-1-2 0,0-2 0,0 0 0,-1-3 0,-1 0-1,-1-3 1,0 0 0,-1-2 0,38-33 0,-35 22 125,-2-1 1,-1-2-1,-2-1 0,-1-1 0,-2-2 0,29-55 0,-6 0 280,-46 89-245,-1 5-31,0 0 0,0 0 0,0 0 0,1 0 0,-1 0 0,0 0 0,-1 0 0,1 1 0,0-1 0,0 0 0,0 1 0,-1-1 0,1 0 0,-1 1 0,1-1 0,-1 1 0,0-1 0,1 0 0,-1 3 0,1 32 6,-1-34-8,-17 158 20,2-26 9,-2 73-52,14-179-10,1 0-1,2 0 1,0 0 0,2 0-1,1 0 1,2 0 0,9 33-1,-13-57 30,0-1 0,0 0 0,0 1-1,1-1 1,-1 0 0,1 0 0,0 0-1,0 0 1,0 0 0,0 0 0,0-1 0,1 1-1,-1-1 1,6 4 0,-6-5 1,1 1 1,-1-1-1,0-1 0,1 1 1,-1 0-1,1 0 1,0-1-1,-1 0 0,1 1 1,-1-1-1,1 0 1,0 0-1,-1 0 0,1-1 1,3 0-1,7-3 3,0-1 1,-1-1-1,0 1 0,0-2 0,-1 0 0,13-9 1,-22 15-3,15-13 101,0 0 1,25-27-1,-28 27 1,-1 0 0,2 1 0,31-22 0,-42 33-92,0 0 0,0 0 0,1 0 0,-1 1 0,1 0 1,0-1-1,-1 2 0,1-1 0,0 0 0,-1 1 1,1 0-1,0 0 0,0 0 0,4 2 0,7 1 0,0 1-1,26 10 1,-3-1 24,10 2-5,49 13-277,-88-26 222,1-1 0,0 1 1,0-2-1,0 0 0,0 0 0,0-1 0,13-2 0,1-5 332,-1-1 0,0-1 0,-1 0-1,34-23 1,-54 31 1049,15-2-405,-9 2-381,1 18-173,-1 9 30,1 0 1,24 38-1,-27-51-365,1-1 0,0-1-1,0 1 1,2-1 0,-1-1-1,1 0 1,14 10 0,-14-12-62,0 0 1,0-1-1,0 0 1,1-1-1,0 0 1,0-1-1,0 0 1,0-1-1,1 0 1,-1 0-1,1-2 1,0 1-1,-1-1 1,21-2-1,-5-2-73,0-1-1,-1-1 0,1-2 1,-1-1-1,-1 0 0,1-2 1,41-23-1,-59 28 66,0-1-1,0 1 0,0-2 1,-1 1-1,1-1 1,-2 0-1,1 0 1,-1-1-1,0 0 1,-1 0-1,0 0 1,0-1-1,7-16 1,-9 16 9,0-1 0,0 1-1,-1-1 1,0 0 0,-1 0 0,1-9 0,-2 7-2,2 1 0,-1 0 0,2 0 0,3-13 0,10-35 5,-15 56 1,2-30-63,1 15 36,-2 5 7,-1 10 6,-3 4-39,-1 0 70,1 0 0,0 0 0,0 1-1,0-1 1,0 0 0,0 1 0,0 0 0,-2 1 0,-7 6 73,-11 5 3,0 0 0,1 2 0,1 0 1,1 2-1,-22 24 0,36-37-88,1 0 1,0 0 0,1 1-1,-1 0 1,1-1 0,0 1-1,0 1 1,1-1 0,0 0-1,0 1 1,0-1 0,0 8-1,2-9-7,-1-1 0,1 0 0,0 1 0,1-1 0,-1 0 0,1 1 0,0-1-1,0 0 1,0 0 0,0 1 0,1-1 0,0 0 0,0 0 0,0-1 0,0 1 0,0 0 0,1-1-1,0 1 1,0-1 0,4 4 0,-5-5-15,2 2-16,1 0 0,-1 0 1,0-1-1,1 0 1,0 0-1,0 0 1,0-1-1,7 3 0,-4-6-86,2-3 56,-5 2 16,1 0 0,-1-1 1,0 0-1,0 1 0,0-2 1,0 1-1,0-1 0,5-5 1,7-11-401,-1-1 0,-1-1 0,-1 0 0,0-1 0,-2-1 0,12-33 0,-22 53 386,0-1 0,-1 1 0,1-1 1,-1 1-1,0-1 0,-1 0 0,1 1 0,-1-1 1,0 0-1,0 1 0,0-1 0,-1 0 0,0 1 1,0-1-1,0 0 0,0 1 0,-1-1 0,1 1 0,-1 0 1,0 0-1,-1-1 0,1 1 0,-1 1 0,0-1 1,0 0-1,0 1 0,0-1 0,-6-4 0,1 2 34,0 0 0,-1 1-1,0 0 1,0 0 0,0 1-1,-1 0 1,1 1 0,-1 0-1,0 0 1,0 1 0,-19-2-1,-2 2 34,0 2-1,0 0 1,1 2 0,-45 9-1,59-8-54,0 2-1,0-1 0,1 2 1,0 0-1,0 0 0,0 2 1,1 0-1,0 0 0,-25 22 1,4-4-883,29-22 514,0-1 0,1 1 0,-1 1 0,1-1-1,-7 8 1,10-9-209,-1 0 1,0-1-1,0 1 0,0-1 0,0 0 0,0 0 1,-1 0-1,1 0 0,0 0 0,-1-1 0,-5 2 0,2 0-1804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7.3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78 11129,'-2'-10'865,"0"-10"8036,2 17-6928,0-5-1968,1-11 4115,4 17-1900,4 10-1383,-5-3-673,0 1 0,0 0 0,0 0 1,-1 0-1,0 0 0,0 1 0,-1-1 0,3 10 0,9 60 574,-10-50-449,81 410-76,-82-386-213,-3-42 0,0 0 0,1 0 0,-1-1 0,4 14 0,-4-20 0,0 0 0,0-1 0,0 1 0,0-1 0,0 1 0,1-1 0,-1 1 0,0-1 0,0 1 0,0 0 0,0-1 0,1 1 0,-1-1 0,0 1 0,1-1 0,-1 1 0,0-1 0,1 0 0,-1 1 0,0-1 0,1 1 0,-1-1 0,1 0 0,-1 1 0,1-1 0,-1 0 0,1 0 0,-1 1 0,1-1 0,-1 0 0,1 0 0,-1 0 0,1 0 0,0 1 0,0-1 0,6-5 0,-3 2 0,1 0 0,-1-1 0,0 0 0,0 1 0,0-1 0,-1 0 0,1-1 0,-1 1 0,0-1 0,3-6 0,23-55 0,-28 63 0,126-299 0,-106 260 0,2 1 0,42-57 0,-56 85 0,2 0 0,-1 1 0,2 0 0,0 1 0,0 0 0,1 1 0,0 0 0,1 1 0,0 0 0,22-9 0,-31 16 0,0 1 0,0-1 0,1 1 0,-1 1 0,0-1 0,1 1 0,-1-1 0,1 2 0,-1-1 0,0 1 0,1-1 0,-1 1 0,0 1 0,0-1 0,1 1 0,-1 0 0,8 5 0,-6-4 0,0 2 0,-1-1 0,0 1 0,1 0 0,-2 0 0,1 1 0,-1-1 0,0 1 0,0 1 0,0-1 0,4 9 0,-1 2 0,0 1 1,-1 0-1,-1 0 1,-1 0-1,0 1 1,1 19-1,5 118-1,-1-10-17,-7-124 31,24 157-5929,-24-164 4011,2-1 1,-1 1 0,2-1-1,0 0 1,12 19-1,9 16-10532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7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0 100 20858,'3'-15'3096,"1"-4"-388,9 4-563,1-3 1399,-1 9-3736,-3-3-956,17 3-4133,13 6 1725,-23 21-2989,-7-6-6100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7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91 113 15621,'-42'-8'3289,"42"8"-3225,0 0-1,-1 0 0,1 0 0,0 0 1,-1-1-1,1 1 0,0 0 0,-1 0 0,1-1 1,0 1-1,-1 0 0,1-1 0,0 1 1,0 0-1,-1-1 0,1 1 0,0 0 0,0-1 1,0 1-1,0 0 0,-1-1 0,1 1 1,0-1-1,0 1 0,0 0 0,0-1 1,0 1-1,0-1 0,0 1 0,0 0 0,0-1 1,0 1-1,0-1 0,0 1 0,1 0 1,-1-1-1,0 1 0,0-1 0,0 1 0,1-1 1,6-9 11134,-19 43-11182,2 1 1,2-1-1,0 2 1,-4 55 0,11-68-19,1-1 0,0 0 1,2 1-1,0-1 0,2 0 1,0 0-1,1 0 0,1-1 1,9 21-1,7 5 2,3-1 0,50 72 0,-66-105 0,1 0 0,0-1 0,0 0 0,1-1 0,1 0 0,0-1 0,0 0 0,0-1 0,1 0 0,1-1 0,-1-1 0,1 0 0,27 7 0,-32-11 0,0 0 0,0-1 0,1-1 0,-1 0 0,0 0 0,0 0 0,0-1 0,0-1 0,0 0 0,0 0 0,0 0 0,0-1 0,-1-1 0,1 1 0,-1-1 0,0-1 0,0 1 0,-1-2 0,1 1 0,-1-1 0,0 0 0,9-11 0,-2 1 0,0-1 0,-2 0 0,0-1 0,-2-1 0,0 0 0,0 0 0,8-28 0,-8 15 0,-1 0 0,-2 0 0,0-1 0,1-35 0,-7 39 0,-2 0 0,0 0 0,-2 0 0,-1 1 0,-2-1 0,0 1 0,-2 0 0,-1 0 0,-14-27 0,19 46 0,-1-1 0,-1 1 0,0 1 0,0-1 0,-1 1 0,0 0 0,0 0 0,-1 1 0,0 0 0,0 1 0,-1-1 0,0 2 0,0-1 0,-18-7 0,24 12-254,0-1 1,0 1-1,0 0 1,0 0-1,0 0 0,0 1 1,-1-1-1,1 1 0,0 0 1,0 0-1,-1 0 1,1 0-1,0 1 0,0-1 1,-1 1-1,1 0 1,0 0-1,0 0 0,0 0 1,-4 2-1,3 0-834,-1 1 1,1-1-1,0 1 0,0 0 0,0 0 1,0 0-1,1 1 0,-1-1 0,-2 7 1,-6 10-12493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8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60 18046,'42'-38'3268,"-39"36"-2697,-1 0 0,1 0 0,0 0 0,0 0 0,0 0 0,0 0 1,0 1-1,1 0 0,-1-1 0,0 1 0,1 1 0,4-2 0,-4 2-253,0 0-1,1 0 1,-1 0 0,0 0 0,0 1-1,0 0 1,0 0 0,8 2 0,-1 3-140,0-1 0,0 1 0,0 1 1,19 16-1,-25-20 51,7 7-223,-2 0-1,1 0 1,-1 0-1,-1 2 0,0-1 1,0 1-1,-1 0 1,12 26-1,-11-16-3,-1 0 1,0 0-1,-2 1 1,7 45-1,-9-4-5,-1 0 0,-4 1 0,-9 68 0,-31 184 3,39-310 0,0-11 0,1-15 0,3-14 0,3-1 0,14-58 0,8-2 0,36-88 0,-49 145 0,2 0 0,1 1 0,2 0 0,1 2 0,39-50 0,-42 61-614,1 2 0,0 0 0,2 1 0,1 0 0,26-19 0,-29 27-48,1 1 0,0 0 0,0 1 0,1 1 0,1 1 0,-1 1 0,26-6 0,-25 9-1050,-1 0 1,1 1-1,0 1 1,-1 1-1,25 2 1,32 9-8823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8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473 178 11413,'-69'-68'2930,"59"57"-582,0 0 0,-14-24 0,21 30-1800,0 0 0,0 1 0,0-1 1,-1 1-1,0 0 0,0 0 0,0 0 0,0 1 0,-8-6 0,10 8-452,-1 0 0,1 0-1,-1 0 1,0 1 0,1-1 0,-1 1 0,1 0 0,-1 0 0,0 0-1,1 0 1,-1 0 0,0 0 0,1 1 0,-1-1 0,1 1 0,-1 0-1,0 0 1,1 0 0,-5 2 0,-1 1 48,-1 1 0,1 0 0,1 0 0,-13 11 0,7-3-11,1 0 0,0 1 1,1 1-1,1 0 0,0 0 1,-15 31-1,11-13-23,1 0-1,-14 54 1,19-52-206,1-1 0,2 1 1,1 0-1,1 38 0,3-61 24,1 1 1,0 0-1,0 0 1,1-1-1,1 1 1,0-1-1,1 1 1,0-1-1,1-1 1,0 1-1,1 0 1,1-1-1,-1 0 1,11 12-1,-14-21 61,0 1-1,0-1 0,0 0 1,0 0-1,0 0 0,0-1 1,0 1-1,1-1 0,-1 1 0,1-1 1,-1 0-1,1 0 0,-1-1 1,1 1-1,-1-1 0,1 0 1,0 0-1,-1 0 0,1 0 1,-1-1-1,7-1 0,-2 0 33,0 0 0,-1 0-1,1-1 1,-1 0-1,1 0 1,-1-1 0,0 0-1,9-7 1,-2 0 112,-2-2 0,1 1 0,-1-2 0,17-24 0,34-66 928,-52 86-794,24-59 1046,-20 40-996,-12 33-317,-2 5 0,-2 13 0,-5 21 0,-38 279 0,28-167 0,-61 1052-2011,77-1042 934,1-28-512,-23 196-1,19-308 1385,-1 1-1,-10 29 1,12-42 156,1 0-1,-1-1 1,0 1 0,-1-1 0,1 1-1,-1-1 1,0 0 0,0 0 0,0 0-1,-1-1 1,1 1 0,-7 4 0,9-8 39,-1 1 1,0 0 0,0-1-1,1 0 1,-1 1 0,0-1 0,0 0-1,0 0 1,0 0 0,1 0-1,-1 0 1,0 0 0,0 0 0,0-1-1,1 1 1,-1-1 0,0 1-1,0-1 1,1 0 0,-1 0-1,-1 0 1,-30-22 38,24 14 13,0 0 0,0-1 0,1 0 1,1 0-1,-1-1 0,2 0 0,-1 0 0,-7-21 1,-31-103 471,43 125-483,-9-31-30,2 0 1,1-1-1,3 0 1,1 0-1,2-1 1,2 1-1,2-1 0,2 1 1,2 0-1,1 0 1,2 1-1,2 0 1,24-57-1,-19 61-472,2 1 0,1 1 0,3 0-1,0 1 1,2 2 0,1 0 0,2 2 0,58-51 0,-34 40-1037,2 2-1,62-35 1,46-6-4478,-22 26-2292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9.0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61 217 10737,'-8'-8'362,"-23"-27"2641,28 32-2152,1-1 0,-1-1 0,1 1 0,-1 0 0,1-1 0,0 1 0,-2-9 0,4 12-668,0 0 0,0 0 0,0-1 0,-1 1 0,1 0 0,1-1 0,-1 1 0,0 0 0,0 0 0,0-1 0,1 1 0,-1 0 0,0 0 0,1-1 0,0 1 0,-1 0 0,1 0 0,-1 0 0,1 0 0,0 0 0,1-1 0,1-1-58,0 0-1,1 0 1,-1 1 0,1-1 0,0 1-1,0 0 1,7-3 0,22-6 463,1 1 0,1 1 0,47-5 0,135-5-581,193 12-3459,-198 6-677,0-4-4369,-108-1-732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9.2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231 46 9093,'-36'-46'9847,"34"49"-8720,1 0-948,0 0 1,1 1 0,-1-1-1,1 1 1,-1-1 0,1 1 0,0-1-1,0 1 1,0-1 0,1 0-1,-1 1 1,1-1 0,0 1 0,0-1-1,0 0 1,0 0 0,1 1 0,-1-1-1,1 0 1,0 0 0,0-1-1,4 6 1,8 8 233,0 0 1,29 24-1,-21-21 19,192 183 1132,-110-91-1166,58 97 121,-147-188-470,-1 1 0,-2 0 1,20 43-1,-26-45-3,-1 1 0,0-1 0,1 25 0,-3-21 12,-1 1 0,-1-1-1,-1 0 1,-1 1 0,-1-1 0,-2 0-1,0 0 1,-1 0 0,-1-1 0,-10 23 0,4-17 0,-1-1 1,-1 0-1,-2-1 1,-1-1-1,-1 0 0,-1-2 1,-27 28-1,-24 13-281,-2-4 0,-89 57 0,27-20-1269,107-77 1026,-84 69-2005,95-75 1381,1 1 0,1 0 0,1 1 0,-20 30 0,29-40 389,1 0 0,0 0 1,0 1-1,0-1 0,1 1 0,0 0 0,0-1 1,-1 9-1,3-5-1299,0 0 1,1-1-1,0 1 1,4 18-1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09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94 14217,'-47'-39'5293,"44"24"-3453,-1-3 1460,14 9-3464,4 0-420,29 6-3284,-19 9-2081,3-3-5152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1.1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87 15825,'-7'-11'1040,"6"9"-798,-1 0 0,1 0 0,0 0 0,0 0 0,0 0 0,0 0-1,0 0 1,0 0 0,0 0 0,1 0 0,-1 0 0,1 0 0,0-1 0,-1 1-1,1 0 1,0 0 0,0 0 0,1-1 0,-1 1 0,1-3 0,0 2 2546,-13-22 5141,23 58-7903,-2 0 0,-1 1-1,-2 1 1,3 58 0,-8 147-44,-3-157 12,-21 286-961,-1-101-3492,3-45-5549,19-201 8097,-8 75-10527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1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0 193 14885,'2'-11'815,"-1"0"1,1 0-1,1 0 0,0 1 0,1-1 0,0 0 0,0 1 0,1 0 0,0 0 0,8-10 0,-8 15-576,0-1 0,0 1 0,1 0-1,-1 0 1,1 1 0,0 0 0,0 0 0,1 0 0,-1 1-1,1 0 1,0 0 0,0 0 0,0 1 0,0 0 0,0 1-1,12-2 1,23 0 156,0 1-1,0 3 1,73 9-1,125 35-702,-155-26-929,0 3 1,100 42-1,-143-45-235,-1 1 0,40 27 1,-52-27-681,-1 1 0,-1 1 0,33 34 0,6 19-7312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1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14 302 11285,'-14'-21'4844,"28"3"-2795,23-12-537,9 12-324,25 0-524,12-6-436,31-6-768,10-4-844,10-8-1008,10 6-2781,7 6-4124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2.1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91 10973,'0'-4'2440,"0"3"-2336,-1-1 217,0-1-1,0 0 1,1 1 0,0-1-1,-1 1 1,1-1-1,0 0 1,0 1-1,0-1 1,0 0 0,1 1-1,-1-1 1,1 1-1,0-1 1,0 1-1,0-1 1,0 1-1,0-1 1,0 1 0,0 0-1,1 0 1,-1-1-1,1 1 1,0 0-1,0 0 1,-1 1 0,1-1-1,1 0 1,-1 1-1,3-3 1,-3 3-193,0 0 1,0-1-1,0 1 1,0 0-1,0 0 1,1 0-1,-1 0 1,0 0 0,1 1-1,-1-1 1,0 1-1,1 0 1,-1-1-1,1 1 1,-1 0-1,1 1 1,-1-1-1,1 0 1,3 1-1,-2 1-23,-1 0 1,1-1-1,0 1 0,-1 0 0,1 1 0,-1-1 1,1 1-1,-1-1 0,0 1 0,4 5 0,3 5 64,-1-1-1,-1 1 0,0 1 0,-1 0 1,7 16-1,2 20 106,-1 1 0,-3 1 0,10 89 0,-14-83-137,-3-21-59,-2-14-6,0-1 0,1 0-1,11 32 1,-14-53-68,-1 1-1,1-1 1,-1 1-1,1-1 1,0 0-1,0 1 1,-1-1 0,1 0-1,0 1 1,0-1-1,0 0 1,0 0-1,0 0 1,1 0-1,-1 0 1,0 0 0,0 0-1,1-1 1,-1 1-1,0 0 1,1-1-1,-1 1 1,1-1-1,-1 1 1,1-1 0,-1 0-1,1 0 1,-1 1-1,1-1 1,-1 0-1,1 0 1,-1-1-1,1 1 1,-1 0 0,1 0-1,-1-1 1,3 0-1,5-2 5,-1-1 0,1 0 0,-1 0 0,15-12 1,-18 13-7,36-28 19,63-61 1,-67 57-46,67-49 0,-90 74 16,2 1 0,-1 0 0,1 1 0,0 1 0,0 0 0,1 2-1,0 0 1,28-5 0,-32 8 1,0 1 0,0 1 1,0 0-1,0 1 0,0 0 0,0 1 0,0 1 1,-1 0-1,1 0 0,-1 1 0,1 1 0,-2 0 1,1 1-1,13 8 0,10 10-8,-1 2 0,-1 1 0,30 31-1,-9-7-24,-46-44 36,1 0 0,0 0 0,0-1 0,0 0 0,1-1 0,0 0 0,12 5 0,-20-10 6,0 0-1,0 1 0,0-1 0,0 0 0,1 0 1,-1 0-1,0-1 0,0 1 0,0 0 0,0-1 0,0 1 1,0-1-1,2-1 0,5-1-1,0 0 0,0-1 0,0 0 0,0-1 0,-1 0 0,0 0 0,0-1 0,0 0 0,0 0 0,-1-1-1,0 0 1,8-12 0,11-21 99,-1-2-1,24-58 0,8-15 583,-40 82-305,2 2 1,1 0-1,30-35 1,-46 62-358,0 0-1,1 1 1,-1-1 0,1 1-1,0 0 1,0 1 0,0-1-1,0 1 1,1 0 0,-1 0-1,0 0 1,1 1 0,-1 0-1,1 0 1,0 0 0,-1 1-1,1 0 1,0 0 0,-1 0-1,1 1 1,0-1 0,10 4-1,-7-1-14,0-1-1,0 2 1,0-1-1,0 1 1,-1 1-1,1-1 1,-1 1 0,0 1-1,-1 0 1,1 0-1,-1 0 1,9 12-1,-9-10 1,-2 1-1,1 0 1,-1 0-1,-1 1 1,0-1-1,0 1 1,-1 0-1,0 0 1,0 1-1,-1-1 0,-1 0 1,0 1-1,0-1 1,-1 1-1,-1-1 1,1 1-1,-2-1 1,1 0-1,-1 1 1,-1-1-1,-6 17 1,-1-3 3,-1 1 1,0-2 0,-2 0 0,-1 0 0,-1-1-1,0-1 1,-29 29 0,-108 90-3757,79-77 1527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2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0 13797,'-1'1'72,"-5"3"491,0 0 1,0 0 0,1 0 0,-9 10 0,12-12-347,0 0-1,1 1 1,0-1 0,-1 0 0,1 1 0,0 0 0,0-1 0,0 1 0,1-1 0,-1 1-1,0 0 1,1 0 0,0-1 0,0 1 0,0 4 0,-8 244 10557,2-4-8847,1-31-2081,-1-70-1845,-3 37-8714,10-139 4119,10-4-3821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2.8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1034 12937,'18'-4'2524,"-1"0"0,34-3-1,83 7 327,-91 1-1892,174 9 1005,55 1-1520,31-11-1483,-299 0 915,-8 0 21,-7 0 76,0 2 1,0-1-1,0 2 1,0-1-1,1 2 0,0-1 1,-1 1-1,1 1 0,1 0 1,-1 0-1,1 1 1,-13 9-1,5-1-156,1 0 0,0 1 0,0 1 1,2 0-1,-16 23 0,4 10-575,21-39 542,4-7 157,0-1 0,1 1-1,-1 0 1,1 0-1,0-1 1,0 1-1,0 0 1,0 0-1,0-1 1,0 1-1,1 0 1,1 5 0,-1-4-53,-1-4 107,0 0 1,0 0 0,0 1 0,0-1-1,0 0 1,0 0 0,0 0-1,0 0 1,0 1 0,0-1 0,0 0-1,0 0 1,0 0 0,0 1-1,0-1 1,0 0 0,1 0 0,-1 0-1,0 0 1,0 0 0,0 1-1,0-1 1,0 0 0,0 0 0,1 0-1,-1 0 1,0 0 0,0 0-1,0 0 1,0 0 0,1 1 0,-1-1-1,0 0 1,0 0 0,0 0-1,0 0 1,1 0 0,-1 0 0,0 0-1,0 0 1,6 1-16,-1 1 1,1-1-1,-1 0 1,1-1-1,0 0 0,-1 0 1,1 0-1,-1 0 0,1-1 1,-1 0-1,1 0 1,-1 0-1,10-4 0,18-7 236,-17 6 18,0 0 0,23-12 0,-33 14-145,0 1 0,1 0 0,-1 0 0,1 1-1,0-1 1,0 1 0,-1 1 0,11-2 0,-13 3-28,0 0 1,0 0 0,0 0 0,-1 1 0,1-1 0,0 1 0,0 0-1,-1 0 1,1 1 0,-1-1 0,1 1 0,-1-1 0,1 1 0,-1 0-1,0 0 1,0 1 0,5 4 0,24 27 693,36 50 1,-35-42-284,-30-38-440,-1 0 1,1-1-1,0 0 0,0 0 0,0 0 1,0 0-1,1 0 0,-1-1 1,1 1-1,0-1 0,0 0 0,0 0 1,0 0-1,7 2 0,-7-4-23,0 0 0,0 0 0,0-1 0,-1 1 0,1-1 0,0 0 0,0 0 0,-1 0 0,1 0 0,0-1 0,-1 1 0,1-1 0,-1 0 0,0 0 0,0 0 0,0 0 0,5-6 0,35-28-205,-2-3 0,-2-1 0,-1-2 1,57-84-1,172-301-1469,-215 329 1406,-4-1 0,55-165 0,-75 178 264,-8 30 416,16-81 0,-51 170 1288,6 5-1028,1 0-1,-2 51 0,3-29-110,-28 286 1614,25-239-1727,2-11 74,7 145-1,4-188-480,3 0 0,3 0 0,1-1 0,24 68 0,-28-103-316,1 1 1,0-1 0,2 0-1,0-1 1,1 0 0,0-1-1,23 26 1,-25-33-120,0 0 1,1-1-1,0 0 1,0 0-1,1-1 1,0 0-1,0-1 0,1 0 1,-1 0-1,1-1 1,0-1-1,0 0 1,21 3-1,-16-4-744,-1-1-1,1-1 1,21-2-1,19-8-4808,15-15-5763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3.0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0 11581,'-9'19'1399,"0"0"0,0-1-1,-20 27 1,22-34-416,1 1 0,0 0 0,0 0-1,1 0 1,1 1 0,-6 26 0,-7 85 3125,10-64-2845,-23 330 770,30-373-2799,0 1-1,1-1 1,4 20 0,-3-30 64,-1 1 1,1-1 0,1 0 0,-1 0 0,1-1-1,0 1 1,1-1 0,0 1 0,7 8 0,-11-14 509,1 0 1,-1-1 0,1 1 0,0 0 0,-1-1 0,1 1 0,0-1-1,-1 1 1,1-1 0,0 1 0,-1-1 0,1 1 0,0-1 0,0 0-1,0 1 1,0-1 0,-1 0 0,1 0 0,0 0 0,0 0 0,0 0-1,0 0 1,0 0 0,0 0 0,-1 0 0,1 0 0,0 0 0,0 0-1,0-1 1,0 1 0,-1 0 0,1 0 0,0-1 0,0 1 0,0-1-1,-1 1 1,1-1 0,0 1 0,-1-1 0,2 0 0,3-3-1291,27-15-7598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3.1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 3692,'-24'12'584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6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742 198 7161,'0'0'7864,"-1"-3"-6240,0 0-1174,0 1 1,0-1 0,0 0-1,0 1 1,-1-1 0,1 1-1,-1 0 1,1-1-1,-1 1 1,0 0 0,0 0-1,0 0 1,0 0-1,-3-2 1,-36-19 3642,38 22-2957,-5-6-405,7 7-609,0-1 1,0 1-1,0-1 0,0 0 1,0 0-1,0 1 0,0-1 1,0 0-1,0 0 0,0 0 1,0 0-1,0 0 0,1 0 1,-2-2-1,5-7-23,1-5-447,-5 15 341,1 0-1,0-1 1,0 1 0,0 0 0,-1 0-1,1-1 1,0 1 0,0 0-1,-1 0 1,1 0 0,0-1 0,0 1-1,-1 0 1,1 0 0,0 0-1,-1 0 1,1 0 0,0-1 0,-1 1-1,1 0 1,0 0 0,-1 0-1,1 0 1,0 0 0,-1 0 0,1 0-1,0 0 1,-1 0 0,1 0-1,0 1 1,-1-1 0,1 0 0,0 0-1,-1 0 1,1 0 0,0 0 0,-1 1-1,1-1 1,0 0 0,0 0-1,-1 0 1,1 1 0,-12 6-87,10-6 4,-1 0-1051,-10 3 1151,6-1 59,14-13-41,61-76 478,-67 84-175,-22-1-100,-5 2-82,16 3-54,0 1 0,1 0 0,-1 1 0,1 0 1,0 0-1,0 1 0,1 0 0,-11 9 0,-64 57 823,74-63-826,-44 43-33,2 2 0,3 2 0,-70 104 0,90-116-55,3 1-1,2 2 1,1 0-1,3 1 1,2 2-1,-14 59 1,27-86-4,0 0 0,1 0 0,1 0 0,1 1 0,1-1 0,1 1 0,2-1 0,0 0 0,1 0 0,1 0 0,0 0 0,2-1 0,1 0 0,1 0 0,0-1 0,2 0 0,0-1 0,1 0 0,1-1 0,1 0 0,1-1 0,0 0 0,32 26 0,-15-19-104,2-1 1,0-2-1,1-1 0,1-1 0,0-3 1,2-1-1,-1-1 0,41 8 0,17-2-456,1-3 0,113 5 0,-145-18-278,1-3 0,-1-3 0,1-2 0,-1-4 0,92-21 0,-116 18 429,0-2 0,-1-1 1,-1-2-1,0-2 1,-2-1-1,0-2 0,-1-1 1,-1-2-1,48-43 1,-49 35 390,-1-2 1,-1-1 0,30-46 0,-48 60 381,0 0 0,-2 0 0,0-1-1,-1 0 1,-1-1 0,-2 0 0,10-44 0,-16 55 61,-1 0 1,-1 1-1,0-1 0,0 1 1,-1-1-1,0 1 0,-5-13 1,5 20 287,-15 19 833,13-10-1387,0 1 0,1 0 0,0 0 0,0 0 0,0 0 1,1 1-1,0-1 0,0 1 0,-1 8 0,-8 70 885,8-59-781,-3 38-124,3 108-1,5-139-129,2 0-1,1 0 0,2-1 0,1 0 0,13 35 0,-12-44-8,1 0 0,2-1 0,0 0 0,1-1 0,1-1 0,1 0 0,0 0 0,21 18 0,-24-27 0,1 0 0,-1-1 0,2 0 0,0-1 0,0 0 0,0-1 0,1-1 0,0 0 0,0-2 0,1 1 0,0-2 0,0 0 0,20 2 0,-18-4-80,1-1 0,-1-1 0,0-1 0,1 0 0,-1-1 1,0-1-1,0-1 0,0-1 0,-1 0 0,25-12 0,-29 11 16,-1 0 0,0-2 1,-1 1-1,0-1 0,0-1 0,-1 0 0,0-1 0,0 0 1,-1 0-1,-1-1 0,1 0 0,-2 0 0,0-1 1,10-21-1,-12 18 45,0-1 1,0 0-1,-1 0 1,-1 0-1,-1 0 1,-1-1-1,0 1 1,-1-1-1,0 1 1,-1-1-1,-1 1 1,-1 0-1,-1 0 1,0 0 0,-1 0-1,0 0 1,-1 1-1,-1 0 1,-1 0-1,0 1 1,0 0-1,-2 0 1,0 1-1,0 0 1,-23-20-1,10 14 10,-1 1 0,0 1 0,-2 1 1,0 2-1,-1 0 0,0 2 0,-1 0 0,0 2 0,0 2 0,-2 0 0,-44-5 0,48 10-576,0 2-1,-1 0 0,1 2 0,-41 7 1,32-3-894,-34 6-3400,29 5-1733,10 9-4849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7.1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 17746,'0'-1'529,"1"0"1,0 0-1,0 1 1,0-1-1,1 1 1,-1-1-1,0 1 1,0-1-1,0 1 1,0-1-1,0 1 1,1 0-1,-1 0 1,2 0-1,-2 0-333,1 0 0,0 0-1,-1 0 1,1 1 0,-1-1-1,1 0 1,0 1 0,-1 0 0,1-1-1,-1 1 1,0 0 0,1 0 0,-1 0-1,1-1 1,-1 2 0,0-1-1,0 0 1,0 0 0,0 0 0,0 0-1,0 1 1,0-1 0,0 1 0,0-1-1,0 0 1,-1 1 0,1 0 0,0 2-1,15 84 266,-3 1 1,0 97-1,-10-129-442,5 230-19,-38 385 0,8-304-2915,22-274 7,23 180 1,-21-262 267,0 1 1,9 23-1,16 15-10494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7.5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667 213 14441,'-1'-8'253,"-4"-14"1774,-1 0-1,-1 0 1,-1 1 0,-14-30 0,18 45-1475,1 1 1,0 0 0,-1 0 0,0 0-1,0 0 1,-1 1 0,1 0-1,-1 0 1,-8-6 0,9 8-403,0 0 1,0 0 0,1 1 0,-2-1-1,1 1 1,0 0 0,0 0 0,0 1 0,0-1-1,-1 1 1,1 0 0,0 0 0,0 0-1,-1 0 1,-6 3 0,-5 1-151,1 1 0,0 1 0,0 1 0,1 0 0,-1 1 0,2 0 0,-1 1 0,1 0 0,0 2 0,-13 13 0,-6 9 0,1 0 0,-37 57 0,62-82-10,-97 146-2235,87-129 1745,2 1 0,1 1-1,1 1 1,-8 29 0,9-3-1275,11-54 1770,0 0 0,0 0-1,0 1 1,0-1-1,0 0 1,0 0-1,0 0 1,0 0 0,0 0-1,0 0 1,0 0-1,0 1 1,0-1-1,0 0 1,0 0 0,0 0-1,0 0 1,0 0-1,0 0 1,0 0 0,0 0-1,0 1 1,0-1-1,0 0 1,0 0-1,0 0 1,0 0 0,0 0-1,0 0 1,0 0-1,0 0 1,1 0-1,-1 1 1,0-1 0,0 0-1,0 0 1,0 0-1,0 0 1,0 0 0,0 0-1,0 0 1,0 0-1,1 0 1,-1 0-1,0 0 1,0 0 0,0 0-1,0 0 1,0 0-1,0 0 1,0 0-1,1 0 1,-1 0 0,0 0-1,0 0 1,0 0-1,0 0 1,0 0 0,0 0-1,0 0 1,0 0-1,1 0 1,-1 0-1,0 0 1,0 0 0,0 0-1,0-1 1,0 1-1,8-1-129,-1 1 173,0-1 0,-1 0 1,1 0-1,0-1 0,-1 1 0,1-1 0,-1-1 1,0 0-1,8-3 0,38-30 858,-33 21-167,1 2 0,1 0-1,24-11 1,-37 21-517,0 0-1,0 0 1,1 1-1,-1 0 0,1 1 1,-1 0-1,1 0 1,-1 0-1,1 1 1,-1 1-1,1-1 1,16 5-1,-12-2-203,1 1-1,-1 1 1,0 1-1,0 0 1,-1 0-1,0 1 1,0 1-1,0 0 1,-1 0-1,0 1 1,-1 1-1,18 21 1,-24-27-30,49 63-4179,23 41-8495,-51-71-168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7.9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1 15657,'-20'2'922,"-4"1"4645,37-5-4002,-12 2-1431,1 0 1,-1 0-1,0 0 0,0 1 1,1-1-1,-1 0 1,0 1-1,0-1 1,0 1-1,1 0 0,-1-1 1,0 1-1,0 0 1,0 0-1,0-1 0,0 1 1,0 0-1,0 0 1,-1 0-1,1 0 0,0 0 1,0 1-1,-1-1 1,1 0-1,-1 0 1,1 0-1,-1 1 0,0-1 1,1 0-1,-1 0 1,0 2-1,11 55 1431,-9-42-1005,17 134 755,-1 239 0,-7 179-1315,45-3 0,-42-472 0,-9-78 0,2-12 0,5-14 0,-11 10 0,12-14 0,-1 0 0,0-1 0,11-19 0,-10 14 0,31-37 0,-16 32 0,0 0 0,1 2 0,2 1 0,0 1 0,1 2 0,1 1 0,1 2 0,1 1 0,0 2 0,47-13 0,-31 14 0,0 2 0,0 2 0,1 2 0,1 3 0,-1 2 0,101 9 0,-129-4 0,-1 1 0,1 1 0,-1 1 0,-1 1 0,1 1 0,-1 1 0,-1 1 0,30 18 0,-41-21 0,-1 0 0,0 0 0,0 1 0,0 0 0,-1 1 0,-1-1 0,1 2 0,7 12 0,-11-14 0,0 0 0,0-1 0,-1 2 0,0-1 0,-1 0 0,0 1 0,0-1 0,0 1 0,-1-1 0,-1 1 0,1 0 0,-2 11 0,-1-7-33,0 0 0,0 0 0,-2 0 1,1-1-1,-2 1 0,1-1 0,-2 0 0,1 0 1,-10 13-1,3-9-105,0 1 1,-1-2 0,-1 0 0,0 0-1,-23 17 1,3-7-224,-2-1 0,-1-2 1,0-1-1,-2-2 0,-44 15 0,31-17-1458,0-1 0,-76 11 0,-33-6-6397,11-11-4577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18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44 148 16073,'-27'-48'2941,"21"30"-465,6-3-324,0 2 2677,-7 4-3901,4 3-500,9-3-6641,11 15 3281,13 27-3197,0-6-5440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0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772 642 14293,'-4'-4'378,"-1"-1"-1,1 1 1,-1 0-1,0 0 1,0 1-1,0-1 0,-1 1 1,1 0-1,-1 0 1,1 1-1,-8-2 1,-5-1 1198,-1 1 1,-29-3 0,31 6-1102,0 1 1,0 1 0,1 1-1,-1 0 1,0 1-1,1 0 1,0 1 0,0 2-1,0-1 1,-17 10-1,7-3-243,1 2-1,0 1 1,1 1-1,1 1 0,-25 23 1,19-13-342,1 1 1,1 1-1,2 1 0,-27 42 1,45-60-130,0 0 0,0 1 1,1-1-1,1 1 0,0 1 0,1-1 1,0 1-1,1-1 0,1 1 0,0 0 1,1 0-1,0 0 0,1 0 0,1 0 1,3 19-1,-3-27 100,1 0 1,0 1-1,0-1 0,0 0 1,1-1-1,0 1 0,0 0 0,1-1 1,-1 0-1,1 1 0,1-1 1,-1-1-1,0 1 0,1-1 0,0 0 1,0 0-1,0 0 0,1-1 1,-1 1-1,1-1 0,0-1 1,0 1-1,12 3 0,-7-4 29,0 1 0,0-1 0,1-1 0,-1 0 0,0-1 0,0 0 0,1 0 0,-1-2 0,0 1-1,0-1 1,0-1 0,18-6 0,-9 1 350,-1-2-1,0 0 1,0-1-1,-1 0 1,-1-2-1,0 0 1,-1-1-1,0-1 1,-1 0-1,0-1 1,-2 0 0,0-2-1,-1 1 1,0-1-1,12-29 1,-21 41-82,2-5 400,1-1 1,1 1 0,0 0 0,0 1 0,13-14 0,-19 23-511,0 0 0,0 0 0,0 0 1,0 1-1,0-1 0,0 0 0,0 1 1,1-1-1,-1 0 0,0 1 0,0 0 1,1-1-1,-1 1 0,0 0 0,1 0 1,-1-1-1,0 1 0,1 0 0,-1 1 0,0-1 1,1 0-1,1 1 0,1 0 30,0 0 0,0 1 0,-1 0 0,1-1 0,-1 1 0,0 1 0,1-1 0,2 3 0,4 4 108,-1 0-1,0 1 1,-1 0 0,11 16-1,12 27 112,-2 1 0,33 88 0,28 125 433,-77-227-712,96 365-2,-92-317-43,-4 1 0,3 151 0,-16-146-415,-5-1 0,-3 0-1,-5-1 1,-36 138 0,33-180 91,-1-2-1,-3 0 1,-47 83 0,46-98 109,-1 0 0,-2-2 0,-1 0 0,-2-2 0,-51 45 1,51-53 145,0-1 1,-2-2-1,0 0 1,-1-2-1,0-1 1,-1-1-1,-1-2 1,-58 14-1,72-23 95,0 0 0,0-1 0,0-1 1,0 0-1,0-2 0,0 0 0,-34-7 0,39 5 8,1-1 0,0 0 0,0-1 0,1 0 0,-1-1 0,1 0-1,1-1 1,-1 0 0,1-1 0,0 0 0,1 0 0,-11-13 0,11 11-35,0-1 1,1-1-1,0 0 1,1 0-1,1-1 1,0 1-1,0-1 1,2-1-1,-1 1 1,-2-16-1,3 7-101,2 0 0,0 0-1,1 0 1,1 0 0,7-42 0,2 15-222,3 0 1,2 1 0,2 0-1,2 1 1,25-46 0,38-59-1705,175-246 0,147-109-1254,363-304 2181,-663 711 1919,217-225 4502,-285 272-2735,-51 58-896,12-2-1558,-1 1-1,1-1 1,1 1 0,-1 0 0,0 0-1,1 0 1,0 0 0,0 0 0,0 1-1,1 0 1,-1-1 0,1 1 0,0 0-1,-2 10 1,-2 10 199,-5 47 0,8-46-181,-1 12-28,1 1-1,2 0 1,2 0 0,1-1-1,2 1 1,2-1 0,1 0-1,2 0 1,20 54-1,-19-68-203,1 0 0,0-1 0,2 0-1,1-1 1,0 0 0,2-1 0,0-1-1,2 0 1,0-2 0,1 0 0,0 0 0,2-2-1,0-1 1,46 25 0,-43-28-156,0-2 0,1 0-1,0-2 1,0-1 0,1-1 0,0-1 0,49 3 0,-63-8 178,-1 0 0,1-1-1,-1 0 1,1-1 0,-1-1 0,0 1 0,0-2 0,20-8 0,-23 8 46,-1-1 1,0 1-1,0-1 1,0-1-1,-1 1 1,1-1-1,-1 0 1,-1-1-1,1 1 1,-1-1-1,0 0 1,-1-1-1,5-9 1,-3 3-21,0-2 0,-1 1 0,-1 0 0,0-1 1,-2 0-1,1 0 0,-2 0 0,0 0 0,-1 0 0,-1 0 1,-4-30-1,-4 2-232,-2-1 1,-32-83-1,10 50-56,-4 1 1,-3 2-1,-3 2 0,-84-108 1,124 177 342,-12-15-18,0 0-1,2 0 1,0-1 0,2-1-1,-14-33 1,23 50 5,2 0-1,-1 0 1,0-1-1,1 1 1,0 0-1,0 0 1,0-1 0,1 1-1,-1 0 1,1 0-1,0 0 1,0-1-1,1 1 1,-1 0-1,1 0 1,0 1-1,0-1 1,0 0 0,4-4-1,0 0-103,1 0 0,0 0 0,0 1 0,1 0 0,0 0 0,15-9 0,7-2-163,0 2 0,1 1 0,1 2 0,52-15 0,-34 15 111,1 2 0,72-6 0,-107 15 173,-4 1 44,0 0 0,0 1 0,0 0 0,0 0 0,0 1 0,0 1 0,0 0 1,-1 1-1,17 5 0,5 4 487,62 31 1,-89-40-462,-1 1 1,1-1 0,-1 1-1,0 0 1,0 0 0,0 1-1,-1-1 1,1 1 0,-1 0-1,0 0 1,0 1 0,-1-1-1,0 1 1,0 0 0,0 0-1,3 11 1,-1-4 68,6 15 145,-2 1 0,-1 0-1,5 38 1,5 92 392,-13-96-484,28 163 362,-28-200-501,2 0-1,1 0 0,2-1 1,0 0-1,1-1 1,22 34-1,-25-46-39,1-1 1,1 0-1,0 0 1,1-1-1,0-1 0,0 1 1,1-2-1,0 0 0,1 0 1,0-1-1,0-1 1,0 0-1,1-1 0,0 0 1,0-1-1,0 0 0,1-2 1,-1 1-1,1-2 1,-1 0-1,1-1 0,0 0 1,-1-1-1,1-1 0,-1 0 1,1-1-1,-1-1 1,0 0-1,0 0 0,-1-2 1,1 0-1,-1 0 0,0-1 1,-1-1-1,0 0 1,0-1-1,-1 0 0,12-12 1,-7 2 15,0-1 0,0-1-1,-2-1 1,-1 0 0,-1 0 0,0-2 0,-2 1 0,-1-1 0,-1-1 0,-1 0 0,-1 0 0,-1 0 0,-1 0 0,-2-1-1,0 0 1,-2 0 0,0 1 0,-2-1 0,-9-43 0,5 37-21,-3-1 1,0 1-1,-2 1 0,-2 0 1,0 0-1,-2 1 0,-2 1 1,0 1-1,-2 0 0,-1 2 1,-1 0-1,-1 1 0,-2 1 0,-46-37 1,44 42-10,-1 1 0,0 2 0,-2 0 1,1 2-1,-2 2 0,0 0 0,0 2 0,-55-11 0,59 17-578,-1 1 0,1 1 0,-1 1 0,1 2 0,-1 1 0,1 0 0,0 2 0,0 1 0,0 2 0,-46 17 0,60-20-766,1 2 0,1-1-1,-17 12 1,-19 24-7203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0.6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579 105 11665,'-3'-3'105,"-8"-11"928,-1 1-1,0 0 1,0 0 0,-17-12-1,25 23-783,0-1-1,0 0 0,0 1 1,0 0-1,0 0 1,0 0-1,0 0 1,-1 1-1,1 0 1,-1 0-1,1 0 1,-1 0-1,1 1 0,-1 0 1,0 0-1,1 0 1,-1 0-1,1 1 1,-1-1-1,1 1 1,-1 1-1,-5 1 0,-10 6-26,0 1-1,1 1 0,0 1 0,0 0 0,1 2 0,1 0 0,0 1 1,1 1-1,-24 30 0,12-7-477,1 0 1,3 2-1,-32 70 1,49-94 26,0-1 0,2 1-1,0 0 1,1 0 0,0 1 0,2-1 0,0 1 0,1 33-1,2-40 103,0 0 1,0 0-1,1 0 0,0 0 0,1-1 0,1 1 0,-1-1 0,2 0 0,-1 0 1,1 0-1,1 0 0,0-1 0,0 0 0,15 16 0,-18-22 109,0-1-1,0 1 0,0-1 1,0 1-1,0-1 1,1 0-1,-1-1 1,1 1-1,-1 0 0,1-1 1,-1 0-1,1 0 1,0 0-1,0 0 1,0-1-1,-1 1 0,8-1 1,-5-1 62,0 0 1,1 0 0,-2 0-1,1-1 1,0 0 0,0 0-1,0-1 1,-1 0 0,1 0-1,6-5 1,-2 1 116,0-1 1,0-1-1,-1 0 0,0 0 1,-1-1-1,0 0 1,0 0-1,-1-1 1,0 0-1,5-13 0,2-14 959,16-78 0,-1 2 1305,1 38-309,-30 74-2063,1 0 0,-1 1 0,1-1 0,-1 0 0,1 0 0,0 1 0,0-1 0,-1 1 0,1-1 0,0 1 0,1-1 0,-1 1 0,0 0 0,0-1 0,1 1 0,1-2 0,-2 3-18,0 0 1,0 0 0,0-1 0,0 1-1,0 0 1,0 0 0,0 0 0,0 0-1,0 0 1,0 0 0,-1 0-1,1 0 1,0 1 0,0-1 0,0 0-1,0 1 1,0-1 0,0 0 0,0 1-1,-1-1 1,1 1 0,1 0-1,3 4 90,0-1 0,0 1 0,0 0 0,-1 1 0,0-1 0,0 1 0,4 7 0,4 10 21,-1 1 0,-1 0 0,-1 1 0,6 27 0,18 107 507,-22-98-575,70 417-78,-23-19 0,-52-410 0,5 84-484,-6 0 0,-5 0 0,-24 180 0,21-288 9,-1-1-1,-1 0 0,-2 0 0,0 0 1,-1-1-1,-1 0 0,-19 33 0,20-43 290,-2 1-1,1-1 1,-2 0-1,0-1 0,0-1 1,-1 1-1,0-2 1,-1 0-1,0 0 0,-1-1 1,0-1-1,-22 10 1,8-6 149,0-2 0,-1 0 0,1-2 0,-2-2-1,-38 5 1,51-9 260,0-2 0,0 0-1,0 0 1,0-2 0,0 0-1,0-1 1,1 0 0,-1-2-1,1 0 1,-31-14-1,42 17-130,0-1 1,1 0-1,-1 0 0,1 0 0,-1-1 0,1 1 0,0-1 0,1 0 0,-1 0 0,1 0 0,-1-1 0,1 1 0,1-1 0,-1 0 0,-3-10 0,3 7 23,1-1 0,0 0 0,1 1 1,0-1-1,1 0 0,0 0 0,0 0 0,0 0 1,4-12-1,1-3 48,1 0 0,1 0 0,2 1 1,0 0-1,15-26 0,70-107 239,-85 141-376,360-504-2245,-357 504 2045,283-359-5281,-78 106-4270,-113 137-576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0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281 0 11361,'-8'2'395,"-11"3"1089,1-2 0,-23 2-1,35-4-1087,0 0 0,0 0 0,0 0 0,0 1 0,0 0 0,1 0 0,-1 1 0,1-1 0,-1 1 0,1 0-1,0 1 1,0-1 0,1 1 0,-1 0 0,1 0 0,0 1 0,0-1 0,0 1 0,0 0 0,1 0-1,0 0 1,-5 11 0,-1 5 484,0 0 1,2 1-1,0 0 0,-6 39 0,-2 41-320,4 0 0,3 108 0,23 211 682,-7-264-1111,0 248-3043,-1-16-3561,28-3-938,-21-300-5576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1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0 528 13237,'4'-1'1896,"1"1"-1398,0-1 0,0 1 0,0 0 0,0 1 0,0-1 0,0 1 0,0 0 0,0 1 0,0-1 0,0 1 0,4 2 0,35 10 850,-15-8-1076,0-1 0,1-2 0,0-1 0,-1-1 0,1-1-1,0-2 1,-1-1 0,39-9 0,-54 9-205,0 0-1,0-2 1,0 0 0,-1 0 0,0-1-1,0-1 1,-1 0 0,0-1-1,0 0 1,0-1 0,-1 0 0,-1-1-1,1 0 1,-2-1 0,1 0 0,-2 0-1,1-1 1,-2 0 0,11-21-1,-12 18 28,0 0 0,-1-1 0,0 0 0,-1 0-1,-1 0 1,-1 0 0,0 0 0,-1 0-1,-1-1 1,0 1 0,-2 0 0,0 0 0,0-1-1,-1 1 1,-1 1 0,-1-1 0,-10-23 0,13 35-37,0 0 0,0-1 0,-1 1 0,1 0 0,-1 0 1,0 0-1,0 1 0,0-1 0,-1 1 0,-3-4 0,4 6-5,1-1-1,0 1 1,-1 0 0,1 0-1,-1 0 1,1 0-1,-1 1 1,1-1-1,-1 0 1,0 1-1,1 0 1,-1 0-1,0 0 1,1 0 0,-1 0-1,0 1 1,1-1-1,-1 1 1,1-1-1,-1 1 1,-3 2-1,-9 4 120,0 1 0,1 0 0,0 1 0,0 1-1,1 0 1,0 1 0,1 0 0,1 1-1,-12 15 1,-12 17 514,-40 67 0,41-49-685,2 1 0,-27 77 0,45-101 0,1 0 0,1 1 0,3 0 0,1 1 0,2 0 0,2 0 0,2 0 0,1 1 0,3-1 0,1 0 0,14 68 0,-14-95-118,1 0-1,1 0 1,0-1-1,1 0 1,0 0 0,1 0-1,1-1 1,0 0-1,0-1 1,1 0 0,1 0-1,0 0 1,0-2-1,15 13 1,-8-11-181,0-1 0,1-1 0,-1 0 0,2-1 0,-1-1 1,1 0-1,0-2 0,1 0 0,34 4 0,-5-5-1478,-1-1-1,1-3 1,76-8 0,54-24-6386,-55 5-1583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2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43 215 13625,'-12'5'-1082,"-3"0"3356,-1 2 5131,38-15-3526,7-1-3465,-1 2 0,1 1 1,0 2-1,38-2 0,-4 1-95,789-60 685,-434 38-1115,-191 14 31,267-29-2354,-489 41 2102,1-1 0,-1 1-1,0-1 1,0 0-1,8-4 1,-10 4-451,0 1 1,0-1 0,0 1 0,0 0 0,1 0 0,-1 0 0,6 0-1,-19-15-14851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2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422 13 11361,'-7'-1'919,"-1"0"1,0 0-1,1 0 0,-1-1 1,-10-4 9524,27 22-8454,-2-7-1622,43 66 161,7 8 630,-4 2 1,71 157-1,-104-188-1152,-2 1 0,-3 0 0,-3 1 0,-1 1 0,-4 0 0,-2 0 0,-2 1 0,-3-1 0,-13 108 0,1-94-51,-2-1 1,-4-1-1,-2-1 1,-4 0-1,-2-2 1,-4-1-1,-58 96 1,24-64-2536,-118 138-1,-4-37-9224,106-121-738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3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1294 13581,'1'-1'136,"-1"0"-1,1 1 1,0-1 0,0 0-1,-1 0 1,1 0 0,0 0-1,-1 0 1,1 1-1,-1-1 1,1 0 0,-1 0-1,0-1 1,1 1-1,-1 0 1,0 0 0,0-1-1,-13 1 1775,11 1-1247,0 1 0,-1-1 0,1 0 0,-1 0 0,1 0 0,0 0 0,-1 0 0,1-1 1,0 1-1,-5-2 0,54-21 2779,57-24-2097,-72 33-1294,0-1-1,-1-1 1,0-2-1,-2-1 1,0-1 0,-1-1-1,-2-2 1,0-1-1,-1-1 1,-1-1-1,-2-1 1,-1-1-1,-1-1 1,-1 0-1,-2-2 1,27-62-1,20-96-558,45-214-1,-106 385 454,0 0 0,0 0 0,-1-22 0,-2 37 57,0 0 0,0 1 0,0-1 0,-1 0 0,1 1 0,-1-1 0,1 0 0,-1 1 0,0-1 0,0 1 0,0-1 0,-1 1 0,1-1 0,0 1 0,-1 0 0,0 0-1,-3-4 1,4 4 10,-1 1-1,0 0 0,1 0 1,-1 1-1,0-1 0,0 0 1,0 1-1,1-1 1,-1 1-1,0-1 0,0 1 1,0 0-1,0 0 0,0 0 1,0 0-1,0 0 0,0 0 1,0 1-1,1-1 0,-1 0 1,0 1-1,0 0 0,0-1 1,-2 3-1,-8 3 118,0 1-1,1 1 1,-1 0-1,2 0 1,-1 1 0,1 1-1,-16 19 1,-58 87 997,50-64-1044,3 3 1,1 0-1,4 2 1,1 1-1,-21 79 0,35-95-63,1 1-1,3 0 0,1 1 0,3-1 0,1 1 0,2 0 1,2 0-1,12 64 0,8-20-18,4-2 1,65 149-1,20 55-6,-105-268-56,0 0-1,-1 1 0,-2-1 0,0 1 0,-2 0 1,0 0-1,-1 0 0,-5 31 0,1-36 14,0-1 0,0 1 0,-2-1 0,0 0 0,-1 0 0,-1 0 0,-1-1 0,0-1 1,-1 1-1,0-1 0,-13 13 0,-1-4-29,-1-1 1,-1-2-1,0 0 1,-2-2-1,0-1 1,-2-1 0,-52 23-1,8-16-3413,99-52-1857,51-29-2858,0 11-2755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3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693 57 13237,'-53'-43'2656,"50"41"-2404,1 1 1,0-1-1,-1 1 0,1 0 1,-1 0-1,1 0 0,-1 0 1,1 0-1,-1 0 0,0 1 1,0-1-1,1 1 0,-1 0 1,0 0-1,1 0 1,-6 1-1,-3 0 504,-4-1-234,1 2-1,-1 0 1,1 0-1,0 2 1,0-1-1,0 2 1,0 0-1,1 1 1,0 0 0,0 1-1,0 0 1,1 1-1,-22 18 1,2 3-308,2 1 0,1 1 0,-37 52 0,31-32-1877,2 2 0,2 1 0,3 1 0,-39 107 0,63-151 1015,1 0 1,0 1-1,-3 17 1,6-26 523,0 0 0,0 0 1,0 0-1,0 0 0,0-1 0,0 1 0,1 0 1,-1 0-1,1-1 0,0 1 0,0 0 0,0-1 1,0 1-1,0 0 0,1-1 0,-1 0 0,1 1 1,-1-1-1,4 4 0,-3-5 83,0 0 0,0-1 0,0 1 0,-1 0 0,1-1 0,0 1 0,0-1 0,0 0 0,0 0 1,0 1-1,0-1 0,0 0 0,0-1 0,0 1 0,0 0 0,0 0 0,0-1 0,0 0 0,0 1 0,-1-1 0,1 0 0,0 0 0,0 0 0,-1 0 0,3-2 0,46-32 132,-30 16 344,-1-1 0,-1-1-1,28-42 1,-34 44 17,1 1-1,1 0 0,1 1 1,0 0-1,1 1 0,18-13 0,-31 26-366,0 1-1,0 0 0,0 0 0,1 0 0,-1 0 0,1 0 0,-1 1 0,1-1 1,0 1-1,-1 0 0,1 0 0,0 1 0,0-1 0,0 1 0,-1 0 0,1 0 1,0 0-1,0 0 0,0 1 0,0-1 0,-1 1 0,1 0 0,0 0 0,-1 1 0,1-1 1,0 1-1,-1-1 0,0 1 0,1 0 0,-1 1 0,0-1 0,0 0 0,2 4 1,8 8 102,-1 1 1,-1 0 0,0 1 0,-1 0-1,12 27 1,1 0 35,9 10 96,54 71 1,-70-105-393,0-1 0,1-1 0,1 0 0,1-1 0,0-1 0,35 20 0,-25-20-513,1-2 1,0-1-1,1-1 1,0-2-1,1-1 1,-1-1-1,2-2 1,-1-1-1,55 0 1,-3-8-1777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4.6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161 857 9957,'0'0'2176,"3"-2"-147,18-14-829,1 1 0,1 0 0,0 2 0,1 1-1,33-12 1,-28 12-920,0-1 0,-2-1 0,50-34 0,-44 23-60,-2-1-1,38-42 1,-60 58-179,0-1-1,-1 0 1,-1 0-1,0-1 1,-1 0-1,0 0 0,0-1 1,-1 1-1,-1-1 1,0 0-1,2-16 1,-4 4 69,-1-1 0,-2 1 1,0 0-1,-1 0 0,-2-1 1,-1 1-1,0 1 0,-2-1 1,-11-27-1,15 45-23,0 0-1,0 1 1,0-1 0,-1 0-1,0 1 1,0 0-1,-1 0 1,0 0 0,0 1-1,0 0 1,0 0 0,-1 0-1,0 0 1,0 1 0,0 0-1,-1 0 1,1 1 0,-1-1-1,0 2 1,0-1 0,0 1-1,0 0 1,0 0 0,-1 1-1,1 0 1,-8 0-1,2 1 93,1 0 0,-1 1-1,1 0 1,-1 2-1,1-1 1,0 1-1,0 1 1,0 0 0,1 1-1,-1 0 1,-20 13-1,5 2-86,1 2-1,1 1 0,1 0 1,1 2-1,2 1 0,0 1 0,1 0 1,-17 35-1,18-25 79,1 0 1,3 1-1,1 0 1,1 1-1,3 1 0,-9 59 1,14-58-18,2 1 1,2-1-1,1 1 1,3-1-1,1 0 1,13 57-1,-9-65-95,2 0 1,2 0-1,0-1 1,2 0-1,2-1 0,1-1 1,39 54-1,-40-65-177,1-1 0,0 0 0,1-1 0,1-1 0,0 0 0,1-2-1,1 0 1,1-2 0,33 15 0,-26-15-258,1-1-1,1-2 1,0-2 0,0 0-1,1-2 1,58 2-1,-45-8 10,0-1-1,0-3 0,-1-1 1,0-2-1,0-2 1,0-2-1,-2-2 0,0-2 1,0-2-1,66-38 1,-50 19 152,-2-3 0,-1-2 0,-2-2 0,57-62 1,-75 68 168,-3-1 0,-1-2 0,-2-1 0,-1-1 0,-3-1 0,28-67-1,-48 96 83,1 0-1,-2 0 0,0-1 0,-1 1 0,-1-1 0,0 0 0,-1-25 1,-1 36-5,-1-1 1,1 0-1,-1 0 1,-1 1-1,1-1 1,-1 1 0,0-1-1,0 1 1,-1 0-1,-4-8 1,5 10-4,-1 0 0,0 0 0,0 0 1,0 0-1,0 0 0,0 1 0,-1-1 0,1 1 0,-1 0 1,1 0-1,-1 0 0,0 1 0,0-1 0,0 1 1,1 0-1,-7-1 0,-3 0 8,-1 1 1,1 1-1,-1 0 1,1 1-1,0 0 1,-1 1-1,1 0 1,0 1-1,-16 6 1,4 0 13,0 1 1,1 1-1,-39 24 1,37-18-461,1 1 0,1 0 0,0 2 0,2 1 0,0 0 0,1 2 0,-23 34 0,43-56 371,-1 0 0,1 0 0,1 1 0,-1-1 0,0 0 0,0 1 0,0-1 0,1 1 0,-1-1 0,1 1 0,-1-1 0,1 1 0,0-1 0,-1 1 0,1-1-1,0 1 1,0 0 0,0-1 0,0 1 0,0-1 0,1 1 0,-1-1 0,0 1 0,1-1 0,-1 1 0,1-1 0,0 1 0,-1-1 0,1 1 0,0-1 0,0 0 0,0 1 0,0-1 0,0 0 0,0 0 0,0 0 0,0 0 0,1 0 0,-1 0 0,0 0 0,0 0 0,1 0 0,-1-1 0,1 1 0,-1 0 0,3 0-1,163 40 1122,-151-35-774,0 1-1,-1 1 1,0 1 0,0 0 0,0 0 0,-2 2 0,1 0 0,-1 0 0,20 24 0,-4 2 107,-1 2 0,26 48 0,-30-46-2145,1-2 1,46 55-1,-66-88 987,12 11-1480,-1-8-3076,5-2-3574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5.4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95 6197,'1'-8'433,"0"1"0,0-1 0,1 1 0,0-1 1,0 1-1,0 0 0,5-8 0,-6 13-237,1 0 0,-1 0 0,0 0 1,0 1-1,1-1 0,-1 0 0,1 1 0,0-1 0,-1 1 0,1 0 0,0 0 0,0-1 0,0 1 1,0 0-1,0 1 0,0-1 0,0 0 0,0 1 0,0-1 0,0 1 0,0-1 0,1 1 1,-1 0-1,0 0 0,0 0 0,0 0 0,0 0 0,1 1 0,-1-1 0,0 1 0,3 0 0,1 2 102,0 0-1,0 0 0,0 0 0,0 1 0,-1 0 0,0 0 0,7 6 0,-2-1 31,10 9 44,-1 0 1,-1 2 0,-1 0 0,-1 2 0,0 0-1,-2 0 1,-1 1 0,0 1 0,16 45-1,-14-25-132,-1 1 0,-3 0-1,-1 1 1,5 82-1,-15-91-163,-2 1 0,-2-1 0,-1 0 0,-2 0-1,-13 42 1,-1 7 53,20-81-122,-1 9 46,-1 0 0,0-1-1,-1 0 1,-1 0 0,0 0-1,-1 0 1,-11 18 0,13-25-89,-5 3 468,8-9-403,0-1 0,0 0 0,1 1 0,-1-1 0,0 0 0,0 1 1,1-1-1,-1 0 0,1 1 0,-1-1 0,1 0 0,-1 0 0,1 0 0,-1 0 0,1 0 0,0 0 0,-1-1 0,-2-5 43,1 0 0,0 0 1,1 0-1,-1 0 0,1-1 0,1 1 1,-1 0-1,1-1 0,2-10 0,13-72 250,-12 74-279,10-39-292,3 1 1,37-87-1,65-95-2313,-97 200 1461,1 1 0,1 1 0,2 1 0,58-59 0,-66 75 461,1 2 1,1 0-1,0 2 0,1 0 1,0 1-1,1 0 0,0 2 0,1 1 1,0 1-1,24-6 0,-14 5 145,18-4-330,-40 12 3159,-21 7 3530,3-1-5693,-1 1-1,1-1 1,0 1 0,0 1-1,1-1 1,0 1-1,0 1 1,1-1-1,0 1 1,0 0-1,1 1 1,-1-1 0,-5 15-1,-3 11 163,1 0 0,-13 49 0,19-57-238,1 0 0,2 1 0,0 0 0,0 42 0,4-57-184,1-1-1,0 1 1,1-1-1,0 1 1,1-1-1,0 0 1,1 1-1,0-2 1,1 1-1,0 0 1,1-1-1,0 0 1,8 10-1,-10-15-37,0 0 1,0-1-1,0 1 0,1-1 1,0 0-1,0-1 0,0 1 0,0-1 1,0 0-1,1 0 0,-1-1 0,1 0 1,0 0-1,9 2 0,-7-3-10,0 0 0,0 0 0,0-1 0,0 0 0,1-1 0,-1 0 0,0 0 0,0-1 0,14-5 0,-5 1 94,-1-2 0,1 0 0,-2-1 0,0 0 0,0-2 1,0 1-1,-1-2 0,-1 0 0,15-16 0,0-7 404,-1-1 0,37-65 1,30-82 1391,-81 156-1341,24-33 569,-35 57-772,2 4-155,0 0 0,-1 1 1,1-1-1,0 1 0,-1 0 0,1 0 1,5 5-1,-5-2-42,-1 0 0,0 0 0,0 0 0,0 0 0,0 1 0,2 8 0,2 2-23,2 1-336,0 1 0,-1 1 0,-1-1 0,-1 1 0,-1 0 1,0 1-1,-2 0 0,3 27 0,-6-42 264,0-1 0,1 0 0,-1 0 0,1 1-1,0-1 1,3 6 0,-2-4 16,-1-5 69,-1 0-1,1-1 1,0 1 0,0-1-1,0 1 1,0-1-1,0 1 1,0-1-1,0 0 1,0 0-1,1 1 1,-1-1 0,0 0-1,0 0 1,0 0-1,0 0 1,0 0-1,0 0 1,0-1-1,2 1 1,-2-1 10,27 0 345,39-8 1,-42 5-120,37-2 1,-34 6-250,0 1 0,-1 1-1,1 1 1,-1 2 0,0 0-1,0 2 1,-1 1 0,1 1 0,-2 1-1,30 17 1,-44-20-465,0 2 0,0-1-1,16 19 1,-7-7-295,-1-1 53,-18-17 668,1 0 1,-1-1-1,1 1 0,-1-1 0,1 1 0,-1-1 0,1 1 0,0-1 0,0 0 0,-1 0 0,1 0 0,0 0 0,0 0 0,0-1 0,0 1 0,0-1 0,0 1 0,1-1 0,-1 1 0,0-1 0,0 0 1,0 0-1,4-1 0,154 3-3309,-140 0 2505,-16-2-290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7.2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570 511 7849,'14'-46'885,"-8"27"-228,0-1 0,-2 1 0,0-1 0,1-29 0,-5 6 1255,-2-1-1,-2 1 1,-19-83 0,8 78-446,10 36-1164,5 10-255,-1 1 0,1-1 0,-1 1 0,0-1-1,1 1 1,-1 0 0,0-1 0,0 1 0,0 0 0,0-1 0,0 1 0,0 0 0,-2-1 0,2 1-9,0 1 1,0 0-1,0 0 1,-1 0-1,1 0 1,0 0-1,0 0 1,0 0-1,-1 0 1,1 0-1,0 1 0,0-1 1,0 0-1,-1 1 1,1-1-1,0 1 1,0-1-1,0 1 1,0 0-1,0-1 1,-1 3-1,-14 10 261,0 0-1,2 2 0,0-1 1,1 2-1,0 0 0,1 1 1,-13 24-1,9-17-85,-47 77 480,4 2 0,-60 144 0,88-169-567,4 1 0,3 2 0,3 0 0,-10 94 0,27-145-212,2 1 0,1 0 1,2 0-1,1 0 0,1 0 1,1 0-1,2-1 0,1 0 0,16 42 1,-17-56-40,2 0 0,-1 0 0,2-1 1,0 0-1,1 0 0,1-1 0,0 0 1,1-1-1,0 0 0,1-1 0,0 0 1,1-1-1,0-1 0,1 0 0,0-1 1,1-1-1,30 12 0,-22-12-52,0-2 1,1-1-1,0 0 0,0-2 1,1-1-1,-1-1 0,0-2 1,0 0-1,1-1 0,32-8 1,-2-4-70,0-1 0,-1-4 1,74-34-1,-41 10 54,107-72 0,71-69 396,-65 43 391,-192 135-523,0 0-1,0 1 1,0 0-1,1 1 1,18-6-1,-24 9-15,0 0 0,0 0-1,0 1 1,0-1 0,-1 1-1,1 0 1,0 0 0,0 1-1,0-1 1,0 1 0,0 0-1,0 0 1,0 0 0,-1 0-1,1 1 1,0-1 0,-1 1-1,6 4 1,1 1 129,0 2 1,0-1-1,-1 1 1,0 1-1,-1-1 1,15 22-1,-4 2 188,16 37 0,-18-34-101,37 57 0,-42-75-223,2 3 27,1 0 0,0-2 0,30 30 0,-34-40-120,0 1-1,1-1 0,0-1 1,1 0-1,-1-1 0,1-1 0,1 0 1,-1 0-1,1-1 0,0-1 1,0 0-1,1-1 0,-1-1 0,1 0 1,24-1-1,-27-1-17,-1-1 1,1 0 0,-1-1-1,0 0 1,0-1-1,1 0 1,-2-1-1,1-1 1,0 1-1,-1-1 1,0-1-1,0 0 1,-1-1 0,1 0-1,-1 0 1,-1-1-1,1 0 1,-2 0-1,1-1 1,7-11-1,-9 11 44,0 0-1,-1-1 0,0 1 0,-1-1 1,0 0-1,-1 0 0,0 0 1,0 0-1,-1-1 0,0 1 1,-1-1-1,-1 1 0,1-1 1,-1 1-1,-4-22 0,0 14-5,-1 0-1,0 0 0,-2 0 1,0 1-1,-1 0 0,-1 0 1,0 1-1,-13-16 1,6 10 15,-2 0 0,0 2 0,-1 0 1,-1 1-1,-1 0 0,-1 2 0,0 1 1,-1 0-1,-1 2 0,-34-15 1,18 12-173,0 2 1,-1 2 0,0 2 0,-1 1 0,-84-7 0,105 16-510,-1 1 1,1 0-1,-42 7 1,52-5-210,0 1 0,0 0 0,0 0-1,0 1 1,-10 6 0,3 4-3936,10 3-2550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7.5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97 12085,'8'-40'906,"-2"12"1513,0-1 5446,-4 36-6222,21 100 107,-4 0 0,-5 2 0,-1 190 0,-47 340-1858,8-248-2955,20-300 1684,-1 130-3503,8-179 486,10 60 0,10-16-6314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8.1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579 25 11345,'-53'-21'1925,"36"18"-126,2 5-1368,-1 2-1,1 0 1,0 0 0,0 1 0,0 1 0,1 1-1,0 0 1,0 0 0,0 2 0,1 0 0,1 0-1,0 1 1,-19 19 0,-13 15-15,2 2 0,-51 72 0,77-95-647,1 0-1,1 1 1,1 1 0,1 0 0,2 1 0,0 0 0,-10 50 0,18-67 91,1 1 0,0-1 1,0 0-1,1 1 1,1-1-1,0 0 0,0 1 1,0-1-1,1 0 1,5 13-1,-6-19 101,0 0 0,1 0-1,0 0 1,0 0 0,0 0-1,0-1 1,0 1 0,0 0-1,1-1 1,-1 1 0,1-1 0,0 0-1,-1 0 1,1 0 0,0 0-1,0-1 1,1 1 0,-1-1-1,0 0 1,0 0 0,1 0 0,-1 0-1,0 0 1,1-1 0,-1 0-1,1 0 1,-1 0 0,1 0 0,-1 0-1,1 0 1,4-2 0,11-2 143,0-1 0,-1-1 0,1 0 0,-1-2 0,-1 0 0,29-17 0,95-75 2383,-118 82-2000,-14 10-165,0 1 0,0 0 0,0 1 1,18-9-1,-23 13-253,1 1 1,-1 0 0,0 0 0,1 0-1,-1 0 1,1 0 0,-1 1-1,1 0 1,-1 0 0,1 0 0,-1 1-1,1 0 1,-1-1 0,1 1-1,7 3 1,23 11-214,0 0 0,64 41 1,11 16-4102,-27-17-4376,-46-31 768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8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1 11017,'0'0'85,"-1"-1"-1,1 1 1,-1 0 0,1 0 0,-1 0-1,1 0 1,-1 0 0,0 0 0,1 0-1,-1 0 1,1 1 0,-1-1 0,1 0-1,-1 0 1,1 0 0,-1 1 0,1-1-1,-1 0 1,1 0 0,-1 1 0,1-1-1,-1 0 1,1 1 0,0-1 0,-1 1-1,1-1 1,0 0 0,-1 1-1,1-1 1,0 1 0,-1-1 0,1 1-1,0-1 1,0 1 0,0-1 0,0 1-1,-1-1 1,1 1 0,0 1 0,-6 35 2480,2-7-1046,-2 2-132,3 0-1,-1 56 1,3-18-176,-14 383 3368,3-54-2162,2 526-508,11-892-2022,1-1 0,2 1 1,12 50-1,-15-75 80,1 0 0,1-1 0,0 0 0,0 1 0,0-1 0,1 0 0,0 0 0,0-1 0,0 1 0,1-1 0,0 0 0,1-1 1,-1 1-1,1-1 0,0 0 0,0 0 0,1-1 0,0 1 0,-1-2 0,1 1 0,9 3 0,3-3-178,1 0 0,-1-2 1,1 0-1,0-1 0,-1-1 0,1-1 1,0 0-1,31-8 0,-24 5-78,1 1-1,0 1 1,46 2-1,-70 1 269,0-1 0,0 1 0,0 1 1,0-1-1,-1 0 0,1 1 0,0 0 0,-1-1 0,1 2 1,-1-1-1,0 0 0,0 1 0,1-1 0,-2 1 0,1 0 1,0 0-1,-1 0 0,1 0 0,-1 1 0,0-1 0,0 0 1,0 1-1,2 5 0,-3-8 18,0 4-15,0-1 0,0 0 0,0 1 0,-1-1 0,1 0 0,-1 1 0,0-1 0,0 0 0,-1 1 0,1-1 0,-1 0 0,0 1 1,0-1-1,0 0 0,-1 0 0,0 0 0,1 0 0,-4 4 0,0 5-86,-1 4-157,-1 0-1,-1-1 1,0 0-1,-1 0 1,0-1 0,-2-1-1,0 1 1,0-2 0,-15 14-1,16-18-143,-1 0-1,0-1 1,0 0 0,-1-1-1,0 0 1,0-1 0,-1-1-1,1 0 1,-1 0 0,-1-1-1,1-1 1,-19 3-1,3-4-2271,1-1-1,-49-4 0,4-5-6009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9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57 389 12745,'-5'0'567,"-1"-1"-1,1 0 1,0 0-1,-1 0 1,1-1 0,0 0-1,0 0 1,-6-3-1,7-4 2746,7-4-2605,-2 11-221,-1-1-308,1 1 0,0-1 0,0 0 0,1 0 0,-1 1-1,0-1 1,1 1 0,0 0 0,0-1 0,-1 1 0,1 0 0,0 0-1,1 0 1,-1 0 0,0 0 0,1 0 0,3-1 0,50-23 756,-43 20-672,39-13 350,0 3 1,95-18-1,116-3 122,-216 31-623,831-73 492,7 31-690,-318 18 80,-310 24-1472,-253 6 150,-8 3-3437,-44 26-5187,27-18 526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9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 64 13109,'-12'-12'883,"-21"-16"3097,31 26-1506,1 0-1905,0 1 1,0-1 0,0 0-1,0 0 1,0 1-1,0-1 1,0 1 0,-1-1-1,1 1 1,-1 0-1,1-1 1,-4-1 0,-17 39 2940,3 24-2417,12-35-866,-10 40-200,3 0 0,3 0 0,-3 73 0,10 199-49,8-256 22,3-1 0,27 117 0,-22-144 0,3-1 0,3 0 0,1-1 0,43 78 0,-53-113 0,1-1 0,1 0 0,0-1 0,1 0 0,0 0 0,1-1 0,1-1 0,0 0 0,25 16 0,-28-21 0,1-1 0,-1-1 0,2 1 0,-1-2 0,0 0 0,1 0 0,0-1 0,0-1 0,0 0 0,0-1 0,0 0 0,0-1 0,0 0 0,16-3 0,-8-1-11,0-1 0,0 0-1,-1-2 1,0 0 0,0-1 0,0-1 0,-1-1-1,26-18 1,-22 11-27,-1-1-1,0-1 0,-1-1 1,-1-1-1,30-41 1,-23 22-16,-2-1 1,-2-1 0,-2-2-1,-1 0 1,-3-1-1,-1-1 1,13-65 0,-21 66 0,-1 1 1,-2-2-1,-3 1 0,-1 0 1,-2 0-1,-3-1 1,-1 1-1,-2 1 1,-2-1-1,-28-81 1,26 97-70,-1 1 1,-1 1 0,-2 0-1,0 1 1,-2 0 0,0 1-1,-2 1 1,-1 1 0,-1 1-1,-1 0 1,0 2-1,-2 1 1,0 0 0,-1 2-1,-1 1 1,-1 1 0,-30-13-1,33 20-336,1 1-1,-1 0 0,0 2 1,0 1-1,-1 1 0,1 1 1,-1 1-1,0 2 0,1 0 1,-49 9-1,48-5-1188,1 1 0,0 1-1,0 2 1,1 0 0,0 1 0,-30 19 0,1 7-8039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29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26 13449,'3'-25'3000,"-7"25"1091,2 1-3915,1 0 0,0-1 0,0 1 0,0 0 0,0 0 1,-1 0-1,1 0 0,0 0 0,1 0 0,-1 0 0,0 0 0,0 0 0,0 1 1,1-1-1,-1 0 0,1 0 0,-2 3 0,1 11 735,0 0-1,1 0 1,2 23-1,0-8-82,32 385 2496,-7-129-2061,34 698-1263,-48-828-3911,6 0 1,55 211-1,-53-301-2920,5-10-4389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0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563 38 12525,'0'-36'3758,"1"36"-3617,0 0 0,0-1 0,0 1 0,0 0 0,0 0 0,0-1 0,0 1 0,0 0 0,0 0 0,0 0 0,0 0 0,0 0 0,0 1 0,0-1 0,0 0 0,0 0-1,1 1 1,5 2 64,0-1 0,0 1-1,0 0 1,-1 1-1,0 0 1,1 0-1,-1 0 1,-1 1 0,1-1-1,-1 2 1,7 6-1,-5-4-124,-1 0-1,0 0 1,0 1 0,-1-1-1,0 1 1,-1 0-1,5 14 1,-6-13-32,-1 1-1,-1 0 1,1-1 0,-2 1-1,0 0 1,0-1-1,-1 1 1,0 0 0,0-1-1,-7 21 1,1-8 10,-2 0 0,0-1 0,-22 39-1,12-32-24,-2-1 0,0 0 0,-2-1 0,0-2 0,-2 0 0,-34 25 0,-17 7-287,-87 49 1,121-82-811,-47 21 1,43-27-2089,1-3-3392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0.8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0 495 10001,'354'-50'8342,"-294"37"-7532,-1-2 0,-1-3-1,104-47 1,-148 58-695,0 0-1,-1-2 1,0 1 0,-1-2 0,1 0-1,-2 0 1,19-21 0,-25 24-15,1 0 0,-2 0 0,1 0 1,-1-1-1,0 1 0,0-1 0,-1 0 0,0 0 1,-1-1-1,0 1 0,0-1 0,0 1 0,-1-1 0,-1 1 1,0-14-1,0 17 8,-1-1 0,1 0 1,-1 1-1,-1-1 0,1 1 1,-1 0-1,0-1 0,0 1 0,-1 0 1,1 0-1,-1 0 0,-6-7 0,7 10-76,0 0 0,0-1 0,-1 1-1,1 0 1,-1 0 0,0 1 0,1-1-1,-1 0 1,0 1 0,0 0 0,0-1-1,0 1 1,0 1 0,0-1 0,0 0-1,-1 1 1,1-1 0,0 1-1,0 0 1,-1 0 0,1 0 0,-6 2-1,1-1 15,-1 1-1,0 0 0,0 0 0,1 1 0,0 1 1,-1-1-1,1 1 0,0 0 0,1 1 1,-1 0-1,1 0 0,0 1 0,0 0 0,1 0 1,-8 10-1,-5 6 17,1 2 0,1 0 0,1 1 0,1 1 0,2 1 0,0-1 0,2 2 0,-8 30 1,12-27-228,1 0 1,2 0 0,1 0 0,2 1-1,1-1 1,4 37 0,-1-45-73,0-1 0,2 1 0,0-1 0,1 0 1,2-1-1,0 0 0,1 0 0,1 0 0,16 23 0,-21-38 153,-1 0-1,1 0 0,0-1 1,0 1-1,0-1 0,1 0 1,0-1-1,0 1 1,0-1-1,1 0 0,-1-1 1,1 1-1,0-1 0,0-1 1,11 4-1,-8-5 38,0 0 0,-1 0 0,1-1 0,-1 0 0,1-1 0,0 0 0,-1 0 0,0-1 0,1 0 0,-1-1 0,16-6 0,1-3 87,0 0 0,-1-2 0,-1-1 1,0-2-1,-1 0 0,-1-1 0,22-23 0,126-157 589,-40 41-467,-123 149-143,0 1 1,1 0-1,0 0 0,0 1 1,1 0-1,17-10 0,-23 15-21,0 0-1,0 0 0,0 0 0,0 0 0,0 0 0,0 0 0,0 1 0,0-1 0,0 1 0,0 0 1,0 0-1,0 0 0,0 1 0,0-1 0,0 1 0,0-1 0,0 1 0,0 0 0,0 0 0,0 0 0,-1 1 1,1-1-1,0 1 0,-1-1 0,1 1 0,-1 0 0,3 2 0,1 2-22,-1 1-1,0-1 1,0 1 0,-1 0 0,0 0-1,0 0 1,0 0 0,-1 1-1,0 0 1,-1-1 0,0 1-1,0 0 1,0 0 0,-1 0-1,0 16 1,-1 10-308,-2 0 0,-10 54 1,5-42 12,-12 47 212,19-92 118,1-1-1,-1 0 0,0 0 1,0 1-1,1-1 0,-1 0 0,0 0 1,1 0-1,-1 1 0,0-1 1,1 0-1,-1 0 0,0 0 1,1 0-1,-1 0 0,0 0 0,1 0 1,-1 0-1,0 0 0,1 0 1,-1 0-1,0 0 0,1 0 1,-1 0-1,0 0 0,1 0 1,-1 0-1,0 0 0,1 0 0,-1-1 1,0 1-1,1 0 0,-1 0 1,1-1-1,17-5 147,-6-1-7,0-1 0,0 0 0,-1 0 0,0-1 0,12-13 0,57-65 1298,-16 16-50,-16 23 72,72-55 0,-94 84-910,1 1 1,0 0-1,1 3 0,59-25 1,-76 36-516,-1 1 1,1-1 0,0 2 0,0 0 0,0 0 0,0 1 0,0 0 0,1 1 0,-1 0-1,0 1 1,0 0 0,0 1 0,0 0 0,0 1 0,0 0 0,-1 1 0,1 0-1,-1 0 1,0 1 0,0 1 0,0 0 0,-1 0 0,0 0 0,0 1 0,-1 1 0,0 0-1,0 0 1,-1 0 0,0 1 0,9 15 0,3 8-200,-2 1 0,-1 1 0,18 59 1,20 111-1518,-22-30-3376,-1-2-5774,-8-90-800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2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351 82 11349,'-19'-63'4657,"18"62"-4224,0-1 0,0 1-1,0 0 1,0 0 0,0-1 0,0 1-1,0 0 1,0 0 0,-1 0 0,1 0-1,0 0 1,-1 0 0,1 1 0,-1-1-1,1 0 1,-1 1 0,1-1-1,-3 1 1,-54 145 3041,-27 81 1591,46-119-5065,-16 59 0,-10 159 0,63-318-87,2 1 1,-1-1-1,1 1 0,0-1 1,1 1-1,-1-1 1,2 1-1,3 13 0,-4-19 61,-1-1 0,1 1 0,1 0 0,-1 0 0,0-1 0,0 1 0,1 0 0,-1-1 0,0 0 0,1 1 0,0-1 0,-1 0 0,1 0 0,0 1 0,0-1 0,-1-1-1,1 1 1,0 0 0,0 0 0,0-1 0,0 1 0,0-1 0,0 0 0,0 1 0,0-1 0,0 0 0,0 0 0,0 0 0,0-1 0,0 1 0,1 0 0,-1-1 0,-1 1 0,1-1 0,3-1 0,16-6-98,1-2 1,-1 0 0,-1-1 0,0-1 0,-1-1 0,26-22 0,-18 15 35,99-86-241,-86 69 361,2 3 0,0 1-1,79-45 1,-107 70 6,0 1-1,1 1 0,0 1 1,0 0-1,0 1 0,0 0 1,1 2-1,0 0 1,-1 0-1,1 1 0,0 1 1,0 1-1,-1 0 0,1 1 1,0 1-1,-1 0 0,16 6 1,-5 1 12,-1 1 0,0 1 0,0 1 0,-2 1 0,38 29 0,99 99 32,-108-92-1264,87 65 0,-132-110 961,0 0-1,0 0 1,0-1-1,1 0 0,-1-1 1,1 0-1,0 0 1,0 0-1,0-1 0,1 0 1,-1-1-1,0 0 1,12 0-1,-10-2 123,-1 0 1,1-1-1,-1-1 0,0 0 0,0 0 1,0 0-1,0-1 0,-1 0 1,1-1-1,-1 0 0,0-1 0,-1 1 1,1-1-1,-1-1 0,9-9 1,39-55-143,82-135 0,-118 175 319,-12 18 70,1 1-1,1-1 0,0 2 1,1-1-1,0 2 1,1-1-1,0 1 1,18-13-1,-25 21-44,0 0-1,0 0 1,0 1-1,0-1 1,0 1-1,0 0 1,1 0 0,-1 0-1,0 0 1,1 1-1,-1 0 1,0 0-1,1 0 1,-1 0 0,0 1-1,1 0 1,4 1-1,0 1 49,-1 0-1,1 0 0,-1 1 0,1 0 1,-1 1-1,14 10 0,27 26 415,-3 3 0,-1 2 1,51 68-1,-57-65-360,3-1 1,1-3-1,75 62 1,-110-100-243,1-2 0,-1 1 1,1-1-1,0 0 0,0-1 1,1 0-1,-1-1 0,1 0 1,0 0-1,0-1 0,0 0 1,0-1-1,13 0 0,-16-1 2,0-1-1,0 0 1,0 0-1,0-1 1,0 0-1,0 0 1,-1-1-1,1 0 1,-1 0-1,0 0 1,0-1-1,0 0 1,0 0-1,0 0 1,-1-1-1,0 0 1,0 0-1,0 0 1,-1-1-1,5-6 1,-1-3 5,0 1 1,-1-1-1,0 0 1,-1-1 0,-1 0-1,0 0 1,-1 0-1,-1 0 1,-1-1-1,0 1 1,-1-1 0,-1 0-1,0 1 1,-1-1-1,-4-19 1,0 7-62,-2 1 0,0 0 0,-2 0 0,-1 1 0,-1 1 0,-1-1 0,-31-47 0,26 49-104,-2 1 1,-1 1 0,0 1-1,-2 1 1,-1 1-1,0 1 1,-51-32-1,53 39-250,-1 0 1,0 2-1,-1 0 0,0 2 0,0 0 0,-1 2 1,0 0-1,0 2 0,-1 0 0,-28 1 0,41 3-262,0 1-1,1 0 1,-1 1-1,-11 3 1,-21 11-4794,2 10-4382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2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 16578,'6'-18'3597,"-5"15"-522,2 5-518,3 3-2078,0 0 0,-1 0 0,0 1 0,0 0 0,0 0 0,0 0 0,-1 1 0,0-1 0,-1 1 0,6 13 0,1 9 132,10 45 1,-12-41-284,59 265-156,-21-89-204,10 125 103,-25-135-502,17 130-9107,-34-238 2026,5-11-4861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3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0 761 13433,'44'-21'1028,"2"3"1,0 1-1,0 3 0,2 1 0,52-6 0,281-10 1177,-148 16-1544,399-63 378,-613 72-1008,-1-1 0,0 0 0,0-1-1,0-1 1,0-1 0,-1-1 0,16-10 0,-31 18-26,-1 0 0,1 0-1,-1 0 1,1 0 0,-1 0-1,1 0 1,-1-1 0,0 1 0,1 0-1,-1-1 1,2-2 0,-3 3 2,0 0 1,0 0-1,0 0 1,0 0-1,1 0 1,-1 0-1,0 0 1,-1 1-1,1-1 1,0 0-1,0 0 1,0 0-1,0 0 1,-1 0-1,1 0 1,-1 0-1,1 1 1,0-1-1,-1 0 1,1 0-1,-1 0 1,0 1-1,1-1 1,-1 0-1,1 1 1,-1-1-1,0 1 1,-1-2-1,-4-1 16,0 0 1,0 0-1,0 1 0,0 0 0,0 0 0,-1 1 0,1-1 0,-1 1 1,1 1-1,-1-1 0,-8 1 0,13 0-11,-40 0 289,1 2 0,0 2 0,-1 2-1,1 1 1,1 2 0,0 2 0,0 2-1,1 1 1,-42 23 0,63-29-177,1 2 0,1 1 0,0 0 0,0 0 0,1 2 0,1 0 0,0 1 0,0 0 0,-18 27 0,27-34-90,0 1 1,1 0 0,0 0 0,0 0 0,0 0 0,1 1 0,1 0-1,-1 0 1,1-1 0,1 1 0,0 0 0,0 0 0,1 1 0,0-1-1,0 0 1,1 0 0,0 0 0,1 0 0,0 0 0,0-1 0,1 1 0,7 14-1,-2-8-87,1 0-1,0 0 0,2-1 0,-1 0 1,2-1-1,0 0 0,0-1 0,1 0 1,1-1-1,0-1 0,18 11 1,14 5-662,2-3 1,67 25 0,-85-37 439,0-1-1,1-2 1,0-1-1,1-1 1,-1-1-1,1-2 0,0-1 1,0-2-1,0-1 1,0-2-1,-1-1 1,1-1-1,-1-1 0,0-2 1,0-2-1,-1 0 1,-1-2-1,48-27 1,-26 7 312,-3-3-1,0-2 1,-3-2 0,-1-2 0,-2-2 0,62-82 0,-47 46 156,-4-2 1,-4-3 0,53-122-1,-89 176-161,109-222 310,-112 242-160,-6 20-39,-3 29 4,-2-32-141,-2 43 100,-3 1 1,-16 65-1,-35 96 295,-213 538 142,267-741-537,2-7-8,-14 44 161,14-45-151,0 1 0,1-1 0,0 0 0,-1 1 0,1-1 0,0 0 0,0 0 0,-1 1 0,1-1 0,0 0 0,0 1 0,1-1 0,-1 0 0,0 1 0,0-1 0,1 0 0,-1 1 0,1-1 0,-1 0 0,1 0 0,-1 1 0,1-1 1,0 0-1,-1 0 0,1 0 0,0 0 0,0 0 0,2 1 0,2-1-5,1-1 1,-1 0-1,1-1 1,-1 0 0,1 0-1,-1 0 1,1 0-1,-1-1 1,0 0 0,8-3-1,0 0 2,36-15 23,0-2 1,49-31 0,62-28-42,-118 63 21,2 2 0,0 2 0,0 1 0,2 3 0,63-7 0,-92 16 17,-1 0 0,1 1 1,0 1-1,0 0 0,-1 1 0,1 1 0,-1 1 1,0 0-1,0 1 0,0 1 0,0 1 0,-1 0 1,0 0-1,-1 2 0,1 0 0,-2 0 0,1 2 0,14 14 1,-22-19-10,1 1 1,-2 0-1,1 1 1,-1-1-1,0 1 1,-1 0 0,1 0-1,-2 1 1,1-1-1,-1 1 1,-1 0-1,1 0 1,-2 0-1,1 0 1,-1 0 0,0 0-1,-1 14 1,-1-12-9,-1 0 0,0 0 1,0 0-1,-1 0 1,0-1-1,-1 1 0,-1-1 1,1 0-1,-1 0 1,-1 0-1,0-1 1,0 0-1,-1 0 0,-9 9 1,-6 2 3,-1-1 0,0 0-1,-2-2 1,0-1 0,0-1 0,-38 16 0,21-17-655,42-15 634,1 1 0,-1 0 0,0 0 0,0 0 0,0 0-1,0 0 1,0 0 0,0 0 0,0 0 0,0 0-1,0-1 1,0 1 0,0 0 0,-1 0 0,1 0 0,0 0-1,0 0 1,0 0 0,0 0 0,0 0 0,0 0 0,0 0-1,0 0 1,0-1 0,0 1 0,0 0 0,0 0-1,0 0 1,0 0 0,0 0 0,0 0 0,0 0 0,-1 0-1,1 0 1,0 0 0,0 0 0,0 0 0,0 0 0,0 0-1,0 0 1,0 0 0,0 0 0,0 0 0,-1 0-1,1 0 1,0 0 0,0 0 0,0 0 0,0 0 0,0 0-1,0 0 1,0 0 0,0 0 0,0 0 0,-1 0 0,22-11-274,49-20-172,79-35-371,184-112 1,-299 157 773,30-19 222,-1-3 0,87-76 0,-111 87 39,-24 10 624,-15 33-798,1-1 0,-1 0 1,2 1-1,-1-1 1,1 0-1,1 0 1,0 0-1,0 0 1,1 0-1,1-1 1,-1 1-1,1-1 0,1 0 1,0-1-1,0 1 1,11 10-1,24 24-101,2-2 0,82 61 0,-121-99 60,-3-2 7,1 0 1,-1 0-1,0 0 1,1 0-1,-1 0 1,0-1 0,1 1-1,-1 0 1,1-1-1,-1 1 1,1-1 0,0 1-1,-1-1 1,1 0-1,-1 0 1,1 0-1,0 0 1,-1 0 0,1 0-1,-1 0 1,1 0-1,0-1 1,-1 1 0,1-1-1,-1 1 1,1-1-1,-1 0 1,1 1-1,-1-1 1,1 0 0,-1 0-1,0 0 1,2-1-1,-1-1 13,1 0 0,-1 1 0,0-1 0,1 0 0,-1 0 0,-1-1 0,1 1 0,0 0 0,-1-1 0,0 1-1,0-1 1,2-5 0,3-52 327,-3-101-1,-3 110-270,2-31-55,-2 82-16,0 0 1,-1 0-1,1 0 0,0 0 0,0 0 0,-1 0 0,1 0 0,0 0 0,-1 0 0,1 0 0,-1 0 0,1 1 1,-1-1-1,0 0 0,1 0 0,-1 0 0,0 1 0,0-1 0,0 0 0,1 1 0,-1-1 0,-1 0 0,-1-2-3,2 3 4,1-1-2,-1 0 1,0 0-1,0 0 1,0 0-1,0 0 1,0 1-1,0-1 1,0 0 0,0 0-1,0 1 1,0-1-1,0 1 1,-2-1-1,1 1 1,-1 0-1,1 0 1,0 1-1,-1-1 1,1 1-1,0-1 1,0 1-1,0 0 0,-1 0 1,1 0-1,0 0 1,0 0-1,0 0 1,0 1-1,1-1 1,-1 1-1,0-1 1,1 1-1,-4 3 1,-26 39-33,26-36 26,2 1-1,-1-1 1,1 1 0,0-1-1,1 1 1,0 0-1,0 0 1,1 0-1,0 0 1,1 0-1,0 0 1,1 0 0,-1 1-1,2-1 1,-1 0-1,1 0 1,4 10-1,-4-14-5,0 0 0,0-1-1,0 1 1,1-1 0,-1 0 0,1 0-1,0 0 1,0 0 0,1 0 0,-1-1-1,1 0 1,0 1 0,0-1 0,0-1-1,0 1 1,0 0 0,1-1-1,-1 0 1,1 0 0,0 0 0,-1-1-1,1 0 1,0 0 0,9 1 0,1 0-15,1-1 0,-1 0 0,1-2 1,-1 0-1,0 0 0,28-7 0,-7-1-62,0-2 1,-1-1-1,65-31 0,-83 33 77,0 0-1,-1-1 0,0 0 1,-1-2-1,0 0 1,-1 0-1,0-1 1,-2-1-1,16-21 1,-21 25 13,-1 0 1,0-1 0,-1 1 0,0-1 0,0 0 0,-1-1 0,-1 1-1,0-1 1,-1 1 0,-1-1 0,0 0 0,0 0 0,-1 0 0,-1 1-1,0-1 1,0 0 0,-2 0 0,0 1 0,-5-17 0,2 14 5,0 1 1,0 0 0,-1 1-1,-1 0 1,0 0-1,-1 1 1,-1 0-1,0 0 1,0 1 0,-1 0-1,0 1 1,-1 0-1,0 1 1,-1 0-1,0 1 1,-15-7 0,3 5-44,-1 0 0,0 2 1,0 1-1,-1 1 0,0 2 1,0 0-1,0 2 1,0 0-1,-1 3 0,1 0 1,-38 7-1,17 0-1076,-85 25 1,-35 31-4435,148-55 2995,-35 21-1,1 15-5284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4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195 123 4920,'14'-3'610,"2"0"290,-2 3 7849,-20-11-7461,6 11-1133,0-1 0,0 0 0,0 0 1,-1 1-1,1-1 0,0 0 0,0 1 0,-1-1 0,1 0 0,0 1 1,-1-1-1,1 0 0,0 1 0,-1-1 0,1 1 0,-1-1 0,1 1 0,-1-1 1,1 1-1,-1-1 0,0 1 0,1 0 0,-1-1 0,1 1 0,-2-1 1,-5 4 208,1 0 1,-1 0 0,1 1 0,0-1 0,0 1 0,0 1 0,1-1 0,0 1 0,-1 0 0,2 0-1,-1 1 1,0-1 0,1 1 0,0 0 0,1 1 0,-7 12 0,-3 12 770,1 0 1,-10 47 0,13-46-500,-48 206 586,51-203-1063,2 1 1,1 0 0,2 0-1,6 64 1,-2-84-160,0-1 0,0 0 0,2 0 0,0 0 0,0 0 0,1-1 0,1 0 0,1 0 0,0 0 0,10 12 0,-13-20 0,0 1 0,1-1 0,0 0 0,0-1 0,0 0 0,0 0 0,1 0 0,0-1 0,0 0 0,0 0 0,1 0 0,-1-1 0,1-1 0,0 1 0,0-1 0,0 0 0,0-1 0,0 0 0,0 0 0,16-1 0,-11-1 0,0-1 0,0 0 0,1-1 0,-2-1 0,1 0 0,0 0 0,-1-1 0,0-1 0,0 0 0,-1-1 0,12-8 0,-8 3 0,0-1 0,-1 0 0,0-1 0,-1-1 0,-1 0 0,20-32 0,-12 11 0,-2 0 0,-2-1 0,-2-1 0,-1 0 0,-1-1 0,10-69 0,-16 64-186,-2 1 0,-2-1 0,-1 0 0,-7-48 0,4 69 32,-2 1-1,0-1 1,-1 1 0,-2 1 0,0-1 0,-1 1-1,-1 0 1,-1 1 0,-21-32 0,27 47-114,-1 0 0,1 0 0,-1 1 1,0-1-1,0 1 0,-1 1 0,1-1 1,-1 1-1,0-1 0,-6-1 0,6 3-173,1 1 0,0 0 0,0 1-1,-1-1 1,1 1 0,0 0 0,-1 0 0,1 1-1,0 0 1,-1-1 0,1 2 0,0-1 0,0 1 0,0 0-1,0 0 1,0 0 0,-6 4 0,7-4-256,1 0 1,0 0 0,0 0 0,0 0-1,0 1 1,1-1 0,-1 1-1,-3 4 1,-15 27-9461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4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5 12901,'0'0'111,"0"0"0,0-1 0,-1 1 0,1 0 0,0 0 0,0-1 0,0 1 0,0 0 0,-1 0 0,1-1 0,0 1 0,0 0 0,-1 0 0,1 0 0,0-1 0,0 1 0,-1 0 0,1 0 0,0 0 0,0 0 0,-1 0 0,1 0 0,0-1 0,-1 1 0,1 0 0,0 0 0,0 0 0,-1 0 1,1 0-1,0 0 0,-1 0 0,1 0 0,0 0 0,-1 0 0,1 1 0,0-1 0,0 0 0,-1 0 0,1 0 0,0 0 0,-1 0 0,1 1 0,-6 16 2038,5 37-583,1-44-761,0 72 1123,5 201 914,-5-86-2126,-1-36-852,0-123-239,1-29 251,-1 0 1,1 0-1,0 0 1,1 0-1,0 0 1,1 0-1,0 0 1,4 12-1,-6-20 109,0 0 0,1 0 0,-1-1-1,0 1 1,1 0 0,-1 0 0,1 0-1,-1 0 1,1-1 0,0 1 0,-1 0-1,1-1 1,-1 1 0,1 0 0,0-1-1,0 1 1,0-1 0,-1 1 0,1-1-1,0 1 1,0-1 0,0 1 0,0-1-1,0 0 1,0 0 0,-1 0 0,1 1-1,0-1 1,0 0 0,0 0 0,0 0-1,0 0 1,0 0 0,0-1 0,0 1-1,1 0 1,3-1-2,6 0-36,-1-1 0,0 0-1,0 0 1,0-1 0,-1-1 0,1 0 0,-1 0 0,0-1-1,15-9 1,6-8-19,36-32 0,-52 42 26,26-23-75,105-83-151,-142 116 813,-6 8-30,-19 26 17,-1 0 0,-2-2 0,-1 0 0,-45 39 1,-43 48 461,101-102-901,1 1 1,0 0 0,1 1-1,1 0 1,0 0 0,2 1-1,0 0 1,1 1-1,0 0 1,-3 21 0,10-36-147,-1 1 0,1 0 0,0 0 0,0-1 0,0 1-1,1 0 1,0 0 0,0-1 0,0 1 0,0-1 0,1 1 0,-1-1 0,1 1 0,1-1 0,-1 0 0,0 0 0,1 0 0,4 4 0,-1 0-392,1-1 0,0 0-1,1-1 1,-1 0 0,1 0 0,1-1 0,16 9 0,-7-6-485,0 0 1,1-1-1,-1-1 1,2-1-1,34 5 1,-40-9 435,-1 0 0,1-1 0,0-1 0,-1 0 0,1-1 1,-1 0-1,1-1 0,-1 0 0,20-9 0,-16 5 227,-1-1 0,0-1 0,0-1-1,-1 0 1,0-1 0,-1 0 0,0-2 0,13-14 0,-9 6 928,-1 0 1,24-39-1,-10 17 1032,-4 6-2146,-13 13-5970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5.8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70 155 14721,'-58'-63'2677,"46"50"8408,14 11-9492,4-2-1442,0 0-1,-1 0 1,2 1-1,-1 0 1,0 0-1,1 0 1,-1 1 0,1-1-1,13-1 1,70-7 965,-67 10-1047,856-23-467,-776 24 219,603-3-5086,-471 2 900,0-2-3642,-85 3-3562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6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721 12 14413,'-4'-2'586,"1"0"0,-1 1 0,0 0 0,0-1 0,0 1 0,0 1 0,0-1 0,0 0 0,0 1 0,0 0 0,0 0 0,0 0 0,-1 1 0,-3 0 0,2 17 2529,5-7-2771,0 0 0,0 0 0,1 1 0,1-1 0,0 0 0,1 1 0,0-1-1,0 0 1,1 0 0,1-1 0,0 1 0,7 14 0,11 18 366,42 62 1,-55-90-545,28 42-71,116 189 145,-123-190-221,-2 0-1,32 99 1,-41-90-20,-4 1 0,-2 1 0,-4 0 1,-2 0-1,-3 1 0,-3 0 0,-3-1 0,-3 1 0,-3-1 0,-3 0 0,-34 113 0,15-90-65,-3-3 0,-5 0-1,-3-3 1,-3-1-1,-4-2 1,-4-3-1,-120 140 1,-22-21-3040,154-162 1378,-2-3-1,-1-1 0,-60 32 0,1-12-5498,7-10-4766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7.9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380 16 13461,'-2'-2'482,"0"1"0,0-1 0,0 1 0,-1-1 0,1 1 0,-1 0 0,1 0 0,-1 0 0,1 0 0,-1 0 0,0 1 0,1-1 0,-1 1 0,0 0 0,1-1 0,-5 2 0,5-1-215,-1 1 0,1 0 0,0 0 0,0 0-1,0 0 1,1 1 0,-1-1 0,0 1 0,0-1-1,1 1 1,-1-1 0,1 1 0,-1 0 0,1 0-1,0 0 1,0 0 0,0 0 0,0 0 0,0 0 0,0 0-1,-1 3 1,-37 96 854,-105 304 3000,134-370-4142,-76 314-1903,78-302 1369,2 1 0,2 0 0,2-1 0,2 1-1,9 68 1,3-63-4409,5-22-1861,10 0-5893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8.3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1 603 13889,'6'26'960,"2"-1"0,0-1 0,2 0 0,1 0 0,1-1 0,1 0 0,1-1 0,0 0 0,26 27 0,-20-28-398,2 0 1,32 25 0,5-3-452,1-3 1,2-3-1,2-3 1,1-2-1,121 40 0,-126-54-759,0-2-1,2-3 1,-1-3-1,2-2 1,-1-3-1,123-7 1,-157-1 422,0 0-1,0-3 1,0 0 0,-1-1 0,0-2-1,43-20 1,-50 18 126,-1 0 0,0-1 1,0-1-1,-1-1 0,-1 0 0,0-1 0,-2-1 1,27-34-1,-21 21 170,-3-1-1,0-1 1,-2 0 0,-1-1 0,12-37 0,-12 18 180,-1 0 1,11-94-1,-14 1 2696,-12-219 0,0 338-2382,-1-19 656,2 43-1163,0 1-1,0-1 1,0 1 0,0-1-1,0 1 1,0-1 0,0 1-1,0-1 1,0 1 0,0-1-1,-1 1 1,1-1 0,0 1-1,0-1 1,0 1 0,-1-1 0,1 1-1,0-1 1,-1 1 0,1-1-1,0 1 1,-1 0 0,1-1-1,0 1 1,-1 0 0,1-1-1,-1 1 1,1 0 0,-1-1-1,-11 10 1053,-8 28 80,12-15-698,-9 44-1,5-17-372,-36 116-67,14-52-200,5 1-1,-22 175 1,27 36-4953,18-207-237,7-42-1129,4 5-6009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9.0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118 372 14545,'-2'-2'2180,"-3"-4"-1692,5 5-180,-1 0 1,0 0-1,0 0 1,1 0-1,-1 0 1,0 0-1,1 0 1,-1-1 0,1 1-1,0 0 1,-1 0-1,1 0 1,0 0-1,-1-2 1,2 2-163,-1 0-1,1 0 1,0-1 0,0 1 0,-1 1-1,1-1 1,0 0 0,0 0-1,0 0 1,0 0 0,0 0 0,0 1-1,0-1 1,0 0 0,0 1 0,0-1-1,0 1 1,1 0 0,1-1 0,42-15 125,0 1 0,59-9 1,54-17-1052,-139 34 709,-1 0-1,0-1 0,0-1 0,0-1 1,-1 0-1,17-15 0,-28 20 42,0-1-1,0 0 1,0-1-1,-1 1 1,0-1-1,5-10 1,-9 14 23,0 0 1,0 0-1,0 0 1,-1 0-1,1 0 1,-1 0-1,0 0 0,0 0 1,0-1-1,0 1 1,0 0-1,-1 0 1,1 0-1,-1 0 1,0 0-1,0 0 0,0 1 1,-1-1-1,1 0 1,-1 0-1,1 1 1,-1-1-1,-2-2 1,2 1 4,1 3 8,0-1 0,0 1 0,-1-1-1,1 1 1,0 0 0,0-1 0,-1 1-1,1 0 1,-1 0 0,1 0 0,-1 0 0,0 0-1,1 0 1,-1 0 0,0 1 0,0-1-1,1 1 1,-1-1 0,0 1 0,0 0 0,0-1-1,-2 1 1,-8-1 39,-1-1 47,1 0-1,-1 2 0,0-1 1,0 2-1,0 0 1,1 0-1,-1 1 1,0 1-1,-13 4 0,6 0 104,0 1 0,0 1 0,1 0 0,1 2 0,-20 13 0,9-2 78,1 1 0,1 2-1,0 0 1,3 2-1,0 1 1,-26 40 0,34-45-162,2 2 0,0 0 0,1 1 0,2 0 1,1 1-1,1 0 0,1 0 0,-5 35 0,11-49-111,0 0-1,2 0 1,-1 0-1,2 0 1,0 0-1,0 0 0,2 0 1,-1 0-1,1 0 1,1 0-1,1-1 1,-1 0-1,2 0 0,0 0 1,0-1-1,1 0 1,0 0-1,1 0 1,18 18-1,-8-14-221,0 0 0,1-1 0,0-1 0,1-1 0,1-1 0,0-1 0,0 0 0,1-2 0,0 0 0,0-2 0,41 7 0,-21-7-97,0-1 0,0-3 0,0-1 1,1-3-1,66-10 0,-64 5 222,-1-2 0,0-2 1,0-3-1,-2 0 0,0-3 0,0-2 1,-2-1-1,0-3 0,-2 0 0,-1-3 0,0-1 1,-2-2-1,58-62 0,-46 33 192,-2-2 1,43-77-1,-73 113-8,5-6-46,9-17 3,-27 45-42,-1 1 1,0 0 0,1 0 0,-1 0 0,1 1 0,-1-1 0,1 0 0,-1 1 0,1-1 0,0 0 0,-1 1-1,1 0 1,0-1 0,-1 1 0,1 0 0,0 0 0,-1 0 0,4 0 0,-3 3-7,0 0 0,0 0 0,-1 0 0,0 1 0,1-1 0,-1 0-1,0 0 1,-1 1 0,1-1 0,-1 0 0,1 1 0,-1 4 0,1 3-17,12 78-1376,1 110 0,-19-140 371,4-51 837,-1 0 1,1 1 0,0-1 0,1 1-1,0-1 1,1 0 0,-1 1 0,2-1-1,-1 1 1,1-1 0,6 16 0,-7-22 169,0 0 0,0 0 1,1 0-1,-1 0 0,1 0 0,0 0 1,0 0-1,0-1 0,0 1 1,0-1-1,0 1 0,0-1 1,0 1-1,0-1 0,1 0 0,-1 0 1,0-1-1,1 1 0,-1 0 1,5 0-1,1-1 137,0 1 1,0-2-1,0 1 1,16-4-1,-4 1 91,124-18 2063,180-16 36,166-14-5651,-439 39 3437,0-2 1,62-25-1,-5 1 1317,-80 27-1187,1-2 0,-2-1 0,0-1 1,-1-2-1,27-21 0,-17 13-33,-32 22-200,0 0-1,0 0 1,0 0-1,0 0 0,-1-1 1,1 1-1,-1-1 1,0 0-1,0 0 1,0 0-1,-1-1 0,1 1 1,-1-1-1,0 1 1,0-1-1,-1 0 0,0 0 1,1 0-1,-1 0 1,0-5-1,4-73-1592,-5 73 1010,-1 1 0,0-1-1,-1 0 1,1 1 0,-2-1 0,1 1 0,-2-1-1,1 1 1,-1 0 0,-5-9 0,-3-5-2641,-4-10-4612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39.8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496 100 13973,'-27'-48'1664,"-2"-2"4821,28 48-4238,0 5-322,-43 215 474,-46 182 1675,-39 2-7542,65-211 1157,-5-13-6694,49-131 4109,-2 9-5207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0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13829,'3'2'190,"0"0"-1,-1 0 1,1 1 0,-1-1-1,1 1 1,-1-1-1,0 1 1,0 0 0,0 0-1,-1 0 1,1 0-1,-1 0 1,2 5 0,-2-3 95,-1 0 1,0 0-1,0 0 1,0 0-1,-1 0 1,0-1 0,0 1-1,-3 8 1,-2 17 556,1 2 0,1-1 0,1 1 0,2-1 0,2 1 0,0-1 0,2 1 0,2-1 0,1 0 0,10 33 0,9 15-183,4 0 0,61 115 0,-67-148-687,3-2-1,1 0 1,38 44-1,-42-61-287,2-1 1,0-1-1,1-1 0,2-1 0,43 26 1,-35-26-150,1-2 1,0-2 0,2-1 0,0-2 0,63 16 0,-81-28 202,1 0 0,-1-1 1,40-1-1,145-14-1294,-190 10 1458,-1 0 1,1 0-1,-1-2 1,0 0-1,0 0 1,0-2-1,0 0 1,-1 0-1,0-2 1,16-10-1,-26 16 73,19-13-68,-2-2 1,0 0-1,0-1 0,-2-1 0,0-1 0,-1 0 0,-2-1 0,21-34 0,3-12 22,50-121-1,-67 135 284,65-158 461,-71 163 501,-2 0 1,13-73-1,-40 131 1321,-10 18-1667,3 1 1,0 1-1,-26 59 1,10-18-216,-186 373-214,129-212-3773,26 7-4031,62-216 3953,-3 41-1,10 21-7928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0.4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1 17330,'-3'1'648,"0"1"1,1-1 0,-1 1 0,1 0-1,0 0 1,-1 0 0,1 0-1,0 0 1,0 0 0,-3 5 0,-12 30 2711,12-18-2325,1 1-1,-1 25 1,4-36-411,-5 46-490,3 0 1,2 0 0,3 0 0,2 1 0,3-2 0,1 1-1,4-1 1,27 80 0,-33-116-192,2 0 0,0-1 1,0 0-1,2-1 0,0 0 0,1 0 1,0-1-1,28 26 0,-33-35 28,1-1 1,-1 1-1,1-1 1,1-1-1,-1 0 0,1 0 1,0 0-1,-1-1 1,2 0-1,-1 0 0,0-1 1,0-1-1,1 1 1,-1-1-1,1 0 0,0-1 1,-1 0-1,1 0 1,-1-1-1,1 0 0,14-4 1,-11 1-12,0 0 1,-1 0 0,1-1-1,-1 0 1,1-1-1,-2 0 1,1-1-1,-1 0 1,0-1-1,0 0 1,-1 0-1,0-1 1,10-14 0,-10 11 31,0-2 1,-2 1 0,1-1 0,-2 0 0,0-1 0,0 1 0,-2-1 0,0 0-1,4-28 1,-5 17 40,-2 1 1,-1-1-1,0 0 0,-2 0 0,-1 1 0,-2-1 0,0 1 0,-1 0 1,-2 0-1,0 1 0,-2 0 0,-22-40 0,23 50-51,-1 0 1,-1 0-1,0 2 0,-1-1 0,0 1 0,-1 1 1,0 0-1,-1 1 0,-26-15 0,29 19-372,0 0 0,0 1 0,0 0 0,-1 1 0,0 1 0,0 0 0,0 0 0,0 1 0,0 0-1,0 1 1,-1 1 0,1 0 0,0 0 0,-15 4 0,22-3-302,-1 0 0,1 1 0,0 0 0,-1 0 0,-8 5 0,-7 11-5800,9-4-5285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0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409 4 16730,'0'-1'183,"0"1"0,0 0 1,0 0-1,-1 0 1,1-1-1,0 1 1,0 0-1,0 0 1,0 0-1,0 0 1,-1-1-1,1 1 1,0 0-1,0 0 0,0 0 1,-1 0-1,1 0 1,0 0-1,0 0 1,0 0-1,-1-1 1,1 1-1,0 0 1,0 0-1,-1 0 1,1 0-1,0 0 0,0 0 1,-1 0-1,1 0 1,0 0-1,0 0 1,0 1-1,-1-1 1,1 0-1,0 0 1,0 0-1,0 0 1,-1 0-1,-4 12 2964,-1 29-2420,4-24 472,-109 449 2371,98-420-3514,-113 349-6362,13-49-4044,88-250-2777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1.3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1 545 14121,'-1'-3'196,"1"0"1,0 0-1,1 0 0,-1 1 0,1-1 0,-1 0 1,1 0-1,0 0 0,0 1 0,0-1 0,0 0 0,0 1 1,1-1-1,-1 1 0,1 0 0,0-1 0,-1 1 0,1 0 1,0 0-1,0 0 0,1 0 0,-1 0 0,0 1 0,1-1 1,-1 1-1,1-1 0,-1 1 0,1 0 0,0 0 0,3-1 1,11-3 487,0 0 0,0 1 0,32-2 1,-44 5-621,73-6 698,84 4 0,-109 3-781,310 0-695,-88-8-282,314-50 0,-552 52 1140,0-1 1,-1-2 0,-1-1-1,53-22 1,-72 24 53,0 0 1,-1-1-1,0-1 0,0 0 1,-1-1-1,0 0 1,-1-1-1,0-1 0,-1 0 1,-1-1-1,13-19 0,4-19 462,-23 40-548,0 1 0,1 1 1,0-1-1,1 1 0,0 0 0,11-12 1,-16 20-67,13-20-382,-51 46 345,2 1 0,1 1 0,1 3 1,1 0-1,2 2 0,1 1 0,-29 42 1,56-72-14,-3 4 3,-1 1 0,1 0 0,0 0 0,0 0 0,1 1 0,0 0 1,0-1-1,0 1 0,1 0 0,1 0 0,-1 0 0,1 1 0,1 10 0,0-12-25,0-2-11,1 1 0,-1 0 0,1-1 0,0 1 0,0-1 0,0 1 1,1-1-1,0 0 0,0 1 0,1-1 0,-1 0 0,1 0 0,0-1 0,1 1 0,5 6 0,6 3-162,1-2 0,0 0 0,1 0-1,0-2 1,1 0 0,37 15 0,-26-15 59,0-1-1,1-2 1,54 8 0,-84-15 149,1-1-1,-1 1 1,1 0 0,-1 0-1,1-1 1,-1 1 0,1 0-1,-1-1 1,1 1 0,-1 0-1,0-1 1,1 1 0,-1-1-1,0 1 1,1-1 0,-1 1-1,0-1 1,0 1 0,1-1-1,-1 1 1,0-1 0,0 1-1,0-1 1,0 1 0,0-1-1,0 1 1,0-1 0,0 1-1,0-1 1,0 0 0,0 1-1,0-1 1,0-16 140,-4 13-53,0-1 1,-1 1-1,1 0 1,0 1-1,-1-1 1,0 1 0,0 0-1,-10-5 1,5 2 60,-2-1 77,-1 0 0,0 1 1,0 1-1,-1 0 1,0 0-1,0 1 1,0 1-1,0 0 0,-26-1 1,34 4-145,-1 1-1,1-1 1,0 1-1,0 0 1,0 0-1,0 0 1,0 1 0,0 0-1,1 1 1,-1-1-1,1 1 1,-1 0 0,1 0-1,0 1 1,0-1-1,0 1 1,1 0 0,-1 0-1,1 1 1,0 0-1,0-1 1,0 1 0,1 1-1,0-1 1,-5 10-1,4-4 1,0 1 0,1-1-1,0 1 1,1 0 0,0-1-1,0 1 1,2 0 0,-1 0-1,2 0 1,-1 0 0,2 0-1,4 22 1,2-3-134,2-1 1,1 0-1,23 47 1,-18-48-392,2 0 0,1-2 1,1 0-1,1-1 0,1-1 1,1-1-1,2-2 0,0 0 1,1-1-1,54 32 0,-25-21-2016,86 35 1,63 8-6597,-87-39 88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2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292 42 12933,'-11'-35'2438,"3"29"993,-6 7-2684,14 0-328,-2-1-191,0 1-1,0 0 1,1-1-1,-1 1 0,1 0 1,-1 0-1,1 0 1,-1 0-1,1 1 0,0-1 1,-1 0-1,1 0 1,0 1-1,0-1 0,0 1 1,0-1-1,0 1 1,0-1-1,0 1 0,1 0 1,-1-1-1,1 1 1,-1 3-1,-14 57 1201,7-27-379,-20 60 481,-103 410 1775,128-491-3299,-15 87 6,-8 189-1,25-289-11,1 1 0,0-1 0,0 1 0,1-1 0,-1 1 0,0-1 0,0 1 0,1-1 0,-1 1 0,1-1 0,-1 1 0,1-1 0,-1 0 0,1 1 0,0-1 0,0 0 0,1 2 0,-1-2 0,0 0 0,0-1 0,0 1 0,0-1 0,0 0 0,0 1 0,0-1 0,0 0 0,0 1 0,0-1 0,0 0 0,1 0 0,-1 0 0,0 0 0,0 0 0,0 0 0,0 0 0,0 0 0,1-1 0,7-2 0,-1 0 0,0 0 0,0-1 0,0 0 0,7-6 0,-1 2 0,225-116 12,-193 104-27,1 2 0,1 2 1,64-12-1,-69 20-106,0 2 0,0 2 0,0 2 0,1 2 0,-1 1 0,63 11 0,-79-7 57,0 2-1,0 0 1,-1 2 0,0 1 0,0 1-1,-1 1 1,-1 1 0,0 1 0,-1 1 0,0 2-1,22 19 1,-36-27 42,-1-1-1,0 1 1,0 1 0,0 0-1,-1 0 1,-1 0 0,0 0-1,0 1 1,-1 0-1,0 1 1,-1-1 0,-1 1-1,0 0 1,0 0 0,-1 0-1,0 0 1,-1 0-1,-1 0 1,0 0 0,-1 0-1,0 1 1,0-1 0,-1 0-1,-1 0 1,0-1-1,-1 1 1,0 0 0,-1-1-1,0 0 1,-1 0 0,0-1-1,-1 0 1,-10 14-1,-5-1-3,-1-1-1,-1-1 0,0 0 0,-2-2 0,0-2 0,-1 0 0,-1-1 1,-39 15-1,-32 8-522,-117 28 1,193-60 368,-209 47-2105,200-49 1482,0-2 1,-1-1-1,1-1 1,-1-2-1,-40-5 1,65 4 129,-1 0 0,0 0 1,0-1-1,-15-7 0,-7-12-4897,11-7-4235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2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101 168 12633,'-9'2'638,"6"-2"-359,0 0 1,0 0-1,0 1 1,0-1-1,0 1 1,0 0-1,0 0 0,0 0 1,0 0-1,1 1 1,-1-1-1,0 1 1,1-1-1,-1 1 1,1 0-1,-1 0 1,1 0-1,0 1 0,0-1 1,0 0-1,0 1 1,0 0-1,1-1 1,-3 6-1,-1 3 607,0 0 1,1 1-1,1 0 0,0 0 0,-3 24 0,5 398 4099,2-407-4875,1 7-82,2-1 1,1 1 0,17 61-1,-22-94-29,0 0-1,1 0 0,-1 0 0,0 0 0,1 0 0,-1 0 0,1 0 0,-1 0 0,1 0 0,-1 0 0,1 0 0,-1 0 0,1 0 0,0-1 1,0 1-1,-1 0 0,1-1 0,0 1 0,0 0 0,0-1 0,0 1 0,0-1 0,0 1 0,0-1 0,1 1 0,0-1 0,-1 0 0,1-1-1,-1 1 1,0-1 0,1 1-1,-1-1 1,0 1 0,1-1-1,-1 0 1,0 1-1,0-1 1,0 0 0,0 0-1,0 0 1,0 0 0,2-2-1,5-7-14,0-1 0,-1 0 0,8-15-1,-11 19 3,197-313-958,-158 262 469,2 2 0,3 2 1,66-58-1,-64 69 44,1 3 0,98-59 0,-116 81 286,1 1 0,0 2 0,1 1 0,1 2 0,0 1 1,47-7-1,-71 17 135,1 0 1,0 1-1,0 1 1,-1 0 0,1 0-1,0 1 1,-1 1-1,1 0 1,-1 1-1,0 1 1,0-1 0,18 12-1,-26-14 47,0 0 0,0 1-1,0-1 1,-1 1 0,1 0-1,-1 0 1,1 1 0,-1-1 0,0 0-1,0 1 1,-1 0 0,1 0-1,-1 0 1,0 0 0,0 0-1,0 0 1,-1 1 0,1-1-1,0 7 1,1-3 29,0 6 62,0 0 1,0 1-1,-2-1 0,0 0 1,0 1-1,-1-1 0,-3 21 1,-25 103 723,17-94-440,-6 51-1,14-61-197,1 0-1,2 1 0,1-1 0,1 0 0,3 1 0,0-2 0,3 1 0,12 39 0,-12-54-99,0 1 0,0-1 0,2-1 0,0 0 0,2 0 0,0-1 1,0 0-1,2-1 0,0-1 0,1 0 0,0-1 0,1-1 0,1 0 0,29 17 0,-27-20-51,1 0 0,-1-2 0,1 0 0,1-1 0,-1-1-1,1-1 1,0-1 0,1-1 0,-1-1 0,1-1-1,-1 0 1,1-2 0,-1-1 0,0 0 0,1-1 0,-1-2-1,-1 0 1,1-1 0,-1-1 0,0-1 0,0-1 0,-1-1-1,0 0 1,-1-1 0,26-21 0,-28 17-1,1 0 0,-2-1 0,0-1 0,-1 0 1,-1-1-1,-1-1 0,0 0 0,-2-1 0,0 0 0,-1 0 0,-1-1 1,-1 0-1,0 0 0,-2-1 0,-1 0 0,3-29 0,-5 19-15,-2 0 0,-1 0 0,-1-1 0,-1 1 0,-2 0 0,-2 1 0,0 0 0,-2 0 0,-2 0 0,-24-50 0,15 43-100,-1 0-1,-1 2 0,-3 0 1,-37-42-1,51 65-231,-1 1 0,-1 0 1,0 1-1,-1 0 0,0 1 0,0 1 0,-1 0 1,0 1-1,-1 0 0,0 1 0,0 1 0,0 1 1,-29-6-1,25 9-598,1 0 1,0 1-1,-1 1 1,1 1-1,-1 0 1,-28 7-1,30-3-1094,0 0-1,1 1 0,-32 15 0,-9 12-7467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3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67 11645,'6'-24'1057,"0"-1"1454,-5 8 7882,14 27-7889,-10-3-2215,0 0 1,0 1-1,-1-1 0,0 1 1,-1 0-1,1 0 0,-1 1 1,-1-1-1,0 1 0,0-1 1,1 13-1,1 19 308,-2 45 1,-2-82-612,-5 79 15,-4 1 1,-30 128-1,32-178-1,-59 238 0,2-8 0,46-184 0,-16 99 0,33-170 0,1-1 0,0 1 0,0 0 0,0-1 0,1 1 0,1 0 0,-1-1 0,1 1 0,0-1 0,1 1 0,0-1 0,6 11 0,-8-16 0,1 0 0,-1-1 0,1 1 0,0-1 0,0 0 0,-1 0 0,1 1 0,0-1 0,0 0 0,0-1 0,0 1 0,0 0 0,1-1 0,-1 1 0,0-1 0,0 1 0,0-1 0,0 0 0,1 0 0,2 0 0,39-5 0,-43 5 0,9-3-34,0 0-1,0-1 1,0 0 0,-1-1 0,1 1-1,-1-2 1,0 1 0,-1-2-1,12-9 1,10-11-261,29-36 1,-24 25 123,15-19-176,52-78 0,13-15 54,-32 41 275,-81 106 31,1 0 0,-1 0 1,1 0-1,0 0 0,0 1 1,0-1-1,0 1 0,4-3 1,4-3 146,-10 9-127,0 0 0,1 0 0,-1-1-1,0 1 1,0 0 0,0 0 0,1 0 0,-1 1 0,0-1 0,-1 0 0,1 0 0,1 3 0,-1-4 16,0 3-10,1-1 0,-1 1 0,1-1 0,-1 1 0,0-1 0,0 1 0,0 0 1,0-1-1,-1 1 0,1 0 0,-1 0 0,0 0 0,0 0 0,0 3 0,-7 43 294,4-33-244,-2 17-41,1 0 1,1 0 0,2 0 0,3 39 0,0-58-42,0-1 1,1 1 0,0-1-1,1 0 1,1 0 0,0 0-1,0 0 1,2-1-1,-1 0 1,2 0 0,-1-1-1,16 17 1,-7-11-496,0-1 1,1 0-1,1-2 0,35 23 1,-32-26-333,0 0 0,1-2 0,0 0-1,1-1 1,-1-1 0,2-1 0,-1-2 0,0 0 0,1-1 0,0-2 0,0 0 0,0-1 0,23-4 0,10-2-5305,0-1-3614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3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13 5300,'-17'-13'1445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7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1217 409 10681,'-90'-140'4529,"76"119"-3495,2 2 296,-2 1 0,0 0-1,-26-25 1,4 9 548,19 17-959,0 1 0,-1 1 0,-1 1 0,-28-18 0,40 29-732,0-1 0,-1 1 0,1 1 0,-1 0 0,1 0 0,-1 0 0,0 1-1,0 0 1,0 0 0,0 1 0,1 0 0,-1 0 0,0 1 0,0 0 0,0 1-1,0-1 1,-10 5 0,3 1-98,0 0-1,1 0 1,0 2-1,0 0 1,1 0-1,0 1 1,1 1-1,0 0 1,1 1-1,-15 18 1,-12 21 107,-41 71 1,-6 24-197,-111 257 0,159-307 0,3 1 0,5 2 0,5 1 0,-13 103 0,31-143 1,2 1 1,3 0-1,2 0 0,3 0 1,3-1-1,2 0 0,3 0 1,20 58-1,-18-78-23,2-1 0,1-1 0,2 0 0,2-2 1,29 40-1,-29-49-29,0-1 1,2-1 0,1-1 0,1-1-1,1-1 1,57 36 0,-56-43-432,0-1 0,1-1 0,1-1 0,0-2 0,1 0 0,57 9 0,-47-14-158,1-2 0,-1-1 0,1-2 1,69-9-1,-41-4-135,0-2 0,-1-3 1,-1-4-1,-1-2 0,115-60 1,-121 51 437,-1-3 1,-2-2 0,-2-3 0,-1-2 0,79-83-1,-94 83 625,-2-1-1,-2-2 0,-2-2 0,-2-1 0,-3-1 0,-1-1 0,21-61 0,-41 92-78,-2 8 168,0 0 1,-1-1 0,0 1 0,3-26-1,-7 38-339,0-1-1,0 1 1,0-1-1,0 1 1,1-1-1,-1 0 1,0 1-1,0-1 1,0 1-1,0-1 0,0 1 1,-1-1-1,1 1 1,0-1-1,0 1 1,0-1-1,0 1 1,0-1-1,-1 1 1,1-1-1,0 1 1,-1-1-1,1 1 0,0-1 1,-1 1-1,1-1 1,0 1-1,-1-1 1,-12 9 780,-13 26 129,20-20-748,0-1 0,0 1 0,1 0-1,1 0 1,1 1 0,0-1 0,0 1 0,1 18 0,0-3 61,3 0 0,7 59 0,-4-62-407,2 1 0,0-2 0,2 1-1,1-1 1,1 0 0,1-1 0,1 0 0,2-1 0,0 0 0,1-1 0,2-1 0,0-1 0,1 0 0,1-1 0,1-1 0,1-1 0,1 0 0,0-2 0,1-1 0,1-1 0,0 0 0,1-2 0,0-1 0,1-1 0,41 10 0,-39-13-142,0-2 1,1-1 0,-1-2 0,1 0 0,0-2 0,44-5-1,-59 3 231,0 0 0,0-2 0,0 1 0,0-2-1,-1 1 1,0-2 0,0 0 0,0-1 0,-1 0 0,0 0-1,0-2 1,0 1 0,-2-2 0,1 1 0,10-13-1,-16 15 80,1-1 0,-2 1 0,1-1 0,-1 0 0,0 0 0,-1-1 0,0 1 0,0-1-1,-1 1 1,0-1 0,-1 0 0,1 0 0,-2 0 0,1 0 0,-1 0 0,-1 1 0,0-1 0,0 0-1,0 0 1,-4-9 0,0 0 56,-1 1 0,-1 0 0,-1 0 0,0 1 0,-1 0 0,0 0 0,-2 1 0,-22-26 0,5 13 19,-1 0 0,-1 2 0,-2 2 0,0 1 0,-1 1 0,-60-28 0,-227-78-2025,281 114 1192,-22-5-2447,23 11-2351,11 4-4001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8.4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610 21 13141,'-2'-2'408,"-1"2"0,1-1-1,-1 0 1,1 0 0,-1 1 0,0 0-1,1-1 1,-1 1 0,0 0-1,1 0 1,-1 0 0,1 1 0,-1-1-1,0 1 1,1-1 0,-3 2 0,-48 15 2821,24-5-2560,1 2-1,0 1 0,1 1 1,1 1-1,1 1 1,-27 25-1,-1 7-191,-72 87 1,15 8-51,102-137-28,16-20-213,18-19 56,7-2 155,1 3-1,2 0 1,1 3 0,1 1 0,52-27-1,-81 48-389,0 0-1,0 1 0,0 1 1,1 0-1,-1 0 0,1 0 1,0 1-1,-1 1 0,1 0 1,0 0-1,0 1 0,0 0 1,0 1-1,0 0 0,0 0 1,-1 1-1,1 0 1,-1 1-1,1 0 0,-1 1 1,0 0-1,0 0 0,0 1 1,-1 0-1,1 0 0,-1 1 1,-1 0-1,1 1 0,-1 0 1,9 10-1,-3-1-6,-1 1 0,-1 0 0,0 0 0,-2 1 0,0 1 0,0 0 0,-2 0 0,0 0 0,-2 1 0,7 38 0,-4 9 0,0 132 0,-24 2 0,1-39 0,14-149-19,0 1 1,-2-1-1,1 0 1,-9 23-1,10-33-107,7-23-90,-1 9 185,33-119-280,-13 38 31,47-217-375,-7 27 255,-54 241 355,7-24-50,27-65 1,-38 113 78,1 0 0,0 1-1,1 0 1,1 0 0,1 1 0,0 0 0,1 1 0,23-22-1,-30 31 24,0 1 0,0 0 0,1 1 0,0 0 0,-1-1 0,1 2 0,0-1 0,0 1 0,1 0 0,-1 0 0,0 0 0,1 1 0,-1 0 0,14 0 0,-12 2 33,1 0 0,-1 0 0,1 1 0,-1 0 0,0 0 0,0 1 0,0 0 0,0 1 0,0 0 0,9 6 0,0 2 96,0 1 1,-1 1-1,-1 0 1,0 1-1,0 1 0,-2 1 1,0 0-1,15 26 1,-7-4-74,-2 2 0,-2 0 0,-1 0-1,-2 2 1,-3 0 0,9 52 0,16 270 207,-31-294-261,3 261-4536,-2-62-1172,0-199-1625,3-11-4909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9.1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487 217 9645,'1'0'268,"0"-1"-1,-1 1 1,1-1 0,0 1 0,-1 0-1,1-1 1,-1 1 0,1-1 0,-1 0-1,1 1 1,-1-1 0,1 1 0,-1-1-1,1 0 1,-1 1 0,0-1 0,1 0-1,-1 1 1,0-1 0,1 0 0,-1 0-1,0 1 1,0-1 0,0 0 0,0 0-1,0 1 1,0-1 0,0 0 0,0 0-1,0 0 1,0 1 0,-1-2 0,-12-8 4462,-2 5-6292,7 4 1675,1 0 0,0 0 0,-1 1 0,1 0 0,-13 2 1,-21 0 347,-9 0 455,-71 14 0,72-8 1203,-70 2 0,117-10-2023,0-1 0,0 1-1,0-1 1,0 0 0,0 1 0,0-1 0,1 0 0,-1 0 0,0 0 0,0 0 0,1-1 0,-1 1 0,1 0 0,-1-1 0,0-1-1,-1 1 122,3 1-175,0 0-1,0 0 1,0 0 0,1 0-1,-1 0 1,0 0-1,0 0 1,1 0 0,-1 0-1,0 0 1,1 0-1,-1 0 1,1 0 0,-1 0-1,1 0 1,0 0 0,-1 0-1,2-1 1,-1 2 30,2-5-25,0 1 0,0-1 0,1 1 0,-1 0 0,1 0 0,0 1 0,0-1 0,1 1 0,-1 0 0,1 0 0,0 0 1,-1 1-1,1-1 0,0 1 0,0 0 0,8-1 0,-5 1-24,0 1 1,0 1 0,0 0-1,0 0 1,0 0 0,1 1-1,-1 0 1,0 1 0,0-1-1,8 5 1,0-1-16,-1 2 0,0 0 0,0 1 1,-1 0-1,0 1 0,0 1 0,-1 0 0,0 1 1,-1 0-1,14 17 0,-9-3-1,-1 0 0,-1 2 0,-1 0 0,-1 1 0,-1 0 0,-2 0 0,-1 1 0,-1 1 0,-2 0 0,5 48 0,-9-11-59,-2 0 1,-3-1 0,-4 1-1,-14 68 1,-9 22-243,38-188 262,1 0 0,13-31-1,9-32 45,79-271-76,-70 251 140,64-125 0,-94 220-86,1-1 1,0 1-1,2 1 0,0 0 0,1 0 1,0 2-1,31-27 0,-38 37 21,0 1 0,1 0 0,-1 0-1,1 1 1,0 0 0,0 0 0,0 1 0,1 0 0,-1 0-1,1 1 1,-1 0 0,1 1 0,0 0 0,0 0 0,0 1 0,0 0-1,0 1 1,-1 0 0,1 0 0,0 0 0,0 2 0,8 2 0,-1 1 9,-1 2 0,-1 0 1,1 0-1,-1 1 0,0 1 1,-1 0-1,0 1 0,-1 0 1,0 1-1,-1 1 0,0 0 0,10 17 1,-2-1 15,0 2-1,-3 0 1,0 1 0,19 61 0,-18-32-27,-2 1-1,-4 0 1,-2 1-1,1 89 1,-23 256-157,10-345 79,2-24-1052,-2 0-1,-2 0 1,-1-1-1,-1 0 1,-20 57-1,19-74-1088,1 1 0,1 0 1,2 0-1,-4 36 0,6 8-9621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49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1 225 13713,'2'-2'2056,"-2"1"-1756,1 0 1,0 0 0,0 0-1,0 0 1,0 0-1,0 0 1,1 0 0,-1 0-1,0 1 1,0-1 0,0 0-1,1 1 1,-1-1-1,0 1 1,1 0 0,-1-1-1,0 1 1,1 0-1,1-1 1,27 9 4207,-8 0-4655,43 6 1159,2-3-1,77 3 0,-99-11-780,-26-1-109,0-1-1,1-1 0,35-5 0,-48 4-105,-1 0 0,0 0 0,0-1 0,0 0 0,0-1 0,0 1 0,0-1 0,0 0 0,-1 0 0,1-1 0,-1 0 0,0 0 0,0 0 0,-1-1 0,5-5 0,-5 6-11,-1-1 0,0 0 1,0 0-1,-1 0 0,0 0 0,1-1 1,-2 1-1,1 0 0,-1-1 0,0 0 0,0 1 1,0-1-1,-1 0 0,0 1 0,0-1 0,0 0 1,-1 0-1,0 1 0,-2-11 0,1 11 3,1 0 1,-1 0-1,0 0 0,0 0 1,-1 0-1,1 1 0,-1-1 0,0 1 1,0-1-1,-1 1 0,1 0 1,-1 1-1,0-1 0,0 0 0,0 1 1,0 0-1,-1 0 0,1 0 1,-1 1-1,0 0 0,0 0 0,0 0 1,0 0-1,0 1 0,0-1 1,0 1-1,-11 0 0,5 0 30,0 1 0,0 1 1,0 0-1,0 0 0,1 1 0,-1 1 0,0 0 0,1 0 1,0 1-1,-1 0 0,1 1 0,-14 9 0,4 1 76,0 0 0,0 2 0,2 1 0,0 0 0,1 1 0,1 1 0,0 0 0,-18 35 0,15-22 13,2 2-1,2 0 1,1 1 0,1 0 0,-7 39 0,15-51-123,2 0 0,0 0 0,1 1 0,1-1 0,2 1 0,0-1-1,2 1 1,0-1 0,2 0 0,1 0 0,10 27 0,-9-34-19,0 0 1,1-1-1,1 0 0,0 0 1,1-1-1,1 0 0,1-1 0,0 0 1,0-1-1,2 0 0,-1-1 1,2-1-1,-1 0 0,1-1 1,29 14-1,-1-5-810,1-2 0,1-2 0,0-2 0,1-1 0,0-3 0,1-2 0,51 1 0,-43-7-1864,107-11-1,-109 2-1692,103-29 0,-55 2-4470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0.0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370 480 8477,'15'-11'1487,"-15"4"205,-28 4 2082,25 3-2031,-17 6 954,8-4-2108,1 3-174,0 0 0,1 0 0,-1 1 0,2 0 0,-1 1 0,0 0 0,1 1 0,1 0 0,-1 0-1,1 1 1,-8 11 0,-2 6 423,0 1-1,-27 57 0,19-27 156,-28 93 1,44-115-760,1 1 0,2 0 0,1 0 0,0 55-1,6-32-93,15 102 0,-10-127-242,1 0 1,1 0-1,3-1 0,19 47 0,-23-66-40,1 0-1,0 0 0,1-1 1,1 0-1,0-1 0,1 0 0,0 0 1,1-1-1,0-1 0,1 1 0,0-2 1,17 11-1,-13-10-90,2-1 0,-1-1 0,1 0 0,1-1 0,-1-1 0,1-1 0,0-1 0,0 0 0,1-2 0,-1 0 0,1-1 0,-1-1 0,1-1-1,-1 0 1,1-2 0,-1 0 0,0-1 0,0-1 0,0-1 0,23-10 0,-6-1-336,0-1 0,53-36 0,61-56-942,-130 94 1320,32-26-275,-3-2 0,-1-3-1,-3-1 1,62-87 0,-51 54 434,-4-2 1,60-131 0,-87 154 519,-3-1 0,-2-1 1,18-94-1,12-195 4484,-42 278-3484,7-16 938,-14 85-882,-1 11-128,-17 203-956,-17 279-246,10-190-214,3-49 0,-6 197-4754,25-350-623,8-35-1284,9 6-6330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0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0 221 14973,'47'-43'2325,"-14"10"-541,11 12-364,3 0-328,10 9-544,10 0-492,10-6-916,10-6-1352,7 3-3485,3 5-4748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1.0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366 344 12873,'-197'-5'4363,"97"7"759,35 1 53,61-3-1951,13 0-1962,741-47-535,-518 27-706,1655-121-21,-1166 89 0,-368 21-136,165-10-1155,-433 35-2135,-11 0-1143,1 6-4099,-19 3-3025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1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761 9 14069,'-45'-7'3030,"36"5"6729,10 4-9519,-1-1 0,1 1 1,0 0-1,0-1 0,0 1 1,0-1-1,0 1 0,0-1 1,0 0-1,0 1 0,0-1 1,2 1-1,4 6 327,138 137 1142,-32-35-1200,-53-48-509,-4 3 0,-2 2 0,80 135 0,-116-171 0,-2 0 0,-2 2 0,-1-1 0,-1 2 0,-2 0 0,-1 0 0,-2 1 0,-1 0 0,-2 0 0,-2 0 0,-1 1 0,-4 40 0,-5-22 0,-2 1 0,-3-1 0,-2-1 0,-3 0 0,-2-1 0,-44 83 0,1-26 0,-142 187 0,-282 242 1,315-363-122,21-27-2545,49-57-3513,54-45-1674,25-20-5112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1.5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55 13593,'-40'3'3641,"50"-18"-2345,0 3 744,13 3-2428,1 3-996,-8-3-1377,-2 3-1927,23 6-3677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3.5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399 607 10421,'-13'-17'2914,"1"-1"0,-11-21 0,21 35 2013,-9 30-2080,6-4-2131,1 0-1,0 1 1,2-1-1,0 28 1,-1 8 241,-15 132-526,-8 0 1,-56 210 0,28-186-432,-59 212 0,90-340 0,22-71 0,6-14 0,7-10 0,-11 8 0,6-8-61,0 0 1,0 0-1,-1-1 0,-1 0 0,1 0 1,-2-1-1,1 0 0,5-20 1,4-8-188,169-520-1682,-80 225 1473,-60 201 295,20-63 54,104-223 1,-134 354 131,64-97 1,-79 136-24,1 2 1,1 0-1,1 1 1,1 1-1,1 0 1,34-23-1,-44 37-2,0 0-1,0 1 1,1 0 0,0 1-1,0 1 1,1 0 0,-1 1-1,1 1 1,0 0-1,0 1 1,0 1 0,19 0-1,-27 1 2,1 1-1,0-1 0,-1 2 0,1-1 0,-1 1 0,0 1 0,1-1 0,-1 1 0,0 0 1,-1 1-1,1-1 0,0 2 0,-1-1 0,0 0 0,0 1 0,0 0 0,-1 1 0,0-1 1,0 1-1,0 0 0,-1 1 0,1-1 0,-2 1 0,1-1 0,4 14 0,-2-3-18,-1 1-1,-2 0 0,1 0 1,-2 0-1,-1 0 1,0 0-1,-1 0 0,-1 0 1,0 0-1,-2 0 1,0 0-1,-6 18 0,-4 10-336,-3 0 0,-2-1 0,-30 57 1,9-31-386,-4-2 0,-2-3 0,-4-1 1,-84 89-1,67-89-555,-2-2 0,-3-4-1,-130 83 1,160-120 510,59 7 1419,140 167 2961,-116-148-3134,-13-15-251,2-1-1,1-2 0,1-1 1,1-2-1,2-1 0,62 34 1,-64-43-273,0-1 1,1-2 0,1-1 0,0-2-1,1-2 1,0-1 0,75 6-1,-72-12-77,1-1 0,-1-3 0,0-1 0,0-2 0,55-14 0,-73 13 30,-1-1 0,-1-1 0,1-1 0,-1-1 1,-1 0-1,0-2 0,0 0 0,-1-1 0,-1-1 0,0 0 0,21-25 1,-29 30 41,-1-2 0,0 1 1,-1-1-1,0 0 0,0 0 1,-1-1-1,-1 0 0,6-17 1,-11 27 61,1-1 0,-1 1 1,1-1-1,-1 1 0,0 0 1,0-1-1,0 1 0,0-1 1,-1 1-1,1-1 0,-1 1 0,1-1 1,-1 1-1,0 0 0,0-1 1,0 1-1,0 0 0,0 0 1,-1 0-1,1 0 0,0 0 1,-1 0-1,0 0 0,-2-2 1,0 1 8,1 1-1,0 0 1,-1 0 0,1 0 0,-1 0-1,0 0 1,0 1 0,0 0 0,1 0-1,-1 0 1,0 0 0,0 0 0,-8 1 0,-4 1-12,0 1 1,0 0 0,0 2 0,0 0 0,1 0 0,-1 2 0,1 0-1,-21 11 1,18-7-511,1 0 0,1 0 0,0 2-1,0 0 1,1 0 0,-22 26 0,35-37 375,1 1 1,-1 0-1,1-1 1,-1 1-1,1 0 1,0 0-1,0 0 0,0 0 1,0 0-1,0 1 1,0-1-1,0 0 1,1 0-1,-1 1 0,1-1 1,0 0-1,-1 1 1,1 3-1,1-4 94,0-1-1,-1 1 0,1-1 1,0 1-1,0-1 0,0 0 1,0 1-1,0-1 1,0 0-1,0 0 0,0 0 1,1 0-1,-1 0 0,0 0 1,1 0-1,-1 0 0,1-1 1,-1 1-1,1 0 1,1 0-1,11 2 293,1 0 1,-1 0-1,0-2 1,26 1-1,-26-2 323,-10 1-461,17-1 559,0 1-1,-1 2 1,1 0 0,28 8-1,-45-10-597,15 5-10,0 0-1,-1 1 1,1 1 0,28 17 0,5 2-4947,-32-18 1618,0 1-4110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4.1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 14081,'0'-1'362,"1"0"0,0 1 0,0-1 0,-1 1 0,1-1 0,0 1-1,0-1 1,0 1 0,0 0 0,0 0 0,-1-1 0,1 1 0,0 0 0,0 0-1,0 0 1,0 0 0,0 0 0,0 0 0,0 0 0,0 0 0,1 0 0,19 12 2433,16 32-3412,-26-30 1455,3 6-719,0 0-1,-2 1 1,-1 0 0,0 1-1,-1 0 1,10 37 0,-4-14-452,-11-28 115,0 0 0,2 24 0,-5-27 100,1 1 1,0-1-1,1 0 0,11 27 1,-13-40 111,0 0 0,0 1 1,1-1-1,-1 0 0,0-1 0,1 1 1,-1 0-1,1-1 0,-1 1 0,1-1 1,-1 0-1,1 0 0,3 0 0,21 0-149,-1 1 0,1 1-1,-1 1 1,41 11-1,-60-12 100,0 0-1,0-1 1,1 0-1,-1 0 0,1 0 1,-1-1-1,0 0 0,1-1 1,-1 1-1,1-2 0,-1 1 1,0-1-1,0 0 0,0 0 1,10-6-1,-6 3 121,-1-2 0,1 0 0,-1 0 0,-1 0 0,0-2-1,0 1 1,0-1 0,10-14 0,81-92 3220,-98 113-3223,1 0 0,-1 0-1,0 0 1,1 0 0,0 0-1,-1 1 1,1-1 0,0 1-1,0 0 1,0 0 0,0 0-1,0 0 1,0 0-1,0 1 1,0-1 0,0 1-1,6 0 1,-3 1-2,0 0-1,-1 0 1,1 0 0,-1 1-1,1 0 1,-1 0 0,0 1 0,0-1-1,6 5 1,5 4 39,0 1 1,0 1-1,-2 1 1,21 24-1,123 165 80,-148-188-269,0-1 0,2 0 0,0-1 0,0-1 0,1 1 0,0-2 0,26 17 0,-38-28 99,0 1-1,0-1 1,0 0-1,0 0 1,0 1-1,0-1 1,1 0-1,-1 0 1,0 0-1,0-1 1,0 1-1,0 0 1,0 0-1,0-1 1,0 1-1,0 0 1,0-1-1,0 1 1,0-1-1,0 1 1,1-2-1,3 0 42,7-5 70,-1 0 0,0-1 0,0-1 0,-1 0 0,0 0 0,0-1 0,-1 0 0,12-19 0,2 2 100,22-24 352,1 1 1,60-48 0,-88 84-434,0 0 0,1 0 0,0 2 0,1 1-1,1 0 1,0 2 0,0 0 0,1 1 0,-1 1 0,28-4 0,-33 10-138,0 0 0,0 1 0,0 1 0,0 1 0,0 0 0,0 1 0,0 1 0,-1 0 0,0 1 0,0 1 0,19 10 0,-6-2 0,-1 2 0,-1 0 0,-1 2 0,45 40 0,-15 0-127,73 99-1,-52-61-778,-57-73-413,107 137-12929,-69-88 1193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4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53 154 14145,'-46'-79'3314,"45"77"-2975,0 0-1,0 0 1,0-1 0,1 1 0,-1 0 0,1-1-1,-1 1 1,1 0 0,0-1 0,0 1-1,0 0 1,0-1 0,0 1 0,1 0 0,-1 0-1,1-1 1,-1 1 0,1 0 0,0 0-1,0-1 1,0 1 0,0 0 0,0 0 0,1 0-1,-1 1 1,1-1 0,-1 0 0,1 0-1,-1 1 1,1-1 0,0 1 0,0-1 0,0 1-1,3-2 1,-3 2 1694,10 17-829,-3-4-1064,4 4-128,-1 1 1,-1 0-1,0 1 0,-1 0 1,9 25-1,0 17-12,-2 1 0,11 75 0,4 128 0,-21-164 0,29 181-4886,-28-224 1325,2-1 1,40 102-1,-26-96-10654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4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267 116 17006,'-6'-63'3190,"6"61"-2964,0 0 0,0 0 1,1 1-1,-1-1 0,1 0 1,0 0-1,0 0 0,-1 1 0,1-1 1,0 0-1,0 1 0,1-1 1,-1 1-1,0-1 0,0 1 1,1-1-1,-1 1 0,1 0 0,2-2 1,30-12 2704,-24 13-2638,-1 1 1,0 1-1,1 0 1,-1 0 0,1 0-1,-1 1 1,0 1 0,1 0-1,-1 0 1,0 1-1,0 0 1,16 7 0,-4 1-48,0 0-1,0 1 1,-2 1 0,21 16 0,-21-12-237,0 1 1,-1 0-1,0 1 1,-2 1-1,0 0 1,-2 1-1,0 1 1,17 36-1,-23-38-11,0 1 1,-2-1-1,0 1 1,-1 0-1,-1 0 1,-1 1-1,-1-1 1,-1 1-1,-1-1 1,-4 37-1,-3-19 2,-2-1 0,-1 0 0,-2 0 0,-2-1 0,-1-1 0,-2 0 0,-33 51 0,-12 7 0,-101 114 0,-37 19 0,47-56 0,142-159 0,1 0 0,1 0 0,-1 1 0,-13 27 0,23-39 0,-1 1 0,1-1 0,-1 0 0,1 1 0,-1-1 0,1 0 0,0 1 0,-1-1 0,1 1 0,0-1 0,0 1 0,0-1 0,1 0 0,-1 1 0,0-1 0,0 1 0,1-1 0,-1 0 0,1 1 0,-1-1 0,1 0 0,-1 1 0,1-1 0,0 0 0,0 0 0,0 0 0,-1 0 0,1 0 0,0 0 0,0 0 0,1 0 0,-1 0 0,1 1 0,3 1 0,0-1 0,0 0 0,0 0 0,0 0 0,0 0 0,0-1 0,6 1 0,19 1 0,1-1 0,-1-2 0,0 0 0,0-3 0,33-6 0,-27 4 0,417-59-3923,-309 37 1163,157-51 0,-145 22-3256,-98 33 1913,41-11-6118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5.0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161 154 12161,'-60'-36'3180,"50"24"37,-7 3-457,-3 3 2136,6-4-2919,-2-2 2247,6 3-3872,-4 0-352,18-9-4204,-1 0 455,10 12-3535,4-3-7262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6.0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519 56 10253,'-34'-17'2229,"32"15"-1868,0 1 1,-1-1 0,1 1-1,0-1 1,0 0 0,0 0-1,0 1 1,0-2 0,1 1-1,-1 0 1,1 0 0,-3-4-1,0 0 771,3 5-988,0 0 0,0 1-1,0 0 1,0-1 0,0 1 0,0 0 0,0-1 0,0 1-1,0 0 1,0 0 0,0 0 0,0 0 0,0 0 0,-1 0-1,1 0 1,0 0 0,0 0 0,0 0 0,0 1 0,0-1-1,-1 1 1,-2 0 315,-10 3 144,1 0 0,0 1 0,-1 1 0,2 0 0,-1 0 1,1 1-1,0 1 0,0 0 0,-14 14 0,-14 15 1045,-38 45 0,62-64-1230,-2 1-316,2 2-1,0 0 1,1 1 0,1 1 0,1 0-1,1 1 1,-16 47 0,23-56-85,1-1 0,1 1 0,0-1-1,1 1 1,1 0 0,0 0 0,1 0 0,1 0 0,0-1 0,1 1 0,1 0 0,0 0-1,1-1 1,0 0 0,9 20 0,4-5-17,0 0 0,2-2 0,1 0 0,1-1 0,1-1 0,2-1 0,0-1 0,1-1 0,1-2 0,1 0 0,1-2 0,1-1 0,0-1 0,1-1 0,1-2 0,0-1 0,1-2 0,51 11 0,-78-21 0,0 1 0,0-1 0,0 0 0,0 0 0,0-1 0,0 0 0,0 0 0,0 0 0,0 0 0,0-1 0,0 1 0,6-5 0,-9 5 0,-1 1 0,1-1 0,-1 0 0,0 0 0,1 0 0,-1 0 0,0 0 0,0 0 0,0-1 0,0 1 0,0 0 0,0-1 0,0 1 0,0 0 0,-1-1 0,1 1 0,0-1 0,-1 1 0,1-1 0,-1 1 0,0-1 0,1 0 0,-1 1 0,0-1 0,0 0 0,0 1 0,0-1 0,0 1 0,-1-1 0,1 0 0,0 1 0,-1-1 0,1 1 0,-1-1 0,0 1 0,1-1 0,-1 1 0,0 0 0,-1-3 0,-4-5-204,-1 1 1,0 0-1,0 0 0,0 0 1,-1 1-1,0 0 0,0 1 1,-1 0-1,-18-10 0,-6 0-1417,-53-18 0,69 28 1299,14 5-1965,-2 0-1965,-9-1 2617,13 2 798,-11-2-5112,34 4-3273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6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227 39 11129,'-2'0'438,"0"0"-1,-1 0 1,1 0-1,0-1 1,0 1-1,0-1 1,0 0-1,0 0 1,0 1-1,0-1 1,0 0-1,0-1 1,0 1 0,1 0-1,-1 0 1,0-1-1,1 1 1,-1-1-1,1 0 1,-1 1-1,1-1 1,0 0-1,-2-3 1,-4-4 582,5 7 302,-7 66 1422,19 49-1446,-1-12-730,-10-27-398,-3-1 1,-2 0-1,-5-1 1,-2 1-1,-3-2 1,-4 0-1,-41 99 0,11-32 2377,50-137-2536,0 0 1,0 0-1,0 0 1,0 0-1,0 0 1,0-1-1,1 1 1,-1 0-1,0 0 1,1 0 0,-1-1-1,0 1 1,1 0-1,-1 0 1,1-1-1,-1 1 1,1 0-1,0-1 1,-1 1-1,1-1 1,0 1-1,-1-1 1,2 2 0,0-1-14,-1 1 2,0-1 0,1 1 0,0-1 0,-1 0 0,1 1 0,0-1 0,0 0 0,0 0 0,-1 0 0,1 0 0,0-1 0,0 1 0,1 0 0,-1-1 0,0 0 0,0 1 0,0-1 0,0 0 0,0 0 0,0 0 0,1 0 0,-1 0 0,3-1 0,8 0 0,428-20-7177,-244 25-1065,-163-3 5726,92 2-9332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7.1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28 13961,'-62'-23'2911,"50"19"2243,12 7-2739,-62 287 5911,47-197-8326,5 0 0,3 186 0,10-229 0,2-1 0,3 0 0,1 0 0,3-1 0,1 0 0,3-1 0,30 62 0,-35-88 0,0-1 0,2-1 0,0 0 0,1-1 0,1 0 0,0-1 0,2-1 0,0 0 0,0-1 0,2-1 0,36 22 0,-43-30 0,0 0 0,1 0 0,0-1 0,-1-1 0,1 0 0,1-1 0,-1-1 0,0 1 0,1-2 0,-1 0 0,1-1 0,0 0 0,-1-1 0,1-1 0,-1 0 0,0 0 0,0-2 0,0 1 0,0-2 0,0 0 0,15-8 0,-17 6-39,-1 1 0,0-1 0,0-1 0,-1 0 0,0 0 0,-1 0 0,0-1 0,0-1 0,0 0 0,-2 0 0,1 0 0,-1 0 0,-1-1 0,1 0 0,-2-1 0,0 1 0,0-1 0,-1 1 0,-1-1 0,2-15 0,-1 0-55,-2 0-1,-1 1 1,-1-1 0,-1 1-1,-2-1 1,0 1 0,-2 0-1,-11-30 1,-36-115 307,52 165-159,-1 0 1,1 0 0,0 0 0,0 0 0,1 0-1,0-10 1,0 13-39,1 1-1,-1-1 0,1 0 1,0 0-1,0 0 1,0 1-1,0-1 0,0 0 1,1 1-1,-1-1 1,1 1-1,0-1 0,0 1 1,4-4-1,2-1-20,0 1 0,1 0 0,0 1 0,0 0 0,0 0 0,1 1-1,0 0 1,0 1 0,0 0 0,15-3 0,19-1-76,51-2 0,-95 9 80,47-3-13,0 2-1,0 1 1,0 3-1,73 14 1,-112-15 31,0 0 0,1 1 1,-1 0-1,-1 1 0,1 0 0,0 0 1,-1 0-1,0 1 0,0 0 0,0 1 1,-1-1-1,10 11 0,-9-6 31,0 0 0,0 0 0,0 1 0,-2 0 0,1 0 0,-1 1 0,6 22 0,-4-2 39,-1 0 1,-2 0-1,-1 1 0,-2-1 1,-4 56-1,-5 6-578,1-24-1448,3 94 0,5-143 1482,1 1 1,1 0-1,0-1 1,2 1-1,1-1 1,0-1 0,2 1-1,16 30 1,-20-44-715,0-1 1,0 0 0,1 0 0,0 0 0,1-1 0,-1 1 0,1-2 0,12 9 0,21 12-9605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7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 2 14645,'-3'0'200,"1"-1"-1,-1 1 1,1 0 0,0 0-1,-1 0 1,1 0-1,0 0 1,-1 1 0,1-1-1,-1 1 1,1-1-1,0 1 1,0 0-1,-1 0 1,1 0 0,0 0-1,0 0 1,0 1-1,0-1 1,0 1-1,-2 1 1,1 3 306,1-1-1,-1 1 1,1-1-1,0 1 1,0 0-1,1 0 1,-1 0-1,1 6 0,-19 132 4044,-3 268-1,22-375-4463,-1 27-2021,3 1 1,3 0-1,16 90 1,-19-151 1402,1 1 0,-1-1 0,1 0 1,0 0-1,0 0 0,0 0 0,1 0 0,0 0 0,-1 0 0,1-1 1,5 5-1,-5-5-134,5-4-2866,4-10 2476,-11 9 414,23-24-3319,-2-6-1823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7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121 198 7181,'2'-15'687,"1"0"0,0 0 0,0 0-1,2 0 1,7-16 0,-10 26-340,1 0-1,-1 0 0,1 0 0,0 0 0,1 1 0,-1-1 1,1 1-1,0 0 0,0 0 0,1 0 0,-1 0 0,1 1 1,-1 0-1,1 0 0,0 0 0,0 0 0,1 1 0,6-2 1,5-1 55,-1 2-1,1 0 1,0 0 0,0 2 0,0 0 0,0 1 0,25 3 0,-37-2-323,1-1 1,-1 2-1,1-1 1,-1 0 0,0 1-1,0 0 1,0 0 0,0 1-1,0-1 1,0 1-1,-1 0 1,1 1 0,-1-1-1,0 1 1,0-1 0,0 1-1,-1 0 1,1 1-1,-1-1 1,0 1 0,0-1-1,0 1 1,-1 0 0,0 0-1,0 0 1,0 0-1,2 11 1,-2-3 99,-1 1 0,0-1 0,0 1 0,-2 0 0,0-1 0,0 1 0,-1-1 0,-8 27 0,-4 3 320,-28 57-1,25-65-297,3 1 0,-17 58-1,28-82-180,1 0-1,0 0 0,1 0 1,0 0-1,1 0 1,1 0-1,0 0 0,0 0 1,1 0-1,1 0 1,0 0-1,6 16 0,0-10-76,0 1-1,1-1 1,1-1-1,1 1 1,24 26-1,80 69-348,-73-74 276,39 46 0,-75-77 202,-1 0 0,0 0 0,0 1 0,-1 0 0,0 0 0,0 0 0,-1 1 1,0-1-1,-1 1 0,0 0 0,3 19 0,-6-21 59,0 0 0,0 0 0,-1 0 1,0-1-1,0 1 0,-1 0 0,1 0 0,-2-1 0,1 1 1,-1-1-1,-1 0 0,1 0 0,-1 0 0,0 0 1,-1-1-1,-7 10 0,-10 9 288,-2-1-1,0-1 1,-2-1 0,-39 27-1,-125 67 557,64-42-1060,-20 24-2003,54-35-3010,91-63 4901,0 0 1,0 1 0,0 0-1,0-1 1,0 1-1,1-1 1,-1 1-1,0 0 1,0 0-1,1-1 1,-1 1-1,0 0 1,1 0-1,-1 0 1,1 0-1,0 0 1,-1 0-1,1 0 1,-1 0-1,1 0 1,0 0-1,0 0 1,0 0 0,0 2-1,11 20-5261,21 12-5855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7:57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68 122 15109,'-34'-9'3337,"21"-7"-177,3 4 5085,3-6-8169,4 3-948,16 6-632,4 3-1133,7-9-1471,2 3-2061,-6 3-5484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0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55 566 9925,'-14'-22'11498,"11"23"-10102,-34 4 8431,39-6-9725,9-4-83,-9 4-19,-1 1 0,0-1 0,0 0 0,0 1 0,0-1 0,0 0 0,0 0 0,0 0 0,0 0 0,0 0 0,0 0 0,0 0 0,0-2 0,-1-5 0,-1 6 0,3-12 0,0 0 0,8-9 0,-5 8 0,0 6 0,-2 11 0,3 13 0,-5-12 0,54 239 0,-16-53 0,72 206 0,-81-308 0,4-2 0,65 119 0,-90-186 0,2-1 0,0 0 0,1-1 0,1 0 0,26 26 0,-36-39 0,0 0 0,1-1 0,-1 1 0,1-1 0,-1 1 0,1-1 0,0 0 0,0 0 0,0-1 0,0 1 0,0-1 0,1 0 0,-1 0 0,0 0 0,1-1 0,-1 1 0,0-1 0,1 0 0,-1 0 0,1-1 0,-1 1 0,0-1 0,0 0 0,1 0 0,-1-1 0,0 1 0,0-1 0,0 0 0,0 0 0,0 0 0,-1 0 0,7-6 0,1-2 0,-1 0 0,0 0 0,-1-1 0,0 0 0,0-1 0,-1 0 0,12-25 0,36-101 0,-46 110 0,125-440 0,-46-9 0,-74 361-156,15-82-806,-23 162 492,2 1 1,1 0 0,20-44 0,-27 71-261,1 0-1,1 0 1,-1 1-1,1-1 1,7-7-1,-11 13 264,1 1 0,0-1-1,-1 0 1,1 1-1,0-1 1,0 1-1,0 0 1,0 0-1,1-1 1,-1 1-1,0 0 1,0 1-1,1-1 1,-1 0 0,0 1-1,1-1 1,-1 1-1,1 0 1,-1 0-1,1 0 1,2 0-1,26 10-11653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0.7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 17090,'-33'78'3552,"36"-51"-380,-3 4-440,4-1-531,-1 21-521,0-6-224,4 9-572,-4 7-884,1 5 0,-1 3 0,7 1-628,0-7-1496,0-3-729,0-11-723,4-1-3364,2-3-6722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0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81 11501,'-53'-54'3772,"46"39"-2459,0 3 143,14 36-2084,10 24-613,3 1-307,3-1-640,-3 12-1444,7 7-2189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1.2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12 389 10593,'-12'11'1760,"14"-15"89,15-18 1558,-17 22-3349,0 0 0,0-1 0,0 1 1,1 0-1,-1 0 0,0 0 0,0 0 0,0 0 1,0-1-1,1 1 0,-1 0 0,0 0 0,0 0 0,0 0 1,1 0-1,-1 0 0,0 0 0,0 0 0,1-1 1,-1 1-1,0 0 0,0 0 0,0 0 0,1 0 0,-1 0 1,0 0-1,0 0 0,1 1 0,-1-1 0,0 0 1,0 0-1,0 0 0,1 0 0,-1 0 0,0 0 0,0 0 1,1 1-1,41 13 2115,0 1 0,57 31 1,-60-24-1657,-1 1 0,-1 2 0,-1 2 0,60 56 0,-82-68-416,-1 0 0,0 2 0,-1-1 0,-1 2 0,-1-1 0,0 2 0,-1-1 0,-1 1 0,10 36 0,-14-40-63,-1 0 1,0 0-1,-1 0 1,-1 1-1,0-1 0,-1 0 1,-1 1-1,0-1 1,-1 0-1,-1 1 1,0-1-1,-1-1 0,-10 25 1,6-22 4,-1 0 0,-1-1 0,0 0-1,-2-1 1,1 0 0,-22 20 0,25-27 5,-1 0-1,0-1 1,0 0-1,-1 0 1,1-1-1,-1-1 0,-1 0 1,1 0-1,-1-1 1,0 0-1,-21 4 1,29-7-35,0 0 1,1-1-1,-1 0 1,0 1 0,0-1-1,1 0 1,-1 0-1,0-1 1,0 1-1,1-1 1,-1 1-1,0-1 1,1 0-1,-1 0 1,0 0 0,1 0-1,-1-1 1,1 1-1,0 0 1,0-1-1,-3-2 1,3 1-5,0 1 0,0-1 0,1 0 0,-1 0 1,1 0-1,0 0 0,0-1 0,0 1 0,0 0 0,0 0 1,1-1-1,-1 1 0,1 0 0,0-7 0,2-7-56,0 1 0,1 0 0,0 0-1,2 0 1,10-28 0,14-19-696,67-110 0,54-49-904,-139 207 1558,406-511-1418,-404 511 1680,0 1 0,1 0 0,24-18 1,-36 31-119,1-1 1,-1 1 0,0 0-1,0 0 1,0 0 0,1 0 0,-1 0-1,1 0 1,-1 1 0,1-1 0,-1 1-1,0 0 1,1-1 0,0 1-1,-1 0 1,1 1 0,-1-1 0,1 0-1,-1 1 1,0-1 0,1 1 0,-1 0-1,1 0 1,-1 0 0,0 0-1,0 0 1,0 0 0,3 3 0,-1-1 38,0 0 0,0 1 0,0 0 0,-1-1 0,0 2 0,0-1 0,0 0 0,0 1 0,0-1 0,-1 1 0,0 0 0,2 5 0,8 33 548,-1 1 0,8 84 0,-9 91 166,-9-145-1454,3 1 0,3-1 0,22 98 0,-9-93-1073,19 70-3462,-5-52-5006,-18-57-189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2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1282 13521,'-3'-6'400,"-1"0"-1,1 0 1,0 0 0,1-1-1,-1 0 1,1 1-1,1-1 1,-1 0-1,0-12 1,2 14-142,1 1 0,-1 0 0,1 0 0,0 0 0,1-1 0,-1 1 0,1 0 0,-1 1 1,1-1-1,0 0 0,1 0 0,-1 1 0,1 0 0,-1-1 0,1 1 0,0 0 0,0 0 0,6-4 0,6-4 196,1 0 0,0 1 0,0 0 0,1 2 0,28-11 0,94-24 652,-115 37-945,0 2-1,0 0 1,40-1 0,-62 5-128,0 0 1,0 0-1,0 0 0,1 0 1,-1 1-1,0-1 0,0 1 1,0-1-1,0 1 0,0 0 1,0 0-1,0-1 0,0 2 1,3 0-1,-4 0-1,0-1 0,0 0 0,0 1 0,0-1 0,0 1 0,0-1 0,-1 1 0,1-1 0,-1 1 1,1-1-1,-1 1 0,1-1 0,-1 1 0,0 0 0,0-1 0,0 1 0,0 0 0,0-1 0,0 4 0,-3 17 197,-1 0 0,-8 28 0,7-33-164,1 0 0,1 0 1,0 0-1,1 0 0,1 21 1,1-26-65,1 0-1,1-1 1,0 1 0,0 0 0,1-1 0,1 0 0,0 1-1,0-1 1,9 14 0,-9-18-96,1 0 1,0 0-1,1 0 0,0-1 0,0 0 0,0 0 1,1 0-1,-1-1 0,1 0 0,1 0 0,-1-1 0,1 0 1,12 5-1,-10-5-26,1-1 1,-1-1-1,1 1 1,0-1-1,0-1 1,0 0-1,0-1 1,0 0-1,0-1 1,0 0-1,0 0 0,-1-1 1,1-1-1,0 1 1,-1-2-1,0 0 1,0 0-1,0-1 1,0 0-1,0 0 1,-1-1-1,16-14 1,-4 0 108,-10 11 309,-1 0-1,17-22 1,-23 25-92,1 0 0,0 0 0,1 1 0,-1 0-1,12-9 1,-16 14-194,0 0 1,0 0-1,0 0 0,-1 0 0,1 0 1,0 0-1,0 1 0,0-1 0,0 0 1,0 0-1,0 1 0,0-1 0,0 1 1,-1-1-1,1 1 0,0-1 0,0 1 1,0 0-1,2 1 24,148 64 331,-143-62-360,0-1 1,0 1-1,0-1 0,1-1 0,-1 0 1,1 0-1,0-1 0,0 0 1,-1 0-1,1-1 0,0 0 1,0-1-1,0 0 0,0 0 1,-1-1-1,11-3 0,5-12 316,-23 16-290,0-1-1,1 0 1,0 1-1,-1-1 1,1 1 0,0 0-1,0-1 1,-1 1-1,1 0 1,0 0-1,0 0 1,1 0 0,-1 1-1,0-1 1,0 1-1,0-1 1,0 1-1,1 0 1,1-1 0,62 12 38,-35-5-24,46 3 1,-65-9-116,1 0 0,-1-1 0,0 0 0,0-1 0,0 0 0,0-1 0,16-6 0,-11 2-145,0-1-1,0-1 1,-1 0-1,0-2 1,0 0-1,-2 0 1,21-21-1,-26 22 109,-1 0 0,0-1 0,-1 0 0,0 0 0,0 0 0,-2-1 0,10-25 0,-5 2-39,8-54 1,-12 56 111,35-166-330,16-94-406,-41 192 578,23-118-147,-21 121 112,-18 96 258,-37-1 432,34 3 602,-16-3 101,13 2-821,1-1 0,1 1 0,-1-1 0,0 0 0,0 0 0,-8-5 0,11 6-79,2-3 21,-1-2-37,0 0 0,1 0-1,-1 0 1,2 0 0,-1 0 0,0 0 0,1 0 0,3-9 0,-23 62 204,-1 2-186,-60 176 167,57-139-436,4 1 0,-12 152 0,27-192-1172,3 0-1,7 70 1,-2-77-625,3-1 0,1 0 0,2 0 1,1-1-1,2 0 0,19 36 0,25 29-11891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3.0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 1261 11237,'-12'-7'1716,"1"0"-1,-1 1 0,0 0 1,0 1-1,0 0 1,-17-3-1,25 7-1550,1 0 0,0 1 0,0-1 0,0-1 0,0 1 0,0 0-1,0-1 1,1 1 0,-1-1 0,0 0 0,1 0 0,-1 0-1,1 0 1,0 0 0,-1 0 0,1-1 0,0 1 0,1-1 0,-1 0-1,0 0 1,1 1 0,-1-1 0,1 0 0,0 0 0,0 0-1,0 0 1,0-6 0,0-1 501,1-1 0,1 0 0,0 0-1,0 1 1,1-1 0,4-13 0,-2 5-421,0 4-245,1-1 0,0 1 0,14-28 0,2-1 0,106-220 0,-49 110 0,-51 98 0,-2-1 0,-2-1 0,-3-1 0,13-66 0,-31 115 0,-1 0 0,0 0 0,0 0 0,-1 0 0,-1 0 0,0 0 0,-2-14 0,2 22 0,1-1 0,-1 1 0,0 0 0,1 0 0,-1-1 0,0 1 0,-1 0 0,1 0 0,0 0 0,0 0 0,-1 0 0,1 0 0,-1 1 0,0-1 0,1 0 0,-1 1 0,0 0 0,0-1 0,0 1 0,0 0 0,0 0 0,0 0 0,-1 0 0,1 0 0,0 0 0,0 1 0,-1-1 0,1 1 0,0-1 0,-1 1 0,1 0 0,0 0 0,-1 0 0,1 0 0,-1 1 0,-3 0 0,-5 2 0,0 0 0,1 1 0,-1 0 0,1 1 0,0 0 0,0 1 0,1 0 0,0 0 0,0 1 0,0 0 0,1 0 0,0 1 0,0 1 0,1-1 0,0 1 0,-10 17 0,3-2 0,1 0 0,2 0 0,0 1 0,1 0 0,2 1 0,-6 29 0,7-17 0,2 1 0,1-1 0,3 1 0,0 0 0,3-1 0,1 1 0,2-1 0,2 0 0,17 58 0,15 16 0,94 189 0,16 41 0,-138-308 0,-1 1 0,-1 0 0,8 68 0,-16-89 0,0 0 0,-1 0 0,-1 0 0,0 0 0,-1 0 0,-1 0 0,0-1 0,0 1 0,-1-1 0,-1 0 0,-1 0 0,-13 24 0,17-35 0,8-12 0,12-19 0,123-143 0,75-98 0,47-109-256,28-39 135,-250 361 256,110-142 107,-150 198-242,0-1 0,-1 1 0,1 0 0,0 1 0,0-1 0,0 0 0,-1 0 0,1 0 0,0 0 0,0 1 0,0-1 0,1 0 0,-1 1 0,0-1 0,0 1 0,0-1 0,0 1 0,0 0 0,1-1 0,-1 1 0,0 0 0,0 0 0,1 0 0,-1 0 0,0 0 0,0 0 0,1 0 0,-1 0 0,0 1 0,0-1 0,0 0 0,1 1 0,1 0 0,-1 1 0,0-1 0,-1 1 0,1 0 0,0 0 0,-1 0 0,1 0 0,-1 1 0,1-1 0,-1 0 0,0 1 0,0-1 0,0 0 0,0 1 0,0 2 0,1 11 0,-1 0 0,-1 0 0,0 0 0,-1 0 0,-1 0 0,-6 30 0,8-45 0,-97 448 0,2-11 0,43-115 27,44-244-264,4 0 0,5 88 0,1-141-815,1-1 1,1 1-1,15 48 0,-14-60-29,0 0 1,1 0-1,9 13 0,-8-17-580,-1-1 1,1 0-1,1 0 0,13 13 0,27 15-10604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3.6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40 13037,'25'-36'3783,"-25"36"-3748,0-1 1,0 1 0,0 0 0,0 0 0,1 0 0,-1 0 0,0-1 0,0 1-1,0 0 1,0 0 0,0 0 0,1 0 0,-1 0 0,0-1 0,0 1 0,0 0 0,1 0-1,-1 0 1,0 0 0,0 0 0,0 0 0,1 0 0,-1 0 0,0 0 0,0 0 0,0 0-1,1 0 1,-1 0 0,0 0 0,0 0 0,1 0 0,-1 0 0,0 0 0,0 0-1,0 0 1,1 0 0,-1 0 0,0 1 0,22 2 922,-10-2-523,-1 1 1,1 1-1,20 6 1,-10 0-198,-2 0 0,1 1 0,-1 0 0,-1 2 0,28 22 0,-42-31-211,-1 1 0,1 0 1,-1 0-1,0 0 0,0 1 0,-1 0 0,1-1 0,-1 1 0,0 1 0,0-1 0,-1 0 0,1 1 0,-1-1 0,0 1 0,-1-1 1,1 1-1,-1 0 0,-1 0 0,1 0 0,-1 0 0,0 0 0,0 0 0,0 0 0,-1-1 0,0 1 0,0 0 0,-3 6 0,0-1-6,-1 0-1,0-1 0,-1 0 0,0 0 1,-1-1-1,0 1 0,0-2 0,-1 1 0,-14 11 1,-11 8 80,-47 28 1,0 1-122,17-3 73,73-40-352,-7-12 274,-1-1-1,0 1 1,1-1 0,-1 1-1,0-1 1,1 0-1,0 0 1,-1 0-1,1-1 1,0 1-1,-1 0 1,1-1-1,0 0 1,0 0-1,-1 1 1,1-2-1,0 1 1,4-1-1,55-11-213,-52 9 174,31-8-152,0-2-1,-1-1 1,0-3 0,43-25 0,-55 27 120,-2-2 1,0-2-1,-1 0 1,-1-1 0,-1-2-1,25-29 1,-44 48 93,-1-1 0,0 1-1,-1-1 1,1 0 0,-1 0 0,1 0 0,-1 0 0,-1-1 0,1 1-1,0 0 1,-1-1 0,0 1 0,0-1 0,0 0 0,-1 1 0,0-1-1,0 1 1,0-1 0,0 0 0,-1 1 0,1-1 0,-1 0 0,0 1-1,-4-8 1,5 11-2,0 1 0,0-1 0,0 0 0,0 1-1,0-1 1,0 1 0,0-1 0,0 1 0,0-1 0,0 1 0,-1-1-1,1 1 1,0-1 0,0 1 0,-1-1 0,1 1 0,0-1-1,-1 1 1,1-1 0,-1 1 0,1 0 0,0-1 0,-1 1 0,1 0-1,-1-1 1,1 1 0,-1 0 0,1 0 0,-1-1 0,1 1-1,-1 0 1,1 0 0,-1 0 0,0 0 0,1 0 0,-1 0 0,1 0-1,-1 0 1,1 0 0,-1 0 0,0 0 0,1 0 0,-1 0-1,1 0 1,-1 0 0,1 0 0,-1 1 0,1-1 0,-1 0 0,1 0-1,-1 1 1,0-1-5,1 0-1,0 0 1,-1 0-1,1 0 0,0 0 1,-1 0-1,1 1 1,0-1-1,0 0 1,-1 0-1,1 0 0,0 0 1,-1 0-1,1 1 1,0-1-1,0 0 1,-1 0-1,1 0 0,0 1 1,0-1-1,-1 0 1,1 0-1,0 1 1,0-1-1,0 0 0,0 1 1,-1-1-1,1 0 1,0 1-1,0-1 1,0 0-1,0 1 1,0-1-1,0 0 0,0 1 1,0-1-1,0 0 1,0 0-1,0 1 1,0-1-1,0 0 0,0 1 1,0-1-1,0 0 1,1 1-1,-1-1 1,0 1-1,18 17-480,32 15-580,-35-25 686,1-1-1,0 0 1,1-2-1,0 0 1,31 6-1,-12-6-190,66 0 0,-67-7 821,0-3 0,-1 0 0,1-3 0,-1 0 0,-1-2 0,33-15 1,71-20 1259,-39 21-1056,135-14 0,-164 27-387,-51 6 102,0 2-1,1 0 0,-1 1 1,1 1-1,-1 1 0,32 4 1,-43-2-80,-1 0 1,0 0-1,0 1 0,0 0 1,0 0-1,0 1 1,0-1-1,-1 1 0,1 0 1,-1 1-1,-1-1 1,9 10-1,1 4 132,0 0 1,16 30-1,-25-39-331,16 28 340,40 51 0,-52-76-1213,2-1 0,21 18 0,-25-22-524,2-2 0,-1 1 0,1-1 0,-1 0 1,13 4-1,12 1-5690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4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27 184 10729,'-1'1'153,"0"-1"0,-1 0 0,1 1 0,0-1 1,0 0-1,-1 0 0,1 1 0,0-1 0,0 0 0,-1 0 0,1-1 0,0 1 0,0 0 1,-1 0-1,1-1 0,0 1 0,-3-1 0,4-1 123,-1 1 0,1 0-1,0-1 1,0 1 0,-1 0 0,1-1 0,0 1 0,0 0 0,0-1-1,3-11 15362,14 16-14750,-6-3-887,-18-3 0,7 2 0,-1 1 0,0 0 0,1 0 0,-1 0 0,1 0 0,-1 0 0,1-1 0,-1 1 0,1 0 0,-1 0 0,1-1 0,-1 1 0,1 0 0,-1-1 0,1 1 0,-1 0 0,1-1 0,0 1 0,-1-1 0,1 1 0,0-1 0,-1 1 0,1-1 0,0 1 0,0-1 0,-1 1 0,1-1 0,0 1 0,0-1 0,0 1 0,0-1 0,0 0 0,0 1 0,0-1 0,0 1 0,0-1 0,0 1 0,0-1 0,0 0 0,0 1 0,0-1 0,1 1 0,-1-1 0,0 1 0,0-1 0,0 1 0,1-1 0,-1 1 0,0-1 0,1 1 0,-1-1 0,1 1 0,0-1 0,26-56 0,-21 45 0,-5 12 0,-1 0 0,1-1 0,-1 1 0,0-1 0,1 1 0,-1-1 0,0 1 0,1-1 0,-1 1 0,0-1 0,0 1 0,0-1 0,1 1 0,-1-1 0,0 1 0,0-1 0,0 0 0,0 1 0,0-1 0,0 1 0,0-1 0,0 0 0,0 1 0,0-1 0,0 1 0,-1-1 0,1 1 0,0-2 0,-7-19 0,4 4 0,3 8 0,5 10 0,5 14 0,-7 13 0,-1 1 0,-1-1 0,-1 1 0,-8 51 0,5-42 0,-2 19 0,-27 353 0,33 0 0,2-379-1156,1 0 0,1-1-1,1 1 1,17 43 0,-19-63 418,0 0-1,1 0 0,0 0 1,1 0-1,0-1 0,1 0 1,0 0-1,1-1 1,0 0-1,0 0 0,1-1 1,0 0-1,0-1 0,14 9 1,18-1-12185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4.9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7 17058,'-16'29'1959,"6"-11"-12,0 1 1,1 0-1,-10 35 0,3-1-754,3 1-1,2 1 0,2 0 0,-2 89 0,12-108-1192,2 0 0,1 0 0,1 0 0,2-1 0,2 0 0,1 0 0,2-1 0,1 0 0,1-1 0,22 35 0,-28-55 0,1-1 0,0 0 0,0-1 0,1 0 0,1-1 0,0 0 0,0 0 0,1-1 0,0 0 0,1-1 0,0-1 0,22 10 0,-27-14 0,0 0 0,0-1 0,0 0 0,0-1 0,0 1 0,0-2 0,0 1 0,0-1 0,1 0 0,-1-1 0,0 0 0,0 0 0,0-1 0,0 0 0,0 0 0,0-1 0,-1 0 0,1 0 0,-1-1 0,0 0 0,0 0 0,0-1 0,0 1 0,7-8 0,-6 3 0,-1 1 0,0-1 0,0 0 0,0-1 0,-1 1 0,-1-1 0,0-1 0,0 1 0,-1-1 0,0 0 0,-1 1 0,0-2 0,0 1 0,0-15 0,0-7 0,-2 1 0,-1-1 0,-8-58 0,2 51-80,-1 1 0,-3-1-1,-1 2 1,-2-1 0,-1 2 0,-3 0-1,0 0 1,-37-53 0,36 64-88,-1 0 0,-1 2 0,-1 0 1,-1 1-1,-1 2 0,-1 0 0,-1 1 0,-1 2 0,-1 0 0,0 2 1,-40-17-1,66 32-296,0 0 1,0 1 0,0-1 0,0 1-1,0 0 1,0-1 0,0 1 0,0 0-1,0-1 1,0 1 0,-1 0 0,1 0-1,0 0 1,0 0 0,0 0-1,0 0 1,0 0 0,0 1 0,0-1-1,0 0 1,-1 1 0,1-1 0,0 0-1,0 1 1,0 0 0,0-1 0,0 1-1,1-1 1,-1 1 0,-1 1-1,-15 12-12221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5.2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1 127 17602,'123'-87'5898,"-117"82"-5372,2 0-241,0 1 0,0-1 0,0 1-1,1 1 1,-1 0 0,1 0 0,0 1 0,0 0-1,0 0 1,0 1 0,0 0 0,0 1 0,1 0-1,-1 1 1,0-1 0,0 2 0,11 2 0,8 2 438,0 2-1,0 1 1,-1 2 0,31 15 0,-17-4-723,0 1 0,-2 2 0,-1 2 0,-2 1 0,0 2 0,-2 1 0,-1 2 0,-2 2 0,-1 0 0,-2 2 0,-1 1 0,-2 1 0,-2 2 0,-2 0 0,-1 1 0,-3 1 0,-1 1 0,-2 0 0,-2 1 0,-2 0 0,-2 1 0,3 65 0,-8-8 0,-4-1 0,-4 1 0,-31 169 0,-6-40-2411,24-127 152,12-46-3248,10-21-1349,10 3-5894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5.3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21 185 18430,'-14'-37'3584,"8"22"3093,12 3-4029,4 3-1220,4 0-1428,16-6 0,13 3 0,14 3 0,10 3 0,10-3 0,11 0 0,5 0-108,8 3-2776,-4-3-725,0-3-883,-7 6-1917,1 6-5872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5.5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41 199 14105,'-17'-48'2801,"10"33"-41,7-3-336,4 3 2644,-8-4-4159,1 4-541,-4-18-5625,1-3 2353,16 51-14386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6.5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226 360 11001,'-3'0'190,"1"-1"0,0 0 1,0 0-1,-1 1 0,1-1 0,0-1 1,0 1-1,0 0 0,0 0 0,0-1 1,1 1-1,-1-1 0,0 0 0,1 0 0,-1 1 1,1-1-1,-1 0 0,1 0 0,0 0 1,0 0-1,0-1 0,0 1 0,0 0 0,1 0 1,-2-5-1,-6-15 779,-21-22 2923,26 40-3569,-1 0-1,1-1 0,-1 1 0,1-1 0,1 0 1,-1 0-1,1 0 0,-1 0 0,1 0 1,1-1-1,-1 1 0,1 0 0,0-1 0,0 1 1,1-11-1,1 9-170,0 0 0,1-1 1,0 1-1,0 0 0,1 0 0,0 0 1,1 0-1,-1 1 0,1-1 1,0 1-1,1 0 0,-1 0 0,1 0 1,0 1-1,1 0 0,-1 0 1,1 0-1,0 1 0,1 0 0,-1 0 1,10-4-1,-7 3-92,0 2 0,0-1 0,0 1 1,1 0-1,-1 1 0,1 0 0,0 1 0,0 0 0,0 1 0,0 0 0,-1 0 0,1 1 1,0 0-1,0 1 0,-1 0 0,1 0 0,12 6 0,-3 0-10,0 2-1,-1 0 1,0 1-1,-1 1 1,0 1-1,0 0 1,-2 1-1,0 1 1,0 0 0,-2 1-1,0 1 1,13 21-1,-12-12-10,0 1 0,-2 1-1,-2 0 1,0 1 0,-2 0 0,-1 0 0,5 44-1,-9-33 38,-1 0-1,-2 0 1,-2 0-1,-2 0 1,-9 43-1,-2-21 60,-3 1 0,-3-2 0,-2 0 0,-3-2 0,-2-1 0,-66 99 0,-193 205-114,199-258-23,73-86 2,1-2 0,0 0 0,2 1 0,-15 25 0,26-41 0,0 1 0,0-1 0,0 1 0,0-1 0,1 1 0,-1-1 0,0 1 0,1-1 0,-1 1 0,1 0 0,0-1 0,-1 1 0,1 0 0,0 0 0,0-1 0,0 1 0,0 0 0,0-1 0,1 1 0,-1 0 0,0-1 0,1 1 0,-1 0 0,1-1 0,0 1 0,0-1 0,-1 1 0,1-1 0,0 1 0,0-1 0,0 0 0,1 1 0,-1-1 0,0 0 0,0 0 0,1 0 0,-1 0 0,0 0 0,1 0 0,-1 0 0,1 0 0,0-1 0,-1 1 0,1 0 0,-1-1 0,3 1 0,17 4-81,0 0 1,1-2-1,-1 0 1,1-1-1,-1-1 1,1-2-1,40-4 1,169-36-1356,-30-6-2872,382-143-1,-464 139 3025,-1-5 1,-4-5-1,-2-4 1,135-106-1,-187 121 1530,-3-3 0,-2-2 1,-2-2-1,-3-3 0,-2-2 0,-3-1 0,-4-3 0,54-112 1,-63 99 1586,-4-1 0,28-132 1,-9 29 2658,-47 182-4372,0 1-1,0-1 1,0 0 0,1 0 0,-1 0-1,0 0 1,0 1 0,1-1-1,-1 0 1,1 0 0,-1 1 0,1-1-1,-1 0 1,1 1 0,-1-1 0,1 0-1,0 1 1,-1-1 0,1 1 0,1-1-1,-1 1-63,-1 0 0,1 0 0,-1 0 1,1 0-1,-1 0 0,1 0 0,-1 0 0,1 1 0,-1-1 0,1 0 0,-1 0 0,1 0 0,-1 1 0,1-1 0,-1 0 0,1 1 0,-1-1 1,1 1-1,-1-1 0,0 0 0,1 1 0,0 0 0,16 33 865,-10-7-865,-1-1 0,-1 1 0,1 31 0,0 90-88,-4-96 22,1 365 10,1 18 0,-1-369 0,13 72 0,-11-106 0,2-1 0,2 1 0,1-1 0,16 36 0,-22-59 0,0 0 0,0-1 0,1 0 0,0 1 0,0-2 0,1 1 0,-1-1 0,10 9 0,-11-13 0,-1 1 0,0-1 0,1 0 0,-1 0 0,1 0 0,0-1 0,0 1 0,-1-1 0,1 0 0,0 0 0,0 0 0,0 0 0,0-1 0,1 0 0,-1 0 0,0 0 0,0 0 0,0 0 0,6-3 0,-2 2 0,-1-2 0,-1 1 0,1-1 0,0 0 0,-1 0 0,1-1 0,-1 0 0,0 0 0,0-1 0,-1 1 0,1-1 0,5-7 0,-4 3 0,0-1 0,0 0 0,-1 0 0,0 0 0,-1-1 0,0 1 0,3-14 0,-1 3 0,-2-1 0,-1 0 0,-1 0 0,-1 0 0,0 0 0,-2 0 0,-4-41 0,3 56-16,0 0 0,0 1-1,-1-1 1,0 1 0,0-1 0,-1 1 0,1 0-1,-1-1 1,-1 2 0,1-1 0,-1 0 0,0 1-1,0-1 1,-1 1 0,0 0 0,0 1 0,0-1-1,-10-6 1,7 6-95,-1 1 0,0 0 0,0 1 0,0 0-1,-1 0 1,1 1 0,-1 0 0,1 0 0,-1 1 0,0 1-1,0 0 1,-15 1 0,9 1-1020,0 1-1,0 0 0,0 1 1,1 1-1,-20 9 0,-36 20-7181,13-1-4614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7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15 18538,'0'0'131,"0"0"1,0-1 0,0 1 0,1-1-1,-1 1 1,0 0 0,0-1-1,0 1 1,0-1 0,0 1-1,0-1 1,0 1 0,0-1 0,0 1-1,0 0 1,0-1 0,0 1-1,0-1 1,-1 1 0,1-1-1,0 1 1,0 0 0,0-1 0,-1 1-1,1-1 1,0 1 0,0 0-1,-1-1 1,1 1 0,0 0-1,-1-1 1,1 1 0,0 0 0,-1 0-1,1-1 1,-1 1 0,1 0-1,0 0 1,-2-1 0,-17 3 4009,14-1-3986,1 5 1619,-19 77-1148,5 1 0,-11 110 1,11 179 385,19-266-1012,5-2 0,4 1 0,6-1 0,32 120 0,-36-185 0,1-1 0,2-1 0,2-1 0,38 62 0,-40-75 0,2-1 0,0-1 0,2-1 0,0-1 0,1 0 0,1-2 0,43 30 0,-53-41-38,1 0 0,0-1 0,1 0 0,0-1 0,-1-1 0,2 0-1,-1 0 1,0-2 0,1 1 0,17-1 0,-23-1 10,0-1 0,0-1-1,0 1 1,0-2 0,-1 1-1,1-1 1,0 0 0,-1 0-1,1-1 1,-1 0 0,0-1-1,1 1 1,-2-2 0,1 1-1,0 0 1,-1-1 0,0-1 0,10-10-1,-7 3-14,0 0 0,0-1-1,-2 0 1,0-1 0,0 1 0,-1-1-1,-1-1 1,-1 1 0,0-1 0,-1 0-1,0 1 1,-2-1 0,0-32 0,-3-8 106,-2 0 0,-20-89 0,20 124-21,0 1 0,1-1 0,2 0 0,0 0 0,3-31 0,-1 45-35,0 0 0,0 0 0,1 0 0,0 0 0,1 1 0,0-1 0,0 1 0,0 0 0,0 0 0,1 0-1,0 0 1,0 0 0,1 1 0,0 0 0,0 0 0,0 0 0,0 1 0,1-1 0,0 1 0,6-3 0,4-1-7,1 1 0,-1 0-1,1 1 1,1 1 0,-1 0 0,24-2 0,0 2-18,69 2 0,-59 6 35,-1 3-1,1 3 1,66 19 0,-98-23 32,0 1 0,0 1 0,-1 0 1,0 1-1,0 1 0,-1 1 0,0 1 1,-1 0-1,26 24 0,-34-28-25,-1 1 0,0 1 0,0-1 0,-1 1-1,0 1 1,0-1 0,-1 1 0,-1 0 0,0 0 0,0 0-1,0 0 1,-2 1 0,1-1 0,-1 1 0,-1 0 0,0 0-1,0 0 1,-2 21 0,-5-1-24,0 0 0,-2 0 0,-1 0 0,-2-1 0,-1-1 0,-29 52 0,34-66-650,0 0 0,-8 25 0,14-36 448,0 0 0,0 0 1,0 0-1,0 1 0,1-1 0,-1 1 0,1-1 0,0 0 0,1 1 0,-1-1 0,1 0 0,-1 1 0,2-1 0,1 6 1,-2-8-56,1 0 0,-1 0 1,1-1-1,-1 1 0,1-1 1,0 1-1,0-1 0,0 0 0,-1 1 1,1-1-1,0 0 0,0-1 1,1 1-1,-1 0 0,0 0 1,0-1-1,0 1 0,1-1 1,-1 0-1,0 0 0,0 0 1,1 0-1,-1 0 0,0 0 1,3-1-1,4 0-447,1-1 0,-1 1 0,0-2-1,13-4 1,-6-1-1221,1 0 0,-2-1 0,23-17 0,11-12-4985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7.7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31 523 12921,'-17'15'6671,"16"-11"-4461,-4 26-853,1 0 0,1 1 0,2-1 1,4 42-1,-2-7-369,10 383 614,-8-417-2498,0-1 0,2 1 1,2-1-1,17 50 1,-22-75 523,0 0 0,0 0 1,1 0-1,0-1 0,0 1 1,1-1-1,6 8 0,-1-2-385,-7-9 616,-1 0 0,1-1 0,0 1 0,-1-1-1,1 1 1,0-1 0,0 1 0,0-1 0,-1 0 0,1 0-1,0 0 1,0 0 0,0 0 0,-1 0 0,1 0-1,0-1 1,0 1 0,0-1 0,-1 1 0,3-2-1,-1-2 37,0 0-1,0-1 1,-1 1-1,1-1 1,-1 0-1,0 1 1,0-1-1,-1 0 1,0-1-1,1 1 1,-1-7-1,0 6 15,5-22-275,-2 0-1,1-46 1,-3 33 152,16-422-476,-11 244 1773,-7 205-965,2-58 746,3 0-1,16-78 1,-17 130-682,1 1 0,1-1 0,0 1 0,1 0 0,1 1 0,1 0 0,1 0 0,0 1 0,1 0 0,1 1 0,1 0-1,20-20 1,-29 33-135,-1 1 0,1-1 0,0 1 0,0 0-1,0 0 1,0 1 0,0-1 0,1 1-1,-1 0 1,0 0 0,1 0 0,-1 1-1,1-1 1,-1 1 0,0 0 0,1 1 0,-1-1-1,1 1 1,4 1 0,-9-2-44,0 0 0,0 0 0,1 0 1,-1 0-1,0 0 0,0 0 0,0 0 0,0 0 1,0 0-1,1 0 0,-1 0 0,0 0 0,0 0 1,0 0-1,0 0 0,0 0 0,1 0 0,-1 0 1,0 0-1,0 1 0,0-1 0,0 0 0,0 0 1,0 0-1,0 0 0,1 0 0,-1 0 0,0 1 1,0-1-1,0 0 0,0 0 0,0 0 0,0 0 1,0 0-1,0 1 0,0-1 0,0 0 0,0 0 1,0 0-1,0 0 0,0 0 0,0 1 0,0-1 1,0 0-1,4 25 85,2 0 1,1 0-1,0-1 0,2 0 1,19 37-1,74 109 31,-13-24 22,-83-134-88,0 0 0,-1 0 0,0 0 0,-1 1 0,0-1 0,-1 1 0,-1 0 0,0 0 1,0 0-1,-2 1 0,0 19 0,-2-18 66,-1 0-1,0 0 1,-1 0 0,-1 0 0,0-1 0,-1 1 0,0-1 0,-1-1 0,-15 22-1,-8 5 65,-3-2-1,-1-1 0,-68 57 0,10-9-793,-58 51-1940,42-48-4972,53-40-6033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8.1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1574 14357,'-53'-5'1662,"43"4"6428,17-1-6688,1016-176 4411,42-8-6432,382-117-1536,-237 47 960,6 37 599,-832 162 440,512-89 145,-584 67-502,-294 73 252,-1 0 0,17-10 0,-31 15 112,0-1 0,0 1 1,0-1-1,0 0 1,-1 0-1,1 0 0,-1-1 1,1 1-1,-1-1 1,0 1-1,0-1 0,0 0 1,0 0-1,-1 0 1,1 0-1,1-5 0,-2 7 10,-1-1-1,0 1 0,0 0 1,1 0-1,-1-1 0,0 1 0,-1 0 1,1 0-1,0 0 0,0-1 0,0 1 1,-1 0-1,1 0 0,0 0 1,-1 0-1,1-1 0,-1 1 0,0 0 1,1 0-1,-1 0 0,0 0 1,0 0-1,1 0 0,-1 1 0,-1-2 1,-30-16-5677,-24-3-4521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08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1306 9949,'-47'-1'811,"24"-1"130,0 2 0,0 1 0,0 1-1,-31 6 1,10-4 2568,39-4-1676,10-4-143,10-7-1228,0 1 0,0 1 0,1 0 0,0 1 0,18-7 0,95-25 485,-124 39-898,876-198 2192,19 50-1591,-683 115-500,288-44-34,538-72-413,62-10-1136,-1097 159 1413,814-129-2168,-15-35-3588,-542 93-564,-51-1-4043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10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1624 48 9041,'-19'-9'659,"13"6"-307,0 0 1,1 0 0,-1-1-1,1 1 1,0-1-1,-7-6 1,11 9-214,-1 0 0,1 0 1,-1 0-1,0 1 1,1-1-1,-1 0 0,0 1 1,0-1-1,1 1 0,-1-1 1,0 1-1,0 0 0,0 0 1,0 0-1,0 0 0,-2 1 1,-34 6 1174,21-3-773,-5 2 18,0 0 1,0 2-1,1 0 1,0 1-1,-37 23 1,-91 71 1124,136-93-1529,-863 684 4581,865-685-4706,-138 131 386,136-127-373,1 2 1,0 0 0,1 0 0,1 1 0,0 0-1,2 0 1,-1 1 0,-8 29 0,15-39-27,0 0 1,1 0 0,0 0-1,1 0 1,-1 0 0,1-1-1,0 1 1,1 0 0,0 0-1,0 0 1,0 0 0,1 0-1,0-1 1,0 1 0,1-1-1,6 13 1,-3-11-3,0 1-1,1-1 1,0 0 0,0-1 0,0 0 0,1 0-1,0-1 1,0 0 0,1 0 0,17 8 0,56 22-106,2-4 0,132 32 0,9 3-115,-151-41 121,0 4 1,-2 2-1,-1 4 1,-2 3-1,73 53 1,-108-66 18,-1 2 0,-1 0 0,-2 3 0,-1 0 0,-1 2 0,-2 0 0,-1 2 0,-2 1 0,-1 1 0,-2 1 0,17 48 0,-24-49-26,-2 0 0,-1 1-1,-2 0 1,-2 0 0,-2 1 0,-1 0 0,-3 61-1,-5-45-77,-3-1-1,-1 0 1,-3 0-1,-33 89 1,9-53-284,-91 162-1,-71 60-450,112-189 446,-132 141-1,144-185 332,-4-4 1,-133 100-1,205-171 130,-88 59 31,85-58-29,0 0 1,0-1 0,-1 0 0,0-1-1,1 0 1,-1 0 0,0-1 0,-17 1 0,25-2-5,0-1 0,0 0 1,0 0-1,-1 0 1,1 0-1,0 0 0,0 0 1,0 0-1,0-1 1,0 1-1,0-1 0,0 1 1,0-1-1,0 0 1,0 0-1,0 0 1,0 0-1,0 0 0,1 0 1,-1-1-1,0 1 1,1-1-1,-1 1 0,1-1 1,0 1-1,-1-1 1,1 0-1,0 0 0,0 1 1,0-1-1,0 0 1,0 0-1,1 0 0,-1 0 1,1 0-1,-1-3 1,1-2-12,0 1 0,0-1 1,1 1-1,0-1 1,0 1-1,0-1 1,1 1-1,0 0 0,0-1 1,6-8-1,0-1 37,1 0 0,1 1-1,0 0 1,1 0 0,1 2-1,0-1 1,1 1 0,1 1-1,0 0 1,0 1 0,19-11-1,-24 17 19,-1 0-1,2 1 0,-1 0 1,0 0-1,1 1 0,-1 0 0,1 1 1,0 0-1,0 0 0,0 1 1,0 0-1,0 1 0,1 1 1,-1-1-1,0 1 0,0 1 1,0 0-1,-1 0 0,1 1 0,0 0 1,16 9-1,-8-1 116,-1 0-1,-1 2 1,0-1 0,-1 2 0,0 0-1,-1 1 1,0 0 0,-2 1 0,17 27-1,4 13 540,45 102 0,142 472 1168,-113-294-1356,175 372 35,-221-583-474,5-3 1,6-3 0,128 163 0,-92-154-430,5-4 1,176 148-1,-197-198-9,4-3 0,2-5 0,3-4 1,126 57-1,-116-72 73,1-5 0,3-4 0,0-6 0,130 19 1,-82-29-59,1-7 1,239-8 0,-107-22-181,0-13 0,-2-13 0,325-88 0,-484 91-512,223-93 1,-128 14-1716,-13-27-3418,-115 65-829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11.1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2110 13381,'-2'-1'1825,"-1"-1"-1175,-1-1 1,1 1-1,0-1 0,0 1 1,0-1-1,0 0 0,-4-6 1,6 7-496,0 1 0,0-1 1,0 0-1,1 0 1,-1 0-1,1 0 0,0 0 1,-1 0-1,1 0 0,0 0 1,0 0-1,0 0 1,1 0-1,-1 0 0,0 0 1,1 0-1,-1 0 0,1 0 1,0 1-1,0-4 1,10-17 328,0 0 1,1 1 0,1 0 0,0 1 0,31-33 0,98-88 364,-25 27-434,118-156 148,-183 203-482,-4-3 0,49-91 0,-50 65-32,-4-2 1,33-112 0,30-211 539,-94 356-319,25-101 698,-40 221 397,-52 1136-590,41 84-775,75 0 0,10-606 0,46-8 0,-85-530 0,55 143 0,-66-220 0,3 0 0,2-1 0,2-2 0,3-1 0,38 50 0,-52-80-358,0-1 1,1-1 0,0-1-1,2 0 1,0-2-1,0 0 1,2-1-1,0-1 1,23 10-1,-32-17 105,1-1 0,-1 0 0,1-1 1,-1-1-1,1 0 0,0-1 0,0-1 0,0 0 0,0 0 1,1-1-1,-1-1 0,0-1 0,0 0 0,0-1 0,-1 0 1,1-1-1,22-10 0,-16 4-91,0-1 1,0-1-1,-1-1 0,-1-1 1,0 0-1,-1-1 0,-1-1 1,0-1-1,-1 0 1,-1-1-1,-1-1 0,0 0 1,-1-1-1,15-35 0,-18 33 346,-1 0 0,-1-1 0,-1 1-1,-2-1 1,0-1 0,-1 1-1,-1 0 1,-1-1 0,-1 1-1,-1-1 1,-1 1 0,-2 0-1,0-1 1,-9-27 0,-2 9 215,-2 1-1,-2 1 1,-2 0 0,-2 1-1,-1 2 1,-1 0 0,-47-49 0,-237-211 824,255 250-913,39 33-88,-87-75 309,-172-196 0,244 247-304,2-2 1,2 0-1,-30-64 0,42 75-33,3-1 0,0-1 0,2 0 0,1 0 0,1-1 0,-2-35-1,7 29-10,1 0-1,2 0 1,1 0 0,3 1-1,1-1 1,1 1-1,2 0 1,2 0-1,1 2 1,2-1-1,1 1 1,2 1-1,2 1 1,0 1-1,3 0 1,25-29-1,-4 10-339,3 2 1,2 2-1,1 3 0,3 1 0,2 3 0,1 2 1,100-51-1,-105 64-586,24-12-3492,111-39 0,-76 45-3556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11.4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186 123 12593,'-106'-47'2278,"99"43"-1665,0 1-1,0-2 0,1 1 1,-1-1-1,1 0 0,0-1 1,1 1-1,-6-8 0,-7-5 1809,40 11-211,-11 7-2049,0 0-1,0 1 1,0 0 0,0 1 0,0 0 0,0 0-1,0 2 1,0-1 0,10 6 0,12 7 92,49 30 1,-44-21-172,-2 2 0,-1 1 0,-1 1-1,-1 2 1,-2 2 0,-1 0 0,-2 2 0,-1 2 0,-2 0 0,-2 1 0,-1 2 0,-2 0 0,27 79-1,-35-79-64,-1 0 0,-2 1-1,-1 0 1,-3 1-1,-1 0 1,-3 0 0,-1 0-1,-2-1 1,-1 1-1,-3 0 1,-1-1 0,-2 0-1,-2 0 1,-32 76-1,20-68 91,-32 53 1,46-87-21,-1-1 1,0 0-1,-1 0 1,0-1-1,-1-1 1,-1 0-1,-20 16 1,31-27-75,1 0 0,0-1 0,-1 1 0,1 0 0,-1-1 1,1 1-1,-1-1 0,1 0 0,-1 1 0,1-1 0,-1 0 0,1 0 0,-1 0 0,0 0 0,1 0 1,-1 0-1,1 0 0,-1-1 0,1 1 0,-1-1 0,1 1 0,-1-1 0,1 1 0,0-1 0,-1 0 0,1 0 1,-2-1-1,0 0 1,0-1 0,0 0 0,0 1 0,0-1 0,1 0 1,0 0-1,-1-1 0,-2-6 0,2 4-3,1 0 0,1-1 1,-1 1-1,1-1 0,0 1 0,0-1 0,1 0 1,0 1-1,0-1 0,0 0 0,3-12 0,3-9-22,15-41 0,-13 44-32,16-45-602,2 2 0,3 1-1,76-126 1,159-236-4852,-244 396 4902,173-258-8286,-75 131-582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11.9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0 535 9257,'3'23'1634,"-3"-23"-1593,0 0-1,0 0 1,0 0-1,0 1 1,0-1 0,0 0-1,0 0 1,0 1 0,0-1-1,0 0 1,0 0-1,0 0 1,0 1 0,1-1-1,-1 0 1,0 0-1,0 0 1,0 1 0,0-1-1,0 0 1,0 0 0,1 0-1,-1 0 1,0 0-1,0 1 1,0-1 0,0 0-1,1 0 1,-1 0-1,0 0 1,0 0 0,0 0-1,1 0 1,-1 0 0,0 1-1,1-1 1,7 3 602,-4-1-334,1 0 1,0 0-1,0-1 0,-1 1 1,1-1-1,0 0 1,0-1-1,1 1 0,-1-1 1,7 0-1,35-8 455,-1-1 0,0-2 0,61-25 0,-37 8-320,93-53-1,-140 68-316,0-1-1,0-1 1,-1-2-1,-1 0 1,32-34-1,-46 43-62,-1 1 0,0-1 0,-1-1 0,0 1 0,0-1 0,-1 0 1,0 0-1,3-12 0,-5 14-15,-1 1 1,0-1-1,0 0 1,-1 1-1,0-1 1,0 0-1,0 0 1,-1 1-1,0-1 0,-1 0 1,1 1-1,-1-1 1,-4-7-1,3 7 36,-1 0 0,1 1 0,-2-1-1,1 1 1,-1 0 0,0 0 0,0 1 0,-1 0-1,1 0 1,-1 0 0,0 0 0,-1 1-1,-8-5 1,12 8-18,0 0 1,0 0-1,0 0 0,0 0 0,0 0 1,0 1-1,0-1 0,0 1 1,0 0-1,0 0 0,0 0 0,0 0 1,0 1-1,0-1 0,0 1 0,0 0 1,1 0-1,-5 2 0,-4 0 106,-10 4 28,0 2 1,1 0 0,0 1-1,1 1 1,0 0-1,1 2 1,0 0-1,1 1 1,0 1-1,1 0 1,1 1-1,1 1 1,-18 26-1,13-15-67,2 1 1,1 0-1,1 1 0,1 0 1,2 1-1,1 1 0,2 0 0,-9 49 1,16-64-138,0 1 1,2-1 0,0 1-1,1-1 1,0 1 0,1-1 0,2 0-1,-1 0 1,2 0 0,0 0-1,1-1 1,1 1 0,0-2-1,2 1 1,11 17 0,-8-16-164,2 0 1,-1-1 0,2-1-1,0 0 1,1-1 0,0-1-1,1 0 1,0-2 0,1 0-1,1 0 1,0-2 0,27 10-1,-14-9-88,1-1-1,0-2 0,0-2 1,0 0-1,1-3 0,-1 0 0,1-3 1,0 0-1,-1-2 0,0-2 1,46-12-1,-38 6 104,-1-1 1,-1-3-1,0-1 0,-1-2 1,-1-1-1,-1-2 0,0-2 1,55-46-1,-64 43 342,-1-1 0,-2-1 0,-1-1-1,-1-1 1,-1-1 0,-2-1 0,-1-1 0,23-61 0,-33 73 373,-2 0 0,7-30 0,-12 43-281,0-1 0,0 1 0,0 0 1,-1 0-1,0-1 0,-1 1 0,0 0 0,0 0 0,-5-13 0,6 21-255,0 1-1,0-1 0,0 1 0,0-1 0,0 0 1,0 1-1,-1-1 0,1 1 0,0-1 0,0 0 1,-1 1-1,1-1 0,0 0 0,0 1 1,-1-1-1,1 0 0,0 0 0,-1 1 0,1-1 1,-1 0-1,1 0 0,0 1 0,-1-1 1,1 0-1,-1 0 0,1 0 0,0 0 0,-1 0 1,1 0-1,-1 1 0,1-1 0,-1 0 1,1 0-1,0 0 0,-1-1 0,1 1 0,-1 0 1,1 0-1,-1 0 0,1 0 0,0 0 1,-1 0-1,1-1 0,-1 1 0,1 0 0,0 0 1,-1-1-1,1 1 0,0 0 0,-1 0 1,1-1-1,0 1 0,-1 0 0,1-1 0,0 1 1,0 0-1,0-1 0,-1 1 0,1-1 0,0 1 1,0 0-1,0-1 0,0 1 0,0-1 1,-1 1-1,1-1 0,0 1 0,0-1 0,0 1 1,-17 41 851,17-40-883,-4 12 22,0 0 0,1 1 1,0 0-1,1 0 0,1 0 1,0 0-1,1 0 0,1 0 1,0 0-1,1-1 0,0 1 1,1 0-1,0-1 0,7 17 1,-3-13-479,1-1 1,0-1 0,1 0 0,1 0 0,0 0-1,1-2 1,1 1 0,0-1 0,0-1 0,2 0 0,16 11-1,-4-5-1574,1-1 0,51 23 0,18-3-4903,0-6-3306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12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14 211 10993,'-13'-54'1692,"16"27"-380,-6 9-200,3-3-252,3-6-1452,4 3-536,-1 3-2976,8 2-3057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22.7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294 140 5529,'2'-4'197,"-1"0"1,0 0 0,0 0 0,0 0 0,0-1 0,-1 1 0,0 0 0,0 0 0,0 0 0,0-1 0,-1 1 0,1 0 0,-1 0 0,0 0 0,0 0 0,-1 0 0,-3-7 0,-16-47 2516,20 58-2693,-1 1 0,1-1-1,0 1 1,0-1 0,0 1-1,-1 0 1,1-1-1,0 1 1,0 0 0,0 0-1,0 0 1,-1 2-1,2-3-5,-8 9 27,2 0-1,-1 1 1,1-1 0,1 1-1,0 0 1,0 1 0,-5 15-1,-8 18 81,-16 32-30,3 1 0,3 2-1,4 0 1,4 2-1,3 0 1,-11 138-1,27-188-73,1-1-1,2 1 1,1-1-1,1 1 0,1-1 1,2 0-1,1-1 1,1 0-1,17 37 1,-14-44-8,0-1 0,1 0 1,0 0-1,2-1 0,1-1 1,0-1-1,1 0 1,1-1-1,1-1 0,0-1 1,1 0-1,23 12 1,9 0-23,2-2 0,0-2 0,101 27 0,180 24-113,-196-48 105,146 48 1,-237-58 8,0 3 0,-1 1 0,-1 3 0,-1 2 0,54 38 0,-78-47 6,0 1 0,-1 1 0,-1 1-1,0 0 1,-2 2 0,0 0 0,-2 1-1,0 0 1,-1 1 0,-1 1 0,17 47 0,-19-34 3,-2 2-1,-1-1 1,-2 1 0,-2 0 0,-2 0 0,-1 0 0,-2 1 0,-9 60 0,-3-22 2,-4-1 0,-3-1 0,-38 96 0,6-50 7,-6-2-1,-5-3 1,-4-3 0,-96 121 0,-362 396-107,421-512-21,92-106 65,-1 1-65,1 1 1,0 0-1,-10 18 0,22-32 116,0 0-1,0-1 0,0 1 1,0 0-1,0-1 1,0 1-1,0 0 0,0 0 1,0-1-1,0 1 0,0 0 1,1-1-1,-1 1 0,0 0 1,0 0-1,1-1 0,-1 1 1,0-1-1,1 1 0,-1 0 1,1-1-1,-1 1 0,1-1 1,-1 1-1,1-1 0,0 1 1,14 10-52,-9-11 39,1 0-1,0 0 0,-1-1 1,1 0-1,-1 0 0,11-3 1,-6 1 3,55-12-38,1 2 0,134-7-1,-178 20 51,0 0 0,-1 2 1,1 1-1,0 0 0,-1 2 0,0 1 0,0 0 0,0 2 0,-1 1 0,0 0 0,-1 1 0,32 22 0,-20-7 12,-1 2 0,-1 1 0,-2 2-1,0 1 1,-2 0 0,-2 2 0,-1 1-1,33 65 1,-4 12 26,61 191 1,27 223-5,-40 9 22,-44-221-37,26 137 93,180 878-10,343 1108-1292,-572-2319 1116,317 1043-883,-249-881 1028,11-4 0,160 280 0,-146-340 938,228 298 1,-253-387-598,6-4 0,187 163 1,385 237 442,125 114-384,-743-579-526,103 90-34,-134-123 70,1-2 0,1 0 0,56 27 0,-71-42-28,0-1 1,0-1-1,1 0 0,0-1 1,0-1-1,0-1 1,32 1-1,8-5-106,62-11 1,-79 8 147,370-68-325,-182 28 326,51-7 81,94-8-10,-255 43-82,662-101 111,-4-36-791,103-65-629,-130 31 1244,134-81 427,-590 138-1027,-13-25 184,14-8 489,320-130 392,25 54-110,632-94-994,-313 180 517,-419 97 491,-23 21-257,-36 5-790,-8-42-1795,-351 44 485,-2 2-413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22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82 4796,'0'-18'1865,"10"6"-1529,13-6-500,4 3-1837,0-3 153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58.9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0 198 12961,'59'-123'8466,"-58"119"-6610,0 4-1709,0 0 0,-1 0 1,1 0-1,-1 0 0,1-1 1,-1 1-1,1 0 0,-1-1 1,1 1-1,-1 0 0,1-1 1,-1 1-1,1-1 0,-1 1 1,0 0-1,1-1 0,-1 1 1,0-1-1,1 1 0,-1-2 0,1 2-110,-1-1 0,0 1 0,0-1 0,1 1 0,-1 0 0,0-1 0,1 1 0,-1-1 0,0 1 0,1 0 0,-1-1 0,0 1 0,1 0 0,-1-1 0,1 1 0,-1 0 0,1 0 0,-1-1 0,1 1 0,-1 0 0,1 0 0,-1 0 0,1 0 0,-1 0 0,1-1 0,0 1 0,4 3 153,0 0 0,0 1 1,-1-1-1,1 1 1,-1 0-1,0 0 1,0 0-1,0 1 1,-1-1-1,4 7 1,-3-6 0,38 53 425,-3 2-1,61 127 0,29 145 645,15 208-1260,-43-146 0,-100-389 0,104 338 0,-73-255 0,77 151 0,-101-223 0,2 0 0,-1-1 0,2 0 0,0 0 0,1-1 0,22 19 0,-29-28 0,1-1 0,0 1 0,0-2 0,0 1 0,0-1 0,1 0 0,0 0 0,-1 0 0,1-1 0,0 0 0,0-1 0,0 0 0,1 0 0,-1 0 0,0-1 0,0 0 0,0 0 0,0-1 0,14-2 0,-6-2 0,0 0 0,-1-1 0,1 0 0,-2-2 0,1 1 0,-1-2 0,0 1 0,0-2 0,-1 0 0,-1 0 0,0-1 0,0-1 0,16-22 0,4-10 0,-2-2 0,39-79 0,2-30 0,68-221 0,20-178 0,-130 453 0,31-130-433,83-271-2011,-131 470 1472,1 2 0,22-40 0,-28 61 437,0-1-1,0 1 1,1 1-1,0-1 1,0 1-1,1 0 1,0 1-1,0 0 1,1 0-1,16-9 1,-22 14 189,-1 1-1,1 0 1,-1-1 0,1 1-1,-1 0 1,1 1 0,0-1-1,-1 0 1,1 1 0,0 0-1,0-1 1,0 1 0,-1 0-1,1 0 1,0 1 0,0-1-1,-1 1 1,1-1-1,0 1 1,0 0 0,-1 0-1,1 0 1,-1 0 0,1 0-1,3 4 1,28 29-8749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59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880 134 14381,'-65'-70'2475,"60"65"-2161,1-1 0,-2 1 0,1 0 0,0 0 0,-1 1 0,0 0 0,0 0 0,0 0 0,-1 1 0,1-1 0,-1 2 0,0-1 0,1 1 0,-1 0 1,0 0-1,-1 1 0,1 0 0,0 0 0,0 1 0,0 0 0,-1 0 0,1 0 0,0 1 0,0 0 0,0 1 0,-14 4 0,5 1-91,0 1 0,0 0 0,0 1 0,1 1 0,1 1 0,0 0 0,0 0 0,1 1 0,-17 21 0,-7 11-104,2 1-1,2 1 1,2 2-1,3 1 0,-26 59 1,-69 175-1285,41-62-266,72-188 1173,2 0 0,1 1 0,1 0 0,-2 57 0,8-87 243,0 0-1,1 0 1,-1 1 0,1-1-1,-1 0 1,1 0 0,0 0-1,1 0 1,-1 0 0,4 6 0,-4-9 41,-1 0 1,1 0-1,0 0 1,0 0-1,0 0 1,0 0-1,0 0 1,1 0-1,-1-1 1,0 1-1,0 0 1,1-1-1,-1 1 1,0-1-1,1 1 1,-1-1-1,0 1 1,1-1-1,-1 0 1,1 0-1,-1 0 1,0 0-1,1 0 1,-1 0-1,1 0 1,-1 0-1,0-1 1,1 1-1,-1-1 1,3 0-1,9-4 230,-1-1 0,0 0-1,0-1 1,-1 0 0,1-1-1,-1 0 1,18-18-1,67-79 1639,-66 69-1179,172-192 2290,-191 217-2970,7-10-4,1 1 1,1 1-1,37-28 1,-53 44-32,1 0-1,0 0 1,0 1 0,0-1-1,0 1 1,0 0 0,1 0-1,-1 1 1,1-1-1,-1 1 1,1 0 0,-1 1-1,1 0 1,0-1 0,-1 2-1,1-1 1,-1 1 0,1 0-1,-1 0 1,1 0 0,-1 1-1,9 3 1,-3 1-92,0 1-1,0-1 1,-1 2-1,0 0 1,0 0-1,-1 1 1,9 10-1,55 75-1606,-37-44 662,52 54-4677,-33-40-2430,-11-12-4292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59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 11889,'4'-3'237,"2"0"0,-1 0 0,0 0 1,0 1-1,1-1 0,-1 1 0,1 1 0,0-1 0,-1 1 0,1 0 1,0 0-1,0 1 0,0 0 0,0 0 0,0 0 0,0 1 0,-1 0 0,1 0 1,0 0-1,8 3 0,-3 0 55,-1 1 1,1-1-1,-1 2 1,0-1-1,0 1 1,0 1-1,-1 0 1,0 0-1,0 1 1,11 13-1,5 9 388,36 57-1,-42-56-518,-2 1-1,-1 1 1,-2 1-1,-1 0 1,-2 1-1,-1 0 1,-2 0-1,7 57 1,-9-17-16,-3 0 0,-4 0 0,-10 86-1,-3-76 353,-4-1-1,-3-2 1,-51 130-1,71-209-41,1-9-367,1 1 0,0 0-1,0 0 1,1 0-1,0-1 1,0 1 0,0 1-1,0-1 1,6-9 0,2-4 34,37-65 143,108-144 0,-129 193-251,43-61 89,162-168 0,-200 233-103,1 2-1,1 1 0,1 1 0,1 2 1,2 1-1,0 3 0,1 0 0,76-25 1,-103 41 10,1 1 1,-1 1-1,1 0 1,0 1 0,0 0-1,-1 0 1,1 2-1,0-1 1,0 1-1,0 1 1,17 5 0,-20-5-8,-1 2 0,0-1 1,-1 1-1,1 0 0,-1 0 1,0 1-1,0 0 0,0 0 0,-1 1 1,1 0-1,-1 0 0,-1 1 1,1-1-1,-1 1 0,0 0 1,6 14-1,1 5-194,-1 1 1,-2 0-1,0 0 0,-2 1 1,5 36-1,7 147-4496,-16-165 2723,1 32-4484,-1-5-4161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8:59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88 14217,'7'-51'3961,"0"33"-2385,3 0 316,17 30-1388,20 12-344,-11 0-500,1 9-772,14 6-900,-8 10-1229,1 5-1303,16 3-3533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0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503 96 14013,'-3'-15'418,"2"7"66,-1 1-1,1-1 1,-1 1 0,-1-1-1,1 1 1,-6-10 0,7 16-345,0-1 1,0 1-1,0 0 0,-1-1 1,1 1-1,0 0 0,-1 0 1,1 0-1,-1 0 1,1 0-1,-1 0 0,1 0 1,-1 0-1,0 1 0,1-1 1,-1 0-1,0 1 0,1 0 1,-1-1-1,0 1 1,0 0-1,0 0 0,1 0 1,-1 0-1,0 0 0,0 1 1,1-1-1,-1 0 1,0 1-1,0-1 0,1 1 1,-1 0-1,1 0 0,-3 1 1,-5 2 82,0 1 1,1 1 0,-1 0-1,1 0 1,1 0-1,-1 1 1,1 0-1,0 1 1,-9 13 0,-7 11 120,-19 38 0,-43 85-1706,-69 178-1,149-320 1292,-17 47-215,21-56 287,0 1-1,0-1 1,0 1 0,1-1 0,-1 1 0,1-1 0,0 1 0,1-1 0,-1 1 0,3 8-1,-3-12 11,0 0 0,0-1 1,1 1-1,-1 0 0,0-1 0,1 1 0,-1 0 0,0-1 0,1 1 0,-1-1 0,1 1 0,-1-1 0,1 1 0,-1-1 0,1 1 0,0-1 0,-1 0 0,1 1 0,0-1 0,-1 0 0,1 0 0,0 1 0,-1-1 1,1 0-1,0 0 0,-1 0 0,1 0 0,0 0 0,-1 0 0,2 0 0,1 0 50,0-1 0,0 1 0,0-1 0,0 0 0,0 0 0,0 0 0,5-3 0,6-5 432,0 0 0,16-14 1,65-65 2221,-32 28-868,28-26 766,-89 84-2569,0 0 0,0 0 0,0 1 0,0-1 0,1 0 0,-1 1 0,0 0 0,1-1 0,-1 1 0,1 0 0,0 0 0,-1 1 0,1-1 0,0 0 0,-1 1 0,1 0 0,4-1 0,-4 2-43,-1-1-1,1 1 1,-1 0-1,1 0 1,-1 0-1,0 0 0,0 0 1,1 1-1,-1-1 1,0 0-1,0 1 1,0 0-1,-1-1 1,1 1-1,3 4 1,3 6-398,-1 0 0,0 1 0,0 1 0,-1-1 0,5 19 0,-4-12-717,8 15-717,12 36-3313,-9-24-1625,2 7-5722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0.5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1 12789,'18'358'10270,"-36"-1"-6980,-71 300-1572,72-548-1288,16-106-390,0 0 1,0 1 0,1-1 0,-1 1 0,1-1-1,0 1 1,0-1 0,0 0 0,0 1 0,1-1-1,-1 1 1,1-1 0,2 6 0,-2-8-30,0 0-1,0 0 1,0 0 0,0 0 0,0 0-1,0 0 1,0 0 0,0 0 0,1-1 0,-1 1-1,0 0 1,1-1 0,-1 1 0,0-1-1,1 1 1,-1-1 0,1 0 0,-1 1 0,0-1-1,1 0 1,-1 0 0,1 0 0,-1 0-1,1 0 1,-1-1 0,1 1 0,-1 0 0,0-1-1,1 1 1,-1-1 0,2 0 0,30-10 109,-1-2 0,43-23 1,-34 15 14,44-15-1,-30 19-14,0 2 0,0 3-1,1 3 1,101-5 0,-67 14-39,-1 3-1,117 19 1,-143-12-44,121 35 1,-166-39-34,1 0 1,-1 2 0,-1 0-1,1 1 1,-1 1-1,-1 0 1,0 1 0,0 1-1,-1 1 1,24 25 0,-34-32-12,-1 0 0,0 0 0,0 0 0,0 1 0,-1-1 0,0 1 0,0 0 0,0 0 0,-1 0 0,0 0 0,0 0 0,-1 1 0,0-1 0,-1 0 0,1 1 0,-1-1 0,-1 0 0,1 1 0,-1-1 0,-1 1 0,1-1 0,-1 0 0,-6 14 0,4-13-35,-1 1 0,0-1-1,-1 0 1,0 0 0,0-1 0,-1 0-1,1 0 1,-2 0 0,1-1 0,-9 6-1,-198 137-1643,181-130 1222,0-1 1,-1-1-1,0-2 1,-2-1-1,0-2 1,-61 12-1,82-20 251,-405 68-7006,285-52 2417,-51 7-5426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0.9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49 13165,'-10'-49'13901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1.3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0 215 14117,'15'-11'832,"0"0"0,0 0 1,1 2-1,0 0 0,0 1 0,1 0 0,0 1 0,1 1 0,19-4 0,270-26 3591,-173 24-4194,32 3-1162,-27 3-162,-132 6 999,1-1 0,-1 1 0,1-1-1,0 0 1,-1-1 0,0 0 0,1 0-1,-1-1 1,0 0 0,0 0 0,9-6 0,-15 9 92,-1 0 0,1-1 0,-1 1 0,1 0 0,-1-1 1,1 1-1,-1 0 0,0-1 0,1 1 0,-1 0 0,0-1 1,1 1-1,-1-1 0,0 1 0,1-1 0,-1 1 0,0-1 1,0 1-1,0-1 0,1 1 0,-1-1 0,0 1 0,0-1 1,0 1-1,0-1 0,0 1 0,0-1 0,0 0 1,-1 0-6,0-1 1,-1 1 0,1 0 0,0 0 0,0 1 0,-1-1-1,1 0 1,-1 0 0,1 1 0,-1-1 0,1 0 0,-1 1-1,1 0 1,-4-1 0,-15-3 198,0 2 0,0 0 0,0 1-1,0 1 1,-1 1 0,1 0 0,0 2 0,0 0 0,-32 11-1,6 0 433,1 2 1,0 2-1,-44 25 0,42-17-99,1 2-1,1 1 1,2 3 0,1 1 0,2 3 0,1 1 0,2 1 0,-42 58 0,70-84-523,1 0 0,0 1 0,1 0 0,1 1 0,0 0 0,0 0 0,2 0 0,0 0 0,-4 24 0,7-28 0,1 0 0,0 1 0,0-1 0,1 1 0,0-1 0,1 0 0,0 0 0,1 1 0,0-1 0,0-1 0,1 1 0,0 0 0,1-1 0,9 13 0,-3-7-48,1-1 1,0 0-1,1-1 1,1 0-1,0-1 1,1-1-1,0 0 1,1-1-1,0 0 1,1-2-1,25 11 1,2-3-340,1-2 1,1-1 0,63 8-1,-24-9-1657,1-5-1,98-3 1,55-21-7573,-82-3-2300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1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1 298 8881,'24'-47'1113,"-10"22"246,-1-1 0,14-44 0,-16 35 1191,-7 19-184,1 0-1,1 0 1,13-25-1,-19 40-2301,1 1-1,-1 0 1,0-1 0,1 1-1,-1 0 1,0-1 0,1 1-1,-1 0 1,0-1 0,1 1-1,-1 0 1,1 0 0,-1 0-1,1-1 1,-1 1 0,1 0-1,-1 0 1,1 0 0,-1 0-1,1 0 1,-1 0 0,1 0-1,-1 0 1,1 0 0,-1 0-1,0 0 1,1 0 0,-1 1-1,1-1 1,-1 0 0,1 0-1,-1 0 1,1 1 0,-1-1-1,0 0 1,1 0 0,-1 1-1,1-1 1,-1 0 0,0 1-1,1-1 1,-1 0 0,0 1-1,0-1 1,1 1 0,-1-1-1,0 0 1,0 1 0,0-1-1,1 1 1,-1-1 0,0 1-1,18 33 1508,-16-31-1388,9 25 184,-1-1 0,-1 2-1,9 54 1,-5-24-278,8 55-89,-4 0 0,-5 1 0,-6 0 0,-8 121 0,-69 460 0,-40 139-1232,77-593-3277,-2 28-6384,16-122-2256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2.4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16 311 7869,'0'0'5896,"-16"16"8637,21-19-12744,2-1-3371,5-2 1866,0 1-1,1 1 1,0 0 0,-1 0 0,1 1 0,20-1 0,11-3 55,164-35 327,484-93-150,-229 55-6579,-365 66 1828,-36 7-2317,-2 3-5627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2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413 16 8785,'6'-6'410,"6"-4"1002,-3 21 1851,0 0-393,6 10-807,-3-4-925,1 0-1,0-1 0,1 0 0,24 20 1,179 149 628,-165-135-835,-2 2 0,49 66 0,-77-88-501,-2 0 1,0 2-1,-2 1 1,-2 0-1,22 63 0,-31-72-316,-1 2-1,0-1 1,-3 0 0,0 1-1,-1 0 1,-1-1-1,-2 1 1,-1 0-1,-6 34 1,0-29-272,-1 0 0,-1-1 1,-2-1-1,-1 0 0,-1 0 0,-1-1 0,-2-1 1,-1-1-1,-1 0 0,-1-2 0,-39 38 0,9-15-575,-3-2 0,-2-2 0,-1-4 0,-86 47 0,-134 51-6921,183-93 3421,-90 47-8104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4.5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668 51 7525,'2'-1'217,"-1"0"1,0-1 0,0 1-1,0 0 1,1-1-1,-1 1 1,-1-1 0,1 1-1,0-1 1,0 0-1,-1 1 1,1-1 0,0 0-1,-1 0 1,0 1 0,1-1-1,-1 0 1,0 0-1,0 0 1,0 0 0,0 1-1,-1-1 1,1 0-1,0 0 1,-1 1 0,1-1-1,-3-5 4389,0 9-3644,-14 9-429,1 1 0,0 1 0,0 1 0,2 0 0,0 0 0,0 2-1,-13 19 1,-73 129 1849,65-103-1705,-41 73 429,6 3 0,-74 204 1,117-262-982,4 2 1,3 1 0,3 1 0,5 0-1,2 1 1,3 85 0,8-128-245,1-1 0,2 0 1,2 0-1,2-1 0,24 74 1,-22-91-68,0 0 0,1-1 0,2-1 0,0 0 0,1 0 0,1-1 0,0-1 0,23 19 0,-27-26 75,0-1 1,1-1 0,0 0 0,1 0 0,0-1-1,1-1 1,0 0 0,0-1 0,0-1 0,0 0-1,1 0 1,0-2 0,0 0 0,0-1 0,0 0-1,0-1 1,28-2 0,-18-1 15,-1-2 0,1 0-1,-1-2 1,0 0 0,-1-2-1,0 0 1,0-2 0,0 0 0,34-24-1,-13 4 1,-1-3-1,66-67 0,65-90 571,-96 102 439,-77 87-864,0 0-1,0 0 0,0-1 1,0 1-1,0 0 0,0 0 1,0 0-1,0 0 0,1 0 0,-1 1 1,0-1-1,3-1 0,-3 3 2,0-1-1,1 0 1,-1 1-1,0-1 1,0 0-1,0 1 1,0 0 0,0-1-1,0 1 1,0 0-1,0-1 1,0 1-1,-1 0 1,1 0-1,0 0 1,0 0-1,-1 0 1,2 1-1,4 7 62,-1 0 0,0 0-1,-1 0 1,0 0 0,0 1 0,-1 0-1,-1 0 1,1 0 0,1 19 0,2 3 100,-1-8-106,16 81 492,68 200-1,-74-269-562,1-1-1,2-1 1,32 47 0,-35-60-68,2 0 0,0-1 0,1-1 0,1-1 0,1-1 1,23 16-1,-29-24-42,1 0 1,1 0-1,0-1 1,0-1-1,0-1 1,1 0-1,0-1 1,0-1-1,0-1 1,28 2-1,-37-4 53,0-1 0,-1 0 0,1-1-1,0 1 1,-1-2 0,1 1-1,-1-1 1,1 0 0,-1-1 0,0 1-1,0-1 1,0-1 0,0 0 0,-1 0-1,1 0 1,-1 0 0,0-1-1,-1 0 1,1-1 0,-1 1 0,0-1-1,0 0 1,0 0 0,-1 0 0,0-1-1,5-11 1,-4 4-17,0 0-1,0-1 1,-2 0 0,0 0 0,0-1-1,-2 1 1,0 0 0,0-1-1,-2 1 1,-3-29 0,-2 8-155,-2 0 1,-2 0-1,-19-48 1,14 51-132,-1 1 0,-1 0 1,-2 2-1,-43-55 0,28 45-392,-2 1 0,-50-42 1,66 64-104,-2 0 0,0 1 1,0 2-1,-2 0 1,0 1-1,0 1 1,-37-11-1,-1 7-4747,10 11-3333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4.9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64 12549,'-4'-5'101,"2"1"780,-1 1 0,0-1 0,1 0 0,0 0-1,0 0 1,0-1 0,1 1 0,-1 0 0,1-1-1,0 1 1,-1-9 0,7 31 867,1-6-1450,33 119 663,-6 1 0,27 222 1,14 133-1501,-74-486 551,0 1 0,1 0 1,-1 0-1,0-1 0,1 1 1,-1 0-1,1-1 0,0 1 1,-1 0-1,1-1 0,0 1 1,0-1-1,0 1 0,0-1 1,0 0-1,0 1 0,1-1 1,-1 0-1,0 0 1,1 0-1,-1 0 0,2 1 1,-1-1 4,0-1 0,-1 0 0,1 0 0,0 0 0,-1 0 0,1 0 0,0-1 0,-1 1 0,1 0 0,0-1 0,-1 1 0,1-1 0,-1 1 1,1-1-1,-1 0 0,1 0 0,-1 0 0,2-1 0,7-6 73,0-1-1,-1 1 1,-1-1 0,14-19-1,48-68 165,83-108 261,-116 161-286,1 2-1,67-56 1,-97 90-198,0 0 1,1 1-1,0 0 0,0 1 0,1 0 0,-1 0 1,1 1-1,0 1 0,15-4 0,-19 6-17,-1 0-1,1 1 0,0-1 0,0 2 1,-1-1-1,1 0 0,0 1 1,0 0-1,-1 1 0,1-1 1,-1 1-1,1 0 0,-1 0 0,0 1 1,0 0-1,0 0 0,0 0 1,7 6-1,-4-1 2,-1-1 1,0 1 0,-1 0-1,1 0 1,-2 1 0,1-1 0,-1 1-1,0 1 1,-1-1 0,0 1-1,3 14 1,3 14-192,8 66 0,-15-82-28,37 264-6525,-26-206 2454,0-28-1396,8 6-4989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5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1 13937,'-47'123'7229,"34"-62"-5077,6 8-288,7 15-284,-3 13-283,-4 17-237,3 16-204,4 9-168,4 5-296,-1 4-496,1-6-580,2-7-736,1-5-489,-7-12-815,0-4-816,0-5-2589,10-16-5432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5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1 315 11045,'3'-2'2332,"22"-12"190,39-16 0,-37 20-1977,0 1 0,0 1 0,43-7 0,577-110 535,-605 113-1164,311-75-366,-352 86 448,0 1-1,0 0 1,0-1-1,0 1 1,0 0-1,0 0 0,1 0 1,-1 0-1,0 0 1,0 0-1,0 0 1,0 0-1,0 0 1,0 0-1,0 0 1,0 1-1,1 0 0,-7 13-13,3-10 14,-5 5 2,0 0 0,-1-1 1,0 1-1,0-2 0,-1 1 0,0-1 0,-1 0 0,1-1 0,-20 9 0,-9 8 23,24-14-24,-101 72-6,105-73 12,1 1 0,-1 0 0,1 0 0,1 1 0,-1 1 0,2-1 0,0 1 0,-8 15 0,14-24-9,0 0 0,1 0 0,-1 0 0,1 0 1,-1 0-1,1 0 0,0 1 0,0-1 0,0 0 0,0 0 0,0 0 0,0 1 1,0-1-1,1 0 0,-1 0 0,1 0 0,0 0 0,0 0 0,0 0 1,0 0-1,0 0 0,0 0 0,0 0 0,0-1 0,1 1 0,-1 0 0,1-1 1,2 3-1,0-1-20,0 1 0,0-1 0,1 0 0,-1-1 0,1 1 1,0-1-1,0 0 0,0 0 0,0-1 0,7 2 0,12 0-72,-1-1-1,1-1 1,45-4-1,71-18 69,-63 8 520,37-4 651,-112 17-1109,0 0-1,0 0 1,-1 0 0,1 0-1,0 1 1,0-1 0,0 1-1,0-1 1,-1 1-1,1 0 1,0-1 0,0 1-1,-1 0 1,1 0 0,-1 0-1,3 2 1,-2-1 29,0-1-41,1 0-1,-1 1 1,0 0 0,0-1 0,1 1-1,-1 0 1,-1 0 0,1 0 0,0 0-1,3 5 1,1 2 18,0-4-30,0 0 0,0-1 0,0 1 0,1-1 0,-1 0 0,1-1 0,0 0 0,0 0 0,1 0 0,-1-1 0,0 0 0,1 0 0,-1-1 0,1 0 0,0-1 0,-1 1 0,1-1 0,0-1 0,11-1 0,-7 0-13,1-1 0,-1 0 0,0-1 1,0 0-1,0-1 0,-1 0 0,1-1 1,-1 0-1,-1-1 0,1 0 1,11-11-1,17-18 276,-2-2 0,38-50 0,-54 59 863,-1 0-1,19-38 1,-39 66-1116,0 0 0,1 1 0,-1-1 0,0 1 0,0-1 0,1 0 1,-1 1-1,1-1 0,-1 1 0,0-1 0,1 1 0,-1-1 1,1 1-1,-1-1 0,1 1 0,-1 0 0,1-1 0,0 1 0,-1 0 1,1-1-1,0 1 0,0 0 0,7 8 492,0 30-96,-4 22-1598,23 112 0,-8-94-3760,4-1-4755,-13-51 996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5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 5284,'37'-15'973,"-27"24"-169,10 15-408,-13-12-768,13 13-1693,7 14 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6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 10257,'-9'18'3436,"8"-16"-2967,-1 1-1,1-1 1,-1 1-1,1 0 1,0 0-1,0 0 1,0 0-1,0 0 1,0 6-1,3 26 482,8 43 0,0 2-264,-5 36-78,-12 136 0,1-115-364,-4 19 352,10-152-417,5-6 17,5-3-122,0-1 0,-1 0 0,1-1 0,-1 0 0,-1 0 0,1-1 0,-1 0 0,7-10 0,59-84 430,-20 25-99,-12 22 98,78-91 1235,-106 131-1538,0 2-1,1-1 1,1 2 0,0 0-1,0 1 1,1 1-1,22-10 1,-36 18-172,0 1 0,1 1 0,-1-1 1,0 0-1,0 1 0,1 0 0,-1 0 0,0 0 0,0 0 1,1 0-1,-1 0 0,0 1 0,0 0 0,0 0 0,1 0 1,-1 0-1,0 0 0,0 0 0,-1 1 0,1 0 0,5 3 1,-3-1-6,1 0 1,-1 1-1,-1-1 1,1 1-1,0 1 1,-1-1-1,0 0 1,-1 1-1,5 8 1,12 34-324,-3 1 0,21 93-1,-19-66-936,9 61-2067,-9-40-747,6-3-3837,-3-34-1410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6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0 427 11933,'1'1'118,"-1"0"-1,0 0 1,1 0 0,-1 1-1,0-1 1,1 0 0,-1 0-1,1 0 1,0 0 0,-1 0-1,1 0 1,0 0 0,0-1-1,0 1 1,-1 0 0,1 0-1,0 0 1,2 0-1,18-6 2292,-8-1-1566,69-24 1549,-23 10-1181,109-55 1,-153 67-1141,0-1 0,-1-1 1,0 0-1,0-1 0,-1 0 0,0-1 1,-1-1-1,-1 0 0,0 0 1,-1-1-1,16-26 0,-24 36-1,-1 1 0,1-1 0,0 1 0,-1-1 1,0 1-1,0-1 0,0 0 0,0 1 0,0-1 0,-1 0 0,0 0 0,1 0 0,-2 0 0,1 1 0,0-1 0,-1 0 1,1 0-1,-1 0 0,0 1 0,-1-1 0,1 1 0,-1-1 0,1 1 0,-1-1 0,0 1 0,0 0 0,0 0 0,-1 0 1,1 0-1,-1 0 0,0 0 0,0 1 0,0-1 0,-6-3 0,4 3 49,-1 0 0,0 0 1,0 1-1,0 0 0,0 0 0,0 0 0,0 1 1,-1 0-1,1 0 0,0 0 0,-1 1 0,1 0 0,-1 0 1,1 1-1,0 0 0,-1 0 0,1 0 0,0 1 1,0 0-1,-7 2 0,-1 4 75,-1 1-1,1 0 1,1 1 0,-1 0-1,2 1 1,-1 0 0,-10 14-1,2 0 77,1 1-1,-28 47 0,35-46-251,0 0-1,2 1 1,2 0-1,0 1 0,2 0 1,0 1-1,3-1 1,0 1-1,2 0 0,2 40 1,2-48-486,0-1 1,2 1-1,0-1 0,2 0 1,0 0-1,1-1 0,1 0 1,1 0-1,20 31 1,-14-28-1153,0-2 1,1 0 0,2-1 0,27 25-1,-4-15-4108,8-7-3382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6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303 39 9333,'8'-32'2501,"-6"25"1383,-1 12-2491,16 39-486,-2 2 0,-2 0 0,11 68 0,-20-58-773,-2-1 1,-2 1-1,-3 0 0,-2-1 1,-3 0-1,-17 64 1,4-41-400,-5-1 1,-2-1-1,-62 116 0,50-118-18,-73 106 0,87-150 384,22-29-17,5-6 7,5-8-21,1 0-1,13-18 0,179-238-601,-79 118-762,170-165 1,-229 259 362,137-94 0,-195 148 374,1 1 0,-1 0-1,1 0 1,-1 0 0,1 0 0,0 1 0,0-1-1,0 1 1,7-1 0,-8 1 127,24-5-6142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0.4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4 15253,'-47'-3'2977,"37"3"1796,12 3-2716,2 4-1590,-1-1 1,0 0 0,0 1 0,-1 0-1,0 0 1,0 0 0,-1 0-1,1 11 1,-1 56 1332,-2-52-1218,-19 384 537,10-256-1122,6-89 3,-9 226 0,14-227 0,2 1 0,18 100 0,-17-142 1,1 0 1,0 0-1,2 0 0,0-1 1,1 0-1,1 0 0,1-1 1,18 25-1,-22-34-4,0-1 0,1 0 0,0 0 0,0-1 0,0 0 0,1 0 0,0 0 0,0-1 0,1-1 0,-1 1 0,1-1 0,0-1 0,0 1 0,0-2 0,0 1 0,1-1-1,-1-1 1,1 1 0,11-1 0,0-3-73,0-1 0,0 0 0,-1-2 0,1 0 0,-1-1 0,-1-1 0,1-1 1,-1-1-1,18-11 0,152-104-286,-158 102 318,146-114-167,-13 11 88,-125 99 122,1 1 0,63-27 0,-84 44-7,0 1 1,0 1 0,0 1 0,1 1 0,0 1 0,-1 0 0,1 1-1,0 2 1,1 0 0,35 5 0,-18 2 3,0 1 0,-1 2 1,0 2-1,55 27 0,51 23 73,-127-55-11,1-1 0,-1-1 0,1-1 0,0 0 1,0-1-1,25 1 0,-24-2 44,-1 0 0,0 0 0,0 2 0,0 0 0,19 8 0,-23-6-68,0 1 0,-1 1 0,1 0 0,-2 1 1,1 0-1,17 19 0,52 70 221,-30-33-188,-25-34-67,14 17 0,2-2 0,47 40 0,-77-75 0,0-1 0,1-1 0,1 0 0,-1 0 0,1-2 0,1 1 0,0-2 0,0 0 0,0-1 0,0 0 0,1-1 0,29 3 0,-36-7 0,1-1 0,-1 1 0,1-2 0,-1 1 0,0-1 0,0-1 0,0 1 0,0-2 0,14-6 0,-19 8 0,0-1 0,0 0 0,0 0 0,0 0 0,-1-1 0,1 1 0,-1-1 0,0 1 0,0-1 0,-1 0 0,1-1 0,-1 1 0,0 0 0,0-1 0,0 1 0,-1-1 0,1 1 0,0-7 0,1-4 0,-1 1 0,-1-1 0,0 1 0,-1-25 0,-3 17 4,0 0 0,-1 0 0,-1 0-1,-2 0 1,-9-22 0,-53-102-127,13 29-286,38 77-1175,-6-12-2192,13 19-6917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0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244 6 15933,'0'0'219,"0"0"0,0-1-1,1 1 1,-1 0 0,0-1-1,1 1 1,-1 0 0,0-1-1,1 1 1,-1 0 0,0-1-1,1 1 1,-1 0 0,1 0-1,-1 0 1,0-1 0,1 1-1,-1 0 1,1 0-1,-1 0 1,1 0 0,-1 0-1,1 0 1,-1 0 0,0 0-1,1 0 1,-1 0 0,1 0-1,-1 0 1,1 0 0,-1 0-1,1 0 1,0 1 0,-3 17 7645,0-2-8697,-81 698 3201,69-593-2368,-76 543 0,24-45-7512,66-489-809,12-8-5629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1.2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727 947 10677,'1'0'133,"0"-1"1,0 0-1,0 0 0,0 0 1,0 0-1,-1 0 0,1 0 1,0-1-1,0 1 0,-1 0 1,1 0-1,-1 0 0,1-1 1,-1 1-1,0 0 0,0-1 1,1 1-1,-1 0 0,0-1 1,0 1-1,0 0 0,-1-3 1,1 1 188,-1 1 0,0 0 0,0-1 0,0 1 0,0 0 0,-1-1 0,1 1 0,-1 0 0,1 0 0,-1 0 0,-3-3 0,0 1 209,1 0-1,-1 1 1,0-1 0,-1 1-1,1 0 1,0 0-1,-1 1 1,0-1 0,0 1-1,1 1 1,-10-2 0,2 2-98,-1 1 0,0 1 1,1 0-1,-1 1 1,1 0-1,0 1 1,0 1-1,0 0 1,0 0-1,0 2 1,-22 12-1,0 3 291,0 2-1,-51 45 1,45-33-511,2 2 1,2 2 0,-32 43 0,51-58-144,2 0 1,0 0-1,2 1 1,1 1-1,1 1 1,1 0-1,-8 29 1,18-53-70,0 1-1,0-1 1,1 1-1,-1 0 1,1-1-1,0 1 1,0 0-1,0-1 1,0 1-1,1 0 1,-1-1-1,1 1 1,0-1 0,0 1-1,0-1 1,0 1-1,1-1 1,0 0-1,3 6 1,-3-7-4,1 1 0,-1-1 1,1 0-1,-1 0 0,1 0 1,0 0-1,0-1 0,0 1 1,0-1-1,0 0 0,0 0 1,0 0-1,0 0 0,1 0 1,-1-1-1,0 1 0,1-1 1,-1 0-1,5 0 0,2-1-51,0-1 0,0 0 0,0 0-1,0-1 1,0-1 0,0 1-1,0-1 1,-1-1 0,0 0 0,0 0-1,15-13 1,1-3-82,0-1-1,30-34 1,21-32 49,-4-2 1,-4-4 0,-4-2-1,-4-3 1,64-147 0,-41 51 557,74-257 0,-154 429-39,-8 23-256,-6 12-105,-2 9-71,2-1 0,0 2 0,1-1 0,2 1 0,-12 45 0,11-38 0,-47 176-1693,9 2-1,-30 302 1,71-436-4289,6 126 0,12-62-6757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2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 1685 13797,'-25'-23'1511,"-22"-29"-1,44 47-1174,0 0-1,1 0 0,0 1 1,0-1-1,0-1 0,1 1 1,-1 0-1,1 0 0,0 0 1,1-1-1,-1 1 1,1-1-1,0 1 0,1 0 1,-1-1-1,1 1 0,0 0 1,3-10-1,-2 6 57,1-4 125,1-1-1,0 1 1,1-1-1,1 1 0,10-18 1,-6 11-18,7-11 41,1 1 0,2 1 0,32-38 0,76-67 508,-50 54-590,38-52 105,156-233 0,-149 166-397,29-40-124,-144 228-33,1 0 0,0 0-1,0 1 1,12-9 0,-19 18 6,0 0 1,0 0-1,0 0 1,0 1 0,0-1-1,0 1 1,0-1 0,0 1-1,0 0 1,0 0-1,0-1 1,0 2 0,1-1-1,-1 0 1,0 0 0,0 1-1,0-1 1,0 1-1,0 0 1,0-1 0,0 1-1,0 0 1,0 0 0,-1 0-1,1 0 1,3 3-1,3 2 13,0 1-1,0-1 1,10 13-1,-1 2-25,0 1 0,-2 1 0,-1 1 0,-1 0 0,19 47 0,-24-51-2,23 53 0,-3 1 0,-4 2 0,-3 0 0,-3 2 0,10 101 0,-23-117 0,-3 0 0,-2 1 0,-3-1 0,-3 1 0,-3-1 0,-2-1 0,-24 75 0,-71 130-869,-20-13-364,125-253 1200,1 1 0,0-1 0,-1 1 0,1 0 0,0-1 1,0 1-1,-1-1 0,1 1 0,0 0 0,0-1 0,0 1 0,0-1 0,-1 1 1,1 0-1,0-1 0,0 1 0,0 0 0,0-1 0,1 1 0,-1 0 0,0-1 0,0 1 1,0-1-1,0 1 0,1 0 0,-1-1 0,0 1 0,1-1 0,-1 1 0,0-1 1,1 1-1,-1-1 0,1 1 0,-1-1 0,1 1 0,-1-1 0,1 0 0,-1 1 1,1-1-1,-1 0 0,1 1 0,-1-1 0,1 0 0,0 0 0,-1 1 0,1-1 1,-1 0-1,1 0 0,0 0 0,-1 0 0,1 0 0,0 0 0,0 0 0,5 0-125,0 0-1,0 0 1,-1 0-1,1-1 1,7-1 0,8-3-160,-1-1 1,0-2 0,0 1 0,-1-2 0,21-13 0,92-64-906,-71 44 633,445-286-2443,18 20 3896,-522 307-862,14-9 190,1 2 0,0-1 0,1 2 1,-1 1-1,20-5 0,-33 10-108,-1 0 0,1 0 0,-1 1 0,1 0 0,-1-1 0,1 1 0,0 1 0,-1-1 0,1 0-1,-1 1 1,1 0 0,-1 0 0,0 0 0,1 0 0,-1 0 0,0 1 0,1-1 0,-1 1 0,0 0 0,0 0 0,-1 0 0,1 1 0,0-1 0,-1 1 0,1-1 0,-1 1 0,0 0 0,0 0 0,0 0 0,0 0 0,0 0 0,-1 0-1,0 0 1,2 5 0,27 77 1092,-15-38-808,2-2 0,1 0 0,44 74 0,-47-96-272,2 0 0,21 23-1,-30-37-73,0-1 0,1 0-1,0-1 1,0 1-1,1-2 1,0 1-1,17 7 1,-24-13-13,1 0 1,0 1-1,-1-1 0,1 0 0,0-1 1,0 1-1,-1-1 0,1 0 0,0 0 1,0 0-1,0 0 0,0 0 0,-1-1 1,1 0-1,0 0 0,-1 0 0,1 0 1,0-1-1,-1 1 0,1-1 0,-1 0 1,0 0-1,0 0 0,0 0 0,0-1 1,0 1-1,0-1 0,0 0 0,3-5 1,-1 2 13,0-1 0,-1 0 0,0 0 0,0-1 1,-1 1-1,0-1 0,0 0 0,-1 1 0,0-1 0,0 0 1,-1 0-1,1-15 0,-3 3 13,0-1 0,-2 1 0,0 0 0,-1-1-1,-1 2 1,-1-1 0,-1 0 0,-17-34 0,11 30-64,-1 1 0,-1 1 0,-1 0 0,-1 2 0,-1-1 0,-36-31 0,35 36-197,3 2-129,0 0-1,-1 1 0,0 1 1,-1 1-1,-21-11 1,24 16-880,-1-1-1,0 2 1,0 0 0,-1 1 0,-30-3 0,24 6-5245,6 11-4129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2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31 12473,'-11'-25'2819,"9"20"-103,1 8-388,0 4-1788,1 0 1,0 0 0,0 0-1,1 0 1,0 0-1,0-1 1,0 1-1,1 0 1,4 9-1,31 64 1084,-2-5-503,-21-28-758,-2 1-1,-2 0 1,4 54-1,-6-41-218,-2-11-280,-2 72 0,-3-121 132,0 0 0,0 1 0,0-1 1,0 0-1,0 0 0,0 0 0,0 0 0,0 0 0,0 0 1,0 0-1,1 0 0,-1-1 0,0 1 0,1 0 0,-1-1 0,1 1 1,-1-1-1,0 0 0,1 1 0,-1-1 0,1 0 0,2 0 0,0-1 2,0-1-1,0 0 1,-1 0-1,1 0 0,0-1 1,-1 1-1,0-1 1,0 0-1,0 0 0,3-3 1,6-5-6,56-50-29,47-39 15,-98 87 7,1 1-1,1 0 0,0 1 1,37-14-1,-49 22 9,0 1 0,1 0 0,-1 0 0,1 1 0,-1 0 0,1 1 0,0 0 0,-1 0 0,1 0 0,-1 1 0,1 0 0,0 1 0,-1-1 0,0 1 0,1 1 0,-1 0-1,0 0 1,0 0 0,8 6 0,5 4-11,-1 2-1,0 0 1,-1 1-1,28 32 1,-37-37-241,1-1 0,1-1 1,0 0-1,24 16 0,-30-23 149,0 1-1,0 0 1,0-1-1,0 0 1,0 0-1,0-1 1,1 1-1,-1-1 1,1 0-1,-1-1 0,1 1 1,-1-1-1,1 0 1,0-1-1,-1 1 1,7-2-1,-1-2 51,0 0 1,0-1-1,0 0 0,-1-1 0,0 0 0,0 0 0,10-9 0,64-62 724,-10 8 503,-59 57-944,0 1 0,1 0 0,0 2-1,0-1 1,1 2 0,23-8 0,-28 12-113,1 0-1,0 2 1,1-1-1,-1 2 1,0 0 0,0 0-1,1 1 1,-1 1-1,23 3 1,25 10 204,1 2 0,69 28 0,-122-40-296,1-1 0,0 0 1,1-1-1,-1 0 0,0 0 1,1-1-1,-1-1 1,1 1-1,-1-2 0,0 1 1,1-2-1,10-2 1,-7 0-26,-1 0 0,0-1 0,0-1 0,0 0 0,-1 0 0,0-2 0,0 1 0,10-10 0,11-13-20,-2-1 1,-2-1 0,-1-2 0,38-58 0,33-64 1615,-122 204-1574,3 1-1,-25 90 0,39-117-13,0 0-1,2 0 1,1 0-1,0 1 1,2 33-1,1-46-1,1 0 0,0 1 0,1-1 0,0 0 0,0 0 0,1 0 0,1-1-1,-1 1 1,2-1 0,-1 0 0,1 0 0,1 0 0,-1 0 0,10 10 0,1-5-667,0 1 1,0-2 0,2 0 0,-1-1 0,32 15-1,104 41-10623,-142-64 10203,96 36-12299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8.3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603 149 13125,'-1'-2'194,"1"1"1,-1-1-1,1 0 0,-1 0 0,0 1 0,0-1 0,1 0 0,-1 1 1,-1-1-1,1 1 0,-2-3 0,2 3-65,0 1 0,1-1-1,-1 1 1,0 0 0,1-1 0,-1 1-1,0 0 1,0-1 0,1 1-1,-1 0 1,0 0 0,0 0 0,1 0-1,-1 0 1,0 0 0,0 0 0,0 0-1,1 0 1,-3 0 0,-1 2 332,-1 0 1,1 1-1,-1-1 0,1 1 0,0 0 1,0 0-1,-4 4 0,2-3-292,-11 13 784,0 0 0,1 1 0,1 1 0,1 0 0,1 1 0,-16 30 0,-12 18 453,-22 29-551,-91 197 0,121-218-582,4 1 0,4 1-1,-23 118 1,42-162-273,1 1 0,2-1 0,2 1 0,1 0 0,7 56 0,-5-77 0,0-1 0,1 1 0,1-1 0,0 1 0,1-1 0,0-1 0,1 1 0,1-1 0,0 0 0,0 0 0,1-1 0,1 0 0,0 0 0,0-1 0,1 0 0,21 16 0,-21-20 0,0 0 0,0-1 0,1-1 0,-1 0 0,1 0 0,1-1 0,-1 0 0,0-1 0,1 0 0,-1-1 0,1 0 0,-1-1 0,1 0 0,-1-1 0,1 0 0,11-4 0,7-2 0,0-1 0,-1-1 0,0-2 0,50-26 0,10-16-36,-2-3 0,104-89 1,77-52-25,-249 185 77,0 2 0,1 0 0,0 1 0,1 1-1,0 1 1,0 0 0,28-3 0,-39 9-15,0 0 1,1 0-1,-1 1 1,0 1-1,0 0 1,0 0-1,0 1 1,0 0-1,0 1 1,0 0-1,-1 1 1,1-1-1,-1 2 1,0 0-1,13 9 1,-3 0-5,0 1 1,-1 2-1,0 0 1,27 36-1,55 86 2,-5-5 0,-76-110 0,2-1 0,0-1 0,32 25 0,-46-41 0,1 0 0,0 0 0,0-1 0,0-1 0,1 0 0,0 0 0,0 0 0,0-1 0,19 4 0,-22-6 0,0-1 0,0 0 0,0 0 0,0 0 0,1-1 0,-1 0 0,0 0 0,0 0 0,0-1 0,0 0 0,0 0 0,-1 0 0,1-1 0,-1 0 0,1 0 0,7-6 0,-2-1 0,1 0 0,-2-1 0,1-1 0,-2 0 0,1 0 0,-1-1 0,-1 0 0,-1 0 0,0-1 0,0 0 0,-1 0 0,5-21 0,3-20 0,15-111 0,-26 144 0,26-432 62,-39 0-338,8 399 187,5-119-3327,0 111-1557,-2 2-5693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8.8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22 15397,'-33'-18'3006,"26"14"-562,6 8-391,-7 40-93,1-1 0,3 1-1,2 65 1,1-68-1289,-9 360 77,-3 326-139,17-571-595,-1-130-32,0-1 0,1 1 0,16 47 0,-19-69-28,0 0 0,0-1 1,1 1-1,0-1 0,0 1 0,0-1 0,0 0 1,0 0-1,1 0 0,0 0 0,-1 0 0,1 0 1,0-1-1,0 1 0,6 2 0,-6-3-12,0-1 0,1 0-1,-1 0 1,1-1 0,-1 1-1,1-1 1,-1 1 0,1-1 0,-1 0-1,1-1 1,-1 1 0,1 0 0,-1-1-1,1 0 1,-1 0 0,1 0-1,-1 0 1,4-3 0,39-19-381,-2-2-1,0-3 1,52-43 0,-19 14 86,-56 42 255,13-10 54,0 2 1,1 1 0,39-16 0,-63 33 89,1 0 0,-1 1 0,1 1 0,-1 0 0,1 1 1,0 0-1,0 0 0,0 2 0,0-1 0,0 1 0,0 1 0,0 1 1,0-1-1,0 2 0,12 3 0,-6 1 54,0 0-1,0 1 1,-1 2-1,0-1 1,-1 2-1,17 13 1,81 82 352,-88-79-400,1-2 0,1 0 0,0-2 0,47 29 0,-66-47-74,0-1 0,0 0 1,0-1-1,0 0 0,1 0 1,-1-1-1,1-1 0,-1 1 0,1-1 1,0-1-1,16-1 0,-10 0-13,-1-2 0,0 0 0,0-1 0,-1-1 0,1 0 0,24-12 0,-4-4 126,-1-1 0,0-1-1,-2-2 1,50-49 0,-54 46 252,0 0 271,0 2-1,43-31 1,-70 56-614,1 0 0,0 0 0,-1 0 0,1 0 0,0 0 0,-1 0 0,1 1 0,0-1 0,0 1 0,0-1 0,0 1 0,0 0 0,0-1 0,0 1 0,-1 0 0,1 0 0,0 0 0,0 1 0,0-1 0,0 0 0,0 1 0,0-1 0,3 2 0,-3 0 0,0 0 0,0 0 0,0 0 0,0 0 0,0 0 0,0 0 0,-1 1 0,1-1 0,-1 0 0,1 1 0,-1 0 0,0-1 0,0 1 0,0 0 0,0-1 0,-1 1 0,1 0 0,-1 0 0,1 5 0,4 86-206,-4-49-358,2 1 1,2-2 0,14 62 0,7-41-5436,-1-24-2989,1-11-3349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9.0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49 14733,'-13'-30'2245,"13"12"811,20 24-2148,24 12-452,-11-3-580,7 6-460,4 9-1024,9 3-944,8 3-2309,-1 19-3824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09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185 106 16233,'-15'1'1042,"-14"1"3535,24 2-1258,-4 8-2448,4-6-149,-3 6-308,0-1 1,1 2 0,0-1-1,1 1 1,1 0 0,0 1-1,-6 23 1,-15 108 2222,24-128-2588,-33 357-49,34-310 0,2 0 0,4-1 0,23 119 0,-24-163-67,1-1 0,1 0 1,0-1-1,2 0 0,0 0 0,1 0 1,19 27-1,-23-38 11,1 1 1,0-1-1,0 0 1,0 0 0,1 0-1,-1-1 1,1 0-1,1 0 1,-1-1-1,1 0 1,-1-1 0,1 1-1,0-1 1,1-1-1,-1 0 1,0 0-1,1 0 1,16 0 0,-10-2-180,0 0 0,1-2 1,-1 0-1,0 0 1,0-1-1,0-1 1,0-1-1,27-12 0,-23 7 43,-1 0 1,-1-2-1,1 0 0,-2 0 0,28-29 0,-7-1-40,-1-2 1,-3-2-1,55-98 0,-54 78 322,-3-1-1,35-105 0,24-148 938,15-41 619,-105 360-1619,0 0-1,0 0 1,1 0-1,-1 0 1,0 0-1,1 0 1,-1 0-1,1 0 1,-1 0-1,1 0 1,0 0-1,-1 0 1,1 0-1,0 1 1,0-1-1,0 0 1,-1 1-1,3-2 1,-3 2-16,1 0 1,-1 0-1,1 0 1,-1 0-1,1 1 1,-1-1-1,1 0 1,-1 0 0,1 0-1,-1 1 1,1-1-1,-1 0 1,0 0-1,1 1 1,-1-1-1,1 0 1,-1 1-1,0-1 1,1 1 0,-1-1-1,0 0 1,1 1-1,-1-1 1,0 1-1,1 0 1,12 37 344,-10-17-274,-1 0 1,-1 1 0,-1-1-1,-3 33 1,-1 7 21,-36 492 134,23-374-668,11-128 255,3-21-8,-1 53 0,4-82 176,0 1 0,0 0 0,0-1-1,1 1 1,-1 0 0,1-1 0,-1 1 0,1 0 0,-1-1 0,1 1 0,0-1 0,0 1 0,0-1 0,0 0-1,0 1 1,0-1 0,0 0 0,0 0 0,0 0 0,1 1 0,-1-1 0,0-1 0,1 1 0,-1 0 0,1 0-1,-1 0 1,1-1 0,-1 1 0,1-1 0,0 1 0,-1-1 0,1 0 0,0 1 0,-1-1 0,3 0 0,2 0-3,0 0 1,0-1 0,0 0-1,-1 0 1,1 0 0,0 0-1,-1-1 1,9-4-1,19-11-16,34-23 0,4-4 115,-14 13 476,119-47 1,-159 71-478,1 2 1,-1 0 0,1 1-1,0 1 1,0 0 0,0 1-1,1 2 1,-1-1 0,0 2 0,1 1-1,34 7 1,-43-6-181,0 0 0,0 1 0,-1 1 0,0-1 0,0 2 0,0-1 0,0 1 0,-1 0 0,0 1 0,0 0 0,8 9 0,-7-3-295,1-1 0,-1 2-1,-1-1 1,0 1 0,-1 0-1,8 25 1,-1 10-1273,-2 1-1,-2 0 1,4 76-1,-13-114 1398,6 57-7031,0 3-4475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3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1 634 11609,'13'44'6048,"15"80"0,3 10-2072,91 191-1035,30-10-796,-61-139-2145,204 296 0,-284-457 0,1 0 0,1 0 0,0-1 0,1-1 0,1 0 0,21 15 0,-32-25 0,-1-1 0,1 0 0,-1 0 0,1 0 0,0 0 0,0-1 0,0 1 0,0-1 0,0 0 0,0 0 0,0-1 0,0 1 0,0-1 0,1 0 0,-1 0 0,0 0 0,0-1 0,0 1 0,0-1 0,0 0 0,0 0 0,0 0 0,0-1 0,0 0 0,0 1 0,-1-1 0,1-1 0,0 1 0,-1 0 0,0-1 0,0 0 0,0 0 0,0 0 0,0 0 0,3-5 0,7-10 0,0-1 0,-2 0 0,-1-1 0,0-1 0,8-23 0,30-115 0,-43 141 0,94-407-683,40-135-1162,-92 421-537,86-181-1,-100 254 570,3 2-1,3 2 1,2 1 0,83-92 0,-98 125-818,36-26-1,23-10-5529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4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1074 26 10925,'-30'-7'620,"12"2"-24,0 0 1,0 2-1,-1 0 1,1 1-1,-32 1 0,19 3-20,0 2-1,0 1 0,0 1 1,0 1-1,1 2 0,1 1 0,0 2 1,0 1-1,1 0 0,0 3 1,2 0-1,-49 39 0,28-16-414,2 1-1,2 2 1,2 3-1,2 1 1,2 1 0,2 2-1,-36 68 1,46-73-184,2-6-86,-21 50 1,40-77 76,-1-1 1,2 1 0,0 0-1,0 0 1,1 0-1,0 1 1,1-1 0,0 0-1,2 23 1,-1-32 26,0 0 1,0 1-1,0-1 1,0 0-1,1 0 1,-1 0-1,1 1 0,0-1 1,-1 0-1,1 0 1,0 0-1,0 0 1,0 0-1,1 0 1,-1-1-1,0 1 0,1 0 1,-1 0-1,1-1 1,0 1-1,-1-1 1,1 0-1,0 1 1,0-1-1,0 0 0,0 0 1,0 0-1,0 0 1,0 0-1,0-1 1,0 1-1,0-1 1,1 1-1,2-1 0,5 1 10,0-1 0,-1-1 0,1 1-1,-1-1 1,1-1 0,-1 0-1,0 0 1,0-1 0,0 0-1,0-1 1,0 0 0,8-5-1,15-10 259,54-44-1,-12 8 535,-42 35-342,1 1-1,1 1 0,0 2 1,2 1-1,-1 2 0,70-16 1,-74 24-277,0 1 0,0 1 0,0 1 1,0 2-1,0 2 0,0 0 0,0 2 0,56 15 1,-4 7-942,113 52 0,-60-13-3466,-4 4-5839,-80-39-466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4.8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22 12969,'-9'-20'2356,"9"20"-2297,0 0 0,0 0 1,0 0-1,0 0 0,0-1 0,0 1 0,-1 0 0,1 0 0,0 0 0,0 0 0,0 0 0,0 0 0,0 0 0,0 0 0,-1 0 0,1 0 0,0-1 0,0 1 0,0 0 0,0 0 0,-1 0 0,1 0 0,0 0 0,0 0 0,0 0 0,0 0 0,0 0 0,-1 0 0,1 0 0,0 0 0,0 0 0,0 1 0,0-1 0,-1 0 1,1 0-1,0 0 0,0 0 0,0 0 0,0 0 0,0 0 0,0 0 0,-1 0 0,1 1 0,0-1 0,0 0 0,0 0 0,0 0 0,0 0 0,0 0 0,0 0 0,0 1 0,-6 6 641,6-7-685,-3 6 409,0 0 1,0 1-1,1-1 0,0 0 1,0 1-1,1 0 1,-1-1-1,1 1 0,0 9 1,3 71 1838,0-58-1660,12 415 1687,22 377 1967,32-310-4640,-65-493 198,1-1 0,0 1 1,2-1-1,0-1 0,1 1 1,14 24-1,-20-39 145,1-1 0,-1 1 0,0-1 0,1 1 1,0-1-1,-1 1 0,1-1 0,0 0 0,0 0 0,0 0 0,-1 0 1,1 0-1,0 0 0,0-1 0,0 1 0,1-1 0,-1 1 1,0-1-1,0 0 0,0 0 0,0 0 0,0 0 0,0 0 0,1 0 1,-1 0-1,0-1 0,3-1 0,2 0-76,0 0-1,0-1 1,0 0-1,-1 0 1,1-1-1,9-7 1,1-3-160,0 0-1,-2-1 1,0-1-1,0-1 1,22-34-1,49-102-597,-18 27 771,4 7 947,-70 117-803,-1 0 0,0 1-1,1-1 1,-1 0 0,1 0 0,-1 1 0,1-1 0,0 1 0,0 0 0,0-1-1,0 1 1,0 0 0,0 0 0,0 0 0,0 0 0,0 0 0,0 1 0,0-1-1,4 0 1,-2 1 10,-1 0 0,1 1 0,-1-1 0,1 1-1,-1-1 1,1 1 0,-1 0 0,1 1 0,-1-1-1,0 0 1,4 4 0,5 2 117,-1 1 1,0 1-1,0 0 0,17 20 1,42 52 388,39 42-51,-92-107-470,0-1-1,1 0 0,0-2 1,1 0-1,23 11 1,-18-11-97,1-2 0,0-1 0,1-1 0,1-1 0,-1-1 0,36 4 0,-49-10 31,1 0 0,0-1 0,-1 0 1,1-1-1,-1 0 0,1-1 0,-1-1 0,1 0 0,-1-1 0,0-1 1,-1 0-1,1 0 0,-1-1 0,20-13 0,-9 0 276,-1-1-1,-1-1 1,-1-1 0,-1 0 0,-1-1-1,17-29 1,-10 15 259,54-59-1,-79 95-504,1 1 0,0-1 0,-1 0 0,1 0 0,0 1 0,0-1 0,0 1 0,0-1 0,-1 1 0,1-1 0,0 1 0,0 0 0,0-1 0,0 1 0,2 0 0,2 0 0,1 2 0,0-1 0,-1 1 0,1 0 0,-1 0 0,0 0 0,0 1 0,0-1 0,0 1 0,0 1 0,0-1 0,8 8 0,-1-1 0,37 26 0,0-3 0,3-2 0,76 35 0,-98-54 0,1-1 0,0-1 0,1-1 0,0-2 0,0-2 0,1 0 0,61-1 0,-71-5-4,1 0 1,-1-2-1,1 0 1,-1-2-1,0 0 1,-1-2-1,1 0 1,-1-2-1,-1 0 0,1-2 1,-2 0-1,1-1 1,-2-1-1,0-1 1,0-1-1,-1-1 1,16-18-1,-13 10-10,-1-1 0,-1-1-1,20-35 1,40-76 52,-71 122-19,0-1 1,-1 1-1,8-31 1,-9 27-15,-5 15-5,0 0 0,0 0 0,0-1 0,0 1 0,0 0 0,-1 0 0,0-1 0,0 1 0,-1-5 0,1 8 0,0 0 0,0 1 0,-1-1 0,1 0 0,0 0 0,-1 0 0,1 1 0,-1-1 0,1 0 0,-1 1 0,0-1 0,1 0 0,-1 1 0,0-1 0,1 0 0,-1 1 0,0-1 0,1 1 0,-1 0 0,0-1 0,0 1 0,0 0 0,0-1 0,1 1 0,-1 0 0,0 0 0,0 0 0,0-1 0,0 1 0,0 0 0,0 0 0,1 0 0,-1 1 0,0-1 0,0 0 0,0 0 0,0 0 0,0 1 0,1-1 0,-1 0 0,0 1 0,0-1 0,-1 1 0,-12 6 0,0 0 0,0 0 0,0 2 0,1-1 0,0 2 0,1 0 0,0 0 0,1 1 0,0 0 0,-17 24 0,11-12 0,0 1 0,2 1 0,1 0 0,1 1 0,-11 32 0,16-34 0,1-1 0,1 1 0,1 0 0,1 1 0,0 36 0,3-49 0,2 0 0,-1-1 0,2 1 0,-1-1 0,2 1 0,-1-1 0,2 0 0,-1 0 0,2 0 0,-1 0 0,2-1 0,-1 1 0,14 17 0,-4-12-238,0-1 1,1 0-1,1-2 0,1 1 1,0-2-1,0 0 0,1-2 1,40 17-1,5-3-1443,103 25-1,52-7-3766,-70-29-2122,-16-9-3693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4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19 11689,'-30'-18'1980,"7"18"3093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5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55 15585,'-48'-7'3162,"39"5"7976,14 0-9266,17-6-1664,1 1 0,0 1 0,46-5 0,81 1-31,-131 9-176,899 3-1,-504 7 0,477 4 0,-349 2-7384,-480-18-523,-60-1 3415,-3-7 2441,1 10 1079,-1-16-6005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5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17 609 10229,'66'-182'3376,"1"1"1691,-60 157-4461,32-93 3069,-35 107-3132,1-1-1,0 0 0,1 1 1,0 0-1,0 1 0,1-1 1,16-15-1,-21 23-447,0 1 1,0 0-1,0 0 1,0 1-1,0-1 1,0 0-1,0 1 1,0-1-1,0 1 1,1 0-1,-1-1 1,0 1-1,0 0 1,0 0-1,1 1 1,-1-1-1,0 0 0,0 1 1,0-1-1,0 1 1,0 0-1,0 0 1,0 0-1,0 0 1,3 2-1,4 2 168,0 0 1,-1 1-1,14 11 0,-15-10-88,-1 0-1,1 0 1,-1 0 0,-1 0 0,1 1 0,6 13-1,0 6 125,14 41-1,-23-57-267,16 42-9,-3 1 0,-2 0 1,10 86-1,-21-89-22,-3 1 0,-2 0 0,-2 0 0,-2-1 0,-3 0 0,-2 0 0,-19 52 0,-18 33 0,-83 164 0,25-106-17,8-17-270,80-140-11,2 0 1,-21 75 0,33-96-432,1 0 0,0 0 0,1 1 0,1 0 0,1 19 0,1-26-260,0 0 0,1-1 0,0 1-1,0-1 1,1 0 0,0 1 0,1-1-1,0-1 1,0 1 0,8 11-1,44 46-12341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15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165 148 14761,'-88'-36'3181,"68"24"-597,7-6-488,-4 3-440,7 3-296,-3 3-172,9-15-3352,4 6-488,20 15-5761,4 3-2200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7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19930,'1'0'6178,"8"7"-4494,-7-5-1483,0 0 1,0 0 0,0 1-1,-1-1 1,1 1-1,-1 0 1,0-1-1,0 1 1,0 0 0,0 0-1,0-1 1,0 6-1,3 36 1943,-3-31-1933,7 260-211,8 111 0,-13-352 0,42 330 0,-30-285-1447,4-1 0,3-1 0,50 114 0,-45-131-770,2-3 1,3 0-1,2-2 1,77 92-1,-37-68-10695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7.5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79 18726,'-7'-12'1273,"-17"-29"487,14 28 1881,0 1 3649,44 47-7260,3-2 1,41 31 0,90 52-36,-53-37-5,79 67 10,160 146 0,-298-244 0,-1 2 0,-3 3 0,-3 2 0,69 97 0,-70-85 0,-4 2 0,-2 3 0,-4 1 0,-2 1 0,49 154 0,-72-180 0,-2 1 0,-2 0 0,-2 0 0,-2 0 0,-2 1 0,-3 0 0,-2-1 0,-2 1 0,-2-1 0,-2 0 0,-17 57 0,7-56-152,-2 0 0,-2-1 1,-2-1-1,-2-1 0,-2-2 0,-2 0 1,-2-2-1,-44 45 0,-42 32-929,-166 129 1,225-200 879,-271 207-4187,96-107-6885,174-119 879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7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903 23 15341,'-7'-7'761,"6"6"-632,1 0 0,-1 0 0,0 0 0,0 0 0,0 0 0,0 0 0,0 0 0,0 0 0,0 0 0,0 1 0,-1-1 0,1 0 0,0 1 0,0-1 0,-1 1 0,1-1 0,0 1 0,-1-1 0,1 1 1,0 0-1,-1 0 0,1 0 0,0 0 0,-1 0 0,1 0 0,-1 0 0,1 0 0,0 1 0,-1-1 0,-1 1 0,-13 5 624,1 1 0,0 1 1,0 0-1,1 1 0,0 0 0,0 1 0,-18 18 1,-40 53 585,-109 159 0,99-125-1409,-25 32-2148,-166 305 0,272-451 2200,0 1 0,0 0 0,1 0 0,-1-1 0,0 1 1,1 0-1,-1 0 0,1 0 0,0 0 0,0 0 0,0 3 0,0-4 16,0 0 0,0-1 0,0 1-1,0-1 1,1 1 0,-1-1 0,0 1-1,0 0 1,1-1 0,-1 1 0,0-1-1,1 1 1,-1-1 0,1 0-1,-1 1 1,1-1 0,-1 1 0,1-1-1,-1 0 1,1 1 0,-1-1 0,1 0-1,-1 0 1,1 1 0,0-1 0,2 0 13,0 1 0,0-1 1,0 0-1,1-1 0,-1 1 0,0 0 1,0-1-1,0 0 0,0 1 1,0-1-1,0 0 0,0-1 1,3-1-1,69-39 1187,99-73 0,47-29 1636,-193 129-2401,0 0 0,1 2 0,0 2-1,55-15 1,-74 23-390,-1 2-1,1-1 0,0 1 0,0 1 0,0 0 1,0 0-1,0 1 0,-1 0 0,1 1 1,0 0-1,-1 1 0,1 0 0,-1 0 0,0 1 1,0 0-1,0 0 0,0 1 0,-1 1 0,10 7 1,-3 0-967,0 1 1,0 0-1,-2 2 1,0-1 0,0 2-1,-2 0 1,19 34-1,-7-4-2294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8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21870,'34'39'4077,"-30"-34"-3612,1-1 1,-1 0 0,0 1 0,0 0-1,0 0 1,-1 0 0,1 1 0,-1-1 0,-1 1-1,4 8 1,5 30-142,-2-1-1,-2 2 1,3 80-1,-15 139 70,2-205-383,-30 348-2288,-3 165-4509,40-487-983,5-5-5178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8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0 263 15753,'15'-15'679,"0"1"0,1 0-1,0 2 1,1-1-1,1 2 1,0 0-1,0 1 1,1 1-1,23-7 1,33-4 244,2 4 0,122-10 1,-145 20-763,543-38-705,4 28-823,-385 7 1127,-212 9 374,-6 2 174,-8 10-172,-1-1 0,0 0-1,-1 0 1,0-2 0,0 1 0,-1-2 0,-18 10 0,-2 3 35,-34 22 91,-203 140-35,218-144-514,3 2 0,1 2 0,-42 51 0,81-83 211,0-1 0,2 2 0,-1-1 0,1 1 0,1 0 0,0 1 0,-4 12 0,9-23 63,1 0 0,-1 0 0,1 0 0,-1 0 1,1 0-1,0 0 0,0 0 0,0 0 1,0 0-1,0 0 0,0 1 0,1-1 0,-1 0 1,1 0-1,-1 0 0,1-1 0,1 4 1,-1-4 5,0 1 1,0-1-1,0 0 1,1 0 0,-1 0-1,0 0 1,1 0 0,-1 0-1,0 0 1,1 0 0,-1-1-1,1 1 1,0 0 0,-1-1-1,1 1 1,2-1 0,5 1 1,0 0 1,0-1 0,0 0 0,0-1 0,16-3 0,-20 3 5,38-9 387,0-2 0,-1-2 0,-1-2-1,65-35 1,62-22 2620,-159 69-2798,0 2 1,-1-1-1,1 1 1,0 1-1,1 0 1,-1 0-1,0 1 1,0 0-1,0 0 1,0 1-1,17 3 1,-20-2-114,0 0 0,0 1 0,-1-1 0,1 1 0,-1 0 1,1 0-1,-1 1 0,0 0 0,0 0 0,-1 0 1,1 0-1,-1 1 0,0 0 0,0 0 0,0 0 0,-1 0 1,0 0-1,3 8 0,5 15-372,-1 1 1,-1 1-1,-2-1 1,-1 1-1,2 31 0,4 19-4162,7-1-4883,-2-25-5000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8.7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7 166 18158,'-7'-45'2824,"7"18"92,7 3-104,3 6-399,0 6-413,0 0-356,3-3-1644,1 3 0,6 12 0,23 9-144,-6 12-2432,0 0-921,0 15 69,3 18-3389,-3 13-6504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8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0 266 14149,'17'-18'2533,"0"3"-317,0 0-560,-4 2-580,10-2-708,18-9-584,-5-3-916,11-3-812,4-6-1029,12 3-1615,18-6-3573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29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44 338 16093,'-44'-30'3953,"71"27"-209,7 0-376,6-15-515,-7-3-549,7-6-1852,14 3-452,13-3 0,0-4 0,10 7 0,7 0 0,3 0 0,3 3 0,-13 0-2212,-10-3-1441,0 9 89,-3 15-3308,-14 12-6610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3.9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27 177 11897,'1'-24'843,"0"4"745,-1-1 1,-4-26 0,4 42-555,1-1 1,-1 0 0,1 1-1,1-1 1,-1 1 0,1-1-1,0 1 1,0 0 0,3-6 0,-4 8-703,1 1 277,0 6 0,20 46-285,-3 1 0,-1 1 0,-3 0 1,-2 1-1,6 56 0,15 279 1090,-32-368-1409,5 273-5,-12 1 0,-66 444 0,51-591 0,-28 176 0,38-274-56,-4 17-752,3 1-1,3 0 1,1 70 0,6-133 97,2 1 0,-1 0 0,1-1 0,-1 1 0,1-1-1,3 8 1,-4-11 429,0-1-1,1 1 1,-1 0-1,1 0 1,0-1-1,-1 1 1,1 0-1,-1-1 1,1 1-1,0 0 1,0-1-1,-1 1 1,1-1-1,0 1 0,0-1 1,0 1-1,-1-1 1,1 0-1,0 0 1,0 1-1,0-1 1,0 0-1,0 0 1,0 0-1,0 0 1,0 0-1,-1 0 1,1 0-1,0 0 0,0 0 1,0 0-1,0-1 1,0 1-1,0 0 1,1-1-1,32-18-11062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4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969 101 13945,'-89'-81'2712,"87"79"-2502,-1 0 1,1 0-1,-1 0 1,1 1-1,-1-1 1,0 1-1,1-1 1,-1 1-1,0 0 1,0 0-1,0 0 1,0 1-1,0-1 1,0 1-1,0 0 1,0-1-1,0 1 1,-4 1-1,0-1 563,2 0 3560,9 6-3466,7 10-601,0 0-1,2 0 1,0-1-1,23 19 1,71 54 175,-42-36-224,26 22 29,281 248 78,-363-313-330,66 63-169,91 113 0,-148-162 150,-1 0-1,-1 1 0,-1 1 1,-2 0-1,0 1 1,-2 1-1,0 0 1,-2 0-1,-1 1 1,4 29-1,-10-37 47,-2-1 0,0 0-1,-1 1 1,0-1 0,-2 0 0,0 0 0,-2 0 0,0 0 0,-1-1-1,0 1 1,-2-1 0,0-1 0,-1 0 0,-1 0 0,0-1 0,-18 21-1,-4 0 98,-1 0-1,-3-3 0,0 0 0,-2-3 0,-53 34 0,-258 139 309,-18-27 188,-246 139-3164,479-226-756,115-74 121,1 0 1,-20 24-1,17-15-9066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4.4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19466,'54'90'3044,"-38"-38"-140,1-7-391,0-3-393,-4 3-404,11 3-712,-4 7-1004,-3 8 0,3 3 0,-4 1 0,-9 2 0,3-3 0,0 1-476,0-7-2032,-3-9-757,-4 0-795,7-8-2569,0-25-6216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4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78 14361,'-34'-24'3325,"24"6"-2137,4 3-984,36 3-3285,27 3-1595,6 15-3661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4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296 624 14337,'21'-19'1315,"0"0"1,2 2-1,36-23 0,-23 21-370,-1-2 1,-2-2-1,0-1 1,43-41-1,-67 55-691,-1 1 1,0-1-1,0-1 1,-1 0-1,-1 0 1,0 0-1,9-23 1,-12 25-92,-1 0 0,0-1 0,0 1 0,-1-1 0,0 0 0,-1 1 0,0-1 0,0 0 0,-1 1 0,0-1 0,-5-16 0,4 19-75,0-1 1,-1 1-1,0 0 1,0 0-1,-1 0 1,0 0-1,0 1 1,0-1-1,-1 1 1,0 0 0,0 0-1,0 1 1,-1 0-1,0 0 1,0 0-1,0 0 1,-1 1-1,0 0 1,1 1-1,-1-1 1,-1 1-1,1 1 1,0-1 0,-9 0-1,3 0 51,0 2-1,0-1 1,0 2-1,0 0 1,0 1 0,0 0-1,0 0 1,0 2-1,0 0 1,1 0 0,-1 1-1,1 0 1,-20 11-1,10-2-109,1 1-1,0 1 0,0 0 1,2 2-1,0 0 0,1 1 1,0 1-1,-22 33 0,16-17-19,2 2-1,1 0 0,1 1 1,-17 54-1,27-65-8,2 1 0,1 0 0,1 0 0,1 1 0,2-1 0,1 1 0,1 0 0,1 0 0,2 0 0,1 0 0,8 35 0,-7-46 0,2 1 0,0-1 0,1-1 0,0 1 0,1-1 0,2 0 0,-1-1 0,2 0 0,0-1 0,1 0 0,1 0 0,0-2 0,0 1 0,2-2 0,0 0 0,0-1 0,1 0 0,17 8 0,-6-6-402,0-2 1,2-1-1,-1-1 0,1-1 1,0-1-1,1-2 1,-1-1-1,33 0 0,0-4-1139,-1-3-1,117-19 1,-116 9-39,0-3 1,-1-2 0,-1-3 0,-1-3 0,-1-2 0,-1-3 0,-2-2-1,-1-2 1,50-41 0,-16 2-4173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5.4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488 75 9869,'-13'-24'1234,"8"18"69,0 1 0,0-1 0,0 1 0,0 1 0,-1-1 0,-8-5 1,12 9-236,-1-1-172,1 1-800,1 0 0,-1 1 0,1-1 0,-1 0 1,0 1-1,0-1 0,1 1 0,-1-1 0,0 1 1,0 0-1,0 0 0,1 0 0,-1 0 0,0 0 1,0 0-1,0 0 0,1 1 0,-1-1 0,-3 2 0,0 0 99,1 1 0,-1 0-1,1 0 1,-1 0-1,-5 6 1,1 0-139,-16 14 336,1 1 0,1 1 0,1 2-1,1 0 1,2 1 0,-20 38 0,4 2 219,-42 120 0,64-151-485,1 0 0,2 0 0,2 1 0,1 1 0,-3 70-1,10-93-169,1-1 0,0 1 0,1 0 0,0-1 0,1 0-1,1 0 1,1 0 0,0 0 0,1 0 0,0-1 0,1 0-1,1 0 1,0-1 0,1 0 0,0-1 0,1 1 0,15 13-1,-10-13-230,-1-1 0,2-1-1,0 0 1,0-2 0,1 1-1,0-2 1,36 13 0,-27-14-20,0 0 1,0-2-1,1-1 1,0-1-1,32 0 1,-20-4 32,1-2 0,-1-2 0,0-1-1,-1-2 1,1-2 0,-2-1 0,68-30 0,-74 25 185,-1-1 0,-1-2-1,-1-1 1,0-1 0,-2-1 0,0-1 0,-1-1 0,-2-2 0,23-31 0,4-15 141,-3-2 1,52-113 0,-4 3 1380,-91 158 544,-26 55-1404,1 1 0,2 0 0,1 2 0,-21 48 1,-42 147 999,74-204-1483,0 1 0,2 0 0,1 0 0,0 1 0,2-1 0,2 43 0,0-57-88,1-1 0,1 1 1,0-1-1,0 0 0,1 1 1,0-1-1,0 0 0,1-1 1,0 1-1,1-1 1,0 1-1,0-1 0,1-1 1,0 1-1,0-1 0,1 0 1,0-1-1,0 1 1,1-1-1,8 5 0,-3-4-89,0-1 0,1 0 0,-1-1 0,1-1 0,0 0 0,1 0-1,-1-2 1,0 0 0,1 0 0,-1-2 0,1 0 0,-1 0 0,1-1 0,-1-1-1,1-1 1,23-6 0,-15 2-29,0-1 0,0-1-1,-1 0 1,0-2 0,-1-1 0,0 0-1,-1-2 1,-1 0 0,23-21 0,-29 21 52,0-1 0,-1 0 1,-1-1-1,-1 0 1,0-1-1,-1 0 0,-1-1 1,0 1-1,-2-1 0,7-27 1,-8 26 89,-1-1-1,-1 0 1,-1-1 0,0 1-1,-2 0 1,0-1 0,-1 1 0,-2 0-1,-6-32 1,6 44 59,1 1 0,-1 0 0,-1-1 0,1 1 0,-1 1 0,-8-12 0,11 17-55,0 0 1,0 0-1,0 0 0,0 0 0,0-1 0,-1 2 0,1-1 0,0 0 0,-1 0 0,1 0 0,0 1 1,-1-1-1,1 0 0,-1 1 0,1-1 0,-1 1 0,1 0 0,-1 0 0,1-1 0,-1 1 0,0 0 1,1 0-1,-1 0 0,1 1 0,-1-1 0,1 0 0,-1 1 0,1-1 0,-1 1 0,1-1 1,-1 1-1,-1 1 0,-1 0 53,-1 0 0,2 1 0,-1 0 0,0 0 0,0 0 0,1 0 0,0 1 0,-1-1 0,-3 7 1,-3 7-46,1 0 1,1 1 0,1-1 0,0 1 0,2 1 0,0-1-1,1 1 1,0 0 0,-1 37 0,5-33-30,0 0 1,1 1-1,2-1 0,0 0 1,1 0-1,2 0 1,15 41-1,-15-51-395,1 0 0,0 0 0,1-1-1,0 0 1,1-1 0,0 0 0,1 0 0,0-1 0,1 0 0,0-1 0,1 0-1,-1-1 1,2 0 0,-1-1 0,1 0 0,27 9 0,10 0-2438,1-2 0,0-2 1,69 6-1,-107-16 2337,97 13-11226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7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136 1040 13065,'0'0'1937,"-2"2"-95,-4 2-1324,0 0 0,1 0 0,0 1 0,0 0 0,0 0 0,1 1-1,0-1 1,0 1 0,0 0 0,0 0 0,1 0 0,0 1 0,-3 8 0,-5 18 813,-10 46 0,20-74-1132,-12 61 221,3 0-1,3 1 1,2 0-1,4 0 1,2 0-1,4 0 1,2-1-1,4 1 1,2-2-1,42 124 1,-48-169-482,1 0 1,1-1 0,0 0-1,2-1 1,0 0-1,1 0 1,21 22-1,-29-35 28,1 0-1,1 0 0,-1-1 1,1 0-1,-1 0 0,1-1 1,0 1-1,1-1 0,-1 0 1,1-1-1,8 3 0,-9-4 15,-1-1-1,1 1 0,0-1 0,-1 0 1,1-1-1,-1 1 0,1-1 1,-1 0-1,1 0 0,-1-1 1,0 0-1,0 0 0,0 0 1,0 0-1,0-1 0,5-3 0,0-2 1,1-1 0,-2 0-1,1-1 1,-1 0 0,-1 0-1,0-1 1,0 0 0,-1-1-1,-1 1 1,0-1-1,0-1 1,6-22 0,2-8-14,-3-1 0,7-48 0,-12 50 15,-2 0 1,-2-1-1,-2 1 1,-2 0 0,-2-1-1,-11-52 1,-7 2-11,-52-138 0,14 85 86,-11-30-55,69 168-46,-1 1-1,1-1 0,0 0 1,1 0-1,-1-11 0,2 16 2,0 0-1,0 0 0,1 1 1,-1-1-1,1 0 0,0 1 0,0-1 1,0 0-1,0 1 0,0-1 1,0 1-1,1-1 0,-1 1 0,1 0 1,0 0-1,0 0 0,0 0 1,0 0-1,3-2 0,5-4-163,0 2-1,1-1 0,0 1 1,0 1-1,0 0 0,1 1 0,15-4 1,93-16-917,-68 15 733,364-90-1399,-352 79 1671,-2-4 0,0-2 0,-2-3 1,81-52-1,-89 44 361,-2-1-1,44-46 1,82-97 2415,-113 114-1241,-54 59-1169,2-5 54,0 2 1,1 0-1,17-12 1,-27 21-238,1 0 1,-1 1-1,0-1 0,1 1 1,-1-1-1,1 1 1,-1 0-1,1 0 0,0 0 1,-1 1-1,1-1 1,0 1-1,0-1 0,-1 1 1,1 0-1,0 0 1,0 0-1,0 0 0,-1 1 1,1-1-1,0 1 1,0 0-1,-1-1 0,1 1 1,4 3-1,2 4 114,-1 0-1,1 1 1,-2 0 0,1 0-1,-1 1 1,0 0 0,-1 0-1,9 22 1,-14-29-166,32 64 60,34 110 1,10 80-101,-69-228 27,49 199 1,31 254 0,-21 241 0,-67 15 0,-58-5 0,55-710 0,-12 159 0,14-144 0,1 0 0,10 64 0,-9-96-123,0 1 0,0-1 0,1 0 0,0 0 0,0 0 0,0 0 0,1 0 0,0 0 0,0 0 0,0-1 0,1 0 0,0 1 0,0-2 0,0 1 0,1 0 0,-1-1 0,1 0 0,8 6-1,-11-9 34,0 0 0,0 0 0,0 0 1,-1 0-1,1-1 0,0 1 0,0-1 0,0 1 0,0-1 0,0 0 0,0 0 0,0 0 0,1 0 0,-1 0 0,0 0 0,0 0 0,0-1 0,0 1 0,0-1 0,0 1 0,-1-1 0,1 0 0,3-1 0,6-3-247,2 0 127,-1-1 0,1 0-1,-2-1 1,1-1 0,-1 0-1,0 0 1,0-1 0,-1 0 0,0-1-1,-1 0 1,8-12 0,7-11-379,-1-2 0,29-58 1,-39 65 504,-1 1 1,-1-2 0,-2 1 0,-1-1-1,-1-1 1,-1 1 0,-2-1 0,-1 0 0,-1 0-1,-2-1 1,-1 1 0,-1 0 0,-1 0 0,-2 0-1,-2 1 1,0 0 0,-2 0 0,-1 0-1,-1 1 1,-20-36 0,-2 8 364,-2 2 0,-2 1 0,-2 1 1,-68-67-1,7 24 1701,-115-84 0,194 163-1655,6 5-6,1 0-1,0 0 1,1-1 0,-23-28-1,33 37-272,1 0-1,0-1 1,0 1-1,0-1 1,0 1-1,1-1 1,0 1-1,-1-1 1,1 0-1,0 1 1,1-1-1,-1 0 1,1 0-1,0 0 1,0 0-1,0 0 1,0 0-1,1 1 1,-1-1-1,1 0 1,0 0-1,0 1 1,0-1-1,1 0 1,-1 1-1,1-1 1,0 1-1,0 0 1,3-4-1,3-3-60,0 1-1,1-1 1,0 1-1,1 1 0,0 0 1,0 0-1,0 1 1,15-7-1,15-6-468,44-15 1,-82 34 456,519-170-5513,-193 69 6,-148 45-433,-5 5-3527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8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 14601,'0'0'8055,"-2"3"-5585,0 3-1982,-1 0 1,1 1 0,0 0 0,0 0-1,1-1 1,0 1 0,0 0 0,1 0 0,0 0-1,0 0 1,1 0 0,-1 0 0,3 9-1,1 33 214,32 666-605,-17-576-3175,34 64-9061,-36-153-2427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8.3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 17526,'23'3'2788,"-13"-15"-440,4 3 2929,9 21-4981,14 12-844,0 0-601,3 0-1119,3 9-1016,8 7-2933,-1-4-5568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8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62 13737,'-2'2'199,"0"0"0,1 0 0,-1 0-1,0 0 1,1 0 0,0 1 0,-1-1 0,1 1-1,0-1 1,1 1 0,-1-1 0,0 1 0,0 4-1,1-1 346,1-1 0,-1 1 0,1 0 0,0 0 0,3 7 0,-3-7-258,30 157 3140,1 6-2332,-25-117-504,-8-22 2681,46-150-1903,25-56-625,-59 154-671,0 1-1,2 1 1,1 0-1,0 1 0,1 0 1,18-17-1,-21 25 20,1 0 0,-1 0 0,2 1 0,-1 1 0,2 0 0,-1 1-1,1 0 1,0 1 0,26-7 0,-29 11-38,-1 1 0,1 0 0,0 1 0,0 0 0,0 1 0,0 0 1,0 1-1,0 0 0,0 1 0,-1 1 0,1 0 0,-1 0 0,1 1 0,10 6 0,-8-4-53,0 2 0,-1 0 0,0 0 0,0 1 0,-1 1 0,0 0 0,-1 0 0,14 18 0,-10-9 0,-1 1 0,-1 0 0,-1 0 0,17 42 0,-7-3 0,-4 1 0,-2 1 0,10 80 0,-18-93-180,16 97-4283,21 75-7517,-28-148-1180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9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291 1007 14213,'0'0'7781,"2"1"-7053,4 1-593,0 0 0,0 1 0,0-2 1,0 1-1,0-1 0,0 0 0,1 0 0,-1-1 0,0 0 0,1 0 0,-1 0 1,0-1-1,1 0 0,-1 0 0,0 0 0,0-1 0,0 0 0,0 0 1,0-1-1,-1 0 0,1 0 0,-1 0 0,1 0 0,-1-1 0,0 0 0,0 0 1,-1-1-1,1 1 0,-1-1 0,0 0 0,0 0 0,-1 0 0,1-1 0,-1 1 1,-1-1-1,5-9 0,10-48 455,-2 0 1,-4 0-1,7-100 0,-13 106-361,21-362 1989,-25 392-2028,0 3-147,0-16-29,0 37-17,0 5 0,1 19-1,24 965 4,-25-753 0,-57 1207 0,52-1398 0,-36 464 0,35-361 0,21 213 0,-12-326 0,1-1 0,17 58 0,-17-76 0,-1 1 0,2-1 0,0-1 0,1 1 0,0-1 0,1 0 0,0 0 0,15 15 0,-20-24-45,0 0-1,0 0 1,0-1 0,0 1 0,0-1-1,0 0 1,1 0 0,-1 0 0,1-1-1,0 1 1,-1-1 0,1 0-1,0 0 1,0 0 0,0 0 0,0-1-1,0 0 1,0 0 0,0 0 0,0 0-1,-1 0 1,1-1 0,0 0-1,0 1 1,0-2 0,0 1 0,-1 0-1,1-1 1,0 1 0,-1-1 0,0 0-1,6-5 1,0 1-144,-1-1 1,1-1-1,-2 1 0,1-1 1,-1-1-1,0 0 1,-1 1-1,0-2 0,0 1 1,6-17-1,-4 4-96,-2 1 0,-1-1 0,0-1 0,-2 1 0,0 0 0,-2-1 0,0 1 0,-2-1 0,0 1 0,-2-1 0,0 1 0,-1 0 0,-15-43 0,4 24 79,-1 1 0,-2 0 0,-2 1 0,-2 1 0,-1 1 0,-37-45 0,-201-195-395,79 93 564,136 131 113,-67-95 0,104 133-58,0 0 1,1 0-1,0-1 0,1 1 1,1-2-1,1 1 0,0-1 0,1 1 1,-3-28-1,6 32-16,1-1 0,1 0 0,0 0-1,0 1 1,1-1 0,1 1 0,0-1 0,0 1 0,2 0-1,-1 0 1,1 1 0,1-1 0,11-15 0,1 1-25,2 2 1,1 0 0,1 2-1,0 0 1,2 1-1,33-21 1,166-94-134,-153 98 101,96-35 0,-136 61 94,0 3 0,1 0-1,0 2 1,1 1 0,-1 2 0,37-1-1,-60 5 40,0-1-1,-1 2 0,1-1 0,0 1 0,0 0 1,0 1-1,0 0 0,-1 0 0,1 1 1,-1 0-1,1 0 0,-1 1 0,0-1 0,-1 2 1,1-1-1,-1 1 0,1 0 0,-1 0 0,-1 1 1,1-1-1,-1 2 0,0-1 0,0 0 0,6 13 1,-3 0 116,-1 0 1,0 1-1,-2 0 1,0 0-1,-1 0 1,-1 0 0,0 27-1,0-12 25,9 41-1,-4-44-108,0 0-1,3-1 0,23 50 1,-26-66-133,0-1 0,1 0 0,0-1 0,1 0 0,1 0 0,0-1 0,1 0 0,0-1 0,17 12 0,-13-13-58,0 0 0,0-1 0,1-1 0,0 0 0,1-2 0,0 0 0,0 0 0,0-2 0,0 0 0,1-2 0,20 2 0,-25-4 56,-1 0-1,1-1 1,-1-1-1,0 0 0,1 0 1,-1-2-1,0 1 1,0-2-1,-1 0 0,1 0 1,-1-1-1,0-1 1,-1 0-1,0 0 1,0-1-1,11-11 0,-12 10 73,-1-1 0,0 0 0,-1 0 0,0-1 1,-1 0-1,0-1 0,-1 1 0,0-1 0,0-1 0,5-21 0,-7 16 46,0 0 0,-1 0 0,-2-1 0,0 1 0,0 0 0,-5-37 0,-5 9 90,-1 1 0,-2 1 0,-2 0 0,-2 1 0,-30-56 0,29 64-156,-2 1 0,-1 1 0,-2 1 0,-1 0 1,-1 2-1,-2 1 0,-1 1 0,-56-45 0,70 63-346,-1 2-1,0 0 0,0 0 1,-1 1-1,-28-9 1,37 14-122,0 0 1,-1 1 0,1 0 0,-1 0-1,1 0 1,-1 1 0,0-1 0,1 2-1,-1-1 1,0 1 0,1 0-1,-1 0 1,1 1 0,-1 0 0,1 0-1,-8 4 1,12-5-78,0 0-1,0 1 1,0-1 0,1 0-1,-1 1 1,1-1-1,-1 1 1,1 0 0,-1-1-1,1 1 1,-2 4 0,-6 25-9449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39.8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1 106 15265,'50'-33'2838,"-46"31"-2569,0 0 0,0 0 0,0 1 1,0-1-1,0 1 0,0 0 0,1 0 0,-1 1 0,0-1 1,1 1-1,-1 0 0,0 0 0,1 1 0,-1-1 0,0 1 1,0 0-1,1 0 0,-1 0 0,0 1 0,0-1 0,0 1 1,4 2-1,0 0 139,18 8 91,-1 1 1,0 1 0,-1 2-1,-1 0 1,0 1-1,-1 2 1,-1 0 0,-1 1-1,24 30 1,-20-18-288,0 1-1,-2 0 1,-2 2-1,-1 1 1,-2 0-1,14 41 1,-19-41-131,-2 1 0,-2-1 0,-1 2 0,-1-1 0,-3 1 0,-1 0 0,-1-1 0,-6 41 1,3-56-46,-2 0 1,0 1 0,-2-1 0,0-1 0,-2 1 0,0-1 0,-1-1 0,-1 1 0,-1-1 0,-1-1 0,-1 0 0,0-1 0,-2-1 0,-27 28 0,34-38 9,6-4-32,-1 0 1,0 0-1,0-1 0,0 1 1,0-1-1,0 1 0,0-1 1,-1 0-1,1-1 0,-1 1 1,0 0-1,1-1 0,-1 0 1,0 0-1,0 0 0,0 0 1,-4 0-1,6-2-14,1 1 0,0 0 0,-1-1 0,1 1 0,0-1 0,0 1 0,0-1 0,-1 0 0,1 1 0,0-1 0,0 0 0,0 0 0,0 0 0,0 0 0,0 0 0,1 0 0,-1 0 0,0 0 0,0 0 0,1-1 0,-1 1 0,1 0 0,-1 0 0,1-1 0,-1 1 0,1 0 0,0 0 0,0-1 0,0 1 0,-1 0 0,1-1 0,1 1 0,-1 0 0,0-3 0,1-6 0,-1 0 0,2 1 0,3-17 0,2 4 0,1 0 0,0 1 0,15-25 0,-6 11 0,-5 11-3,181-358-826,-145 299 129,3 3 0,91-110 0,2 34-4991,-41 63-3126,-26 36-3526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0.4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15 11197,'18'15'2013,"-20"-23"597,-7-14 11131,7 24-12980,0-2-696,1 1 0,0 0 0,0 0 0,0 0 0,0 0-1,0 0 1,0 0 0,0 1 0,0-1 0,0 0 0,0 0 0,1 1 0,-1-1 0,1 1 0,-1-1-1,1 0 1,-1 1 0,1-1 0,0 1 0,-1-1 0,1 4 0,8 34 566,1-3-352,27 154-192,-17-99-77,12 129 0,-29-178-10,17 138 0,-14-162 0,-5-18 0,0-1 0,0 1 0,0 0 0,0 0 0,0 0 0,0 0 0,0 0 0,0 0 0,1 0 0,-1 0 0,0 0 0,0 0 0,0 0 0,0 0 0,0 0 0,0-1 0,0 1 0,0 0 0,0 0 0,0 0 0,0 0 0,0 0 0,0 0 0,0 0 0,0 0 0,0 0 0,0 0 0,0 0 0,1 0 0,-1 0 0,0 0 0,0 0 0,0 0 0,0 0 0,0 0 0,0 0 0,0 0 0,0 0 0,0 0 0,0 0 0,0 0 0,0 0 0,1 0 0,-1 0 0,0 0 0,0 0 0,0 0 0,0 0 0,0 0 0,0 0 0,0 0 0,0 0 0,0 0 0,0 0 0,0 0 0,0 0 0,0 1 0,0-1 0,0 0 0,0 0 0,0 0 0,1 0 0,-1 0 0,0 0 0,0 0 0,0 0 0,0 0 0,4-11 0,3-26 0,-4 21 0,11-42 0,34-94 0,-24 84 0,-11 32 0,16-35 0,-23 59 0,1-1 0,0 1 0,1 1 0,1 0 0,0 0 0,15-15 0,-14 17 0,0 1 0,0 0 0,1 0 0,0 1 0,0 1 0,17-8 0,-21 11 0,0 1 0,0 0 0,0 0 0,1 1 0,-1-1 0,0 2 0,1-1 0,-1 1 0,0 0 0,1 0 0,-1 1 0,0 0 0,0 1 0,10 2 0,-7 0-70,0 0 1,0 1-1,-1 0 1,1 0-1,-1 1 0,-1 0 1,1 0-1,-1 1 1,0 1-1,0-1 0,-1 1 1,0 0-1,-1 1 1,0 0-1,0 0 0,5 12 1,-2-1-98,0 0 1,-2 1-1,-1 0 1,-1 0-1,0 0 1,-2 0-1,2 24 0,-5-30 75,-1 1-1,0-1 0,-1 0 0,0 0 0,-1 0 1,-1 0-1,0-1 0,-11 23 0,13-33 78,0 0-1,0 0 1,-1 0-1,0-1 1,0 1-1,0-1 1,0 1-1,0-1 1,-1 0-1,-3 3 1,-2 1-14,8-7 28,0 0 1,0 1 0,0-1 0,0 0-1,0 1 1,0-1 0,-1 0-1,1 0 1,0 0 0,0 0 0,0 0-1,0 0 1,0 0 0,0-1-1,0 1 1,0 0 0,0 0 0,0-1-1,0 1 1,0-1 0,0 1-1,-1-2 1,-1 1 12,1 0 0,0 0-1,0 0 1,0 0-1,0 0 1,0 0-1,1-1 1,-1 1-1,0-1 1,1 1-1,-1-1 1,1 0-1,-1 0 1,1 0-1,0 0 1,0 1-1,0-2 1,0 1-1,0 0 1,0 0-1,0 0 1,1 0-1,-1 0 1,1-1-1,0 1 1,-1 0-1,1 0 1,1-5-1,-1-2 30,0 1-1,1-1 1,1 0 0,-1 1-1,1 0 1,6-17-1,9-12 30,2 2-1,1-1 1,1 2-1,2 1 1,2 1 0,0 1-1,2 1 1,2 1-1,0 2 1,51-36-1,-64 52 23,0 1 0,1 0-1,0 1 1,0 1 0,1 1-1,0 1 1,0 0 0,1 1-1,0 1 1,0 1 0,22-2-1,-28 5-31,0 0 0,-1 1-1,1 0 1,-1 1 0,1 0-1,-1 1 1,0 0-1,0 1 1,0 1 0,0 0-1,-1 0 1,1 1 0,-1 1-1,-1 0 1,0 0 0,0 1-1,18 17 1,-11-5-46,0 1 0,-1 1 0,-1 0 0,-1 1-1,-1 1 1,-1 0 0,-1 1 0,-2 0 0,0 0 0,-1 1 0,6 45 0,-6-18-994,1 84 1,-13 61-4268,-2-66-17497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0.7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426 0 17694,'-91'43'2707,"80"-37"-2146,1 1 0,1 1 0,-1 0 1,1 0-1,1 0 0,0 1 0,0 1 0,1-1 1,0 1-1,0 1 0,1-1 0,-8 21 1,4-13-68,-23 55 1259,-41 130-1,34-88-1638,24-72-523,2 1 0,2 0-1,-8 60 1,19-98 363,1-1 0,0 0 1,0 0-1,0 0 0,0 0 1,1 1-1,0-1 0,2 8 0,-2-11 31,0 0 0,0 0-1,0 0 1,0-1-1,0 1 1,0 0 0,0-1-1,1 1 1,-1-1 0,1 0-1,-1 1 1,1-1-1,-1 0 1,1 0 0,0 0-1,-1 0 1,1 0-1,0 0 1,0 0 0,0-1-1,0 1 1,0-1 0,0 1-1,0-1 1,0 0-1,2 0 1,5 0-6,-1 0 0,1-1 1,-1-1-1,0 1 0,0-1 0,1-1 0,-1 0 0,-1 0 1,1 0-1,0-1 0,-1 0 0,0 0 0,9-8 0,12-10 116,48-49-1,-45 40 31,-28 28-116,198-178 2298,-198 179-2274,0-1 0,0 1 0,0 0 0,0 0 0,0 0 0,1 0 0,-1 1 0,1-1 0,-1 1 0,1 0 0,-1 0 0,1 0 0,0 0 0,-1 1 0,1 0 0,0-1 0,-1 1 0,1 1 0,4 0 0,-5 0-14,0 0 0,0 1 1,0-1-1,0 1 0,0 0 0,-1 0 0,1 0 1,-1 0-1,1 1 0,-1-1 0,0 1 1,0-1-1,0 1 0,0 0 0,0 0 1,-1 0-1,1 0 0,-1 0 0,0 0 1,0 0-1,1 5 0,4 20-657,7 57 0,-2-3-1278,16 61-12128,-7-81 1497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0.9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20202,'0'4'405,"-1"0"0,1 0 0,0 0 0,1-1 0,-1 1 1,1 0-1,-1 0 0,1-1 0,0 1 0,0 0 0,1-1 0,-1 1 0,1-1 0,0 1 1,0-1-1,3 4 0,11 26 1314,-12-13-1161,0 1 0,-1 0 1,-1 0-1,-1 0 0,-2 25 0,2 28 52,19 823-610,-21-762-917,-11 151-4139,10-259 2167,1 0-1,1 0 0,6 37 0,3 1-9361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1.1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1 150 17642,'11'-3'699,"0"0"-1,0-1 1,0 0 0,0-1 0,-1 0 0,0 0 0,16-12 0,-13 9 33,0 0 1,0 1-1,1 1 1,0 0-1,0 1 1,23-5-1,94-12 1613,-88 16-1750,231-19 365,-228 25-833,0 2-1,1 1 1,87 19 0,-110-15-127,0 0 0,-1 1 0,0 1 0,-1 2 0,0 0 0,-1 1 0,0 1 0,38 32 0,-45-32 0,0 1 0,-1 0 0,0 1 0,-1 0 0,-1 1 0,0 1 0,-1 0 0,-1 0 0,-1 1 0,0 0 0,8 33 0,-7-8-338,-2 0 1,1 80-1,6 34-1555,-13-149 1609,9 38-3899,-8-41 2760,0 0 0,1 0 0,-1 0 0,1 0 0,0 0 0,8 8 0,23 24-11026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1.3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9013,'57'0'252,"-36"0"-576,-1 3-2292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1.5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34 321 13229,'-7'15'561,"3"-7"-96,0 0-1,0 0 1,1 1-1,0 0 1,1 0-1,0-1 1,0 1-1,1 0 1,0 1-1,0 11 1,2 1 963,1 0 0,2 0 1,0 0-1,10 32 0,-8-39-1017,0 1 1,0-2-1,1 1 0,1-1 0,1 0 0,0 0 0,1-1 0,0-1 0,1 1 0,24 20 0,-33-31-360,1 0 0,-1 0-1,1 0 1,-1 0-1,1 0 1,0 0 0,0-1-1,0 0 1,0 1 0,0-1-1,0 0 1,0 0-1,1-1 1,-1 1 0,0-1-1,0 0 1,1 1-1,-1-1 1,0-1 0,1 1-1,-1 0 1,0-1-1,5-1 1,-4 0-30,0 0 1,0-1-1,-1 1 1,1-1-1,-1 0 1,1 0-1,-1 0 1,0 0-1,0-1 1,-1 1-1,1-1 1,-1 0-1,1 1 1,-1-1-1,2-7 1,-1 4-9,-1 0 1,0 0 0,0 0 0,-1-1-1,0 1 1,0-1 0,-1 1 0,0-15-1,-14-62 25,7 52-20,-1-12-137,-1 1-1,-3 1 1,-2 0-1,-1 0 1,-34-63-1,-22-36-3471,66 133 2539,-1 1 1,0 0-1,0 0 1,-1 0-1,1 1 1,-2 0 0,1 0-1,-11-6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1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 11825,'1'3'2512,"0"5"-1702,0-4-88,0 0 1,0 0-1,-1 0 0,1 1 1,-1-1-1,0 0 0,0 1 0,-1-1 1,-1 7-1,-10 34 1445,-6 48 0,-5 120-383,17-139-1309,-1 113 285,7-183-738,0 0 0,0-1 0,1 1 0,-1 0 0,1-1 0,0 1 0,0 0 1,0-1-1,0 1 0,1-1 0,0 0 0,3 6 0,-5-8-21,0-1 1,0 0-1,0 0 0,0 0 1,0 0-1,0 0 0,0 0 1,0 0-1,1 0 0,-1 0 1,0 0-1,0 0 0,0 1 1,0-1-1,0 0 0,0 0 1,0 0-1,0 0 0,0 0 1,0 0-1,1 0 0,-1 0 1,0 0-1,0 0 0,0 0 1,0 0-1,0 0 0,0 0 1,0 0-1,0 0 0,1 0 1,-1 0-1,0 0 0,0 0 1,0 0-1,0 0 0,0 0 1,0 0-1,0 0 0,0 0 1,0 0-1,1-1 0,-1 1 1,0 0-1,0 0 0,0 0 1,0 0-1,0 0 0,0 0 1,0 0-1,0 0 0,0 0 1,0 0-1,0 0 0,0-1 1,0 1-1,0 0 0,0 0 1,0 0-1,0 0 0,0 0 1,0 0-1,0 0 0,0-1 1,36-35 326,41-53 1,-64 74-270,29-35 161,80-72-1,-93 96-85,2 2-1,1 1 1,0 2-1,41-20 1,-63 36-89,1 0 0,0 1 1,0 0-1,0 1 1,0 0-1,0 1 0,1 0 1,0 1-1,-1 1 0,15 0 1,-17 1-21,0 0 0,0 1-1,0 0 1,0 1 0,0-1 0,0 2 0,-1-1 0,0 1 0,0 1 0,0 0-1,0 0 1,-1 0 0,12 11 0,-7-4-25,-1 2 0,0-1 0,-1 1 0,-1 0 0,0 1 0,-1 0 0,0 1 0,-1 0 0,5 21 0,3 13 0,14 93 0,-21-87-1682,-3 0 0,-2 1 0,-2 0-1,-3-1 1,-9 58 0,0-45-5797,9-4-4732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3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7 477 12909,'-4'-38'2076,"1"-26"14327,5 65-15235,2 1-1152,0 0-1,0 1 1,0 0-1,0 0 0,-1 0 1,0 0-1,0 1 0,0-1 1,0 1-1,0 0 1,0-1-1,-1 1 0,0 1 1,0-1-1,0 0 1,2 8-1,2 10-30,-1 0 0,4 28-1,-7-31 11,27 332 5,-4-15 0,-16-272 0,-7-31 0,3 1 0,1-1 0,1 0 0,1 0 0,21 48 0,-28-79 0,0 0 0,0 0 0,0 0 0,0 0 0,1 0 0,-1 0 0,0 0 0,1 0 0,0 0 0,-1-1 0,1 1 0,0-1 0,0 1 0,0-1 0,0 0 0,0 0 0,0 0 0,1 0 0,-1 0 0,0 0 0,1-1 0,2 2 0,1-2 0,0-1 0,0 1 0,0-1 0,-1 0 0,1 0 0,0 0 0,-1-1 0,11-4 0,0-2 0,1 0 0,-1-1 0,-1-1 0,0 0 0,0-1 0,20-20 0,74-86 0,-86 91 0,9-11 0,129-133 0,-144 154 0,2 1 0,0 0 0,0 2 0,2 0 0,0 1 0,0 1 0,37-13 0,-46 21 0,1 0 0,0 0 0,0 1 0,0 1 0,-1 0 0,1 1 0,0 0 0,0 1 0,0 1 0,0 0 0,0 1 0,19 6 0,7 6 0,-1 2 0,57 33 0,24 12 0,-103-57 0,1 0 0,-1-1 0,1-1 0,0-1 0,0 0 0,0-1 0,1-1 0,-1 0 0,0-1 0,0-2 0,0 1 0,0-2 0,-1 0 0,1-1 0,-1-1 0,0 0 0,23-13 0,-26 11 0,-1 0 0,0-1 0,-1 0 0,0-1 0,0 0 0,-1-1 0,0 0 0,-1 0 0,0-1 0,-1-1 0,0 1 0,10-26 0,-11 20 0,-1 1 0,-1-1 0,-1 0 0,-1 0 0,0-1 0,-1 1 0,-1-1 0,-1 1 0,-4-37 0,-6-10 70,-3 1-1,-3 0 1,-32-82-1,-97-179-1460,113 262-4332,15 39-3057,2 17-5387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3.6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52 17250,'-14'-17'1184,"1"0"383,3-1 4641,28 35-2690,-12-10-3349,-1 0-1,0 1 1,0-1 0,-1 1-1,0 1 1,0-1-1,-1 0 1,4 14-1,12 78 1160,-11-55-1133,84 773-195,-87-753 0,-2-27 0,13 65 0,-15-101 0,-1 1 0,1-1 0,0 1 0,0-1 0,0 1 0,0-1 0,0 0 0,0 1 0,1-1 0,-1 0 0,1 0 0,-1 0 0,1 0 0,0 0 0,0 0 0,0-1 0,0 1 0,0 0 0,0-1 0,1 0 0,-1 1 0,0-1 0,1 0 0,-1 0 0,1-1 0,-1 1 0,1 0 0,-1-1 0,1 0 0,0 1 0,-1-1 0,1 0 0,0 0 0,-1-1 0,1 1 0,-1 0 0,1-1 0,2 0 0,12-4 0,0-1 0,-1 0 0,0 0 0,25-16 0,-22 12 0,22-11 0,1 2 0,1 2 0,82-20 0,-96 31 0,1 1 0,-1 1 0,1 2-1,0 2 1,-1 0 0,1 2-1,31 6 1,-50-7 0,55 11 1,83 25 0,-144-36-1,36 13 0,67 13 0,-94-25 0,0-1 0,0-1 0,-1 0 0,1-1 0,0 0 0,0-1 0,-1-1 0,1 0 0,-1 0 0,0-2 0,0 0 0,22-11 0,6-8 0,0-2 0,49-40 0,-39 27 0,-48 37 0,0 0 0,0 0 0,0 0 0,0 1 0,1-1 0,-1 1 0,0 0 0,1 0 0,-1 0 0,1 0 0,0 1 0,-1-1 0,1 1 0,-1 0 0,1 0 0,0 0 0,-1 1 0,1-1 0,-1 1 0,1 0 0,-1 0 0,1 0 0,-1 1 0,1-1 0,-1 1 0,0-1 0,0 1 0,0 0 0,0 0 0,0 1 0,0-1 0,-1 1 0,4 3 0,3 4 0,1 1 0,-2 0 0,1 0 0,-2 1 0,1 1 0,-2-1 0,8 18 0,13 51-898,14 31-2393,-35-100 2699,0 1-1,1-1 1,1-1 0,0 1-1,0-1 1,18 17 0,5 0-7366,-1 0-5532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3.7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30 16762,'-31'-18'8336,"42"6"-7328,12 12-556,4 24-964,6 3-556,1 7-1084,-1 2-1168,1 12-2481,16 6-4920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4.2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174 300 15809,'-45'0'3326,"30"2"725,4 5-3000,7-2-184,-2 0-530,1 1-1,0 0 0,0 0 0,0 1 0,0-1 1,1 1-1,0 0 0,1 0 0,0 0 1,0 1-1,-3 10 0,-3 17 1406,-7 42 1,13-57-1600,-4 25-143,2 0 0,2 0 0,2 0 0,2 0 0,2 1 0,17 86 0,-14-103 0,2 0 0,1-1 0,1 0 0,1-1 0,2 0 0,1-1 0,1-1 0,0 0 0,2 0 0,1-2 0,36 36 0,-44-50-97,0 0-1,1-1 1,0 0-1,0-1 1,0 0-1,1-1 1,1 0-1,-1-1 1,1 0-1,0-1 1,0-1-1,0 0 1,0 0-1,25 0 1,-22-3-27,-1-1 0,1 0 0,-1-1 1,1-1-1,-1-1 0,0 0 0,0-1 0,-1-1 1,1 0-1,-1-1 0,0 0 0,20-15 0,-12 5 84,-1-1-1,-2-1 0,1 0 0,-2-1 0,-1-1 0,-1-1 0,0-1 0,-2 0 1,17-36-1,8-29 378,37-122 1,-61 163-251,75-254 395,-4 11-18,-46 196-345,-34 81-99,-5 11-18,0 1 0,-1-1-1,1 1 1,0-1 0,0 1-1,0 0 1,0-1 0,0 1-1,0 0 1,0-1 0,0 1-1,1 0 1,-1 0 0,0 0 0,1 0-1,-1 0 1,3 0 0,-3 0-1,0 1 0,1 0 0,-1 0 1,0 0-1,0 0 0,0 0 0,0 0 1,0 1-1,0-1 0,0 0 0,0 0 0,0 1 1,0-1-1,0 1 0,0-1 0,0 1 1,0-1-1,0 1 0,0 0 0,1 0 1,1 3 3,1-1 1,-1 1-1,0 0 0,0 0 1,0 0-1,-1 1 1,0-1-1,1 1 1,-1-1-1,1 7 1,14 65 20,-4 1 1,-3 1-1,0 101 0,-12 151-323,-2-117-279,5-193 484,4 40 1,-4-58 86,-1 0 0,1 0 0,-1 0 1,1 0-1,0 0 0,0-1 0,0 1 0,0 0 0,0 0 0,0-1 0,0 1 0,1 0 1,-1-1-1,1 1 0,-1-1 0,1 0 0,-1 1 0,1-1 0,0 0 0,0 0 0,0 0 1,-1 0-1,4 0 0,-1 1 4,-1-2 0,1 1 0,0 0 0,0-1 0,-1 0 0,1 0 1,0 0-1,0 0 0,0 0 0,-1-1 0,8-2 0,25-10 118,-1-2-1,-1-1 0,46-29 1,-48 25 270,1 2 0,0 1 0,1 2 0,37-12 1,-54 23-366,-1 0 1,0 1 0,1 1-1,0 0 1,0 1-1,0 1 1,-1 0 0,23 5-1,-29-4-22,-1 2-1,0-1 0,1 1 1,-1 1-1,-1 0 0,1 0 1,0 1-1,-1 0 1,0 0-1,0 1 0,-1 0 1,1 0-1,-1 1 0,-1 0 1,12 14-1,0 9-1857,0 1 0,-2 0 0,17 47 0,-16-35-3034,27 47 0,-6-32-7675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5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495 88 12529,'-15'-15'1011,"7"7"-69,0 1 1,-1 0-1,0 0 0,0 0 0,-15-7 1,9 5 1819,13 7-2200,0 1-1,0-1 1,0 1 0,0 0-1,0 0 1,0 0 0,0 0-1,0 0 1,-1 0 0,1 1-1,-5-1 1,4 1-382,0 1 0,0 0 0,0-1-1,0 1 1,0 1 0,0-1 0,0 0 0,1 1 0,-1-1 0,0 1 0,1 0-1,-1 0 1,-3 4 0,-11 11-8,0 1 0,1 1 0,1 0 0,1 1-1,1 1 1,-19 38 0,4 2 3,-31 91 0,29-54-175,4 1 0,-17 132 0,35-170 0,4 0 0,2 0 0,3 0 0,2 1 0,14 69 0,-13-109 0,1-1 0,1 0 0,2 0 0,0 0 0,0-1 0,2-1 0,1 1 0,0-2 0,25 32 0,-26-39 0,0 0 0,1-1 0,0 0 0,0 0 0,1-1 0,0-1 0,1 0 0,0-1 0,0 0 0,1-1 0,-1-1 0,1 0 0,1 0 0,-1-2 0,20 3 0,-7-3-71,0-2 1,0-2-1,0 0 1,0-1-1,0-2 1,0-1-1,-1-1 1,0-1-1,0-2 0,-1 0 1,0-1-1,33-20 1,-26 11-56,-1-1 1,-1-1-1,-1-2 0,-1-1 1,-1-1-1,-1-1 1,-1-2-1,32-46 0,-41 51-144,-1-1 0,-1-1 0,21-52 0,-34 75 252,0 1-1,-1-1 1,1 0-1,-1 1 1,1-1 0,-1 0-1,1 0 1,-1 1-1,0-1 1,0 0-1,0 0 1,0 1-1,0-1 1,0 0-1,-1 0 1,1 1-1,-1-1 1,1 0-1,-1 0 1,1 1-1,-1-1 1,0 1-1,0-1 1,0 1-1,0-1 1,0 1-1,0-1 1,0 1-1,-1 0 1,1 0 0,0-1-1,-1 1 1,1 0-1,-1 0 1,1 0-1,-1 1 1,1-1-1,-1 0 1,0 1-1,1-1 1,-1 1-1,-2-1 1,-3-1-24,-1 1 1,1 1-1,0-1 1,-1 1-1,1 0 1,-1 1-1,-13 2 1,8 1-115,0 0 1,-1 1 0,2 0 0,-1 1 0,0 0 0,1 1-1,-12 10 1,-72 64-1547,42-33 470,47-43 961,1 1 1,0 0 0,-1 1-1,2-1 1,-1 1-1,-4 8 1,9-12 94,11-2 62,3-1 160,0-1 1,-1 0-1,1-1 1,0 0-1,-1-1 0,18-7 1,-4-1 592,1 2 1,-1 0 0,2 2-1,-1 0 1,47-3 0,-64 9-490,-1 1-1,1 0 1,0 1 0,-1 0 0,1 0 0,0 1 0,-1 1 0,0-1 0,1 2 0,-1-1 0,0 1-1,-1 0 1,1 1 0,-1 0 0,0 1 0,0-1 0,0 2 0,-1-1 0,12 14 0,88 119-4302,-45-55-6717,-32-45-441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5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12197,'1'3'1959,"4"28"601,-1 1 0,-1 47 0,4 38-728,-6-110-1516,0 0-1,0-1 1,-1 1-1,0 0 1,-1-1-1,1 1 1,-1 0-1,-1-1 1,1 1-1,-6 12 0,6-17 1361,25-2-581,-16 0-890,0-1-1,0 0 0,0-1 1,9-2-1,-11 2-138,-1 0 0,1 1 1,0 0-1,-1 0 0,1 0 0,0 1 0,-1 0 1,1 0-1,0 0 0,-1 1 0,1 0 0,6 2 1,-1 1-56,0 1 1,-1 0 0,1 1 0,-1 0-1,0 0 1,-1 1 0,0 1 0,0-1 0,0 2-1,-1-1 1,-1 1 0,1 0 0,-1 1-1,-1 0 1,0 0 0,0 0 0,6 18 0,-2-5-115,-2 0 1,-1 1 0,-1 0 0,0 0-1,-2 0 1,-1 1 0,0 32 0,-3-53 85,-1 0 0,1-1 1,-1 1-1,1 0 0,-1 0 1,0-1-1,-2 5 1,1-2 7,1-3 7,-14-25 107,13 19-83,0 0-1,0 1 0,0-1 0,1 0 1,-1 0-1,1 0 0,-1 0 1,1 0-1,0 0 0,1-1 1,-1 1-1,0-5 0,0-10 31,2 0 1,0 1-1,1-1 0,1 0 0,0 1 1,1 0-1,1 0 0,1 0 0,0 1 1,2-1-1,0 1 0,0 1 0,19-25 1,-11 19 15,0 1-1,2 0 1,1 2 0,0 0 0,1 1 0,1 1 0,0 1 0,39-21 0,-49 30-68,0 1 0,0 0 0,1 1 0,-1 0 0,1 1 0,0 0 0,0 1 0,0 0 0,0 1 0,0 0 0,0 1 0,1 1 0,-1 0 0,0 0 0,0 1 0,0 1 0,0 0 0,0 0 0,-1 1 0,0 1 0,0 0 0,0 1 0,0 0 0,-1 0 0,0 1 0,0 0 0,0 1 0,11 12 0,-6-3-8,0 1 1,0 1-1,-2 0 0,-1 1 1,0 0-1,-1 1 0,-1 0 1,-1 1-1,-1 0 0,9 44 0,-3 7-272,-4 0-1,2 83 1,-17 51-6699,1-140 173,-2 36-8266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6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2 11701,'0'0'45,"0"0"0,0 0 0,0 0 0,0 0 0,0 0-1,0 0 1,0 0 0,0-1 0,0 1 0,0 0 0,0 0 0,1 0 0,-1 0 0,0 0 0,0 0 0,0 0-1,0 0 1,0 0 0,0-1 0,0 1 0,0 0 0,1 0 0,-1 0 0,0 0 0,0 0 0,0 0-1,0 0 1,0 0 0,0 0 0,0 0 0,1 0 0,-1 0 0,0 0 0,0 0 0,0 0 0,0 0-1,0 0 1,0 0 0,1 0 0,-1 0 0,0 0 0,0 0 0,0 0 0,0 0 0,0 0 0,0 1 0,0-1-1,1 0 1,-1 0 0,0 0 0,0 0 0,0 0 0,0 0 0,0 0 0,0 0 0,0 1 0,0-1-1,0 0 1,0 0 0,0 0 0,0 0 0,1 0 0,-1 16 2264,-7 41 1199,1-6-910,6 41 469,3 1 0,26 149 1,-10-97-2468,24 191-576,17 147-28,30 80 4,-87-548 0,1 1 0,0-1 0,9 20 0,-13-34 0,1 1 0,0-1 0,-1 0 0,1 1 0,0-1 0,0 0 0,0 0 0,0 0 0,0 0 0,0 0 0,1 0 0,-1 0 0,0 0 0,0 0 0,1 0 0,-1-1 0,1 1 0,-1 0 0,0-1 0,1 1 0,-1-1 0,1 0 0,-1 0 0,1 1 0,0-1 0,-1 0 0,1 0 0,-1 0 0,1 0 0,-1-1 0,1 1 0,-1 0 0,1-1 0,-1 1 0,1-1 0,-1 1 0,0-1 0,1 0 0,-1 0 0,2-1 0,4-2 0,0-1 0,0 0 0,0 0 0,-1 0 0,0-1 0,6-7 0,123-167 0,-23 27 0,-87 123 0,2 2 0,55-49 0,-52 53 0,2 2 0,0 1 0,1 2 0,1 1 0,1 1 0,1 3 0,38-12 0,-55 20 0,1 1 0,0 1 0,0 1 0,0 1 0,0 0 0,0 2 0,1 0 0,-1 1 0,0 1 0,0 1 0,0 1 0,0 1 0,-1 0 0,0 2 0,20 8 0,-31-11-56,-1 0-1,0 1 1,1-1-1,-2 2 1,1-1-1,0 1 1,-1-1 0,0 2-1,-1-1 1,1 1-1,-1 0 1,0 0-1,-1 0 1,0 1-1,0-1 1,-1 1 0,0 0-1,0 0 1,0 0-1,-1 1 1,-1-1-1,1 1 1,-2-1 0,1 1-1,-1-1 1,0 1-1,-1-1 1,1 1-1,-2-1 1,-4 16 0,-14 42-1094,-34 75 1,27-74-185,-6 7-332,32-73 1593,-1 1 1,1 0-1,0 0 0,0 0 0,1 0 1,-1 0-1,0 0 0,1 0 1,-1 0-1,1 0 0,-1 0 0,1 0 1,0 1-1,0-1 0,0 0 1,1 4-1,-1-5 42,1 0 1,0 0-1,-1 0 1,1 0-1,0 0 1,-1-1-1,1 1 1,0 0-1,0 0 1,0-1-1,-1 1 1,1 0-1,0-1 1,0 1-1,0-1 0,0 1 1,0-1-1,1 1 1,-1-1-1,0 0 1,0 0-1,2 1 1,5-1-67,1 0 1,0 0-1,0 0 1,0-1-1,16-4 0,12-4-99,-1-2-1,0-2 1,55-27-1,97-65-145,-153 85 282,30-20 12,-1-3 0,-2-2 0,-3-3-1,-1-2 1,-3-3 0,-2-3 0,71-96-1,-83 82 539,-40 68-423,1 0 0,-1 0 0,0 0 0,0-1 0,0 1 0,-1 0 0,1 0 0,-1-1 0,1 1 0,-1 0-1,0-1 1,1 1 0,-1 0 0,0-1 0,-1 1 0,1 0 0,0-1 0,-1 1 0,1 0 0,-1-1 0,0 1 0,0 0 0,0 0-1,0 0 1,-2-3 0,2 3 33,-1 1-1,1 0 1,-1-1 0,0 1-1,0 0 1,1 0-1,-1 0 1,0 0-1,0 1 1,0-1 0,0 0-1,0 1 1,0-1-1,0 1 1,0 0-1,0 0 1,0 0-1,0 0 1,0 0 0,0 0-1,-1 0 1,1 1-1,0-1 1,0 1-1,1 0 1,-1-1 0,-3 2-1,-2 2 180,0 1 1,0-1-1,0 1 0,0 0 0,1 1 0,-1-1 0,2 1 1,-1 1-1,1-1 0,-1 1 0,-3 7 0,-9 15 856,-18 41-1,24-43-1067,1 1 0,1 1 1,1-1-1,2 2 0,1-1 1,-4 55-1,8-66-65,2 0 1,0 0-1,1 0 1,1 0-1,1-1 1,1 1-1,0-1 1,1 1-1,1-1 1,0-1-1,1 1 1,16 26-1,-12-28-44,1 0 0,0-1 1,0 0-1,2-1 0,-1 0 0,2-1 0,0-1 0,0 0 1,22 11-1,-17-12-148,1-1 0,1-1 1,0 0-1,0-2 0,1-1 1,-1 0-1,29 1 0,68 1-3688,-2-4-4483,17-5-7247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7.3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19 16938,'-2'-4'-1597,"-3"-10"18199,12 20-15809,-3 0-789,0 0-1,-1 0 1,1 0-1,-1 1 1,0-1-1,-1 1 0,0 0 1,0 0-1,2 11 1,2 3-8,57 225 4,-48-188 0,10 83 0,-17-92 0,-9-49 0,1 1 0,0-1 0,0 1 0,0-1 0,0 1 0,0 0 0,0-1 0,0 1 0,0-1 0,0 1 0,0-1 0,0 1 0,1-1 0,-1 1 0,0-1 0,0 1 0,0-1 0,1 1 0,-1-1 0,0 1 0,1-1 0,-1 1 0,0-1 0,1 1 0,-1-1 0,1 0 0,-1 1 0,0-1 0,1 0 0,-1 1 0,1-1 0,-1 0 0,1 0 0,-1 1 0,2-1 0,6-9 0,-7 8 0,34-36 0,63-63 0,-84 88 0,0 1 0,0 0 0,2 2 0,-1-1 0,32-12 0,-33 16 0,0 2 0,1-1 0,-1 2 0,1 0 0,0 1 0,0 0 0,0 1 0,0 1 0,0 0 0,0 1 0,0 1 0,0 0 0,0 1 0,27 10 0,-30-8 0,0 0 0,-1 1 0,1 0 0,-1 1 0,-1 1 0,1-1 0,-1 2 0,-1-1 0,0 2 0,0-1 0,0 1 0,-2 0 0,1 1 0,-1 0 0,0 0 0,-1 0 0,7 20 0,-1 5-13,-2 1 1,-2 0-1,5 50 0,-13-82-239,6-7-221,6-2 488,0-1-1,0 0 1,0 0 0,-1-2-1,1 1 1,13-12 0,64-57 470,-55 44-342,30-26-114,-16 13-20,1 1 0,81-51 0,-115 84-10,1 1 0,0 1 0,1 0 1,0 1-1,0 1 0,1 1 0,-1 0 1,1 1-1,0 1 0,0 1 0,0 1 1,1 0-1,27 3 0,-35-1 1,0 2 0,-1-1 0,0 1 0,0 1 0,0-1 0,0 2 0,0 0 0,-1 0 0,0 0 0,0 1 0,0 1 0,-1-1 0,0 1 0,0 1 0,12 15 0,1 6 0,-1 1 0,-1 1 0,19 44 0,-26-51 0,36 86 71,-33-73-175,1-1 0,2 0-1,26 39 1,-30-55-530,26 35-4033,-31-44 1260,1 0-1,18 16 1,22 7-10507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8.1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1 467 14597,'15'-9'644,"4"-1"1037,-1 0 1,1 1-1,23-7 0,61-12 2380,-72 22-3538,-2-1 1,1-2-1,-1-1 0,0-1 0,43-25 1,-66 33-445,-1-1 1,-1 0 0,1 0 0,-1 0-1,1 0 1,-1-1 0,-1 0 0,1 0-1,0 0 1,-1 0 0,0 0 0,-1-1-1,1 0 1,-1 1 0,0-1 0,0 0-1,-1 0 1,0 0 0,0 0-1,0 0 1,-1 0 0,0 0 0,0-1-1,0 1 1,-1 0 0,0 0 0,0 0-1,0 0 1,-1 0 0,0 0 0,0 1-1,-1-1 1,1 1 0,-1-1 0,-1 1-1,1 0 1,-1 0 0,0 0 0,0 0-1,0 1 1,0 0 0,-1 0-1,0 0 1,-7-4 0,7 5-79,1 1-1,-1 0 1,0 0 0,-1 0-1,1 0 1,0 1 0,0 0-1,-1 0 1,1 1 0,0 0-1,-1-1 1,1 2-1,-1-1 1,1 1 0,0 0-1,-1 0 1,1 0 0,0 0-1,0 1 1,0 0 0,0 0-1,-5 4 1,-3 1-1,1 0-1,0 1 1,0 1-1,1 0 1,0 1 0,1 0-1,-11 14 1,0 2 0,1 2 0,1 1 0,2 0 0,0 1 0,3 1 0,0 0 0,-17 64 0,25-74 0,1 0 0,2 1 0,0 0 0,1 0 0,1 0 0,1 0 0,1 0 0,1-1 0,1 1 0,0 0 0,2-1 0,1 0 0,11 29 0,-11-39-33,0 1-1,0-1 1,2 1 0,-1-2-1,1 1 1,1-1 0,0-1-1,0 1 1,16 11 0,-9-10-102,0-1 0,0 0-1,1-2 1,0 0 0,35 12 0,-9-9-248,1-2 1,-1-2-1,1-1 0,83-1 0,-61-7-571,-1-2 0,0-4 0,82-18-1,-97 13 602,1-2 0,-2-2 0,-1-2 0,76-42 1,-102 48 391,0 0 0,-1-2 0,-1-1 0,0 0 0,18-22 1,-30 30 104,-1-1 1,0 0-1,0 0 0,-1 0 1,-1-1-1,1 0 1,-2 0-1,1 0 1,-1-1-1,-1 0 0,0 0 1,-1 0-1,0 0 1,1-11-1,-3 18-88,0 0 1,0 0-1,0 0 0,-1 0 0,1 1 1,-1-1-1,0 0 0,0 0 0,-1 0 1,1 1-1,-1-1 0,0 1 0,0-1 1,0 1-1,0 0 0,0-1 0,-1 1 1,1 1-1,-1-1 0,0 0 0,0 0 1,0 1-1,0 0 0,-1 0 1,1 0-1,0 0 0,-1 0 0,0 1 1,1-1-1,-1 1 0,0 0 0,-6-1 1,-3-1 35,-1 1 0,1 1 1,-1 0-1,1 1 0,-1 1 1,0 0-1,1 0 0,-20 6 1,8 0-206,1 0 1,0 2-1,1 1 1,0 0-1,0 2 0,1 1 1,1 0-1,0 2 1,-19 17-1,11-7-929,23-21 609,-1 1 1,1 0-1,0 0 0,0 1 0,0 0 0,1 0 0,0 0 0,0 1 0,1 0 0,0 0 1,-4 7-1,32-12-655,92-8 965,-74 2 708,79 4-1,299 57 4120,-398-53-4432,0-2 0,0 0 1,0-1-1,1-2 0,-1 0 0,0-2 0,0 0 0,27-8 1,-43 9-235,1-1 0,-1 0 0,0-1 1,1 1-1,-1-1 0,-1-1 0,1 1 0,-1-1 1,0 0-1,0 0 0,0 0 0,-1-1 1,1 0-1,5-11 0,-4 6 5,-1-1 1,0-1-1,-1 1 1,5-25-1,7-19 231,67-194 1573,-67 201-1661,-2 6 48,2 1 1,38-75-1,-53 115-234,1 1 0,-1-1 0,1 0 0,-1 0 0,1 1 0,0-1 0,0 0 0,0 1 0,0 0 0,0-1 0,0 1 0,0 0 0,0 0 0,0 0 0,0 1 0,0-1 0,1 0 0,-1 1 0,0-1 0,1 1 0,-1 0 0,0 0 0,4 0 0,-2 0 0,0 1 0,0-1 0,0 1 0,0 0 0,0 0 0,0 1 0,-1-1 0,1 1 0,0-1 0,-1 1 0,1 0 0,3 3 0,7 8 0,0 1 0,-1 0 0,0 1 0,-1 0 0,14 25 0,42 89 0,-41-65 0,-2 1 0,-4 1 0,19 98 0,-36-142 0,-2 1 0,0-1 0,-1 1 0,-2-1 0,0 1 0,-1 0 0,-1-1 0,-2 0 0,0 0 0,-1 0 0,-1-1 0,-1 1 0,-1-2 0,-22 39 0,22-45-92,0-1 1,-1 1-1,0-2 1,-1 0-1,-1 0 0,0-1 1,0 0-1,-1-1 1,-1 0-1,1-2 0,-2 1 1,1-2-1,-1 1 0,0-2 1,0 0-1,-1-1 1,0-1-1,0 0 0,-23 2 1,38-6-45,-1 1 0,1-1 0,-1 0 0,1 0 1,-1 0-1,1 0 0,-1 0 0,1 0 0,-1 0 0,1 0 1,-1-1-1,1 1 0,0-1 0,-1 1 0,1-1 0,0 1 1,-1-1-1,1 0 0,0 0 0,-1 1 0,1-1 0,0 0 1,0 0-1,0 0 0,0 0 0,0-1 0,0 1 0,0 0 1,1 0-1,-1 0 0,0-1 0,1 1 0,-1 0 0,1-1 1,-1 1-1,1-1 0,-1 1 0,1-1 0,0 1 0,0-1 0,0 1 1,0 0-1,0-1 0,0 1 0,0-1 0,0 1 0,1-1 1,-1 1-1,1-1 0,0-1 0,2-8-943,1 0-1,1 0 1,0 0-1,0 1 1,8-12-1,22-23-4632,8-1-3122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8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19 13945,'0'0'205,"0"-1"0,1 0-1,-1 1 1,0-1 0,0 1 0,0-1-1,0 0 1,0 1 0,0-1 0,0 0-1,0 1 1,-1-1 0,1 1 0,0-1-1,0 0 1,0 1 0,-1-1-1,1 1 1,0-1 0,-1 0 0,1 1-1,0-1 1,-1 1 0,1-1 0,-1 1-1,1 0 1,0-1 0,-1 1 0,1-1-1,-1 1 1,0 0 0,1-1-1,-2 1 1,1 0 19,0 1-1,0-1 1,-1 1-1,1 0 1,0-1-1,0 1 1,0 0 0,0 0-1,0 0 1,0 0-1,0-1 1,0 2-1,0-1 1,0 0-1,1 0 1,-1 0 0,0 0-1,0 2 1,-1 2 58,0 0 0,1 0 0,-1 0 1,1 0-1,0 0 0,0 1 0,1-1 1,0 6-1,-2 5 236,-1 21-12,1 1 0,2-1 0,1 1 0,2 0 1,2-1-1,1 0 0,2 0 0,22 64 0,-2-42-1252,-26-55 666,0 0 1,0 0-1,1 0 1,0-1-1,0 1 1,0 0-1,0-1 1,0 0-1,0 0 1,1 0-1,6 4 1,-7-6 28,0 0 1,0 0 0,1-1-1,-1 1 1,0-1-1,0 1 1,0-1 0,1 0-1,-1 0 1,0-1-1,0 1 1,0-1 0,1 0-1,-1 1 1,0-1-1,0-1 1,0 1 0,2-2-1,5-3 162,-1 0 0,0-1 0,16-15-1,-20 16 176,2 0-1,-1 1 1,1 0-1,0 0 0,0 0 1,14-6-1,-19 11-269,1 1-1,0-1 1,-1 1-1,1 0 1,-1 0-1,0 0 1,1 0-1,-1 0 1,0 1-1,1-1 1,-1 1-1,0-1 1,2 3-1,-3-3-15,14 13 6,-1 1 0,-1 0 0,0 1 0,13 23 0,-12-18-199,1-1 1,19 21-1,25 9-5198,3-5-6507,-22-18-48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8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13381,'112'60'2050,"-105"-56"-1753,0 0 0,0 0-1,0 1 1,-1-1 0,1 2-1,-1-1 1,-1 1 0,1 0-1,-1 0 1,8 12 0,-3-4 173,8 12 193,-2 1-1,-1 1 1,-1 0-1,-2 1 1,0 0-1,-2 1 1,6 32-1,-7-17-200,-1 0 1,-3 1-1,-1-1 0,-4 56 0,-2-72-273,-2 0 0,-1-1 0,-1 0 0,-1 0 0,-1 0 0,-2-1 0,-1 0 0,-1-1 0,-23 37 0,4-17 479,28-43-516,1 0-1,-1 0 1,1 0-1,-1 0 1,0-1 0,0 1-1,-1-1 1,1 0 0,0 0-1,-1 0 1,-5 2 0,8-4-138,0 1 0,0-1 0,1 0 0,-1 0 0,0 1 0,0-1 0,0 0 1,0 0-1,0 0 0,0 0 0,0 0 0,0 0 0,1 0 0,-1-1 1,0 1-1,0 0 0,0 0 0,0-1 0,0 1 0,0 0 0,1-1 1,-1 1-1,0-1 0,0 1 0,1-1 0,-1 1 0,0-1 0,1 0 0,-1 1 1,0-1-1,0-1 0,0 0 30,0 0 1,1-1-1,-1 1 0,1-1 1,-1 1-1,1-1 0,0 1 1,0-1-1,0 1 1,0-1-1,0-3 0,3-8 113,-1 1 1,2-1-1,5-15 0,3 1-451,1 0-1,1 0 1,2 1 0,0 1 0,2 1-1,31-35 1,139-122-3599,-149 147 3197,-9 9-3144,0 0 1,55-34-1,-6 19-7775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9.3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 1217 7609,'19'-1'1215,"1"-1"1,-1-1-1,0-1 0,0-1 1,0 0-1,-1-1 1,0-1-1,0-1 1,33-20-1,-47 25-1064,0 0-1,-1 0 0,1-1 1,-1 1-1,0-1 0,0 0 1,0 0-1,0 0 0,0 0 1,-1 0-1,0-1 1,0 1-1,0-1 0,-1 1 1,0-1-1,1 0 0,-2 1 1,1-1-1,0 0 1,-1 0-1,0-6 0,0-2 270,-1-1 0,0 0 0,-1 1 0,-1-1 0,0 1 0,-6-18-1,8 27-367,0 1 0,-1-1 0,1 1 0,0 0 0,-1-1 0,0 1 0,0 0 0,0 0 0,0 0 0,0 0 0,-1 1 0,1-1 0,-1 1 0,0-1 0,1 1 0,-1 0 0,0 0 0,-1 0 0,1 0 0,0 1 0,0-1 0,-1 1 0,1 0 0,-1 0 0,1 0 0,-1 0 0,1 1 0,-1-1-1,0 1 1,1 0 0,-1 0 0,0 0 0,1 1 0,-1-1 0,1 1 0,-1 0 0,1 0 0,-4 2 0,-5 1 71,1 1-1,1 1 0,-1 0 1,1 0-1,0 1 0,0 0 1,0 1-1,1 0 1,1 1-1,-12 13 0,-2 7 150,1 1 0,2 1 0,0 1 0,-21 52 0,32-64-193,1 0 0,1 0 0,1 1 1,0 0-1,2 0 0,0 0 0,1 0 0,2 1 1,2 27-1,-1-38-80,1 0 0,0 0 1,1 0-1,1 0 0,0-1 0,0 1 1,1-1-1,0 0 0,1 0 0,0-1 1,11 14-1,-6-11-99,1 0 0,0-1 1,0-1-1,1 0 0,0-1 0,1 0 1,18 8-1,10 1-476,0-2 0,1-2 0,0-1 0,83 11 0,83 2-1046,-167-24 1378,-1-1 0,0-2 0,45-7 0,-63 4 293,0-1 1,0-1 0,0-1-1,-1-1 1,-1 0 0,1-2-1,-1-1 1,36-25 0,-48 30 50,-1 0-1,-1 0 1,1-1 0,-1 0 0,-1-1-1,1 0 1,-1 0 0,0 0 0,-1 0-1,0-1 1,0 0 0,-1 0 0,0-1-1,-1 1 1,0-1 0,-1 0 0,1 1-1,-2-1 1,0 0 0,0 0 0,0-1-1,-3-17 1,2 22-54,-1 0 0,0 0 0,0 1 0,-1-1-1,0 0 1,0 1 0,0 0 0,0-1 0,-1 1 0,0 0 0,0 0-1,0 0 1,-1 1 0,0-1 0,0 1 0,0 0 0,0 0 0,-1 0-1,1 1 1,-1-1 0,0 1 0,0 0 0,-9-3 0,7 3-14,-1 1 0,0 0 0,0 0 0,0 1 0,0 0 0,0 1 0,0-1 0,-1 2 0,1-1 0,0 1-1,0 0 1,0 1 0,0 0 0,0 0 0,1 1 0,-13 5 0,6 0 8,-1 1 1,2 0-1,-1 0 0,1 2 0,1-1 0,0 2 0,0 0 0,1 0 0,1 1 0,0 0 0,-15 28 0,13-20-6,1 1-1,2 0 0,0 0 1,1 1-1,2 0 0,0 1 0,-4 37 1,9-50-44,1 0 0,0-1 1,0 1-1,1 0 0,1 0 1,-1-1-1,2 1 0,0-1 1,0 0-1,1 0 0,0 0 1,6 11-1,-7-15-59,1-1 0,0 1 1,0 0-1,1-1 0,0 0 0,0 0 0,0 0 1,0-1-1,1 1 0,0-1 0,0-1 1,0 1-1,0-1 0,0 0 0,1-1 0,0 1 1,-1-1-1,1 0 0,9 1 0,-3-2-146,1-1-1,-1 0 0,1-1 1,-1 0-1,0-1 0,0 0 1,0-1-1,26-9 0,-15 2-65,0-1 0,0-1 0,33-22 0,-30 14 90,-1-1-1,-1 0 1,0-2-1,26-33 1,-44 48 149,26-32-72,-2-2 0,-2-1 0,-1-1 0,-3-1 0,37-90 1,76-286 525,-115 340-118,73-316 1814,-22 81 892,-62 273-2588,-5 24 348,-2-1 0,5-28 0,-25 251-696,13 248-1,47 28-851,44-7-1271,-27-256-3092,-13-74-3996,-12-47-3491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49.4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570 0 16121,'-91'49'3261,"75"-22"-217,-14 18-356,-7 0-564,3 6-439,1 7-341,-4 8-392,-7 6-864,1 1-1028,-14-13-1216,-7 6-85,11 16-5355,22 2-7794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0.4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984 138 13557,'-5'-9'168,"-5"-8"1374,-1 0 0,-1 2 0,-15-18 0,22 29-987,1-1-1,-1 1 1,0 0-1,0 0 1,-1 1-1,1 0 1,-1 0-1,0 0 1,0 1-1,0-1 1,0 1 0,0 1-1,-12-3 1,-2 3-165,1 1-1,-1 0 1,1 2 0,-1 0 0,1 1 0,0 1 0,-34 12 0,11-1 274,0 3-1,-49 28 1,47-20-664,1 2 0,2 2 0,1 2 0,1 1 0,2 3 0,2 0 0,1 2 0,2 2 0,-54 86 0,81-117 0,0 0 0,1 1 0,0-1 0,0 1 0,1 0 0,1 0 0,-1 0 0,2 0 0,-1 1 0,1 14 0,1-20 0,0 1 0,1-1 0,0 1 0,0-1 0,1 0 0,-1 1 0,1-1 0,0 0 0,1 0 0,-1 0 0,1 0 0,0-1 0,0 1 0,0-1 0,1 0 0,0 1 0,-1-2 0,1 1 0,1 0 0,-1-1 0,6 4 0,3 0 0,1 0 0,0-1 0,0 0 0,0-1 0,1-1 0,0 0 0,0-1 0,0 0 0,26 0 0,2-2 0,1-2 0,49-8 0,-44 2-60,-1-3 1,-1-2-1,92-36 0,125-78 22,-235 110 142,-4 2-70,0 1 1,0 1 0,1 2-1,37-11 1,-60 21-35,-1 0 0,1-1 0,-1 1 0,1 0 0,-1 0 0,1 0 0,-1 1 0,1-1 0,-1 0 0,0 1 0,1 0 0,-1 0 0,1-1 0,-1 1 0,0 1 0,0-1 0,0 0 0,0 1 0,0-1 0,0 1 0,0-1 0,0 1 0,0 0 0,-1 0 0,1 0 0,-1 0 0,1 0 0,-1 0 0,1 2 0,6 10 0,-2 0 0,0 1 0,8 25 0,-4-9 0,15 34-3339,21 32-9059,-21-55-1648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1.1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0 16950,'-3'4'519,"-11"7"1259,13-11-1701,1 0 0,0 0 0,0 0 0,-1 1 0,1-1 0,0 0 0,-1 0 0,1 0 0,0 0 0,-1 0 0,1 0 0,0 0-1,-1 0 1,1 0 0,0 0 0,-1 0 0,1 0 0,0 0 0,-1 0 0,1 0 0,0 0 0,-1 0 0,1-1 0,0 1 0,0 0 0,-1 0 0,1 0 0,0 0 0,-1-1 0,1 1 0,0 0-1,0 0 1,0-1 0,-1 1 0,1 0 0,0 0 0,0-1 0,-1 0 0,0-1 1842,-23 35 1760,-8 18-2918,-2-2 0,-2-1 0,-2-2 1,-2-1-1,-64 55 0,102-100-737,0-1-1,0 1 1,0 0-1,1-1 1,-1 1 0,0-1-1,0 0 1,1 1-1,-1-1 1,1 0 0,-1 0-1,1 0 1,-1 0-1,-2-3 1,4 2-24,-1-1 0,0 1 0,1 0 0,0-1 0,0 1 0,0-1 0,0 1 0,0-1 0,0 1 0,1-1 0,-1 1 0,1 0 0,-1-1 0,1 1 0,0 0 0,0-1 0,0 1 0,0 0 0,1 0 0,1-2 0,32-44 0,-32 45 0,0 1 0,-1-1 0,1 0 0,0 1 0,1 0 0,-1 0 0,0 0 0,0 0 0,1 0 0,-1 1 0,1-1 0,0 1 0,-1 0 0,1 0 0,0 1 0,0-1 0,0 1 0,-1-1 0,1 1 0,0 0 0,0 1 0,0-1 0,0 1 0,-1 0 0,1 0 0,0 0 0,-1 0 0,1 0 0,-1 1 0,1 0 0,-1 0 0,1 0 0,3 3 0,4 3 0,-1 0 0,0 1 0,0 0 0,-1 0 0,0 1 0,-1 0 0,0 1 0,12 21 0,-7-5 0,0 1 0,-2 1 0,0 0 0,-2 0 0,-2 1 0,-1 0 0,-1 0 0,-1 1 0,-2-1 0,-1 1 0,-1 0 0,-5 34 0,6-52 0,8-19 0,7-15 0,-16 21 0,54-82 0,3 3 0,79-84 0,-73 99 0,90-69 0,-116 104 0,2 2 0,2 1 0,0 2 0,52-21 0,-76 38 0,0 1 0,0 1 0,1 0 0,0 1 0,0 1 0,0 1 0,30-1 0,-38 4 0,0 0 0,0 0 0,0 0 0,0 2 0,0-1 0,-1 1 0,1 0 0,-1 1 0,0 0 0,0 1 0,0 0 0,-1 0 0,0 1 0,0 0 0,12 11 0,-7-2 0,0 0 0,0 1 0,-2 1 0,0 0 0,-1 0 0,-1 1 0,0 0 0,-2 1 0,0 0 0,6 25 0,1 24 0,10 116 0,-6-33 0,-11-111-109,-2 1-612,2 0-1,2-1 1,2 0-1,20 50 1,-27-81 568,0 1 1,1-1 0,0-1-1,1 1 1,0-1-1,0 1 1,0-2-1,1 1 1,1-1 0,-1 0-1,1 0 1,0-1-1,1 0 1,-1-1-1,1 0 1,0 0 0,1-1-1,-1 0 1,1 0-1,0-1 1,-1-1-1,19 3 1,-14-3-58,0-1 0,0-1 0,0 0 0,-1-1 0,1-1 0,0 0 0,-1-1 1,1 0-1,-1-1 0,0 0 0,0-1 0,13-8 0,-10 4 154,-1-1-1,0 0 1,0-1 0,-2-1 0,1 0 0,-1-1-1,-1 0 1,14-21 0,-6 4 292,-2 0 1,-1-1 0,-2 0-1,-1-2 1,-2 1-1,-1-2 1,-1 0-1,10-69 1,-17 74 194,0 0 0,-2-1 1,-4-32-1,2 47-245,-1 1 0,-1-1 0,0 1 1,-1 0-1,0 1 0,-1-1 0,-13-24 0,16 35-157,0 1-1,1-1 0,-1 1 1,0-1-1,0 1 1,0 0-1,-1 0 0,1 0 1,0 0-1,-1 1 1,0-1-1,1 1 0,-1-1 1,0 1-1,1 0 1,-1 0-1,0 0 0,0 0 1,0 1-1,0-1 1,0 1-1,0-1 0,0 1 1,0 0-1,0 1 1,0-1-1,0 0 0,-3 2 1,-4 0 3,1 1 0,-1 0 0,1 0 0,0 1 1,0 0-1,-15 11 0,9-3-201,0 1 1,0 1-1,1 1 0,1 0 1,0 0-1,2 1 0,-1 1 1,-8 18-1,2-6-762,-25 31 0,-11 17-1850,38-53 1439,15-21 562,27-4 62,60-16 1046,-27 4 178,-32 8-302,98-13 1377,-107 17-1228,0 1 0,0 0 0,1 2 0,-1 0 1,20 5-1,-21-2-91,0 0 0,-1 2 0,1 0 0,-1 0-1,0 2 1,-1 0 0,24 19 0,-19-12-733,25 27 0,11 24-4011,-22-9-4814,-14-31 466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1.4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60 11733,'5'-3'622,"-1"1"0,1-1 0,-1 0 0,0 0-1,0-1 1,0 1 0,0-1 0,-1 0 0,7-10 3114,-17 6-1981,6 8-1599,1-1 1,0 1-1,-1-1 1,1 0-1,-1 1 1,1-1-1,-1 1 0,1-1 1,-1 1-1,1-1 1,-1 1-1,1 0 1,-1-1-1,0 1 0,1 0 1,-1-1-1,0 1 1,1 0-1,-1 0 1,0 0-1,0-1 0,-1 3-16,1-1-1,0 1 1,0 0 0,1 0-1,-1-1 1,0 1-1,1 0 1,-1 0-1,1 0 1,-1 0-1,1 0 1,0 3 0,-3 15 564,1 1 1,1-1 0,3 36-1,1 16 439,-4-26-1081,-1 1397 605,25-1087-4728,-9-158-124,-4-123-3930,13-7-5307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1.9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33 14289,'0'0'134,"0"0"-1,-1 0 0,1 0 1,0 1-1,0-1 1,0 0-1,-1 0 0,1 0 1,0 1-1,0-1 1,0 0-1,0 0 0,0 1 1,-1-1-1,1 0 1,0 1-1,0-1 0,0 0 1,0 0-1,0 1 0,0-1 1,0 0-1,0 1 1,0-1-1,0 0 0,0 0 1,0 1-1,0-1 1,1 0-1,-1 1 0,0-1 1,0 0-1,0 1 1,1 0 74,-1 1 0,0-1 1,0 1-1,1 0 1,-1-1-1,0 1 1,0-1-1,-1 1 0,1-1 1,0 1-1,-1-1 1,1 1-1,-1 2 1,-1 0 72,0 0 0,1 1 1,0-1-1,0 1 1,0 0-1,1-1 0,0 1 1,0-1-1,0 1 1,0 0-1,0-1 0,1 1 1,2 7-1,2 6 186,1-1-1,10 19 0,-13-28-254,18 37 268,1-2-1,38 56 1,-43-75-978,1-2 0,0 0 0,2-1 0,1-1 0,29 23 0,-48-41 474,0-1 1,-1 1-1,1-1 0,0 1 1,0-1-1,0 0 1,0 0-1,0 0 1,1 0-1,-1 0 1,0 0-1,0 0 0,1-1 1,-1 1-1,0-1 1,1 0-1,-1 0 1,1 0-1,-1 0 0,0 0 1,1 0-1,-1-1 1,0 1-1,1-1 1,-1 1-1,0-1 1,0 0-1,1 0 0,-1 0 1,0 0-1,0 0 1,0-1-1,0 1 1,-1-1-1,1 1 1,0-1-1,0 0 0,-1 0 1,1 1-1,1-4 1,1-2 169,1-1 1,-1 0 0,-1 0 0,0 0-1,0-1 1,0 1 0,-1-1 0,0 1-1,1-13 1,-2 1 160,20-164 2336,-15 152-1938,1 1 0,1 0 0,22-53-1,-27 77-613,1-1-1,0 1 0,0 0 1,0 0-1,6-7 0,-8 13-80,-1-1-1,1 0 1,0 1-1,0-1 1,0 1 0,0-1-1,0 1 1,0 0-1,0 0 1,0 0 0,0 0-1,0 0 1,1 0-1,-1 1 1,0-1-1,1 1 1,-1 0 0,0-1-1,1 1 1,-1 0-1,4 1 1,-1 0-10,-1 0 0,1 1 0,-1 0 0,0-1 0,0 1 0,0 1 0,0-1 0,0 1 0,0-1 0,-1 1 0,1 0 0,-1 1 0,0-1 0,0 0 0,0 1 0,0 0 0,-1-1 0,0 1 0,1 0 0,2 9 0,4 8 0,-1 1 0,10 45 0,-3 7 0,-4 1 0,-3 1 0,-1 76 0,-24 230 0,-8-155 0,-10-2 0,-10-1 0,-93 277 0,107-398-527,-43 121-2702,61-191 2736,-2-1 1,-1 0 0,-2-2 0,-34 47 0,48-71 393,-1 0 0,0-1 0,0 1 0,-1-1 0,0 0 0,0 0 0,0-1 0,0 0 0,-1 0 0,-13 6 0,15-9 82,0 1 0,-1-1 0,1 0 1,-1 0-1,1-1 0,-1 0 0,0 0 1,1 0-1,-1-1 0,1 1 1,-1-1-1,1-1 0,0 1 0,-1-1 1,-6-3-1,-2-2 182,0 0 0,1-1 0,0 0 0,1-1 0,0-1 0,0 0 0,1 0 0,1-1 0,-18-22 0,6 2 449,2-1 0,-29-59 0,35 59-543,1-1 1,2 1-1,1-2 0,2 0 1,1 0-1,2 0 1,1-1-1,2 1 1,1-1-1,2 0 0,1 1 1,2-1-1,1 1 1,2 0-1,1 0 1,2 1-1,1 0 1,1 0-1,25-43 0,-2 16-1362,2 0 0,3 3-1,92-101 1,-68 93-2496,3 2-1,116-82 1,-28 42-6815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2.9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1202 11021,'-2'0'198,"1"-1"-1,-1 1 1,0-1-1,1 1 1,-1-1 0,1 0-1,-1 0 1,1 0-1,-1 0 1,1 0-1,-1 0 1,1 0 0,0 0-1,0 0 1,-1-1-1,1 1 1,0 0 0,0-1-1,1 1 1,-1-1-1,0 1 1,0-1-1,1 0 1,-1 1 0,1-1-1,-1-2 1,0-2 1146,1-1-1,1 0 1,-1 0 0,1 1-1,0-1 1,3-7 0,-2 10-1143,0 0 0,0 0 0,0 1 0,0-1 1,1 1-1,0-1 0,0 1 0,0 0 0,0 0 0,0 0 1,0 1-1,1-1 0,0 1 0,-1-1 0,9-2 0,-6 2-67,0-1-1,1 2 0,-1-1 1,1 1-1,-1 0 0,1 0 1,0 1-1,0 0 0,9 0 0,-14 1-118,0 0 0,1 0 0,-1 1 0,0-1-1,1 1 1,-1-1 0,0 1 0,0 0-1,0 0 1,0 0 0,0 0 0,0 1-1,0-1 1,0 0 0,0 1 0,0-1-1,-1 1 1,1 0 0,-1 0 0,1-1-1,-1 1 1,0 0 0,1 0 0,-1 0 0,0 1-1,0-1 1,-1 0 0,1 0 0,0 0-1,-1 1 1,1-1 0,-1 0 0,0 1-1,0-1 1,0 0 0,0 4 0,-1 8-62,0 0 0,-1 1 0,-1-1 0,-6 22 0,8-33 31,-3 11-82,2-1 1,-1 1-1,2 0 1,0 0-1,0 0 1,2 0-1,-1 0 1,2 0-1,0 0 0,1 0 1,4 15-1,1-8 30,0 0 0,1-1-1,1 0 1,1 0-1,1-1 1,17 21-1,-26-36 56,25 32-118,-1 0 0,42 81 0,-63-104 117,0-1 1,-1 2-1,-1-1 0,-1 0 1,1 1-1,-2 0 0,0-1 0,-1 1 1,0 0-1,-1 0 0,0 0 0,-2 0 1,1 0-1,-5 15 0,0-9 8,-1-1 0,0 1 0,-2-1-1,0-1 1,-18 27 0,-68 83-72,53-74-3,5-8-9,-48 45 1,54-53 82,29-35 61,19-20-68,-5 3 14,-1 0 0,0-1 0,-1 0 0,-1-1-1,15-32 1,-12 24-309,25-40 1,6 12-681,2 1 1,65-57-1,-53 53 304,314-262-2729,-36 34 2662,-221 154 1887,-111 126-1083,-1 0 0,1 0 0,-1 0 0,0-1 0,0 1 0,0-1-1,0 0 1,1-4 0,3-4 100,-7 11-132,1 0 0,-1 1 1,1-1-1,-1 1 0,1-1 1,-1 0-1,0 1 0,1-1 0,-1 1 1,0 0-1,1-1 0,-1 1 0,0-1 1,0 1-1,1 0 0,-1 0 1,0-1-1,0 1 0,-1 0 0,2 0 9,-3-1-8,0 1 0,1 0 1,-1 0-1,0 0 0,1 0 0,-1 0 1,0 1-1,1-1 0,-1 1 0,1 0 0,-1 0 1,1 0-1,-1 0 0,1 0 0,-1 0 1,1 1-1,0-1 0,0 1 0,0-1 0,-4 4 1,-1 2 21,-1 0-1,1 0 1,1 1 0,-10 13 0,8-8-19,1 0 0,0 1 1,1-1-1,1 1 0,0 1 0,1-1 0,0 1 0,1-1 1,1 1-1,0 0 0,1 0 0,1 0 0,1 0 0,0 0 1,0 0-1,1 0 0,1 0 0,7 18 0,-6-19-86,1-1-1,1 0 1,0 0-1,0 0 1,2-1-1,-1 0 1,2 0-1,0-1 1,0 0 0,1-1-1,0 0 1,0 0-1,1-1 1,1-1-1,-1 0 1,2 0-1,-1-1 1,1-1-1,19 8 1,-8-6-84,0-2 0,1-1 1,0 0-1,-1-2 0,1-1 0,0-1 1,0-1-1,0-1 0,0-1 1,0-2-1,0 0 0,-1-1 0,43-16 1,-44 12 247,-1-1 1,0-1 0,-1-1 0,0-1-1,-1-1 1,0 0 0,-1-2 0,-1 0 0,0-1-1,-1-1 1,-1 0 0,-1-2 0,-1 1-1,14-26 1,-23 34-15,1-2 0,-2 1 0,0 0-1,0-1 1,2-22 0,-4 26-45,-1 0 1,0 0-1,-1-1 1,0 1-1,-1 0 0,0-1 1,0 1-1,-4-14 1,4 20-38,0 0 1,-1 1-1,1-1 1,-1 1 0,1-1-1,-1 1 1,0-1 0,0 1-1,0 0 1,0 0-1,-1 0 1,1 0 0,0 0-1,-1 1 1,1-1-1,-1 1 1,0-1 0,0 1-1,1 0 1,-1 0-1,0 0 1,0 1 0,0-1-1,0 1 1,0 0-1,0-1 1,0 1 0,0 0-1,0 1 1,-4 0-1,-2 0 8,0 0 0,0 2 0,0-1-1,0 1 1,0 0 0,1 1-1,-1 0 1,-11 7 0,7-1-1,0 0 1,0 1-1,1 0 1,0 1-1,1 1 1,0 0 0,1 0-1,-15 28 1,12-17-65,1 0 0,1 1 0,2 0 0,-12 47 1,20-62-74,-1 0 0,1 1 0,0-1 0,1 0 1,0 1-1,1-1 0,0 0 0,1 0 0,3 13 0,-5-21 81,1 1 0,0 0-1,0 0 1,0-1 0,0 1-1,0 0 1,1-1 0,-1 1-1,1-1 1,-1 0 0,1 0-1,0 1 1,0-1 0,0 0-1,0 0 1,0-1 0,1 1-1,-1 0 1,0-1 0,1 0-1,-1 1 1,1-1 0,0 0-1,-1 0 1,1 0 0,0-1-1,0 1 1,0-1 0,-1 1-1,1-1 1,0 0 0,0 0-1,0 0 1,0-1 0,4 0-1,-1-1-10,1 0 0,-1 0-1,1-1 1,-1 0-1,0 0 1,0-1 0,0 0-1,-1 0 1,0 0-1,1 0 1,-1-1-1,7-9 1,5-7-64,27-44 1,-39 55 113,28-50 4,-26 44 13,75-167 172,-72 159-157,161-455 740,-54-103 1756,-78 364-312,-39 215-2048,1 0 0,-1 0 0,0 0 0,0 0 1,0 0-1,-1 0 0,1 0 0,0 0 0,-1 0 1,0 0-1,0 1 0,0-1 0,-2-4 0,-2 17 84,1 0 0,0 0 0,0 1 0,-4 21 0,1-3 39,-16 68 717,-12 109 0,15-79-572,11-70-296,-37 263 166,13 64-3172,22-127-2336,10-200 467,9 87 1,7-55-5656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4.2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1554 135 6121,'-6'-13'3968,"-8"-8"7721,-7 2-10168,12 12-758,-1-1 23,0 1 1,0 0-1,0 1 1,-1 0-1,0 1 1,-1 0-1,1 0 1,-20-4-1,1 3-660,-1 1 0,0 2-1,-1 1 1,1 2 0,0 1 0,-1 1-1,1 1 1,0 2 0,-48 14 0,9 3-3,0 3 0,-128 66 0,130-53-123,1 2 0,3 3 0,-98 84 0,118-86 0,1 1 0,2 3 0,2 1 0,2 2 0,-37 65 0,66-100 0,1 1 0,0 1 0,1-1 0,1 1 0,0 0 0,1 0 0,-4 31 0,7-42 0,1 0 0,-1-1 0,1 1 0,0 0 0,1 0 0,-1 0 0,1 0 0,0 0 0,0 0 0,0-1 0,0 1 0,0 0 0,1-1 0,0 1 0,0-1 0,0 1 0,0-1 0,0 0 0,1 0 0,-1 0 0,1 0 0,0-1 0,0 1 0,0-1 0,0 1 0,1-1 0,-1 0 0,0 0 0,1-1 0,0 1 0,-1-1 0,1 0 0,0 1 0,0-2 0,-1 1 0,8 0 0,1 0 0,-1 0 0,0-1 0,1 0 0,-1-1 0,1 0 0,17-5 0,69-25 0,-83 26 0,81-32 0,151-82 0,80-73 0,-193 111 0,-109 65 0,1 1 0,1 2 0,0 0 0,0 2 0,34-8 0,-53 17 0,0 0 0,1 1 0,-1 0 0,1 1 0,-1 0 0,1 0 0,-1 1 0,0 0 0,15 4 0,-17-3 0,0 0 0,0 1 0,-1-1 0,1 1 0,-1 1 0,0-1 0,0 1 0,0 0 0,0 0 0,0 1 0,-1-1 0,0 1 0,0 0 0,5 8 0,-2 1 0,-1 0 0,-1 0 0,0 0 0,-1 1 0,0-1 0,-2 1 0,1 0 0,-2 0 0,0 21 0,3 11 0,1 5-677,-2-12-1997,1-2 0,2 1 0,2-1 0,1 0 0,15 39 0,8-10-10388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4.7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297 96 12961,'-22'13'606,"-16"8"2320,1 2-1,-50 40 0,81-58-2486,0-1 0,-1 0 0,1 0 0,-1-1 0,0 0 0,-12 3 1,-4 3 839,21-9-1088,-1-1-1,0 0 0,0 1 0,1-1 0,-1 0 0,0-1 0,1 1 1,-1 0-1,-3-3 0,6 3-161,-1 1 0,1-1-1,0 1 1,0-1 0,0 1 0,0 0 0,0-1 0,0 1-1,0-1 1,0 1 0,0-1 0,0 1 0,0-1 0,0 1-1,0-1 1,0 1 0,0-1 0,0 1 0,0 0 0,1-1-1,-1 1 1,0-1 0,0 1 0,1 0 0,-1-1 0,0 1-1,0 0 1,1-1 0,-1 1 0,0 0 0,1-1 0,0 1 0,10-13 344,-8 12-336,0-1 0,0 1 0,0 1 1,1-1-1,-1 0 0,0 1 0,0-1 0,1 1 1,-1 0-1,0 0 0,1 0 0,-1 1 0,0-1 1,6 3-1,44 16 65,-43-15-62,26 14 7,-1 1 0,0 2 1,-2 1-1,-1 1 0,0 2 0,51 55 1,-58-55-208,-2 2 0,-1 1 1,-2 1-1,0 1 1,-2 0-1,-2 1 1,16 39-1,6 27-756,-37-94 833,-3-3 51,1 0 38,-1 0 1,0-1 0,0 1-1,0-1 1,0 1-1,1-1 1,-1 0-1,0 0 1,0 0 0,1 0-1,-1 0 1,1 0-1,-1 0 1,1 0-1,-1-1 1,1 1-1,0-1 1,0 1 0,0-1-1,-1 1 1,2-1-1,-1 0 1,0 1-1,0-1 1,0 0 0,1 0-1,-1 0 1,0-2-1,-1-7 35,0 1 0,1-1 1,-1-19-1,2 25-29,0-22 23,2 1 0,0 0 0,2 0 0,1 0 0,1 0 0,1 1-1,18-43 1,-7 28-26,2 1-1,1 2 1,50-68-1,-52 81-11,1 1-1,1 1 1,0 1-1,2 0 1,0 2-1,2 1 1,0 1-1,34-18 1,-48 29 12,1 0 0,0 1 1,1 1-1,-1 0 0,1 0 0,-1 2 1,1-1-1,0 1 0,0 1 1,0 1-1,0 0 0,0 0 0,0 1 1,0 1-1,0 0 0,0 1 0,0 0 1,-1 1-1,1 0 0,-1 1 0,17 10 1,-14-5 21,0 1 0,0 0-1,-1 1 1,-1 0 0,0 1 0,-1 1 0,0 0 0,-1 0 0,-1 1 0,14 25 0,1 14-666,37 108-1,7 15-3572,-24-96 1,-11-30-1631,10 10-5493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5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509 1470 11789,'-16'-2'773,"-1"1"0,0 0 0,0 1 1,0 1-1,0 1 0,0 0 0,0 1 0,1 1 0,0 0 0,-1 1 0,-24 12 1,20-5-106,0 2 0,1 0 0,1 1 0,0 1 0,1 0 0,1 2 0,0 0 0,2 1 0,-20 29 0,24-31-479,1 1-1,0 0 1,1 0 0,1 1 0,1 0-1,1 0 1,0 1 0,2 0 0,0 0 0,1 0-1,0 36 1,3-49-192,0 0 1,1 0-1,0-1 0,0 1 0,1 0 1,-1-1-1,1 1 0,1-1 0,-1 0 1,1 1-1,1-1 0,-1 0 0,7 8 1,-4-8-165,0 0 1,0-1-1,1 0 1,-1 0 0,1 0-1,0-1 1,1 0-1,-1 0 1,1-1 0,15 5-1,-13-5-59,1 0-1,0-1 1,0 0 0,0-1-1,0 0 1,0-1-1,0 0 1,0-1 0,0 0-1,0 0 1,0-1-1,0-1 1,-1 0-1,1 0 1,-1-1 0,1-1-1,-1 0 1,-1 0-1,1-1 1,-1 0 0,9-7-1,-3 0-19,-1 0 0,0-1 0,-1 0 0,0-1 0,-1-1 0,-1 0 0,-1-1 0,0 1 0,-1-2 0,-1 0 0,8-24 1,1-17-215,20-119 1,-31 144 365,76-584 1061,-54 387 76,0-72 1489,11-70 3063,-32 329-4272,0 30-43,-7 15-1247,1-1-1,-1 0 0,1 1 1,-1-1-1,0 1 0,1 0 1,-1-1-1,1 1 0,-1-1 1,0 1-1,1-1 0,-1 1 1,0 0-1,0-1 0,0 1 1,0 0-1,1-1 0,-1 1 1,0 0-1,0-1 0,0 2 1,2 22-7,-1 0 0,-1 0 0,-1 0 0,-8 47 0,2-19-39,-44 470 13,42-361 0,17 206 0,-7-352 1,25 241 126,-18-207-287,2 1-1,3-1 1,20 52-1,-16-60-1785,1 0 0,26 41 0,-29-60-1244,0 0 1,27 30 0,27 16-10674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5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 19114,'-10'30'3196,"17"6"-20,0 6-379,6 0-617,1 4-240,-1 2-1576,-3 6-364,0 10 0,0-1 0,-7 3 0,1 0 0,-1-2 0,4-7-816,-7 0-2368,0-2-521,0-4-3647,7 0-7374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5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 12525,'10'-43'4545,"13"52"-5346,18 6-579,-28-6-840,10 16-1468,11 17-2309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6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256 154 12793,'-6'0'109,"-10"-3"680,-1 2 0,1 0 0,-1 1 0,0 0 0,1 1 0,-1 1 0,-19 5 0,-4 0 1333,34-7-1898,1 1 0,0 0-1,-1 0 1,1 0-1,-9 3 1,12-3 1670,0-3-1078,0-1-774,-9-19 1863,16 13-743,13 5-534,-14 5-563,1-1 0,-1 1 0,1 0 1,-1 1-1,1-1 0,-1 1 0,0 0 1,0 0-1,0 0 0,0 0 0,0 1 0,0 0 1,0 0-1,-1 0 0,0 0 0,5 5 1,6 9 55,0 0 1,12 22-1,-19-30-66,12 22 6,-1 1 0,-1 0 0,-2 2 0,-1 0 0,-2 0 0,12 56 1,-12-28-275,-4 1 1,-2-1 0,-2 65-1,-9-131 369,3 3-139,1 1 0,0-1 0,0 0-1,0 1 1,0-1 0,0 0 0,0 0 0,0 1 0,0-1 0,0 0 0,0 0 0,0 0 0,1 0 0,-1 0 0,-1-2-1,1-9 98,0 1-1,0-1 1,1 1-1,1-14 1,0 5 36,1-12-61,2 0 1,1 1-1,1 0 1,2 0-1,1 0 1,1 1-1,2 1 0,22-44 1,-11 34 8,0 1 0,3 1-1,1 2 1,2 0 0,45-43 0,-54 60-98,1 1 0,1 0 0,0 2 0,1 0 0,1 2 0,0 0 0,1 2 0,0 0 0,39-9 0,-49 16 0,1 0 0,-1 2 0,0 0 0,1 1 0,-1 0 0,1 1 0,0 1 0,-1 0 0,1 1 0,-1 1 0,0 1 0,0 0 0,0 0 0,0 2 0,-1 0 0,0 0 0,25 17 0,-23-11 2,-1 0 0,0 1 0,-2 0 0,1 1 0,-2 1 0,1 0 0,15 27 0,-14-17-6,-1 1 1,-1 1-1,-1 0 1,10 40 0,-4 10-168,-4 1-1,5 139 1,-14-109-1998,1 37-3131,8-51-4812,0-48-1575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6.5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16161,'2'2'3492,"17"17"-2797,-1 0 1,-1 2-1,-1-1 1,-1 2-1,-1 0 0,-1 1 1,-1 0-1,-1 1 0,11 32 1,5 30 2342,21 120 0,-42-176-2954,24 160-84,8 268 0,-37-448 0,23 266-7430,-16-221-864,-1-10-5765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6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1 266 19950,'57'-60'3324,"-20"30"-460,3 9-651,17 3-457,10 0-372,13-1-688,17 4-780,11 3-740,9-6-780,3 0-552,1 0-929,3 6 193,-7 9-3481,-13 0-5812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6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15089,'0'0'2979,"4"1"-452,13 6-1831,-1 1 0,0 0-1,0 1 1,-1 1 0,-1 0 0,1 1-1,-2 1 1,1 0 0,-2 1-1,18 22 1,6 12 243,57 99-1,-64-93-692,-3 1 0,-2 1 0,-2 1-1,-2 1 1,-3 1 0,10 66-1,-20-73-187,-1-1 0,-3 1-1,-2 0 1,-2 0-1,-3 0 1,-1 0 0,-20 77-1,2-58 44,21-64-71,-1 0-1,0-1 1,0 1-1,-1-1 1,1 0-1,-1 0 1,0-1-1,-1 1 1,-8 7-1,12-12-27,1 1-1,-1 0 1,1-1-1,-1 1 1,0-1-1,1 1 1,-1-1 0,0 0-1,1 1 1,-1-1-1,0 0 1,0 1-1,0-1 1,1 0-1,-1 0 1,0 0-1,0 1 1,0-1-1,1 0 1,-1 0-1,0 0 1,0-1-1,0 1 1,1 0 0,-1 0-1,0 0 1,0 0-1,0-1 1,1 1-1,-1 0 1,0-1-1,-1-1 1,1 1-1,0-1 0,1 1 0,-1-1 1,0 1-1,0-1 0,1 0 0,-1 1 1,0-1-1,1 0 0,0 1 1,-1-1-1,1-3 0,0-7-1,0 1-1,0 0 1,1-1-1,3-14 1,14-43 0,3 1 0,39-88 0,75-124 0,-65 159-2674,124-163 0,-177 261 2209,8-11-2550,1 1 0,2 1-1,38-33 1,10 3-8894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7.2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0 320 16005,'31'13'2790,"-30"-13"-2551,1 1 0,0 0 0,-1-1 0,1 1 0,0-1 0,-1 0 0,1 1 0,0-1 0,0 0 0,-1 0 0,1 0 0,0 0 0,0-1 0,-1 1 0,1 0 0,2-2 0,7 0 487,60-7 1351,1-4 0,94-29 0,-110 27-1535,-44 12-449,173-54 620,-168 50-718,0 0 0,-1-1 0,0-1 0,0 0 0,-1-1-1,0-1 1,-1 0 0,16-17 0,-29 27-2,1 0 0,-1-1 0,0 1 0,0-1 0,0 0 0,-1 1 1,1-1-1,0 0 0,-1 0 0,1 1 0,-1-1 0,1 0 0,-1 0 0,0 0 0,0 0 1,0 0-1,0 1 0,0-1 0,0 0 0,0 0 0,-1 0 0,1 0 0,-1 1 0,1-1 0,-1 0 1,-1-2-1,1 2 4,0-1 1,-1 1-1,1 0 1,-1-1-1,0 1 1,0 0 0,1 0-1,-1 0 1,-1 0-1,1 0 1,0 1-1,0-1 1,-1 1-1,1-1 1,-5-1 0,-9 0 68,1 0 1,0 1-1,0 0 1,-1 1-1,1 1 1,-1 1 0,1 0-1,-1 1 1,1 0-1,0 1 1,0 1 0,0 1-1,-22 9 1,7-1 90,0 2 0,0 1 0,2 1 1,0 2-1,-33 28 0,40-29-157,1 2 0,1 0 0,0 0 0,2 2 0,0 0 0,1 1 0,2 1 0,-20 42 0,29-54 0,0 0 0,1 0 0,1 1 0,0-1 0,1 1 0,0 0 0,0 0 0,2 0 0,0 0 0,0 0 0,1 0 0,1 0 0,0 0 0,0-1 0,2 1 0,-1 0 0,2-1 0,0 0 0,0 0 0,11 17 0,-5-13-135,2 0-1,0-1 1,0 0-1,1-1 1,1 0-1,1-1 1,0-1-1,0-1 1,1 0-1,0-1 1,1-1-1,37 14 1,13-1-1351,1-3 0,90 13 0,-125-26 852,99 19-7842,1-6-5978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7.8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 16826,'4'-8'-649,"3"-2"9609,-4 27-2248,7 409-5889,6 104-728,35 81-95,-36-503-2599,4-1 0,64 203 0,-59-241-5653,5-10-5482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8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21 15837,'4'-3'236,"0"1"38,-1 0 1,1 0-1,0 0 0,-1 0 1,1 1-1,0-1 0,0 1 0,0 0 1,0 0-1,0 1 0,0-1 1,1 1-1,-1 0 0,0 0 1,0 0-1,0 0 0,7 2 1,86 16 3376,152 49 0,-220-57-3456,1 2 1,-1 1 0,-1 1-1,-1 1 1,0 2 0,0 0-1,-2 2 1,0 1 0,28 30-1,-46-43-145,-1 1-1,1 0 0,-2 0 1,1 1-1,-1 0 0,0 0 1,-1 0-1,0 0 0,0 1 1,-1-1-1,3 19 0,-5-20-23,0 0-1,-1 0 1,-1 0-1,1 0 1,-1 0-1,0 0 1,-1 0-1,0 0 0,0 0 1,-1-1-1,0 1 1,0-1-1,-1 1 1,0-1-1,-6 8 1,-9 10 8,-1 0 0,-1-1 0,-1-1 0,-1-1 0,-48 34 0,-143 79-1107,164-105 406,-189 92-5547,108-57-3262,71-31-1583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9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278 495 7917,'0'3'2425,"1"2"-1766,1 15 9445,-11-13-5420,-3-3-5175,9-4 2918,27 0-669,-8-1-1643,-1-1-1,1 0 1,0-1 0,-1-1 0,0 0 0,0-1 0,0-1 0,-1-1 0,1 0 0,-2 0-1,1-1 1,-1-1 0,0-1 0,-1 0 0,21-21 0,-10 7 91,-2 0 1,0-2 0,-2-1-1,-1 0 1,-1-1-1,22-52 1,-26 48-207,-1 0 0,13-61 0,-24 92 0,-1 0 0,0-1 0,0 1 0,1 0 0,-1 0 0,0 0 0,0 0 0,0 0 0,0-1 0,0 1 0,0 0 0,-1 0 0,1 0 0,0 0 0,-1-2 0,0 2 0,0 1 0,0-1 0,0 1 0,0-1 0,-1 1 0,1-1 0,0 1 0,0 0 0,0 0 0,0 0 0,0-1 0,0 1 0,-1 0 0,1 0 0,0 1 0,0-1 0,0 0 0,0 0 0,0 1 0,-1-1 0,1 0 0,-1 1 0,-28 13 0,12-2 0,1 1 0,0 0 0,1 2 0,1-1 0,-15 19 0,-66 92 0,88-114 0,-85 117 0,6 5 0,-106 218 0,173-309 0,2 2 0,2 0 0,-15 66 0,29-94 0,-1 0 0,2 0 0,0 1 0,1-1 0,3 28 0,-1-34 0,0 0 0,1-1 0,-1 0 0,2 1 0,-1-1 0,1 0 0,1-1 0,0 1 0,0-1 0,10 12 0,-3-7-395,1 0 0,0-1 0,1-1 0,0 0 1,1-1-1,0-1 0,1 0 0,0-1 0,0-1 0,1 0 0,0-1 0,32 7 0,15-1-2141,0-3 0,76 1-1,-138-10 2497,111 3-6502,4-5-3916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19:59.8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53 245 12773,'-17'10'2516,"26"-25"1108,-5 8 1617,13 20-3180,-10-5-1734,15 14 10,-2 0-1,0 1 1,-2 1 0,0 0 0,-2 2 0,-1 0 0,-1 0-1,-1 2 1,11 34 0,-8-13-57,-2 0 1,-3 1-1,-1 0 0,4 90 1,-14-93-167,-1-1 1,-3 0-1,-2 0 1,-1 0 0,-3 0-1,-22 62 1,3-29 103,-3-2-1,-71 121 1,20-69-218,76-121 0,4-9 0,3-11 0,0 11 0,1-10 0,1-1 0,1 1 0,-1 0 0,2 1 0,0-1 0,7-14 0,40-68 0,-25 48 0,478-746-334,-437 697-748,124-166-3926,-126 179-663,85-81 0,-20 43-6346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0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132 286 11361,'-25'-14'1122,"8"4"612,-33-24 0,44 28-264,0 0 0,0 0-1,0 0 1,-9-14 5023,18 2-3036,-2 17-3438,-1 0 0,0 0 1,1 0-1,-1 0 1,0 1-1,1-1 1,-1 0-1,1 0 0,-1 0 1,1 1-1,0-1 1,-1 0-1,1 1 1,0-1-1,0 1 1,-1-1-1,1 1 0,0-1 1,0 1-1,0-1 1,-1 1-1,1 0 1,0-1-1,0 1 0,0 0 1,0 0-1,0 0 1,0-1-1,0 1 1,0 0-1,0 0 0,0 1 1,0-1-1,-1 0 1,1 0-1,0 0 1,0 1-1,1-1 0,42 16 206,-38-13-220,47 20-5,-2 3 0,-1 2 0,-1 1 0,-1 4 0,80 70 0,-107-83 0,0 1 0,-1 1 0,-1 1 0,-1 0 0,-2 2 0,0 0 0,-1 0 0,-2 2 0,-1 0 0,0 0 0,-3 1 0,0 0 0,6 35 0,-11-31 0,-1 1 0,-1-1 0,-2 1 0,-2-1 0,0 1 0,-2-1 0,-12 43 0,11-53 0,-2 0 0,-1-1 0,0 0 0,-1-1 0,-2 0 0,0 0 0,-1-1 0,-1-1 0,0 0 0,-2 0 0,-20 19 0,34-36 0,-1 0 0,1 0 0,-1 1 0,1-1 0,0 0 0,-1 0 0,0 0 0,1 0 0,-1-1 0,0 1 0,1 0 0,-1-1 0,0 1 0,0-1 0,1 0 0,-1 1 0,0-1 0,0 0 0,0 0 0,1 0 0,-1 0 0,0-1 0,0 1 0,0 0 0,1-1 0,-1 1 0,0-1 0,0 0 0,1 0 0,-1 1 0,1-1 0,-1 0 0,0 0 0,1 0 0,0-1 0,-1 1 0,1 0 0,0-1 0,0 1 0,-1 0 0,1-1 0,0 1 0,1-1 0,-1 0 0,0 1 0,0-1 0,1 0 0,-1 1 0,1-1 0,-1-4 0,-3-11 0,1-1 0,1-1 0,1 1 0,1 0 0,0 0 0,2 0 0,0-1 0,4-18 0,6-13 0,30-82 0,-14 64-127,3 0 1,3 2-1,2 2 0,52-68 1,-27 51-635,4 4 0,110-104 0,-51 76-4725,-38 44-1680,19-2-7049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0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202 801 15249,'1'0'29,"20"-24"2191,0 1 0,46-36-1,-29 34 61,49-25 0,-57 34-1702,60-44 1527,-90 59-2072,0 0-1,0 0 1,0 0 0,-1 0-1,1 0 1,0 0-1,-1 0 1,1 1 0,-1-1-1,1 0 1,-1 0 0,1 0-1,-1 0 1,0 1-1,1-1 1,-1 0 0,-1-1-1,2 2 0,-1-1 5,0 0 0,0-1 0,0 1 0,0 0 0,0 0 0,0 0 1,0 0-1,-1 0 0,1 0 0,0 0 0,-1 0 0,-1 0 0,0 0 36,0 1 0,-1-1 0,1 1-1,-1 0 1,1 0 0,-1 0 0,-5 2-1,-19 2 47,0 1-1,1 1 1,0 2-1,0 1 1,1 0-1,0 3 0,0 0 1,2 1-1,-24 17 1,30-18-64,1 1 0,0 1 1,1 1-1,1 0 0,0 1 1,1 1-1,1 0 0,0 1 1,2 0-1,0 1 0,1 0 1,-14 37-1,20-43-80,1-1 1,0 1-1,1-1 0,0 1 0,1 0 1,0 0-1,1 0 0,0 0 1,1-1-1,1 1 0,0 0 0,1 0 1,0-1-1,1 0 0,0 1 1,1-1-1,0-1 0,1 1 0,8 11 1,-5-10-57,1 0 1,0-1 0,1-1 0,0 0-1,0 0 1,1-1 0,1-1-1,0 0 1,0 0 0,1-1 0,0-1-1,0 0 1,1-1 0,0-1-1,20 5 1,-3-4-436,0-1 0,0-2 0,0-1 0,1-2 0,-1 0 1,0-3-1,0 0 0,0-3 0,0 0 0,-1-2 0,0-1 0,0-2 0,-1-1 0,-1-1 0,0-1 0,35-24 0,-31 16 604,0-2-1,-1-1 1,-1-2 0,-2-1-1,-1-1 1,-1-1 0,-1-2-1,-2 0 1,-2-2-1,0 0 1,-3-2 0,25-61-1,-14 8 1652,16-94 0,6-18 1316,-32 137-2126,39-111 1020,-51 163-1949,0 12 0,1 14 0,-8-12 0,5 9 0,-2-1 0,1 1 0,-1 0 0,-1 0 0,0 0 0,2 17 0,4 78 0,-5-40 0,10 329-1461,-8-91-1026,1-207-2548,-1-34-2099,1 7-6532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1.5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1 876 16670,'367'-49'4392,"-242"38"-4005,226-52-1,-348 62-378,14-3 181,1-2 0,29-12 1,-44 16 111,-21-8 554,17 9-810,0 0 0,0 0 1,0 0-1,-1 0 0,1 0 0,0 1 1,-1-1-1,1 0 0,-1 1 0,1-1 0,-1 1 1,1-1-1,-3 1 0,-9 0 216,1 2 1,0 0-1,0 0 0,0 1 0,0 1 0,1 0 1,-16 7-1,16-6-23,-2 0-18,1 0 0,0 1 0,0 1 0,1 0-1,0 0 1,0 1 0,-13 13 0,21-18-163,0 0 0,-1 1 0,1 0 0,1-1 0,-1 1 0,0 0 0,1 0 0,0 1 0,0-1 0,0 0 0,1 1 0,-1-1 0,1 1 0,0-1 1,1 1-1,-1 0 0,1-1 0,0 1 0,0 0 0,0 0 0,0-1 0,1 1 0,0 0 0,0-1 0,2 6 0,1-2-33,0 0 1,1 1-1,0-2 0,1 1 1,-1 0-1,1-1 0,1 0 1,0-1-1,0 1 0,0-1 1,0-1-1,1 1 0,0-1 0,0-1 1,13 6-1,9 4-292,1-2 1,0-2-1,39 9 1,20 1-1286,124 11 0,-153-26 977,0-4 0,-1-2-1,76-12 1,-119 11 475,13-2 64,0 0 1,0-2 0,0-2-1,44-17 1,-72 24 54,0 1 0,0-2 0,0 1-1,0 0 1,0 0 0,0-1 0,0 1 0,-1 0 0,1-1 0,0 0 0,-1 1 0,0-1 0,1 0 0,-1 0 0,0 0 0,0 0-1,0 0 1,0 0 0,0 0 0,-1 0 0,1-1 0,-1 1 0,1 0 0,-1 0 0,0 0 0,0-1 0,0 1 0,0 0-1,0 0 1,0-1 0,0 1 0,-1 0 0,-1-4 0,1 2 43,-1 1 1,1-1-1,-1 1 1,0-1-1,0 1 0,0 0 1,-1 0-1,1 0 1,-1 0-1,0 0 0,0 0 1,0 1-1,0 0 0,0-1 1,0 1-1,-1 0 1,1 1-1,-7-4 0,0 3 36,0 0-1,0 0 1,0 1-1,0 0 1,0 1-1,0 0 1,-18 3-1,0 2 100,-43 13-1,46-10-107,0 1 1,1 2-1,0 0 0,0 1 1,-32 24-1,45-28-140,1 0 1,0 0-1,0 1 1,1 0-1,0 0 1,1 1-1,0 0 1,0 1-1,1 0 1,1 0-1,-1 1 1,2-1-1,-5 15 1,9-23-9,0 0 1,0 0 0,0-1 0,1 1-1,-1 0 1,1 0 0,0 0-1,0 0 1,0-1 0,0 1-1,1 0 1,-1 0 0,1 0 0,-1-1-1,1 1 1,0 0 0,0-1-1,0 1 1,1 0 0,-1-1-1,1 0 1,-1 1 0,1-1 0,0 0-1,0 0 1,0 0 0,0 0-1,0 0 1,3 2 0,-1-2 1,-1 0-1,1-1 1,-1 0 0,1 0 0,-1 0 0,1 0 0,0 0 0,-1-1 0,1 1 0,0-1-1,0 0 1,-1 0 0,1-1 0,0 1 0,-1-1 0,1 0 0,0 0 0,-1 0-1,1 0 1,-1-1 0,5-2 0,13-8-110,-1-1-1,0-2 1,-1 0 0,0-1 0,17-19-1,75-98-94,-57 55 947,-4-2 0,-3-2 0,-4-3 0,-3-1 0,32-102 0,10-52 2410,-65 186-2105,39-98 1726,-51 145-2661,-3 11-40,-3 13-28,-17 139 14,7-75 0,-1 148 0,32 26-431,-14-210-72,3 0 0,2-1 0,25 66-1,9-13-5278,-11-36-1387,15 17-7219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1.7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34 18162,'50'-22'11349,"-23"10"-19362,-7 27-10501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3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2231 10365,'-1'0'121,"0"0"1,0-1-1,0 1 0,0-1 1,1 1-1,-1-1 0,0 1 1,0-1-1,0 1 1,1-1-1,-1 0 0,1 0 1,-1 1-1,0-1 0,1 0 1,-1 0-1,1 1 0,-1-1 1,1 0-1,0 0 1,-1 0-1,1 0 0,0 0 1,0 0-1,0 0 0,-1 0 1,1 0-1,0-1 0,1-1 84,0 1 1,-1-1-1,1 0 0,0 1 0,0-1 0,0 0 0,1 1 0,-1 0 0,0-1 0,3-2 0,7-8 579,0 0 0,22-18-1,-33 31-758,34-28 641,1 2 0,1 1 0,1 2 0,66-31-1,108-34 514,601-164 954,-394 159-1624,64-2-99,1178-150 169,16 66-1746,-1240 135 571,40-4-126,2066-237-2327,-1205 74 2657,-872 121 67,-16-28-990,-274 57-501,-143 48 386,-1-2 0,0-1 0,30-21 0,-41 22-1387,-2 0 1,27-28-1,-44 42 2698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4.0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1378 10385,'-6'12'1250,"6"-12"-1061,0 0 0,0 1-1,0-1 1,0 0 0,0 0-1,0 1 1,-1-1 0,1 0 0,0 0-1,0 1 1,0-1 0,0 0-1,0 0 1,0 1 0,0-1-1,0 0 1,0 1 0,1-1-1,-1 0 1,0 0 0,0 1-1,0-1 1,0 0 0,0 0-1,0 0 1,0 1 0,1-1-1,-1 0 1,0 0 0,0 0 0,0 1-1,1-1 1,-1 0 0,25-2 9480,-5-2-11794,482-61 5844,-246 33-3144,3220-357 870,-1814 213-1798,-603 51 95,-12-43 88,-629 76 93,-313 64 48,185-78-1,-272 99 5,-1-1-1,0-1 0,0 0 1,0-1-1,-1-1 0,-1-1 1,16-15-1,-29 26-13,0-1 0,0 0 0,-1 0 0,1 0 0,-1 0 0,1-1 0,-1 1 0,0 0 1,0 0-1,0-1 0,0 1 0,0-1 0,-1 1 0,1-1 0,-1 1 0,1-1 0,-1-3 0,0 4-32,-1 0 1,0 0 0,1 0-1,-1 1 1,0-1-1,1 0 1,-1 0-1,0 0 1,-1 1 0,1-1-1,0 1 1,0-1-1,-1 1 1,1-1-1,-1 1 1,1 0-1,-3-2 1,-6-2-293,1 0 0,-1 0-1,0 1 1,0 1 0,0-1 0,-20-2-1,0 1-1207,1 2 0,-59 0 0,-10 10-5679,17 4-3503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07.5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28 407 11537,'-27'-21'8003,"34"19"-6976,119-25 565,238-20 0,-312 42-1448,765-55 661,9 23-514,-700 32-274,945-30-216,7-1-821,-811 26 552,1535-75-6345,-1376 62 1579,-40 9-3056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3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10 14781,'-18'-5'1000,"-3"0"255,3 6 4126,23 5-1626,2 18-1431,-5-8-1859,-2 0 0,0-1-1,-1 1 1,0 0 0,-2-1 0,-7 31 0,-5 35 552,8 79-3828,8-116 574,2 1 0,2-1 0,2 0 0,2 0 0,2-1 0,24 63 0,-13-52-9076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3.7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0 17022,'-39'13'2977,"39"-13"-2790,-1 0 1,1 1 0,-1-1 0,1 0 0,-1 0 0,1 0 0,-1 1 0,1-1 0,0 0 0,-1 1 0,1-1 0,-1 0 0,1 1 0,0-1 0,-1 1 0,1-1 0,0 1 0,0-1 0,-1 1 0,1-1 0,0 0 0,0 2 0,1 12 937,-1-14-640,-3 48 4924,-1 2-4025,6-31-1356,1 1 0,0-1 0,2 0 0,0 0 0,1 0 0,1 0 0,1-1 0,0 0 0,1-1 0,1 0 0,1 0 0,13 14 0,-1-2-639,50 48 0,36 12-4846,26 22-5884,-64-43-744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7.0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 1163 7097,'2'-8'1056,"0"-1"1,0 1-1,1 0 0,0 0 1,7-14-1,-8 19 382,4-15 1195,0 0-1521,-5 15-168,-1-1-82,0-1-353,0 0-1,-1 0 1,0 0 0,1 0-1,-2 0 1,1 0 0,-1 0 0,1 0-1,-1 0 1,-4-5 0,5 8 485,-1 3-858,-1 1 0,1 0 1,-1 0-1,1 0 0,0 0 0,0 0 1,0 1-1,0-1 0,0 1 0,-2 2 1,-3 15 286,0 0 0,0 0 0,2 1 0,-4 32 1,-4 14 393,-46 182-377,12 4 1,-26 430-1,88-331-440,-14-349 0,-1 1 0,0 0 0,1 0 0,0 0 0,0-1 0,0 1 0,1 0 0,-1-1 0,1 1 0,2 3 0,-3-6 0,-1-1 0,1 1 0,-1-1 0,1 1 0,-1-1 0,1 1 0,0-1 0,-1 0 0,1 1 0,-1-1 0,1 0 0,0 0 0,0 0 0,-1 1 0,1-1 0,0 0 0,-1 0 0,1 0 0,0 0 0,0 0 0,-1 0 0,1 0 0,0 0 0,-1-1 0,1 1 0,0 0 0,0 0 0,-1-1 0,1 1 0,-1 0 0,1-1 0,0 1 0,-1 0 0,1-1 0,-1 1 0,1-1 0,-1 1 0,1-1 0,-1 1 0,1-1 0,-1 0 0,1 1 0,-1-1 0,0 1 0,1-1 0,-1-1 0,8-9 0,0-1 0,-1 1 0,-1-2 0,0 1 0,0-1 0,-2 0 0,5-16 0,17-103 0,-24 119 0,0 4 0,172-918 0,0 248 0,50 16 0,-213 633 0,2 0 0,1 1 0,1 1 0,1 0 0,28-35 0,-40 59 0,-1 0 0,1 0 0,0 0 0,0 0 0,1 1 0,-1 0 0,0 0 0,1 0 0,0 0 0,0 1 0,0 0 0,0 0 0,0 0 0,0 1 0,1-1 0,-1 1 0,0 0 0,8 0 0,-6 2 0,-1 0 0,0 0 0,0 1 0,0-1 0,0 1 0,0 1 0,0-1 0,0 1 0,-1 0 0,1 0 0,-1 0 0,0 1 0,0 0 0,0 0 0,7 9 0,5 6 0,0 1 0,-2 1 0,0 0 0,-1 1 0,19 43 0,43 131 0,49 274 0,-40 14 0,-71-396 0,119 1187 0,-129-1183 42,22 224-937,-22-281-136,12 85-3609,-3-40-5136,-4-36-3707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7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 1979 16145,'-27'-10'730,"4"1"322,-32-16 0,49 21-695,0 1-1,0-1 0,1 1 1,0-2-1,0 1 0,0 0 1,0-1-1,1 0 0,0 0 0,-6-10 1,9 13-204,-1 0 0,1-1 0,1 1 1,-1-1-1,0 1 0,1-1 0,-1 0 1,1 1-1,0-1 0,0 0 0,0 1 1,0-1-1,0 0 0,1 1 0,-1-1 1,1 0-1,-1 1 0,2-3 0,1-1-27,-1 0 0,1 1 0,0 0 0,0-1 0,1 1 0,4-5 0,8-5 99,0 0-1,1 2 0,0 0 0,2 0 0,26-13 0,-45 26-220,130-68 364,173-63 1,-192 86-485,172-70-576,262-113-812,-20-47 459,-412 204 951,-3-6 0,137-124-1,-195 152 581,-1-3 0,-2-2 0,-4-2 0,-1-2 1,-3-1-1,33-66 0,-65 106 193,-9 14 276,-24 27 98,13-8-887,0-1 1,1 2 0,0 0-1,2 0 1,-14 30 0,-27 93 372,0 34-539,8 1 0,7 2 0,-14 228 0,41-294 0,14 216 0,0-260 0,3 0 0,3-1 0,2 0 0,38 98 0,-41-133-13,2-1 0,0 0-1,2-1 1,1-1 0,1 0 0,2-1-1,0-1 1,33 30 0,-41-44-6,0 1 0,0-2 1,1 0-1,0 0 0,1-1 0,-1-1 1,2 0-1,-1-1 0,1-1 0,0 0 1,0-1-1,0 0 0,1-2 0,-1 1 1,1-2-1,0 0 0,-1-1 0,24-3 1,-32 2-41,1 0 0,-1-1 1,0 0-1,0-1 0,0 1 1,0-1-1,0-1 0,-1 1 1,1-1-1,-1 0 0,0-1 1,0 1-1,-1-1 0,1-1 1,-1 1-1,0-1 0,0 1 1,-1-1-1,0-1 0,0 1 1,6-13-1,-7 11 44,-1 0 1,0 1-1,0-1 0,0 0 1,-1-1-1,0 1 1,-1 0-1,0 0 0,0 0 1,0 0-1,-1-1 1,-1 1-1,1 0 0,-1 0 1,-1 1-1,0-1 1,0 0-1,0 1 0,-9-14 1,0 3 61,-2 0 1,0 1 0,-1 1-1,-1 0 1,0 1-1,-1 1 1,-1 1-1,0 0 1,-1 1 0,-37-17-1,13 10-90,-2 1 0,0 3 0,0 2 0,-50-8 0,13 9-1489,52 10-8458,65 1 3711,27-4-3953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7.9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302 340 12013,'10'-158'2291,"-9"145"-1815,-2 0-1,0 0 1,0 0 0,-1 1-1,-4-15 1,4 18 455,0-1 0,0 1 1,1-1-1,-1-11 0,5-8 2456,-2 27-2356,-1 3-116,-2 21 190,-34 382 2024,13-119-1743,-152 992-1386,164-1215 0,-7 27 0,4 1 0,-3 106 0,17-195 0,-1 1 0,1 0 0,0-1 0,0 1 0,0-1 0,0 1 0,0-1 0,1 1 0,-1-1 0,0 1 0,1 0 0,-1-1 0,1 0 0,-1 1 0,1-1 0,0 1 0,0-1 0,0 0 0,0 1 0,0-1 0,0 0 0,0 0 0,0 0 0,0 0 0,0 0 0,1 0 0,-1 0 0,0 0 0,1 0 0,-1-1 0,0 1 0,1 0 0,-1-1 0,1 1 0,-1-1 0,3 0 0,-1 0 0,1 0 0,0 0 0,-1-1 0,1 0 0,-1 1 0,1-1 0,0-1 0,-1 1 0,0 0 0,1-1 0,-1 0 0,0 0 0,0 0 0,3-3 0,35-30 0,-1-3 0,34-43 0,48-46 0,-116 121 0,114-93 0,-101 86 0,1 0 0,1 2 0,0 0 0,1 1 0,24-7 0,-33 13 0,0-1 0,0 0 0,1 1 0,0 1 0,0 0 0,0 1 0,0 1 0,0 0 0,0 1 0,0 0 0,18 3 0,-15 1 0,0 1 0,-1 0 0,0 1 0,0 1 0,0 0 0,-1 2 0,0-1 0,0 2 0,16 13 0,9 13 0,59 66 0,11 12 0,-94-100 0,0-1 0,1 0 0,0-1 0,1-1 0,28 12 0,-37-19-10,0-1 0,0 0 0,0-1 0,1 1 0,0-2 0,-1 0 0,1 0 0,0 0 0,-1-1 0,1-1 0,0 0 0,-1 0 0,1-1 0,-1 0 0,1-1 0,-1 0 0,0 0 0,0-1 0,0 0 0,9-6 0,14-11-53,-1-1 1,-2-1-1,53-54 0,-2 3 104,-38 40 32,2 3 0,1 1 1,66-32-1,154-48 54,-137 57-127,-79 31 0,0 3 0,71-19 0,-101 37 0,-16 1 0,-1 1 0,0 1 0,0-1 0,1 0 0,-1 0 0,0 1 0,0-1 0,0 1 0,-1 0 0,1 0 0,0-1 0,-1 1 0,1 0 0,-1 0 0,1 1 0,-1-1 0,0 0 0,0 0 0,0 1 0,0-1 0,1 4 0,0 5 0,1 1 0,-1-1 0,0 14 0,-2-21 0,2 30-498,2 0 0,0 0 0,17 55 0,-13-61-1244,13 37-3803,-3-24-2018,2-4-5378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8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14 571 13253,'-4'-266'2884,"-6"197"133,14 3-361,-1 17-224,-3 13-476,7 21-503,0-12-237,3 3-484,3 15-464,0 0-420,7 27-940,17 15-413,-10 9-839,3 0-844,-6 10-3197,2 14-5832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8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15 13581,'-17'-15'9246,"13"16"-7682,-2 0-1181,4-2-302,1 1 1,-1 0 0,0 0-1,1 1 1,-1-1-1,0 0 1,1 1 0,-1-1-1,0 1 1,1-1-1,-1 1 1,1 0 0,-1 0-1,1-1 1,-1 1-1,1 0 1,-1 0 0,1 1-1,0-1 1,0 0 0,0 0-1,-1 1 1,1-1-1,1 0 1,-1 1 0,0-1-1,0 1 1,0-1-1,1 1 1,-1 0 0,0 2-1,-52 221 1495,42-150-3660,-3 82-1,14-157 2071,-5 104-4333,-1-33-1528,-4 24-5697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19.0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560 3 14445,'-14'-3'4129,"-2"18"-2869,-21 15-260,0 4-188,-7 17-192,-6 9-336,-3 15-412,-4 13-680,-4 8-920,-6 19-1116,0 14-2193,10 10-3984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0.5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88 181 14317,'-18'-24'1650,"-21"-37"-1,38 58-1292,0-1 0,0 1 0,0 0 0,1 0 0,-1-1 0,1 1 0,0-1-1,0 1 1,0 0 0,0-1 0,1 1 0,-1 0 0,1-1 0,0 1 0,0 0 0,0 0 0,0 0 0,1 0-1,-1 0 1,1 0 0,0 0 0,0 0 0,0 0 0,0 1 0,0-1 0,5-3 0,0-2 4676,4 62-4552,-17 6-481,-14 69 0,8-62 0,-3 35-2863,-3 121-1,17-162 101,3 0-1,3 0 0,17 82 0,0-49-10237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0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19834,'3'15'10193,"10"-6"-7849,-3 3-1948,-10 6-396,4 19 0,2 8 0,1 9 0,7 9 0,9 1 0,10 11 0,18 6 0,9-2-2684,17 8-1517,20 13-3375,10-1-7746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6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1 367 14937,'6'-61'1607,"6"-52"2752,-6 92-2572,0 1 1,1 0-1,0 0 0,2 0 0,15-25 1,-4 8-648,-19 36-1140,-1 0 0,0 1 0,0-1 0,0 1 0,0 0 0,0-1 0,0 1 0,0-1 0,1 1 0,-1 0 0,0-1 0,0 1 0,0 0 0,1 0 0,-1-1 0,0 1 0,0 0 0,1-1 0,-1 1 0,0 0 0,1 0 0,-1 0 0,0-1 0,1 1 0,-1 0 0,1 0 0,-1 0 0,0 0 0,1 0 0,-1 0 0,1-1 0,1 3 0,0-1 0,0 1 0,0 0 0,-1-1 0,1 1 0,-1 0 0,1 0 0,-1 0 0,0 0 0,1 0 0,-1 0 0,0 1 0,0-1 0,-1 0 0,2 4 0,10 40 0,-6 0 0,1 68 0,-4-48 0,-3 234 59,-3-132-443,-3 3-5077,-5-57-5905,5-57-1265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6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36 13653,'-14'-30'2425,"11"24"1456,3 10-2259,-1 11-1082,0 1-1,1-1 1,1 0 0,1 0 0,0 0 0,1 0 0,0 0 0,1-1 0,11 26 0,8 12 63,39 62-1,-44-81-308,21 32-239,2 0 1,2-3 0,4-2-1,70 73 1,-89-106-393,0-2-1,1 0 1,2-2 0,0-1-1,2-2 1,0-1-1,1-1 1,1-2-1,0-1 1,57 14 0,-79-26 293,1 0 0,0-1 0,0 0 0,0-1 0,1-1 0,-1 0 1,0-1-1,0 0 0,0-2 0,0 1 0,0-2 0,-1 0 0,1 0 0,-1-1 1,0-1-1,0 0 0,-1-1 0,0 0 0,15-12 0,4-11 619,-1-2 0,-1 0 0,-2-2 0,29-49 0,-31 47 75,-24 34-599,9-14 286,0 1 0,1 1 0,1 0 0,0 0 0,1 1 0,0 0 0,23-15 0,-35 28-321,-1-1 0,1 1 0,0 0-1,0-1 1,0 1 0,-1 0 0,1 0 0,0 0-1,0 0 1,0 0 0,0 0 0,0 0 0,-1 0-1,1 0 1,0 0 0,0 0 0,0 0 0,0 1-1,-1-1 1,1 0 0,0 1 0,0-1 0,-1 1-1,1-1 1,1 1 0,20 22 156,10 33-221,12 32-2474,57 85 0,-80-142 1213,1-2 0,1 0 0,2-2 0,0-1 0,2-1 0,34 25 0,-44-37 744,33 22-183,-46-33 848,0 0 0,0 0-1,0 0 1,0 0 0,0-1 0,0 1 0,0-1 0,1 0-1,-1-1 1,8 1 0,-4-1 636,0-1 0,0-1 0,0 1 0,0-2 0,0 1 0,-1-1 0,1 0 0,-1 0 0,1-1 0,-1 0 0,10-8 0,-4 4 194,37-20 1793,93-36-1,-42 21-1744,112-69-909,-207 108-68,0 0 0,0 0 0,-1-1 0,1 1 0,-1-1 0,0-1 0,-1 1 0,5-8 0,12-16 0,26-54 0,-45 79 0,0 0 0,0-1 0,0 1 0,-1-1 0,1 1 0,-1-1 0,0 0 0,-1 1 0,1-1 0,-1 0 0,0 0 0,0 0 0,0 1 0,-1-1 0,0 0 0,0 1 0,0-1 0,0 0 0,-1 1 0,0-1 0,1 1 0,-2 0 0,1 0 0,-1 0 0,-5-7 0,4 4 0,-5-6-993,-1 1 0,0 0-1,0 1 1,-1 0 0,0 1 0,-1 0 0,-1 1 0,1 1-1,-1-1 1,-25-10 0,20 10-6182,2-2-4508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7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4 318 15377,'-1'-20'890,"0"16"-575,0-1 0,1 0-1,0 0 1,0 0 0,0 0-1,0 0 1,1 0 0,0 0-1,0 0 1,0 0 0,1 0-1,-1 1 1,1-1 0,0 1-1,4-7 1,10-12 602,0 0 1,2 1-1,1 1 1,0 0 0,1 1-1,29-20 1,-42 35-708,1-1 0,-1 2 0,1-1 0,0 1 0,1 0 0,-1 1 0,1 0 0,-1 0 0,1 1 1,0 0-1,0 1 0,0 0 0,0 0 0,0 1 0,0 0 0,1 0 0,-1 1 0,0 1 0,0-1 1,-1 1-1,1 1 0,0 0 0,10 5 0,-11-4-210,-1 0 0,1 0 0,-1 1 0,0 0 0,-1 0 0,1 1 0,-1 0 0,0 0 0,0 1 0,-1 0 0,7 11 0,-5-6 0,-1 0 0,0 1 0,-1 0 0,-1 0 0,0 0 0,4 22 0,-4-5 0,-2 0 0,0 0 0,-2-1 0,-2 1 0,-1 0 0,-6 29 0,-4 0-767,-3-1 0,-33 82 0,-64 104-3299,108-235 3581,-29 62-4399,18-22-1301,10 9-5677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7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48 173 12921,'-17'-46'3120,"20"25"-427,-16 6-645,3 0 1496,10-6-3816,3 3-736,-9 0-1200,-1 0-196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2.6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1090 12653,'-1'-1'574,"0"-1"-1,0 0 1,0 0 0,0 1-1,0-1 1,1 0-1,-1 0 1,1 0-1,0 0 1,-1 0 0,1 0-1,0 0 1,0 0-1,0 0 1,1 0 0,-1 0-1,0 0 1,1 0-1,0-2 1,0-1-1087,-2 2 954,1-1 0,-1 1 0,0-1 0,0 1 1,0-1-1,0 1 0,-1-1 0,1 1 1,-1 0-1,-3-5 0,1 2 210,-1-7-193,4 11 1808,4-1-2276,13-7 18,-12 8-1,-1-2 20,0 1 0,0 0 0,1 0 0,-1 0 0,1 1 0,0-1-1,7-3 1,-6 3 57,47-33 539,-52 36-623,0 0 0,0-1 0,0 1 0,0 0 0,0 0 0,0 0 0,0 0 0,0-1 0,0 1 0,0 0 0,0 0 0,1 0 0,-1 0 0,0-1 0,0 1 0,0 0 0,0 0 0,0 0 0,1 0 0,-1 0 0,0 0 0,0-1 0,0 1 0,0 0 0,1 0 0,-1 0 0,0 0 0,0 0 0,0 0 0,1 0 0,-1 0 0,0 0 0,0 0 0,0 0 0,1 0 0,-1 0 0,0 0 0,0 0 0,0 0 0,1 0 0,-1 0 0,0 0 0,0 0 0,0 1 0,0-1 0,1 0 0,-1 0 0,0 0 0,0 0 0,0 0 0,0 0 0,1 1 0,-1-1 0,0 0 0,-1 11 0,0 0 0,0 0 0,-1 0 0,-4 12 0,0 6 0,-144 551 0,0 4 0,83-235 0,66-342 0,0 0 0,0-1 0,0 1 0,1 0 0,1 7 0,-2-13 0,1-1 0,0 1 0,0 0 0,0-1 0,0 1 0,0 0 0,0-1 0,0 1 0,1 0 0,-1-1 0,0 1 0,0-1 0,0 1 0,1 0 0,-1-1 0,0 1 0,1-1 0,-1 1 0,0-1 0,1 1 0,-1-1 0,1 1 0,-1-1 0,1 1 0,0 0 0,1-2 0,0 0 0,0 0 0,0-1 0,0 1 0,0 0 0,0-1 0,0 1 0,-1-1 0,1 1 0,0-1 0,-1 0 0,0 0 0,3-3 0,22-33 0,-23 33 0,17-30 0,-1-1 0,-2-1 0,14-43 0,-9 22 0,67-170 0,133-322 0,-128 341 0,392-816 0,-469 994 0,0 0 0,2 1 0,2 1 0,0 1 0,50-49 0,-69 75 0,0 0 0,0 0 0,0 0 0,1 0 0,-1 1 0,1-1 0,-1 1 0,1 0 0,0 0 0,-1 0 0,1 0 0,0 0 0,0 0 0,0 1 0,0 0 0,-1-1 0,1 1 0,0 0 0,0 0 0,0 0 0,0 1 0,0-1 0,3 2 0,-1 0 0,-1 1 0,1-1 0,0 1 0,-1 0 0,0 0 0,0 1 0,0-1 0,6 9 0,2 4 0,0 0 0,-2 1 0,0 1 0,-1 0 0,-1 0 0,0 1 0,8 32 0,12 50 0,-4 1 0,11 107 0,5 212 0,-39-408 0,14 244 0,-17 259 0,-41 167-9752,35-605 2273,-7-20-5073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3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17 729 14385,'-4'-12'956,"0"-1"-1,1 0 0,1 0 0,-1-22 0,2 32-746,1 0 0,0-1 0,1 1 0,-1 0 0,0 0 0,1-1 0,0 1 0,0 0 0,0 0 0,0 0 0,0 0 0,1 0 0,-1 0 0,1 0 0,0 0-1,0 1 1,0-1 0,0 1 0,0-1 0,1 1 0,-1 0 0,1 0 0,-1 0 0,6-3 0,0 2-47,2 0 1,-1 0 0,0 1-1,0 0 1,1 1-1,11-1 1,6-1 80,341-19-46,-205 17-705,-114 3 344,419-31-1038,-390 23 1059,0-4 0,-1-3 1,141-51-1,-198 61 176,0-1 0,-1-2 0,0 1 0,-1-2 0,0-1 0,31-25 1,-48 36-21,0 0 0,0 0 1,0 0-1,1 0 1,-1-1-1,0 1 1,-1 0-1,1-1 1,0 1-1,0 0 1,-1-1-1,1 1 1,0-1-1,-1 0 1,0 1-1,1-1 1,-1 1-1,0-1 0,0 1 1,0-1-1,0 0 1,0 1-1,0-1 1,0 1-1,-1-1 1,1 0-1,0 1 1,-1-1-1,1 1 1,-1-1-1,0 1 1,0-1-1,1 1 0,-1 0 1,0-1-1,0 1 1,0 0-1,0 0 1,-1 0-1,1 0 1,-2-2-1,-3-1 40,1 0 1,0 0-1,-1 0 0,0 1 0,0 0 0,0 0 0,0 1 0,-12-3 1,-14-1 86,0 1 0,0 2-1,-1 2 1,1 1 0,-1 1 0,1 2 0,-1 1 0,-55 14 0,44-5-376,0 1 0,1 3 0,1 1 0,1 2 1,-64 41-1,98-56 62,0 0 0,0 0 1,0 1-1,1 0 1,-8 8-1,13-12 95,0-1 0,0 1 0,0-1 0,0 1-1,0 0 1,0 0 0,0-1 0,0 1 0,1 0 0,-1 0 0,1 0 0,-1 0 0,1 0 0,0 0 0,-1 0 0,1 0-1,0 0 1,1 0 0,-1 0 0,0 0 0,0 0 0,1 0 0,-1 0 0,1 0 0,0-1 0,0 1 0,-1 0-1,1 0 1,2 2 0,1 0-44,0 0 0,0 0 0,1 0 0,-1 0 0,1-1-1,0 1 1,0-1 0,0-1 0,0 1 0,0-1 0,1 0 0,-1 0-1,1 0 1,0-1 0,-1 0 0,1 0 0,0 0 0,0-1 0,9 0-1,15-1-175,1-1 0,43-9-1,-60 9 253,155-36 621,-55 10 626,-38 8-280,-53 13-345,1 0-1,0 2 1,0 1 0,33-3-1,-54 8-461,1-1 0,-1 1 0,0 0 0,1-1 1,-1 2-1,0-1 0,1 0 0,-1 0 0,0 1 0,0 0 0,0 0 0,0 0 0,-1 0 0,1 0 0,0 0 1,-1 1-1,1-1 0,3 6 0,-1 0 39,0-1-1,0 1 1,-1 1 0,1-1 0,4 17 0,5 28 224,-2 1 1,4 55 0,3 15-364,-9-76-187,33 199-1247,-37-193 959,-2 1 0,-4 86 0,-5-87 378,-1-1 0,-4 1 0,-1-1 0,-3-1 0,-2 0 0,-2-1 1,-3-1-1,-2-1 0,-1-1 0,-3-1 0,-2-1 0,-2-1 0,-2-2 0,-60 61 0,55-66 522,-2-3 0,-79 55 1,95-75-55,-1-1 0,-1-1 0,0-1 0,0-1 0,-1-2 0,-53 12 1,70-19-237,0 0 1,0-1 0,0-1 0,0 0 0,0 0-1,0-1 1,0 0 0,0-1 0,0 0 0,0-1 0,-17-6-1,23 7-103,1 0 0,-1 0-1,1 0 1,-1 0-1,1-1 1,0 0 0,0 1-1,0-1 1,0 0-1,1 0 1,-1-1 0,1 1-1,0 0 1,0-1-1,0 0 1,0 1 0,0-1-1,1 0 1,0 0-1,0 0 1,0 0 0,0 0-1,1 0 1,-1 0-1,1 0 1,0 0-1,0 0 1,1 0 0,-1-1-1,1 1 1,2-7-1,1-3-2,1 1-1,0-1 0,1 1 0,0 1 0,1-1 0,0 1 1,1 0-1,14-15 0,86-84-30,-90 93-40,297-245-1562,22 25-700,648-503-3852,-326 165 5796,-630 546 903,-2-1 1,44-66-1,-70 96-494,0 0 0,0 0-1,-1-1 1,1 1-1,0 0 1,-1-1 0,1 1-1,-1-1 1,1 1-1,-1 0 1,1-1 0,-1 1-1,0-1 1,0 0 0,0 1-1,0-1 1,0 1-1,0-2 1,-1 2-8,1 0 0,-1 0 0,1 0 0,-1 1 1,1-1-1,-1 0 0,0 0 0,1 1 0,-1-1 0,0 1 0,1-1 0,-1 1 0,0-1 1,0 1-1,0-1 0,0 1 0,1-1 0,-1 1 0,0 0 0,0 0 0,-2-1 0,-1 1 85,-1-1 0,1 1 0,-1 0 0,1 0 0,-1 1-1,1 0 1,-1-1 0,1 1 0,-1 1 0,-6 2 0,-11 7 174,0 2 0,0 0 1,2 2-1,0 0 1,0 1-1,2 1 0,0 0 1,-23 30-1,20-19-60,0 0 1,3 1-1,0 1 0,2 1 0,-21 54 0,30-66-167,2 1 0,0 0 0,0 0 0,2 0 0,1 0 0,0 1 0,2-1 0,0 1 0,1-1 0,7 35 0,-4-39-118,0-1 0,1 1-1,1-1 1,0 0-1,1-1 1,1 1 0,0-1-1,1-1 1,1 0 0,0 0-1,0-1 1,1 0 0,24 19-1,-10-13-382,1-1 0,0-1 0,1-1 0,1-2 0,0-1 0,1-1-1,0-1 1,0-2 0,1-1 0,45 5 0,-28-7-830,0-3 1,0-1-1,0-3 0,0-1 0,0-3 1,52-13-1,11-8-4436,4-3-3307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3.5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828 151 11973,'-89'-93'2800,"82"87"-2036,-1 0 0,0 0 0,0 1 0,-1 0-1,1 1 1,-1 0 0,0 0 0,-10-2-1,-8-4 2353,24 9-1500,-25 16 1114,24-11-2534,0 0-1,0 0 0,0 1 0,0-1 0,1 1 0,0 0 1,0 0-1,0 0 0,0 0 0,-2 10 0,-14 63 995,15-60-1040,-37 322 63,7-36-255,-50 62 40,55-252-84,-12 30-3104,-84 200 0,26-91-4571,76-192 4303,-33 83-8638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4.0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10 15113,'10'-9'6549,"-20"33"-4757,-6 15-328,-1 3-308,-3 13-264,0 8-399,3 9-1078,-3 4-711,-14-4-1348,4 18-152,10 10-3185,-3 2-5192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4.4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0 142 2240,'67'-111'-688,"-23"81"152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4.6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861 147 8593,'10'-25'892,"-7"18"-483,0-1 1,0 0 0,-1 1 0,0-1 0,0 0 0,-1 0 0,0-1 0,0 1 0,-1 0-1,-1-11 1,-6-4 9238,0 36-3988,0 8-6720,-63 217 4327,19-58-2008,-336 966-1259,127-312-5621,256-823 5529,-38 150-5056,17-55-1279,-2 16-6068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5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73 21074,'-4'16'636,"2"-10"-329,0 0 0,1 0 0,-1-1 0,1 1 0,1 0 0,-1 0 0,1 0 0,0 0 0,0 0 0,1 0 0,0 0-1,2 9 1,3 3-37,2 0-1,0 0 1,1-1-1,0 0 0,2 0 1,0-1-1,1-1 0,0 0 1,1-1-1,1 0 1,0 0-1,1-2 0,0 0 1,21 12-1,11 4 488,2-1-1,0-3 1,100 33-1,-55-26-1168,1-4-1,2-4 1,1-5 0,0-4-1,0-4 1,147-4 0,86-41-756,-2-26 964,61-9 1156,-345 64-809,0 2 1,59 2 0,-80 4-95,-1 0 0,1 1-1,0 2 1,-1 0 0,0 2 0,24 9-1,4 9 24,0 2-1,82 60 0,-86-55-114,-33-23-39,1-1 1,0-1-1,0 0 1,1-1-1,0 0 0,0-1 1,0-1-1,1-1 0,-1 0 1,1-1-1,0-1 0,-1-1 1,1 0-1,0-1 0,0-1 1,25-5-1,2-4-212,0-3 0,-1-1 0,-1-1 0,76-44 1,-82 39-179,-1-2 0,0-1 1,-2-2-1,-2-1 1,34-36-1,-3-8-2684,64-93 0,-40 49-2831,4 1-3447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8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158 184 10037,'-29'-3'639,"23"1"-353,-1 1 1,0 1-1,0 0 0,0-1 1,0 2-1,1-1 1,-1 1-1,0 0 1,-10 4-1,15-5 33,-1 1 0,1 0 0,0-1 1,-1 0-1,1 1 0,-1-1 0,1 0 0,-1 0 1,1-1-1,0 1 0,-1 0 0,1-1 0,0 1 1,-1-1-1,1 0 0,0 0 0,0 0 0,-4-2 0,4 2 1619,20-23 862,-10 18-2636,-1-1 0,1 1 0,1 0 1,-1 1-1,1 0 0,0 0 0,0 1 1,1 0-1,10-2 0,17-4 165,44-6 1,-54 11-201,174-24 246,229-4-1,211 27-1549,-610 6 1091,1135 16-4513,-388 17-4409,-400-7-669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8.6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57 121 11973,'3'-88'7852,"-2"85"-7402,-1 0 0,0 0 0,0 1 0,0-1-1,-1 0 1,1 0 0,-1 1 0,0-1 0,-1-3 0,2 6-390,0 0 1,0-1 0,-1 1-1,1 0 1,0 0 0,-1 0 0,1 0-1,0 0 1,0 0 0,-1 0-1,1 0 1,0 0 0,0 0 0,-1 0-1,1 0 1,0 0 0,-1 0-1,1 0 1,0 0 0,0 0 0,-1 0-1,1 0 1,0 1 0,0-1-1,-1 0 1,1 0 0,0 0 0,0 0-1,-1 1 1,1-1 0,0 0-1,0 0 1,0 0 0,0 1 0,-1-1-1,1 0 1,0 0 0,0 1-1,0-1 1,0 0 0,0 0 0,0 1-1,0-1 1,-1 0 0,1 1-1,-3 6 409,-1 1 0,1 0 0,0-1-1,-2 15 1,-6 43 505,-5 116 0,15 72 361,2-221-1311,0 97-24,26 705 0,-14-690-3358,7-1 0,43 162 0,-40-228-2925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9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0 455 13229,'31'-168'2140,"-26"144"-1247,0 0 1,2 0 0,11-24-1,-11 34-108,0 1-1,0 0 0,2 1 0,17-22 1,-18 26-568,1 0 1,-1 1 0,1 0 0,0 1-1,1 0 1,0 0 0,0 1-1,0 0 1,0 0 0,1 2-1,0-1 1,-1 1 0,1 1-1,1 0 1,-1 0 0,0 1-1,15 0 1,7 2-13,0 1 0,0 1 0,0 2 0,55 16 0,-33-5-48,0 3-1,-1 2 1,-1 3 0,-2 2-1,69 45 1,-94-54-145,0 2 1,-1 1-1,-1 1 1,-1 1-1,-1 1 1,-1 1-1,-1 1 1,-1 1-1,-2 1 1,0 0-1,18 42 1,-28-50-29,0 1 1,-1 0-1,-1 1 1,-1-1-1,-1 1 0,-1 0 1,0-1-1,-2 1 1,-4 41-1,-1-34-13,0-2 0,-2 1 0,-2 0 0,0-2 0,-1 1 0,-24 40-1,5-17-119,-2-3-1,-55 63 0,-82 73-744,137-149 651,-45 43-295,-44 47-333,99-98 604,1 0 1,1 2-1,-18 32 0,33-52 176,0 1 0,0 0 0,1 0 0,0 0 0,0 0 0,1 0 1,0 1-1,-1 15 0,3-18 24,1-1 1,-1 1 0,1-1-1,0 1 1,0-1 0,1 0-1,-1 1 1,1-1 0,1 0-1,-1 0 1,1 0 0,-1-1-1,1 1 1,7 7 0,19 19-410,3-1 1,0-1-1,1-2 1,42 25 0,5 6-477,-44-32 389,-1 2 1,-1 1-1,-2 2 1,42 51-1,-66-71 475,0 0 1,-1 0-1,0 0 0,-1 1 1,0 0-1,-1 0 0,-1 1 1,0 0-1,0-1 0,-1 1 1,-1 1-1,0-1 1,-1 0-1,0 0 0,-1 1 1,0-1-1,-1 0 0,-1 0 1,-5 20-1,0-10 112,-1-1-1,-2 0 1,0 0-1,-1-1 1,-1-1 0,-1 0-1,-27 31 1,2-8 409,-1-3 0,-51 41 0,-13-3 1547,-223 127 0,194-128-344,385-204-631,-94 52-1113,-109 51 26,583-302-1255,-19-31 127,-228 86 961,-276 183 670,129-135 0,-142 113-3,-86 96-313,0-2 0,-1 1 0,-1-1 0,-1-1 0,11-26 0,-18 40-79,0 0 0,0 0-1,0 0 1,-1 0 0,1 0-1,-1 0 1,1 0 0,-1 0-1,0 0 1,0 0 0,-1 0-1,1 0 1,-1 1 0,1-1-1,-1 0 1,0 0 0,0 0-1,0 0 1,-2-4-1,1 5 3,0 0 0,0 0-1,0 0 1,-1 0-1,1 0 1,0 1-1,-1-1 1,1 1-1,-1-1 1,1 1-1,-1 0 1,0 0-1,0 0 1,1 0-1,-1 1 1,0-1-1,0 1 1,0 0-1,-5 0 1,-9 0 59,0 2-1,1 0 1,-1 1 0,1 0 0,0 2-1,0 0 1,0 0 0,1 2 0,-25 13-1,6-1-8,2 2-1,0 1 1,-32 30-1,23-14-288,1 2 0,3 1-1,1 2 1,2 1 0,2 1 0,-32 61-1,54-86-187,1 0-1,0 1 0,2 0 1,-8 31-1,14-46 319,-1-1 1,1 1-1,0 0 0,1 0 1,0 0-1,0 0 0,0 0 1,0 0-1,1 0 0,0 0 1,1 0-1,-1 0 0,1-1 1,0 1-1,0-1 0,1 1 1,-1-1-1,1 0 0,1 0 1,-1 0-1,6 6 0,-3-6 92,0-1 0,0-1 0,0 1 0,0-1-1,0 0 1,1-1 0,-1 0 0,1 0-1,0 0 1,0-1 0,0 0 0,0 0 0,-1 0-1,1-1 1,0 0 0,9-2 0,-1 2 54,12-1 172,-1-1 1,1-1-1,0-1 0,-1-2 0,26-8 1,117-52 1611,-37 12 495,-75 34-936,77-16 1,-110 31-1181,0 2 0,0 0 0,1 2 0,-1 0-1,1 2 1,26 4 0,293 50-3035,-326-53 2575,0-1 0,0-1 0,0-1 1,0-1-1,0 0 0,0-1 0,-1-1 0,1 0 0,-1-2 0,17-7 0,-13 3 238,1 0-1,-2-2 0,0 0 0,0-2 0,-1 0 1,0-1-1,16-18 0,-1 0 526,1 1 0,2 2 1,1 1-1,1 2 0,60-30 0,-24 24-919,2 4 1,107-26-1,11-4-811,-155 43 1139,0-2 0,40-25 0,47-21 2719,-114 59-2446,1 0 0,0 2 0,0 0-1,0 0 1,23-1 0,75 5 252,-50 0-341,-23 0-503,1-2 0,0-2 0,-1-2 1,50-11-1,-60 11 147,0-2 0,-1-1 1,0-1-1,0-1 0,-1-1 0,-1-2 1,0-1-1,0 0 0,-1-2 0,-1-1 1,-1-2-1,-1 0 0,24-26 1,-11 4 232,-2-1 1,-2-2-1,39-74 1,15-62 2910,-80 169-2730,-2 4 34,-1 0 1,1 0-1,1 1 0,-1-1 0,1 1 1,0 0-1,8-9 0,-10 14-167,0-1 0,0 1 0,0 0-1,0 0 1,0 0 0,1 0 0,-1 0 0,0 0-1,1 0 1,-1 1 0,1-1 0,-1 1 0,0 0-1,1-1 1,-1 1 0,1 1 0,-1-1 0,1 0-1,-1 0 1,1 1 0,-1-1 0,0 1 0,1 0-1,-1 0 1,0 0 0,0 0 0,0 0 0,3 2-1,18 11-149,-1 1-1,-1 1 0,0 1 1,-1 1-1,26 29 0,35 31-2235,-48-51 696,0-3 0,2 0 0,38 18 0,-38-25-2827,59 21 0,-25-17-4090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29.7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64 12157,'3'21'2200,"-19"-30"-228,-4 0 4113,6 3-4537,1 0 1865,26-15-7082,1 0 329,6 9-14042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0.3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19834,'27'17'4806,"9"6"2506,-18 1-6676,12 53-528,33 141 1,-13-36-147,-39-147 38,7 18 0,2-1 0,38 73 0,111 203-95,-148-289-629,1-2 0,1 0 0,49 56 1,-43-58-875,132 150-10570,-78-96-859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0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28 254 19642,'-8'152'2673,"-4"-65"451,9-74-2462,1 0 0,1 0 1,0 0-1,0 0 0,3 24 1,3-5-235,2 0 0,0-1 1,2 1-1,15 31 0,-2-13 179,46 78-1,-49-99-606,2 0 0,1-2 0,1 0 0,2-1 0,0-2 0,2 0 0,0-2 0,1-1 0,2-1 0,0-1 0,1-2 0,0-1 0,2-2 0,0-1 0,44 12 0,-24-12 0,0-2 0,0-3 0,1-2 0,-1-2 0,1-2 0,0-3 0,0-3 0,0-1 0,77-19 0,-47 2-19,0-5 0,-2-3 0,-1-3 0,-1-4 0,137-88-1,-90 38-162,-4-6-1,164-161 1,-4-30-3393,-111 82-3526,-119 132 113,0 8-4469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1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13 118 14757,'0'-1'109,"0"-2"450,0 0-1,0 0 1,-1 0-1,1-1 1,-1 1 0,0 0-1,0 0 1,0 0-1,-1 0 1,-4-7 2653,7 12-869,4 16-1622,0 0-1,-1-1 1,-1 1-1,-1 0 0,-1 1 1,0-1-1,-3 24 1,2 23 275,6 168-996,12 196 0,-7-301 0,9 84 0,-19-200 0,1-1 0,1 0 0,0 0 0,0 0 0,7 13 0,-10-22 0,1-1 0,0 1 0,0 0 0,0 0 0,0-1 0,0 1 0,0-1 0,0 1 0,0-1 0,1 1 0,-1-1 0,1 0 0,-1 0 0,1 1 0,-1-1 0,1 0 0,0 0 0,-1-1 0,1 1 0,0 0 0,0-1 0,0 1 0,0-1 0,-1 1 0,1-1 0,0 0 0,0 0 0,0 0 0,0 0 0,0 0 0,0 0 0,0 0 0,0-1 0,0 1 0,-1-1 0,1 1 0,0-1 0,2-1 0,15-9 0,-1 0 0,0-2 0,-1 0 0,22-22 0,21-16 0,-10 15-2,3 2 1,0 2-1,2 2 0,2 3 1,0 2-1,111-30 0,-55 28 2,0 4 0,206-12-1,39 14 14,-346 20-13,1-1 0,-1 0 0,0-1 0,0 0 0,0-1 0,21-9 0,-31 12 0,0 0 0,1 0 0,-1-1 0,0 1 0,0-1 0,0 1 0,0-1 0,0 0 0,0 0 0,0 0 0,-1 0 0,1 0 0,-1 0 0,1 0 0,-1-1 0,0 1 0,0-1 0,0 1 0,0-1 0,0 1 0,-1-1 0,1 1 0,-1-1 0,1 1 0,-1-1 0,0 0 0,0 1 0,0-1 0,-1 0 0,1 1 0,-1-1 0,1 1 0,-1-1 0,0 1 0,0-1 0,0 1 0,-2-4 0,-55-108-733,28 59-817,2-2 0,-29-89 0,51 128 1199,1-1 0,1 1 0,1-1 0,1 0 0,0 0 0,1 0 0,1 0 0,1 0 0,1 0 0,1 0 0,0 0 0,11-31 0,-5 28-2188,0 0 1,2 0-1,22-32 0,9-1-7143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1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9 12853,'0'-1'85,"0"1"0,0 0 0,0-1 0,0 1 0,0 0 0,0-1 0,0 1 0,0-1 0,-1 1 0,1 0 0,0-1 0,0 1 0,0 0 0,-1 0 0,1-1 0,0 1 0,0 0 0,-1-1 0,1 1 0,0 0 0,-1 0 0,1 0 0,0-1 0,-1 1 0,1 0 0,0 0 0,-1 0 0,1 0 0,0 0 0,-1-1 0,1 1 0,0 0 0,-1 0-1,1 0 1,-1 0 0,1 0 0,0 0 0,-1 1 0,-16 10 3140,13-6-2065,-1 0 0,1 1 0,0 0 1,-5 9-1,1 6-732,1 1-1,1-1 1,1 1-1,1 0 1,0 1-1,2-1 1,1 0-1,1 1 1,4 35-1,6 19 1220,28 103-1,-36-171-1640,2 8-10,55 283-896,-59-298 854,0 0-1,0 0 1,0 0-1,1 0 1,-1 0 0,0 0-1,1 0 1,0 0 0,-1 0-1,1-1 1,0 1 0,0 0-1,0 0 1,0-1-1,0 1 1,0-1 0,1 1-1,-1-1 1,0 0 0,1 1-1,-1-1 1,1 0-1,-1 0 1,1 0 0,0 0-1,0 0 1,-1 0 0,1 0-1,0-1 1,0 1 0,0-1-1,3 1 1,3-2-37,1-1 0,0 0 0,-1-1 0,0 0 0,1-1 0,13-7 0,-6 3-9,137-74-532,-112 57 668,2 2-1,0 2 0,1 1 1,49-13-1,-68 26 86,0 2 0,1 0 0,0 2 0,0 1 0,-1 1 0,1 1 0,36 4-1,-44-1-49,0 1 0,0 1 0,0 0 0,-1 1-1,0 1 1,0 1 0,0 0 0,-1 1 0,-1 1 0,0 0-1,17 15 1,67 71 231,16 14-157,-109-105-171,0-1 0,0 1 0,1-1 0,0-1 0,-1 1 0,1-1 0,1 0 0,-1-1 0,0 0 0,1 0 0,-1 0 0,14 0 0,-1-2 13,0-1 1,-1-1-1,34-7 1,-47 8 48,0 0-1,1 0 1,-1 1 0,0 0 0,1 0 0,-1 0-1,0 1 1,1 0 0,-1 1 0,0-1 0,0 1-1,0 0 1,0 0 0,6 4 0,-4-1 19,-1 0-1,0 0 1,0 1 0,0-1 0,-1 2-1,1-1 1,-1 1 0,-1 0 0,7 10 0,2 2-59,0 0 1,1-1-1,1-1 1,1 0-1,1-1 1,0-1-1,1-1 1,0 0-1,1-2 1,29 14-1,-36-19-4,1-2-1,0 0 1,1-1-1,-1 0 1,1-1-1,0-1 1,24 1-1,-28-3 1,0 0 0,-1-1-1,1-1 1,-1 0 0,1 0-1,-1-1 1,0-1 0,0 1-1,0-2 1,0 1-1,13-10 1,-19 12 0,0 0 0,-1 0 0,1 0 0,-1-1 0,0 0 0,0 1 0,0-1 0,0 0 0,0-1 0,-1 1 0,1 0 0,-1-1 0,0 0 0,0 1 0,0-1 0,-1 0 0,1 0 0,-1 0 0,0 0 0,0 0 0,0 0 0,-1 0 0,1-1 0,-1 1 0,0 0 0,-1-8 0,-3-7-149,-1-1 0,0 2 0,-1-1 0,-1 1 0,-1 0 0,0 0 0,-21-30-1,-92-110-2230,71 98 1507,16 23-1560,0 1-1481,16 8-3475,10 5-4212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2.0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0 15589,'-9'2'822,"-11"1"1351,19-1-662,11 0 608,-9-1-1940,-1-1 0,1 0-1,0 1 1,0-1 0,0 0 0,-1 1-1,1-1 1,0 1 0,-1-1 0,1 1 0,0 0-1,-1-1 1,1 1 0,0 0 0,-1-1-1,1 1 1,-1 0 0,0 0 0,1-1 0,-1 1-1,1 0 1,-1 0 0,0 0 0,0-1-1,1 1 1,-1 0 0,0 0 0,0 0 0,0 0-1,0 0 1,0 0 0,0 0 0,-5 44 3283,1-9-2450,1 163-922,31 272-1,-10-346-3269,-8-71-2940,26 76 0,-7-55-8243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2.3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182 239 11893,'286'-94'11324,"-224"71"-8116,102-54 1,-162 76-3085,0 0-1,0 0 1,-1 0 0,1 0-1,0 0 1,-1 0 0,1 0 0,-1-1-1,1 1 1,-1 0 0,0-1-1,1 1 1,-1-1 0,0 0-1,0 1 1,1-5 0,-2 6-120,1 0 18,-1 0 0,0-1 0,0 1 0,1 0 0,-1 0 0,0-1-1,0 1 1,0 0 0,1-1 0,-1 1 0,0 0 0,0-1 0,0 1 0,0-1 0,0 1 0,0 0 0,0-1 0,0 1 0,0 0 0,0-1-1,0 1 1,0-1 0,0 1 0,0 0 0,0-1 0,0 1 0,0 0 0,0-1 0,-1 1 0,1-1 0,0 1 0,0 0 0,0 0 0,-1-1 0,1 1-1,0 0 1,0-1 0,-1 1 0,-3-2 0,0 1-1,-1 0 0,1 0 1,0 1-1,0-1 0,-1 1 1,1 0-1,0 0 0,-7 1 1,-42 7-65,24 0 43,0 0 0,1 2 0,0 1 0,1 2 0,0 0 0,1 2 0,0 1 0,1 0 0,1 2 0,-30 29 0,19-13 0,2 2 0,1 1 0,2 1 0,1 2 0,-36 68 0,53-87-80,2 1-1,1-1 1,0 2-1,2-1 1,1 1-1,0 0 1,2 1 0,-3 44-1,7-54-67,0 0 0,1 1 1,1-1-1,1 1 0,0-1 0,0 0 0,2 0 1,-1-1-1,2 1 0,0-1 0,1 0 0,0-1 0,0 1 1,2-1-1,15 17 0,-9-13-964,1-1 1,1 0-1,1-1 1,0-1-1,30 16 0,-17-13-2970,42 16-1,22 1-7776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2.4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1 348 14569,'47'-112'2605,"-41"73"-61,-9 0-364,6-1-372,4 28-344,-4-12-340,4 3-404,3 0-379,3 3-894,8 6-379,2 3-760,-3 15-9561,7-3 1312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8.6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77 133 9629,'0'0'1667,"0"-3"-264,-6-18 553,-1 1 1,-12-24-1,17 40-2054,-1 0 1,1 1-1,-1-1 1,0 1-1,0-1 1,-1 1-1,1 0 1,0 0-1,-5-2 1,-1-2-466,7 5-133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9.5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1485 9109,'4'-20'2113,"0"-1"0,14-34 1,-8 13 1491,-9 39-2814,-1 0-153,7-20 627,-6 24-1161,0 1-1,-1-1 1,1 0 0,-1 1 0,0-1-1,1 1 1,-1-1 0,0 1-1,0-1 1,0 1 0,0-1 0,0 0-1,0 1 1,-1-1 0,1 1-1,0-1 1,-1 2 0,-5 43 996,-16 59-1,-2 13-14,-36 498 1267,43-384-1977,9-121-240,-11 105-125,14-172-62,1-13-70,-10 47 0,12-78 114,1 0-1,0 0 1,-1 0-1,1 0 0,-1 0 1,1-1-1,0 1 1,0 0-1,-1-1 1,1 0-1,0 1 0,0-1 1,-1 1-1,1-1 1,-1-1-1,-2-1 2,1 0 0,0-1-1,0 1 1,0-1 0,0 0 0,0 1 0,1-1-1,-1 0 1,1-1 0,0 1 0,1 0-1,-1-1 1,-1-7 0,-2-9-31,-3-37-1,6 40 17,-9-119-4,6-1 0,23-252 0,85-271 36,50 33 192,-121 530-57,4 2 0,4 2 0,4 1 0,72-111 0,-102 183-47,1 0 0,1 1 0,0 1 0,2 1 0,0 0 0,1 1 0,1 1 0,35-22 0,-42 31 4,1 0 1,0 1 0,0 0-1,0 1 1,1 1 0,0 0-1,-1 1 1,2 0 0,-1 1-1,0 1 1,0 1 0,0 0 0,1 1-1,-1 0 1,23 6 0,-8 2-75,0 1 0,-1 2 1,0 0-1,-1 2 0,0 1 0,-2 2 1,0 0-1,43 37 0,-11 0-31,-1 2 0,62 82 0,-67-70 3,-3 3 0,-3 1 0,-4 3 0,-3 1 0,-3 2 0,-4 2 0,-3 0 0,21 97 0,-27-67 0,-4 0 0,-6 1 0,-4 0 0,-5 0 0,-19 200 0,-56 200-5373,48-421 585,4-34-2163,1-2-5720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0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1110 13949,'-10'-12'535,"8"11"-362,0-1-1,0 1 1,1-1 0,-1 0 0,1 1 0,-1-1-1,1 0 1,0 0 0,-1 0 0,1 0 0,0 0-1,0-1 1,1 1 0,-1 0 0,0 0 0,1-1-1,-1 1 1,1 0 0,0-1 0,0 1 0,0 0-1,0-1 1,0 1 0,0 0 0,1-1 0,-1 1-1,1 0 1,-1 0 0,1-1 0,2-3-1,3-5 226,1-1-1,0 1 0,1 1 0,0-1 0,0 1 0,1 1 0,1 0 0,0 0 0,0 1 0,0 0 0,1 0 0,21-10 1,12-3-90,1 2 0,53-16 1,-43 17 12,940-269-1472,-991 286 1132,49-11-324,106-8-1,-145 19 299,1 0-1,-1 2 0,0 0 0,1 0 1,-1 2-1,0 0 0,0 0 1,0 1-1,-1 1 0,1 0 1,-1 1-1,19 11 0,-26-12 17,1 0-1,-1 0 0,0 1 1,-1 0-1,1 0 0,-1 0 1,0 1-1,-1 0 0,7 12 1,0 4-250,12 44 0,-16-45-1,2 1 0,11 24 0,-16-41 181,-1 1 0,2-1 0,-1 0-1,1 0 1,-1 0 0,2-1 0,-1 1 0,1-1 0,-1 0-1,14 7 1,-11-8 26,1 0-1,0 0 1,0-1 0,0-1-1,0 1 1,0-2-1,1 1 1,-1-1-1,1-1 1,-1 1 0,1-2-1,-1 1 1,1-1-1,-1-1 1,0 1 0,0-2-1,18-5 1,10-7 99,-1-2 0,67-40 0,-81 44 130,52-30 1124,105-82-1,-160 112-1187,0 0 1,2 0 0,-1 2-1,2 1 1,-1 1 0,1 0-1,1 2 1,40-9 0,40-8 68,-59 12-143,0 2-1,0 2 1,75-3 0,-99 12 37,0 1 1,0 2-1,0 0 1,0 1 0,-1 1-1,36 16 1,-33-13 17,1 0 0,1-1 0,0-2 0,45 7 1,-39-11-192,0-2 0,0-2 1,0 0-1,0-2 1,0-1-1,46-15 1,172-75-371,-110 39 513,-125 51-16,1 0-1,-1 1 1,1 1 0,-1 1-1,1 0 1,0 0 0,0 2-1,0-1 1,15 3 0,58 12 77,98 29-1,-108-23-243,0-3 1,92 8-1,-106-23-4,0-3 1,0-3-1,0-2 1,-1-3 0,0-3-1,90-29 1,-108 27 227,1 2 0,0 3 0,1 1 0,0 2 0,52 1 0,46 7 0,166-6-763,-295 3 658,161-19-467,-140 15 786,0-2 1,50-16 0,-80 20-221,1-1 1,-1 0 0,0 1 0,-1-2 0,1 1 0,0-1-1,-1 0 1,0 0 0,-1 0 0,1-1 0,-1 0-1,0 1 1,0-2 0,-1 1 0,1 0 0,-1-1-1,-1 1 1,4-12 0,-1 1-242,0 1 1,2-22-1,-3 15-3114,2-1-4328,0 5-825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0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 1 16654,'-7'20'1241,"0"2"0,2-1 1,0 1-1,-3 35 0,4 90 3566,5-112-3897,4 166 1536,1 31-702,-4 418-1744,-1-543-3028,21 160 1,-14-221 1160,1 1 0,3-1 1,1-1-1,3 0 0,40 80 0,-17-57-10660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1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24 407 14673,'-18'311'4787,"15"-266"-3772,1 1 0,2-1 0,2 1 0,2 0 0,2-1 0,2 0-1,17 52 1,-11-54-649,2 0-1,2-1 0,2-1 1,1-1-1,2-1 0,37 47 1,-48-71-307,1 0 1,0-1-1,1-1 1,1 0-1,0-1 1,1 0-1,0-1 1,1-1-1,0-1 1,0 0-1,1-1 1,0-1-1,1-1 1,0 0-1,0-1 1,0-2-1,23 3 1,-20-5-38,1-1 1,-1-1 0,0-1-1,0-1 1,0-1 0,0-1-1,21-7 1,-13 1-7,0-2 1,-1-1-1,0-1 0,33-23 0,-5-5 21,-2-2-1,-2-3 0,80-92 0,201-295 377,-36-28-2624,-248 383 885,0-6-1368,-9 14-1242,4 6-3553,-2 20-3899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2.6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0 18038,'0'0'159,"0"1"1,-1-1-1,1 0 1,0 0 0,0 0-1,-1 1 1,1-1 0,0 0-1,0 0 1,0 1-1,-1-1 1,1 0 0,0 0-1,0 1 1,0-1-1,0 0 1,-1 1 0,1-1-1,0 0 1,0 1-1,0-1 1,0 0 0,0 1-1,0-1 1,0 0 0,0 1-1,0-1 1,0 0-1,0 1 1,0-1 0,0 0-1,0 1 1,0-1-1,1 0 1,-1 0 0,0 1-1,0-1 1,0 0-1,0 1 1,1-1 0,-1 0-1,0 0 1,0 1 0,1-1-1,17 21 3071,-14-17-2683,0 1 0,0-1-1,0 1 1,0 0 0,3 8 0,15 49-206,-3 2 1,18 118-1,-12-52-329,-8-52 6,63 251-1301,-59-254-3222,11 31-6456,-4-44-2091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2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54 142 15321,'-44'-33'5397,"37"12"-3361,4-3 1196,6 6-2192,-3-4 117,17 10-4634,0 0 489,10 18-3433,26 6-5892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2.9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0 220 9469,'20'-51'1512,"-16"33"-188,12-3-256,1 0-16,-7 9-172,3-3-176,4 0-752,0 0-892,-7-7-764,-3 1-2156,13 12-2613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3.1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10 166 7449,'-10'-36'1220,"14"12"-428,-1 3-452,17 3-600,3-10-340,8 7-2016,9 3-725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6.1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280 398 12381,'-4'-16'2399,"-1"-1"0,-10-25 0,15 39-2017,-1 0 1,1-1 0,0 1-1,0 0 1,0 0-1,0 0 1,0 0-1,1 0 1,-1-1 0,1 1-1,0 0 1,0 0-1,0 0 1,1 1-1,-1-1 1,3-5 0,33-49 3745,-34 53-3706,12-18 107,-10 12-328,1 1 0,0 1-1,0-1 1,1 1 0,0 0 0,1 0-1,12-9 1,-18 16-201,-1 1 0,0 0 0,-1 0 1,1-1-1,0 1 0,0 0 0,0-1 0,0 1 1,0 0-1,-1-1 0,1 1 0,0-1 0,0 0 1,-1 1-1,1-1 0,0 0 0,-1 1 0,1-1 1,0 0-1,-1 0 0,1 1 0,-1-1 0,1-1 1,6-15-29,-6 15-99,-3 0-1830,1 2 1946,0-1 0,1 1 0,-1 0 0,0-1 0,1 1 0,-1 0 0,0 0 0,0-1 0,1 1 0,-1 0 0,0 0 0,0 0 0,0 0 1,1 0-1,-1 0 0,-1 0 0,1 0 26,0 1 0,1-1 0,-1 0 0,0 0 0,0 0 0,1 0 0,-1-1 0,0 1 0,0 0 0,1 0 0,-1 0 0,0-1 0,1 1 0,-1 0 1,0-1-1,1 1 0,-1 0 0,0-1 0,1-1-6,0 1 0,0 0 0,0 0 0,0 0 0,0-1 0,1 1 0,-1 0 0,1 0 0,-1 0 0,1 0 0,-1 0 0,1-1 0,-1 1 0,1 0 0,0 0 0,0 1 0,0-1 0,-1 0-1,3-2 2,-1 1 1257,11-4-1148,-11 5-105,-1 0 0,1 0-1,-1 0 1,0 0-1,1 0 1,-1-1 0,0 1-1,0 0 1,0-1 0,0 1-1,0-1 1,0 0 0,-1 1-1,1-1 1,-1 1 0,2-4-1,-2-2 131,-5 19-79,1 5-65,8-12 0,-3-4 0,0-1 0,1 1 0,-1 0 0,0 0 0,0-1 0,0 1 0,-1 0 0,1 0 0,0 0 0,0 0 0,0 1 0,-1-1 0,1 0 0,0 0 0,-1 0 0,1 0 0,-1 2 0,3 6 0,-1 1 0,-1-1 0,1 0 0,-2 1 0,1-1 0,-1 1 0,-1-1 0,0 1 0,-4 17 0,3-13 0,-90 849 0,90 6 0,24-595 0,11-1 0,13-2 0,102 339 0,-146-604-1,23 78-595,46 100-1,-62-163 419,2-1 1,0 1-1,1-2 1,1 0-1,0 0 1,2-1-1,0-1 1,1 0-1,1-1 1,18 13-1,-29-24 10,1-1 1,-1 0-1,1 0 1,0-1-1,0 0 0,0 0 1,1-1-1,-1 1 1,0-2-1,1 1 0,0-1 1,-1 0-1,1-1 0,0 0 1,-1 0-1,1 0 1,0-1-1,-1 0 0,1-1 1,-1 0-1,1 0 0,-1 0 1,0-1-1,0 0 1,10-6-1,-5 1-15,-1 0 1,0-1-1,0-1 0,-1 1 0,0-2 0,-1 1 1,0-1-1,0-1 0,-1 0 0,-1 0 1,0 0-1,10-25 0,-7 6 90,-1 0 0,-1 0 0,-1-1 0,-2 0 0,-1 0 0,-2-1 0,-1 1 0,-4-42 0,-3 19 205,-2 0 0,-3 0 0,-2 1 0,-20-54 0,11 53 236,-3 0 1,-2 2-1,-2 1 1,-2 2-1,-3 0 1,-40-45-1,-260-251 2462,181 208-1665,56 52-355,-94-107 0,173 172-720,0-1-1,2 0 0,1-1 0,0-1 0,2-1 0,-15-36 0,24 48-121,0-1 1,0 1-1,1-1 1,1 0 0,0 0-1,1 0 1,1-1-1,0 1 1,1 0-1,0 0 1,1 0 0,1 0-1,0 0 1,7-18-1,-3 15-158,1 1 0,1 0-1,0 1 1,1 0-1,1 0 1,0 1-1,1 0 1,1 1-1,0 1 1,24-19 0,16-6-833,92-50 0,-129 78 902,331-157-3868,13 26-512,110-48-5019,-359 137 4840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6.5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206 32 10089,'0'-2'197,"0"-1"-1,0 0 1,-1 0-1,1 1 1,-1-1 0,0 0-1,1 1 1,-1-1-1,-3-4 1,4 7-146,-1 0 1,1 0-1,-1 1 1,0-1-1,1 0 1,-1 1-1,1-1 0,-1 1 1,1-1-1,0 0 1,-1 1-1,1-1 1,-1 1-1,1-1 0,0 1 1,-1-1-1,1 1 1,0 0-1,0-1 1,-1 1-1,1-1 1,0 1-1,0 0 0,-15 21 1403,15-21-1369,-1 0 0,0-1 0,1 1 0,-1-1 0,0 1 0,1-1 0,-1 0 0,0 1 0,1-1 0,-1 0 0,0 1 0,0-1 0,0 0 0,1 0 0,-1 0 0,0 0 0,0 0 0,0 0 0,1 0 0,-1 0 0,0 0 0,0 0 0,0 0 0,1 0 0,-1 0 0,0-1 0,0 1 0,1 0 0,-1-1 0,-1 0 0,-13-3 3594,13 4-3454,0-1 0,0 1 1,0 0-1,0 0 0,0 0 0,0 1 1,0-1-1,0 1 0,0-1 1,0 1-1,0-1 0,-2 2 1,0 4 137,0-1 1,0 1 0,1 0-1,0 0 1,0 0 0,0 0-1,1 1 1,0-1 0,0 1-1,-1 9 1,-1 1 257,-13 52 1593,8-36-1840,1 2 0,3-1 0,0 1 0,1 40 0,1-18-298,-10 298-76,7-164 0,12 593 0,-4-727 0,19 100 0,-18-140 0,1-1 0,1 0 0,0-1 0,1 1 0,0-1 0,2 0 0,0 0 0,0-1 0,1 0 0,17 19 0,-23-30 0,-1-1 0,0 0 0,1-1 0,0 1 0,-1 0 0,1-1 0,0 1 0,0-1 0,0 0 0,0 0 0,0 0 0,0 0 0,0-1 0,0 1 0,0-1 0,1 0 0,-1 0 0,0 0 0,0 0 0,0-1 0,6 0 0,-2-1 0,0 0 0,0-1 0,0 1 0,0-1 0,-1-1 0,0 1 0,1-1 0,6-6 0,14-13-13,0-2 0,-2 0 0,25-34-1,60-93-79,-19 24 54,-43 63 102,27-34 59,-74 97-122,1 0 0,0 1 0,0-1 0,0 0 0,-1 1 0,1 0 0,1-1 0,-1 1 0,0 0 0,0 0 0,0 0 0,1 0 0,-1 1 0,0-1 0,1 1 0,-1-1 0,1 1 0,-1 0 0,1 0 0,-1 0 0,0 0 0,1 0 0,-1 0 0,1 1 0,-1-1 0,0 1 0,1 0 0,-1 0 0,3 1 0,4 2 0,0 1 0,0 1 0,-1-1 0,0 2 0,8 6 0,-15-12 0,26 25 0,-1 1 0,-1 2 0,24 34 0,-22-26 0,35 35 0,-51-60 0,1-1 0,1 0 0,0-1 0,0-1 0,1 0 0,25 12 0,-29-17 0,1 0 0,-1 0 0,0-2 0,1 1 0,0-1 0,-1-1 0,1 0 0,14 0 0,-22-1 0,-1 0 0,1 0 0,-1 0 0,1-1 0,-1 1 0,1 0 0,-1-1 0,0 0 0,1 0 0,-1 0 0,0 0 0,1 0 0,-1 0 0,0 0 0,0-1 0,0 1 0,0-1 0,0 0 0,-1 1 0,1-1 0,0 0 0,-1 0 0,1 0 0,-1 0 0,0 0 0,1-1 0,-1 1 0,0 0 0,0 0 0,-1-1 0,1 1 0,0-1 0,-1 1 0,0-1 0,1 1 0,-1-1 0,0 1 0,0-1 0,-1 1 0,1-1 0,-1-2 0,-1-5 0,-1 0 0,0 0 0,-1 0 0,0 1 0,-1-1 1,0 1-1,0 0 0,0 1 0,-1-1 0,-1 1 0,-7-7 0,-14-15-3,-44-35 0,-89-60-2672,87 71-1939,4-2-5129,34 25-3003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7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520 607 13589,'-11'-8'900,"-13"-10"500,22 17-1247,1 1 0,0-1 0,0 1 1,0 0-1,-1-1 0,1 1 0,0 0 0,-1 0 1,1 0-1,0 0 0,0 0 0,-1 0 0,1 0 1,0 1-1,0-1 0,-1 0 0,1 1 0,0-1 1,0 1-1,0-1 0,0 1 0,-2 1 0,-19 13 2525,4-4-1356,1 1 0,0 0 0,1 1 0,-25 27 0,11-4-746,0 2 0,3 0 0,1 2 1,2 1-1,2 1 0,-19 47 0,-59 148-2520,94-221 1661,2-9 84,2 0 0,-1 0 1,1 0-1,0 0 1,0 0-1,0 12 0,3-18 173,1-1-1,0 0 1,0 0-1,0 0 1,0 0 0,0 0-1,0 0 1,0 0-1,0-1 1,2 0-1,-4 1 17,7-2 33,0-1 1,0 0-1,0 0 1,0-1-1,0 0 0,-1 0 1,0 0-1,11-11 1,4-1 73,0 1 68,1 2 0,1 0-1,0 1 1,1 1 0,0 2 0,32-9-1,-37 13-95,1 2 0,-1 1 0,0 0-1,1 1 1,-1 1 0,0 1 0,1 1-1,36 8 1,83 30-561,-88-24-1017,0-2 0,72 11 1,-102-23 805,0-1 0,0-1 0,0 0 0,1-2 0,-1 0 0,0-1 0,0-2 0,-1 0 0,1-1 0,-1-1 0,24-12 0,-28 11 509,0-2 0,0 0-1,-1-1 1,0 0 0,-1-2-1,0 1 1,-1-2 0,13-16-1,19-31 774,-3-2-1,66-134 0,39-149 2688,7-13 3974,-149 348-6649,0-1 0,2 2 0,-1-1 0,16-19 0,-21 30-566,-1 0 1,1-1 0,-1 1-1,1-1 1,-1 1-1,1-1 1,-1 1-1,1 0 1,-1 0 0,1-1-1,0 1 1,-1 0-1,1 0 1,0-1-1,-1 1 1,1 0 0,-1 0-1,1 0 1,0 0-1,-1 0 1,1 0-1,0 0 1,-1 0 0,1 0-1,0 1 1,-1-1-1,1 0 1,0 1-1,15 14 572,4 26-55,-13-18-542,-1 0 0,-1 1 0,-1-1 0,1 40 0,-1-15 0,6 159 20,-10-131-74,23 152 1,-17-198-1087,3 0 0,0-1 0,17 37 0,-12-37-4663,24 37 0,-1-11-7727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7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27 405 15473,'-27'-64'2953,"40"40"-645,14-18-352,17 9-404,6 9-312,14 0-296,23 0-396,17 2-712,9-2-560,8 0-416,3 3-632,3-3-528,-6 3-208,-14 0-2977,-3 9-4412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7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94 10325,'-37'-15'6209,"27"-6"-4313,4-1 2780,2 1-4668,1 6-516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8.2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0 643 15913,'44'-31'2121,"-11"-5"-505,14 6-148,10-3 156,27 0-156,20-9-208,43-4-276,37-8-216,37 3-195,47 3-57,50-7-192,44 13-564,33 3-776,34 3-597,13 3-1211,10 9-48,4 20-3089,-21-2-5164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9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134 778 14737,'-117'-76'2161,"100"37"-101,17 3-364,17-6-272,16-6-300,31-7-240,40-5-212,37-6-160,49 2-440,48 7-532,37-6-596,36 6-1000,38 5-1144,33 16-2345,33 9-4496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3.1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15 18406,'-3'-12'3304,"8"10"1756,3 9-447,-3 3-4570,-4 2 117,0-1 0,0 0 0,-1 0 0,0 1 0,-1-1 0,0 0 0,-4 15 0,0 7-99,-89 468-298,68-378-181,-23 83-5830,18-77-4263,17-59-1858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3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1 918 11349,'19'-59'569,"79"-212"2908,-62 179-1929,-13 30-299,2 0-1,65-110 0,-80 156-1121,1 1-1,0 0 1,1 1 0,1 0 0,0 0-1,1 2 1,0 0 0,1 0 0,0 1-1,1 1 1,0 1 0,0 0 0,1 1 0,1 1-1,19-6 1,-24 10-155,0 1 1,0 0-1,0 1 1,0 1-1,0 0 0,-1 0 1,1 2-1,0-1 1,0 2-1,0 0 0,-1 0 1,0 1-1,1 0 0,-1 2 1,-1-1-1,16 10 1,3 4-526,-2 2 1,0 0 0,-2 2-1,45 48 1,-37-32-1020,-2 1-1,-2 1 0,-1 2 1,-2 1-1,23 54 1,-1 21-5494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3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10 296 13185,'-6'-18'2484,"2"3"561,14 5-465,27-2-440,10 0-412,17-3-388,23 0-311,16 3-425,18-9-600,16 3-764,17 0-253,4 0-595,6-3-684,-7 0-284,-13-4-588,-6-2-1761,-8 9-3892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4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373 630 10389,'-5'4'535,"1"0"1,-1-1-1,0 0 0,0 0 0,0 0 1,0-1-1,0 0 0,-1 0 1,1 0-1,-11 2 0,8-2-21,-1 0 0,1 1-1,0 0 1,-11 6 0,-1 6-1,1 0 1,0 1 0,1 1-1,0 0 1,-18 25 0,-67 103 790,84-116-965,17-26 252,8-3-349,15-1-19,-11 0-146,0 1-1,0-1 1,0 2 0,0-1-1,0 1 1,0 1 0,-1 0-1,18 6 1,3 9-19,-2 0 1,0 3-1,-1 0 0,42 41 1,3 2-806,-65-57 589,1 0 0,-1-1 0,1 0 0,1 0 0,-1-1 0,15 6-1,-18-9 104,-1 1 0,1-1 0,-1-1 0,1 1 0,0-1-1,-1 0 1,1 0 0,0 0 0,-1 0 0,1-1 0,0 0-1,-1 0 1,1 0 0,-1 0 0,6-3 0,11-7-4,0 0 0,-1-2 1,0 0-1,-1-1 1,30-28-1,75-94 701,-10 11 1787,-105 115-2137,1 2 0,0-1 1,0 1-1,1 0 0,0 1 0,0 0 0,1 1 0,15-5 0,-22 9-181,0 0 0,1 1 0,0 0 0,-1 0 0,1 1 0,0-1 0,-1 1 0,1 0 0,0 1 0,-1-1 0,1 1 0,-1 0 0,1 1 0,-1-1 1,1 1-1,-1 0 0,0 1 0,0-1 0,0 1 0,9 7 0,1 2-66,0 1 1,-1 0-1,0 1 1,-1 1-1,-1 0 0,-1 1 1,0 0-1,-1 0 1,0 1-1,-2 1 1,8 20-1,-8-21-769,0 1 0,2-1 0,0 0 0,0-1 0,2 0 0,0-1 0,1 0-1,0-1 1,1-1 0,1 0 0,0-1 0,28 17 0,-33-22 317,0-1-1,1-1 1,0 0-1,0-1 1,0 1-1,0-2 1,1 0 0,-1 0-1,1-1 1,0-1-1,0 0 1,0-1 0,0 0-1,0 0 1,0-1-1,-1-1 1,1 0-1,0-1 1,-1 0 0,1 0-1,16-9 1,-4-2 435,-1 0 0,0-1 1,-2-1-1,0-2 1,-1 0-1,25-28 0,94-134 1924,-103 130-1522,229-352 4233,-72 103 1170,-64 133-1042,-129 166-4777,0 0 0,0-1 0,1 1 0,-1 0-1,0 0 1,0 0 0,0 0 0,0 0-1,0 0 1,0 0 0,0 0 0,0 0 0,0-1-1,0 1 1,0 0 0,1 0 0,-1 0-1,0 0 1,0 0 0,0 0 0,0 0 0,0 0-1,0 0 1,0 0 0,0 0 0,1 0-1,-1 0 1,0 0 0,0 0 0,0 0-1,0 0 1,0 0 0,0 0 0,0 0 0,1 0-1,-1 0 1,0 0 0,0 0 0,0 0-1,0 0 1,0 0 0,0 0 0,0 0 0,0 0-1,1 1 1,-1-1 0,0 0 0,0 0-1,0 0 1,0 0 0,0 0 0,0 0 0,0 0-1,0 0 1,0 0 0,0 1 0,0-1-1,0 0 1,0 0 0,0 0 0,0 0 0,5 5 77,-1 1 1,0-1 0,-1 1-1,1 0 1,-1 0 0,-1 0-1,1 0 1,-1 1 0,0-1 0,0 1-1,-1-1 1,0 1 0,0 0-1,0 9 1,-1 11-137,-2 0-1,-6 38 0,1-15 93,-16 139-1960,-11 2-3681,22-136-44,-7 71-1,17-38-5322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34.2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13873,'111'-19'2222,"201"-8"0,-178 27-4797,155 19 0,-192-7 1023,50 5-642,-48-13 6086,-102-8-3336,1 0 0,0 0 0,0 0 1,0 0-1,-3-9 0,4 10 1402,11-14-4402,-9 15 1701,5-6 71,1 5-4724,9 3-973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0:49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1 133 10681,'167'-45'528,"-70"27"-752,-3-6-1468,13-1-1040,27 4-845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0.7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184 16 11625,'0'0'2237,"-1"-1"-1534,-1-1 1,1 1-1,0 0 1,0-1-1,-1 1 1,1 0-1,0 0 1,-1 0-1,1 0 0,-1 0 1,1 1-1,-4-2 1,-9 127 5047,6-37-3895,-93 766 297,62-298-2153,39-508-3110,7 51 0,-5-85 1858,0 0-1,1 0 1,0 0-1,1-1 0,1 1 1,0-1-1,1 0 1,8 14-1,0-10-11037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1.3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10 672 10301,'-4'-27'1267,"1"0"0,1 0 1,2 0-1,4-43 0,-2 55-872,1 0 0,1 0 0,0 1 1,2-1-1,-1 1 0,1 0 0,1 1 0,1-1 0,15-20 1,0 5-60,1 1 0,1 1 1,1 2-1,1 0 1,2 2-1,0 1 1,2 1-1,0 1 1,1 2-1,67-27 1,-71 35-240,-1 1 1,1 1 0,1 2-1,-1 1 1,1 0 0,0 3-1,0 0 1,0 2 0,0 1-1,0 1 1,0 2-1,-1 1 1,1 1 0,38 13-1,-48-12-73,-1 1 0,-1 1 0,0 0-1,0 2 1,-1-1 0,0 2 0,0 0 0,-2 1-1,1 1 1,19 24 0,-19-18 5,-2 0 0,0 1 1,-1 1-1,-1 0 0,-1 0 1,-1 1-1,11 42 0,-12-24-111,-2 0-1,-1 1 1,-2-1-1,-2 1 1,-2-1-1,-1 1 1,-2-1 0,-3 0-1,-20 75 1,0-37-279,-2-2 1,-5-1 0,-48 81-1,-149 204-1432,-316 327-1312,526-664 3024,11-12 28,-1 1 1,0-2-1,0 1 1,-1-2-1,-1 1 1,1-2-1,-26 15 0,36-23 47,1 0 0,-1 0 0,0-1 0,1 1 0,-1 0 0,0-1 0,1 1 0,-1-1 0,0 0 0,0 1 0,1-1 0,-1 0 0,0 0 0,0 0 0,1-1 0,-5 1 0,6-1 8,-1 1-1,1-1 1,-1 0 0,1 1-1,-1-1 1,1 1 0,-1-1 0,1 0-1,0 1 1,-1-1 0,1 0-1,0 1 1,-1-1 0,1 0-1,0 0 1,0 1 0,0-1 0,0 0-1,0 0 1,0 1 0,0-1-1,0 0 1,0 0 0,0 1-1,0-1 1,1-1 0,1-8 41,2-1 1,-1 1-1,2 0 1,5-10-1,-9 16-33,15-25 270,1 0 0,1 1 0,1 2-1,27-30 1,-5 13 836,67-55 0,-98 90-768,1 0 1,1 1-1,-1 0 1,1 0-1,20-7 0,-28 13-214,1 0 0,-1 0-1,0 0 1,1 1 0,-1 0-1,1-1 1,-1 1 0,1 1-1,-1-1 1,0 1 0,1 0-1,-1 0 1,0 0 0,0 0-1,1 1 1,-1-1 0,0 1-1,6 4 1,-3-1 12,1 1 1,0-1-1,-1 2 1,0-1-1,-1 1 1,1 0-1,7 11 1,7 18 186,-1 0 1,-1 2-1,-2 0 1,13 48-1,38 82-476,-51-137-477,0 0 1,3-1-1,0-1 1,36 40-1,-39-51-741,2-1 0,31 23-1,-31-28-833,0 0-1,1 0 1,24 8-1,22 5-8568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1.7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0 12493,'-13'29'829,"9"-21"-379,1 1 1,-2-1 0,1 0 0,-1-1 0,0 1 0,-1-1-1,-11 11 1,9-7 257,0-1-1,0 1 0,1 1 1,0 0-1,1 0 1,1 0-1,0 0 1,0 1-1,-4 21 0,2 5 207,1 0 0,-1 41-1,7-58-948,1 1-1,1 0 1,1-1-1,1 0 1,1 1 0,1-2-1,1 1 1,1-1-1,1 0 1,0 0-1,2-1 1,0 0 0,1-1-1,27 31 1,-35-44-69,1-1 0,0 0 0,0 0 1,0 0-1,0-1 0,1 0 0,0 0 0,0 0 1,0-1-1,0 1 0,0-1 0,1-1 1,0 0-1,-1 0 0,1 0 0,0 0 0,0-1 1,0-1-1,0 1 0,0-1 0,0 0 1,0 0-1,0-1 0,0 0 0,0 0 0,-1-1 1,1 0-1,0 0 0,-1-1 0,1 1 1,-1-1-1,0-1 0,0 1 0,8-7 0,8-6-71,-1-2 1,-1 0-1,0-1 0,-2-2 0,0 1 0,-2-2 0,24-38 0,-23 30 837,-1-1 0,-1-1 1,-2-1-1,-1 0 0,10-49 1,-11 8 2214,-10 70-1130,-4 5-1615,0 1 0,0 0 0,0-1 0,1 1 0,-1 1 0,1-1 0,-1 0 1,1 1-1,0-1 0,0 1 0,0-1 0,-1 5 0,-5 7-8,1 1 0,0 0 0,1 0 0,1 0 0,-5 28 0,-2 3-374,2-11-899,3 0 0,0 1 0,-1 40 0,6-14-3294,4-2-3505,4-14-4070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2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171 181 11829,'0'9'2175,"5"-13"-907,-5 4-1133,0 0 0,0 0 0,-1 0 0,1 0 0,0 0 0,0 0 0,-1 0 1,1 0-1,0 0 0,0 0 0,0 0 0,-1 0 0,1 0 0,0 0 0,0 0 0,0 0 0,-1 0 0,1-1 0,0 1 0,0 0 0,0 0 1,-1 0-1,1 0 0,0 0 0,0-1 0,0 1 0,0 0 0,0 0 0,-1 0 0,1 0 0,0-1 0,0 1 0,0 0 0,0 0 0,0 0 1,0-1-1,0 1 0,0 0 0,0 0 0,0 0 0,0-1 0,0 1 0,0 0 0,0 0 0,0-1 0,0 1 0,0 0 0,0 0 0,0 0 1,0-1-1,0 1 0,0 0 0,0 0 0,0 0 0,0-1 0,0 1 0,1 0 0,-10 5 336,1 1 1,1 0-1,-1 1 0,1 0 0,-11 13 1,-11 11 305,16-19-218,-1-1 0,-18 12-1,30-22 305,-21-28 386,25 17-928,0 1 1,1 0 0,0 0-1,1 0 1,5-12-1,-5 15-283,-1-1 0,1 1 0,0 0 0,1 0 0,-1 0 0,12-10 0,-14 14-35,0 0 1,0 0-1,1 1 1,-1-1-1,1 1 1,-1 0-1,1 0 1,0-1-1,-1 2 1,1-1-1,0 0 1,0 0-1,0 1 1,0 0-1,-1-1 1,1 1-1,0 0 1,0 1-1,0-1 1,5 2-1,2 0-3,-1 1 0,0 1 0,-1 0 0,1 0 0,-1 1 0,0 0 0,0 0 0,0 1 0,-1 0 0,0 0 0,0 1 0,0 0 0,-1 0 0,0 1 0,0 0 0,5 11 0,-2-4 0,-2 1 0,0 1 0,0-1 0,-2 1 0,0 0 0,-1 1 0,-1-1 0,2 21 0,-3 16 0,-10 97 0,19-169 0,4-17 0,15-35 0,-5 9 0,46-78 0,-65 128 0,25-41 0,46-58 0,-67 96 0,1 2 0,1-1 0,0 2 0,0-1 0,1 2 0,1-1 0,0 2 0,0 0 0,22-10 0,-31 17 0,-1 0 0,1 1 0,0-1 0,0 1 0,-1 0 0,1 0 0,0 1 0,0 0 0,0 0 0,0 0 0,0 0 0,-1 1 0,1-1 0,0 1 0,0 0 0,0 1 0,6 2 0,-5-1 0,0 1 0,0 0 0,0 0 0,0 1 0,0 0 0,-1 0 0,0 0 0,0 0 0,-1 1 0,7 10 0,0 3 0,0 1 0,-2 1 0,0 0 0,-1 0 0,-2 0 0,7 34 0,3 57 0,4 13 0,-16-96 0,-3-20 0,0-1 0,1 1 0,0-1 0,0 0 0,6 14 0,-7-20 0,0-1 0,-1 0 0,1 0 0,0 0 0,0 0 0,0 1 0,0-1 0,0 0 0,0-1 0,1 1 0,-1 0 0,0 0 0,0 0 0,1-1 0,-1 1 0,0-1 0,1 1 0,-1-1 0,0 1 0,1-1 0,-1 0 0,1 0 0,-1 0 0,1 0 0,-1 0 0,1 0 0,-1 0 0,1 0 0,-1 0 0,0-1 0,1 1 0,-1-1 0,0 1 0,1-1 0,-1 1 0,0-1 0,1 0 0,1-1 0,5-3-131,0 0-1,0-1 1,0 0-1,-1 0 1,0-1 0,8-8-1,11-12-732,15-9-2091,46-32 1,-67 55-543,0 1 1,37-16 0,-7 9-8105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3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181 55 9357,'-3'-1'2256,"-5"-2"-1564,3 2 237,0 0 0,0-1 0,-1 0 0,1 0 0,1 0 0,-9-5 0,-24-19 4605,35 24-3336,-33-3 2086,14 160-2954,18-144-1276,-22 135 253,23-128-298,1-1 0,1 1 0,0 0 1,1-1-1,1 1 0,5 18 0,-7-30-1,1-4 2,-1 0 0,1-1 0,-1 1 0,1 0 0,0 0 0,-1-1 0,1 1 0,0 0 0,0-1 0,0 1 0,1 0 0,-1-1 0,0 0 0,3 3 0,17 21-17,-14-24-61,2-5 11,0-1 0,-1-1 0,1 1-1,-1-2 1,0 1 0,-1-1 0,0 0-1,0-1 1,0 1 0,7-12 0,27-29-294,35-42 1,-17 18 158,-36 40 87,-20 27 90,-1 1-1,1 0 1,0 0-1,1 0 1,-1 0-1,0 1 1,6-4-1,6-8-95,-14 14 106,0 0-1,0 0 1,0 0-1,0 0 0,0 0 1,0 0-1,0 0 1,0 0-1,1 0 0,-1 1 1,0-1-1,1 0 1,-1 1-1,0-1 0,3 0 1,12-2-33,-12 3-11,-2 0-28,14 4 13,1-1 1,-1-1-1,0-1 1,1 0 0,-1-1-1,31-4 1,-38 3 71,-6 0-6,0 1 0,0-1 0,0 1 0,-1-1 0,1 0 0,0 0 0,0 0 0,0-1 0,-1 1 0,1-1 0,-1 1 0,3-3 0,-1 2 0,0-1-1,0 0 0,0 0 0,-1 0 0,0 0 0,1 0 0,-1-1 0,0 1 1,-1-1-1,1 0 0,-1 0 0,5-8 0,9-8-196,-14 19 175,0 0 0,-1 0 0,1-1 0,-1 1 0,0-1 1,1 1-1,-1-1 0,0 0 0,0 1 0,0-1 0,0 0 0,0 0 1,0-3-1,0 16 26,0 0 1,0 0 0,1 0 0,1 0-1,-1 0 1,2-1 0,5 12-1,4 6-25,22 34-1,-31-58-318,0 1 0,0-1 0,1 0 0,-1 0 1,1-1-1,0 1 0,0-1 0,1 0 0,-1-1 1,1 1-1,8 2 0,-11-4-2104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4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8 14085,'-20'17'2454,"17"-13"35,-21-10 3706,19 1-2849,15 1-1637,32-2-1107,84-2-1,42 13-3492,-150-4 2379,57 0-4539,-70 0 1820,-22 8-13581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4.3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15 13149,'-28'-12'2170,"22"9"4127,3 4-4588,3-1-1704,-2 0 169,1 0-1,-1 0 1,0 0-1,0 0 1,1 0-1,-1 0 1,0 1-1,1-1 1,-1 1-1,0-1 0,1 1 1,-1 0-1,0 0 1,1 0-1,-1 0 1,1 0-1,0 0 1,-1 0-1,1 0 1,0 0-1,0 1 1,0-1-1,-1 1 1,1-1-1,1 1 0,-1-1 1,0 1-1,0-1 1,1 1-1,-1 0 1,0-1-1,1 1 1,0 0-1,-1-1 1,1 1-1,0 0 1,0 3-1,-22 221 1515,-7 50-531,21-222-1270,1 1 1,3 0-1,4 60 0,1-85-1233,0 5-3315,4-3-4544,5-4-4915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4.5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27 103 16037,'-17'-24'2941,"10"12"-677,4-9-352,3 0 1696,13 9-4460,1-1-424,16 26-952,13 8-880,1 6-2637,10 9-4824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5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21 218 11441,'-21'7'8700,"33"-12"-7340,-8 4-1264,1 0 1,-1 0-1,0 1 1,1 0 0,0 0-1,-1 0 1,1 1-1,-1-1 1,0 1 0,8 2-1,52 19-2,-8-2-50,-40-17 230,1 0 0,-1-1 0,1 0 0,0-2 0,-1 0 0,1-1 0,0 0 0,-1-2 0,1 0 0,15-5 0,-30 7-200,0 1 1,0-1-1,0 1 1,0 0-1,0 0 1,0 0-1,0 0 1,0 0-1,0 0 1,0 0-1,-1 1 1,4 0-1,7 1 89,52 3 421,56 4-425,0-4 0,129-13 0,-220 5-274,0-2 1,0-1-1,34-12 1,-53 15 124,0-1 1,0 0-1,0-1 1,-1 0-1,0 0 0,0-1 1,0 0-1,0-1 1,-1 0-1,0 0 1,-1-1-1,9-11 1,-11 12 54,0-1 0,-1 0 0,0 0 0,-1-1 0,1 1 0,-2-1 0,3-10 0,-4 16-47,-1 1-1,1-1 0,-1 1 0,0-1 0,1 1 0,-1-1 1,0 0-1,-1 1 0,1-1 0,0 1 0,-1-1 1,0 0-1,1 1 0,-1-1 0,0 1 0,0 0 0,0-1 1,-1 1-1,1 0 0,0 0 0,-1 0 0,0 0 0,1 0 1,-1 0-1,0 0 0,0 0 0,0 1 0,0-1 0,-3-1 1,1 1-10,1 1 1,-1 0-1,1 0 1,-1 1-1,0-1 1,1 1 0,-1 0-1,0-1 1,1 2-1,-1-1 1,1 0-1,-1 1 1,0-1 0,1 1-1,-1 0 1,1 1-1,-1-1 1,1 0-1,0 1 1,-4 2 0,-1 1-24,1 0 0,0 0 1,0 0-1,0 1 0,1 0 1,0 0-1,-7 10 0,9-9-219,0 0 0,0 1 0,1 0-1,1-1 1,-1 1 0,1 0 0,1 0 0,-1 0-1,1 0 1,1 0 0,0 0 0,0 1 0,0-1-1,1 0 1,0 0 0,1 0 0,0 0-1,0 0 1,0 0 0,6 9 0,-7-14 183,0 0 0,0-1 0,0 1 0,1-1 1,-1 1-1,1-1 0,0 0 0,0 1 0,0-1 0,0 0 0,0 0 1,0-1-1,0 1 0,1 0 0,-1-1 0,0 1 0,1-1 1,0 0-1,-1 0 0,1 0 0,0 0 0,-1 0 0,1-1 0,0 1 1,0-1-1,0 1 0,0-1 0,-1 0 0,1-1 0,0 1 0,0 0 1,5-2-1,-2 0 386,-1-1 0,0 1 0,1-1 1,-1 0-1,0 0 0,-1-1 0,1 1 1,-1-1-1,1 0 0,-1-1 0,0 1 0,-1-1 1,1 0-1,5-9 0,-8 12-242,1 1 1,-1 0-1,1-1 0,0 1 1,-1 0-1,1 0 0,0 0 1,0 0-1,0 0 0,0 1 1,0-1-1,0 0 0,0 1 1,0 0-1,0-1 0,0 1 0,0 0 1,0 0-1,0 0 0,0 0 1,0 0-1,0 1 0,0-1 1,0 1-1,0-1 0,3 2 1,4 1 34,0 0 0,0 0 1,0 1-1,15 8 0,-6 0-46,-1 0 1,-1 1-1,0 1 0,-1 0 1,0 2-1,-1-1 0,-1 2 1,-1 0-1,0 0 0,-1 1 0,-1 1 1,0-1-1,-2 2 0,0-1 1,6 27-1,-6-13-234,-2 1 0,-1-1 0,-2 1 0,-1 0 1,-1 0-1,-2 0 0,-2 0 0,-12 59 0,-1-23-359,-4-2 0,-3 0 0,-55 114 0,36-102-56,-4-1 0,-86 112 0,107-159 530,-1-1-1,-2-1 1,-2-2 0,0 0-1,-57 38 1,82-63 119,0 0-1,-1 0 1,1-1-1,-1 1 1,1-1-1,-1 0 1,0 0-1,-12 1 1,16-3-59,1 0 0,-1 0 0,0 0 0,1 0 0,-1-1 0,1 1 1,-1 0-1,0-1 0,1 1 0,-1-1 0,1 0 0,-1 1 0,1-1 0,0 0 0,-1 0 0,1 0 1,0 0-1,-1 0 0,1 0 0,0 0 0,0-1 0,0 1 0,0 0 0,0-1 0,0 1 0,0 0 0,1-1 1,-1 1-1,0-1 0,1 1 0,-1-1 0,1 0 0,0 1 0,-1-1 0,1 1 0,0-1 0,0-2 1,1-5 20,0-1 0,0 0 0,1 0 1,0 0-1,1 0 0,0 1 1,0 0-1,1-1 0,0 1 1,8-12-1,11-19-213,2 1 1,2 2 0,52-60-1,112-94-1593,-169 170 1527,323-298-4995,-103 120-2613,-81 81-1785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5.5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273 757 18766,'-6'6'603,"0"1"0,0 0 0,0 1 0,1-1 0,0 1 0,1 0 0,0 0 0,0 0 0,1 1 0,0-1 0,0 1 0,1 0 0,-2 12 0,-18 59 2924,11-46-2733,-5 14-175,-14 75 0,25-99-619,-48 324 0,45-269 0,-4 0 0,-23 86 0,30-153-24,1-11-52,-1-11-249,5 9 250,-2-9-42,0 1-1,1-1 1,1 0 0,-1 0 0,1 0 0,1 0-1,0 0 1,1 0 0,0 0 0,6-17-1,0-10-100,30-152-429,112-449 402,77 43 2779,-156 456-2207,-63 125-322,2 0 0,-1 0 0,2 1 0,0 0 0,0 1-1,1 1 1,14-11 0,-22 19-5,0 0 0,1 0 0,-1 1 0,1-1 0,-1 1 0,1 0 0,0 1 0,0-1 0,0 1 0,0 0 0,0 0 0,0 1 0,0-1 0,0 1 0,0 0 0,1 1 0,-1-1 0,0 1 0,0 0 0,0 0 0,0 0 0,0 1 0,-1 0 0,1 0 0,0 0 0,7 5 0,0 2 0,1 0 0,-2 1 0,1 1 0,-1-1 0,-1 2 0,0-1 0,16 25 0,-4 0 0,-2 2 0,-1 0 0,-1 2 0,-3 0 0,18 69 0,-11-6 0,12 123 0,-18-38-132,-8 1 0,-8 0 0,-40 304 0,17-287-6074,18-73-3062,7-31-4513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5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1011 18314,'1'-10'479,"1"1"0,0-1 1,1 0-1,0 1 0,1 0 1,0 0-1,0 0 0,1 0 1,0 1-1,1-1 0,0 1 1,0 0-1,0 1 0,1 0 1,0 0-1,1 0 0,11-7 1,-1 1 38,1 1 0,0 0 0,1 2-1,22-9 1,86-27 300,-99 37-746,324-96-1255,-111 35-829,-163 45 1355,0-3 1,-2-4 0,-1-3-1,-2-3 1,-1-3-1,-3-4 1,74-59 0,-116 81 779,2-1-63,29-31 0,-50 46 194,-1 0 1,0-1-1,0 0 1,-1-1-1,-1 0 1,0 0-1,7-17 1,-12 21 976,-9 23-422,-12 31 180,-25 108 931,-39 229 0,78-352-1878,-6 45-1166,-3 143 0,15-22-3491,1-79-549,0-61-1023,5-3-3780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6.3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1 471 12145,'0'-14'587,"5"-22"447,-4 35-951,-1 0-1,0 0 1,1 0-1,-1 0 0,1 0 1,0 0-1,-1 0 1,1 0-1,0 0 0,-1 0 1,1 0-1,0 1 1,0-1-1,0 0 1,0 1-1,0-1 0,0 0 1,0 1-1,0-1 1,0 1-1,0-1 1,0 1-1,0 0 0,0-1 1,0 1-1,0 0 1,2 0-1,6 0 202,0 1 0,-1 0-1,1 0 1,0 1 0,0 0-1,-1 0 1,1 1 0,-1 0-1,0 1 1,0 0 0,0 0-1,0 1 1,-1 0 0,1 0-1,-1 1 1,-1 0 0,1 0-1,-1 0 1,6 8 0,6 9-149,0 1 0,-2 0 0,0 1 0,17 39 0,-25-45-135,0 1-1,-1-1 0,-1 1 0,-1 0 0,0 0 0,-2 1 1,0-1-1,-2 1 0,0 0 0,-1-1 0,-4 29 1,-1-20-40,-2-1 1,0 1-1,-2-1 0,-1-1 1,-1 1-1,-2-2 1,-21 37-1,14-29-53,-1 0-1,-2-1 1,-1-1-1,-47 47 1,119-102-95,-7-10 29,-1-2 1,62-69-1,-71 70-8,127-158-965,-102 120 677,-3-3-106,-4-2-1,42-86 0,-39 67 82,18-53 5,10-14 55,-71 145 523,-1 0 0,12-35-1,-14 34 671,1 1-1,10-20 1,-16 36-103,-4 5 72,-5 6-319,0 0 1,0 1 0,1 0-1,1 1 1,-1-1-1,2 1 1,-1 0 0,-6 23-1,-1 8 743,-9 51-1,-34 233 2276,15-73-1959,6-68-807,-59 386-3635,70-407 2,7-59-805,5 0-4356,8-29-3028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6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0 486 12513,'13'-13'1678,"1"1"1,0 1-1,24-16 0,-25 19-763,-12 7-844,0 1 1,0-1 0,0 1-1,0-1 1,0 1 0,0-1-1,0 1 1,0 0 0,0 0 0,1 0-1,-1 0 1,0-1 0,0 1-1,0 1 1,0-1 0,2 0-1,4 1 164,-2-1-185,-1 1 1,1 0-1,-1 0 1,1 0-1,-1 1 1,0-1-1,0 1 1,0 0-1,0 0 1,0 1-1,0-1 0,0 1 1,-1 0-1,1 0 1,-1 0-1,0 0 1,0 1-1,0-1 1,0 1-1,0 0 1,-1 0-1,0 0 0,0 0 1,0 0-1,0 0 1,-1 0-1,2 6 1,8 25-386,-5-13-393,2-1-1,12 27 1,-16-38 262,1-1 0,1 1 0,0-1 0,0 0 0,13 14 0,-17-21 403,0 0 1,0-1-1,0 1 1,0 0-1,1-1 1,-1 0-1,1 1 1,-1-1-1,1 0 1,-1 0-1,1 0 1,0-1-1,-1 1 1,1 0-1,0-1 1,0 0-1,-1 0 1,1 0 0,0 0-1,0 0 1,-1-1-1,1 1 1,0-1-1,0 1 1,-1-1-1,1 0 1,-1 0-1,4-2 1,0 0 113,-1-1-1,-1 1 1,1-1 0,-1 0 0,1 0 0,-1 0-1,0-1 1,0 1 0,-1-1 0,6-10 0,27-60 738,-23 46-412,43-115 850,14-27-205,-47 124-766,-17 31-168,1 0-1,1 1 0,0-1 1,2 2-1,-1 0 0,2 0 1,-1 0-1,19-16 0,-25 27-59,-1 0 0,0 0 1,1 0-1,-1 1 0,1 0 0,0-1 0,0 1 0,0 1 0,0-1 0,0 0 1,0 1-1,0 0 0,1 0 0,-1 0 0,0 1 0,1-1 0,-1 1 0,1 0 0,-1 1 1,0-1-1,1 1 0,-1-1 0,6 3 0,-1 0 23,-1 1 1,1 1-1,-1-1 1,1 1-1,-1 1 1,-1-1-1,1 1 1,-1 1-1,0-1 0,0 1 1,-1 1-1,0-1 1,5 10-1,2 2 69,-1 1-1,-1 1 1,-1-1 0,9 29-1,-14-31-50,0 1 1,-1-1-1,-1 1 0,-1 0 1,0 0-1,-2 1 0,0-1 1,-1 0-1,-1 0 0,-6 26 1,-1-11-904,0-1 0,-2-1 1,-2 1-1,-30 54 0,42-85 206,0 0-1,-1 1 0,1-1 0,1 0 0,-1 1 0,0-1 0,1 1 0,-1 0 1,1-1-1,0 1 0,-1-1 0,2 4 0,-1 15-7694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6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201 1 13501,'-60'21'2692,"37"0"-103,-1-3-577,4 3-400,13-12-328,-6 15-372,0-2-1080,6 5-736,0-3-1352,-6-3-344,-1 15-2973,14-18-4544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7.5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0 14913,'1'10'930,"1"0"-1,-1 0 0,-1 0 1,1 0-1,-3 14 0,1-12 55,1 1 0,2 22 0,13 114 2125,-6 1-1,-14 220 1,-41 76-3109,17-108-3021,28-263 1418,4 0 0,18 112 0,-16-162-244,1 0 0,1 0 0,1 0 0,1-1 0,17 33 0,22 18-9024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7.7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694 3 13889,'11'-1'583,"-7"1"-192,1-1 0,-1 1 0,1 0 0,-1 0 0,1 0 0,-1 1 1,1 0-1,5 1 0,-6-1-134,-1 1 1,0-1 0,-1 1 0,1 0-1,0 0 1,0 0 0,-1 0-1,1 0 1,-1 1 0,0-1 0,0 1-1,0-1 1,0 1 0,0 0 0,0 0-1,-1 0 1,1 0 0,-1 0 0,0 0-1,0 0 1,0 1 0,0-1-1,-1 0 1,1 0 0,-1 1 0,0-1-1,0 0 1,-1 7 0,0 1-42,0 1-1,-1-1 1,0 0 0,-1 0 0,-1 0 0,0-1 0,-6 13-1,0-5-29,-1-1-1,0-1 0,-1 0 1,-1-1-1,0 0 0,-1-1 0,-19 14 1,-120 83 451,113-85-513,-57 39-143,9-8-2786,-115 98 1,160-110-926,22-14-2485,12-10-4664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8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13121,'3'2'1904,"121"94"3671,-75-54-4681,73 82 1,-83-75-884,-1 2-1,31 56 1,-67-103-13,1 0 0,0 0 0,0 0-1,1 0 1,-1-1 0,1 0 0,-1 0-1,7 5 1,-6-6 0,4-2-22,10-5 19,-1-2-1,1-1 1,-1 0-1,-1-1 1,1 0-1,22-19 1,-3 1 35,2 2 0,1 1 0,0 2 1,2 2-1,0 1 0,1 3 0,1 1 0,0 2 1,77-12-1,-86 21 47,-1 2 0,1 1 0,-1 2 0,39 6 0,-12 3 134,82 23 1,-111-23-146,-17-5 70,-1-1 0,1 0 1,-1-1-1,1-1 0,0 0 1,0-1-1,1 0 0,-1-1 0,26-3 1,-25 0-54,0 0 1,0-1-1,-1-1 0,1 0 1,-1-1-1,0-1 1,-1 0-1,1-1 1,-2 0-1,17-13 1,-14 8-323,1 2 0,1 0 1,0 0-1,1 2 0,0 0 1,0 1-1,1 1 0,21-5 0,37-9-809,-1-4 0,84-40 0,-34 14 388,-123 51 654,0 0-1,0 0 1,0 0-1,0 1 1,-1-1 0,1 1-1,0-1 1,0 1-1,0 0 1,0 0-1,-1 0 1,5 3-1,-2-2-10,4 3-302,1 1-1,-1 0 0,0 0 0,-1 1 0,1 0 0,9 12 0,19 13-2084,-31-27 1146,1-1 0,-1 0 1,1 0-1,8 3 0,20 7-4566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8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33 416 13077,'-22'-13'6935,"22"12"-6601,-1 1 0,0 0-1,1 0 1,-1 0-1,1-1 1,-1 1-1,0 0 1,1-1-1,-1 1 1,1 0-1,-1-1 1,1 1-1,-1-1 1,1 1-1,0-1 1,-1 1-1,1-1 1,0 1-1,-1-1 1,1 1-1,-1-1 1,2-1-66,0 1 0,0 0 0,0 0 0,0 0 1,1 0-1,-1 0 0,0 0 0,0 0 0,1 0 0,-1 0 0,0 0 0,1 1 0,2-2 1,26-10-8,1 1 1,0 2-1,1 0 1,0 3-1,41-5 1,0 0-168,378-65-414,240-43-1315,-619 105 48,136-28-2621,-166 31-1300,48-21-1,-54 16-5507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9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1 11641,'-2'0'314,"0"1"-1,-1 0 1,1-1-1,0 1 1,0-1-1,-1 0 1,1 1-1,0-1 1,-1 0-1,-2-1 1,-7 1 8236,12 4-6396,-1 8-1597,2 0 0,-1 0-1,2 0 1,-1 0-1,2-1 1,0 1-1,0 0 1,1-1 0,8 17-1,57 120 148,83 253-1,-142-360-703,-1 0 0,-2 0 0,-2 0 0,-2 1 0,-1 0 0,-3-1 0,-1 1 0,-2 0 0,-1-1 0,-3 0 0,-1 0 0,-3-1 0,0 0 0,-20 40 0,-122 199-2879,97-186 325,-53 123 0,107-210 1898,1 0-1,0 0 0,0 1 1,0-1-1,1 0 1,-1 10-1,2-14 138,0 1 0,0-1 0,0 1 0,1-1 0,-1 1 0,1-1 0,0 1 0,-1-1 0,1 1 1,0-1-1,2 3 0,-1-2-833,1 0 1,-1 0 0,1 0 0,0-1 0,-1 1 0,1-1 0,5 3-1,-8-5 1189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29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279 1016 15321,'-4'1'257,"-5"2"460,1 1 0,0 0-1,0 0 1,0 0-1,0 1 1,1 0 0,-1 1-1,2 0 1,-1 0-1,-7 8 1,-3 7 937,2-1 0,-19 34 0,24-35-1221,0 0 0,2 0 0,0 1 0,2 0 0,0 1 0,-5 29 0,2 48 163,7-59-1007,-10 52-1,5-44-822,6-40 1074,1-1 0,-1 1 0,-1 0 0,1-1 0,-1 1-1,0-1 1,-5 11 0,5-14-133,2-6-23,-5-31 164,1-1 1,2 1 0,4-55 0,20-107-59,-16 156 151,12-85 93,5 2 1,68-206-1,-68 266 40,3 1 0,2 1 0,3 2 0,2 0 0,3 3 0,78-96 0,-97 133-66,1 1 1,1 1 0,1 0-1,0 1 1,37-21-1,-48 31-2,1 1 1,0 0-1,1 1 0,-1 0 0,0 1 0,1 0 0,0 1 1,0 0-1,0 0 0,0 1 0,0 1 0,0 0 0,0 0 1,0 1-1,15 3 0,-18-1-5,-1 0 0,0 0 0,1 0 1,-2 1-1,1 0 0,0 0 0,-1 1 0,0 0 0,0 0 1,0 0-1,-1 1 0,1 0 0,-1 0 0,-1 0 0,1 1 1,-1 0-1,0-1 0,-1 2 0,3 6 0,3 8-79,-2 0-1,0 0 0,-1 1 1,-2 0-1,3 28 0,-4-19-277,-1 1 1,-1 0-1,-3 0 0,0-1 0,-2 1 0,-1-1 0,-2 0 1,-1 0-1,-2-1 0,-1 0 0,-1 0 0,-1-1 0,-2-1 1,-1 0-1,-20 26 0,7-19-681,-1-1 1,-2-2-1,-37 31 0,-115 76-7289,124-98 1925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0.0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1 208 7937,'14'11'850,"1"0"0,1-1 0,0 0 0,0-1 0,26 9 0,-18-6 219,-1 1 1,0 1-1,22 18 1,-21-14-402,1-1 0,28 13-1,-25-17-550,0-1-1,1-1 0,1-2 0,-1-1 0,1-1 1,1-2-1,32 2 0,-46-6-280,0-1 0,1 0 0,-1-2 0,1 0 0,-1 0 0,0-2-1,0 0 1,-1-1 0,1-1 0,-1 0 0,0-2 0,-1 1 0,29-20 0,46-49 965,-89 74-737,0 1 0,0-1 1,0 1-1,0-1 0,0 0 1,0 1-1,-1-1 0,1 0 1,0 0-1,0-3 0,2-1 666,2 19-320,-3-9-367,0-1 0,0 1 0,0-1 0,0 1 0,1-1 0,0 0 0,0 0 0,-1 0 0,2 0 0,-1-1 1,0 1-1,0-1 0,1 0 0,-1 0 0,1 0 0,7 2 0,1 2 22,-9-5-87,0 0 0,-1 0 0,1-1 0,0 1 0,0-1 1,0 0-1,-1 0 0,1 0 0,0 0 0,0 0 0,3-1 0,0 0-101,-1 0 95,1 1 0,-1-1 0,0-1 1,0 1-1,0-1 0,0 1 0,0-2 0,0 1 1,-1 0-1,1-1 0,4-3 0,-1 1 136,-4 3-22,1 0-1,-1 0 1,1 0 0,-1 1-1,1 0 1,0 0 0,6-1-1,15-2 253,8-4-138,0 3 0,0 1 0,1 1 0,49 3 0,-70 0-182,47-2 57,1-3 0,65-14 1,-106 15-75,0-2 0,0-1 0,0 0 1,-1-2-1,25-13 0,90-65 351,-23 14 572,-102 68-821,1 0 1,0 0-1,0 2 0,1-1 1,-1 1-1,1 1 0,0 0 0,-1 1 1,1 0-1,0 1 0,12 1 0,17 2 81,73 17-1,-41-1-304,-52-12-77,0-2 0,1 0 0,0-1 0,0-1 0,0-1 1,30-1-1,-12-7-36,0-1 1,-1-2 0,68-25-1,-19 5-2078,-56 22-941,0 0 0,67-2-1,-30 5-5190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0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51 103 15157,'-37'-33'3137,"24"18"-489,16-3-268,4 6 2605,0 0-5349,-1 0-953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3.5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2135 8329,'20'-18'7108,"-19"17"-6903,1 0 1,-1 1 0,0-1-1,1 0 1,-1 1-1,0 0 1,1-1 0,-1 1-1,1 0 1,-1 0 0,1-1-1,-1 1 1,1 1-1,2-1 1,23-3 2322,22-16 529,70-38 0,-111 53-2962,355-181 2230,1637-633-1785,-1119 542-1321,7 34-220,-751 206 881,-95 24 78,459-126-361,-15-29 162,-468 160 212,4-1-141,0 0 0,-1-2 0,0-1 0,-1 0-1,37-28 1,-56 38 119,0 1-1,-1-1 1,1 0-1,0 0 1,-1 1-1,1-1 1,-1 0-1,1 0 1,-1 1-1,1-1 1,-1 0-1,0 0 1,1 0-1,-1 0 1,0 0 0,0 0-1,1 0 1,-1 0-1,0 1 1,0-1-1,0 0 1,0 0-1,-1 0 1,1 0-1,0 0 1,0 0-1,0 0 1,-1 0-1,1 0 1,0 0-1,-1 1 1,1-1-1,-1 0 1,1 0 0,-1 0-1,1 1 1,-1-1-1,0 0 1,1 1-1,-1-1 1,0 0-1,0 1 1,1-1-1,-2 0 1,-2-2-237,0 1 1,0-1-1,-1 0 1,1 1 0,-1 0-1,-7-3 1,1 4-851,1 0 0,-1 0 0,0 1 1,0 0-1,1 0 0,-1 2 0,-20 3 1,-32 12-8934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3.8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96 12761,'-78'-68'7272,"62"47"-3382,14 14-2915,14 15-91,46 40-96,113 68 0,-41-30-526,-54-31-166,-2 3 1,-3 3-1,78 88 1,-117-113-107,-2 2 0,-1 1 1,-2 1-1,-2 2 0,-1 0 0,-3 2 0,-1 0 1,15 53-1,-27-70-29,-2 1 1,-1-1-1,-1 1 0,-2 0 1,0 0-1,-2 1 1,-1-1-1,-8 48 0,2-43-96,-2-1 0,-1 0 0,-1-1 0,-1 0 0,-2-1-1,-2 0 1,-20 30 0,3-13-303,-1-1 1,-56 55-1,-92 74-2116,11-11-6967,105-96-596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3.9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7 14205,'-20'-6'5993,"43"12"-15410,4-3 1620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5.9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1193 7837,'0'0'6243,"-16"-14"-3108,13 6 1597,17-25-4158,-13 30-338,0-1-27,1-22 775,0 0 0,-2-1-1,-4-31 1,6 4 1641,-1 51-2026,0 7 368,10 54-246,4 64 0,-5-39-488,35 351-233,20 144 0,-54-502 0,21 149 0,-11 95 0,-21-315-361,0 0 0,1 0 0,-1 0-1,1 0 1,0 0 0,3 7 0,-4-12 324,0 0 0,0 0 0,0 0 0,0 0 0,1 0 0,-1 0 0,0 0 0,0 0 0,0 0 0,0 0-1,0-1 1,0 1 0,0 0 0,0 0 0,0 0 0,0 0 0,0 0 0,0 0 0,1 0 0,-1 0 0,0 0 0,0 0 0,0 0 0,0 0 0,0 0 0,0 0 0,0 0 0,0 0 0,0 0 0,0 0 0,0 0 0,1 0 0,-1 0 0,0 0-1,0 0 1,0 0 0,0 0 0,0 0 0,0 1 0,0-1 0,0 0 0,0 0 0,0 0 0,0 0 0,0 0 0,0 0 0,1 0 0,-1 0 0,0 0 0,0 0 0,0 0 0,-2-24-1234,-3-26-53,3 0 0,5-58 0,-1 31 431,39-478-2268,-24 389 2740,82-546 350,-56 513 937,102-293 0,-127 441-655,2 2 0,2 0-1,50-79 1,-60 112-153,0 0 0,1 0 0,0 1-1,2 1 1,23-19 0,-28 26-30,1 0 0,0 0 1,0 1-1,0 1 0,1 0 0,-1 0 0,1 1 1,1 1-1,21-4 0,-24 6-14,0 0 0,0 1 0,1 0 0,-1 0 1,0 1-1,0 1 0,0 0 0,0 0 0,0 1 0,0 0 0,-1 1 0,0 0 0,1 0 0,-1 1 1,-1 0-1,1 1 0,-1 0 0,0 0 0,0 1 0,-1 0 0,1 0 0,-2 1 0,1 0 1,-1 0-1,0 0 0,5 12 0,-1-1-60,0 0 1,-2 1-1,0 0 1,-1 0-1,-2 1 1,0 0-1,-1 0 1,0 1-1,-2-1 1,-1 0-1,-2 34 1,-4-17-221,-1 0 0,-2-1 0,-1 0 0,-26 64 0,-79 135-1747,48-126-766,-136 170 0,178-249 2271,8-9 129,8-10 96,-1 0 1,-1-1-1,0 0 0,0 0 1,-1-1-1,-17 12 0,25-21-42,5-7 95,16-20-13,30-32 118,-26 35 314,1 0-1,0 2 0,2 1 0,0 1 0,2 1 0,0 1 0,0 1 0,32-12 0,-43 22 75,1 0 0,0 0 0,0 2 0,1 0 0,-1 1 0,1 1 0,0 0 0,-1 1 0,1 2 0,0-1 0,0 2 0,-1 0 0,1 2 0,-1-1 0,32 13 0,-24-5 82,-1 1-1,-1 1 1,0 1 0,-1 1-1,36 31 1,88 103 800,13 10-520,-142-145-611,0-1-1,0-1 1,2-1 0,-1 0 0,2-1 0,-1-1 0,1-1 0,0-1-1,1-1 1,0 0 0,0-2 0,0 0 0,0-2 0,1 0 0,-1-1-1,1-1 1,-1-2 0,38-5 0,-27-1 663,1 2 0,54-2 1,-80 8-578,0 1 0,0 0 1,0 0-1,-1 1 0,1 0 1,-1 0-1,1 1 1,-1-1-1,0 2 0,10 4 1,7 8 215,28 25 0,1 0-53,-39-33-278,1 1 1,0-1-1,0-1 0,0-1 1,1 0-1,0-1 0,0 0 1,1-1-1,-1-1 0,1-1 1,0 0-1,-1-1 0,1 0 1,0-1-1,0-1 0,0-1 1,-1 0-1,1-1 0,-1-1 1,1 0-1,-1-1 0,19-9 1,-20 8 0,0-1 1,0 0-1,-1-1 0,0-1 1,0 0-1,-1 0 1,0-1-1,0-1 0,-1 0 1,-1 0-1,0-1 1,-1-1-1,0 1 1,-1-2-1,0 1 0,-1-1 1,0 0-1,-1-1 1,-1 1-1,-1-1 0,0 0 1,0 0-1,-2-1 1,0 1-1,-1-1 0,0 1 1,-1-1-1,-3-16 1,0 7 20,-2 1 0,0-1 1,-2 1-1,-1 0 1,-1 0-1,0 1 0,-2 0 1,-1 1-1,-20-29 0,14 27-24,-2 1 0,0 0 0,-2 1 0,0 2 0,-1 0 0,-1 1-1,-38-22 1,20 17-1050,-86-37 0,104 52-449,0 0 0,-1 2 0,1 1 0,-2 1-1,-33-2 1,-1 8-6380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6.1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0 17682,'-47'183'6054,"36"-131"-4549,3 1 0,2 0 1,2 0-1,2 0 0,9 88 0,-5-112-1595,1 21-1185,2 0-1,19 81 1,3-43-3162,-8-35-2356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6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0 199 11033,'3'-40'997,"-3"26"-292,1-1 0,1 1-1,0 0 1,8-27-1,-8 36-282,0 0-1,0 0 0,1 0 0,-1 0 1,1 1-1,6-8 0,-8 10-288,0 1 1,1-1-1,-1 1 0,1-1 1,-1 1-1,1 0 0,0 0 1,0-1-1,-1 1 0,1 0 1,0 1-1,0-1 0,0 0 1,0 0-1,0 1 0,0 0 1,0-1-1,0 1 0,0 0 1,0 0-1,3 0 0,4 2 58,0 1-1,0 1 1,0 0-1,0 0 1,-1 0-1,0 1 1,0 0-1,11 11 0,-2-1-3,-1 2-1,0 0 0,-2 1 1,0 1-1,-1 0 0,-1 0 1,12 29-1,-16-35-110,15 32-30,-2 1 0,-2 0 0,-2 1 1,-3 1-1,-1 1 0,-2 0 0,-3 0 1,4 84-1,-12-76-441,-1 1 1,-4-1-1,-2 1 0,-2-2 1,-3 1-1,-3-1 0,-26 67 1,25-80-55,10-25 174,0 0 0,-2 0-1,0-1 1,-16 25 0,19-37 95,3-9 33,4-24-54,17-50 123,62-133 619,-28 76-61,-53 135-478,111-282 1251,-76 204-67,69-112 0,-92 171-869,1 1 1,0 0-1,1 1 1,28-27-1,-37 40-220,1-1-1,-1 1 1,1 0-1,0 0 1,0 1-1,1-1 1,-1 1 0,0 1-1,1-1 1,0 1-1,0 0 1,0 1-1,0 0 1,0 0 0,0 0-1,0 1 1,0 0-1,12 2 1,-6 1 44,1 1 0,-1 1 0,0 0 0,0 1 0,-1 0 0,1 1 0,-2 0 0,1 1 0,-1 1 0,0 0 0,0 0 0,-1 1 0,16 21 0,3 6 228,-2 1 0,41 78 0,-39-57-218,39 119-1,4 71-1399,-45-149 121,-5-12-1655,12 108-1,-13-4-6809,-9-86-882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7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419 1805 5408,'-7'13'501,"5"-9"-323,0-1 0,1 0 0,-1 0 0,0 0 0,-1 0 0,1 0 0,0 0 0,-1 0 0,0-1 0,1 1 0,-1-1 0,0 0 0,0 0 0,-1 0 0,1 0 0,0-1 0,-1 1 0,-4 1 0,-29 10 2891,-41 23 1,47-21-746,-62 21 1,-8-8 2602,84-26-3666,42-17-280,96-45 416,200-71 0,150-17-732,-443 139-607,363-102 287,71-12-87,1817-391-346,16 81-777,-2149 406 794,326-61-365,-63 11-204,-263 50 61,364-71-871,-12-24-5714,-456 109 704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7.8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11109,'1'0'3,"4"3"315,1-1-1,0 1 0,0 0 0,-1 1 0,6 4 0,-8-6-131,-1 1-1,0-1 0,0 1 1,0 0-1,-1 0 1,1-1-1,0 1 0,-1 1 1,0-1-1,0 0 1,0 0-1,1 5 0,74 348 8961,-10 2-4555,54 729-2561,-37 179-10142,-56-1032 4221,-1-84-1776,10 3-4871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8.3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1301 12405,'-13'-15'760,"10"10"-349,-1 1-1,0-1 1,0 1 0,0 0 0,0 0-1,-8-4 1,11 2 1021,4 1-1277,-1 0 1,1 1-1,0-1 0,0 1 1,1-1-1,-1 1 1,1 0-1,0 0 1,0 1-1,0-1 1,0 1-1,1 0 1,0 0-1,-1 0 0,11-3 1,7-3 67,0 2-1,38-7 1,-44 11-110,331-52 719,380-12-158,-397 37-560,-44 5-26,1412-142-54,614-92-2202,-2090 234 1691,1002-137-2451,-1187 156 2883,206-42-363,-200 37 302,-1-1 0,0-3 1,58-28-1,-93 40 100,0-1 1,0-1-1,0 1 1,0-1-1,0 0 1,10-12-1,-15 15 4,-1 0-1,1 0 1,-1 0-1,0 0 1,0 0-1,0 0 1,0 0-1,0 0 0,0-1 1,-1 1-1,1 0 1,-1-1-1,1 1 1,-1 0-1,0-1 1,0 1-1,0 0 0,0-1 1,-1 1-1,1 0 1,0-1-1,-1 1 1,0 0-1,0 0 0,1 0 1,-1-1-1,-3-2 1,-3-4 3,0 0 1,-1 1-1,0 0 1,-1 1-1,1-1 1,-1 2 0,-1-1-1,-12-6 1,-7-5-67,14 5-166,12 7-247,6 5 442,-1 1-1,1-1 0,-1 1 0,1 0 1,-1 0-1,1 0 0,-1 0 1,1 0-1,-1 1 0,5 0 0,-2 0 23,1 0-1,0 0 0,-1 0 0,1 1 0,-1 0 0,0 0 0,0 0 1,1 1-1,-1 0 0,-1 0 0,1 0 0,0 1 0,-1-1 1,0 1-1,0 0 0,5 5 0,-4-2 65,-1 1 1,1-1-1,-1 1 1,-1 0-1,0 0 1,0 1-1,0-1 1,-1 0-1,0 1 1,1 10-1,1 29 438,-1 0-1,-2 0 1,-8 62-1,-31 146 1030,21-154-1058,-137 843 1846,-20 126-3748,78-321-2659,46-251-2721,32-294 882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9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24 14173,'-20'-24'4449,"3"33"-717,16-8-3574,0 0 0,0 0 0,-1 0 0,1 0 0,0 0 0,0 1 0,0-1-1,0 1 1,1-1 0,-1 1 0,0-1 0,1 1 0,-1-1 0,0 1 0,1-1 0,0 1 0,-1 0 0,1-1 0,0 1 0,0 0 0,0 2-1,3 43 1165,-1-32-777,29 386 4471,-30-368-4997,18 453 18,-9-96-278,25-30-4251,7-123-1873,-40-223 5493,6 21-1085,2-7-4253,-1-7-3436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9.5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632 52 12349,'-14'-51'8260,"75"119"-6755,3 2-956,-42-41-474,0 2 1,-2 0 0,-2 1-1,0 1 1,-3 0 0,0 2-1,-3 0 1,0 0 0,-3 1-1,-1 0 1,-1 1 0,-2-1-1,-2 1 1,-1 0 0,-6 68 0,-6-35-21,-4 0 1,-2 0 0,-3-2 0,-37 88-1,-145 251-217,106-250-215,-7-4 1,-181 208-1,153-193-1020,158-171 563,-13-2 667,0-1 0,0-1 0,-1-1 0,0 0 0,-1 0 1,0-1-1,0-1 0,16-17 0,0 3-122,969-704-825,-631 517 3501,-348 203-2164,-1 0 0,1 1 0,0 0 0,24-3 0,-36 8-143,0 1 0,-1 1-1,1-1 1,0 1 0,0 0 0,0 1-1,0 0 1,0 0 0,-1 0 0,1 1-1,0 0 1,-1 0 0,1 1 0,-1 0-1,7 3 1,-10-3-45,0-1 1,0 1-1,0-1 0,0 1 1,-1 0-1,1 0 0,-1 0 1,1 1-1,-1-1 0,0 0 1,-1 1-1,1 0 0,0-1 1,-1 1-1,0 0 0,0 0 1,0 0-1,0 6 0,0 6 42,0 0 0,-1 0 0,-3 20 0,1-6 33,2 19-54,2 0-1,9 54 1,-10-97-86,0 0 0,0-1 0,1 1 0,0-1 0,0 1 0,0-1 0,1 0 0,-1 1 1,1-1-1,6 7 0,-7-10-7,1 1 0,-1-1 0,1 1 0,-1-1 0,1 0 0,0 0 0,0 0 0,0 0 0,0-1 0,0 1 1,0-1-1,0 0 0,0 0 0,1 0 0,-1 0 0,0-1 0,1 1 0,-1-1 0,6 0 0,3-1-237,0 0 0,-1-1 0,1-1 0,-1 0 0,0 0 0,1-1 0,-2 0 0,15-9 0,-5 2-2036,-1-1 0,0-1-1,25-24 1,-14 10-5689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39.6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1 167 11469,'10'-49'1784,"0"28"-332,7 3-284,-4 3-303,4 0-669,0 0-504,9 6-565,18-3-295,-4 6-328,-20 3-372,17 0-1448,23 3-1605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40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49 341 8237,'-15'6'552,"-2"1"184,2-5 6582,14-23-5590,1 20-1681,0-1-1,0 1 1,0-1 0,0 1-1,0-1 1,0 0 0,0 1-1,0-1 1,1 1 0,-1-1-1,0 1 1,1-1 0,0 1-1,-1-1 1,1 1 0,0 0-1,1-3 1,2 1 39,0 0 0,0 0 0,0 0 1,0 0-1,0 1 0,1 0 0,4-2 1,14-7 282,0 1 1,1 2-1,35-9 1,-55 16-320,-1 0 0,1 1 1,0-1-1,0 1 0,0 0 1,0 0-1,-1 0 0,1 1 1,0-1-1,0 1 0,0 0 1,-1 0-1,1 1 0,-1-1 1,1 0-1,-1 1 0,1 0 1,-1 0-1,0 0 0,0 1 1,0-1-1,0 0 0,0 1 1,0 0-1,-1 0 0,0 0 1,3 4-1,-4-6-39,-1 0 0,0 0 0,1 1 0,-1-1 1,0 0-1,0 1 0,0-1 0,0 0 0,0 0 0,0 1 0,0-1 0,0 0 0,-1 1 0,1-1 1,-1 2-1,-1 4 16,-8 53 186,10-57-212,0 1 1,0-1-1,0 0 0,0 1 0,1-1 1,-1 0-1,1 1 0,1 4 1,0-1-15,-2-7 9,1 1-1,-1-1 0,1 1 1,-1 0-1,1-1 0,0 0 0,-1 1 1,1-1-1,-1 1 0,1-1 0,0 0 1,-1 1-1,1-1 0,0 0 0,0 0 1,-1 0-1,1 1 0,0-1 0,-1 0 1,1 0-1,0 0 0,0 0 0,0 0 1,1 0-17,3 0 9,0 0 0,0 0 1,-1 0-1,1-1 0,0 1 0,0-1 1,-1-1-1,1 1 0,-1 0 1,1-1-1,-1 0 0,0 0 0,1 0 1,5-6-1,8-3-4,-1-2 0,17-16 0,22-26-22,70-90 0,-23 25-19,-101 118 56,0 0 0,0 0-1,0 1 1,0-1 0,1 1 0,-1 0 0,1-1-1,-1 1 1,1 0 0,0 1 0,-1-1 0,1 0-1,0 1 1,0-1 0,-1 1 0,1 0 0,0 0-1,0 0 1,-1 0 0,1 0 0,0 1-1,0 0 1,-1-1 0,1 1 0,0 0 0,-1 0-1,1 0 1,4 3 0,7 4-46,1 1 1,-1 0-1,20 17 1,-26-19-36,145 105-5912,-124-94 4743,1-2-1,1 0 1,52 18-1,-21-15 536,1-3-1,75 9 1,-82-18 1654,62-1 0,-106-6-475,-1 0 1,0-1-1,0 0 1,0 0 0,0-2-1,0 1 1,0-1-1,0-1 1,-1 0 0,1 0-1,-1-1 1,17-11-1,-25 13-249,1 1 0,-1-1 0,0 0 0,0 0-1,0 0 1,0 0 0,0 0 0,-1 0 0,1-1 0,1-5 0,5-10-666,18-10-7767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00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73 11785,'0'-2'297,"0"-1"0,0 1 0,0 0 0,0-1 0,0 1 0,0 0 0,1-1 0,-1 1 0,1 0 0,-1-1 0,1 1 0,0 0 0,0 0 0,0 0 0,0 0 1,1 0-1,1-3 0,-1 3 2370,10-26 1194,-8 32-3696,0 0-1,0 0 0,-1 1 1,1-1-1,-1 1 0,0-1 1,-1 1-1,1 0 1,2 7-1,15 63 712,-19-68-810,23 122 1459,12 214 0,-30 149 999,-110 1635-1626,68-1544-849,-14 1445-49,73-1395 0,125 751 0,15-547 0,-137-713 0,-20-94 0,1 0 0,13 32 0,-20-61 0,0 0 0,1 0 0,-1 0 0,0 0 0,1-1 0,-1 1 0,1 0 0,-1 0 0,1-1 0,-1 1 0,1 0 0,-1-1 0,1 1 0,0 0 0,-1-1 0,1 1 0,0-1 0,0 1 0,-1-1 0,1 0 0,1 1 0,-1-1 0,0 0 0,-1 0 0,1 0 0,0 0 0,-1 0 0,1-1 0,0 1 0,-1 0 0,1 0 0,0-1 0,-1 1 0,1-1 0,0 1 0,-1 0 0,1-1 0,-1 1 0,1-1 0,-1 1 0,1-1 0,0 0 0,2-3 0,0-1 0,0 1 0,-1-1 0,1 0 0,3-10 0,109-350-5477,-63 192 1316,29-88-5504,-17 92-815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01.3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596 53 5681,'-174'-19'2666,"120"10"-1432,8 0 354,-1 2 0,1 2-1,-1 2 1,-74 4 0,117 0-1474,0 0 0,0 0-1,0 0 1,0 0 0,0 0-1,0 1 1,0 0 0,0 0 0,1 0-1,-1 0 1,1 0 0,-1 1-1,1 0 1,-4 4 0,7-1 366,1 0-395,1 0-1,0 0 0,0-1 0,1 1 1,0-1-1,0 1 0,0-1 0,1 0 1,-1 0-1,1-1 0,0 1 0,9 7 1,0-3 18,-1 0 0,1-1 0,1-1 0,18 9 0,15 4 104,78 23 0,-28-12-51,41 11-33,-55-17-98,94 40 1,-174-64-20,21 9 58,0 1 1,0 2 0,-1 0 0,32 25 0,-53-36 420,3-3-203,-1 0 0,1 0 1,-1 0-1,1 0 0,-1-1 0,0 0 0,1 0 0,-1 0 0,0 0 1,0-1-1,-1 0 0,1 1 0,5-6 0,-3 2-220,1 1-1,0 1 1,0-1-1,8-3 1,15-2 10,1 1 0,-1 2 0,64-7 0,-91 13-70,469-37-305,16 29-455,-447 9 703,1592 28-1789,11 51 922,-678-30 662,596 30-27,674 30 299,-7-39 288,-1108-72 795,-780-16-628,-276 11-346,1-4 0,-1-2-1,68-23 1,-132 35-117,1 1-1,-1-1 1,1 1-1,-1-1 1,0 1-1,1-1 1,-1 0 0,0 0-1,0 1 1,0-1-1,0 0 1,1 0-1,-1 0 1,0 0-1,-1-1 1,1 1-1,0 0 1,0 0-1,0 0 1,-1-1-1,1 1 1,-1 0-1,1-1 1,-1 1 0,1-1-1,-1 1 1,0 0-1,0-1 1,1 1-1,-1-1 1,0 1-1,-1-1 1,1 1-1,0-1 1,0 1-1,0 0 1,-1-1-1,1 1 1,-1-1-1,1 1 1,-1 0 0,-1-2-1,0-3 10,-1 1-1,-1 0 1,1 0 0,-1-1-1,0 2 1,0-1-1,0 0 1,-8-5 0,-4-2 21,-1 1 1,-1 1-1,1 1 1,-31-12-1,-80-20-44,35 12 127,-28-12-151,46 11 1091,73 29-849,-1 0-25,-2 0-91,1-1 1,-1 0 0,1 0-1,0 0 1,0-1 0,0 1 0,0-1-1,0 0 1,0 0 0,-4-6 0,19 104 290,-4 0-1,-6 123 1,-1-192-311,-11 210 843,-63 369-1,-98 226-158,88-447-586,-93 626 124,72 7-192,-5 44-37,26-267-65,55-480 0,28-301-4,-6 49-354,3-1-1,5 88 1,-1-147 273,0-1 0,0 1-1,0 0 1,1 0 0,-1-1-1,0 1 1,1 0 0,0-1-1,-1 1 1,1-1 0,0 1-1,0-1 1,0 1 0,0-1 0,0 1-1,0-1 1,0 0 0,0 0-1,1 1 1,-1-1 0,0 0-1,1 0 1,-1 0 0,1 0-1,-1-1 1,1 1 0,0 0-1,-1-1 1,1 1 0,0-1-1,-1 1 1,1-1 0,0 0 0,-1 0-1,1 0 1,0 0 0,0 0-1,-1 0 1,1 0 0,0-1-1,0 1 1,-1 0 0,1-1-1,-1 0 1,1 1 0,0-1-1,-1 0 1,1 0 0,-1 0-1,1 0 1,-1 0 0,2-1-1,2-4-287,0 0-1,-1-1 0,0 1 1,0-1-1,0 0 0,-1 0 1,0 0-1,0 0 0,0-1 1,-1 1-1,-1-1 0,2-9 0,0-11-2581,-1-1-1,-3-28 1,-1-13-7503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02.1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65 884 5737,'-3'3'516,"1"0"0,-1 0 0,0-1 0,0 1 0,0-1 1,0 1-1,0-1 0,0 0 0,-1 0 0,1-1 1,-1 1-1,1-1 0,-1 1 0,-6 0 0,9 1-73,-1 0 1,1 0-1,0 0 0,0-1 0,0 2 0,0-1 0,0 0 1,1 0-1,-1 3 0,1-3-273,0 0 40,0 0 0,0 0-1,0-1 1,0 1 0,1 0 0,-1 0-1,1 0 1,-1-1 0,1 1-1,0 0 1,3 3 0,-2-3-121,0-1 0,0 0 0,0 0 0,0 0 0,1 0 0,-1-1-1,1 1 1,0-1 0,-1 1 0,1-1 0,0 0 0,0 0 0,0 0 0,0-1 0,0 1 0,0 0 0,5-1 0,76 4 534,-1-3 1,110-14 0,846-110-34,-507 58-819,1680-169-150,2172-36 111,-2145 197 273,1000-38 1947,-2666 91-1337,472-26 366,-1004 45-949,-30 1-31,0 0 0,-1 0 0,18-4 0,-26 3-30,-1 1 0,1 0 0,-1 0 0,1-1 0,-1 1 0,1-1 1,-1 1-1,0-1 0,1 0 0,-1 1 0,0-1 0,0 0 0,1 0 0,-1 0 0,0 0 0,2-2 0,-6-5-394,-15 3 9,-186-19-4008,64 16-5054,80 7 314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02.6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6 7081,'0'0'252,"1"-1"1,-1 1-1,0-1 1,1 1 0,-1 0-1,0-1 1,1 1-1,-1 0 1,1-1 0,-1 1-1,1 0 1,-1-1-1,1 1 1,-1 0 0,1 0-1,-1 0 1,1 0-1,-1-1 1,1 1-1,-1 0 1,1 0 0,-1 0-1,1 0 1,-1 0-1,1 0 1,-1 0 0,2 1-1,-4 15 7234,0-5-9083,-19 84 4983,-28 173 997,36-116-4009,11 251 0,20-126-4172,8 2-5294,-22-240 7300,10 99-9101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4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484 276 6273,'-6'-4'574,"0"0"0,1-1 1,0 0-1,0 0 0,0 0 1,0 0-1,1-1 0,0 0 1,0 0-1,-4-8 0,-14-27 4335,10 17-1523,-20-29 1,30 48-2979,0 1 1,0 0-1,1-1 1,0 1-1,0 0 1,0-1-1,0 0 1,1 1-1,-1-1 1,1 1-1,1-1 1,-1 0-1,1 1 1,-1-1-1,1 1 1,2-5 0,-2 2-179,-1 6-219,0 1-1,0 0 1,0 0 0,0 0 0,0 0-1,0-1 1,0 1 0,0 0 0,1 0-1,-1 0 1,0 0 0,0 0 0,0-1 0,0 1-1,0 0 1,0 0 0,0 0 0,0 0-1,0 0 1,1 0 0,-1 0 0,0-1-1,0 1 1,0 0 0,0 0 0,0 0-1,0 0 1,1 0 0,-1 0 0,0 0-1,0 0 1,0 0 0,0 0 0,1 0-1,-1 0 1,0 0 0,0 0 0,0 0 0,0 0-1,1 0 1,-1 0 0,0 0 0,0 0-1,13 0 24,-1 0 0,1 0 0,0 1 0,-1 1 0,0 0-1,1 1 1,-1 0 0,0 1 0,0 0 0,-1 1 0,1 1 0,-1-1 0,0 2-1,-1-1 1,1 2 0,-2-1 0,1 2 0,-1-1 0,0 1 0,0 0 0,-1 1-1,-1 0 1,1 0 0,6 15 0,-7-10-34,-1 0 0,-1 0 0,0 1 0,-1 0 0,-1 0 0,0 0 0,-1 0 0,-1 0 0,-1 1 0,-2 29 0,-3-18 0,-1 1 0,-1-1 0,-1-1 0,-1 1 0,-18 34 0,-17 27 0,-4-3 0,-87 118 0,-140 141 0,179-231 0,89-103 0,10-6 0,11-5 0,-13 0 0,12-2-32,0-1 1,-1 0-1,0-1 0,1 0 1,-1-1-1,0 0 0,18-12 1,2 0-173,23-10-410,339-186-6717,-288 144 2942,-37 20-1434,12-14-5346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5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 8233,'26'-54'3767,"-26"53"-3512,0 0 0,1 0 0,-1 0 0,0-1 0,1 1 0,-1 0 0,1 0 0,0 0 0,-1 1 0,1-1 0,0 0 0,0 0 0,-1 0 0,1 0 0,0 1 0,0-1 0,2-1 0,-3 2-127,1 0 0,-1 0 0,1 0-1,-1 0 1,1 0 0,-1 0 0,1 0 0,-1 0 0,1 0 0,-1 1 0,1-1 0,-1 0-1,1 0 1,-1 0 0,1 1 0,-1-1 0,1 0 0,-1 0 0,1 1 0,-1-1 0,0 0-1,1 1 1,-1-1 0,0 1 0,1 0 0,1 1-38,-1 0 0,0 0 0,1 1 0,-1-1 0,0 0 0,0 1 0,0-1 0,-1 1 0,1-1 0,-1 1 0,1 0 0,-1 4 0,-7 65 1437,5 122 0,4-98-303,-2-58-668,5 42-1,-3-67-468,1 1 0,0-1 0,0 1 0,2-1 0,0 0 0,11 21-1,-13-27-61,1-1 0,1 1 1,-1-1-1,1 0 0,0 0 0,1-1 0,-1 0 0,1 0 0,0 0 0,0 0 0,1-1 0,-1 0 0,1 0 0,13 4 0,-10-4-33,1-2 0,-1 1 1,1-2-1,0 1 1,0-1-1,0-1 1,-1 0-1,1 0 0,18-4 1,-8-1-19,0 0 0,-1-1 0,0-1 1,0-1-1,0-1 0,-1 0 0,0-2 0,-1 0 0,0-1 1,20-19-1,10-13 344,73-60 2903,-119 102-2838,1 3 77,-1 0-417,0-1 1,-1 1 0,1-1 0,-1 1-1,1 0 1,-1 0 0,1 0 0,-1 0-1,1 0 1,-1 0 0,0 0 0,1 0 0,-1 0-1,0 1 1,0-1 0,0 1 0,0-1-1,0 1 1,0-1 0,0 4 0,1 1 12,-2 0 0,1 0 1,-1 0-1,0 0 1,-1 9-1,1-13-52,-1 18 89,-2 108-1016,4-102-615,1 1 0,10 48 0,-8-60 584,13 54-4447,-4-23-1438,3 2-4280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5.5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73 11653,'2'23'1276,"-2"-17"-887,0 0 0,0 1 0,1-1 0,0 0 0,0 0 0,1 1 0,-1-1 0,1 0 0,1 0 0,-1-1 0,1 1 0,0 0 0,0-1 0,1 0 0,-1 1 0,1-2 0,7 8-1,7 5-192,2-2-1,-1 0 0,2-1 0,0-1 1,0 0-1,1-2 0,1-1 0,0-1 1,34 10-1,-43-16-238,0 1 1,1-2 0,-1 1 0,1-2-1,-1 0 1,1-1 0,-1-1 0,1 0-1,-1 0 1,1-2 0,-1 0 0,0 0-1,0-2 1,0 0 0,0 0-1,-1-1 1,16-10 0,-23 12 60,0-1 0,-1 1 0,1-1 0,-1 0-1,0-1 1,-1 1 0,1-1 0,-1 0 0,0 0 0,4-10 0,0-4 228,0 0 0,5-24-1,4-9 805,-16 46-684,1-1 1,-1 1-1,0-1 0,0 0 1,-1 1-1,0-1 0,0 1 0,-1-1 1,0 0-1,-1 1 0,-2-9 1,4 15-318,-1-1 670,0 6-7,-1 14-377,0 1 0,1 0 0,0 0-1,2 1 1,0-1 0,6 27 0,1 18 55,-3 53-1219,-4 0 0,-18 132 0,10-195-834,-3 0 0,-18 56-1,-18 30-7930,21-58-2067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6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76 10133,'-16'-57'3710,"15"54"-2057,0 1-151,-11-11 200,5 12-119,6 7-1406,0-1 0,0 1 0,1-1-1,-1 1 1,1 0 0,1 6 0,-13 238 1039,9-145-1033,15 142 0,-11-238-200,1 20-156,1 1 1,2-1-1,0-1 0,19 55 0,-23-81 167,-1 0 1,1-1-1,0 1 1,-1-1-1,1 1 1,0-1-1,0 1 0,0-1 1,0 0-1,0 1 1,0-1-1,0 0 1,1 0-1,-1 0 0,0 0 1,1 0-1,-1 0 1,1 0-1,-1 0 1,1 0-1,-1-1 0,1 1 1,0-1-1,-1 1 1,1-1-1,0 0 0,-1 1 1,1-1-1,0 0 1,-1 0-1,1 0 1,0 0-1,-1-1 0,1 1 1,0 0-1,-1-1 1,1 1-1,0-1 1,-1 0-1,1 1 0,-1-1 1,1 0-1,-1 0 1,1 0-1,-1 0 1,2-2-1,6-4 3,0 0 0,0-1 1,-1 0-1,0-1 0,8-11 0,38-64-24,-8 9 28,-37 64-1,119-153-77,-114 149 70,0 1 0,1 0 0,1 1 0,0 0 0,1 2 0,0 0 0,0 1 0,21-9 0,-31 17 4,1 0-1,-1 0 0,1 1 0,0 0 0,0 0 1,0 1-1,0 0 0,-1 0 0,1 1 1,0 0-1,0 0 0,-1 1 0,1 0 0,0 0 1,-1 1-1,0 0 0,0 0 0,0 1 1,0 0-1,13 9 0,-8-2-22,0 1 0,0 0-1,-1 1 1,0 0 0,12 21 0,16 21-450,-7-15-186,-16-18-351,1-1-1,1-1 0,1-1 0,38 31 1,-46-42 807,1 0 1,0-1 0,0 0 0,1-1-1,0-1 1,0 0 0,20 5 0,-30-10 379,37 0 382,-38 0-544,0-1-1,0 0 1,0 0 0,-1 0 0,1 0 0,0 0 0,-1-1 0,1 1 0,-1 0 0,1-1-1,-1 1 1,2-3 0,1-1-57,6-4-285,-2-1 0,1-1 1,6-11-1,9-10-569,-17 24 396,-1-1 0,0 0-1,-1 0 1,0 0 0,0-1-1,5-17 1,5-12-2144,4 3-513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6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0 6821,'0'0'776,"-4"18"-124,4 4 292,4-1-436,-1-3-460,4-3-288,-4 0-256,7 6-2720,0 0 403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6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7 109 6573,'-3'-15'1804,"-1"-3"2156,4 0-3204,0 0-536,4 0-2008,2-3-1608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8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1 195 10537,'30'3'15420,"-30"-4"-15289,0 1-1,-1-1 1,1 0-1,0 0 1,0 1-1,-1-1 1,1 0-1,0 0 1,-1 1-1,1-1 1,0 1-1,-1-1 1,1 0-1,-1 1 1,1-1-1,-1 1 1,0-1-1,0 0 1,1 1-73,-1 0 0,1-1 1,-1 1-1,1-1 0,-1 1 0,1 0 1,-1-1-1,1 1 0,0-1 1,-1 1-1,1-1 0,0 1 0,-1-1 1,1 1-1,0-1 0,0 0 0,-1 1 1,1-1-1,0 1 0,0-1 0,0 0 1,0 1-1,0-1 0,0 1 1,0-1-1,0 0 0,0 1 0,0-1 1,0 1-1,0-1 0,1 0 0,-1 1 1,0-1-1,0 1 0,1-1 1,-1 0-1,7-11 265,1 1-1,0 0 1,12-13 0,31-41 560,-41 54-932,-7 9-207,-9-17-1493,4 10-711,16 10 1044,-11 0 1273,-1 0 0,1 0 0,-1 0-1,0 0 1,1 1 0,-1-1 0,0 1 0,0 0 0,0 0-1,0-1 1,-1 1 0,1 0 0,0 1 0,-1-1-1,3 4 1,-4-5 223,2 1-196,-9 17-626,3-10-4974,-7-37-1724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9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13 8981,'-4'-4'-510,"-7"-5"5385,11 10-4667,-1-1-1,1 0 1,-1 1 0,0-1 0,1 1 0,-1-1-1,1 1 1,-1 0 0,1-1 0,-1 1 0,1-1-1,0 1 1,-1 0 0,1-1 0,0 1-1,0 0 1,-1 0 0,1-1 0,0 1 0,0 0-1,0-1 1,0 3 0,-3 16 611,2 0 0,0 1-1,2-1 1,0 1 0,1-1 0,7 33-1,-3-19-209,50 261 2614,10 66-1659,-54-276-2271,11 111-2492,-17-66-8155,-6-102 346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9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13397,'4'3'2622,"25"24"-134,2-2 1,1-1-1,55 30 1,-11-6-759,170 129 880,-210-147-2379,-1 1 0,-2 2 0,-1 2 1,40 55-1,-47-52-246,-1 2 0,-1 0 0,-3 2 0,-1 0 1,-2 1-1,-2 1 0,-2 0 0,9 58 0,-17-69-70,-1 0 0,-2 1 1,-2-1-1,-1 1 0,-1-1 0,-2 1 0,-1-1 0,-2 0 0,-1-1 1,-2 0-1,-1 0 0,-17 33 0,11-31-21,-2-1 0,-1-1 0,-2-1 0,-1-1-1,-49 50 1,35-46-63,-1-2 1,-2-1-1,-82 48 0,50-37-1174,-93 38-1,160-78 997,0 0 0,-1 0 0,1 0 0,-1-1 1,0 0-1,1 0 0,-1-1 0,0 0 0,0 0 0,1 0 0,-1 0 0,-8-2 0,13 1 216,1 1-1,-1-1 0,1 1 1,-1-1-1,1 1 0,-1-1 1,1 1-1,0-1 0,-1 0 1,1 1-1,-1-1 0,1 1 1,0-1-1,0 0 0,0 1 1,-1-1-1,1 0 0,0 0 1,0 1-1,0-1 0,0 0 1,0 1-1,0-1 0,0 0 1,0 1-1,0-1 0,0 0 1,1 1-1,-1-2 0,8-21-4809,13-10-4907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9.7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82 10725,'27'0'2464,"-27"-21"-392,0-1 1085,0 1-2113,0 3 504,27 21-3228,-4 3-384,-3 15-3045,7 16-4064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19.9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1 146 10389,'0'0'17598,"0"-16"-16310,3-2 224,1 3-1636,-1 0-924,7 0-660,-3-15-1233,-7 12-315,0 0-15470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0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8 7473,'12'-8'1721,"-9"9"1813,-10 16 4606,0-3-5529,1 1-3776,4-1 1880,0 1 0,1-1 0,1 1 0,0 0 0,3 25 0,1 6 550,10 140 911,2 111 546,-50 353-2722,6-424-5,15-139-566,-5 171-1,18-223-931,3 42-4333,-2-71 4186,0 1-1,1 0 1,-1-1 0,6 13-1,14 11-11393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1.3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68 294 6417,'-4'-4'398,"0"1"1,0 0 0,0 0 0,-1 1 0,1-1 0,0 1 0,-1 0 0,0 0 0,0 0 0,1 1 0,-1 0-1,-9-1 8958,19 1-8750,58-7 119,116 1 0,-27 3-459,2186-211-375,-2269 205 83,83-7-728,-151 17 710,-1-1 1,1 1-1,0 0 0,0 0 1,-1 0-1,1 0 0,0 0 0,0 0 1,0 0-1,-1 0 0,1 0 1,0 0-1,0 0 0,-1 0 1,1 1-1,0-1 0,-1 0 0,1 1 1,0-1-1,1 1 0,-12 8-1911,-33 11-1851,0 0-1006,7 1-2705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2.2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19 8345,'0'0'2247,"-2"-2"-145,1 1-1683,0-1 1,-1 1-1,1 0 1,-1-1-1,1 1 0,-1 0 1,1 0-1,-1 0 1,0 0-1,1 0 0,-1 1 1,0-1-1,-3 0 1,3 0-157,-1 1 0,0 0 1,1-1-1,-1 1 0,0 1 1,1-1-1,-1 0 0,-4 2 1,-3 1-25,0 1 1,1 1 0,-1-1-1,-9 8 1,12-8 168,-20 13 203,1 1 1,0 1-1,2 1 0,0 1 0,-41 48 1,50-49-443,0-1 1,1 2-1,1 0 0,1 1 1,1 0-1,1 0 1,1 1-1,-8 31 1,16-44-133,-1 0 1,1 0 0,1-1 0,0 1-1,0 0 1,1 0 0,0 0-1,0 0 1,2-1 0,-1 1 0,6 13-1,-5-15-40,0 0 0,1-1 0,0 1 0,0-1-1,1 0 1,0 0 0,0 0 0,1-1 0,0 1-1,0-2 1,0 1 0,1-1 0,9 7 0,2-2-136,-1 0 0,1-2 0,0 0 0,34 9 0,-47-16 118,1 0 0,-1 0-1,1 0 1,0 0-1,-1-1 1,1 0-1,0-1 1,-1 1-1,1-1 1,0 0-1,-1 0 1,1 0-1,-1-1 1,0 0-1,1 0 1,-1-1-1,0 1 1,0-1-1,0 0 1,-1-1-1,8-5 1,4-7 43,0 0 1,-1-2-1,-1 1 0,0-2 1,-1 0-1,16-33 0,-29 50-16,0 1-1,1 0 0,-1 0 0,0 0 0,1-1 0,-1 1 0,1 0 0,-1 0 0,1 0 0,-1 0 0,1 0 0,0 0 0,0 0 0,-1 0 0,1 0 0,0 0 0,0 0 0,0 1 0,0-1 0,0 0 0,0 1 0,2-2 0,-2 3 7,-1-1-1,1 1 0,0-1 1,0 1-1,0-1 1,-1 1-1,1-1 0,0 1 1,-1 0-1,1 0 1,-1-1-1,1 1 1,-1 0-1,1 0 0,-1 0 1,1-1-1,-1 1 1,0 0-1,1 0 1,-1 0-1,0 1 0,4 9 94,-2 1-1,4 22 0,-5-22-69,0 1 1,1-1-1,0-1 1,1 1-1,0 0 1,1-1-1,1 1 1,0-1-1,0 0 1,12 17-1,-13-22-26,1-1 0,0 1 0,0-1 0,0 0-1,1-1 1,0 1 0,0-1 0,0 0 0,0 0 0,0-1 0,1 0-1,0 0 1,0-1 0,0 1 0,0-1 0,0-1 0,0 0 0,0 0-1,8 0 1,-6 0-2,1 0 1,0-1-1,-1 0 0,1-1 0,-1 0 1,1-1-1,-1 0 0,1 0 0,-1-1 0,0 0 1,0 0-1,0-1 0,-1-1 0,1 1 1,-1-2-1,0 1 0,11-10 0,-14 9-3,0 1-1,0-1 1,0 0-1,-1 0 0,0 0 1,0 0-1,-1-1 1,0 0-1,0 0 1,0 0-1,-1 0 0,0 0 1,0 0-1,0-13 1,-2 9-12,0 1 1,-1-1 0,0 1-1,-1 0 1,0 0 0,-1-1-1,0 2 1,-1-1 0,0 0-1,-7-11 1,-8-15-165,-25-37-1,35 60-580,-1 1 0,0-1 0,-1 2 0,0-1 0,-24-17 0,34 28 567,0 0 0,-1 1 0,1-1 0,-1 0 0,1 1 0,-1-1-1,1 1 1,-1-1 0,0 1 0,1 0 0,-1 0 0,1-1 0,-1 1 0,0 0 0,1 1 0,-1-1 0,1 0 0,-1 0 0,0 1 0,1-1 0,-3 2 0,-5 0-1461,1 3-2774,0 7 2562,6-8 319,-12 12-5533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2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144 32 11821,'1'0'146,"-1"-1"0,0 0 0,1 1 0,-1-1 0,1 1 0,-1-1 0,0 0 0,1 1 0,-1-1 0,0 0 0,0 0 0,0 1 0,0-1 0,1 0 0,-1 1 0,0-1 0,0 0 0,0 0 0,0 1 0,-1-1 0,1 0 0,0 0 0,0 1 0,0-1 0,0 0 0,-1 1 0,1-1 0,0 0 0,-1 1 0,1-1 0,-1 1 0,1-1 0,-1 0 0,1 1 0,-1-1 0,1 1 0,-1-1 0,1 1 0,-1 0 0,1-1 0,-1 1 1,0-1-1,1 1 0,-2 0 0,-3-5 1106,-10 37 4881,3 28-3907,3 1-1,-4 92 1,10-100-1970,-2 19-78,-15 182-2508,-8-87-4930,12-82-383,5 2-5028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5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10 4520,'0'0'16673,"-2"-1"-16227,1 0-350,0 0 0,0 0 1,0 1-1,0-1 1,0 0-1,0 1 0,0-1 1,-1 1-1,1-1 0,0 1 1,0-1-1,0 1 1,0 0-1,-3-1 0,1 17 1344,3 3-1731,-6 29 3,-11 50-1,3-29-2804,4 1-4944,7-33-1505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6.0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74 4444,'0'0'19,"0"0"1,0 0-1,0 0 0,0 0 0,0 0 0,-1 0 0,1 0 0,0 0 0,0 0 0,0-1 0,0 1 0,0 0 0,0 0 0,0 0 0,0 0 0,0 0 0,0 0 0,0 0 0,0-1 0,0 1 0,0 0 1,0 0-1,0 0 0,0 0 0,0 0 0,0 0 0,0 0 0,0 0 0,0-1 0,0 1 0,1 0 0,-1 0 0,0 0 0,0 0 0,0 0 0,0 0 0,0 0 0,0 0 0,0 0 0,0 0 0,0 0 1,0-1-1,0 1 0,1 0 0,-1 0 0,0 0 0,0 0 0,0 0 0,0 0 0,0 0 0,0 0 0,0 0 0,1 0 0,-1 0 0,0 0 0,0 0 0,0 0 0,0 0 0,0 0 0,0 0 0,0 0 1,0 0-1,1 0 0,-1 0 0,0 0 0,0 1 0,18-4 989,40-1 451,-23 2-726,-4-1-330,-2 0 339,0 2 0,35 2 0,-60-1 619,19 0-755,-16 0-511,-1-1 0,1 0 0,-1-1 0,1 1 0,8-5-1,-15 6-95,3-1-43,1 1-30,85-11-439,-85 10 437,27-7-29,-28 7 2229,16-1-1685,-4 1-245,-13 1 655,1-2-806,-2 1-900,13-12 2407,-9 9-4506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6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3996,'67'0'688,"-50"9"-320,3-6-460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1:26.9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7 5320,'3'-6'15630,"-3"9"-14909,-4 75 615,-20 111 1,18-148-1355,-42 175-3143,7-74-5384,41-142 8509,-21 81-9564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2:42.4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28 588,'0'-28'-204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5.4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52 14481,'-12'-12'1125,"9"9"-642,0 0 0,0-1 0,0 1 1,0 0-1,0-1 0,1 0 0,0 0 0,-4-7 4038,7 32-1184,3 2-2233,1-1 1,8 24-1,7 30 323,-7 9-1234,-3-1 0,-2 132-1,-27 175-73,14-309-118,-12 145-71,-13 282-670,29-385 170,6 1 1,21 131 0,-18-205-873,17 90-4182,-20-122 2982,1 0-1,13 28 1,19 14-9630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5.8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1127 13453,'-5'2'305,"0"-1"237,-1 0 0,1 1 0,0 0 0,-1 0 0,-9 7 3645,43-7-2581,301-4-46,-267-3-1628,0-3 0,-1-3 0,81-24 0,-93 18-28,-1-1 1,0-2-1,-2-3 0,0-2 1,-2-1-1,0-3 0,-2-1 1,-2-2-1,-1-2 0,69-77 1,-67 62 186,-3-2 0,-2-1 0,-3-2 0,46-100 1,-57 102 896,-3-1 1,-2-1-1,11-58 0,-23 89-508,-2 15-3,-1 0 1,-1 0-1,1 0 1,-2 0 0,1-16-1,-1 24-463,0 0-1,0 0 0,0 0 1,0 0-1,-1 0 1,1 0-1,0 0 0,0 0 1,0 0-1,0 0 0,0 0 1,0 0-1,0 0 0,-1 0 1,1 0-1,0 0 0,0 0 1,0 0-1,0 0 0,0 0 1,0 0-1,-1 0 0,1 0 1,0 0-1,0 0 0,0 0 1,0 0-1,0 0 0,0 0 1,0 0-1,0 0 0,-1 0 1,1-1-1,0 1 0,0 0 1,0 0-1,0 0 0,0 0 1,0 0-1,0 0 1,0 0-1,0 0 0,0 0 1,0-1-1,0 1 0,0 0 1,0 0-1,0 0 0,0 0 1,0 0-1,0 0 0,0 0 1,0-1-1,0 1 0,0 0 1,0 0-1,0 0 0,-8 17 810,-7 31 96,-7 59-919,-17 205 0,19-112 0,-2-11 0,-26 182 0,0-30-3926,7-42-2034,28-201-1586,11-16-4805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6.0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17534,'-17'45'2852,"14"-24"-248,3 1-196,-3 5-471,-4 3-413,4 6-344,3 21-248,0-11-384,6 2-464,1 0-580,0 6-876,3-9-436,-3 4-885,-11-10-835,4-6-2889,10 6-5888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6.1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97 11633,'3'-45'1508,"4"24"-316,3 9-536,3 0-680,10 9-688,4 0-632,10 3-2408,30 6-2421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6.9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1610 9221,'0'0'2317,"-1"4"-245,0 1-1625,1 0 0,-1 0-1,1 0 1,0 0 0,1 0 0,-1 0 0,1-1 0,0 1 0,0 0-1,0 0 1,1 0 0,-1-1 0,3 6 0,-1-7-308,-1 1 1,1 0-1,0 0 1,-1-1-1,2 0 1,-1 1-1,0-1 1,1 0-1,7 4 1,-4-2-1,1 0 0,0-1-1,0 0 1,0 0 0,0-1 0,11 3 0,-15-5-120,0-1-1,1 0 1,-1 1 0,0-1-1,1-1 1,-1 1-1,1-1 1,-1 1 0,0-1-1,0 0 1,1-1-1,-1 1 1,0-1-1,6-4 1,11-7-9,0-1 1,-2-1-1,0-1 0,17-19 0,24-20 77,-25 25-2,-12 10 400,0 1 1,50-30-1,-64 44-296,0 1 1,0 0-1,0 0 1,0 1-1,1 0 1,-1 1-1,1 0 1,0 0-1,0 1 1,-1 1-1,1 0 1,0 0-1,13 2 1,-8 1-37,1 0 0,-1 1 0,0 0 0,0 2 0,-1-1 0,0 2 0,21 12 0,10 10 162,140 87 341,-142-92-648,0-2 0,69 24 0,-88-39-51,-1 0 1,1-2 0,0 0-1,0-2 1,1 0-1,38-2 1,-44-3 11,0 0 1,1-1-1,-1-1 1,0-1-1,-1 0 1,1-2-1,-1 0 1,-1-1-1,24-14 1,-21 8-7,0 0 1,-1-1-1,-1-1 1,0-1-1,-1 0 1,-1-2-1,-1 1 1,0-2-1,-2 0 1,16-31 0,-15 23 81,-1-2 0,-1 1 0,-1-1 0,-2-1 0,-2 0 0,0 0 0,3-49 1,-10 72-11,1 1 1,-1-1-1,-1 0 1,1 1-1,-1-1 1,-1 0-1,1 1 1,-1 0-1,-1-1 1,1 1-1,-1 0 1,0 0-1,-8-12 1,9 18-26,1-1 1,0 1-1,-1 0 1,1 0-1,-1 0 1,1-1-1,-1 1 1,1 1-1,-1-1 0,0 0 1,0 0-1,1 1 1,-1-1-1,0 1 1,0-1-1,0 1 1,0 0-1,0 0 0,0 0 1,1 0-1,-1 0 1,0 0-1,0 0 1,-3 1-1,-39 13 131,34-9-110,1 1 0,-1 0 0,1 0 0,1 1 1,-1 0-1,1 0 0,0 1 0,1 0 0,-11 15 0,-6 12 57,-22 43 0,26-44-47,0 2 6,1 2 1,-19 50-1,31-66-61,0-1 1,2 2-1,0-1 1,1 1-1,0 40 1,3-57-25,1-1 0,0 1 0,1-1 0,0 0 0,0 1 0,0-1 0,0 0 0,1 0 0,0 0 0,0 0 0,0 0 0,0 0 0,7 8 0,-7-10-20,1 0 0,0-1 0,0 0 0,0 1 0,0-1 0,1 0 1,-1 0-1,0-1 0,1 1 0,-1-1 0,1 0 0,0 0 0,-1 0 0,1 0 0,0-1 0,0 1 0,-1-1 0,1 0 0,0 0 1,5-1-1,6-1-109,0-1 1,0-1 0,0 0 0,-1-1-1,0 0 1,0-2 0,0 1 0,-1-2-1,1 1 1,-2-2 0,1 0 0,-1 0-1,16-18 1,-1-1-36,-1-1 0,-1-1 0,-2 0 0,25-43 0,-20 20 71,-1 0 0,-3-2 1,23-77-1,27-180-181,-59 228 688,-3-1-1,-4 0 1,-4-1 0,-3 1-1,-16-125 1,9 161 29,4 29-144,0 0 0,-1 0 0,-1 0 0,-1 1 1,-1-1-1,-12-26 0,18 46-249,0 0 0,0 0 0,0 0 0,0 0 0,0 0 0,0 0 0,0 0 0,0 0 0,0 0 0,0 0 0,0 1 0,0-1 0,0 0 0,0 0 0,0 0 0,0 0 0,0 0 0,0 0 0,0 0 0,0 0 0,0 0 0,-1 0 0,1 0 0,0 0 0,0 0 0,0 0 0,0 0 0,0 0 0,0 0 0,0 0 0,0 1 0,0-1 0,0 0 0,-1 0 0,1 0 0,0 0 0,0 0 0,0-1 0,0 1 0,0 0 0,0 0 0,0 0 0,0 0 0,0 0 0,0 0 0,-1 0 0,1 0 0,0 0 0,0 0 0,-5 17 263,0 0 0,1 1 0,1-1 0,1 1 0,0 0 1,2 27-1,14 113 565,-5-81-458,-8-73-378,63 494 381,-49-423-354,3-2 0,3 0 0,3-1 0,54 111 0,-69-165-70,2 1 0,0-1 0,0-1 0,2 0 0,0-1 0,16 16 0,-24-28 20,0 0-1,0 0 1,0 0 0,1 0 0,-1-1-1,1 0 1,0 0 0,0 0-1,0-1 1,0 0 0,0 0-1,0 0 1,1-1 0,-1 0 0,1 0-1,-1-1 1,1 0 0,-1 0-1,1 0 1,-1-1 0,1 0 0,-1 0-1,10-4 1,-2 0-84,0-2-1,-1 1 1,1-2 0,-2 0 0,1-1-1,-1 0 1,18-17 0,69-82-415,146-213 947,-233 304-261,2 0 1,24-22 0,-36 37-151,-1 0 1,1 1-1,0 0 1,0-1-1,0 1 1,0 0 0,1 0-1,-1 0 1,0 0-1,0 0 1,1 1-1,-1-1 1,0 1-1,1-1 1,-1 1 0,0 0-1,1 0 1,-1 0-1,0 0 1,1 0-1,-1 1 1,1-1 0,-1 1-1,0-1 1,0 1-1,1 0 1,-1 0-1,0 0 1,0 0-1,0 1 1,0-1 0,0 0-1,0 1 1,2 2-1,2 1 32,-1 0-1,0 1 1,-1-1 0,1 1-1,-1 0 1,0 0-1,-1 1 1,0-1-1,5 14 1,3 23-583,-3 1 0,-2 1 0,2 47 0,1 14-1019,5-15-3602,3-32-3540,2-16-3557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7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46 14813,'-17'-45'3161,"-6"45"-749,0 0 2556,36 15-6020,4 3-708,-1-9-1024,11 15-3089,-7 6-5028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7.3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86 320 20534,'-73'-131'2586,"71"127"-2252,0 1-1,1-1 0,-1 1 1,1-1-1,0 0 0,0 0 1,0 0-1,0 0 1,1 1-1,-1-8 0,2 9-178,-1 0-1,0 0 0,1 0 0,-1 0 0,1 0 0,0 0 0,-1 0 0,1 1 0,0-1 0,0 0 0,0 0 0,0 1 0,1-1 0,-1 1 0,2-2 0,1 0 84,0 0-1,0 0 0,0 1 1,0 0-1,1 0 0,-1 0 1,1 0-1,-1 1 0,1-1 1,0 1-1,5 0 0,18-2-71,1 1 1,-1 2-1,43 4 0,-6 1-164,629 13-1428,-1-45-1334,-475-4-2340,-73 0-3843,-53 12-2611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7.6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 17150,'39'-33'3065,"-31"27"5289,-5 7-6263,22 9-1761,-1 1 0,0 1 0,-1 1 1,0 1-1,26 22 0,0-2-204,28 21-126,-2 3 0,-3 3 0,-2 3 0,66 81 0,-112-116-75,-1 2 1,-2 1-1,-1 0 1,-1 2-1,-2 0 1,-2 1-1,-1 0 1,-1 1-1,-3 1 0,0 0 1,-3 0-1,-1 1 1,-1 0-1,-3 0 1,-1 0-1,-6 66 1,-47 183-6143,4-99-3735,16-76-2395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7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7 289 17306,'20'-96'3340,"-10"84"-164,-10-15-216,0 3-543,4 6-509,2-1-248,-9-2-1660,3 0 0,-10 12 0,0-3 0,-3 0-2552,2-6 220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9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702 369 8745,'8'-33'940,"-5"22"-471,0 1 0,-1 0 0,0 0-1,-1-1 1,0 1 0,-1-1-1,-1-14 1,-1 4 1027,-1-1 0,0 1 0,-2 0 0,0 0 0,-14-32 0,14 42-363,1 1-1,1-1 1,-4-19-1,5 19-439,1 6 520,-4 8 149,-4 4-1224,1 1 0,-1 0 0,2 0 0,-1 0 0,1 1 0,1 0 0,-1 0 0,1 1 1,-5 13-1,-40 107 924,33-81-947,-421 1367-115,414-1304 0,-15 161 0,36-212 0,2 0 0,3 0 0,3-1 0,16 84 0,-12-111 0,1 0 0,2-1 0,1 0 0,1-1 0,2 0 0,1-1 0,2-1 0,0 0 0,33 37 0,-40-54-45,0 0-1,0 0 1,2-1 0,-1-1 0,1 0-1,27 15 1,-17-13-414,1-2 1,44 12-1,-37-14-464,-1-1 0,1-2 0,0-1 0,0-2 0,0 0 0,1-2 0,53-8 0,-45 2-1502,0-3 1,0-1-1,40-16 1,46-27-8584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49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243 350 10717,'-139'-122'2489,"129"114"-1910,1-1-1,1 0 1,-1 0 0,2-1-1,-1 0 1,-8-16 0,-8-10 2560,23 35-2974,-1-1 0,1 0-1,0 1 1,0-1 0,0 0 0,0 0 0,0 0 0,0 0-1,0 0 1,1 0 0,-1 0 0,1 0 0,0 0-1,-1 0 1,1 0 0,0 0 0,0 0 0,0-1 0,0 1-1,1 0 1,-1 0 0,1 0 0,-1 0 0,1 0 0,-1 0-1,1 0 1,0 0 0,0 0 0,2-2 0,0-1-20,0 1 1,1 1 0,-1-1 0,1 0-1,-1 1 1,1 0 0,0 0-1,1 0 1,4-2 0,-3 2-56,1 1 0,0 0 0,-1 0 1,1 1-1,0 0 0,0 0 0,0 0 0,0 1 1,0 0-1,0 1 0,0-1 0,8 3 0,-5-2-17,33 5-350,-1 2 0,0 2 0,0 1-1,-1 2 1,0 3 0,-2 0 0,1 3-1,37 24 1,-42-20-868,-2 1 0,0 1 0,38 39 1,-46-37-960,-1 0 1,-1 2-1,38 61 1,2 33-7468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0.2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0 804 7001,'223'-128'2171,"-129"80"-1422,3 3-1,138-43 1,214-28-361,-377 103-158,-1 3 0,124-2 1,-154 13 265,-1 2 0,0 1 0,-1 2 1,1 2-1,-1 1 0,52 20 0,-74-22-198,0-2 0,1 0-1,0-1 1,0 0 0,0-2 0,0 0-1,24-1 1,-8-3-131,-1-2-1,0-1 0,33-9 1,62-18 338,70-18 693,246-29 1,-431 78-1165,552-82-827,-500 65 443,114-49-1,10-4 1800,-178 68-1405,-1 1 0,1 1 0,0 0 0,0 0 0,0 1 0,0 1 0,0 0 0,-1 0 0,1 1 0,12 3 0,18 7-9,49 22 0,-45-16-60,-24-10-47,8 2-84,-1 1 1,-1 1-1,29 18 0,-48-25 115,-1 1 0,1-1 0,-1 1 1,0 1-1,-1-1 0,0 1 0,0 0 0,0 1 0,-1-1 0,0 1 0,0 0 1,-1 0-1,0 1 0,5 13 0,20 106-3384,-15-38-4734,-8-46 1597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4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1729 8865,'32'-25'684,"-4"2"857,48-47-1,-27 13 610,-4-2 0,50-84 0,-43 61-1304,231-388 1293,-227 355-1720,75-223 0,-108 265-287,49-167 397,-67 213-488,-5 26-39,0 1 0,0 0-1,0-1 1,0 1-1,0 0 1,0 0-1,0-1 1,-1 1-1,1 0 1,0 0-1,0-1 1,0 1-1,0 0 1,0 0-1,0 0 1,-1-1-1,1 1 1,0 0-1,0 0 1,0 0-1,-1-1 1,1 1-1,0 0 1,0 0-1,0 0 1,-1 0-1,1 0 1,0 0-1,0-1 1,-1 1-1,1 0 1,0 0-1,0 0 1,-1 0-1,1 0 1,0 0-1,-1 0 1,1 0-1,0 0 1,0 0-1,-1 0 1,-10 2 23,11-2-23,-5 2 15,1 0 0,-1 0 1,1 0-1,-1 1 1,1-1-1,0 1 0,0 0 1,0 0-1,1 1 1,-1-1-1,1 1 0,0 0 1,0 0-1,-3 5 1,-8 12 113,-15 35 1,26-49-109,-16 35 175,2 1 0,2 1 0,-13 62 0,-14 141 412,-13 445 151,39-407-564,-36 172-222,37-380-556,-4-1 1,-3-1 0,-56 131-1,69-189 289,7-14 45,0 1 1,0-1-1,0 1 0,0 0 1,0 0-1,1 0 1,0 0-1,0 0 0,0 0 1,0 0-1,0 0 1,1 1-1,0-1 0,0 0 1,0 0-1,1 1 1,0 4-1,-1-8 129,1 0 0,-1-1-1,0 1 1,0 0 0,1 0 0,-1-1-1,0 1 1,1 0 0,-1 0 0,1-1 0,-1 1-1,1-1 1,0 1 0,-1 0 0,1-1-1,-1 1 1,1-1 0,0 1 0,0-1-1,-1 0 1,1 1 0,0-1 0,0 0-1,-1 1 1,1-1 0,2 0 0,25-5-3312,-16 2 2039,65-17-7137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4.4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111 142 10793,'4'-42'1348,"-4"24"-232,-4 0-220,1 0 144,-10 9-1080,-1-3-768,-13-1-648,4 1-2292,-7 15-2409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1.7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90 12929,'-15'-18'874,"9"13"-267,1-1 1,0-1-1,0 1 1,1-1-1,-7-13 1,10 18-285,-1 1 0,1-1 0,0 1 1,0-1-1,-1 1 0,1 0 1,-1-1-1,1 1 0,-1 0 0,0 0 1,1 0-1,-1 0 0,-2 0 1,0-1 400,4 2-700,0 0-1,0 0 1,0 0-1,0-1 1,0 1-1,0 0 1,-1 0-1,1 0 1,0 0-1,0 0 1,0 0-1,0 0 1,0 0-1,0 0 1,-1 0-1,1 0 1,0 0-1,0 0 1,0 0-1,0 0 1,0 0-1,0 0 1,-1 0-1,1 0 1,0 0 0,0 0-1,0 0 1,0 0-1,0 0 1,0 1-1,0-1 1,-1 0-1,1 0 1,0 0-1,0 0 1,0 0-1,0 0 1,0 0-1,0 0 1,0 0-1,0 1 1,0-1-1,0 0 1,-1 0-1,1 0 1,0 0-1,0 0 1,0 0-1,0 1 1,0-1-1,0 0 1,0 0-1,0 0 1,0 0 0,-8 14 517,0 1 1,1 0-1,0 0 1,1 0 0,-5 21-1,-18 91 984,21-87-1174,-34 177 907,-25 432 1,65-575-1281,3-1 1,4 1-1,2-1 1,4-1-1,32 115 1,-32-151-88,2 0 0,1-1 0,2-1 0,2 0 0,0-1 1,3-1-1,0-1 0,2 0 0,2-2 0,0-1 0,2-1 0,47 37 0,-42-42-86,0-2-1,2-1 0,0-1 1,1-2-1,1-1 0,0-2 0,1-1 1,0-3-1,0 0 0,1-3 1,0-1-1,46 0 0,-58-5 80,-1-1-1,1-2 1,-1 0-1,0-2 1,0-1-1,-1-1 1,1-1-1,32-15 1,-39 14 32,-1-2 0,0 1 1,0-2-1,-1 0 1,-1-1-1,0-1 1,0 0-1,-2-1 0,0 0 1,0-2-1,14-25 1,-15 21 24,-1 0 0,-2-1 1,0 0-1,-1 0 0,-1-1 1,-1 0-1,-2 0 1,4-32-1,-7 24 11,-1 1 1,-1-1-1,-1 0 0,-2 1 1,-14-56-1,2 35 314,-1 2 0,-3 0-1,-3 1 1,-1 2 0,-2 0 0,-2 1 0,-44-52-1,70 95-254,-5-6 130,1-1-1,-1 0 1,2 0-1,-8-16 1,12 24-125,0 0 0,1-1 0,-1 1 1,0 0-1,1-1 0,0 1 0,-1-1 1,1 1-1,0-1 0,0 1 0,0 0 1,0-1-1,0 1 0,0-1 0,0 1 0,0-1 1,0 1-1,1-1 0,-1 1 0,1 0 1,-1-1-1,1 1 0,0 0 0,-1-1 1,1 1-1,0 0 0,0 0 0,0 0 1,0 0-1,0 0 0,0 0 0,0 0 1,0 0-1,0 0 0,1 0 0,-1 0 1,0 1-1,0-1 0,1 0 0,-1 1 0,1-1 1,2 0-1,16-3 62,0 0 1,0 1-1,0 1 1,0 1-1,1 1 1,-1 0-1,37 7 0,-18 0 50,0 2-1,-1 1 0,46 19 1,-54-15 3,-1 1 1,-1 1-1,0 1 1,-1 1-1,-1 2 1,-1 1-1,-1 1 1,0 0-1,-2 2 0,-1 1 1,-1 1-1,-1 0 1,-1 2-1,-1 0 1,-2 1-1,-1 0 1,-1 1-1,-2 1 1,14 57-1,-12-20 75,-3 0 0,-3 0 0,-4 122 0,-36 205-897,14-232-2485,4 169-1,15-303 2127,4 58-2758,9-30-3799,3-20-2708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3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1185 12761,'2'-3'2325,"0"-1"-1613,1 1 1,-1-1-1,1 1 1,0-1-1,0 1 1,0 0-1,0 0 1,1 0-1,-1 1 0,1-1 1,0 1-1,-1 0 1,9-3-1,-8 4-577,0 0 0,0 0 0,0 1 0,1 0 1,-1 0-1,8 0 0,15 4 166,0 1 0,-1 2-1,1 0 1,-1 1 0,-1 2 0,0 1 0,0 1 0,-1 1 0,-1 1 0,40 30 0,-40-25-239,0 1 0,-2 1 0,0 0 0,-2 2 0,0 0 0,-2 1 0,0 1 1,-2 0-1,22 50 0,-24-43-128,-1 1 1,-2 0-1,-1 1 0,-2 0 1,-1 0-1,-2 1 1,-1 0-1,-2-1 0,-1 1 1,-2 0-1,-1-1 1,-2 1-1,-1-1 0,-2 0 1,-18 48-1,25-78 73,-24 50-83,7-35 82,18-18 0,-1-1 0,0 1 0,1-1 0,-1 0 0,0 1 1,0-1-1,1 0 0,-1 0 0,0 0 0,0 0 0,1 1 0,-1-1 0,0 0 0,0 0 0,1 0 0,-1-1 0,0 1 0,0 0 0,1 0 0,-1 0 0,0 0 0,0-1 0,1 1 0,-1 0 0,-1-2 0,1 1 8,-1-1 0,1 0-1,0 1 1,0-1-1,0 0 1,0 0 0,0 0-1,0 0 1,0 0-1,1 0 1,-1 0 0,1 0-1,0 0 1,-1-1 0,1 1-1,0 0 1,0 0-1,0 0 1,1-4 0,8-51 69,-7 45-59,15-58-57,3 0 0,3 0 0,39-79 0,-57 136-19,269-529-4556,-223 454 2851,4 2 0,99-120 0,-109 156 727,1 1 0,3 3 0,2 2-1,103-68 1,2 24-244,-127 75 1283,0 1 0,0 1 0,49-11 0,-75 21 87,1 0 0,-1 1-1,0-1 1,1 1 0,-1 0 0,1 0-1,-1 0 1,1 0 0,-1 0-1,0 1 1,1 0 0,-1 0 0,0 0-1,1 0 1,-1 0 0,3 2 0,-4-1-2,0-1 0,-1 1 0,1-1 0,-1 1 0,1 0 0,-1-1 0,1 1 0,-1 0 0,0 0 0,0 0 0,0 0 0,0 0 0,-1 0 0,1 1 0,0-1 0,-1 0 0,1 0 0,-1 4 0,0 3 148,0 0-1,-1 0 1,0 0 0,-1 1-1,0-1 1,0 0 0,-1-1-1,0 1 1,-8 15 0,-134 231 2135,31-60-1620,66-109-553,-28 53-382,63-113 146,2 1-1,1 0 0,-9 38 0,19-65 34,0 0 0,0 0 0,0 0 0,0 0 0,0 0 0,0 0-1,0 1 1,0-1 0,-1 0 0,1 0 0,0 0 0,0 0 0,0 0-1,0 0 1,0 0 0,0 1 0,0-1 0,0 0 0,0 0 0,0 0-1,0 0 1,0 0 0,0 1 0,0-1 0,0 0 0,0 0 0,0 0 0,0 0-1,0 0 1,0 0 0,0 1 0,1-1 0,-1 0 0,0 0 0,0 0-1,0 0 1,0 0 0,0 0 0,0 0 0,0 0 0,0 1 0,0-1 0,1 0-1,-1 0 1,0 0 0,0 0 0,0 0 0,0 0 0,0 0 0,0 0-1,1 0 1,-1 0 0,0 0 0,0 0 0,0 0 0,0 0 0,0 0 0,0 0-1,1 0 1,-1 0 0,0 0 0,0 0 0,0 0 0,0 0 0,0 0-1,1 0 1,7-1 38,0 0 0,1 0-1,-1-1 1,0 0-1,0 0 1,0-1-1,0 0 1,-1 0 0,1-1-1,-1 0 1,0 0-1,9-8 1,12-10 252,41-43 1,-19 16 271,35-19 963,-75 61-1357,-1 1-1,1 0 1,1 1 0,-1 0-1,1 0 1,0 1 0,13-3-1,-16 6-114,0 0-1,0 1 0,0 0 1,0 0-1,0 0 0,0 1 1,-1 1-1,1-1 0,0 1 0,0 1 1,-1 0-1,0 0 0,13 6 1,3 5 26,0 2 0,34 29 1,10 7-411,-41-35 119,12 9-382,57 28 0,-81-48 491,-1 0 0,2-1 0,-1 0 0,0-1 0,1-1 0,0 0-1,0-1 1,19 0 0,-20-2 43,1-1 0,-1-1-1,1 0 1,-1 0 0,0-1-1,0-1 1,0-1 0,14-6-1,-10 2 38,0-1-1,0-1 1,-1-1-1,0-1 1,15-15 0,38-38-54,44-37 327,-94 87-226,1 0 0,1 2-1,45-23 1,-6 14-159,0 2-1,115-22 0,-102 27-505,103-37-1,83-70 75,-242 114 633,-11 5-22,6-3 43,2 0 0,-1 0-1,23-6 1,-31 12-79,-1 0-1,1 0 1,0 1 0,0-1 0,-1 1 0,1 1-1,0-1 1,0 1 0,-1 0 0,1 0-1,0 0 1,-1 1 0,6 2 0,80 36 30,-52-20-756,1-3-1,1-2 0,79 20 1,-80-30 66,0-1-1,0-2 1,0-2 0,1-1 0,-1-3 0,0-1 0,65-16 0,269-105 1952,-334 111-729,163-71 2227,59-21-280,-80 54-1826,-176 52-680,1 1-1,-1 0 1,1 0-1,0 0 1,-1 1-1,10 2 1,3 0-8,-13-2 2,0 1 1,1 0-1,-1 0 0,0 1 1,0 0-1,-1 0 0,1 0 1,0 1-1,8 7 0,2 1 28,7 3-8,0-1 0,1-1-1,0-1 1,1-1 0,1-1-1,47 11 1,-51-17-20,0 0 1,-1-2-1,1-1 0,0-1 1,0 0-1,0-2 0,-1 0 1,1-2-1,21-6 0,1-4 130,-1-2 0,60-32 0,4-1 436,-93 44-540,1 0 0,0 2 0,0-1 0,0 2 0,1 0 0,-1 1 0,0 0 0,1 1 0,15 3 0,21 4-64,67 18 0,-6-1-494,-82-20 154,1 0 1,-1-2-1,1-2 0,-1-1 1,1-1-1,-1-2 1,56-13-1,265-55-1000,-33 8 1846,-266 51 59,61-24 1,-100 31-428,0 0 0,0 0 0,-1-2 1,0 1-1,0-2 0,-1 0 1,0 0-1,-1-1 0,12-13 0,-21 21-94,-1 0 0,0 0 1,1 0-1,-1 0 0,0-1 0,-1 1 0,1 0 0,0 0 0,-1-1 0,1 1 0,-1 0 0,1-1 0,-1 1 0,0-1 0,0 1 0,0-1 0,-1 1 0,1 0 1,0-1-1,-1 1 0,0 0 0,1-1 0,-1 1 0,0 0 0,0 0 0,-2-3 0,1 1-1,-1 0 1,0 0-1,1 0 0,-1 1 0,-1-1 1,1 1-1,0 0 0,-1 0 0,1 0 1,-1 0-1,0 1 0,-8-5 0,4 5 0,0-1-1,0 1 1,0 1-1,-1-1 1,1 1-1,0 1 0,-1-1 1,1 2-1,-13 0 1,19 0 2,0-1 0,0 0 0,0 0 0,0 1 0,0-1 0,-1 1 0,1-1 0,0 1 0,0 0 1,0 0-1,1 0 0,-1 0 0,0 0 0,0 1 0,0-1 0,1 0 0,-1 1 0,1-1 0,-1 1 0,1 0 0,0 0 0,-1-1 0,1 1 0,0 0 1,0 0-1,0 0 0,1 0 0,-1 0 0,0 0 0,1 0 0,-1 0 0,1 0 0,0 1 0,0-1 0,0 0 0,0 0 0,0 0 0,0 0 1,0 1-1,1-1 0,-1 0 0,2 2 0,0 2-4,0 0 0,1-1 0,0 1 0,0-1 0,1 0 0,0 0 0,0 0 0,0-1 1,0 1-1,0-1 0,1 0 0,6 4 0,5 4 56,0-1 0,23 11 0,-25-17 79,0 1-1,0-2 0,1 0 1,-1-1-1,1 0 1,16 0-1,3 2 870,-24-4-767,-2 0-107,0 0 0,0 1 0,-1 0 0,13 4 1,-18-5-226,0 0-1,1 1 1,-1-1 0,0 1 0,0-1 0,1 1 0,-1 0 0,0 0 0,-1 0 0,1 0 0,0 0 0,-1 0 0,1 0 0,-1 1 0,1-1-1,-1 0 1,0 1 0,1 3 0,9 24-3966,22 44 0,-22-53 36,5 14-5746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3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1 162 8961,'56'-105'2423,"-54"101"-2186,1 0-1,-1 0 1,1 1-1,-1-1 1,1 1-1,0 0 0,1-1 1,-1 1-1,0 1 1,1-1-1,0 0 1,-1 1-1,1 0 0,0 0 1,0 0-1,1 0 1,-1 1-1,0 0 1,0-1-1,1 1 1,-1 1-1,1-1 0,-1 1 1,0 0-1,1 0 1,-1 0-1,1 0 1,4 2-1,3 1 12,-1 0 1,0 1-1,1 1 1,-2 0-1,1 0 1,0 1-1,17 13 1,-6-2-145,-2 0 1,1 2 0,-2 0 0,-1 1 0,0 1 0,-2 0 0,0 1 0,-2 1-1,0 1 1,-2 0 0,0 0 0,-2 1 0,0 1 0,-2 0 0,-1 0 0,-1 1-1,-2-1 1,0 1 0,-2 0 0,0 0 0,-2 0 0,-6 43 0,-1-24-564,-1 0 0,-3-1 0,-18 51-1,18-67-603,-1-1 0,-2-1 0,0 0 0,-2-1 0,-33 43-1,20-35-3396,13-15-2521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3.5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128 124 8533,'13'-63'2560,"-23"51"-436,-3 0-216,0 3-379,3-3 603,-4 3-1628,1 3-664,-17 6-3801,-4 6-431,31 9-3401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5.1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2216 14597,'-30'3'1843,"23"-3"-216,14 0-40,91-13 1247,127-32 0,-83 14-2114,970-165 1102,15 34-1370,-421 63-266,704-101-212,1797-275-8,-2644 379 142,-64 3 85,217-60 511,-22-34 238,-316 52-348,-316 108-477,-1-2 0,-2-4 0,102-74 0,-151 100-120,-1 0 0,0-1 0,0-1 1,-1 1-1,0-1 0,-1-1 0,8-11 0,-14 19-58,0 1-1,-1-1 0,1 0 1,0 1-1,-1-1 0,1 0 1,-1 0-1,0 1 0,1-1 1,-1 0-1,0 0 0,0 0 1,0 1-1,-1-1 0,1 0 1,0 0-1,-1 1 0,1-1 1,-1 0-1,1 0 0,-1 1 1,0-1-1,0 1 0,0-1 1,0 0-1,-2-2 1,-1-2-593,3 5 518,0 1 0,0-1-1,1 1 1,-1 0 0,0-1 0,0 1 0,0 0 0,0 0-1,0 0 1,0 0 0,0 0 0,0 0 0,0 0 0,0 0-1,0 0 1,0 0 0,1 1 0,-1-1 0,0 0-1,-2 1 1,2 0-254,-3 0-164,1 0-1,-1 1 0,0 0 0,1 0 0,-1 0 0,1 0 1,0 0-1,0 1 0,0-1 0,0 1 0,0 0 0,0 0 1,1 0-1,-1 0 0,1 1 0,-2 3 0,-4 3-2150,-10 16-8034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6.1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1 646 13217,'23'-43'2457,"-19"36"-1939,0-1 0,0 0 0,1 1-1,-1-1 1,12-11 0,-3 8-12,0 0-1,0 1 1,0 1-1,2 0 1,-1 1-1,30-12 1,98-28 814,-119 41-1164,428-95-182,-133 35-2193,25-34-2497,-123 11-2092,-110 37-235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6.3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543 27 7485,'-8'-3'512,"5"2"-175,-1-1 1,1 1 0,0-1-1,-1 0 1,1 0 0,0 0 0,0 0-1,0-1 1,-4-4 2961,18 32-311,32 61-1459,3-2 0,93 129 1,-46-77-906,-55-77-480,-2 1 0,-3 2 0,-3 1 0,37 110 0,-58-140-103,-1 0 0,-2 1 0,-1 0 0,0 60 1,-6-69-19,0 1 1,-2-1 0,-1 0-1,-2 0 1,0 0 0,-1-1-1,-13 28 1,0-12-67,-1-1 0,-2-1 0,-2-1 0,-1-1 0,-2-1 0,-1-2 0,-2-1 0,-37 30 0,-36 22-1186,-154 95 0,177-128 140,-63 43-1862,52-25-2412,22-8-3055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3:56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151 115 11965,'-33'-27'1952,"23"9"-372,0 3-299,-10 6-325,3-3-244,3 0-632,1 3-948,-7 3-873,6-1-2911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7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76 15297,'-61'-75'12190,"62"79"-10587,41 375 2074,-24-30-3677,-25 5 0,3-210 0,0-5 0,0 292 0,7-307 23,12 176 29,-9-246-154,2-2-1,3 1 1,26 79-1,-28-109-767,0 0 0,2-1 0,0 0-1,24 34 1,-22-39-1747,1-1-1,1 0 1,18 16-1,24 14-12009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7.6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259 205 15677,'-51'-29'1154,"23"13"284,1-1 0,-51-41 0,65 47 232,2-2 1,-13-17-1,1 2 1469,20 25-1943,10 5-257,30 7-763,-1 2-1,0 2 1,-1 1 0,53 30-1,129 92 284,-144-85-460,-2 4 1,-3 2-1,-3 3 0,-2 4 1,-3 1-1,-3 4 0,-3 2 1,72 125-1,-99-146-3,-3 2 1,-1 1-1,-4 0 0,-1 2 1,-3 0-1,9 67 0,-18-77-2,-3-1 0,-1 1 0,-3-1 0,-1 1-1,-2-1 1,-2 0 0,-3 0 0,-21 70 0,11-63-99,-3-1 0,-1-1 0,-3-1 0,-2-1 0,-35 46 1,-182 201-1643,218-264 1406,-22 25-1188,-3-2 0,-2-2 0,-65 47 0,46-43-2277,30-19-2430,19-14-4585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7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1 263 15405,'68'19'2093,"-44"-14"-1122,0 2 0,-1 0-1,0 2 1,39 20 0,-26-5-530,-1 1 1,-1 2-1,-2 1 0,-1 2 1,-1 0-1,-1 3 0,-2 0 1,-2 2-1,-1 0 0,30 59 1,-32-49-362,-2 1 0,-3 0 0,-1 2 0,-2 0 0,-2 0 0,-3 1 0,-1 1 0,1 87 0,-10-103-14,-1-1 0,-1 0 0,-2 0 0,-16 54 0,16-70 98,0 0 0,-2-1 0,0 1 0,-1-1 0,0-1 1,-2 0-1,0 0 0,0-1 0,-1 0 0,-17 16 0,26-28-67,-1 1-1,0-1 1,1 0 0,-1 0-1,0 0 1,0 0 0,0 0-1,0-1 1,-5 2 0,7-3-64,-1 0 1,1 0 0,-1 0-1,1 0 1,-1 0 0,1 0-1,-1-1 1,1 1 0,-1-1 0,1 1-1,0-1 1,-1 1 0,1-1-1,0 0 1,0 0 0,-1 0-1,1 0 1,0 0 0,0 0-1,0 0 1,0 0 0,0 0 0,0 0-1,-1-2 1,-4-6 10,1 0-1,0 0 1,1 0 0,0-1-1,0 0 1,1 1 0,0-1-1,0-1 1,1 1 0,1 0 0,0 0-1,0-16 1,2-20 120,9-68 0,6 20-1077,3 1 0,5 0 0,4 2 0,4 1 0,4 2 0,87-157 0,-81 178-676,2 1-1,3 2 1,57-58-1,86-60-7338,-112 120 822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8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 1 10913,'-2'19'823,"1"-10"-375,1 0-1,-1-1 1,-1 1-1,1 0 1,-2-1-1,1 0 1,-1 1 0,0-1-1,-1 0 1,0 0-1,-9 12 1,7-12 251,1-1 1,-1 1 0,1 0-1,1 0 1,-1 0-1,2 1 1,-1 0 0,1-1-1,-4 16 1,1 5 768,1 1-1,2-1 1,0 1 0,4 51 0,0-62-1283,1 19 43,2 0 0,2 0 0,1 0 0,17 51 0,-7-45-228,1-1 0,3-1 0,1-1 0,2 0 0,2-2 0,1-1 0,3-1 0,0-1 0,3-2 0,56 47 0,-80-74 0,0 0 0,1-1 0,0 0 0,0-1 0,0 0 0,1-1 0,0 0 0,0 0 0,0-1 0,19 2 0,-23-4 0,0-1 0,1 0 0,-1 0 0,0-1 0,1 0 0,-1 0 0,0 0 0,0-1 0,0 0 0,0-1 0,-1 0 0,1 0 0,-1 0 0,1-1 0,-1 0 0,0 0 0,8-8 0,-4 3 0,0-2 0,-1 1 0,0-1 0,-1-1 0,-1 0 0,0 0 0,0 0 0,-1-1 0,-1 0 0,0 0 0,-1 0 0,0-1 0,-1 1 0,3-27 0,-4 8 0,-1 0 0,-2-1 0,-1 1 0,-1 0 0,-11-45 0,-7 0 0,-3 2 0,-3 0 0,-4 2 0,-49-86 0,17 48-1527,51 93 913,0 0 1,-1 1-1,-31-29 0,40 41-167,-1 1 0,0 0 0,0 1 0,-1-1-1,-9-4 1,10 10-4038,-6 14 730,10-14 2769,-15 31-9566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8.7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819 82 14017,'-8'-6'225,"-6"-4"649,0 0 0,-1 2 0,0-1 0,0 2 0,-1 0 0,0 1 0,0 0 0,-32-5 0,40 10-442,0 0 0,-1 1 0,1 1 0,0-1 1,0 1-1,-1 1 0,1-1 0,0 1 0,0 1 0,1-1 0,-1 2 0,-7 3 0,4-1-117,0 1-1,0 1 1,1-1 0,0 2-1,1-1 1,0 2-1,-9 10 1,0 5-17,1 0 0,1 2 0,1 0 1,1 0-1,-16 49 0,19-41-340,0 0-1,3 2 1,0-1-1,-2 48 1,9-62-130,0-1 0,2 1 0,0-1 0,2 0 1,0 1-1,1-1 0,2-1 0,12 36 0,-14-48 116,1 0 0,-1 0 0,1-1 0,1 1 1,-1-1-1,1-1 0,0 1 0,1-1 0,0 0 0,0 0 0,0-1 0,11 6 0,-9-10 120,2-4-9,-7 3-9,0-1 1,-1 0 0,1 0-1,0 0 1,0 0 0,-1-1-1,1 0 1,-1 1 0,1-1-1,-1-1 1,0 1 0,0 0-1,0-1 1,0 1-1,0-1 1,4-5 0,9-20 283,-1-1 0,-1 0 0,-1-1 0,14-55 0,18-41 330,-44 123-660,0 0 0,0-1 0,0 1 0,1 0 0,0 0 0,-1 1 0,1-1 0,0 0 0,1 0 0,-1 1 0,0-1 0,1 1 0,-1 0 0,1 0 0,0 0 0,0 0 0,0 0 0,0 1 0,0-1 0,0 1 0,0 0 0,0 0 0,1 0 0,-1 0 0,0 1 0,5-1 0,-3 1 0,0 1 0,0 0 0,-1 0 0,1 1 0,0-1 0,0 1 0,-1 0 0,1 1 0,-1-1 0,0 1 0,0 0 0,0 0 0,0 0 0,0 0 0,-1 1 0,1-1 0,2 5 0,9 11 0,-1 0 0,-1 1 0,-1 1 0,-1 0 0,-1 0 0,11 35 0,-5-5 0,17 98 0,-26-98-108,-3 1-1,-2-1 1,-2 1-1,-12 88 1,-54 206-985,23-139 498,-89 581-3325,60-334 2566,61-390 1188,-24 128-325,28-161 361,-2-1 0,-1 0 1,-28 56-1,34-78 105,0-1 0,0 0 0,-1 0-1,-1-1 1,1 1 0,-1-1 0,0 0 0,-7 5 0,10-9 25,0 0-1,0 0 1,-1 0 0,1 0-1,0-1 1,-1 0-1,1 1 1,-1-1 0,1 0-1,-1-1 1,0 1 0,1-1-1,-1 0 1,0 1 0,0-1-1,1-1 1,-1 1 0,0-1-1,1 1 1,-8-3 0,0-2 87,1-1 0,-1 1 0,1-2 1,0 1-1,1-1 0,-1-1 0,2 0 1,-1 0-1,1-1 0,0 0 0,-11-16 1,-6-13 560,-35-70-1,33 50-468,3-1 0,3-1 0,2-1-1,3-1 1,2 0 0,4-1 0,2 0-1,0-101 1,11 61-887,4 1-1,4-1 0,5 2 1,46-157-1,-36 173-1610,61-133 0,-58 159-1153,45-68 1,22-6-6226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9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68 623 13981,'-53'-87'3097,"51"85"-2763,0-1 0,1 0 0,-1 0-1,1 0 1,-1-1 0,1 1 0,0 0-1,1 0 1,-1-1 0,0 1 0,1-1-1,0 1 1,0 0 0,0-1 0,0 1-1,0-1 1,1 1 0,-1 0 0,3-5-1,0-5 2499,-3 13-2787,0 0-1,0-1 1,0 1-1,0-1 1,0 1 0,0-1-1,0 1 1,1-1-1,-1 1 1,0-1 0,0 1-1,1 0 1,-1-1-1,0 1 1,0-1 0,1 1-1,-1 0 1,0-1-1,1 1 1,-1 0 0,1 0-1,-1-1 1,0 1-1,1 0 1,-1 0 0,1 0-1,-1-1 1,1 1-1,-1 0 1,1 0-1,-1 0 1,1 0 0,-1 0-1,1 0 1,-1 0-1,1 0 1,-1 0 0,0 0-1,1 0 1,-1 0-1,1 0 1,-1 0 0,1 1-1,-1-1 1,1 0-1,-1 0 1,1 0 0,-1 1-1,0-1 1,1 0-1,-1 1 1,1-1-1,24 22 783,-22-19-768,22 24 324,0 2 0,-2 1-1,-1 1 1,25 46 0,-10-6-42,27 79 0,-39-84-329,-4 0 1,-2 2 0,-3 0-1,-3 0 1,5 107 0,-14 60-79,-6-194 68,-2 0 0,-1 0 1,-17 64-1,20-100 19,0 0 0,1 0 1,-2 0-1,1 0 0,-1 0 0,1 0 0,-5 4 0,7-8-16,0-1-1,-1 1 0,1-1 1,-1 1-1,1-1 0,0 1 0,-1-1 1,1 0-1,-1 1 0,1-1 1,-1 0-1,0 0 0,1 1 0,-1-1 1,1 0-1,-1 0 0,1 0 1,-1 0-1,0 0 0,1 0 0,-1 0 1,1 0-1,-2 0 0,1 0-1,0-1-1,0 1 1,0-1-1,0 0 1,0 1 0,1-1-1,-1 0 1,0 0-1,0 0 1,1 1-1,-1-1 1,0 0-1,1 0 1,-1 0-1,1 0 1,-1 0-1,1-2 1,-5-10-3,1 0 0,0-1 0,1 1 0,1-1 0,0 1 0,1-1 0,0 0 0,3-24 0,4-11 0,12-54 0,-6 43 0,14-64-1149,4 1-1,6 2 1,63-143-1,-59 175 65,4 2 0,4 1-1,4 3 1,109-135 0,-128 182 314,1 1 1,2 1 0,1 2-1,74-49 1,-80 62 446,0 2 0,1 0 0,1 2 1,1 2-1,0 1 0,0 2 0,41-8 0,-66 17 394,1 0-1,-1 1 1,1 0-1,-1 0 1,0 1-1,1 0 1,17 6-1,-24-7-2,0 1-1,-1 0 1,1-1-1,0 1 1,-1 1-1,1-1 1,-1 0-1,1 1 1,-1-1-1,1 1 1,-1 0-1,0 0 1,0 0-1,0 0 0,0 0 1,0 0-1,0 0 1,-1 1-1,1-1 1,-1 1-1,0-1 1,0 1-1,1-1 1,-2 1-1,1 0 1,0 0-1,0-1 1,-1 6-1,0 5 157,-2 0 0,0 0-1,0 0 1,-1 0-1,-1 0 1,0-1-1,-10 22 1,-53 86 749,39-75-774,-136 246 120,145-260-593,2 1 0,1 1 0,1 0 0,2 1 0,1 0 0,2 1 0,-10 60 0,19-89 229,1-1-1,-1 1 0,1 0 1,1 0-1,-1-1 1,1 1-1,0 0 0,0-1 1,1 1-1,-1-1 1,1 1-1,1-1 0,-1 0 1,1 0-1,6 10 0,-6-12 61,0-1-1,0 1 0,0 0 0,0-1 1,0 0-1,1 0 0,-1 0 0,1 0 0,0 0 1,0-1-1,-1 1 0,1-1 0,0 0 0,0 0 1,0-1-1,0 1 0,0-1 0,0 0 0,0 0 1,0 0-1,0-1 0,0 1 0,7-3 0,3 0 153,0-1 0,-1-1 0,1 0-1,-1-1 1,0 0 0,-1-1 0,0 0-1,0-1 1,0-1 0,-1 0-1,0 0 1,-1-1 0,13-15 0,22-31 1541,42-47 2772,-86 101-4406,0 1 1,1-1 0,-1 1 0,1 0 0,-1 0-1,1-1 1,-1 1 0,1 0 0,0 0 0,0 1 0,-1-1-1,1 0 1,0 1 0,0-1 0,0 1 0,3-1 0,-3 1-30,-1 0 0,0 0 0,0 1 0,1-1 0,-1 1 0,0-1 0,0 1 0,0-1 0,1 1 0,-1 0 0,0-1 0,0 1 0,0 0 0,0 0 0,0 0 0,-1 0 0,1 0 0,0 0 0,1 1 0,2 6 69,0 1 0,0 0-1,0 0 1,-1 0 0,3 14 0,-3-10-159,10 34-90,-6-20-624,0 0 1,2-1 0,23 47-1,-18-50-586,1 0-1,1-1 1,25 28 0,28 18-7142,-27-28-2178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09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13 191 11301,'-1'-1'212,"0"-1"0,-1 1-1,1-1 1,0 0 0,0 1 0,0-1 0,0 0-1,1 0 1,-1 0 0,0 0 0,1 0 0,-1 1-1,1-1 1,0 0 0,0 0 0,-1 0 0,1 0-1,1 0 1,-1 0 0,0 0 0,0 0 0,1 0-1,-1 0 1,1 0 0,-1 0 0,1 0 0,0 0-1,0 1 1,2-4 0,-2 3 1103,23 5 514,-20-2-1731,0 0 1,-1 0-1,1 0 0,0 1 0,-1 0 0,1 0 1,-1 0-1,1 0 0,-1 0 0,0 0 1,0 1-1,0 0 0,0 0 0,2 3 0,38 53 535,-30-39-427,32 55 255,-31-50-348,1 0 0,21 25 0,-31-43-122,1 0 0,0-1 0,0 1 0,0-1 0,1-1 0,10 7 0,-13-10-2,0 0 0,0-1 0,0 1 1,0-1-1,1 0 0,-1 0 0,0-1 0,1 1 0,-1-1 0,0 0 0,1 0 1,-1 0-1,1-1 0,4 0 0,148-34-111,-83 19 82,-63 14-113,0-2 1,0 1-1,0-1 0,0-1 1,-1 0-1,0-1 1,0 0-1,0 0 0,16-15 1,-3 4-204,33-24-324,-28 19 727,2 1 1,0 0 0,1 3-1,1 0 1,59-21 0,-68 32 325,1 1 0,0 2 1,0 0-1,0 2 0,0 0 1,28 3-1,39 6 549,-42-2-459,0-2 0,0-2 0,76-9 0,-112 6-416,0-1 0,0-1-1,-1 0 1,0-1 0,1 0 0,15-10 0,66-50 707,-72 49-338,-15 11-294,0 1 0,1 0 0,0 0 0,-1 1 1,1 0-1,0 0 0,1 1 0,-1 0 0,0 0 0,1 1 0,-1 0 1,1 1-1,-1-1 0,1 2 0,-1-1 0,1 1 0,-1 1 0,1-1 1,-1 1-1,0 1 0,0 0 0,11 5 0,6 4 127,-1 0 0,0 2 0,-1 1 0,-1 1 0,35 32 0,-32-25-369,-14-12-318,0-1 0,1 0-1,20 13 1,-26-20 250,-1-1 0,0 0-1,1 1 1,0-2 0,-1 1 0,1-1 0,0 1 0,0-2 0,0 1-1,0-1 1,0 0 0,10-1 0,16-4-435,-1-1 0,35-13 0,-47 12 466,1 1 0,1 1 0,-1 1 0,1 0 0,0 2 0,-1 0-1,32 2 1,-47 1-55,-1-1-1,1 1 1,-1 1 0,0-1-1,1 1 1,-1-1 0,0 1-1,0 0 1,0 1-1,-1-1 1,1 1 0,0-1-1,-1 1 1,4 4-1,-4-4-741,-1 0 0,0 0 0,1 0-1,-1 1 1,-1-1 0,1 1 0,0-1-1,-1 1 1,0-1 0,1 6 0,2 6-7370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0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34 11613,'-10'-18'4468,"23"9"-2859,0 3-389,1 15-260,9 12-216,4 9-212,3 6-304,7 3-512,-4 10-616,4 5-528,-3 0-560,-4-3-809,0 10-1231,0 5-2937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0.6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1017 16 6937,'-24'4'2472,"42"-23"4584,-28 46-5048,2 1-1523,2 0 0,1 1 0,1 0 0,2 0 0,1 46 0,4-25-212,3 0 1,17 71-1,-20-109-284,0 0-1,1 0 0,1 0 1,-1-1-1,2 1 0,0-1 1,0-1-1,1 1 0,0-1 0,1 0 1,0-1-1,12 12 0,-19-20 8,1 1 0,-1-1 0,1 0-1,0 0 1,0 0 0,-1 0 0,1 0-1,0 0 1,0 0 0,0-1 0,0 1-1,0-1 1,0 1 0,0-1 0,0 0-1,0 0 1,3 0 0,-3 0 6,-1-1-1,1 1 1,-1-1 0,1 0-1,-1 1 1,1-1 0,-1 0-1,0 0 1,0 0 0,1 0-1,-1 0 1,0 0 0,0 0-1,0 0 1,0-1 0,0 1-1,1-2 1,1-4 30,0 1-1,-1-1 1,1 1 0,-1-1-1,-1 0 1,1 0 0,-1 1-1,0-9 1,0-29 220,-6-49 1,2 53-140,3-63 0,1 84-95,1-1-1,1 1 1,1 0 0,1 0 0,0 0-1,1 0 1,15-29 0,-18 42-11,0 0 0,1 0 1,-1 0-1,1 0 0,7-7 1,-10 31 186,-6 3 233,-1 0 1,-1-1-1,-1 0 1,0 0-1,-2-1 0,-14 23 1,7-12 184,-17 42 0,11-7-221,3 1 0,2 0 0,4 2 0,2-1 0,3 2 0,1 115 0,35 273 339,-2-90-566,-22-246-422,-13 125-1,-4-109-441,-5-1 0,-41 144 0,46-228 500,-3 0 0,-2-1-1,-2 0 1,-3-2 0,-2-1 0,-1-1 0,-3-1-1,-43 50 1,54-74 238,-2-2-1,0 0 1,-1-1-1,-1-1 1,-1-1-1,0-1 1,-1-1-1,-1-2 1,-1 0-1,1-2 1,-2 0-1,1-2 1,-1-2-1,-1 0 1,-34 3-1,50-9 51,0 0 0,1 0 0,-1-2 0,0 1 0,1-2 0,-1 0 1,1 0-1,-1-1 0,1-1 0,0 0 0,0 0 0,-22-13 0,27 12-47,-1 0 0,1-1 0,0 0 1,0 0-1,0-1 0,1 0 0,0 0 0,1-1 1,0 1-1,0-1 0,0 0 0,1-1 0,0 1 1,1-1-1,0 1 0,0-1 0,1 0 0,-2-14 1,1-2-49,2 1 1,1 0 0,1-1 0,1 1 0,1 0-1,1 0 1,2 0 0,0 1 0,10-26-1,5-4-495,3 1 1,53-89-1,-20 54-789,5 2 0,103-111 1,1 29-2383,7 12-3424,-39 47-3066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1.8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493 0 13073,'-38'52'2971,"-2"-2"0,-72 72-1,77-83-2079,1 2 0,3 1 0,1 2 0,3 0 0,1 2 0,2 1 0,-30 87 0,45-106-734,0 0 0,2 1 0,1 0 1,2 1-1,1-1 0,1 1 0,1 0 1,2-1-1,6 49 0,-2-54-307,0 0-1,1 0 1,1-1-1,2 0 1,0 0 0,1-1-1,2 0 1,0-1-1,1 0 1,1-1-1,33 36 1,-27-36-373,0-1 0,2-1 1,0-1-1,1-1 0,46 25 0,-56-35 171,1 0-1,0 0 0,0-1 0,0-1 1,0 0-1,1-1 0,0-1 1,-1 0-1,1-1 0,0-1 0,0 0 1,24-4-1,-31 2 164,-1 0 1,0-1-1,0 1 0,0-2 1,-1 1-1,1-1 0,-1 0 0,0 0 1,0 0-1,0-1 0,0 0 1,-1-1-1,0 1 0,0-1 1,0 0-1,-1 0 0,0 0 1,4-9-1,-3 7-189,-1 0 0,-1 0 1,0-1-1,0 0 0,0 1 1,-1-1-1,-1 0 0,1 0 0,-1 0 1,-1 0-1,0 0 0,0 0 1,-1 0-1,-3-17 0,-10-17-3285,3 5-1597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2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814 79 13033,'1'-16'818,"-1"12"-507,1 0 0,-1 0-1,0 1 1,0-1 0,0 0 0,-1 0 0,1 0 0,-1 1 0,0-1 0,0 0 0,-1 1 0,1-1 0,-1 1-1,-2-5 1,2 5 2229,-2 3-2107,0 1-1,1 0 1,-1-1 0,0 1-1,0 1 1,1-1-1,-1 0 1,1 1 0,-1 0-1,1 0 1,0 0 0,-1 0-1,1 0 1,0 1 0,0-1-1,1 1 1,-1 0 0,-3 5-1,-5 6 404,1 1 0,-14 29 0,18-31-341,-26 55-315,3 0-1,-24 83 1,-27 152-227,73-276 45,-138 675 2,32 8 0,50-308 0,-28 98-105,52-297-409,27-143-849,-6 34-5019,18-90 2601,20-35-13857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2.8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757 126 13749,'-23'-23'971,"15"14"-383,0 1 1,-1-1 0,0 2 0,-1-1 0,0 1 0,0 1 0,-17-9-1,18 10-231,2 1 238,-1 0 1,0 0 0,0 1 0,0 0-1,0 1 1,0 0 0,0 0 0,-1 0-1,1 1 1,-11 0 0,11 1-306,1 1-1,0 0 1,-1 1 0,1-1 0,0 1 0,0 1-1,0 0 1,0 0 0,0 0 0,1 0 0,-1 1-1,1 0 1,0 1 0,0-1 0,0 1 0,1 0-1,-9 12 1,-12 14-140,2 2-1,1 0 0,2 1 1,2 2-1,-27 63 0,-52 202 157,78-232-297,-17 54-9,6 2 0,-25 225 0,52-290 0,3 0 0,2 0 0,11 64 0,-6-81 0,3-1 0,2-1 0,1 1 0,2-2 0,21 43 0,-26-66 0,1 1 0,0-1 0,1-1 0,1 0 0,0-1 0,1 0 0,1-1 0,0 0 0,24 18 0,-24-23 0,0 0 0,1-1 0,0-1 0,0 0 0,0-1 0,1-1 0,0 0 0,0-1 0,1 0 0,-1-2 0,27 2 0,-12-5-167,0-1 0,1-2 0,-1 0 0,-1-2 0,1-2 0,-1-1 0,0-1 0,-1-1 0,31-18 0,18-13-788,139-101 0,-110 59 1014,98-103 1,50-40 2906,-248 221-2923,1 1 0,0 0 0,0 0 1,0 1-1,0 0 0,1 0 0,-1 1 1,13-3-1,-16 5-38,-1 0 0,1 0 1,-1 1-1,1 0 0,-1 0 1,0 0-1,1 0 0,-1 1 1,1 0-1,-1 0 0,0 0 1,1 0-1,-1 1 0,0-1 0,0 1 1,0 0-1,0 1 0,0-1 1,4 4-1,7 9-5,-2 1 0,0 0 0,0 1 0,-2 0 0,0 0 0,-1 1 0,14 37 0,-9-23 0,25 40 0,-32-59 0,0 0 0,1-1 0,1 0 0,0 0 0,1-1 0,0-1 0,1 1 0,0-2 0,0 0 0,27 14 0,-35-21 0,0 0 0,0 0 0,0-1 0,1 1 0,-1-1 0,0 0 0,1-1 0,-1 1 0,0-1 0,1 0 0,-1 0 0,1 0 0,-1-1 0,1 1 0,-1-1 0,0 0 0,1 0 0,-1-1 0,0 1 0,0-1 0,0 0 0,0 0 0,0 0 0,-1-1 0,1 1 0,0-1 0,-1 0 0,0 0 0,0 0 0,5-7 0,-4 4 0,0-1 0,0 0 0,0 0 0,-1-1 0,0 1 0,0-1 0,-1 0 0,0 0 0,-1 1 0,1-1 0,-2 0 0,1-1 0,-1 1 0,0 0 0,-1 0 0,-1-9 0,-5-15-176,-1 1 1,-1 0-1,-2 0 0,-28-54 1,-75-107-1792,73 129 683,-64-133 0,102 189 811,0 1-305,0 0 0,1 0 1,0-1-1,-2-11 0,4 16 95,-1 0-1,1 0 1,0 0 0,1 0 0,-1 0 0,0 0-1,0 0 1,1 0 0,0 0 0,-1 0-1,1 0 1,1-2 0,8-15-10443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3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787 1094 15145,'-21'-21'1376,"7"5"40,0 1-1,-1 1 1,0 0 0,-2 2 0,1-1 0,-21-10 0,31 21-1065,1 0 1,-1 0-1,0 1 0,0 0 1,-1 0-1,1 0 1,0 1-1,0 0 1,0 0-1,0 0 0,0 1 1,-9 2-1,5-1-125,0 1 0,1 0 0,0 1 0,0 0 0,0 0 0,-15 10 0,1 3-188,1 2 1,1 0-1,0 1 1,2 1 0,-25 34-1,-73 127-84,77-109 46,2 0 0,-35 102 0,61-140 0,1 1 0,2 0 0,2 1 0,1-1 0,2 1 0,1 1 0,3 53 0,1-82 0,0 0 0,0 0 0,1 0 0,0 0 0,0 0 0,1-1 0,1 1 0,-1-1 0,1 0 0,9 14 0,-10-19 0,0 1 0,0-1 0,0 0 0,1 1 0,-1-2 0,1 1 0,0 0 0,0-1 0,0 1 0,0-1 0,1 0 0,-1-1 0,0 1 0,1-1 0,-1 0 0,1 0 0,0 0 0,-1 0 0,1-1 0,-1 0 0,1 0 0,7-1 0,4-2 1,1 0 0,-1-1 1,0 0-1,0-2 0,-1 0 0,0 0 1,0-2-1,0 0 0,16-11 0,-4-1-16,0-1-1,-1-1 1,35-39 0,-17 9-213,-2-2 0,-2-2 1,35-66-1,79-191-361,-60 84 312,91-341 1,-36 47 1075,-139 494-558,-8 24 139,-1 11 19,28 257-143,-16-112-229,47 255-27,-44-329 0,4-2 0,4 0 0,39 88 0,-48-130-20,1 3-158,35 59 0,-45-86 132,0 0-1,1-1 1,0 1-1,0-1 0,1 0 1,0-1-1,0 0 1,1 0-1,0-1 0,0 0 1,11 5-1,-14-9-31,0 0 0,1-1 0,-1 1-1,1-1 1,0-1 0,-1 1 0,1-1-1,0 0 1,-1-1 0,1 1 0,0-1-1,-1-1 1,1 1 0,-1-1 0,0 0 0,1-1-1,-1 1 1,0-1 0,0 0 0,7-6-1,6-4-41,0 0-1,-1-2 0,-1 0 0,24-27 0,2-6 199,54-56 1264,-96 103-1305,1 0 0,0 0 1,-1 0-1,1 0 0,0 0 1,0 1-1,0-1 0,0 0 1,-1 1-1,1 0 0,0-1 1,0 1-1,0 0 0,0 0 1,0 0-1,0 0 0,0 1 1,0-1-1,0 0 0,-1 1 1,1 0-1,0-1 0,0 1 0,0 0 1,-1 0-1,3 1 0,3 2 114,0 0 0,0 1 0,0 0 0,10 10 0,63 76-951,-59-65 71,1 0 0,32 29 0,-45-48 548,0 0 0,0 0 0,0-1 0,1 0-1,0-1 1,0 0 0,1-1 0,-1 0 0,1 0-1,21 3 1,-24-5-209,-1-1-1,0 0 1,0-1 0,0 0-1,0 0 1,1 0 0,-1-1-1,0 0 1,0-1 0,0 1-1,0-1 1,0-1-1,-1 1 1,1-1 0,0 0-1,-1-1 1,0 1 0,0-1-1,0-1 1,-1 1-1,1-1 1,-1 0 0,0 0-1,0 0 1,-1-1 0,1 0-1,4-9 1,5-13-587,-1-1-1,-1 0 1,-2-1 0,-1 0-1,8-55 1,5-12-2615,6 10-825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3.9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1 351 11145,'13'-11'1280,"0"2"-1,1-1 1,0 2 0,1 0-1,0 1 1,28-10 0,-5 6-211,71-8 0,-58 11-896,-30 4-169,0 0 0,-1-1 0,0-2 0,1 0 0,-2 0 0,1-2 0,-1-1 0,-1 0 0,0-1 0,33-27 0,-18 8 1018,-1-1-1,28-36 1,-58 65-315,-3 6-664,-2 14-101,-2-1 0,-10 29 0,9-31-111,1 0 0,1 1 0,0 0 0,-3 23 0,6-34 192,1-1 1,-1 1-1,1 0 0,0-1 1,1 1-1,-1-1 1,1 1-1,0-1 1,0 1-1,0-1 0,0 1 1,1-1-1,0 0 1,0 0-1,0 0 1,0 0-1,1 0 1,-1 0-1,1-1 0,0 1 1,0-1-1,0 1 1,1-1-1,-1 0 1,1-1-1,0 1 0,0-1 1,0 1-1,0-1 1,0 0-1,0-1 1,6 2-1,3 3 144,0-1-1,-1 2 1,1-1-1,-1 2 1,-1 0-1,1 0 1,-2 1-1,1 0 1,-1 1-1,0 0 1,-1 1-1,0 0 1,-1 0-1,0 1 1,-1 0-1,10 22 1,-4-3-6,0-1 0,-3 2 0,0-1-1,-2 1 1,-2 1 0,0 0 0,-3-1 0,0 66 0,-7-40-40,-2-1 0,-3 0 1,-2-1-1,-32 92 0,43-147-120,-27 78 115,-49 105-1,10-57-36,-21 46 208,111-176-429,-8-4 60,0-1-1,-1 0 1,0-1-1,26-20 1,59-56-408,-47 39 172,300-223-2256,18 24-645,-346 229 2927,161-97-3341,-62 45-3807,-47 27-2566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4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 14605,'4'-15'3689,"-4"22"1594,-3 17-646,3-5-4955,77 1156 3912,-28-351-2317,-17-475-3775,10 173-5084,-39-425 112,0-15-4763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4.7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58 16317,'-43'52'1235,"16"-21"178,2 2-1,-22 35 1,39-51-824,-1 1-1,2 0 1,0 0 0,2 1 0,0 0-1,0 0 1,2 0 0,1 1-1,0-1 1,1 1 0,1-1 0,1 1-1,1-1 1,1 1 0,0-1 0,10 28-1,-4-22-518,2 1 1,1-2-1,1 0 0,1-1 0,2 0 0,0-1 1,1 0-1,1-2 0,23 21 0,14 9 19,2-4 0,73 47 0,-84-63-154,1-2-1,2-1 1,74 28 0,-99-46 53,1-1 0,0-2 0,0 0 1,0-2-1,0-1 0,1 0 0,-1-2 1,1-1-1,43-6 0,-22-4 45,0-1 0,0-3-1,-2-2 1,0-1 0,0-3-1,-2-1 1,50-34 0,-22 7-4,-2-3 0,-2-3 1,72-76-1,138-186-1153,-163 149-1929,-53 75-369,4 3-3910,16-4-7520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5.2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91 14881,'-48'-58'3291,"46"56"-2980,1 0 0,-1 0 0,1-1 1,0 1-1,0 0 0,0-1 0,0 1 0,0-1 1,0-4-1,0 2 5209,3 9-3318,29 81-437,23 106 0,-37-125-1534,30 133-231,33 308 0,-36 207 0,-40-597-2726,19 153-12745,-20-243 3885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5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14 204 14697,'-6'-22'1001,"4"17"-382,1-1 0,-1 1 1,1-1-1,1 1 0,-1-1 0,1-5 2099,2 11-957,9 3-1373,0 0 0,0 1 0,0 0 0,-1 1 0,1 0 1,-1 0-1,-1 1 0,1 1 0,14 12 0,9 11 107,33 40 0,-57-60-347,42 47 172,-4 3-1,-2 1 0,-2 3 1,50 101-1,-66-106-290,-2 0 0,-3 2 0,-3 1-1,-2 0 1,14 108 0,-21-84-82,-4 0 0,-4 0-1,-4 0 1,-3 0 0,-4 0 0,-26 113 0,4-103 37,31-95 16,0 0 0,0 0 1,0 0-1,-1 1 0,1-1 1,0 0-1,-1 0 0,1 0 1,-1 0-1,1 0 0,-1 0 0,1 0 1,-1 0-1,0 0 0,1 0 1,-1 0-1,0 0 0,0 0 1,0 0-1,0-1 0,0 1 0,0 0 1,0-1-1,0 1 0,0-1 1,0 1-1,0-1 0,0 1 1,0-1-1,-1 0 0,1 0 1,-2 1-1,1-2 0,1 0 1,-1 1-1,0-1 0,1 0 1,-1 0-1,1 0 1,0 0-1,-1-1 0,1 1 1,0 0-1,0 0 1,0-1-1,0 1 0,0-1 1,0 1-1,0-1 1,0 1-1,1-1 0,-1 0 1,0 1-1,1-1 1,-1-1-1,-3-14-5,1-1-1,0 1 0,1 0 1,1-1-1,1 1 1,3-31-1,24-110-115,-23 139 92,23-93-437,59-154-1,65-99-611,-82 214 565,93-150 0,-129 247 462,3 2-1,2 1 0,2 2 1,2 2-1,96-82 0,-122 116 152,1 1-1,0 0 1,1 1-1,34-14 1,-43 21-29,0 1 0,0 1-1,0-1 1,0 1 0,1 1 0,-1 0 0,1 1 0,-1-1 0,1 2 0,-1-1-1,1 1 1,14 4 0,-12-1 51,0 0 0,0 0-1,0 1 1,-1 1 0,0 0-1,0 0 1,0 1 0,15 14 0,-11-7 116,0 2 0,0-1 0,-1 2 1,18 28-1,-9-6 165,-2 2 1,-1 0-1,-3 1 1,16 53-1,-4 11-282,15 117-1,1 114-86,-21-140-41,-13-117 15,22 150 19,-23-181-89,2-1 0,30 77 0,-33-104-290,0 0 1,2-1-1,1 0 1,0-1 0,2-1-1,0 0 1,1 0-1,0-1 1,1-1-1,1-1 1,1 0 0,35 21-1,-35-26-143,0-1 1,0 0-1,1-2 0,0 0 0,0-1 0,1-1 1,0-1-1,0-1 0,0-1 0,0 0 0,0-1 1,1-2-1,-1 0 0,36-7 0,-20 0-197,-1-2 0,-1-2 0,0-1 0,0-2 0,-1-1 0,-1-1 0,-1-2 0,51-40 0,-33 18 415,-3-1 1,-1-3 0,-2-1-1,46-66 1,-58 69 883,-3-1 0,-1-1 0,24-57 0,-40 77-7,-2-1-1,0 0 1,-2-1 0,-1 1-1,-1-1 1,-1 0-1,0-51 1,-4 70-373,-1-1 0,0 1 0,0 0 0,-1-1 0,0 1 0,0 0 0,0 0 0,-1 0 0,-1 1 0,1-1 1,-1 1-1,-1-1 0,1 1 0,-1 1 0,-1-1 0,-9-9 0,9 10-87,0 2 1,-1-1-1,0 1 0,1 0 1,-1 0-1,-1 1 0,1 0 1,0 0-1,-1 1 1,0 0-1,1 0 0,-1 1 1,0 0-1,0 0 0,0 1 1,0 0-1,-15 2 0,10 0-112,0 1 0,0 0 0,0 1 0,0 0 0,1 1-1,0 1 1,0 0 0,0 0 0,1 1 0,0 1 0,0 0-1,0 0 1,1 1 0,1 0 0,0 1 0,0 0-1,-8 12 1,5-5-659,1 1-1,1 0 1,0 1-1,2 0 1,0 0-1,1 1 1,0 0-1,2 0 1,1 1-1,-3 24 1,7-42 439,-1 1 1,1-1 0,0 1 0,0 0 0,0-1 0,1 1-1,-1 0 1,1-1 0,0 1 0,0-1 0,0 1 0,0-1-1,0 1 1,1-1 0,0 0 0,0 0 0,0 0 0,0 0 0,0 0-1,0 0 1,1 0 0,-1-1 0,1 1 0,0-1 0,0 0-1,0 0 1,6 3 0,-3-3 137,-1 0-1,0 0 1,1-1 0,-1 0-1,1 0 1,0 0 0,-1-1-1,1 0 1,-1 0-1,1 0 1,0-1 0,-1 0-1,1 0 1,-1 0 0,1-1-1,8-3 1,38-18 1154,-24 9 337,0 1 0,1 2 0,0 0-1,1 3 1,54-10 0,-77 18-1095,1 0 0,0 0 1,-1 1-1,1 0 0,-1 0 0,1 1 1,-1 0-1,0 0 0,1 1 1,7 4-1,7 5 40,37 26 0,-9-5-729,-16-14-1235,41 18 1,3-7-3279,-30-10-1521,8 1-4038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6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111 248 11237,'-2'0'229,"-1"0"1,1 0-1,0 0 1,0 1-1,0-1 1,-1 0-1,1 1 1,0 0-1,0-1 1,0 1-1,0 0 1,0 0-1,0 0 1,0 1-1,0-1 1,1 0-1,-1 1 0,0-1 1,1 1-1,-1-1 1,1 1-1,-1 0 1,1 0-1,0-1 1,0 1-1,-2 4 1,-2 3 295,-1 1 0,2 0 0,-1 0 0,-4 18 0,-2 20 326,3 1 0,1 1 0,3-1 0,4 96 0,3-98-748,3 0 1,1 0-1,19 63 1,-20-91-238,1 1 1,1-1 0,0 0 0,1-1-1,1 0 1,1 0 0,1-1 0,0-1-1,2 0 1,18 18 0,-23-26 9,0-1 0,0 0 0,1 0 0,0-1-1,0 0 1,1-1 0,-1-1 0,1 1 0,0-2 0,0 1 0,1-2 0,-1 1 0,1-2 0,-1 1 0,1-1 0,14-2 0,-12 0 54,0-1 0,0 0 0,0-1 1,0-1-1,-1 0 0,1-1 1,-1 0-1,0-1 0,-1-1 0,1 0 1,-1-1-1,21-17 0,-6 0 134,-2-1 1,0-1-1,-2-1 0,-2-2 1,0 0-1,-2-1 0,-1 0 0,-1-2 1,14-43-1,10-42 885,35-164-1,-53 183-294,1 1 306,29-108 1122,-52 203-1775,6 55 226,-1-17-472,5 363-1432,-11-350 914,-11 235-3374,11-281 3804,0-1 0,0 0 0,0 1 0,0-1 0,0 0 0,1 0 0,-1 1 0,0-1 0,0 0 0,1 0 0,-1 1 0,1-1-1,-1 0 1,1 0 0,0 0 0,-1 0 0,1 0 0,0 0 0,0 0 0,0 0 0,0 0 0,0 0 0,0 0 0,0 0 0,0-1 0,0 1 0,0 0-1,0-1 1,0 1 0,0-1 0,1 1 0,-1-1 0,0 0 0,0 1 0,1-1 0,-1 0 0,0 0 0,1 0 0,-1 0 0,0 0 0,1 0-1,-1 0 1,0 0 0,0-1 0,1 1 0,0-1 0,9-2-48,1 0 0,-1-1 0,0 0 0,11-7 0,-14 7 43,50-23-132,-20 7 316,2 2 0,1 2-1,70-19 1,-28 22 1004,130-5-1,-173 16-585,41 6 1252,3-1 273,-75-3-1903,-1-1 1,0 0 0,0 0-1,0-1 1,0 0 0,0-1-1,15-6 1,-11 2-43,1-1 1,-1 0-1,-1-1 0,1-1 0,19-20 1,45-65 253,-2 2 95,-44 63 22,1 2 0,1 0 0,45-29 0,-73 54-519,0 0 0,0 1 0,1-1 0,-1 1 0,1 0 0,-1 0 0,1 1 0,0-1 0,-1 1 0,1 0 0,0 0 0,0 1 0,0 0 0,0-1 0,0 1 0,0 1 1,0-1-1,0 1 0,-1 0 0,1 0 0,0 0 0,0 1 0,-1 0 0,1 0 0,-1 0 0,1 0 0,-1 1 0,0 0 0,0-1 0,0 2 0,4 3 0,4 5-4,-1 1 1,0 1-1,0 0 1,-2 0-1,0 1 0,0 1 1,9 22-1,9 36 70,-20-51-169,2-1 1,0 0 0,22 38 0,-14-34-1392,32 44-2908,-42-61 1172,1-1 0,0-1-1,11 9 1,3 0-7417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6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40 254 12765,'-23'-121'2204,"20"79"-151,-4 6-265,0 21-440,14-3-340,0-1-344,9 16-1068,18 9-836,-11 19-768,1 14-3413,-1 12-4352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6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1 15045,'0'0'7221,"0"2"-5663,-2 7-1105,1 0 1,-1 1-1,2-1 0,-1 0 0,2 1 0,0 11 0,13 62 416,-9-58-499,40 276 1019,-38-245-1383,0-24-206,0-1 0,24 60 0,-30-89 197,0-1 1,-1 0-1,1-1 1,0 0 0,0 1-1,0-1 1,0 1-1,0-1 1,0 0-1,0 0 1,0 0-1,0 1 1,0-1 0,0 0-1,0 0 1,0 0-1,0-1 1,0 1-1,0 0 1,0 0-1,-1 0 1,1-1 0,0 1-1,0 0 1,0-1-1,1 0 1,0 0-5,4-1 8,0 0 0,-1 0 0,1-1 0,-1 0 1,1 0-1,-1-1 0,0 1 0,0-1 0,-1 0 0,1-1 1,-1 1-1,0-1 0,4-5 0,8-12 137,22-43-1,-24 39-56,10-17 167,1 1-1,2 2 0,53-62 0,-69 91-136,0 1-1,1 0 0,0 0 1,1 1-1,0 1 1,23-12-1,-26 16-19,0 0 0,0 1 0,0 0 0,1 1 0,-1 0 0,0 0 0,1 1 0,0 1 0,-1 0 0,21 2 0,-11 2-14,-1 0 1,1 1-1,-1 1 1,0 1-1,-1 1 1,0 0-1,0 1 1,-1 1-1,32 24 1,1 8-447,77 84 0,-94-89-1483,2-2 1,1-1-1,2-2 0,46 31 1,-62-51-1473,1 0 1,30 10 0,-4-6-6594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7.3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1 852 8589,'-1'-6'398,"1"0"0,1 1 1,-1-1-1,1 0 0,0 0 1,0 1-1,1-1 0,4-10 1,-3 9 459,-1-1 0,0 1 0,0-1 1,2-12-1,-3 13-524,1 1 0,0-1 0,1 0 0,-1 0 0,1 1 0,1 0 0,-1-1 0,1 1 0,0 1 0,1-1 1,-1 0-1,1 1 0,8-7 0,7-10 578,108-141 2676,-84 107-2879,-2-1-1,-3-2 1,43-86 0,-73 124-410,-1 1 0,0-1 0,-2-1 1,7-37-1,-13 60-295,0-1 1,0 0-1,0 0 0,0 0 1,0 0-1,-1 0 0,1 0 1,0 0-1,0 0 1,0 0-1,0 0 0,0 0 1,0 1-1,0-1 1,0 0-1,-1 0 0,1 0 1,0 0-1,0 0 0,0 0 1,0 0-1,0 0 1,0 0-1,0 0 0,-1 0 1,1 0-1,0 0 1,0 0-1,0 0 0,0 0 1,0 0-1,0 0 1,0 0-1,-1 0 0,1 0 1,0-1-1,0 1 0,0 0 1,0 0-1,0 0 1,0 0-1,0 0 0,0 0 1,0 0-1,-1 0 1,1 0-1,0 0 0,0 0 1,0-1-1,0 1 0,0 0 1,0 0-1,0 0 1,0 0-1,0 0 0,0 0 1,0 0-1,0-1 1,0 1-1,0 0 0,0 0 1,-12 6 49,0 0 0,0 1 0,1 0 0,0 1 0,0 0 0,0 1 1,2 0-1,-1 0 0,1 1 0,0 1 0,1-1 0,0 1 0,1 1 0,-10 20 1,4-5-24,0 1 0,2 1 1,2 0-1,0 1 0,-7 49 1,13-53-223,0 0 0,2-1 0,1 1 0,1 0-1,2 0 1,10 48 0,-11-64 5,0-1-1,1 1 0,1-1 1,-1 0-1,1 0 1,1 0-1,0-1 0,0 0 1,1 0-1,0 0 0,0 0 1,0-1-1,1 0 1,1 0-1,-1-1 0,1 0 1,0-1-1,0 1 1,1-1-1,-1-1 0,13 5 1,-13-7 80,0 0 0,0-1 0,0 0 1,1 0-1,-1-1 0,0 0 0,0-1 1,1 0-1,-1 0 0,0 0 0,0-1 0,0-1 1,0 1-1,-1-1 0,1 0 0,-1-1 1,1 0-1,-1 0 0,8-7 0,4-3 64,-1 0 0,0-2-1,-2 0 1,1-1-1,23-32 1,-14 8 500,0-1 1,28-67-1,21-36 1783,-68 134-2011,0 0-1,1 0 1,1 1-1,-1 0 1,2 0-1,-1 1 0,1 1 1,1 0-1,13-9 1,-18 14-125,0-1 0,0 1 1,1 0-1,-1 1 1,1 0-1,0 0 1,0 0-1,0 1 1,0 0-1,0 0 1,0 1-1,0 0 0,0 0 1,0 1-1,0-1 1,0 2-1,-1-1 1,13 5-1,-3 1-47,0 1 0,-1 0-1,0 1 1,-1 1 0,0 0 0,0 1-1,-1 1 1,-1 0 0,0 0-1,0 2 1,-1-1 0,-1 1 0,0 1-1,12 26 1,-9-15 11,-1 1 1,-1 0-1,-2 1 1,-1 0-1,-1 1 0,-1 0 1,3 57-1,-8-58-479,-2-1-1,0 1 1,-2 0 0,-2-1-1,0 0 1,-1 0-1,-12 30 1,10-38-143,0-1 1,-1 0-1,0 0 0,-2-1 1,0 0-1,-1-1 0,-1 0 1,0-1-1,-1 0 0,-24 19 1,-31 16-7137,-2-3-5043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8.5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261 456 13329,'-8'2'296,"-121"14"1907,31-12 5932,72-6-4851,26 2-3238,0 0-1,0 0 1,1 0 0,-1 0 0,0 0-1,0 0 1,0 0 0,0 0-1,0 0 1,0-1 0,0 1 0,0 0-1,1 0 1,-1 0 0,0 0 0,0 0-1,0 0 1,0 0 0,0 0 0,0 0-1,0 0 1,0 0 0,0 0-1,0-1 1,0 1 0,0 0 0,0 0-1,0 0 1,0 0 0,0 0 0,0 0-1,0 0 1,0 0 0,0-1 0,0 1-1,0 0 1,0 0 0,0 0-1,0 0 1,0 0 0,0 0 0,0 0-1,0 0 1,0-1 0,0 1 0,0 0-1,0 0 1,0 0 0,0 0 0,0 0-1,0 0 1,0 0 0,0 0-1,0 0 1,0 0 0,-1 0 0,1-1-1,0 1 1,54-12 2346,805-77-1951,-677 75-452,561-39 11,1026-99 0,-1537 123 0,357-93 0,-643 141-3802,-63 29-9060,35-8-257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8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0 14909,'-7'21'1455,"1"0"-1,0 0 0,2 0 0,1 0 1,-2 24-1,-1 257 6901,1-37-7154,-21 131-3729,-20-118-3522,2-96-3716,15-76-2097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19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721 1035 12201,'-28'13'1398,"-33"9"-1,40-16-679,1 2-1,0 0 0,0 2 1,-24 14-1,8 3 155,1 1 0,-57 60 0,-52 78-865,112-128-454,-134 167-5054,165-203 4944,23-6-242,-10 0 926,0 0 1,0-1-1,0-1 0,20-13 1,31-13 734,-34 22-469,1 2-1,1 1 1,-1 2-1,1 0 0,0 2 1,0 2-1,0 1 1,1 1-1,-1 1 0,45 11 1,25 10 463,173 63 1,-247-77-924,0-1 0,0 0 0,0-3 0,47 5 0,-61-9-40,1-1 1,0-1 0,-1 0-1,1-1 1,0 0 0,-1-1-1,0 0 1,0-2 0,0 1-1,0-1 1,18-11 0,-15 5 51,0 0 0,0-2-1,-1 1 1,-1-2 0,0 0 0,-1 0 0,-1-2 0,0 1 0,9-18 0,10-22-69,36-86 0,72-240 32,-26-9 64,-81 276 62,12-49 228,26-92 872,-54 226-684,-5 20-90,-11 9-348,1 0 0,-1 0 0,0 0 0,0 0 0,1 0 0,-1 0 0,0 0 0,1 0 0,-1 0 0,0 0 0,0 0 0,1 0 0,-1 0 0,0 0 0,1 0 0,-1 0 1,0 0-1,0 0 0,1 0 0,-1 1 0,0-1 0,1 0 0,-1 0 0,0 0 0,0 0 0,0 1 0,1-1 0,-1 0 0,0 0 0,0 1 0,0-1 0,1 0 0,-1 0 0,0 1 1,0-1-1,2 9 89,0-1 1,0 1-1,-1-1 1,0 1-1,0 0 1,-1-1-1,-1 11 1,0-1 18,-12 301 1232,1-1-667,12-161-806,23 164 0,3-134-724,-24-174 690,1 1 1,0-1-1,9 20 1,-9-27 27,0 0 1,1 0-1,0-1 1,7 9-1,-4-6-29,-5-4 54,1 0-1,0-1 1,0 1 0,1-1 0,-1 0-1,1 0 1,-1 0 0,1 0 0,0 0-1,0-1 1,0 0 0,1 0-1,-1 0 1,0 0 0,1-1 0,-1 1-1,1-1 1,0 0 0,-1-1 0,1 1-1,0-1 1,-1 0 0,1 0 0,0 0-1,0-1 1,-1 0 0,7-1-1,0-2-68,0-1 0,0 0-1,-1 0 1,0-1 0,0 0-1,0-1 1,0 0 0,-1 0-1,0-1 1,-1-1 0,0 1-1,10-15 1,17-30-684,47-98-1,-57 101 685,1 1 0,61-83 0,-81 124 226,-1 1 0,2 1 1,-1-1-1,1 1 0,14-10 1,-18 14-11,0 1 0,0-1 0,0 1 1,1-1-1,-1 1 0,0 0 1,0 1-1,1-1 0,-1 0 0,0 1 1,1 0-1,-1 0 0,1 0 0,-1 0 1,0 1-1,1-1 0,-1 1 1,6 1-1,-3 0 19,-1 1-1,1-1 1,-1 1 0,0 0 0,0 0 0,0 0 0,0 1 0,-1 0-1,1 0 1,-1 0 0,0 0 0,0 1 0,4 6 0,-3-3 42,-1 0 0,1 1 0,-1 0 1,-1 0-1,1 1 0,-2-1 0,3 15 0,-2-3 50,-1 0 0,-1 0 0,-1 0-1,-1 0 1,-1 0 0,-1 0 0,-6 23-1,0-14-127,0-1 0,-2 0 0,-1 0 0,-2-2 0,-31 49 0,25-48-1266,0-1 0,-43 42 1,25-31-3529,9-4-2855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1.9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43 243 11817,'-20'-147'2795,"4"77"1803,15 67-3661,-4-18 737,5 21-1571,0 0 0,0 0-1,0 0 1,0 0 0,1 0 0,-1 0 0,0 1 0,0-1 0,0 0-1,0 0 1,0 0 0,1 0 0,-1 0 0,0 0 0,0 0 0,0 0-1,0 0 1,1 0 0,-1 0 0,0 0 0,0 0 0,0 0 0,0 0-1,1 0 1,-1 0 0,0 0 0,0 0 0,0 0 0,0-1 0,0 1-1,1 0 1,-1 0 0,0 0 0,0 0 0,0 0 0,0 0 0,0 0-1,0 0 1,1-1 0,-1 1 0,0 0 0,0 0 0,0 0 0,0 0-1,0 0 1,0-1 0,44 59 1182,-3 2 1,33 65-1,68 151 908,-118-229-2130,399 870-63,-328-704 0,-61-134-1831,5-1 0,60 93 0,-84-149 919,1-1-1,1 0 0,0-1 1,2-1-1,0-1 0,1-1 1,1 0-1,1-2 1,0 0-1,1-1 0,42 18 1,-17-15-12427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2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57 592 16598,'-53'13'2620,"53"-13"-2571,0 0 1,1-1 0,-1 1-1,0 0 1,0 0 0,0 0-1,0 0 1,0 0 0,0 0-1,1-1 1,-1 1-1,0 0 1,0 0 0,0 0-1,0 0 1,0-1 0,0 1-1,0 0 1,0 0 0,0 0-1,0 0 1,0-1 0,0 1-1,0 0 1,0 0-1,0 0 1,0 0 0,0-1-1,0 1 1,0 0 0,0 0-1,0 0 1,0 0 0,0-1-1,0 1 1,-1 0 0,1 0-1,0 0 1,0 0-1,0-1 1,0 1 0,0 0-1,0 0 1,-1 0 0,1 0-1,0 0 1,0 0 0,0 0-1,0 0 1,0-1 0,-1 1-1,1 0 1,0 0-1,0 0 1,0 0 0,0 0-1,-1 0 1,1 0 0,0 0-1,0 0 1,0 0 0,-1 0-1,1 0 1,0 0 0,0 0-1,0 0 1,-1 1-1,10-14 496,-8 12-406,14-16 528,1 1 0,1 0 0,0 1 0,1 1-1,39-23 1,112-50 372,-130 69-783,254-114 542,-198 95-597,116-29 0,-193 61-156,0 1 0,0 0 1,1 2-1,-1 0 1,1 1-1,-1 1 0,1 0 1,-1 2-1,1 0 0,-1 1 1,0 1-1,0 1 1,0 0-1,-1 1 0,0 1 1,0 1-1,0 0 0,25 18 1,-1 4 226,-2 1-1,65 66 1,56 86 115,-98-108-267,139 130 0,-187-194-144,0 0 1,1 0 0,1-1-1,-1-1 1,2-1-1,-1 0 1,1-2-1,26 8 1,-36-12 15,0 0 1,0-1-1,0 0 1,0 0-1,0-1 0,0 0 1,0 0-1,0-1 1,0 0-1,-1 0 0,1-1 1,0 0-1,0 0 1,-1 0-1,1-1 0,-1 0 1,0 0-1,1-1 1,-2 1-1,1-1 1,0-1-1,-1 1 0,0-1 1,9-10-1,-7 6 5,-1-1 0,0 1 1,-1-1-1,0-1 0,0 1 0,-1-1 0,0 1 0,-1-1 0,-1 0 0,0-1 1,2-21-1,-3 1-7,-1 1 0,-2-1 1,-6-35-1,3 40 25,-1 0 0,-2 0 0,0 1 0,-2 0 0,-1 0 0,-22-38 0,20 40-26,-2 1 0,0 0-1,-2 1 1,0 0 0,-2 2 0,0 0-1,-1 1 1,-1 1 0,0 1-1,-33-19 1,37 26-107,0 1-1,-1 0 0,0 2 0,0 0 1,0 1-1,-1 1 0,0 0 1,-20-1-1,20 4-704,0 1 0,0 1 0,0 1 0,-32 5 0,48-5 353,0-1 0,-1 1 0,1 0 0,0 1 0,0-1 0,0 1 0,0-1 0,1 1 0,-1 0 0,0 0 0,1 0 0,-1 0 0,1 0 0,-4 5 0,-6 11-6846,6-6-1735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2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 14549,'1'0'129,"-1"0"-1,0 0 0,0-1 1,0 1-1,0 0 0,0 0 0,1 0 1,-1 0-1,0 0 0,0 0 1,0 0-1,0 0 0,1 0 1,-1 0-1,0-1 0,0 1 1,0 0-1,0 0 0,1 0 0,-1 0 1,0 0-1,0 0 0,0 0 1,1 0-1,-1 0 0,0 1 1,0-1-1,0 0 0,1 0 0,-1 0 1,0 0-1,0 0 0,0 0 1,0 0-1,1 0 0,-1 0 1,0 1-1,0-1 0,0 0 1,0 0-1,0 0 0,0 0 0,1 0 1,-1 1-1,0-1 0,0 0 1,0 0-1,0 0 0,0 0 1,0 1-1,0-1 0,11 19 3030,13 36-842,-19-42-986,26 66 250,-3 1 1,29 141 0,-2 75-1581,-26-166 0,30 84 0,14-16-3970,-28-86 155,-38-75-7056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3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1711 10965,'-4'-24'936,"2"20"-652,1-1 0,0 1 0,0-1 1,0 1-1,1-1 0,0 1 0,0-1 0,0 0 0,0 1 1,1-1-1,-1 1 0,1-1 0,0 1 0,1-1 0,2-7 0,4 1 62,0-1-1,1 1 1,0 1-1,1-1 1,0 2-1,1-1 1,15-10-1,93-54 573,-68 44-748,559-318-3184,-565 327 2721,-29 15 177,-1 0 0,22-14 0,-35 18 260,-1 6 86,-1 1-170,0 1 0,0-1 0,0 1 0,-1-1 0,0 1 0,0-1 0,0 0 0,0 0 0,-1 1 0,0-1 0,-3 6 0,-36 57 347,14-27-258,16-22-44,1-2-181,-17 37 0,25-50-23,1 0 1,-1 1 0,1-1 0,0 0 0,0 1 0,0-1-1,1 1 1,-1 0 0,1-1 0,0 1 0,1-1 0,-1 1 0,1-1-1,2 7 1,-2-9 10,0 0-1,0 0 0,1 0 0,-1 0 1,1-1-1,-1 1 0,1 0 1,0-1-1,0 0 0,0 1 1,-1-1-1,1 0 0,0 0 1,1 0-1,-1 0 0,0 0 0,0 0 1,0-1-1,1 1 0,-1-1 1,0 0-1,0 1 0,1-1 1,-1 0-1,4-1 0,7 1-261,-1-1 0,25-5 1,-14 0 141,-1-1 1,0-1 0,26-13 0,-31 13 194,38-23 511,-24 12 22,0 0 609,56-45 0,-40 21-545,-2-2-1,-2-2 1,-3-2-1,-1-1 1,46-80-1,-58 81-387,-3-1 0,-1-1-1,-3-1 1,-2 0 0,-3-2-1,-1 0 1,-4 0 0,7-89-1,-13 99 76,5-109 1364,-9 145-1364,1 0-1,0 0 1,0-1 0,1 1 0,3-11 0,-2 10 155,9 26 1490,33 73-545,39 113 1,-55-123-360,4-2 0,69 118 0,-79-159-1011,33 38-1,-48-66 0,0 0-1,1 0 0,0 0 0,0-1 1,1-1-1,0 0 0,0 0 0,22 9 1,-27-14-70,0 0 0,0 0 0,1 0 0,-1-1 0,0 0 0,1 0 0,-1-1 0,1 0 0,0 0 0,-1 0 0,1 0 0,-1-1 0,1 0 0,-1 0 0,0 0 0,1-1 0,-1 0 0,0 0 0,0 0 0,0-1 0,0 0 0,4-3 0,1-1-105,0 0-1,-1-1 1,-1 0-1,1 0 1,-1-1-1,0 0 1,-1-1-1,0 0 1,-1 0-1,8-17 1,2-9-737,21-70 1,-22 46 34,12-114 0,-19 108 631,22-86 1,-29 150 657,2 2-352,0 0 0,0 1 0,0-1 0,0 1 0,0 0 0,0 0 1,0 0-1,-1 0 0,1 0 0,0 1 0,0-1 0,-1 1 0,1 0 0,-1 0 0,0 0 0,1 0 0,-1 0 0,0 0 0,0 0 0,2 5 0,4 5 34,-1 0-1,0 1 1,6 18 0,7 13 157,-7-23-269,1 1 1,1-2-1,1 0 0,1 0 0,0-2 1,2 0-1,0-1 0,1-1 0,0-1 0,1-1 1,34 17-1,-47-28-85,0 0 0,1 0 0,-1-1 0,1 0 0,0-1 0,0 0 0,0 0 0,0-1 0,0 0 0,-1-1 0,1 0 0,0 0 0,0-1 0,9-2 0,-10-1 122,0 0-1,-1 0 0,1-1 1,-1 1-1,0-2 1,0 1-1,-1-1 1,0 0-1,0 0 1,6-11-1,-8 13 130,-2 2-14,0 0 0,0-1 1,-1 1-1,1-1 0,-1 0 1,0 1-1,1-6 1,2-2 172,-2 7 629,2 5-493,28 7 95,-19-4-427,1 0 0,-1-1-1,1-1 1,0 0 0,0-1-1,0 0 1,0-2 0,0 1-1,20-4 1,-4-4-718,0 0-1,-1-2 1,0-2-1,40-21 1,-46 20-1160,-1-2 0,0 0 1,22-22-1,-12 8-4793,-4 1-4244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3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50 214 13729,'-2'2'2273,"-3"1"-1274,0 1 0,0 0-1,0 0 1,1 1 0,-6 6-1,9-9-802,-1 0-1,1 0 0,-1 0 0,1 1 0,0-1 0,0 0 0,0 1 0,0-1 1,0 1-1,1-1 0,-1 1 0,1-1 0,-1 1 0,1-1 0,0 1 1,1 5-1,5 22 506,1 0 0,1 0 0,2-1 0,15 32 0,-3-18-1068,1-1 1,29 38-1,20 32-3097,-70-108 3073,18-10-384,-10 2 763,-1-1-1,0 1 1,0-1 0,0-1 0,-1 0 0,0 0 0,0-1-1,0 0 1,7-9 0,34-27 176,14 1 386,2 4-1,70-31 0,-30 23 28,37-19 294,-131 59-700,0 0 0,-1-1 0,0-1 0,0 0 0,14-14-1,-20 19-112,-1-1 0,0 0 0,0 0 0,-1 0 0,1 0-1,-1 0 1,0 0 0,0-1 0,0 1 0,0-1-1,-1 0 1,0 1 0,0-1 0,0 0 0,-1 0 0,1 1-1,-1-7 1,0-1-415,1 0-1,0 0 1,0 0-1,2 0 1,-1 0-1,2 1 0,-1-1 1,2 1-1,-1 0 1,2 0-1,6-12 1,-5 9-613,-4 8-217,0 0-1,1 1 1,-1-1 0,1 1-1,0 0 1,0 0 0,9-8 0,16-9-9362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4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 0 13937,'-47'18'2865,"37"3"-297,3 0-516,0 1-392,1-1-340,2-6-272,1 3-548,13-3-864,0 3-360,3-6-648,-3 0-880,7 3-5889,0 3-1972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4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 6785,'2'-2'256,"0"0"0,0 0 0,0 0 1,0 1-1,1-1 0,-1 1 0,0 0 0,1-1 1,-1 1-1,1 0 0,0 0 0,-1 0 1,1 1-1,-1-1 0,1 1 0,0 0 1,0-1-1,-1 1 0,1 0 0,0 0 0,0 1 1,-1-1-1,1 1 0,0-1 0,-1 1 1,1 0-1,-1 0 0,1 0 0,-1 0 0,1 0 1,-1 1-1,1-1 0,-1 1 0,0 0 1,0-1-1,0 1 0,0 0 0,0 0 1,-1 1-1,1-1 0,0 0 0,-1 0 0,0 1 1,1-1-1,-1 1 0,0-1 0,0 1 1,-1-1-1,1 1 0,0 0 0,0 5 1,0 11 661,-1 0 0,0 0 1,-1 0-1,-5 23 0,-1 22 507,4-4-558,8 106 0,0-128-1779,1-1 0,11 38 1,-5-32-811,31 95-8855,-17-78 736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4.4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34 440 11109,'-8'-20'1051,"2"-1"1,0 1-1,1-2 1,-2-28-1,6 43-730,1 0 0,0-1 0,0 1 0,1 0 0,0 0 1,0 1-1,0-1 0,1 0 0,0 0 0,1 0 0,-1 1 0,1 0 0,1-1 1,-1 1-1,1 0 0,0 1 0,9-11 0,5-1-64,1 1 1,0 1-1,1 1 0,1 1 1,0 0-1,0 2 0,36-14 1,-21 13-571,-1 1 1,2 1 0,-1 2-1,45-4 1,-71 12 150,1 0 1,0 1 0,-1 0 0,1 0-1,-1 1 1,1 1 0,10 3-1,-11-3 27,-4-1-88,0 1 0,0-1 0,0 1 0,-1 0 0,1 1 0,-1-1 0,0 1 0,0 0 1,0 1-1,7 8 0,-7-8-353,0 0 1,0 0-1,0-1 0,0 1 1,1-1-1,0-1 1,6 4-1,-8-5 190,-1 0-140,1 0-1,-1-1 1,1 0-1,-1 1 1,1-1-1,-1-1 0,1 1 1,-1 0-1,1-1 1,0 0-1,4 0 0,11 0-3944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4.5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22 5637,'0'0'544,"-13"-9"-760,3-3-1561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6.6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 0 14445,'-3'1'303,"-1"1"0,1-1-1,0 1 1,0-1 0,0 1-1,0 0 1,0 0 0,0 0-1,0 1 1,1-1 0,-1 1-1,1-1 1,0 1 0,0 0-1,0 0 1,0 0 0,0 0-1,0 0 1,1 1 0,0-1-1,-1 0 1,1 1 0,-1 5-1,-91 675 10756,84-549-11058,5 0 0,23 225 0,-9-290 0,3 0 0,3-1 0,49 133 0,-55-176 0,1-1 0,2 0 0,0-1 0,1 0 0,2-1 0,0 0 0,1-2 0,1 0 0,23 20 0,-14-16-63,0-2 0,1 0 0,1-2 0,1-1 0,1-2 0,52 24 0,-40-25-144,0-2 0,1-2 0,1-2 0,73 9-1,-33-14-149,0-3 0,0-4 1,0-4-1,0-4 0,101-23 0,-100 13-417,-2-4 0,0-3 1,154-72-1,-184 70 633,-1-2 0,-1-2 0,-2-3-1,-1-1 1,-2-3 0,62-66 0,-92 87 358,-1-1 0,0-1-1,15-27 1,-28 42-134,0 0-1,0 0 0,-1 0 1,1-1-1,-1 1 0,-1 0 0,1-1 1,-1 0-1,0 1 0,0-1 0,-1 0 1,1 1-1,-1-1 0,-1 0 1,1 0-1,-1 1 0,0-1 0,0 0 1,-1 1-1,-1-6 0,1 7-27,0 1-1,-1 0 1,1 0-1,0 0 1,-1 0-1,0 0 1,0 0-1,1 1 0,-2 0 1,1-1-1,0 1 1,0 0-1,-1 0 1,1 1-1,-1-1 1,1 1-1,-1 0 1,0 0-1,0 0 1,1 0-1,-1 0 1,0 1-1,0 0 1,-5 0-1,-9 0 130,0 1 1,-1 1-1,-30 8 1,11-1-130,0 3 1,0 1-1,2 2 1,-1 1 0,2 2-1,1 2 1,0 1-1,1 1 1,2 2 0,-37 34-1,30-13-795,35-42 566,1 0 0,-1 1 0,1 0 0,0-1 0,1 1 0,-1 0 0,0 0 0,1 0 0,0 0 0,0 1 0,0 5 1,1-10 142,0 1 1,0 0 0,0 0 0,0 0 0,0-1 0,0 1 0,0 0 0,0-1-1,1 1 1,-1 0 0,0 0 0,1-1 0,-1 1 0,0 0 0,1-1 0,-1 1 0,1-1-1,-1 1 1,1 0 0,-1-1 0,1 1 0,0-1 0,-1 1 0,1-1 0,0 0-1,1 1 1,0 0-16,0 0-1,0-1 1,1 1-1,-1-1 1,1 0-1,-1 0 1,0 0-1,1 0 1,2 0-1,10-3-114,-1 0-1,21-7 0,-28 8 83,101-37 184,45-12 1168,120-11 229,149-43-2225,-367 86 337,0-3 1,-1-3-1,-2-2 0,0-2 0,-2-2 0,-2-2 0,-1-3 1,-1-1-1,-2-3 0,68-79 0,-76 74 590,-2-1 0,-2-2 0,-3-1-1,-1-1 1,-3-2 0,33-96 0,-6-42 1575,-34 114-20,4 1-1,34-79 0,-56 153-1747,0 1 0,1-1 0,-1 0 0,0 1 0,1-1 0,-1 1 0,0-1 0,1 0 0,-1 1 0,1-1 0,-1 1 0,1-1 0,-1 1 0,1-1-1,-1 1 1,1 0 0,-1-1 0,1 1 0,0 0 0,-1-1 0,1 1 0,0 0 0,-1 0 0,1-1 0,0 1 0,-1 0 0,1 0 0,1 0 0,-1 0 5,1 1 0,-1-1-1,1 1 1,-1 0 0,1-1 0,-1 1 0,0 0 0,1 0 0,-1 0 0,0 0 0,0 0 0,2 1 0,2 4 13,0 0 0,-1 0 0,1 0 1,4 9-1,0 6-29,-1 0 0,0 0 0,-2 1 0,6 33 0,7 96 0,-13-94 0,62 591 0,-55-531 0,41 171 0,-49-269-300,1-2 0,1 1 0,0 0 0,10 16 1,-12-25-16,0-1 0,0 0 0,1-1 0,0 0 1,0 1-1,1-2 0,0 1 0,0-1 1,10 7-1,-15-12-79,1 0-1,-1 0 1,0 0 0,1 0 0,-1 0-1,1-1 1,-1 1 0,1-1 0,-1 0-1,1 0 1,-1 0 0,1 0 0,0 0 0,-1 0-1,1-1 1,-1 1 0,1-1 0,4-1-1,34-20-6153,-40 21 6164,32-28-10329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6.9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141 651 13745,'1'-2'131,"1"-3"358,-1 1-1,1-1 0,0 1 0,1 0 0,-1 0 1,1 0-1,0 0 0,3-4 0,-5 8-297,0-1-1,0 1 1,0-1-1,0 1 1,0 0-1,0-1 1,0 1-1,0 0 0,0 0 1,0 0-1,0 0 1,1 0-1,-1 0 1,0 0-1,0 0 1,0 0-1,0 0 0,2 1 1,1 0 383,7 1-169,0 1 0,0 0 0,-1 0 0,1 2 0,-1-1 0,0 1 0,0 0-1,0 1 1,-1 0 0,0 1 0,0 0 0,-1 0 0,0 1 0,11 13 0,-13-14-298,-1 1-1,0 0 0,-1 0 1,1 1-1,-2-1 0,1 1 1,-1 0-1,0 0 0,-1 0 1,0 0-1,-1 1 0,1-1 0,-2 0 1,0 1-1,0-1 0,0 0 1,-1 1-1,-3 12 0,0-5-32,-1-1 0,0 0-1,-1 0 1,-1 0-1,0-1 1,-1 0 0,-1 0-1,0-1 1,-16 18 0,-5 3-106,-2-1 0,-2-2 1,0-2-1,-2-1 1,-2-1-1,-47 26 1,71-48-378,15-9-344,21-17-416,-16 15 1216,102-89-1485,-3-5-1,106-131 1,111-217 394,-136 132 3678,-181 306-2408,0 0 0,1 0 1,-1 1-1,2-1 0,-1 1 0,1 0 1,14-11-1,-19 18-139,0 0-1,0 0 1,0 0 0,0 0 0,0 1-1,0-1 1,0 1 0,0 0 0,1-1-1,-1 1 1,0 0 0,0 0 0,0 1-1,1-1 1,-1 0 0,0 1 0,0-1-1,0 1 1,0 0 0,0-1 0,0 1 0,0 0-1,0 0 1,0 1 0,0-1 0,2 3-1,4 1 131,-1 1 0,0 0 0,-1 1 0,7 7 1,-4-1-64,-1 0 0,0 0 0,-1 1 1,-1 1-1,0-1 0,-1 1 0,0 0 1,2 16-1,3 5-77,15 49-77,57 219 0,-73-268-1924,1 0 0,25 59-1,-30-83 1256,1 1-1,1-1 1,0 0 0,1-1-1,0 0 1,1 0-1,0 0 1,1-1-1,0-1 1,16 12-1,-10-28-15976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7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98 534 10077,'-21'-9'537,"15"7"-167,1 0 0,0 0 0,-1-1 0,1 1 0,0-1 0,1 0 1,-1-1-1,0 1 0,1-1 0,0 0 0,0 0 0,0 0 0,0 0 0,-5-10 0,8 12 1173,17-20 1112,-9 16-2402,0 1 0,0 0 1,1 1-1,0-1 0,-1 2 1,1-1-1,0 1 0,1 0 1,-1 1-1,1-1 0,-1 2 1,1-1-1,12 1 0,13-1 386,0 1 0,39 5 0,-57-2-466,1 0 0,-1 1-1,0 1 1,0 1-1,0 0 1,0 1 0,-1 1-1,22 13 1,-27-14-97,-1 0 1,1 1-1,-1 0 1,-1 1-1,1 0 0,-2 0 1,1 1-1,-1 0 1,0 0-1,-1 1 0,0 0 1,9 19-1,-10-14 3,0 1 0,3 21 0,0-4 64,-8-31-136,1-1-1,-1 0 1,1 1 0,-1-1-1,1 0 1,-1 1-1,1-1 1,0 0 0,0 0-1,-1 0 1,1 0-1,0 0 1,0 0-1,0 0 1,0 0 0,0 0-1,1 0 1,-1 0-1,0-1 1,0 1 0,1-1-1,1 2 1,0-2 0,0 1 1,0-1 0,0 1-1,0-1 1,1 0 0,-1 0 0,0-1-1,0 1 1,0 0 0,3-2-1,2 0 6,0-1 0,-1 0 1,1 0-1,-1 0 0,0-1 0,0-1 0,13-9 0,-10 5-7,-1-1-1,1 0 1,-1 0 0,-1-1 0,0 0-1,-1-1 1,0 0 0,-1 0 0,6-13-1,-9 17 2,-1 0 0,0 0 1,0 0-1,-1 0 0,0 0 0,0 0 0,-1-1 0,0 1 0,0 0 0,-1 0 0,0-1 0,0 1 1,-1 0-1,0 0 0,-1 1 0,-4-12 0,-3-1 23,-1 1 0,0 0 0,-2 1 0,-28-33 0,-72-57-1759,106 101 1423,5 6 91,0-1 0,0 0 0,-1 0 0,2 0 0,-1-1 0,0 1 0,0 0 0,1-1 0,-1 1-1,1-1 1,0 1 0,0-1 0,-2-4 0,3 5 74,1 0-1,-1 1 0,0-1 1,0 0-1,1 1 1,-1-1-1,1 0 1,-1 1-1,1-1 0,0 0 1,0 1-1,0-1 1,0 1-1,0-1 0,0 1 1,0 0-1,0-1 1,1 1-1,-1 0 0,0 0 1,1 0-1,-1 0 1,1 0-1,2-1 1,11-7-1180,1 1 1,1 1 0,0 1 0,20-6 0,4-2-2356,27-9-3900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7.7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26 11561,'3'-10'238,"1"-5"2916,-11 24 154,5-4-2861,1 1 0,0-1 1,0 0-1,0 1 0,1-1 0,-1 0 0,1 1 0,0-1 1,1 1-1,-1-1 0,1 0 0,3 8 0,-1 11 551,3 187 4588,-4-39-3594,51 449-1771,-16-357-7378,-37-260 6281,-9-38-841,4-26 1508,4 0 1,2-1-1,16-106 0,-13 146 249,0 0-1,2 0 0,1 1 1,0 0-1,1 0 0,1 1 1,1 0-1,1 1 0,1 0 0,0 0 1,1 1-1,1 1 0,0 0 1,23-18-1,-22 22-20,1 2 0,0-1 0,0 2 0,1 0 0,0 2 0,0-1 0,33-8 0,-37 13-12,0 1-1,0 0 0,0 0 0,0 1 0,0 1 0,0 0 0,0 1 0,0 0 0,0 1 0,-1 0 0,25 9 0,-33-10-6,-1 0 0,1 1 0,-1-1 0,0 1 0,0 0 0,0 0 0,0 0-1,0 1 1,0-1 0,0 1 0,-1-1 0,1 1 0,-1 0 0,0 0 0,0 0 0,0 0 0,0 0 0,0 1 0,-1-1 0,1 0 0,-1 1 0,0-1 0,0 1 0,-1 0 0,1-1 0,-1 1 0,1 5 0,-2 5-3,-1 1 0,0 0 0,0 0 1,-2-1-1,-6 20 0,6-21 5,-2 3-40,5-7-102,20-14 38,-13 3 99,67-25-194,-1-3-1,113-66 1,-151 75 166,-1-1 0,-1-1-1,-1-1 1,53-55 0,-65 58 104,-2 0 0,0-1 0,-1 0 1,-1-2-1,-1 0 0,-2 0 0,19-50 0,-1-48 794,-29 121-854,-1-1-1,0 1 0,0-1 1,1 1-1,-1 0 1,1-1-1,0 1 0,-1 0 1,1-1-1,0 1 1,-1 0-1,1 0 0,0 0 1,0-1-1,0 1 1,0 0-1,2-1 1,1-1 18,0 0 0,1-1 0,-1 1 0,1 1 1,0-1-1,0 1 0,0-1 0,0 2 0,0-1 1,1 0-1,-1 1 0,9-1 0,-5 2-10,0-1-1,-1 2 0,1-1 1,0 1-1,0 1 0,0-1 1,0 2-1,14 4 0,18 11-2,-1 1 0,-1 2-1,-1 1 1,0 3 0,-2 1 0,-1 1-1,33 34 1,-55-48-4,-1 0-1,0 1 0,-1 0 1,0 1-1,-2 0 0,1 1 0,10 26 1,-16-31-3,0-1-1,-1 1 1,0 0 0,-1 0 0,-1 0 0,1 0 0,-2 0-1,1 1 1,-2-1 0,1 0 0,-2 0 0,1 0-1,-6 16 1,1-8-91,0 0 0,-1 0 0,-2-1 0,0 0-1,0-1 1,-2 1 0,-21 26 0,19-30-597,-1 0-1,0-1 1,0-1 0,-30 20 0,32-25 222,-14 10-3506,-28 22 0,24-9-5369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7.8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1 16958,'-104'63'3292,"91"-36"-396,-1 9-560,-2-6-552,-1-2-323,7 5-609,3 3-752,4-18-1148,-7 9-813,-10 18-39,-4-5-5396,11-7-7294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8.8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106 245 15449,'-3'1'2534,"0"2"-2108,-1 0 1,1 1-1,0-1 0,-1 1 0,1-1 1,1 1-1,-1 0 0,1 0 1,-1 0-1,1 1 0,0-1 1,1 0-1,-1 1 0,0 4 0,-3 14 863,-4 39-1,3-16-217,-13 70 303,-4 143 0,22-200-975,2-1 0,4 1 0,1-1-1,22 84 1,-18-103-447,2-1 1,2-1-1,1 0 0,2-1 0,2-1 1,1-1-1,39 53 0,-43-68-13,0 0-1,1-2 1,1 1 0,1-2-1,0-1 1,1 0 0,0-1-1,2-1 1,-1-1 0,2-1-1,-1-1 1,1-1 0,37 9-1,-26-12-244,0-1-1,1-2 0,0-1 1,-1-1-1,1-3 1,0 0-1,-1-2 0,1-2 1,-1-1-1,0-2 1,-1-1-1,0-2 0,57-28 1,-56 22 160,-1-1 0,-1-2 0,-1-1 0,-1-1 0,0-2 1,-2-1-1,-1-1 0,-1-1 0,-2-2 0,-1 0 0,-1-2 1,24-46-1,-19 22 350,-17 31 86,1 2-1,2-1 1,28-40-1,-37 60-217,0 1-1,0-1 0,0 1 0,0 0 0,1 0 0,-1 0 0,1 1 0,0 0 0,-1 0 0,1 0 0,0 0 0,0 1 1,1 0-1,-1 0 0,0 0 0,0 1 0,0-1 0,1 1 0,-1 0 0,8 2 0,12 1 73,-1 2 0,0 1 0,25 9-1,-30-10-49,208 73 329,-43-13-2059,-147-47 767,-34-16 508,12-11-621,-1 0 634,0 0 0,0-1 1,13-14-1,-12 11 73,1 0 0,25-15 0,40-16-229,3 3-1,163-54 1,-225 88 647,0 1 0,0 0 0,0 2 0,1 1-1,39-2 1,-1 3-45,0-2 0,79-17 0,115-40 126,-224 54 237,-1-3 1,0 0-1,-1-2 0,0-1 1,0-1-1,-2-1 0,0-2 1,-1-1-1,43-38 1,3-12-134,253-219-273,-4 62 224,-297 210-134,-6 3 49,1 0 1,1 1 0,0 1 0,0 1-1,26-8 1,-43 16-116,1 0 0,0 1-1,0 0 1,0 0 0,0 0 0,0 0-1,0 1 1,-1-1 0,1 1 0,0 0 0,0 0-1,0 0 1,-1 1 0,1-1 0,-1 1-1,1 0 1,-1 0 0,0 0 0,0 1 0,0-1-1,0 1 1,0-1 0,0 1 0,-1 0-1,1 0 1,-1 1 0,0-1 0,3 6-1,4 8 80,-1 0-1,-1 0 1,0 1-1,5 25 1,-12-43-158,35 149 49,-19-73-1815,33 94 1,2-15-4771,-24-48-3114,-14-47-442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9.4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0 764 8941,'32'-34'688,"-18"18"-98,1 1 1,0 0-1,1 1 1,35-23-1,-41 31-45,0 0-1,0 1 1,0 0-1,1 1 1,0 0-1,-1 0 1,23-3-1,-27 6-366,1 1 0,-1 0 0,0 0 0,1 1 0,-1-1 0,0 1 0,0 1 0,0-1 0,1 1 0,-1 0 0,-1 0 0,1 1 0,0 0 0,-1 0 0,10 7-1,-7-5-81,-1 0-1,-1 1 0,1 0 0,-1 0 0,0 1 0,-1-1 0,9 14 0,-7-8-150,1-1 0,0 1 0,1-1 0,1-1 0,-1 0 0,1 0 0,22 15 0,-23-19-253,-1-1 0,1 0 0,0 0 0,0-1 0,1 0 0,-1-1 0,1 0 0,0 0 0,0-1 0,0 0 0,19 0 1,24-3-1086,0-3 1,0-2 0,83-21-1,155-66 1100,-188 55 1769,372-155 883,-160 55 4523,-309 135-6727,12-3 521,-11 27-70,-4-11-533,-1 0 0,0 1 0,0-1 0,-1 1 0,-1-1 0,0 14 0,0-13-116,0 0 1,0 1 0,1-1 0,1 0 0,4 19-1,-4-26-15,-1-1 0,1 1 0,0-1 0,0 0 0,0 0 0,0 0 0,1 0 0,-1 0 0,1 0 0,-1-1 0,1 1 0,0-1 0,0 0 0,0 0 0,1 0 0,-1 0 0,0 0 0,1-1 0,-1 1 0,1-1 0,6 1 0,6 1-94,-1-1 0,0-1 0,0-1 0,1 0 0,-1-1 0,0 0 0,0-1 1,0-1-1,0-1 0,0 0 0,-1-1 0,15-6 0,9-6 98,-1-1 0,-1-2 1,43-31-1,-38 18 488,-2-2 0,-1-2 0,-2-1-1,34-45 1,-44 48 1220,35-63 0,-15 23 1542,-34 94-2034,-4 2-954,-2 1 1,0 0 0,-1 0 0,3 40-1,-3 98-1669,-4-90-348,-2 25-1468,0-24-563,4 2-3480,3-14-2359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29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1 423 8805,'8'-8'254,"2"-3"263,1 0 0,1 1 0,0 0 0,0 1 0,23-13-1,58-25 2350,99-56-220,-151 78-1791,-2-1-1,56-48 1,-71 45 30,-15 16-533,-10 11-280,0-1 0,0 1 1,0 0-1,-1 0 1,1 0-1,-1 0 1,1 0-1,-1 1 1,0-1-1,-3-2 0,3 4-50,0-1 0,0 1 0,0 0 0,0 0 0,0 1 0,0-1-1,0 0 1,0 1 0,0-1 0,0 1 0,0 0 0,0-1 0,0 1 0,0 0-1,0 0 1,1 0 0,-1 1 0,0-1 0,1 0 0,-1 1 0,1-1-1,-1 1 1,1-1 0,-2 3 0,0 0 11,0 0 0,0 0 0,0 0 0,0 0-1,1 0 1,0 1 0,0 0 0,0-1 0,-2 9 0,3-9-24,0 0 0,1 0 1,0 0-1,0 0 0,0 0 0,0 0 1,1 0-1,0 0 0,-1 0 0,2 0 1,-1-1-1,0 1 0,1 0 1,-1 0-1,1-1 0,0 1 0,0-1 1,1 0-1,-1 1 0,1-1 0,-1 0 1,1 0-1,0-1 0,0 1 1,1-1-1,-1 1 0,0-1 0,1 0 1,-1 0-1,6 2 0,-5-2-4,3 2-15,0-1 0,1 1 0,-1-1 0,1 0 0,0-1 0,0 0-1,0 0 1,15 1 0,-6-2-6,-1-1 1,1 0-1,-1-1 0,1-1 1,-1-1-1,1 0 0,-1-1 1,0-1-1,-1 0 0,1-1 1,-1-1-1,0 0 0,0-1 0,22-17 1,58-49-12,-93 73-128,3 2-309,49 20-2007,-45-16 1253,-1 0 1,1 1-1,-1 0 0,12 11 0,8 9-3095,2-2-2295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0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1 757 7129,'4'-19'777,"0"0"1,2 0-1,0 1 0,10-19 1,-12 29-374,0 0 0,1 1 0,0 0 0,1 0 0,-1 0 0,1 1 0,1 0 0,-1 0 0,1 0 0,0 1 0,13-8 0,-14 10-268,0 0-1,0 1 1,1 0-1,-1 0 1,0 1-1,1 0 1,-1 0-1,1 0 1,-1 1 0,1 0-1,-1 0 1,1 0-1,-1 1 1,1 0-1,-1 0 1,1 1-1,-1 0 1,0 0-1,0 0 1,0 1-1,6 3 1,-3-1-50,0 1 0,0 0 0,-1 0 0,1 0-1,-1 1 1,-1 1 0,1-1 0,-1 1 0,-1 0 0,0 1 0,0-1 0,7 14-1,-6-4 35,0 0-1,-1 1 0,-2-1 0,1 1 0,-2 0 0,-1 0 0,0 1 0,-1-1 0,-4 36 0,3-35 137,0-16 198,-1-8-260,-1-6-147,1 0 1,0 0-1,1 0 1,0 0-1,0 0 0,1 0 1,1 0-1,0 0 1,0 0-1,1 0 1,7-17-1,2-2-35,2 0 0,26-43 0,-26 53-186,0 1 1,0 0-1,2 1 0,30-27 1,78-50-1387,-64 51 487,158-93-2937,-145 94 3174,86-64 0,-117 73 1416,-20 14 858,2 0 1,31-17 0,-52 34-506,-8 4-14,-5 2-642,1 0 1,-1 1 0,1 1 0,1-1 0,-1 1-1,1 1 1,0 0 0,0 0 0,1 0 0,0 1-1,1 0 1,-1 0 0,1 1 0,-9 18-1,0 2 238,1 1-1,2 0 1,-12 40-1,18-46-419,0 0 0,2 0-1,1 1 1,1-1 0,1 1 0,3 31-1,5 6-1216,17 68 0,-15-85 202,13 43-1816,2 10-5560,-14-46-1638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0.3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0 197 7337,'7'-39'1560,"3"20"-88,0 4-400,-3-3-288,-1 0-568,-2-3-664,-1-3-1008,-3 3-1684,0 0-1273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0.9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2729 9325,'-6'3'573,"1"1"0,-1 0 0,1 1 1,0-1-1,1 1 0,-1 0 0,1 0 0,0 1 1,-5 7-1,11-12-331,-1 0 0,1-1 1,-1 1-1,1-1 0,-1 1 1,1-1-1,-1 1 1,1-1-1,0 0 0,-1 0 1,1 0-1,-1 0 0,3-1 1,24-2 509,-1-1 0,0-1 0,-1-2 0,41-15 0,-28 9-315,1896-506 3743,47 148-3858,1030-53 21,17 75-247,-1086 130-74,-1218 131-81,-60 1-69,-56 3-157,-58 4-217,-67-2-187,-71 1-301,-68-1-640,45-31-1875,-143 13-4150,-139 46-1528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1.7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 19882,'16'151'5947,"0"2"-172,-13-53-4665,-32 303-1050,16-257-67,4-62 22,-5 86 6,13-141-72,2-1 1,1 1-1,9 50 1,-8-68-633,0-1 1,0 1-1,1-1 1,8 18-1,-9-24-460,0 1 1,0-1-1,0 0 0,1 1 0,-1-2 1,1 1-1,0 0 0,0-1 1,0 1-1,1-1 0,7 4 0,32 11-11348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2.0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217 55 13153,'28'-52'5185,"-26"50"-3166,3 3-391,14 3-835,-1 1-1,26 10 0,-32-9-583,0 1-1,0 0 0,0 0 0,18 17 1,138 118 1054,-155-129-1208,0 0 0,0 0-1,-2 1 1,19 27 0,-24-28-90,0-1 0,-1 1 0,0 1 0,3 15 0,-3-4-82,0 0 1,-2 1 0,-1-1-1,-1 1 1,-1-1-1,-1 1 1,-2-1 0,0 1-1,-2-1 1,0 0-1,-12 30 1,-5 4-274,-2-1-1,-2-2 1,-50 78 0,-162 218-2004,88-137 918,121-171 1117,1 1 1,-41 92-1,68-133 352,-1 0 0,1 0 0,0 0 0,-1 0 0,2 1 0,-1-1 0,0 0 0,1 0-1,0 1 1,0-1 0,0 0 0,2 6 0,-1-8 15,-1 0 0,1 0 0,0 0-1,0 0 1,1 0 0,-1 0 0,0 0 0,1 0 0,-1-1-1,1 1 1,-1-1 0,1 1 0,0-1 0,-1 1-1,1-1 1,0 0 0,0 0 0,0 0 0,0 0 0,0 0-1,1-1 1,-1 1 0,0-1 0,3 1 0,6 1 47,-1-1 0,1 0 0,0-1 1,0 0-1,-1-1 0,1 0 0,0-1 0,-1 0 1,17-5-1,12-7 211,45-23 0,-42 18-106,667-355 2563,-691 364-2600,198-113 2019,-181 105-1623,2 2-1,0 2 1,1 1 0,44-9 0,-68 19-301,1 1 0,-1 1-1,1 0 1,-1 1 0,1 0 0,-1 2 0,0-1 0,1 2-1,-1 0 1,23 8 0,-28-8-111,0 1 0,0 1-1,0 0 1,-1 0 0,0 0 0,0 1 0,0 0-1,-1 1 1,1 0 0,-2 0 0,1 0 0,-1 1-1,0 0 1,-1 0 0,1 1 0,5 13 0,3 16-452,18 78 1,5 14-4509,-32-116 3045,1 1 1,1-1-1,1 0 1,0 0-1,0-1 1,14 17-1,17 8-9017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2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 14721,'3'-3'1897,"24"-3"-409,-4 3-388,4-3-284,3 12-352,31 9-592,-11 0-720,7 3-504,10 3-517,-4 6-2907,1 6-3753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2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1 9293,'-27'7'660,"13"-4"321,1 1 1,-1 1-1,1 0 0,0 0 0,-14 9 0,23-11-703,0 0 0,1 0 0,-1 1 0,1 0 0,-1 0 0,1 0 0,0 0 0,0 0 0,1 1 0,-1-1 0,-2 9 0,2-7-357,1 0 0,0 0 0,0 0-1,1 0 1,0 0 0,0 1 0,0-1 0,1 0 0,0 1 0,0-1 0,0 0 0,1 1 0,0-1 0,3 11 0,2-14-107,34 1 87,-19-3 188,-1 1 1,36 9-1,-50-9-45,1 0-1,0 0 1,-1 1 0,0 0 0,0 0-1,0 1 1,0 0 0,0 0-1,-1 0 1,1 1 0,-1 0-1,6 7 1,0 3 52,-1 0 0,-1 1 0,0 0 0,-1 1 0,-1 0 0,0 0 0,-1 0 0,5 27 0,-6-17-27,-1 1 0,-1 0 1,-1 0-1,-4 52 1,-2-48 41,-1 0 0,-2 0 0,-1-1 0,-2 0 0,-1-1 0,-27 55 0,27-61 161,8-19 501,6-9-530,10-19-171,1 0 0,1 1 0,1 1 0,1 0 0,1 2 0,30-27 0,134-97 138,-179 141-204,175-115 593,-155 104-206,1 2 0,-1 0 0,2 2 0,0 1-1,0 1 1,27-5 0,-49 12-303,1-1 0,-1 0 0,1 1 0,0 0 0,-1-1 0,1 1 0,0 1-1,-1-1 1,1 1 0,-1-1 0,1 1 0,-1 0 0,1 0 0,-1 1 0,1-1 0,-1 1-1,0-1 1,0 1 0,0 0 0,0 0 0,0 1 0,0-1 0,0 0 0,-1 1 0,0 0-1,1 0 1,3 5 0,-1 3-370,-1 0 0,0 1 0,0 0-1,-1-1 1,0 1 0,1 19 0,-1-13-957,2 2-856,-3-11-577,1 1-4677,0 3-2764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2.8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255 0 11773,'-20'115'2452,"-10"-64"181,-1 6-181,8 10-408,-7 2-368,0 3-320,-1 10-256,5 5-264,9-2-500,10-1-928,1-3-556,2-8-1088,4-1-928,10-5-2641,7-7-4924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3.3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1189 13933,'67'-25'2385,"117"-28"0,86-3 64,195-47-907,-449 99-1511,-14 3-1,-4 2 5,-28 7 115,-7 3-127,30-9-53,-125 42 150,118-39-319,0 2 1,0 0-1,1 1 1,0 0-1,0 1 1,1 0-1,-12 13 1,23-22 111,0 1 1,0 0-1,0 0 0,0 0 1,0 0-1,0 0 1,1 0-1,-1 0 1,0 0-1,0 0 1,1 0-1,-1 0 1,1 0-1,-1 1 1,1-1-1,-1 0 1,1 0-1,0 1 0,0-1 1,-1 0-1,1 1 1,0-1-1,0 0 1,0 1-1,0-1 1,1 0-1,-1 0 1,0 1-1,1-1 1,0 2-1,1-1-44,0 0 0,0 0 0,1 0 0,-1 0 0,0 0 0,1 0-1,0-1 1,-1 1 0,1-1 0,0 0 0,0 0 0,0 0 0,4 0 0,3 2-120,0-2 0,0 1 0,0-2 1,1 1-1,-1-1 0,20-3 0,61-15-475,-87 17 710,32-8 484,-1-1-1,1-2 0,-2-2 0,0-1 0,-1-2 1,0-1-1,-1-1 0,-2-2 0,0-1 0,-1-2 1,36-37-1,1 1 54,130-92 0,-94 78-375,-62 44-84,59-44 653,-3-4-1,99-103 0,8-35 6322,-178 194-6498,-25 22-520,1-1 0,-1 1 1,0 0-1,1 0 0,-1 0 0,0 0 0,1-1 0,-1 1 0,0 0 0,1 0 0,-1 0 0,0 0 0,1 0 0,-1 0 0,1 0 0,-1 0 0,0 0 0,1 0 0,-1 0 0,0 0 0,1 0 0,-1 0 0,0 1 0,1-1 0,-1 0 0,0 0 0,1 0 0,-1 0 0,0 1 0,1-1 0,-1 0 0,0 0 0,0 1 0,1-1 0,-1 0 0,0 1 0,2 4 109,-1-1 0,-1 1 1,1-1-1,-1 1 0,0-1 0,0 1 0,-1 9 0,0 0-67,-1 45-46,-1-4-338,6 70 1,26 78-5797,1-69-3966,-9-47-2858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3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0 284 14337,'34'-97'2869,"-17"67"-481,-4 0-520,-3 18-424,10-6-676,20-9-748,-13 12-336,33-18-2772,-46 24 160,13 2-2213,-1 1-4096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4.7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1875 7125,'-187'36'2744,"169"-31"-1471,16-4 80,-2-1 71,-18-1 326,22 1-1727,0 0-1,0 0 1,0 0 0,0 0-1,0 0 1,0 0 0,0 0-1,0 0 1,0 0 0,0-1 0,0 1-1,0 0 1,1 0 0,-1 0-1,0 0 1,0 0 0,0 0-1,0 0 1,0 0 0,0 0 0,0 0-1,0 0 1,0-1 0,0 1-1,0 0 1,0 0 0,0 0-1,0 0 1,0 0 0,0 0 0,0 0-1,-1 0 1,1 0 0,0 0-1,0-1 1,0 1 0,0 0-1,0 0 1,0 0 0,0 0 0,0 0-1,0 0 1,0 0 0,0 0-1,0 0 1,0 0 0,0 0-1,0 0 1,0 0 0,-1 0 0,1 0-1,0 0 1,0 0 0,0 0-1,0 0 1,0 0 0,0 0-1,0 0 1,0 0 0,37-12 1538,-16 6-1372,797-197 2796,11 35-2527,-321 75-268,63-6-22,61-4-57,1373-182-9,10 40-241,512-67-2052,-2110 253 1209,-64-3-254,156-50-1974,-376 69 1612,-119 37 963,0 0 0,-1-1 0,1-1-1,-2 0 1,1 0 0,14-13 0,-23 16-224,1 0 1,-1 0 0,0 0-1,0 0 1,0-1 0,4-10-1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35.1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0 399 10405,'33'7'1059,"-1"-2"1,1-1-1,1-2 0,-1 0 1,39-5-1,534-45 3032,-308 19-3254,1673-101 1256,-955 75-3247,-510 8-1871,-4-17-4524,-242 22-1521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4.0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19 15041,'-6'-15'2560,"5"11"-371,0 7-279,0 1-1582,0-1 1,0 1-1,0 0 1,0 0-1,1-1 1,0 1-1,0 0 1,0 0-1,0 0 1,0 0-1,1-1 1,2 8-1,19 51 1587,-8-27-989,90 307 1429,-79-238-1555,16 145 1,-24-26-2123,-16 333 0,-62 223-2618,58-740 3813,-10 90-1880,-6 66-2344,11-67-1854,4-10-4304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4.3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383 211 9545,'-132'-161'4290,"92"114"686,37 44-3893,17 18 602,290 237 787,-16-14-1807,-245-200-588,214 205 336,-228-211-364,-1 1 0,-1 2 0,-2 1 1,-2 0-1,37 79 0,-53-98-32,0 1 1,-2 0-1,0 0 1,-1 0-1,0 0 1,-2 1-1,0 0 1,-1-1-1,-1 1 1,-1 0-1,0 0 1,-2-1-1,-9 37 1,1-23 2,-2-1 1,-1 0-1,-2-1 1,0-1-1,-2 0 1,-2-1-1,-41 46 1,-18 13-298,-168 145 0,-169 83-2829,244-188-688,5 0-3429,92-66-1026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4.9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132 543 13713,'-15'12'739,"-43"35"2245,53-43-2640,1 1 0,-1 0 0,1 1 0,0-1 1,0 1-1,1 0 0,-1 0 0,-3 11 0,3-3 49,0-1 0,0 1 0,2 0 0,0 0-1,0 1 1,2-1 0,-1 0 0,2 0 0,3 23 0,1-16-163,0 0 0,2 0-1,0 0 1,1-1 0,18 32 0,-6-19-195,2 0 1,0-1-1,3-1 1,0-1-1,2-2 1,49 42-1,-34-37-326,1-2 0,2-2-1,1-1 1,65 28 0,-84-45 161,1-1 1,0-1-1,1-1 0,-1-2 1,1 0-1,1-3 0,-1 0 1,0-1-1,1-2 0,52-7 1,-61 4 136,-1-1-1,0-1 1,0-1 0,0 0 0,0-2 0,-1 0 0,-1-2 0,1 0 0,-2 0-1,1-2 1,-2 0 0,1-1 0,-2-1 0,0 0 0,0-1 0,12-17-1,-2-2 483,-2-1 0,0-1-1,-3-1 1,-1-1-1,-2-1 1,-2 0-1,17-67 1,-15 43 545,-17 63-1030,0 0-1,0 0 1,0 0-1,0 1 1,0-1 0,0 0-1,0 0 1,0 0 0,0 0-1,1 0 1,-1 0-1,0 0 1,0 1 0,0-1-1,0 0 1,0 0 0,0 0-1,0 0 1,0 0-1,0 0 1,0 0 0,1 0-1,-1 0 1,0 0 0,0 0-1,0 0 1,0 0-1,0 0 1,0 1 0,1-1-1,-1 0 1,0 0 0,0 0-1,0 0 1,0 0-1,0 0 1,0 0 0,0 0-1,1 0 1,-1-1 0,0 1-1,0 0 1,0 0 0,0 0-1,0 0 1,0 0-1,0 0 1,1 0 0,-1 0-1,0 0 1,0 0 0,0 0-1,0 0 1,0 0-1,0-1 1,0 1 0,0 0-1,0 0 1,0 0 0,1 0-1,-1 0 1,0 0-1,0 0 1,0-1 0,0 1-1,0 0 1,0 0 0,10 9 52,-1 0-1,0 0 1,-1 1 0,0 1 0,0-1 0,-1 1 0,0 0 0,-1 1 0,7 18 0,5 17 85,12 57 1,-27-94-123,17 76-65,-3 0 0,-5 2 0,-3 0 0,-4 0 0,-7 89 0,-8-41-811,-5 0 1,-53 208-1,-25-22-793,-150 349-1,83-301 532,112-274 654,-102 154 0,134-226 449,0 0 1,-2-2-1,-1 0 1,0-1-1,-1-1 1,-2-1-1,-35 25 1,52-41 29,0 0 0,0 0 0,0 0 1,0-1-1,0 0 0,-1-1 0,1 1 0,-1-1 1,-9 1-1,13-2-8,0 0-1,0 0 1,0 0 0,0 0 0,1-1 0,-1 1-1,0-1 1,0 1 0,1-1 0,-1 0 0,0 0-1,1 0 1,-1 0 0,0 0 0,1 0 0,0 0-1,-1-1 1,1 1 0,0 0 0,-1-1 0,1 1-1,0-1 1,0 1 0,0-1 0,0 0 0,1 1-1,-1-1 1,0 0 0,1 0 0,-1 1 0,1-1 0,-1-3-1,-1-9 19,0 0 0,1 0 0,0-1 0,1 1 0,1 0 0,1 0 0,3-20 0,32-102-34,-7 50-303,66-133-1,65-78-800,-128 239 820,616-1114-5436,-197 317 4581,-57-22 5142,-256 532-576,-109 285-2081,-30 59-1241,1-1 0,0 1-1,-1 0 1,1 0 0,0 0 0,0 0-1,0 0 1,0 0 0,0 0 0,0 0-1,0 0 1,0 0 0,0 0 0,0 1-1,0-1 1,1 0 0,1 0-1,-2 1-30,0 0-1,0 0 0,0 0 0,0 0 0,0 0 0,0 0 0,0 1 0,0-1 0,0 0 0,0 1 0,-1-1 0,1 0 1,0 1-1,0-1 0,0 1 0,0-1 0,-1 1 0,1 0 0,1 0 0,3 5 182,-1 0 1,1 0-1,-1 1 0,0-1 0,3 9 0,-4-10-131,12 28 531,-1 1 0,-2 0 0,10 40 1,17 113 894,-31-141-1251,75 598 1813,-5-29-5122,-17-307-1639,-36-207 646,3-1-3288,-11-44-3187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5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0 773 5757,'17'-26'241,"-6"6"47,1 0 0,1 1 0,0 1 0,2 0 1,29-27-1,17-6 668,3 2 0,129-74 1,155-55 857,-296 153-1468,326-137 2817,-367 158-2950,1 1 0,0-1 0,0 2 0,0 0-1,0 0 1,0 1 0,0 1 0,19 1-1,-26 0-102,1 0 0,-1 0 0,0 0-1,0 1 1,0 0 0,0 0 0,0 0-1,0 0 1,-1 1 0,1 0 0,-1 0 0,1 0-1,-1 0 1,0 1 0,0 0 0,-1 0-1,1 0 1,-1 0 0,0 0 0,0 1-1,4 8 1,-3-2 13,0 0 0,-1 1 1,0-1-1,0 1 0,-1 0 0,-1 0 0,0 0 0,-1 0 0,-1 20 1,-4 10 133,-13 55 0,14-78-210,-7 29-278,2 0 0,2 1-1,-1 70 1,9-112 183,-1 30-534,1-1 0,2 1 1,2-1-1,14 53 1,-16-79 393,0-1 0,1 1-1,1-1 1,-1 0 0,2 0 0,-1-1 0,1 0 0,0 0 0,8 8 0,-8-11 75,0 0 0,0 0-1,0-1 1,1 1 0,0-2-1,0 1 1,0-1 0,0 0-1,0 0 1,1-1 0,-1 0 0,1 0-1,9 1 1,-5-2 77,0-1 0,0 0 1,0 0-1,0-1 0,0 0 0,0-1 1,0-1-1,-1 0 0,1-1 0,-1 0 1,0 0-1,0-1 0,0 0 0,-1-1 1,13-9-1,9-11 533,-1-1 1,-1-1-1,31-37 0,33-32 2322,-89 94-2713,-1-1 1,1 1 0,0 1-1,0-1 1,0 0-1,0 1 1,1 0 0,-1 1-1,1-1 1,-1 1-1,1 0 1,-1 0 0,1 1-1,0-1 1,-1 1-1,1 1 1,0-1 0,-1 1-1,1 0 1,-1 0-1,1 0 1,-1 1 0,10 4-1,12 6 63,-1 0 0,0 2 0,33 24 0,-38-25-26,20 14-90,0-3 0,2-1 0,91 33 1,-116-50-49,0-1 0,1 0-1,0-2 1,0 0 0,0-1 0,1-1 0,-1-1 0,0 0 0,0-2 0,1 0 0,-1-1 0,-1-1 0,20-6 0,34-19 800,-71 28-766,0 1 0,0-1 1,0 1-1,1 0 0,-1-1 0,0 1 0,0 0 0,1 0 0,-1 0 1,0 0-1,0 0 0,1 0 0,-1 0 0,0 0 0,0 1 0,0-1 1,3 1-1,2 1 157,-3-2-116,-1 0 0,1 1-1,-1-1 1,0 1 0,1 0 0,-1-1 0,0 1 0,0 0 0,0 1-1,0-1 1,0 0 0,0 1 0,0-1 0,0 1 0,2 1-1,23 34 863,-11-14-532,15 18 134,1-2 1,60 57-1,-78-84-548,1 0 1,0-1-1,0-1 1,1 0-1,1-1 1,0-1-1,0 0 1,0-1-1,1-1 0,30 6 1,-30-9-106,0-1 1,0-1-1,0 0 1,0-1-1,0-2 1,-1 1 0,1-2-1,0 0 1,-1-2-1,1 0 1,16-7-1,-26 9 74,0-1-1,0 0 1,0 0 0,-1-1-1,1 0 1,-1-1 0,0 1-1,-1-1 1,1 0 0,-1-1-1,0 0 1,-1 0 0,0 0-1,0-1 1,0 1 0,-1-1-1,0 0 1,-1-1-1,0 1 1,0 0 0,0-1-1,-1 0 1,-1 0 0,1-10-1,-2 4 12,0 1 1,-1 0-1,-1 0 0,-1 0 0,0 0 0,-1 0 0,0 1 0,-1-1 0,0 1 0,-1 0 0,-1 0 0,0 1 0,-1 0 0,-9-11 0,-11-12-184,-2 1 0,-1 2 0,-40-34-1,-10 3-831,-13-11-4540,67 45-2302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5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11429,'22'10'2200,"-18"-8"1332,7 13-1382,-6-10-1793,26 36 377,-1 1-1,-2 2 1,-2 0-1,25 61 0,64 197-1182,-108-282 402,-6-17 35,0 0 1,0 0 0,0 0-1,1 0 1,0 0 0,-1 0-1,1 0 1,0-1 0,5 6-1,-6-7 11,0-1-1,1 1 0,-1 0 1,0 0-1,1 0 0,-1-1 1,0 1-1,1 0 0,-1-1 1,1 0-1,-1 1 0,1-1 1,-1 0-1,1 0 0,-1 0 0,1 0 1,2 0-1,1-2 17,0 1 0,0-2 1,0 1-1,0-1 0,0 1 0,-1-1 0,1 0 1,-1-1-1,0 1 0,0-1 0,0 0 0,-1 0 1,1 0-1,-1 0 0,4-8 0,25-36 199,63-84 543,-64 95-162,1 1-1,1 1 1,69-54 0,-80 74-311,0 0 0,1 1 0,0 1 1,1 2-1,0 0 0,1 1 0,0 2 0,40-8 0,-42 12-95,0 1-1,0 2 1,0 0-1,0 2 1,0 0 0,1 1-1,-2 2 1,1 0-1,0 2 1,-1 0-1,34 15 1,-20-4-93,-1 1 0,0 2 0,-1 2 0,-2 1 0,58 53 0,161 178-5330,-210-210 2254,64 55-1,-80-79 214,1-2 0,35 20 0,9-3-6437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5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7 197 9193,'-7'-82'1864,"14"64"56,-7-6-16,0-3 1189,-3 6-1997,3-3 872,-4 42-11661,8 6 1332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7.7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54 269 15405,'-4'-19'769,"3"11"-278,-1 0 0,1 0 0,-2 0-1,1 0 1,-1 0 0,0 1 0,-1-1-1,-8-11 1,9 13-64,1 0-1,-1 0 0,1-1 1,0 1-1,0-1 0,1 1 1,0-1-1,0 1 0,0-1 1,1 0-1,0 1 0,0-1 1,1 0-1,0 1 1,0-1-1,1 1 0,-1-1 1,6-11-1,-7 16-391,1 1 0,0-1 0,0 0 1,0 0-1,-1 1 0,1-1 0,1 1 0,-1-1 0,0 1 1,0-1-1,1 1 0,-1 0 0,0-1 0,1 1 0,0 0 0,-1 0 1,1 0-1,-1 0 0,1 0 0,2 0 0,-1 0-70,1 0-1,0 1 1,-1-1-1,1 1 1,0 0 0,0 0-1,-1 0 1,1 0-1,6 2 1,6 2-336,-1 1 1,1 1 0,23 12-1,-34-16 320,43 22-1349,-2 3-1,-1 1 1,-1 2-1,-2 2 1,-1 2-1,-1 1 1,40 48-1,-60-58-1208,23 35-1,12 37-5526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7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27 218 11453,'-27'9'1528,"41"-3"5313,6-15-6389,16-12-608,25-6-648,19-6-864,14-13-761,16-5-1979,8 6-3417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8.1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229 314 14773,'-64'-22'1439,"26"9"808,-39-18-1,73 29-1680,0 1 0,1-2 0,-1 1 0,0 0 0,0-1 0,1 0 0,0 1 0,-1-1 0,-2-4 0,5 5-357,0 0-1,-1 1 1,1-1 0,1 0 0,-1 1-1,0-1 1,0 0 0,1 0 0,-1 0-1,1 1 1,-1-1 0,1 0 0,0 0-1,0 0 1,0-4 0,1 3-99,0-1-1,0 1 1,0 0-1,1 0 1,0 0 0,-1 0-1,1 0 1,0 0-1,0 0 1,1 0 0,-1 1-1,0-1 1,1 1-1,0 0 1,-1 0 0,1 0-1,0 0 1,0 0-1,0 0 1,1 1 0,3-2-1,20-8 21,0 1-1,1 2 1,42-9 0,93-4 2,-152 19-132,433-30-350,263 4-2374,388 34-2908,-909 7 4537,-42-3-2077,-47-7-6076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49.8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1032 12237,'-9'-11'5440,"8"27"709,1 0-7228,-23 326 5629,21-278-4031,-5 350 1775,34-3-694,-21-367-1468,2 0 0,1 0 0,3-1 0,33 79 0,-36-104-85,0 0 0,2-1 0,0-1 0,0 1-1,23 22 1,-24-29-35,0-1-1,1 0 1,-1-1 0,2 0-1,-1-1 1,1 0-1,0-1 1,1 0-1,14 4 1,-6-4-12,1-2 0,0 0 0,1-1 0,-1-1 0,0-1 0,1-1 0,-1-1 0,1-1 0,26-6 0,20-8 0,110-39 0,-2-15 0,-2-6 0,283-172 0,298-257 0,-621 411 0,404-289 0,395-269 0,-824 581-24,491-315-1189,-258 190-5063,-319 183 5644,35-16-1777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50.1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0 16494,'-5'5'371,"1"1"0,0-1 0,1 1 0,-1 0 0,1 0 0,0 0 0,1 0 0,-1 0 0,1 1 0,0-1 0,1 1 0,-2 8 0,1 13 913,0 47 0,2-52-659,2 183 2988,-2 165-562,-8-189-2669,-2 189 430,11-258-612,21 142-1,-17-226-199,0 1 0,2-1 0,1 0 0,2 0 0,15 33 0,-18-49 0,0 0 0,1 0 0,0 0 0,1-1 0,1-1 0,0 0 0,0 0 0,1-1 0,0 0 0,1 0 0,0-2 0,20 12 0,-5-8 0,0-1 0,0-1 0,1-2 0,0 0 0,0-2 0,1-2 0,0 0 0,0-2 0,44-2 0,15-5 0,163-33 0,-76-1 0,236-86 0,164-99 0,-256 96 0,1591-551-4288,-1401 507-313,-172 54-6484,-250 89 1276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50.4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214 214 11389,'-11'-14'695,"7"10"-242,0-1 0,0 1 0,-1 0 0,1 0 0,-8-5 0,7 5 49,0-1 1,0 0-1,1 0 1,0 0-1,0 0 1,0-1-1,1 0 0,-1 0 1,2 0-1,-1 0 1,-3-10-1,3 8-87,-1-1 0,0 1 0,-8-13 0,10 17-380,0 1 0,1-1 0,-1 1 0,0-1 0,1 0 0,0 0 0,0 0 0,0 1-1,1-1 1,-1-8 0,-14 21-3207,-30 39-4731,21-24-913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59.5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62 159 6009,'-28'-58'5799,"26"55"-5260,0 0-1,1 0 1,0 0-1,-1-1 1,1 1-1,0-1 0,-1-5 1,-5-17 1571,-1-2 918,3 13-993,4 36-274,3-5-1246,0 0 0,1-1 0,1 0-1,0 1 1,1-1 0,12 24 0,2 10 456,46 147-342,-8 2-1,-9 3 0,-9 1 1,21 331-1,-47-285-1097,23 277-2783,-21-397 1748,6 0-1,40 131 1,-25-151-6476,4-19-5589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4:59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378 1 9433,'0'0'7500,"6"0"-6590,13 1-586,-1 1 0,1 1 0,0 1 0,-1 1 0,28 10 0,96 45 412,-114-47-630,19 8 40,-2 2 1,63 41-1,-93-54-115,-1 1 0,0 1 1,0 0-1,-1 1 0,-1 1 0,0 0 0,-1 0 1,-1 1-1,0 1 0,11 23 0,-17-31-20,-1 0-1,0 0 0,-1 1 0,0-1 0,0 1 1,-1 0-1,0-1 0,0 1 0,-1 0 1,0 0-1,-1 0 0,0-1 0,-3 12 1,1-7 8,-1-1 1,-1 0-1,0 0 1,-1 0-1,0-1 1,-1 0-1,0 0 1,-10 11-1,-14 11 33,-1-1 1,-2-2-1,-1-1 0,-39 25 0,67-49-48,-342 218 111,68-47-2920,262-163 2120,-59 39-1926,27-21-3628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0.3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41 375 12401,'-34'-16'2097,"27"13"5484,12 5-7344,0 0 0,0-1-1,-1 0 1,1 0 0,0 0-1,7 0 1,20 4 83,-6 8-106,-1 0 0,0 2 0,-1 1 0,40 33 0,-47-35-164,9 8-83,-1 2-1,-1 1 0,-1 1 1,-1 0-1,35 59 0,-48-68 19,0 1-1,-1 0 1,0 0-1,-2 1 0,0 0 1,-1 0-1,-1 0 1,-1 1-1,-1 0 1,-1 0-1,0-1 0,-1 1 1,-2 0-1,0 0 1,-1-1-1,0 1 1,-2-1-1,0 0 0,-15 34 1,15-44 254,0 0-1,-1-1 1,-12 16 0,16-22-148,1 0 0,-1 0 0,0 0 0,0-1 0,0 1 0,1 0 0,-2-1 0,1 0 0,0 1 0,0-1 0,0 0 0,-1 0 0,1 0 0,0 0 0,-1-1 0,1 1 0,-1 0 0,1-1 0,-5 0 0,5 0-57,1 0 0,0 0 0,0-1 0,0 1 0,-1-1-1,1 1 1,0-1 0,0 1 0,0-1 0,0 0 0,0 0 0,0 1 0,0-1 0,0 0 0,0 0 0,1 0 0,-1 0 0,0 0 0,0 0 0,1 0 0,-1 0 0,1-1 0,-1 0-1,0-2 24,0 0-1,0 0 0,0 0 0,0 0 0,1 0 0,0 0 0,0-6 0,2-5 77,0 0-1,1 1 1,6-22-1,19-38-334,2 1 0,4 1-1,3 2 1,2 2 0,4 2-1,3 1 1,76-84 0,-122 149 201,55-63-2003,2 2 0,103-85 0,-109 106 125,-24 17-2456,54-34-1,-31 34-3730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0.7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1 14297,'-3'0'758,"0"1"0,0 0 0,0 0 0,0 0 0,0 0 0,0 0 0,0 0 1,0 1-1,1-1 0,-1 1 0,1 0 0,-4 3 0,-4 11 380,9-10-849,0 0 0,1 0 1,-1 0-1,1-1 0,1 1 1,-1 0-1,3 8 1,-1 7 227,33 287 2615,15-6-8610,-34-214 1907,-4-14-3615,-4-4-4849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0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 12957,'13'-18'6949,"-9"36"-7301,2 4-828,-2-7-917,12 18-2675,-2 0-3749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1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24 254 10121,'0'0'4604,"-2"-2"-2525,-3-2-2406,-7-5 5296,7 6-62,15 10-3409,11 9-1356,-2-1 1,0 2 0,-1 1 0,-1 0 0,-1 1 0,23 34 0,-31-40-157,0 0 1,-2 1-1,1 0 1,-2 0-1,0 0 1,0 1 0,-2 0-1,0 0 1,0 0-1,-1 0 1,-1 0-1,-1 20 1,-9 56 22,8-88 20,1 0-38,-4 14 36,2-4 28,6-28-15,22-79-29,5 0 0,4 2 0,56-106 0,-77 170-8,2 1 1,0 0 0,30-35 0,-39 53 6,1 0 1,0 1-1,1 0 1,0 0 0,0 1-1,0 0 1,1 1-1,0 0 1,0 0-1,1 1 1,0 0-1,14-4 1,-18 8 15,1 0 1,0 0 0,-1 1 0,1 0-1,-1 0 1,1 1 0,-1 0 0,1 0-1,-1 1 1,1 0 0,-1 0 0,0 1-1,0 0 1,0 0 0,0 1 0,-1 0-1,1 0 1,-1 0 0,8 8 0,0 0 32,-1 0 1,-1 1 0,0 1-1,-1 0 1,0 1 0,-1-1 0,9 20-1,1 9 51,-2 1 0,-1 1 0,18 81 0,12 145-835,-43-240 457,19 225-3963,-25-86-6583,-1-102-639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1.7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15221,'0'0'2535,"2"7"-26,38 177 4778,9 39-3395,16 51-3231,43 402 1,-36-269-8376,-56-354 3477,1-21-2076,6-4-5206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1.9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48 404 16125,'-47'0'3145,"70"-12"-561,-3-3-104,0-3-392,134-58 1889,-66 55-3173,12-3-320,14-6-544,3 0-420,10 3-876,4-3-432,-4-7-901,-6 4-1211,-1 3-2437,8 9-5756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2.9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0 226 10881,'4'-30'919,"-2"13"299,1 0 1,0 0-1,9-24 1,-10 33-269,0 0 0,0 0 0,-1 0 0,0 0 0,-1 0 0,0 0 0,0 0 0,-1 0 0,0 0 0,-3-16 0,12 47-214,-2 0 1,0 0-1,-1 0 0,-1 0 1,1 29-1,0-12-202,17 199-304,-10 1 1,-24 308-1,12-547-230,-35 828 0,37-652 0,8 0 0,55 297 0,-45-383-875,5-1-1,3 0 1,4-3-1,4-1 1,4-1-1,3-2 1,56 78-1,-62-108-180,3-1-1,2-2 1,3-1-1,1-3 1,2-2 0,3-2-1,1-2 1,1-3-1,3-2 1,110 52 0,33-13-10103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3.6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29 12521,'18'-11'1342,"-14"9"-760,0-1 0,0 1 1,0-1-1,1 1 0,-1 0 1,6-1-1,-8 3-393,0-1 0,1 1 0,-1 0-1,0 0 1,0 0 0,1 1 0,-1-1 0,0 0 0,0 1-1,1-1 1,-1 1 0,0 0 0,0 0 0,0 0 0,0 0-1,4 3 1,24 17 821,-1 1 0,-1 2 0,-1 1 0,-2 1 0,0 1 0,41 59 0,-22-16-179,-2 1 1,34 82-1,-35-56-459,-4 2-1,-4 2 1,-4 1-1,20 146 1,-32-119-1160,-7 0 1,-5 1-1,-15 158 1,0-195-1156,-4 0 0,-32 117 1,-37 43-6327,-2-46-4071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4.3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25 8281,'-2'0'605,"0"-1"0,0 1 0,0 0 0,0 0 0,0-1 0,0 1 0,0-1 0,1 1 0,-1-1 0,0 0 0,0 0 0,0 0 0,1 0 0,-1 0 0,-2-2 0,-8-10 8690,11 14-9228,0 0 0,0 0 0,0 0 0,0-1 0,0 1 0,0 0 0,1 0 0,-1 0 0,0 1 0,0-1 0,1 0-1,-1 0 1,1 0 0,-1 0 0,1 1 0,-1-1 0,1 0 0,0 0 0,-1 1 0,1-1 0,0 0 0,0 1 0,0-1-1,0 0 1,1 3 0,8 41 386,-3-22-248,2 12-909,1 0-1,3-1 1,27 59 0,-19-47-3466,18 58 1,-19-50-1879,12 0-3418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4.5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13961,'0'0'5085,"0"21"-3829,0 0-224,7 3-200,6 18-176,4-2-420,3 2-380,-3 6-544,3-3-1044,-7 3-1276,14 10-2177,13 5-4132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6.1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55 206 10449,'20'-27'9339,"-30"10"-8145,5 15-34,3 27-407,2-22-859,0 0 1475,2-6-1416,0 0 147,0 0 1,-1-1-1,1 1 0,-1-1 1,0 0-1,0 1 0,0-1 1,0 0-1,-1 0 0,1 0 1,-1 1-1,0-1 1,0 0-1,0 0 0,-1 0 1,0 0-1,1 1 0,-1-1 1,0 0-1,-2-4 0,-1-4 208,4 9-23,-2 1-58,-9-18 238,10 18-229,-1 0-20,-18-13 117,19 14 119,-1 0-395,-5-3-129,-6-7 354,12 9-267,1 0-1,-1 0 0,1 0 1,0 0-1,0 0 0,0 0 1,0 0-1,0 0 0,0 0 1,1 0-1,-1 0 0,1 0 1,0-2-1,0 2-6,-1 6 104,1 30-24,2 0 0,1 0-1,1 0 1,2-1 0,2 0 0,1 0 0,1-1-1,2 0 1,1-1 0,2 0 0,1-1 0,33 45-1,-17-32-326,2-1-1,1-2 0,67 58 0,-77-77-113,0-2 0,2 0 1,0-2-1,1-1 0,1-2 0,0 0 1,38 10-1,-58-21 253,1 0 1,-1-1 0,1-1-1,0 1 1,0-2-1,-1 1 1,1-1 0,0-1-1,0 0 1,0-1-1,-1 0 1,1-1-1,-1 0 1,1 0 0,-1-1-1,12-6 1,-11 3 52,0 0 0,0-1 0,0 0 0,-2 0-1,1-1 1,-1-1 0,0 0 0,-1 0 0,0 0 0,0-1 0,-1 0 0,-1 0 0,6-15 0,11-29 29,-2-1 0,-3-1 0,11-63 1,0 21 448,-28 95-292,7 65 995,-16 68 11,-2 51-127,-44 816 326,38-859-1701,-78 571-2424,62-478 1977,16-99 83,-41 160 0,54-278 679,-1-1-1,0 1 1,-1 0 0,-1-1 0,0 0 0,-1 0-1,0-1 1,-10 13 0,14-21 31,1 0 0,-1-1 1,0 1-1,0-1 0,0 1 1,0-1-1,0 0 0,0 0 1,-1 0-1,1-1 0,-1 1 1,1-1-1,-1 0 0,0 0 1,1 0-1,-1 0 0,0-1 0,0 0 1,0 1-1,1-2 0,-1 1 1,0 0-1,0-1 0,0 1 1,1-1-1,-1 0 0,0 0 1,1-1-1,-1 1 0,1-1 1,-1 1-1,1-1 0,-3-3 0,-4-1 9,1-1 0,1 0 0,-1-1 0,1 0 0,0 0-1,1-1 1,0 0 0,1 0 0,0 0 0,0-1 0,1 0-1,0 0 1,1-1 0,-4-12 0,-1-6-18,1-1 0,2 1 0,1-1 0,0-33 0,3 5-61,3 0-1,3 0 0,22-112 0,68-166-1400,190-306-6495,-204 494 3790,6 10-2075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6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517 11 11045,'-2'-1'260,"0"0"0,0 0 1,0 0-1,0 0 0,0 0 0,0 0 1,0 0-1,0 0 0,0 1 0,-1-1 1,1 1-1,0 0 0,0 0 0,-1 0 1,1 0-1,0 0 0,-4 1 0,2 0 38,-1 0-1,1 0 0,0 1 1,0 0-1,0 0 0,0 0 1,0 0-1,-5 5 0,-3 3 94,0 1 0,0 1 0,1 0 0,-10 15 0,-175 272 1298,123-181-2263,42-63-158,-32 75-1,62-127 732,23-2 352,-17-2-298,-1-1 1,1 1-1,-1-1 0,0 0 1,1 0-1,-1 0 0,0 0 1,0-1-1,-1 0 0,1 0 1,0 0-1,4-5 0,44-53 557,-31 34-304,5-5 319,2 1-1,1 1 0,1 1 0,44-31 0,-69 57-598,-1 0-1,1 0 1,-1 1 0,1-1-1,0 1 1,0 0-1,0 1 1,0-1 0,0 1-1,1 0 1,-1 0-1,0 1 1,0 0 0,1 0-1,-1 0 1,0 0-1,1 1 1,-1 0 0,0 0-1,0 0 1,0 1-1,0 0 1,0 0-1,0 0 1,0 0 0,-1 1-1,1 0 1,-1 0-1,0 0 1,4 4 0,6 6-311,0 1 0,-2 0 0,1 0 1,-2 2-1,0-1 0,-1 2 0,8 17 0,20 45-2675,12 24-6287,-27-68 833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7.0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 7305,'-16'-2'2624,"17"11"981,3 11-2942,0 112 834,-4-84-1628,2 1-1,2 0 0,15 71 0,-16-106-153,2 0-1,0-1 0,11 21 0,-14-30 187,0 0 1,0 0-1,0 0 1,1-1-1,0 1 1,0-1-1,0 1 1,0-1-1,1 0 0,-1 0 1,1 0-1,0-1 1,-1 1-1,1-1 1,8 3-1,-10-4 96,0-1 0,0 0-1,0 0 1,0 0 0,0 0-1,0 0 1,0 0 0,0 0 0,0-1-1,0 1 1,0-1 0,0 1-1,-1-1 1,1 0 0,0 0 0,0 0-1,0 0 1,-1 0 0,1 0-1,0 0 1,-1-1 0,1 1 0,-1 0-1,0-1 1,1 0 0,-1 1-1,0-1 1,0 0 0,0 1 0,1-3-1,3-5 149,-1 0 0,-1 0 0,1-1-1,2-15 1,2-6 376,23-83 1327,-27 103-1610,0-1 1,1 1-1,1 0 1,0 1-1,1 0 1,-1-1 0,13-12-1,-16 20-187,0 0 0,0 1 1,0-1-1,0 1 0,0-1 0,1 1 0,-1 0 0,1 0 0,-1 1 0,1-1 0,0 1 0,0 0 0,-1 0 0,1 0 1,0 0-1,0 0 0,6 1 0,-4 0-13,0 1 0,0 0 1,-1 0-1,1 1 0,0-1 1,-1 1-1,1 0 0,-1 1 0,0-1 1,10 8-1,-4-2-40,0 0 0,-1 1 1,0 0-1,-1 1 0,0 0 0,0 1 0,-1 0 1,-1 0-1,12 23 0,8 33-729,-16-39 101,17 35 0,-26-61 637,0-1 0,0-1 1,0 1-1,1 0 0,-1 0 0,0-1 0,0 1 0,0-1 0,1 0 0,-1 0 0,0 0 1,1 0-1,-1 0 0,0 0 0,0 0 0,1-1 0,1 0 0,8-3 230,0 0 0,-1 0-1,1-1 1,13-8 0,-13 6-27,-1 1 0,2 1 0,21-7 0,-7 7-52,1 1 1,-1 1 0,1 2-1,49 4 1,-38-1-70,65-5 1,-86 1-121,37-6-254,15-13-110,-61 19 415,-1-1 0,0 0-1,0-1 1,0 0 0,0-1-1,-1 1 1,1-1 0,10-11 0,17-11 1218,-34 26-1212,1 0 1,-1 1 0,0-1-1,0 0 1,0 1 0,0-1-1,1 1 1,-1-1 0,0 1 0,1-1-1,-1 1 1,0 0 0,1 0-1,-1 0 1,0 0 0,1 0-1,-1 0 1,0 0 0,1 0 0,-1 0-1,0 1 1,1-1 0,-1 0-1,0 1 1,0-1 0,0 1-1,1 0 1,-1-1 0,1 2-1,1 1-95,0 0 0,0 0 0,-1 0 0,1 0-1,-1 0 1,0 1 0,0-1 0,0 1-1,2 6 1,2 5-948,9 21-7021,-6-21-538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7.4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 1 13221,'0'0'6817,"-20"3"-5125,3 0-308,4 12-276,-1 0-292,-3 6-108,-6 18-284,20-3-820,-7 4-372,6-1-744,1 3-892,-10-3-768,2 0-2157,15 1-4276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7.6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 12845,'0'0'3757,"3"18"-2253,1 0-360,-8 9-252,1 15-176,6-6-356,-3 7-684,-3 2-1124,-7 3-1685,0 9-1651,10-2-3761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8.6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200 516 12821,'-7'-4'201,"-11"-7"565,1-1 0,1-1 1,0-1-1,-15-15 0,6 5 1194,16 16-847,0 0 0,1-1 0,0 0 0,1 0 0,-1 0 0,-7-16 0,14 23-926,0 0 0,0 0 0,0-1 0,1 1 0,-1 0 0,1-1 0,-1 1 0,1 0 0,0-1 0,0 1 0,0-1-1,0 1 1,1 0 0,-1-1 0,2-3 0,-1 3-134,1 0 1,-1 0-1,1 0 0,0 0 0,0 0 0,1 0 0,-1 1 1,0-1-1,1 1 0,0-1 0,-1 1 0,1 0 0,5-2 0,10-7 186,1 2 0,0 0-1,0 1 1,1 1-1,28-6 1,112-16 353,-124 24-483,413-43 214,5 25-1010,-404 21 526,110-4-973,445-24-3474,-203-4-7088,-255 17 171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8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265 1 15149,'0'0'7972,"0"2"-5587,0 2-2061,1 1-1,-1-1 0,1 0 1,0 0-1,0 0 0,1 0 1,-1 0-1,1 0 0,0-1 1,0 1-1,0 0 0,1-1 1,-1 1-1,7 5 0,4 5 129,2-1 0,16 12 1,-6-6 94,6 7-479,294 263 327,-283-246-387,-1 2-1,-3 3 0,-2 0 0,-2 2 1,32 64-1,-52-87-4,-2 1 1,-1 1-1,-2 0 1,0 1-1,-2 0 0,-2 0 1,0 0-1,-2 1 0,-1 44 1,-4-40-23,-2 0 0,-1-1 0,-2 0 1,-1 0-1,-1 0 0,-2-1 0,-2-1 0,-18 35 1,4-19-526,-1-1 1,-3-1-1,-2-1 1,-2-2-1,-1-2 1,-52 45 0,-268 195-6929,165-140 205,38-18-3838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9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421 1518 11521,'0'1'10324,"-10"7"-9010,9-7-1202,1-1 0,0 0 0,0 0 0,-1 0 0,1 0 0,0 0 0,-1 1 0,1-1 0,0 0 0,0 0 0,-1 0 0,1 1 0,0-1 0,0 0 0,0 0 0,-1 1 0,1-1 0,0 0 0,0 1 0,0-1 0,0 0 0,-1 0 0,1 1 0,0-1 0,0 0 0,0 1 0,0-1 0,0 0 0,0 1 0,0-1 0,0 0 0,0 1 0,0-1 0,0 0 0,0 1 0,0-1 0,1 0 0,-1 1 0,0-1 0,0 1 0,17 1 1557,32-12-408,-22 2-1112,1-3 0,-1 0 0,-1-1 0,0-2 0,-1-1 0,0 0 0,-2-2 0,1-1 0,-2-1 0,-1-1 0,0 0 0,-2-2 0,21-28 0,-30 33-149,1-1 0,8-24 0,-1 4 0,0 1 0,-2-2 0,-1 0 0,18-78 0,-10 10 0,-5 0 0,-5-1 0,-5 0 0,-4-1 0,-12-119 0,8 224 0,-1-12 0,-1-1 0,-1 2 0,0-1 0,-1 0 0,-6-18 0,9 32 0,-1-1 0,1 0 0,0 0 0,-1 1 0,1-1 0,-1 1 0,0-1 0,0 1 0,0 0 0,0 0 0,0 0 0,-1 0 0,1 0 0,0 0 0,-1 0 0,0 1 0,1-1 0,-1 1 0,0 0 0,0 0 0,0 0 0,1 0 0,-1 1 0,0-1 0,0 1 0,0-1 0,0 1 0,0 0 0,0 0 0,0 1 0,0-1 0,0 1 0,0-1 0,0 1 0,-4 1 0,-4 2 0,0 1 0,-1 0 0,2 1 0,-1 0 0,1 1 0,0 0 0,0 0 0,1 1 0,0 0 0,-8 10 0,-11 15 0,-37 54 0,30-32 0,2 1 0,3 1 0,3 2 0,2 0 0,2 2 0,4 1 0,-16 80 0,21-58 0,3 1 0,4 0 0,4 1 0,3 0 0,12 86 0,10-1 0,-5-48 0,3 241 0,-22-327 0,0 1 0,-3-1 0,-1 1 0,-2-2 0,-1 1 0,-2-1 0,-1 0 0,-2-1 0,-2-1 0,-35 58 0,23-51 0,-2-2 0,-60 61 0,67-78 0,-2 0 0,0-2 0,-1-1 0,-1 0 0,-32 14 0,58-32-6,-1 0-1,1 0 1,-1 0 0,0 0 0,1-1-1,-1 1 1,0-1 0,1 1 0,-1-1-1,0 0 1,0 0 0,-2 1 0,3-2-26,0 1 1,1-1 0,-1 1-1,0 0 1,1-1 0,-1 1 0,1-1-1,-1 1 1,0-1 0,1 0-1,-1 1 1,1-1 0,0 1 0,-1-1-1,1 0 1,0 1 0,-1-1-1,1 0 1,0 0 0,-1 1 0,1-1-1,0 0 1,0 0 0,0 1-1,0-1 1,0 0 0,0 0-1,0 1 1,0-1 0,0 0 0,1-1-1,9-29-1669,5 8 292,1 0-1,1 1 0,0 1 1,2 1-1,1 1 0,27-21 1,0-3-2958,61-57-8398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09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179 14 15541,'2'-13'2873,"-11"12"74,8 2-2722,-1-1 0,0 1 0,1 0 0,-1 0 0,1 0 0,-1 0 0,1 0 0,-1 0 0,1 1 0,0-1 0,0 0 0,-1 1 0,1-1 0,-1 3 0,-3 7 272,1 1 0,0 0 0,1 0-1,0 1 1,-1 15 0,0-9-83,-48 396 1467,26 2 266,10-132-1539,8-173-776,-11 283-1405,19-390 1526,-1 7-145,0-1-1,2 1 1,-1 0 0,2 0 0,-1 0 0,2-1 0,-1 1 0,2-1-1,6 18 1,-9-27 135,0-1 0,0 0 0,1 1 0,-1-1 0,0 0 0,0 0 0,1 0 0,-1 0 0,1 0-1,-1 0 1,1 0 0,-1 0 0,1 0 0,-1-1 0,1 1 0,0-1 0,0 1 0,-1-1 0,1 0 0,0 1-1,-1-1 1,1 0 0,0 0 0,0 0 0,-1-1 0,1 1 0,0 0 0,0-1 0,-1 1 0,1-1 0,0 1 0,-1-1-1,1 0 1,-1 1 0,3-3 0,6-1-131,-1-2 1,1 1-1,-1-1 0,12-10 0,76-69-813,38-31 453,-109 97 754,0 1 0,1 1 0,46-21 0,-46 26 111,0 2 0,1 1 0,0 1 0,1 1-1,0 1 1,0 2 0,0 1 0,1 1 0,-1 2-1,55 6 1,-33 0 80,63 0 1,-90-7-315,0 0 1,0-2-1,-1-1 0,46-12 1,-19-3 143,55-28 0,37-15 1566,-138 60-1783,0 1 0,1 0 1,-1 0-1,0 0 1,1 0-1,-1 1 0,0-1 1,1 1-1,-1 0 1,1 1-1,-1-1 0,1 1 1,-1 0-1,0 0 1,0 0-1,1 0 0,-1 1 1,0 0-1,0 0 0,0 0 1,0 0-1,-1 1 1,1-1-1,-1 1 0,1 0 1,-1 0-1,0 0 1,0 1-1,0-1 0,-1 1 1,1-1-1,-1 1 1,0 0-1,3 8 0,2 4 6,-1 0-1,-1 0 0,-1 0 0,0 0 0,-1 1 1,-1 0-1,0 30 0,-2 16-1033,-1 16-4944,12 100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0.1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61 9717,'-3'-33'2860,"6"21"-2028,4-3-716,13 21-804,0 3-900,0 3-1736,17 15-1617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0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252 924 8637,'32'-40'790,"71"-104"4614,-80 100-2999,-3-1-1,-1 0 1,18-68-1,11-28 372,-47 139-2743,137-315 5287,-137 314-5312,0 1 0,0 0-1,0 0 1,0 0-1,1 0 1,-1 0 0,1 0-1,-1 0 1,1 0-1,0 0 1,-1 1 0,1-1-1,0 1 1,0-1 0,0 1-1,3-1 1,-5 2-6,1 0 0,0 0 0,0 0 0,0 0 0,0 0-1,0 0 1,0 0 0,0 1 0,-1-1 0,1 0 0,0 1 0,0-1 0,0 1 0,-1-1 0,1 1 0,0-1 0,-1 1 0,1 0 0,0-1-1,-1 1 1,1 0 0,-1-1 0,1 1 0,-1 0 0,1 0 0,-1-1 0,0 1 0,1 1 0,4 11-1,0 0 0,-1 0-1,0 1 1,1 15 0,-2-17-2,8 53 1,4 133 0,-18 70 0,3-256 0,-72 867 0,28-603 0,-91 311 0,48-299 0,-75 304 0,153-553 0,2 0 0,2 0 0,0 40 0,5-72-127,1 0 0,0 0 0,0 0 1,0 0-1,1 0 0,0-1 0,0 1 0,1-1 0,0 1 0,0-1 0,0 0 1,6 7-1,-7-11 35,0 1 0,0 0-1,0-1 1,1 0 0,-1 0 0,1 1 0,0-1 0,0-1 0,0 1 0,0 0 0,0-1 0,0 0 0,0 1-1,0-1 1,1-1 0,-1 1 0,0 0 0,0-1 0,1 1 0,-1-1 0,1 0 0,-1 0 0,0-1 0,1 1-1,-1-1 1,5-1 0,5-2-313,0-1 1,-1-1-1,1 0 0,-1-1 0,-1 0 1,1-1-1,-1 0 0,-1-1 0,0 0 0,0 0 1,13-17-1,-6 5-229,-1 0 0,-1-2-1,-1 0 1,21-46 0,-25 44 394,-1-1 0,-2 1 0,0-1 0,-2 0 0,0-1 0,-2 1 0,-1-45 0,-2 47 329,-2-1 0,-1 1 0,-1 0 0,-1 1 0,-1-1 1,-1 1-1,-1 0 0,-1 0 0,-1 1 0,-1 1 0,-1 0 0,-1 0 0,-28-34 0,12 23 247,-1 2 0,-62-47 0,-78-40 535,26 20 14,139 93-838,0 0 0,0 0-1,0 0 1,1-1 0,0 1-1,-1-1 1,1 0 0,1 0 0,-1-1-1,1 1 1,-4-11 0,5 12-45,1-1-1,0 1 1,1 0 0,-1 0 0,1-1 0,-1 1-1,1-1 1,1 1 0,-1 0 0,1-1-1,-1 1 1,1 0 0,1 0 0,-1 0 0,0-1-1,1 1 1,0 0 0,3-5 0,3-3-104,1 0 1,0 0-1,0 1 0,1 0 1,1 1-1,19-16 1,82-49-1123,-109 73 1187,283-160-3320,-25 16 535,-110 53 647,212-171 1,-303 213 1969,-3-2 0,-1-3 0,-4-3 1,-1-1-1,81-132 0,46-169 634,-58 107 2518,-113 240-2406,1 1 0,0 0-1,1 1 1,14-17 0,-23 28-457,1 1-1,0-1 1,-1 0 0,1 1-1,0-1 1,-1 0 0,1 1-1,0-1 1,0 1-1,0 0 1,-1-1 0,1 1-1,0-1 1,0 1 0,0 0-1,0 0 1,0 0-1,0-1 1,0 1 0,-1 0-1,1 0 1,0 0 0,0 0-1,0 1 1,0-1-1,0 0 1,0 0 0,0 0-1,0 1 1,0-1 0,-1 0-1,1 1 1,0-1-1,0 1 1,0-1 0,-1 1-1,1 0 1,0-1 0,-1 1-1,1-1 1,0 1-1,-1 0 1,1 0 0,-1-1-1,1 2 1,3 4 306,-1 0-1,0-1 1,0 1-1,0 0 1,2 9 0,2 11 664,-1 1 0,-1-1 0,-2 1 0,1 46 0,-12 114 2547,6-156-3053,-105 957 975,104-968-1523,-10 88-2769,5 1 1,9 179-1,3-250-5222,2-16-5495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0.9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24 142 16037,'-24'-6'8433,"55"-6"-6721,22 0-363,-9 6-557,13-3-572,16 0-1000,14-3-461,14 0-955,16-9-940,10 0-3141,17 0-5652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1.1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57 227 14509,'-47'-28'3317,"37"23"-162,15 4-396,259-31 4106,-105 17-5696,364-40-83,21-2-1390,-532 55-10,69-6-523,-24 6-4578,-66-4-1763,0 0 3471,-24-3-8414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1.3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 17090,'7'60'3708,"-4"0"-72,14 12-219,0 4-513,-4 2-892,1 7-2012,2 5 0,-2 3 0,-8 7 0,1 2 0,-4 4 0,-6 2 0,-7 1 0,-10-10 0,0-5 0,-4 8-3752,8 19-4765,-15-9-8997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1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0 20478,'11'18'3339,"-8"-15"-400,-3 2-351,-4 55-1085,-17 99 0,6-64-1086,-27 185-417,-23 183 0,56-382 0,3 1 0,7 128 0,1-181 0,1 0 0,2 0 0,0-1 0,2 1 0,2-1 0,0-1 0,2 0 0,1 0 0,1-1 0,28 43 0,-26-50-62,1-2-1,1 0 1,0 0-1,1-2 1,1 0-1,0-1 1,1-1-1,1-1 1,0 0-1,0-2 1,1-1-1,1 0 1,24 5-1,-18-6-163,0-2 0,1-1 1,0-1-1,0-2 0,0-1 0,0-1 0,0-2 0,0-1 0,59-13 0,-45 3-1724,0-1-1,45-23 0,-52 19-2263,37-26 0,17-20-8155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2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218 111 14057,'-114'-55'2729,"102"48"-1371,-1 2 0,1-1 1,-1 2-1,0-1 0,-25-3 0,35 7-169,4 0-1087,0-1-1,0 1 1,0 0-1,1 0 0,-1 0 1,0 0-1,0 0 1,1 0-1,-1 0 1,1 0-1,-1 0 0,1 0 1,-1 1-1,1-1 1,0 1-1,-1-1 0,3 1 1,15-2-319,0 1-1,0 1 1,0 0-1,29 6 1,83 21-2328,-92-18 942,-2 2 0,1 2 0,-2 1 0,0 2-1,40 23 1,-69-34 671,0 0 0,0 0 0,0 1 0,9 10 0,19 33-6123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2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91 8841,'-24'6'7713,"38"-15"-6313,-1 3-356,27 0-236,34 0-308,-7-9-480,10 6-484,3-3-740,-3 0-400,-3 0-701,-7 6-1947,0 3-3261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2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74 739 12989,'0'0'11167,"-3"2"-10230,0-1-805,0 0 0,1 0 0,-1 0 1,1 1-1,0-1 0,-1 1 0,1 0 0,0-1 0,0 1 1,0 0-1,0 0 0,0 1 0,1-1 0,-1 0 1,1 0-1,-2 3 0,1 0 60,-1 0 1,1-1-1,-1 0 1,0 0-1,0 0 1,0 0-1,0 0 1,-6 5-1,6-7 2475,24 4-1970,10 7-664,-1 1 0,0 1 1,-1 1-1,0 2 0,-2 1 0,0 1 0,-1 2 0,-2 0 0,34 38 0,-30-28-33,64 79 0,-70-85 0,-17-25 0,-4 0 0,-1-1 0,0 0 0,1 1 0,-1-1 0,1 1 0,-1-1 0,1 0 0,-1 1 0,1-1 0,-1 0 0,1 0 0,-1 0 0,1 1 0,0-1 0,-1 0 0,1 0 0,-1 0 0,1 0 0,-1 0 0,1 0 0,0 0 0,-1 0 0,1 0 0,-1 0 0,1 0 0,-1 0 0,1 0 0,0-1 0,-1 1 0,1 0 0,-1 0 0,1-1 0,-1 1 0,1 0 0,-1-1 0,1 1 0,-1 0 0,0-1 0,1 1 0,-1-1 0,1 1 0,-1-1 0,0 1 0,1-1 0,-1 1 0,0-1 0,0 1 0,1-1 0,-1 1 0,0-1 0,0 0 0,1-2 0,30-39 0,2 2 0,1 1 0,2 1 0,2 3 0,1 1 0,1 1 0,73-43 0,-93 64 0,0 1 0,1 0 0,1 2 0,0 1 0,0 0 0,0 2 0,1 0 0,39-3 0,-47 8 0,0 1 0,0 0 0,0 1 0,0 1 0,0 0 0,-1 1 0,1 1 0,-1 0 0,0 1 0,0 0 0,-1 2 0,1-1 0,-1 2 0,20 14 0,11 14 1,-3 2-1,65 75 1,-60-61-6,57 50 0,-95-95-298,2 0 1,-1 0-1,1-1 1,0 0-1,0 0 1,0-1-1,1-1 0,0 0 1,0 0-1,0-1 1,0-1-1,1 1 1,-1-2-1,1 0 0,-1 0 1,1-1-1,0 0 1,-1-1-1,1-1 1,-1 0-1,0 0 0,1-1 1,-1 0-1,0-1 1,-1-1-1,16-7 1,0-6-27,-1-1 1,-1-1 0,-1-1 0,-1 0 0,-1-2 0,-1-1 0,-1 0 0,-1-2 0,17-30-1,13-36 415,51-135 0,-70 157 46,52-155 1090,32-71 3535,-110 288-4399,1 1 1,0-1-1,0 1 0,1 0 0,8-9 0,-12 14-290,0 1 0,0 0-1,1 0 1,-1 0 0,0 0-1,0 1 1,0-1 0,1 0-1,-1 0 1,0 1 0,1-1 0,-1 1-1,1-1 1,-1 1 0,1-1-1,-1 1 1,1 0 0,-1 0-1,1 0 1,-1 0 0,1 0-1,-1 0 1,0 0 0,1 0-1,-1 1 1,1-1 0,-1 1-1,1-1 1,-1 1 0,0-1-1,1 1 1,-1 0 0,0 0-1,1 0 1,-1-1 0,2 3-1,1 2-23,-1 0-1,0 0 1,0 0-1,0 0 0,0 0 1,-1 1-1,0-1 1,0 1-1,0-1 1,-1 1-1,1 7 1,0-4-43,9 42-296,-3 0 1,2 64-1,-7 107-1742,-1-16-78,2-119-2778,-1-30-1892,0 7-6284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3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4 457 13257,'-3'-25'2812,"6"15"388,10 1-2627,-10 8-78,5-3-156,0 0 0,-1 1 0,1 0 0,0 0 0,1 1 0,-1 0 0,14-2 0,67 0 851,-69 4-1117,88-3-193,94-7-744,-142 7 315,0-2 1,0-4-1,86-22 0,-131 27 579,-1 0-1,1-1 1,-1 0-1,0-1 0,0 0 1,-1-1-1,0-1 1,0 0-1,-1-1 1,0-1-1,-1 0 1,0 0-1,0-1 0,-1 0 1,0-1-1,-1 0 1,-1 0-1,0-1 1,11-23-1,-14 21 427,0 1 0,-1-1 0,2-17 0,3-14 1487,-13 45-1125,-5 4-559,0 1 0,1-1-1,-1 2 1,1-1 0,-1 1 0,1 0 0,1 1-1,-1 0 1,1 0 0,0 1 0,-10 11 0,-11 15 784,-28 46 0,48-67-850,-11 17-11,1 1 1,2 0 0,-22 57 0,32-68-140,0 1 0,1-1 0,0 1 0,2 0 0,0 0 0,2 0 0,1 34 0,1-44-431,0-1 0,1 1 0,0-1-1,0 0 1,1 1 0,0-1 0,1-1 0,0 1 0,1-1 0,0 1 0,0-1-1,0 0 1,1-1 0,0 0 0,1 0 0,11 10 0,-3-5-1042,1-1 0,1-1-1,0 0 1,0-2 0,0 0 0,1 0 0,24 5 0,30 8-10314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3.5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11 11897,'-11'-11'2714,"17"16"726,19 22-154,2 15-2116,-3 1 0,-1 1-1,-2 1 1,-2 1 0,18 66-1,-22-51-858,-2 0 1,-3 1-1,4 115 0,-14-142-224,-1 1 0,-2-1 0,-2 1 0,-1-1 0,-21 66 0,19-77-45,-2 0 1,0-1-1,-2 0 0,-1 0 1,0-2-1,-2 0 0,0 0 0,-34 33 1,46-51-21,-1 0 0,1 0 0,-1-1 0,0 0 0,0 0 0,0 0 0,0 0 0,0 0 0,0-1 0,0 0 0,-6 1 0,4 0 23,5-2-43,1 0-1,0 0 1,0 0 0,0 0-1,0 0 1,0 0-1,0 0 1,0 1 0,0-1-1,-1 0 1,1 0-1,0 0 1,0 0 0,0 0-1,0 0 1,0 0-1,0 0 1,0 0 0,-1 0-1,1 0 1,0 0-1,0 0 1,0 0 0,0 0-1,0 0 1,0 0-1,0 0 1,-1-1 0,1 1-1,0 0 1,0 0-1,0 0 1,0 0 0,0 0-1,0 0 1,0 0-1,0 0 1,0 0 0,0 0-1,-1 0 1,1-1-1,0 1 1,0 0 0,0 0-1,0 0 1,0 0 0,0 0-1,0 0 1,0 0-1,0 0 1,0-1 0,0 1-1,0 0 1,0 0-1,0 0 1,0 0 0,0 0-1,0 0 1,0-1-1,0 1 1,0 0 0,0 0-1,0 0 1,0 0-1,0 0 1,0 0 0,0 0-1,1-1 1,-1-8-28,0 0 1,2-1-1,-1 1 0,1 0 1,0-1-1,1 1 0,6-16 1,1 6-528,0 1 0,22-30 0,-17 28-113,116-150-5280,-106 143 1823,56-47 0,11 2-7094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3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60 100 16365,'-50'-30'2965,"50"15"2775,-7-3-4656,4 3-600,13 2-3948,0 4-3365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4.2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50 544 9305,'26'-204'3357,"-7"62"332,9-51 2154,-26 189-4705,-1 10-547,0 26 91,-1-21-368,-13 1176 2645,-46 1 891,18-420-2811,27 75-2210,24-592-240,56 332 0,-7-307-3584,-9-99-2199,12 3-6407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5.0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1873 5036,'-1'-1'22,"-6"-3"346,-1 0 1,0 0 0,0 0 0,0 1 0,0 0 0,-1 1 0,1 0-1,-1 0 1,1 1 0,-1 0 0,0 1 0,0 0 0,-9 0 0,16 1 452,-1-1 0,1 0 0,0 1 0,-1-1 1,1-1-1,-1 1 0,1 0 0,0 0 0,-4-2 1,5 2-754,1 0 0,-1-1-1,1 1 1,-1 0 0,1 0 0,0-1 0,-1 1 0,1 0 0,0 0 0,-1-1 0,1 1 0,0 0 0,-1-1 0,1 1 0,0 0 0,0-1 0,-1 1 0,1-1-1,0 1 1,0-1 0,0 1 0,0 0 0,0-1 0,-1 1 0,1-1 0,0 1 0,0-1 0,0 1 0,0-1 0,0 0 0,1-1-49,0 0 0,1 0 0,-1 0 1,0-1-1,1 1 0,-1 0 0,1 0 1,-1 1-1,1-1 0,0 0 0,0 0 0,0 1 1,0-1-1,0 1 0,0 0 0,4-2 1,30-15 327,1 2 1,69-21-1,89-10-40,-168 41-270,1172-197 513,-967 170-517,2063-270-258,16 102-99,-670 115 206,612-36-34,-2034 109 127,600-48-264,-800 59 96,0-1 1,-1 0-1,0-2 1,0 0-1,22-10 1,0-13-771,-36 25 721,-1 0 1,-1 0-1,1 0 0,0 0 1,-1-1-1,1 1 0,-1-1 1,0 0-1,0 1 0,-1-1 0,3-5 1,-3 5 76,19-56-2116,-18 51 2101,0 1 1,1 0-1,0-1 1,0 1-1,0 1 1,1-1-1,1 0 0,-1 1 1,1 0-1,6-7 1,47-42-673,-56 54 848,-3-3 114,0 0-1,-1-1 1,0 1 0,0 0 0,0 0 0,-1 1-1,0-1 1,0 0 0,0 1 0,0 0 0,-1 0-1,1 0 1,-1 0 0,-6-5 0,-16-19 451,11 1 264,0-1 0,2 0 0,1-1 0,-15-53 0,18 53-85,8 26-341,-13 12 697,9-3-973,1 0 0,0 0-1,0 0 1,1 1 0,0-1-1,0 1 1,1 0 0,-1 0-1,0 8 1,0-6-11,-47 200 1842,26-91-1115,-34 160 637,-26 347-1,39 205-555,31 4-1085,7-345-521,-32 426-1719,-67-6-2936,-23-318-2962,56-325 208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6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0 179 7017,'15'-66'2931,"-8"28"-429,2 14-267,-7 21-1770,0 0-1,-1-1 1,1 1 0,-1 0 0,0-1 0,0 1-1,0-1 1,0 1 0,-1-1 0,1 1 0,-1-1-1,0-5 1,16 50 2742,-2-10-2459,112 365 3539,29 213-1985,-25 151-1101,-51 10-832,-15-129-512,29-5-255,-65-492-124,54 167 0,-73-284 387,1-1 0,1 0 1,2 0-1,30 47 1,-37-65 73,0-1 0,1 1 1,0-1-1,0 0 1,1 0-1,0-1 1,13 8-1,-15-11 17,0 0 0,0 0-1,0-1 1,0 0 0,1 0-1,-1-1 1,1 1 0,-1-1-1,1-1 1,-1 1 0,1-1-1,9-1 1,-2-1-19,-1-1 0,0-1-1,0 0 1,0-1 0,0 0 0,-1-1 0,1 0-1,-2-1 1,1-1 0,10-8 0,20-17-92,44-47 1,-72 66 136,49-49-48,120-109-83,-142 137 126,1 3 1,83-49 0,-29 33-129,1 4 1,206-62-1,223-14-805,273 1-281,15 26 90,-364 44 455,1437-189-2452,-16-73 1535,-476-37 4868,-1217 289-2645,122-35 398,-263 85-937,2 3 0,-1 1 1,0 1-1,55 3 0,153 22-443,-69-4-529,113-8-1708,-146-20-606,-97 5-313,49-15-1,-44 8-3603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6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1581 330 5945,'14'-7'198,"23"-12"1615,0 0-1,-2-3 1,43-32-1,-65 43-1195,-1 0-1,0-1 0,0 0 1,-1-1-1,-1 0 1,0-1-1,-1 0 0,0 0 1,9-23-1,-8 4 1028,-10 32-1587,0 0 0,0 0 1,-1 0-1,1 0 0,0 0 1,-1 0-1,1 0 1,-1 0-1,1 1 0,-1-1 1,1 0-1,-1 0 0,0 1 1,1-1-1,-1 0 0,0 1 1,0-1-1,1 0 0,-3 0 1,3 1 95,-1-1-104,0 0 0,1 1-1,-1-1 1,1 1 0,-1-1-1,0 1 1,1-1 0,-1 1-1,0 0 1,0-1 0,1 1-1,-1 0 1,0-1 0,0 1-1,0 0 1,1 0 0,-1 0-1,0 0 1,0 0 0,0 0-1,1 0 1,-1 0 0,0 0-1,0 0 1,-1 1 0,-19 15 847,16-11-733,-24 23 818,1 2 0,1 0-1,-41 66 1,-57 117 1600,82-135-1904,-85 147-192,-112 203-210,0 11-362,-198 396-1223,208-293-4230,88-175-3614,31-71-4538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17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271 2589 9345,'-178'16'1443,"156"-14"-1102,15 0 84,0-1 1,1-1-1,-1 1 0,0-1 0,0 0 1,0 0-1,-6-2 0,5 0 259,6 1 9,5-4-54,6-7-315,1 1 0,1-1 0,-1 2 0,1-1 0,1 2 0,21-15-1,8 0 130,44-19 0,102-40 478,72-21 7,86-16-26,91-13-168,75-7-149,70-5-88,2207-411 745,35 118-46,-1110 180-184,-1292 191-686,-63 3-48,-276 49-222,236-49 148,-11-25 1,-268 74-150,0-1 0,70-41 0,-108 57-65,1-1 1,-1 0-1,0 0 0,0 1 1,0-1-1,1 0 1,-1 0-1,0 0 1,0 0-1,0 0 0,-1-1 1,1 1-1,0 0 1,0 0-1,-1-1 1,1 1-1,0 0 0,-1-1 1,1 1-1,-1-2 1,0 1-10,0 1 1,0 0 0,0 0-1,-1 0 1,1 0 0,-1-1-1,1 1 1,-1 0 0,1 0-1,-1 0 1,0 0-1,1 0 1,-1 0 0,0 0-1,0 0 1,0 0 0,1 1-1,-3-2 1,-3-3-81,-1 2 0,1-1 0,-1 1 0,1 0-1,-1 0 1,-11-2 0,1 2-158,1 0 0,0 1 0,-1 1 0,1 1 0,-1 0-1,-23 4 1,-5 3-845,-50 15-1,-96 38-3643,157-47 1258,-52 30 0,-4 17-6298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0.0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723 0 14909,'-11'7'615,"1"1"0,0-1-1,0 2 1,0-1 0,1 2-1,1-1 1,0 1 0,0 0-1,1 1 1,0 0 0,0 0 0,1 0-1,1 1 1,-6 19 0,-33 81 2475,-145 347 1830,123-317-4410,-153 342-737,204-447-384,1 0 0,2 1 0,2 1 0,1 0 0,2 1 0,2-1 0,0 75 0,4-108 345,1 0 1,1 0-1,-1 0 0,1 0 1,0-1-1,0 1 0,1 0 0,0 0 1,0-1-1,0 1 0,1-1 1,0 0-1,0 0 0,0 0 0,0 0 1,1 0-1,0-1 0,0 1 0,0-1 1,0 0-1,6 4 0,-7-7 24,1 1-1,-1-1 0,1 0 0,0 0 0,-1 0 1,1 0-1,0-1 0,-1 1 0,1-1 1,0 0-1,0 0 0,0-1 0,-1 1 0,1-1 1,0 1-1,-1-1 0,5-2 0,4-1-304,-1 0 0,0-1-1,15-8 1,-16 6-224,1-1 0,-1 0 0,-1-1 0,1-1 0,-1 1 0,-1-1 0,13-19 0,-18 24 395,43-62-5226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0.2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76 10693,'3'-52'2087,"-3"51"-1806,-1 0 0,1-1 1,-1 1-1,1-1 0,-1 1 1,1 0-1,-1-1 0,0 1 1,1 0-1,-1 0 0,0-1 1,0 1-1,0 0 0,0 0 1,0 0-1,0 0 0,-1 0 1,0-1 519,32 26-278,-1 0-1,-1 2 1,-1 1-1,-1 1 1,27 38 0,-28-30-412,-1 1-1,-2 1 1,-2 1 0,-1 0 0,-2 2 0,-2 0 0,-2 1 0,15 82 0,-21-83-85,-3 0 1,-1 0 0,-3 1-1,-1-1 1,-2 1 0,-1-1-1,-3 0 1,-1 0 0,-20 60-1,5-44-26,-2 0-1,-2-2 0,-40 60 0,10-31-477,-76 86 1,61-76-1015,71-93 1386,0 1-1,0-1 0,0 1 0,0 0 1,0-1-1,0 1 0,1 0 0,-1 0 1,1-1-1,-1 1 0,1 0 1,-1 0-1,1 0 0,0 0 0,0 0 1,0 3-1,1-4 49,-1 0-1,0 0 1,1-1 0,-1 1-1,1 0 1,0-1 0,-1 1-1,1 0 1,-1-1 0,1 1-1,0-1 1,-1 1 0,1-1-1,0 1 1,0-1 0,0 0-1,-1 1 1,1-1 0,0 0-1,0 1 1,0-1 0,0 0-1,-1 0 1,3 0 0,3 0-175,1 0 0,0 0-1,-1-1 1,1 0 0,0 0 0,-1-1 0,9-3 0,8-4-402,0-1 1,-1-2-1,0 0 0,35-27 0,75-72-2733,-90 73 1783,63-54-2762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0.6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221 12 11817,'31'-12'2286,"-39"23"1733,0-4-3613,0 1 0,1-1-1,-7 12 1,-15 31-15,3 0 0,1 2 1,4 1-1,1 1 0,-15 66 0,19-48-1035,3 0 1,3 2-1,3-1 1,3 86-1,4-140 2,1 0-1,1 0 1,7 30-1,-7-43 465,0 0-1,0 0 1,0-1 0,1 1-1,0 0 1,0-1-1,0 0 1,1 1 0,-1-1-1,1-1 1,0 1 0,1-1-1,-1 1 1,8 4 0,-6-7 110,-1 0 0,1 0 1,-1 0-1,1-1 1,0 0-1,-1-1 0,1 1 1,0-1-1,0 0 0,0 0 1,-1-1-1,1 0 1,0 0-1,7-2 0,1 0 71,34-6 916,-1-2-1,52-21 1,13-3 912,-53 24-1079,0 2 1,0 2 0,0 3 0,67 5 0,62-5-54,-154 0-778,1-2-1,-1-2 1,0-1 0,48-19-1,-16 5 43,-61 21 73,-1 1-1,1-1 1,0 1-1,0 1 1,0-1-1,-1 1 1,1-1-1,0 1 1,8 1-1,-11 0-4,0-1 0,0 1-1,0 0 1,0 0 0,0 0 0,0 0-1,0 0 1,-1 0 0,1 0-1,0 1 1,-1-1 0,1 1 0,-1-1-1,1 1 1,-1-1 0,0 1 0,1 0-1,-1 0 1,0 0 0,0 0 0,0 0-1,-1 0 1,1 0 0,0 0 0,0 3-1,7 27 370,2 1 0,2-2-1,0 0 1,3 0-1,0-2 1,2 1 0,1-2-1,1-1 1,1 0-1,2-1 1,33 31-1,-49-51-394,1-1 0,0 0-1,0 0 1,0-1 0,1 0-1,-1 0 1,1-1-1,0 0 1,0 0 0,0-1-1,0 0 1,17 2 0,-19-4-24,0 1 0,1-1 1,-1-1-1,0 1 1,1-1-1,-1 0 1,0-1-1,0 0 1,1 0-1,-1 0 0,-1 0 1,1-1-1,0 0 1,-1 0-1,1-1 1,7-7-1,-11 10 17,-1 0 1,1-1-1,-1 1 1,0-1-1,0 0 0,0 1 1,0-1-1,0 0 0,0 0 1,-1 0-1,1 0 0,-1 1 1,1-1-1,-1 0 1,1 0-1,-1 0 0,0 0 1,0 0-1,0 0 0,-1-3 1,1-7-8,1-14-10,-2 0 0,-1 0 0,-1 0 0,-1 1 0,-1-1 1,-1 1-1,-11-26 0,-77-172-200,79 192 174,-66-118-1385,45 85-2170,35 62 1461,10-10-4174,-8 9 4501,12-12-6379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1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11257,'0'0'7951,"0"4"-6809,-1 7-794,1-1 0,1 1 0,0 0 0,0 0 0,1 0-1,3 12 1,3 11-24,10 69 299,21 165-1284,-39-261 619,0 0-1,1 0 0,0 0 0,1-1 0,-1 1 0,1 0 0,1-1 0,3 8 0,-5-12 40,0 0 0,0 0 0,0-1-1,0 1 1,1-1 0,-1 1 0,1-1 0,-1 0 0,1 0-1,-1 1 1,1-1 0,0 0 0,0 0 0,-1-1 0,1 1 0,0 0-1,0-1 1,0 1 0,0-1 0,0 1 0,0-1 0,0 0-1,0 0 1,0 0 0,0 0 0,0 0 0,0 0 0,0 0-1,0-1 1,0 1 0,-1-1 0,3-1 0,24-8 97,-1-2 1,-1-2 0,0 0-1,-1-1 1,38-31 0,-24 17 717,51-27 0,-76 49-472,0 0 1,0 1-1,0 1 1,1 0-1,0 1 1,0 0-1,30-2 1,-27 5-77,0 2 0,0 0 1,-1 1-1,1 1 1,0 0-1,-1 1 1,24 9-1,-4 2 160,-1 2 0,42 26-1,-60-33-530,1-1 0,-1 0 0,1-2 0,1 0 0,-1-1 0,1-1 0,0-1 0,0 0 0,1-2 0,-1-1-1,29 0 1,-23-4-279,1 0-1,-1-1 1,0-2 0,-1-1-1,1 0 1,-1-2-1,-1-1 1,31-17-1,-45 21 306,0 2 78,-1-1-1,1 0 0,-1 0 1,-1-1-1,1 0 0,-1 0 1,0-1-1,0 0 0,-1-1 1,0 1-1,-1-1 0,10-15 1,-8 10 609,-7 11 132,-4 2 63,-2 1-655,0 0-1,1 0 1,0 1-1,-1 0 1,1-1-1,0 1 1,0 1-1,0-1 0,0 1 1,0-1-1,0 1 1,1 0-1,-4 5 1,1-2 34,1 0 0,0 1 1,0 0-1,0 0 0,1 0 1,0 0-1,-4 13 0,6-15-223,-1 1 1,2-1-1,-1 1 0,1-1 0,-1 1 1,2 0-1,-1-1 0,1 1 0,-1 0 0,1 0 1,1-1-1,-1 1 0,1 0 0,0-1 1,1 1-1,-1-1 0,1 1 0,0-1 1,1 0-1,-1 1 0,1-1 0,0 0 0,0-1 1,0 1-1,5 4 0,2-1-581,0 0 0,1-1 0,-1-1 0,1 1 0,1-2-1,-1 0 1,24 7 0,91 16-6975,-95-23 4718,71 13-9166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1.2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68 269 13781,'-34'-66'2857,"21"57"3,-1 0-344,11-6-348,0 0 1269,9-9-2233,4 2-172,-3 7-236,3 3-356,10-6-496,-3 6-468,0 0-736,0-3-528,-4 3-801,0 0-863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7.5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695 85 12401,'-37'-84'8728,"32"85"-7476,-5 2-967,1 0 0,0 0 0,0 1-1,0 1 1,0-1 0,0 1-1,1 1 1,0 0 0,1 0 0,-1 0-1,1 1 1,0 0 0,-6 9-1,-14 19 595,-38 64-1,39-57-446,-41 65 78,5 2 1,4 4-1,6 1 1,-50 161-1,82-205-430,4 1 1,2 1-1,-5 106 1,17-125-86,2 1 1,3-1 0,2 1 0,3-1-1,19 71 1,-19-95-92,1-1 0,2-1-1,1 0 1,1 0 0,1-1 0,1-1-1,29 36 1,-30-45-29,0 0 0,1-1 0,0-1 0,2-1 0,-1 0 0,2-1 0,0 0 0,0-2 0,1 0 0,0-1 0,26 8 0,-16-9-32,-1 0 0,1-3 1,1 0-1,-1-2 0,0-1 0,1-2 1,0 0-1,-1-2 0,1-1 0,35-9 1,-32 3 46,1-1 0,-2-2 0,1-1 0,-2-1 0,0-2 0,0-1 0,-2-1 0,40-32 0,171-182 1885,-235 226-1681,-5 6-87,0 0 0,0 0 0,0-1 0,0 1 0,0 0 0,0 0 0,0 0 0,0 0-1,0 0 1,1 0 0,-1 0 0,0-1 0,0 1 0,0 0 0,0 0 0,0 0 0,0 0 0,0 0-1,0 0 1,0 0 0,0 0 0,0 0 0,1 0 0,-1 0 0,0-1 0,0 1 0,0 0 0,0 0 0,0 0-1,0 0 1,0 0 0,1 0 0,-1 0 0,0 0 0,0 0 0,0 0 0,0 0 0,0 0 0,0 0-1,0 0 1,1 0 0,-1 0 0,0 0 0,0 0 0,0 0 0,0 1 0,0-1 0,0 0 0,0 0 0,0 0-1,1 0 1,-1 0 0,0 0 0,0 0 0,0 0 0,0 0 0,0 0 0,0 0 0,0 1 0,0-1 0,0 0-1,0 0 1,0 0 0,0 0 0,0 0 0,0 0 0,0 0 0,1 1 0,-3 14 189,-9 27-109,9-34-11,-5 19 6,1-1 0,2 1 0,1 1 0,1-1 0,2 31 0,0-47-105,1 0 0,0-1 0,0 1 0,1 0 0,1-1 0,0 0-1,0 1 1,1-1 0,1-1 0,-1 1 0,1 0 0,1-1 0,0 0 0,0-1-1,14 15 1,-12-17-126,-1 0-1,1-1 1,0 0-1,0-1 0,1 1 1,-1-2-1,1 1 1,0-1-1,0-1 0,0 0 1,0 0-1,1 0 1,-1-1-1,0-1 0,1 0 1,-1 0-1,11-2 1,-14 2 81,1-1 0,-1 0 0,0-1 0,1 1 0,-1-1 0,0-1 0,0 1 0,0-1 0,0 0 1,-1 0-1,1-1 0,-1 0 0,1 0 0,-2 0 0,1 0 0,0-1 0,-1 0 0,0 0 0,0 0 0,0 0 1,0-1-1,-1 1 0,0-1 0,4-11 0,-4 6-19,-1 0-1,0 0 1,-1 1 0,0-1-1,-1 0 1,0 0-1,-3-22 1,-21-77-450,7 40 221,14 58 222,1-1 0,0 0 0,0 0-1,2 0 1,0 0 0,0 0 0,1 1 0,1-1 0,0 0 0,0 0 0,2 1 0,-1-1 0,2 1 0,0 0-1,0 0 1,1 1 0,0 0 0,1 0 0,0 0 0,1 1 0,0 0 0,1 0 0,11-9 0,4-1-10,1 1-1,0 1 1,2 1 0,0 2 0,1 1 0,0 0 0,1 3 0,0 0 0,1 2 0,0 1 0,56-7 0,-82 14 129,0 0 1,-1 1-1,1 0 0,0 0 1,-1 0-1,1 0 1,0 0-1,-1 1 0,1-1 1,0 1-1,-1 0 0,1 1 1,-1-1-1,1 0 1,-1 1-1,0 0 0,0 0 1,0 0-1,0 0 1,0 0-1,0 1 0,0-1 1,2 4-1,-1 1 37,0 1 1,-1-1-1,0 1 0,0 0 1,-1 0-1,0 0 0,2 17 1,-2-13-6,1 0 1,0 0-1,0 0 0,6 11 1,-8-19-50,1 0 0,0-1-1,0 0 1,1 1 0,-1-1 0,1 0 0,0 0 0,0 0 0,0 0 0,0-1-1,0 1 1,0-1 0,1 0 0,-1 0 0,1 0 0,6 2 0,11 2-6,0-1 0,1 0 0,-1-2 0,1-1 0,0-1 1,0 0-1,35-5 0,167-30 78,-174 25 21,58-11 323,-18 6-69,-2-4-1,0-3 1,89-36 0,-91 18-333,-2-3-1,-1-4 1,-3-4 0,85-68-1,-94 63 498,121-87 2729,-186 137-3072,0 1 0,0 0 0,1 1 0,-1 0 0,1 0 0,0 0 0,0 1 0,0 0 0,0 0 0,0 0 0,0 1 0,1 1 0,6-1 0,-11 1-96,-1 1 0,0-1 1,0 1-1,1 0 0,-1-1 0,0 1 1,0 0-1,0 1 0,0-1 1,0 0-1,0 0 0,0 1 0,0 0 1,0-1-1,-1 1 0,1 0 1,-1-1-1,1 1 0,-1 0 0,0 0 1,1 0-1,-1 1 0,0-1 1,0 0-1,-1 0 0,2 3 0,0 4 55,1 0-1,-2 0 0,1 1 0,-1-1 0,0 13 0,-3 14-128,0-1-1,-3 1 1,-12 48 0,-38 104 237,32-117-1233,-26 130 1,49-197 834,-7 40-2020,-1 54-1,8-82 718,1 0-1,4 24 1,-3-31 51,0-1 0,1 1 0,0-1 0,0 1 0,7 12 0,15 9-9252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8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0 314 12021,'11'-90'1996,"-11"86"-1786,1 1 0,-1 0-1,1-1 1,0 1 0,-1 0 0,1 0 0,1 0 0,-1-1 0,0 1 0,1 0 0,2-4 0,-2 5-40,0 1-1,0-1 1,-1 1 0,1-1 0,0 1-1,1 0 1,-1 0 0,0 0 0,4-2-1,5-2 150,-9 5-267,-1-1 1,0 0 0,1 1 0,-1-1-1,1 1 1,-1 0 0,1 0 0,-1-1-1,0 1 1,1 0 0,-1 0-1,1 0 1,-1 0 0,1 1 0,-1-1-1,1 0 1,-1 1 0,0-1 0,1 1-1,-1-1 1,2 1 0,26 10 568,5 0 139,51 12-1,-79-22-714,-1 0-1,1 0 1,0 1 0,-1 0-1,1 0 1,-1 0 0,0 1-1,1 0 1,-1 0-1,0 0 1,-1 0 0,1 1-1,-1 0 1,8 8 0,-10-8-21,1-1 1,-1 1-1,0 0 0,0 1 1,0-1-1,-1 0 1,0 1-1,0-1 1,0 0-1,0 1 1,0-1-1,-1 1 1,0-1-1,0 1 0,0 0 1,-1-1-1,1 1 1,-1-1-1,-2 6 1,-9 24-150,-1-1-1,-1 0 1,-2-1 0,-2-1 0,-21 29 0,34-52 0,4-7 84,0 0 1,0 0-1,1 1 0,-1-1 1,0 1-1,0-1 1,1 0-1,-1 1 1,1-1-1,-1 1 0,1-1 1,0 1-1,-1 0 1,1-1-1,0 1 1,0-1-1,0 1 0,0-1 1,0 1-1,1 0 1,-1-1-1,0 1 1,1-1-1,-1 1 0,1-1 1,0 1-1,-1-1 1,1 0-1,0 1 1,0-1-1,0 0 0,0 0 1,0 1-1,0-1 1,2 2-1,1-1-86,0 0 0,-1 0 0,1 0 0,0 0-1,0 0 1,1-1 0,-1 0 0,0 0 0,0 0 0,1 0 0,7 0-1,15-2-203,-1 0 0,1-2-1,-1-1 1,1-1 0,-1-1-1,34-13 1,-12 0 598,-1-2 1,62-36-1,-84 41 493,0-1 1,34-32-1,-54 43-537,0 0 0,0 1-1,-1-1 1,1-1-1,5-11 1,-8 14-161,-1 0 1,1 0-1,0 0 1,0 1-1,1-1 1,-1 1-1,1 0 1,0 0-1,-1 0 1,1 0-1,1 0 1,-1 0-1,0 1 1,1-1 0,-1 1-1,1 0 1,0 0-1,-1 1 1,1-1-1,7-1 1,5 0-40,1 1-1,-1 1 1,1 0 0,-1 1 0,1 1 0,0 0 0,-1 1 0,0 1-1,1 1 1,-1 0 0,-1 1 0,1 1 0,26 13 0,-30-11-13,-1 0 0,-1 1 0,1 1 0,16 19 0,-26-29-5,0 1-1,0-1 0,0 0 0,0 1 0,0-1 0,0 0 0,0 0 0,0 0 0,0 0 0,0 0 1,0 0-1,0 0 0,0 0 0,0-1 0,0 1 0,0 0 0,0 0 0,1-1 0,1 0 2,137-23 92,50-15-130,-169 33 62,-2-1 1,1 0-1,0-1 0,-2-1 1,1-1-1,17-13 0,98-81 630,-91 68 630,63-40-1,-98 71-1123,98-55 1764,-104 59-1877,0 0 1,0 0-1,0 1 1,0-1-1,1 1 1,-1-1-1,0 1 1,0 0-1,0 0 0,1 0 1,3 0-1,48 10 945,-51-10-973,-1 1 1,0 0 0,0 0-1,0 0 1,-1 0 0,1 1-1,0-1 1,0 0 0,-1 1-1,1 0 1,-1-1-1,1 1 1,-1 0 0,1 0-1,-1-1 1,0 1 0,0 0-1,0 0 1,0 0 0,-1 0-1,1 1 1,0 3-1,1 2-6,-1 0-1,0 0 0,-1 0 0,0 9 0,0-10 5,-1 10-166,-1 0-1,0 0 1,-6 20 0,-3 16-932,10-44 668,-16 127-4057,13-90 263,0 0-3389,6-18-2086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8.3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0 329 12333,'1'-4'278,"0"-1"0,0 1 1,0-1-1,1 1 0,0 0 0,0 0 0,0-1 0,0 1 1,0 1-1,1-1 0,4-4 0,0 1 373,0 1-1,1 0 1,0 1 0,16-9-1,23-9 145,2 1 0,0 3 0,62-16-1,276-91 197,-380 124-991,1-1 0,-1 1 0,1 1 0,9-2 1,-14 3-3,1 0 1,-1 0-3,24 5 107,-26-5-101,-1 0-1,0 0 0,0 0 0,0 0 0,0 0 1,0 0-1,0 0 0,1 0 0,-1 0 0,0 0 0,0 0 1,0 0-1,0 0 0,0 0 0,0 0 0,0 0 1,1 0-1,-1 1 0,0-1 0,0 0 0,0 0 0,0 0 1,0 0-1,0 0 0,0 0 0,0 0 0,0 0 0,0 0 1,1 1-1,-1-1 0,0 0 0,0 0 0,0 0 1,0 0-1,0 0 0,0 0 0,0 0 0,0 1 0,0-1 1,0 0-1,0 0 0,0 0 0,0 0 0,0 0 1,0 0-1,0 1 0,0-1 0,0 0 0,0 0 0,0 0 1,-1 0-1,1 0 0,0 0 0,0 0 0,0 1 1,0-1-1,0 0 0,0 0 0,0 0 0,0 0 0,-48 139 1885,28-86-1161,19-52-731,0 1 0,0-1 0,1 1 0,-1-1 0,1 1 0,0 0 0,-1 0-1,1-1 1,0 1 0,0 0 0,0-1 0,0 1 0,0 0 0,1 0 0,-1-1 0,0 1-1,1 0 1,-1-1 0,1 1 0,0-1 0,-1 1 0,1-1 0,2 3 0,-1-2-104,0 0 1,0 0 0,0-1 0,1 1 0,-1-1 0,0 0 0,1 0 0,-1 0-1,1 0 1,0 0 0,-1 0 0,1-1 0,3 1 0,10 1-602,-1-2 0,0 0 0,0 0 0,15-4 0,-27 4 612,115-23-7538,-103 19 5601,31-7-5853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8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6021,'5'0'261,"0"1"1,-1 1 0,1-1 0,-1 0 0,0 1 0,1 0 0,-1 0-1,0 0 1,0 1 0,0-1 0,0 1 0,-1 0 0,1 0 0,-1 0 0,0 1-1,6 6 1,-2-2 0,1 0-22,0 1 0,-1 0-1,0 0 1,0 0 0,-1 1 0,-1 0 0,0 0 0,5 14 0,4 14 22,-2 1-1,-2 1 1,-2 0-1,-1 0 1,2 68 0,-11-68-172,-1-1 1,-2 0-1,-1-1 1,-16 52 0,-59 143 625,14-49 2261,67-182-2821,4-3-25,18-11-336,-1 0 1,0-1-1,-1-1 0,0-1 1,26-27-1,-32 29-220,147-137-7133,-86 95 857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8.7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0 133 8401,'41'-18'4752,"-21"12"-2744,-4-3 2389,-2-9-3329,-4 3-420,3 3-320,-3 3-440,-6-16-2688,2 4 860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8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 17450,'0'2'130,"1"-1"0,-1 0 0,1 1 0,-1-1 1,1 0-1,0 0 0,0 0 0,-1 0 1,1 0-1,0 0 0,0 0 0,0 0 0,0 0 1,0 0-1,1 0 0,-1 0 0,0-1 0,0 1 1,0 0-1,1-1 0,-1 1 0,0-1 1,1 0-1,-1 1 0,0-1 0,1 0 0,-1 0 1,1 0-1,-1 0 0,0 0 0,1 0 0,-1 0 1,0 0-1,1-1 0,-1 1 0,0-1 1,1 1-1,-1-1 0,0 1 0,0-1 0,1 1 1,0-2-1,31-8 2141,5 4 237,71-3 1,112 16-417,-195-5-1886,290 20-28,296 15-6251,-433-41 765,-62-3-2715,-39 1-2402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29.1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755 0 8565,'-40'24'2799,"36"-22"-2515,-1 0 1,1 0-1,-1 1 0,1-1 1,0 1-1,0 0 0,0 0 0,1 0 1,-1 1-1,1-1 0,-1 1 1,1 0-1,0 0 0,1 0 0,-5 8 1,3 1 164,1-1 0,0 1 0,0 0 0,2 0 0,0 0 0,0 0 0,1 0 0,3 24 0,2-6 95,1 0 0,14 45 0,40 82 572,7 21-383,-54-137-609,-2 0 1,-2 0-1,-2 1 1,2 50-1,-9-73-153,0 0-1,-1 0 1,-2-1 0,0 1 0,-1 0 0,0-1-1,-2 0 1,-1 0 0,0 0 0,-1-1-1,-14 24 1,7-21-218,0-1-1,-1 0 1,-1-1-1,-1 0 1,0-2-1,-39 28 1,15-16-876,-1-2 0,-68 32 1,48-34-1308,-1-2 1,-73 15-1,121-34 1740,-132 35-6953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2.7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226 254 8525,'-44'-3'753,"13"0"984,1 2 0,0 1 0,-47 6 0,63-5 453,35-5-977,563-68 1257,8 27-2465,-333 27-86,773-40-2318,-231 16-3706,-622 32 1936,-18 5-2197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3.0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0 10473,'-3'1'184,"0"1"0,0-1 1,1 1-1,-1 0 0,0-1 1,1 1-1,0 0 0,-1 1 0,1-1 1,0 0-1,0 1 0,0-1 0,1 1 1,-1-1-1,1 1 0,-1 0 0,-1 4 1,2-1-10,-1-1 1,2 0-1,-1 1 1,0-1 0,1 1-1,0 0 1,0-1-1,1 1 1,1 6 0,4 11 235,1 0 0,0-1 0,19 38 0,-21-50-199,188 326 1540,-87-163-1325,-56-88-284,-3 2 0,62 168 0,-97-219-184,-2 1 0,-1 0 0,-2 0 0,-2 1 0,-1 0 1,-2 0-1,-1 0 0,-2 0 0,-2 0 0,-11 54 0,1-43-153,-2-1 0,-2-1-1,-2-1 1,-40 71-1,-121 168-2454,109-180 938,53-77 1069,-10 15-2065,-24 47 1,22-19-2483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3.1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40 1516,'-37'-39'-520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3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1 10369,'-94'282'5087,"71"-200"-3369,-17 127 0,22-75-1145,-35 365 453,40-326-1054,13-168 27,0-1 0,0 0 0,1 0 0,-1 1 1,1-1-1,0 0 0,0 0 0,0 0 0,4 7 1,-5-10 0,0 0 0,1 0 0,-1-1 0,1 1 0,-1 0 0,1 0 0,-1-1 0,1 1 0,-1 0 0,1-1 1,0 1-1,-1-1 0,1 1 0,0-1 0,-1 1 0,1-1 0,0 1 0,0-1 0,0 0 0,-1 0 0,1 1 0,0-1 0,0 0 0,0 0 1,0 0-1,0 0 0,0 0 0,-1 0 0,1 0 0,0 0 0,0 0 0,0 0 0,0 0 0,0-1 0,-1 1 0,1 0 0,0-1 0,0 1 1,0 0-1,-1-1 0,1 1 0,0-1 0,1 0 0,13-13-8,1 1 0,-2-2 0,0 0 0,0 0 0,-2-2 0,19-30 0,57-118-66,-77 144 71,103-235 204,30-55 614,-112 250-469,2 2 1,84-106 0,-108 153-301,0 0 0,1 1 0,0 0 0,1 0 0,1 2 0,0-1 0,0 2 0,22-12 0,-29 18-28,0-1-1,0 1 0,1 0 1,-1 1-1,1 0 0,-1 0 1,1 0-1,-1 0 0,1 1 1,0 1-1,-1-1 0,1 1 0,0 0 1,-1 0-1,1 1 0,-1 0 1,0 0-1,0 0 0,0 1 1,0 0-1,0 0 0,9 7 0,-1 1 12,0 1-1,-1 1 1,0 0-1,-1 1 1,0 0-1,17 29 1,-6-3-44,28 65 0,78 236-3660,-55-108-5187,-41-123 1020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4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77 100 12409,'-26'-54'1616,"12"45"-328,1-3 605,-1 0-1237,4 0-380,44 18-2889,3 3 53,6 3-1208,34 6-2445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9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107 137 9217,'-5'-11'730,"-2"-6"881,-18-33-1,3 20 1796,-9 6 3450,31 23-6774,0 1 0,-1 0 0,1 0-1,0-1 1,-1 1 0,1 0 0,0 0 0,0-1 0,-1 1-1,1 0 1,-1 0 0,1 0 0,0-1 0,-1 1-1,1 0 1,0 0 0,-1 0 0,1 0 0,-1 0 0,1 0-1,0 0 1,-1 0 0,1 0 0,-1 0 0,1 0-1,0 0 1,-1 0 0,1 0 0,0 0 0,-1 0 0,1 1-1,-1-1 1,1 0 0,0 0 0,-1 0 0,1 1-1,0-1 1,0 0 0,-1 0 0,0 1 0,0 20 2465,1-12-2552,5 98 1492,27 148 0,-11-105-1021,26 515-466,-27-263 0,-15-329-678,15 138-6588,-16-183 5656,2-1-1,1 0 0,1-1 1,1 0-1,20 39 0,-5-22-10564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9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69 892 14033,'-5'-5'526,"0"1"0,0 0 0,0 0 0,-1 1 0,-6-4 0,-19-13 3878,33 15-3078,3-1-1130,0 1 0,0 0 0,1 0-1,0 1 1,0 0 0,0 0 0,0 0-1,1 1 1,13-6 0,10-1-96,34-7 0,-20 6-117,125-37-770,-3-6 0,164-80 0,-286 114 649,15-6-99,0-4-1,71-48 0,-87 49 464,-1-1 0,-2-3 0,-1-1 0,-2-2 0,60-74-1,-93 105 100,0-1-1,-1 0 1,1 1-1,-1-1 1,-1 0-1,1 0 1,-1-1-1,0 1 1,0 0-1,1-12 0,-3 18-267,0 0 0,0-1 0,0 1-1,1-1 1,-1 1 0,0-1 0,0 1 0,0-1-1,0 1 1,0-1 0,0 1 0,0-1-1,0 1 1,0-1 0,-1 1 0,1-1-1,0 1 1,0-1 0,0 1 0,0-1-1,-1 1 1,1-1 0,0 1 0,-1 0-1,1-1 1,0 1 0,0-1 0,-1 1-1,1 0 1,-1-1 0,-12 9 1485,-13 28 246,-3 13-1658,3 1-1,2 1 1,2 1-1,3 2 1,-18 73-1,22-54-97,3 1 0,4 1 0,1 136 0,8-180-32,14 233 0,-9-224-1426,13 48-1,-11-59-956,2 0-1,1 0 0,1-2 0,22 39 1,5-7-12629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39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1 564 14337,'11'-12'688,"1"0"-1,0 1 0,1 0 1,0 1-1,1 1 0,21-12 1,97-40 1975,-75 36-2180,-48 21-421,55-24 494,104-64 0,-149 80-517,-1-1-1,-1 0 0,0-2 1,-1 0-1,-1-1 0,0-1 1,-1 0-1,-1-1 0,18-32 1,-29 48-4,-1-1 1,0 0-1,1 1 1,-1-1-1,0 0 1,-1 0-1,1 0 1,0 0-1,-1 0 0,1 0 1,-1 0-1,0 0 1,0 0-1,0 0 1,-1 0-1,0-5 1,0 6 20,0 0 1,0 0-1,0 1 1,0-1-1,0 1 1,-1-1-1,1 1 1,0-1 0,-1 1-1,1 0 1,-1 0-1,1-1 1,-1 1-1,0 0 1,1 1-1,-1-1 1,0 0-1,0 0 1,0 1-1,1-1 1,-1 1 0,0-1-1,0 1 1,0 0-1,-2 0 1,-6 0 173,0 0 1,0 0 0,0 1 0,0 1-1,0 0 1,1 0 0,-1 1-1,1 0 1,-1 1 0,1 0 0,0 0-1,0 1 1,1 0 0,-1 0-1,1 1 1,-9 8 0,-9 10 447,1 1-1,2 1 1,-30 40 0,17-16-657,2 1 0,2 2-1,2 2 1,2 0 0,4 2 0,1 1 0,3 0-1,3 2 1,-14 91 0,28-127-21,1 1 0,1-1 0,1 1 0,2-1 0,0 1 0,6 24 0,-4-32 0,1-1 0,0 0 0,2 0 0,-1-1 0,2 1 0,0-2 0,1 1 0,0-1 0,18 21 0,-8-15-61,2-1 1,0 0-1,1-2 0,0 0 1,1-2-1,1-1 1,1 0-1,0-2 0,1-1 1,0-1-1,0-1 0,1-1 1,0-1-1,45 4 1,-15-6-291,1-2-1,0-3 1,0-2 0,0-3 0,-1-2 0,63-17 0,-58 8-1811,0-3-1,76-34 1,28-28-5983,-32 6-3639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0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474 150 16209,'-8'-5'631,"0"0"-1,-1 0 0,0 1 0,0 1 0,0-1 0,0 1 0,-16-3 0,19 6-130,0-1-1,0 1 0,0-1 0,0 2 0,0-1 1,0 1-1,0 0 0,0 0 0,0 0 0,0 1 1,1 0-1,-1 0 0,-9 5 0,8-1-84,-1 0-1,1 0 0,0 0 1,0 1-1,0 0 0,1 1 0,0-1 1,1 1-1,-7 13 0,-3 2-141,-16 25-250,2 1 1,2 1-1,2 2 0,3 0 1,-18 62-1,31-82-26,1 1 1,2-1-1,1 1 1,1 1-1,2-1 1,2 0-1,0 1 1,3-1-1,1 0 1,9 39-1,-9-57 0,1 0 0,0 0 0,1 0 1,1-1-1,0 0 0,1 0 0,1-1 0,0 0 0,1 0 0,0-1 1,1 0-1,0-1 0,1 0 0,0-1 0,1-1 0,0 1 1,0-2-1,1 0 0,0-1 0,0 0 0,1-1 0,0-1 0,0 0 1,0-1-1,1 0 0,0-2 0,-1 0 0,1 0 0,0-2 0,0 0 1,0-1-1,0 0 0,-1-1 0,1-1 0,26-8 0,-7-2-378,0-1 0,-1-2 0,-1-1 0,0-2-1,-1-1 1,-1-1 0,-1-2 0,-2-1 0,34-36-1,2-10-492,-4-2 0,78-122 0,-90 116 1043,-4-2-1,-4-2 1,-3-2 0,50-170 0,-71 209 287,0-3 251,-11 21 2905,-13 231-3007,3 128-292,41 47-313,-30-322 0,-4-45-613,0-1 0,0 1 0,1-1 0,0 1 0,8 15 0,-9-23 286,0-1 1,-1 0-1,1 1 0,1-1 1,-1 0-1,0-1 1,1 1-1,0 0 0,4 3 1,-5-5 174,0 0 1,0 0-1,-1 0 0,1 0 1,0 0-1,0-1 0,0 1 1,0-1-1,0 1 0,0-1 1,0 0-1,0 0 1,0 0-1,0 0 0,0 0 1,0 0-1,0-1 0,0 1 1,2-1-1,17-13-7277,5-11-4948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0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38 329 13185,'-24'-3'2416,"11"-15"5213,16-6-5993,14-6-348,20 9-300,13-3-215,14 3-261,9-9-372,18-1-632,3 4-457,3 3-299,-13 3-616,-7 3-528,-20 0-580,-11 6-2593,-19 6-4536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0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67 9881,'98'-42'3885,"-96"41"-3401,0 0 0,1 0 0,-1-1 0,0 1 0,0-1 0,0 0 0,0 1 0,0-1 0,8-10 8131,-10 16-6640,-16 90-653,7-51-775,3-1-1,1 1 1,2 0-1,3 47 1,8-10-521,23 88 0,-20-123-277,1-1 0,3-1 1,29 60-1,-30-77-2797,26 36 0,0-9-4148,-32-42 5038,29 35-11224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0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51 16858,'-30'-36'2828,"17"21"4873,29 21-7337,14 18-841,4 10-511,6 5-796,4 6-904,9 6 412,11 9-3537,6 4-4928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1.1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313 1 12397,'-12'5'722,"0"1"0,1 1 0,0 0 0,0 0-1,0 1 1,1 1 0,1 0 0,-1 0 0,1 1 0,1 0 0,0 0-1,-11 20 1,-22 50 4771,-58 158 0,92-219-5493,1 1 0,1 0 0,0 0 0,2 1 0,0-1 0,1 1 0,2 0 0,0-1 0,1 1 0,1 0 0,0-1 0,2 1 0,1-1 0,7 21 0,-5-23 0,1 0 0,0 0 0,2-1 0,0-1 0,0 1 0,2-2 0,0 1 0,1-2 0,0 1 0,2-2 0,-1 0 0,1-1 0,1 0 0,33 18 0,-22-17-367,-1-1 0,2-1 1,-1-1-1,1-1 0,1-2 0,0-1 1,0-1-1,0-2 0,0 0 0,1-2 1,53-6-1,-59 3 61,-1-2 0,0-1-1,0-1 1,0-1 0,-1-1 0,1-1-1,-2-1 1,0 0 0,0-2 0,-1-1 0,0 0-1,-1-1 1,-1-1 0,33-35 0,-21 12 97,-2-2 0,-2-1 0,39-82 0,29-46 76,-93 166-35,6-7-599,0-1 1,16-16-1,-19 23-695,0 0-1,1 0 1,0 1-1,0-1 1,7-3-1,4-1-7114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1.7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0 14041,'-57'2'2033,"56"-1"-1893,0 0-1,1 0 0,-1 0 1,1 0-1,-1 1 1,0-1-1,1 0 1,0 0-1,-1 1 0,1-1 1,0 0-1,0 1 1,-1-1-1,1 0 0,0 1 1,1-1-1,-1 0 1,0 1-1,0-1 1,0 0-1,1 2 0,0 11 786,-27 951 11609,26-890-12367,5 438-167,0 151 0,-9-346 0,-1 376 0,33-7 0,31-250-2911,-45-373 1792,2-1 0,4-2 0,2 1 0,50 96 1,-51-122-2823,34 45 1,19 6-9457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2.2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345 420 15669,'-100'-8'1807,"-145"-5"4500,276 29-4585,22-3-1344,0-2-1,63 5 1,-106-15-348,205 23 383,69 5-116,67 8-228,1772 128-2587,12-124 513,967-199 998,-2198 50 1414,-23-79 146,-875 185-550,160-49 95,-141 42-84,-1-2 1,0 0-1,0-2 1,28-20-1,-47 30-11,0-1 0,-1 0 0,1-1 0,-1 1 0,0-1 0,0 1 0,5-9 0,-8 11-1,0 0 0,0 0-1,0 0 1,0 0 0,-1 0-1,1 0 1,0-1 0,-1 1-1,0 0 1,1 0 0,-1-1-1,0 1 1,0 0 0,0 0-1,0-1 1,-1 1-1,1 0 1,-1 0 0,1-1-1,-1 1 1,-1-3 0,-38-68 160,39 71 126,3 3-239,0 0 0,0 1 0,-1-1 0,1 1 0,-1 0 0,1-1-1,-1 1 1,1 0 0,-1 0 0,0 0 0,1 3 0,-1-3 20,5 9 82,-1 1 1,-1-1-1,0 1 1,0 0-1,-2-1 1,1 2-1,-1-1 1,0 19-1,-5 111 893,0-100-818,-64 537 1583,-45-1-1069,56-300-491,-308 1337-1670,319-1431 797,-85 364-1457,88-354 1049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2.7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1 642 8717,'0'61'444,"0"-34"-132,1 0 0,0-1-1,2 1 1,2-1-1,7 30 1,-3-32 97,0 0 0,2-1-1,0 0 1,1-1 0,2 0 0,0-1-1,1-1 1,1 0 0,1-1 0,1-1-1,0 0 1,26 18 0,-13-13 128,1-2 0,1 0 0,1-3 0,0-1 1,1-1-1,1-2 0,60 16 0,-20-15 211,0-3-1,1-3 1,102-2 0,242-25 989,-409 17-1698,332-25 868,65-10-176,71-10-166,60-10-91,1241-140 408,578-60-1016,-1294 152-213,277-28 26,-10-25 52,-926 101 221,-72 3 34,13-16 15,-266 48-377,-1-2 1,79-36-1,-157 58 310,0 1-1,0-1 1,0 0 0,0 0-1,-1 1 1,1-1-1,0 0 1,-1-1 0,1 1-1,-1 0 1,1 0-1,-1-1 1,1 1 0,-1-1-1,2-1 1,-4 2-4,1-1 1,0 1-1,-1 0 1,1 0-1,-1 0 1,1 0 0,-1-1-1,0 1 1,1 0-1,-1 0 1,0 0-1,0 0 1,0 1 0,0-1-1,0 0 1,0 0-1,0 0 1,0 1-1,0-1 1,0 1-1,0-1 1,-2 0 0,-6-4-369,-1 0 1,0 0-1,0 1 1,0 1 0,-1 0-1,1 0 1,-1 1 0,0 0-1,-11 0 1,-107 2-6035,116 0 5562,-99 8-8400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2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24 134 12941,'0'-15'5717,"-10"-4"-4389,-4 4-124,24 6-412,0 0-476,11-6-684,5-18-1424,1 18-672,20 18-2781,7-9-4200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3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 1439 11057,'-136'-7'5058,"134"7"-4677,0 0-1,-1 0 1,1 0 0,0 0 0,-1 0 0,1-1-1,0 1 1,-1-1 0,1 0 0,-3-1-1,3-7 3054,14-7-1984,4 1-1107,0 2 0,1 0 0,1 1 0,0 0 0,0 2 0,23-10 0,46-20 448,112-36 1,103-13-54,-284 84-698,961-228 1100,19 39-618,-970 189-509,1955-327 611,-229 43-966,-1555 247-3265,-195 41 1844,-8 3-433,-6 5 574,-1-2 1,-23 9-1,-4 3-5287,21-8-2673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4.0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649 81 12133,'-300'-69'4792,"273"65"-3443,-1 0-1,-54 0 1,68 4-800,0 1 1,0 1-1,0 0 1,1 1-1,-1 0 0,1 1 1,-23 10-1,31-12-376,-1 1 0,1 0 0,0 0 0,1 1 0,-1-1 0,0 1 0,1 0 0,0 0 0,0 1 0,0-1 0,1 1 0,0 0 0,-1 0 0,2 0 0,-1 0 0,0 0 0,1 1 0,0-1 0,1 1 0,-1 0 0,1-1 0,0 1 0,0 0 0,1 0 0,-1 0 0,2 0 0,-1 0 0,0-1 0,1 1 0,3 11 0,2 3 66,0 0-1,1 0 1,2-1 0,0 0 0,0 0 0,2-1 0,21 28 0,68 75-163,133 124 0,-44-50-101,82 127 25,-203-230 0,92 167 0,-136-213 0,-2 2 0,-3 0 0,-1 1 0,15 71 0,-25-83 0,-3 1 0,-1-1 0,-1 1 0,-3 0 0,-1 0 0,-10 65 0,0-45-497,-4 0-1,-2-1 1,-2-1 0,-45 90 0,17-59-932,-3-2 1,-63 78-1,110-159 1289,-88 122-4948,37-43-1130,7 1-5347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4.2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453 152 17998,'-84'-61'2560,"44"40"-544,-3 6-408,-1 6-348,11-3-532,16 9-1156,-23-6-896,-24-9-1092,21 15-148,26 6-3221,-10 6-4884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4.7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 16438,'1'-4'-312,"3"-6"5547,11 18-54,-6 0-4833,-1 0-1,0 1 1,0 0-1,0 0 1,-1 1-1,-1 0 1,0 0-1,0 1 0,4 12 1,37 107 2361,-43-115-2668,27 101-41,-6 2 0,17 205 0,-32-167-395,7 65-1075,-12-183 1017,2 0 1,2 0-1,21 59 0,-20-74-914,0 0 0,25 37 0,2-12-2376,-30-41 2229,0-1-1,0 0 1,0 0 0,10 5-1,19 6-9176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45.1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13 334 9681,'4'-156'2222,"-4"137"-1179,-1 0 1,-1 0-1,-5-22 1,1-10 1839,6 49-2781,-1 1-1,1-1 1,1 1-1,-1 0 0,0-1 1,0 1-1,0-1 0,1 1 1,-1 0-1,1-1 1,-1 1-1,1 0 0,0-1 1,-1 1-1,2-2 0,-1 3-59,-1-1 1,1 1-1,0-1 0,-1 1 0,1 0 0,-1-1 0,1 1 0,0 0 0,0 0 0,-1-1 0,1 1 0,0 0 0,-1 0 0,1 0 0,0 0 0,0 0 0,-1 0 0,1 0 0,0 0 0,-1 0 0,2 1 0,4 0 66,-1 1-1,0 1 1,0-1-1,0 1 1,-1 0-1,7 4 1,3 5 62,1 0 0,-2 1-1,0 0 1,-1 1 0,18 24-1,46 85 352,-34-43-436,-5 1-1,-3 2 1,-3 2 0,32 148 0,-50-160-444,5 83 0,6 38-971,-23-190 1290,0 1 1,0 0 0,0 0-1,1 0 1,0-1 0,0 1-1,0-1 1,0 1 0,1-1 0,4 5-1,-6-7 27,1 0 1,0 0-1,1-1 0,-1 1 1,0-1-1,0 1 0,1-1 1,-1 0-1,1 0 0,-1 0 0,1 0 1,-1-1-1,1 1 0,-1-1 1,1 1-1,0-1 0,-1 0 0,1 0 1,5-1-1,-1 0-8,1 0 0,0-1 1,0 0-1,-1 0 0,0-1 1,1 0-1,10-7 0,49-33-110,-50 31 98,217-180-408,-57 43 117,-128 111 422,1 3 0,2 1 0,2 3 0,0 2 0,103-38 0,-131 59 2,1 1 1,0 1-1,0 1 1,0 1-1,1 2 1,41 2-1,-49 1-35,1 2 0,-1 0 0,0 2 0,0 0 0,0 1 1,0 1-1,-1 1 0,0 1 0,28 17 0,-12-1 35,-2 1 0,49 48 0,-52-44-317,2-2 0,60 42 0,-55-50-606,0-1-1,2-1 1,0-3 0,0-1 0,81 17-1,213 14-2911,-268-38 3466,5 2-41,1-4-1,71-4 1,-98-4-2389,84-16 0,-84 7-1028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4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24 12473,'5'-11'-1168,"4"-2"8662,-5 42-726,2 130-4712,-14 165 1,-42 161 1030,33-346-5542,-32 201-12989,38-285 3560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5.2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982 34 7101,'-12'-6'1218,"1"1"0,-2 0 0,1 1 0,0 0 0,-1 1 0,0 1 0,1 0 0,-1 0 0,0 2 0,-15 0 0,9 1-362,0 2-1,0 0 0,1 1 0,-1 1 0,1 1 1,-21 9-1,-14 12 25,1 2-1,1 3 1,-63 51-1,97-71-509,-47 38-1251,-79 80 0,21 6-6410,85-84 360,12 5-4475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5.4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14497,'71'39'3157,"-1"-3"-405,-10-6-352,-13-3-336,-6 7-392,2 8-371,-3 6-161,0 9-364,-3 1-544,3 5-584,1 6-948,-8 7-637,-13-4-1127,-6 3 280,-1 13-3313,-6-7-5376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6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0 12957,'-10'55'2164,"7"-22"-247,-4 12-109,-3-12-132,0 3-224,3 4-264,0 11-276,-3 6-156,4 6-228,9 4-756,-3 2-284,0-3-484,0 4-752,3-4-652,-6-3-3393,0 4-4904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6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1 154 8209,'53'-36'1548,"11"15"-484,-4 9-264,11 0-168,6 9-132,23 0-296,27-3-244,31 0-456,26 0-156,17-1-172,7 4-88,-4-9-356,0-3-1280,-3 3-685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7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5219 0 4872,'-68'286'4512,"37"-102"-2641,-8 227 1,36 371-2069,20-194-2935,-17-558 2926,-1-1 0,-1 0 0,-2 1 0,-1-1 0,-15 50 0,15-64 172,-1-1 0,0 0 0,-2-1 0,1 0 0,-1 0 0,-1 0 1,-1-1-1,0-1 0,0 0 0,-1 0 0,0-1 0,-1 0 0,-13 8 0,-6 1 31,-1-1-1,0-2 1,-2-2-1,1-1 0,-2-1 1,-66 13-1,-222 17-32,263-37 11,-834 33 834,-4-58 1107,-138-49-736,36-31-2385,695 58-2811,194 24 315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7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158 113 5949,'3'-3'213,"-1"1"1,0-1 0,0 0 0,-1 1 0,1-1-1,0 0 1,-1 0 0,0-1 0,0 1 0,0 0 0,0 0-1,0-4 1,-1 4 1052,-1-18 1238,-1 2 2158,4-2-4170,-2 14 2074,-77 314 1250,70-275-3591,-25 98-283,-21 204 1,45-152-3401,13-60-4684,1-55-1418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8.3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54 119 8621,'22'-7'204,"12"-3"385,0 1 1,68-10 0,423-7 1197,-296 20-2200,-23-1 35,401-23-211,-541 25 1321,124 7-1,-188-2-653,0 0 0,0 0-1,0 0 1,1 1 0,-1-1-1,0 1 1,0-1 0,0 1-1,-1 0 1,1 0 0,0 0-1,0 0 1,0 0 0,-1 0-1,1 1 1,0-1 0,-1 1-1,1-1 1,-1 1 0,0-1-1,1 1 1,-1 0-1,0 0 1,0-1 0,0 1-1,0 0 1,-1 0 0,1 0-1,0 0 1,-1 0 0,1 0-1,-1 0 1,0 3 0,0 5 169,0-1 1,0 1 0,-1 0 0,-1 0 0,-4 14-1,4-14-100,-44 160 2119,-7 31-938,34-100-1154,5 0 1,3 1 0,6 0-1,4 0 1,4 1 0,5-1-1,4-1 1,28 112-1,80 142-1595,-21-78-95,-93-257 1425,-1-1 0,-1 1 0,-1 0 0,-1 0 0,0 0-1,-3 28 1,1-38 66,-1-1 0,-1 1-1,0 0 1,0-1 0,-1 1-1,0-1 1,-1 0 0,0 0-1,0 0 1,-1 0 0,0-1-1,-1 0 1,0 0 0,-12 12-1,1-5 49,-2 0 0,1-2-1,-2-1 1,0 0 0,0-1-1,-1-1 1,0-1-1,-1-1 1,0-1 0,-30 5-1,-31 4 144,-119 6 0,190-21-170,-897 25-169,447-50-4557,357 16 1598,-65-6-4374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9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1 10137,'0'0'11288,"-3"2"-10913,-2 2-268,-1 1 0,1 0-1,0 0 1,0 0 0,0 1 0,1-1 0,0 1-1,0 0 1,1 0 0,-1 1 0,1-1-1,0 1 1,1 0 0,0-1 0,0 1 0,0 0-1,0 11 1,-76 427 1054,14-53-4476,31-128-5547,16-126-860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0.0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10169,'2'31'387,"-1"-8"106,1 0 0,1 1-1,7 24 1,9 25 174,4-1 1,3-2-1,3 0 0,3-1 1,68 106-1,-83-149-786,11 18-233,2 0 0,37 39-1,-57-72 280,-1-1 0,2 0 0,0-1 0,0 0-1,0 0 1,1-2 0,0 1 0,1-2 0,0 1 0,0-2-1,0 0 1,22 6 0,-29-10 71,1 0-1,1 0 1,-1-1-1,0 0 1,0 0-1,0 0 1,0-1 0,0 0-1,0-1 1,0 0-1,-1 0 1,1 0-1,9-5 1,-7 2 40,0-1 0,0 0 0,-1 0 0,0-1 0,0 0 0,0 0 0,-1-1 0,7-10 0,6-12 152,-1-1 1,-1-1-1,-2-1 0,13-37 1,-26 62-160,113-301 1833,-116 308-1838,1-2 12,0-1 0,0 1 0,1 0 0,-1 0-1,1 0 1,-1 0 0,1 0 0,0 0 0,3-3 0,-3 6-45,0 0 1,0 0 0,0 0 0,0 0-1,-1 0 1,1 0 0,0 1 0,0-1-1,0 1 1,-1-1 0,1 1-1,0-1 1,-1 1 0,1 0 0,0 0-1,-1 0 1,1 0 0,-1 0 0,0 0-1,1 1 1,-1-1 0,2 3 0,25 36-726,-25-34 586,9 12-394,0-1 0,1 0 0,23 22-1,-27-29 423,-7-8-22,1-1-90,13 2-57,0-1 1,1-1-1,-1 0 1,1-1-1,-1-1 0,32-5 1,19-1-627,207-15-2322,-95-1 3863,-108 5 1651,-81 0-1934,1 7-241,8 9-87,5 3-1065,30 4 401,0-2 1,0-2 0,61-4 0,-94 3 643,0 0 0,0 0 0,1-1 0,-1 1 0,0 0 0,0 0 0,0-1 0,0 1 0,1-1 0,-1 1 0,0-1 0,0 0 0,0 1 0,0-1 0,0 0 0,0 0 0,0 0 0,-1 0 0,2-1 0,-1 1-8,-1 1 1,0-1-1,0 1 0,0-1 0,0 1 1,0-1-1,0 1 0,0-1 1,0 1-1,0-1 0,0 0 0,0 1 1,0-1-1,0 1 0,0-1 1,-1 1-1,1-1 0,0 1 0,0-1 1,0 1-1,-1 0 0,1-1 1,0 1-1,-1-1 0,1 1 0,-1-1 1,1 1-1,0 0 0,-1-1 1,1 1-1,-1 0 0,0-1 0,-35-19-2582,15 10 705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1.4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0 247 8245,'5'-8'871,"0"-1"1,-1 0-1,-1 0 0,5-14 1,18-25 4938,-20 33-4442,-2 6-347,-1-1-1,0 1 1,0 0 0,-1-1 0,0 0-1,0 1 1,-1-15 0,-1-8 990,0 28 588,0 8-2435,-2 15-856,1-1 0,1 1 0,0-1 1,2 1-1,0-1 0,6 25 1,-2-22-3479,0 1 0,18 36 0,-2-15-8214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1.6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0 11505,'0'0'1364,"-11"21"-172,1 0-268,10-3-304,-3 4-88,10-1-496,6 18-712,4-12-564,3 3-2860,0-3-3073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2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33 5685,'-1'0'198,"1"0"0,-1-1 0,1 1 0,-1 0 0,0-1 0,1 1 0,-1 0 1,1-1-1,-1 1 0,1-1 0,0 1 0,-1-1 0,1 1 0,-1-1 1,1 0-1,0 1 0,-1-1 0,1 1 0,0-1 0,0 0 0,0 1 1,-1-1-1,1 0 0,0 1 0,0-1 0,0 0 0,0 1 0,0-1 1,0 0-1,0 1 0,0-1 0,0 0 0,1 1 0,-1-1 0,0 0 0,0 1 1,1-1-1,-1 1 0,0-1 0,0 0 0,1 1 0,-1-1 0,1 1 1,-1-1-1,1 1 0,-1-1 0,2 0 0,1-5 4373,-2 9-3735,41 127 3137,-7 6-3602,-11-47-1950,-19-73 274,0 0 1,1 0-1,14 23 1,15 13-6083,-4-18-391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2.9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0 9153,'-13'43'2020,"13"-28"-276,-14 3-196,1-3-208,6 9-243,4 0-213,6 3-184,14 15-372,3-12-344,13-5-820,11-1-761,-1 6-1131,4-6-1212,4-3-2773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3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208 1 12201,'0'0'5673,"-27"3"-4717,4 3-180,3 6-160,0-3-136,-7 6-284,0 0-508,7 3-716,-3 21-824,6-2-3405,14-22-4208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5:53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10 11713,'-20'-9'3732,"20"30"-2219,3 0-273,-13 3-280,-14 24-216,-19 49 260,16-43-1152,-10 6-800,-3-6-1128,-7 7-3189,-10 14-4220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0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 12189,'-10'24'1532,"37"9"-220,-20-15-124,3 9-119,0 3-121,-3-2-260,6 23-40,0-9-152,8 0-112,5 3-376,1 10-464,10 2-652,3 6-748,7 7-913,7 2-1339,16-3-3073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1.1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0 8029,'-4'18'580,"1"0"-388,-7 0-528,0-3-1096,0 0-621,0 0 57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1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37 2208,'-50'-36'-684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1.8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647 55 10525,'-93'-18'1420,"76"12"-136,-17-3-148,-16 0-132,13 6-248,-3-3-175,-4 3-101,-2 6-52,2 3-272,0 6-388,1 0-344,9 6-217,-59 60-3959,73-41 1384,13 2-1697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2.0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406 1 9093,'-77'33'1116,"60"-24"-300,-16 6-200,-17 3-308,9-6-380,5 0-352,-5 9-484,-9-3-2232,-10 0-1281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6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 76 7701,'50'-75'11572,"-48"80"-11013,6 23-173,-1 1 0,-2-1 0,-1 1 0,-1 1 0,-1 39 0,-17 158 1179,9-164-1097,-54 475 1491,-3 44-1027,7 293-223,58-428-916,7-337-420,3 0 1,29 108-1,-33-181 121,2 0-1,2-1 0,1 0 0,2-1 1,28 48-1,-36-71 34,2 0 0,0-1-1,0 0 1,1 0 0,0-1 0,1 0 0,17 12-1,-19-17-238,1 1-1,0-1 1,0 0-1,0-1 1,1 0-1,-1-1 1,1 0-1,0-1 1,0 0-1,20 1 1,48-4-7335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6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1 139 9853,'3'-21'3640,"14"21"-2732,16-9-252,1-3-112,19 6-136,8 3-52,9-3-95,14 0 19,6 6-612,11-12-397,2-3-395,5-3-404,-5 3-2300,5 0-2553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6.6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68 5072,'-6'-9'706,"-1"0"-1,0 0 1,0 1-1,-1 0 0,0 1 1,-12-9-1,20 16-622,0-1 0,0 1 0,0 0 0,-1 0 0,1 0 0,0 0 0,0 0 0,-1 0 0,1 0 0,0 0 0,0 0 0,0 0 0,-1 0 0,1 0 0,0 0 0,0 0 0,-1 0 0,1 0 0,0 0 0,0 0 0,0 0 0,-1 0 0,1 0 0,0 0 0,0 0 0,0 1 0,-1-1 0,1 0 0,0 0 0,0 0 0,0 0 0,0 0 0,-1 1 0,1-1 0,0 0 0,0 0 0,0 0 0,0 1 0,0-1 0,0 0 0,-1 0 0,1 0 0,0 1 0,0-1 0,0 0 0,0 0 0,0 0 0,0 1 0,0-1 0,0 0 0,0 0 0,0 1 0,0-1 0,0 0 0,0 0 0,0 0 0,1 1 0,-2 27 1317,9 35-414,-1-27-404,10 50 634,8 150 1,-16-79-1529,-3-72-3124,-7 131 0,-4-159-584,4-2-2017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6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36 5557,'17'-36'2984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07.1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0 5933,'-10'49'1384,"3"-22"-68,3-6-20,4 3-112,-10-6-60,4 3-128,2-3-132,1 0-152,0 0-104,-1 0-124,14-3-72,-3 4-492,17-13-696,2 3-508,4-9-2796,27-9-3029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1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68 124 10769,'14'-23'2324,"-14"23"-2187,0-1 0,1 0 0,-1 1 0,0-1-1,0 0 1,0 0 0,0 0 0,1 1 0,-1-1-1,0 0 1,0 0 0,0 0 0,-1 1 0,1-1 0,0 0-1,0 0 1,0 1 0,-1-1 0,1 0 0,0 0 0,0 1-1,-1-1 1,1 0 0,-1 1 0,0-2 0,0 0 419,-17-34 5910,14 31-5682,1 0-1,1 0 1,-1 0-1,1-1 1,-3-11 4197,6 20-4804,5 14-174,0 0 0,-1 1 1,-1-1-1,0 1 0,-1 0 0,0 30 1,-9 112-9,6-158 5,-14 132 0,-2 41 0,-3 25-558,10-129-290,3-1-1,4 91 0,3-133-1002,2 17-1294,3-12-6101,0-10-3191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15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4 265 14365,'-1'10'752,"-1"0"0,1 0 0,1 1-1,0-1 1,1 0 0,0 1-1,0-1 1,1 0 0,0 0 0,1 0-1,5 14 1,28 50 707,3-1 0,3-3 0,76 98 0,-94-140-1690,0-1 0,2-2-1,56 44 1,-74-62 153,13 9-301,1-1 0,0-1 0,1 0 0,1-2 0,0-1 0,36 12 0,-42-18 28,0 0-1,1-1 0,0-1 0,0-1 0,0-1 1,0 0-1,0-2 0,36-4 0,-42 2 150,0 0 0,0-1 0,-1 0 0,1-1 0,-1 0 0,0-1-1,-1-1 1,1 0 0,-1 0 0,14-13 0,-10 7 30,-1-2 0,-1 0-1,0 0 1,-1-1 0,-1-1-1,12-22 1,-2-4 157,-2-2 1,-2 0-1,-2-2 0,16-89 1,-21 74 879,-2-1 1,-2-73 0,-15-122 5082,9 251-5750,-2-11 2494,-3 36-952,1 30-1569,3-1 0,1 1 1,10 66-1,-4-43-162,40 413-9,-22-255 0,-19-180-552,3 0 0,17 60 1,-18-86 209,1 0 1,1 0 0,1-1 0,0-1 0,2 1 0,23 30 0,-30-46 114,0 1 0,1-1 1,0-1-1,0 1 0,0-1 0,0 0 1,1 0-1,0-1 0,0 0 0,0 0 1,1-1-1,-1 0 0,1 0 0,0 0 1,-1-1-1,1 0 0,0-1 0,1 0 1,-1 0-1,0-1 0,0 0 0,0 0 1,0-1-1,0 0 0,0 0 0,0-1 1,0 0-1,0-1 0,0 0 0,-1 0 1,12-6-1,-1-2-164,-2 1 1,1-2-1,-1 0 0,-1-1 1,18-21-1,64-81-860,-81 94 1098,145-198 799,-136 180 225,-2 0 0,-2-2 1,30-83-1,-49 118-731,-1 0 0,1 0 0,-1 0-1,-1 0 1,1-1 0,-1-9 0,0 8-19,0 8-117,0 0-1,0 0 1,0 0 0,0 0 0,0 0 0,0 0-1,0-1 1,0 1 0,0 0 0,0 0 0,0 0-1,0 0 1,0 0 0,0 0 0,0-1 0,0 1-1,0 0 1,0 0 0,0 0 0,0 0 0,0 0-1,0 0 1,0 0 0,0-1 0,-1 1 0,1 0-1,0 0 1,0 0 0,0 0 0,0 0 0,0 0-1,0 0 1,0 0 0,-1 0 0,1 0 0,0 0-1,0 0 1,0 0 0,0-1 0,0 1 0,0 0-1,-1 0 1,1 0 0,0 0 0,0 0 0,0 0-1,0 0 1,0 0 0,0 1 0,-1-1 0,1 0-1,0 0 1,0 0 0,0 0 0,0 0 0,0 0-1,-8 0 64,4-1-35,0 1 1,0 0-1,-1 0 1,1 1-1,0-1 1,0 1-1,0 0 1,0 0 0,0 0-1,1 0 1,-1 1-1,0 0 1,0 0-1,1 0 1,-5 3-1,-20 19-384,0 1 1,2 1-1,-26 33 0,32-32-1843,-30 50 1,48-74 1548,7-2 99,0 0 506,-1 0 0,1 0 0,0-1 0,0 0 0,0 0 0,-1 0 0,1 0 0,0-1 0,5-1-1,2-2 294,-1-1 0,21-11 0,-18 9-108,17-8 321,2 1 0,-1 2 0,1 1 1,1 2-1,0 1 0,45-4 1,204-34-1593,-262 44 920,0-1 246,0 1 0,31 1 0,-46 1 71,-1 1-1,0-1 1,1 1-1,-1 0 0,0 1 1,1-1-1,-1 1 0,0 0 1,0 0-1,0 1 1,0-1-1,-1 1 0,1 0 1,7 8-1,-5-5-43,-1-1 0,1 1 0,0-1 0,1-1-1,-1 1 1,1-1 0,0 0 0,0-1 0,0 0-1,1 0 1,-1-1 0,1 0 0,-1-1 0,1 1-1,0-2 1,0 1 0,-1-1 0,18-2 0,11-4-67,0-1 1,-1-1-1,43-17 0,-12 5 15,27-13 148,14-3 712,-93 32-318,0 1 0,-1 0-1,1 2 1,0 0 0,24 1 0,-3 7 398,9 0-258,-7-8-880,0-1 1,0-2-1,0-2 0,-1-1 1,1-3-1,-2 0 0,0-3 0,0 0 1,57-32-1,132-98 1316,-222 141-716,1 3 16,-2-1-381,0 1 1,0 0-1,1-1 0,-1 1 0,0 0 0,0 0 0,0 0 1,0 1-1,0-1 0,0 0 0,-1 1 0,1-1 0,0 1 1,-1 0-1,1-1 0,2 4 0,-2 0 18,0-1 0,-1 1 0,1-1 0,-1 1 0,0-1 0,0 1 0,0 0-1,-1 7 1,1-3-164,0-1 0,0 1 0,1 0 0,0-1-1,0 1 1,1-1 0,0 0 0,0 0-1,1 0 1,7 11 0,-7-13-263,1 0 1,0-1-1,1 0 0,-1 0 1,1 0-1,0-1 1,0 1-1,0-1 0,1-1 1,-1 1-1,1-1 0,13 4 1,17 3-2282,1-2-1,0-2 1,1-1-1,0-1 1,60-4 0,-49 0-2696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15.7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1 154 9077,'0'0'3460,"7"-18"-2132,-1 3 3385,1-6-4025,3 6-344,3-3-1076,1 0-744,3 0-545,-1 0-2447,18 6-3461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16.0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 6817,'-23'9'10541,"9"9"-18006,4 0 556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6:16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0 597 4216,'12'-20'631,"2"-1"0,0 2 0,0-1 0,2 2 0,1 0 0,27-23 0,-17 16 129,44-52 1,-63 65-626,16-21 868,2 1 1,0 1-1,49-43 0,-66 66-748,0 0 1,0-1-1,-1 0 0,0 0 1,-1-1-1,10-16 0,-13 18-1383,0 0-1,0 0 0,0-1 1,-1 1-1,2-12 1,-1 5-5206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9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67 11825,'2'-55'2734,"-1"44"-20,-4 11-399,1 0-2157,0 1-1,1-1 1,0 1 0,-1 0-1,1-1 1,-1 1-1,1 0 1,0 0-1,-1 0 1,1 0-1,0 0 1,0 0-1,0 0 1,0 0-1,0 0 1,0 0-1,0 1 1,0-1-1,0 0 1,1 1-1,-1-1 1,0 1-1,1-1 1,-1 1-1,1-1 1,0 1-1,-1-1 1,1 1-1,0 2 1,-1 9 424,1 0 0,1 0-1,1 13 1,1 6 372,14 895 4218,-12-811-5171,22 131-1,-16-185-1,3 0-1,2 0 0,42 100 1,-47-137-413,2-1 1,0 0-1,1 0 0,30 35 1,-31-45-462,0 0 0,1-1 0,0 0-1,1-1 1,1-1 0,0 0 0,26 12 0,42 11-6832,5-8-5295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9.4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2047 0 13581,'-8'2'528,"6"-1"-331,0-1 1,0 0-1,0 1 0,0 0 0,0-1 0,0 1 1,0 0-1,1 0 0,-1 0 0,0 0 0,0 0 1,1 0-1,-1 1 0,1-1 0,-1 0 0,1 1 1,0-1-1,-1 1 0,1 0 0,0-1 0,0 1 1,0 0-1,0 0 0,0 0 0,0 2 0,-5 10 986,0-1-1,-2 1 1,1-1-1,-1-1 1,-1 0-1,0 0 1,-18 17-1,-86 71 2644,45-49-3724,-3-2 0,-86 43 0,-166 64-163,91-57 149,-176 83-611,148-43-5125,94-39-4028,45-23-4348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9.8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0 120 16153,'2'-19'1065,"-2"16"-819,0 0 0,0-1 0,0 1 0,0 0-1,1 0 1,0 0 0,-1 0 0,1 0 0,0 0 0,1 0-1,-1 0 1,0 1 0,1-1 0,-1 0 0,1 1-1,0-1 1,0 1 0,0-1 0,5-3 0,-4 3 148,1 0 22,0-1 1,0 1 0,0 0-1,1 0 1,-1 0-1,1 0 1,-1 1 0,1 0-1,0 0 1,0 0 0,0 0-1,0 1 1,0 0-1,0 0 1,11 0 0,6 2-81,0 0 1,0 2-1,-1 0 1,1 2-1,41 14 1,108 51 1149,-136-54-1419,83 41-95,-3 5 0,202 146 0,183 195-706,-343-271 244,65 65-4737,-78-61-2245,-107-101 4677,83 77-10186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0.5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31 444 17006,'-23'-37'2942,"19"29"1944,3 13-3060,-1 22-1281,1 1-1,2 0 1,0 0-1,7 31 0,28 117 2408,-20-104-2519,217 983-433,-225-1017 0,18 65 0,-23-100 0,-1-10 0,-1-16 0,-2-97-125,6 1 1,5-1-1,5 1 0,6 1 1,4 1-1,6 1 0,73-181 1,-71 222-77,4 1 1,2 2-1,4 2 1,65-82 0,-69 104 104,2 2 1,3 2 0,1 1-1,2 3 1,1 1-1,69-40 1,-89 63 46,0 1-1,58-21 1,-77 33 37,0 0 0,1 0-1,-1 1 1,0 0 0,1 1 0,0 0 0,-1 0 0,1 1 0,-1 0 0,1 1 0,0 0 0,-1 1 0,19 5 0,-25-5 7,1-1 0,0 1 1,-1 0-1,0 1 0,1-1 1,-1 1-1,0-1 0,0 1 1,0 0-1,-1 0 0,1 1 1,-1-1-1,0 0 0,1 1 1,-2-1-1,1 1 0,0 0 1,-1 0-1,1-1 0,-1 1 0,0 0 1,-1 0-1,1 0 0,-1 0 1,1 0-1,-2 7 0,1 5 4,-2 1-1,0-1 0,-1 1 0,-1-1 0,-8 21 0,-16 35-33,-4-2-1,-76 127 1,-18 34-779,110-196 475,2 0 0,2 0-1,1 1 1,2 1-1,-5 38 1,12-58 234,1 0 1,0-1-1,1 1 0,1 0 0,0-1 0,1 1 1,1-1-1,1 1 0,1-1 0,0 0 1,0-1-1,2 1 0,0-1 0,1-1 0,0 1 1,1-1-1,1 0 0,0-1 0,12 12 1,23 16-90,1-1 1,2-3 0,53 32 0,87 68 17,-180-130 282,-1 0 0,1 0 0,-2 1-1,1 0 1,8 13 0,-13-18-29,0 1-1,0-1 1,-1 1-1,0 0 1,1-1-1,-1 1 0,0 0 1,-1 0-1,1 0 1,-1-1-1,1 1 1,-1 0-1,0 0 1,-1 0-1,1 0 1,-1 0-1,0 0 1,-1 4-1,-1 0 55,-1 0-1,-1 1 0,1-1 1,-1-1-1,-1 1 1,1-1-1,-1 0 1,-1 0-1,1-1 1,-11 9-1,-11 6 335,-44 26 0,-16 2 153,-106 43-1,-99 22 198,-51 24-2203,329-132 231,15-6 1121,0 0-1,0 0 1,0 0 0,0 0 0,0 0-1,0-1 1,-1 1 0,1 0 0,0 0 0,0 0-1,0 0 1,0 0 0,0 0 0,0 0-1,0 0 1,0 0 0,0 0 0,0 0 0,0 0-1,0 0 1,0 0 0,0 0 0,0 0-1,0 0 1,0 0 0,0 0 0,0 0-1,-1 0 1,1 0 0,0 0 0,0-1 0,0 1-1,0 0 1,0 0 0,0 0 0,0 0-1,0 0 1,0 0 0,0 1 0,0-1 0,0 0-1,0 0 1,-1 0 0,1 0 0,0 0-1,0 0 1,0 0 0,47-33-5372,133-79-12064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1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49 344 11665,'-4'-3'522,"0"-1"0,0 1 0,1-1 0,-1 0 0,1 0 0,0 0 0,0-1 0,1 1 0,-1-1 0,1 1 0,0-1 0,0 0 0,-2-9 0,3 10 1697,-4-26 3895,31 83-5386,-2 1-1,19 70 0,3 6-475,-36-104-261,0 2-110,22 39 0,-28-59 57,0-1 0,1 0 0,0 0 0,0-1 0,1 1 0,0-1 0,0-1 0,0 1 0,14 8 0,-13-10 14,1-1 1,-1-1-1,1 1 0,0-1 0,0-1 0,0 0 0,0 0 0,0 0 0,0-1 1,0 0-1,1 0 0,-1-1 0,0 0 0,0-1 0,12-4 0,30-8 342,71-31 0,-115 43-258,0 0 0,0 0 0,0 1 0,0 0 0,1 0 0,-1 1 0,0 0 0,1 0 0,-1 0 0,0 1-1,1 0 1,6 1 0,10 5 90,44 17 0,-2 0-26,-54-20-131,0-2 0,0 1-1,0-2 1,1 1 0,-1-2 0,1 1 0,-1-2 0,15-1-1,-18 0 8,-1 0 0,1 0-1,0-1 1,-1 0 0,0 0-1,0-1 1,0 0 0,0 0-1,0-1 1,-1 1 0,0-2-1,0 1 1,6-7 0,8-13 76,-2 0 0,-1-1 0,28-56 0,-17 29 180,-6 14 46,2 1 0,34-42 0,-45 64-183,2 0 0,0 1 0,0 0 0,2 2 0,0 0 1,31-19-1,-44 30-77,1 0 1,-1 1-1,1-1 0,0 1 1,-1 0-1,1 0 1,0 0-1,0 1 0,-1 0 1,1 0-1,8 1 1,43 11 63,-53-11-73,7 2 9,0 1-1,-1 0 1,0 1 0,0 0 0,-1 1 0,1 0 0,-1 0-1,0 0 1,-1 1 0,0 1 0,0-1 0,0 1-1,-1 0 1,0 0 0,0 1 0,-1 0 0,-1 0-1,8 18 1,-6-10 5,0 0 0,-1 1 0,-1 0 0,-1-1-1,0 1 1,-1 1 0,-1-1 0,-1 0 0,-3 31 0,-5-14-22,0 0 1,-26 64 0,15-47-38,10-30-19,-1-1 0,-13 22 1,11-22-123,-13 33 1,54-71-247,11-16-93,-1-2 1,-2-1 0,63-80-1,-47 54 90,323-430 48,-356 461 689,1 0 0,2 1 0,0 1 0,38-33 1,-59 59-278,0 1 0,0 1 0,0-1 1,0 0-1,0 0 0,0 1 0,1-1 0,-1 1 1,1 0-1,-1 0 0,1 0 0,0 0 1,-1 0-1,1 0 0,0 1 0,-1-1 0,1 1 1,0 0-1,0 0 0,-1 0 0,1 0 0,0 0 1,0 1-1,-1-1 0,1 1 0,0 0 1,3 1-1,1 2 38,0 0-1,1 0 1,-1 0 0,0 1 0,-1 0 0,0 1-1,1 0 1,-2 0 0,1 0 0,-1 0-1,0 1 1,0 0 0,0 0 0,-1 0 0,6 15-1,1 4 48,-2 1-1,0-1 1,8 46-1,-11-41-218,-2 1 1,-1-1 0,-2 1-1,0-1 1,-2 1-1,-2 0 1,-1-1-1,-1 0 1,-2 0-1,-1 0 1,-14 36-1,15-53-174,1 3-510,-1-1 1,-1 1-1,-1-2 0,0 1 0,-1-1 0,0 0 1,-24 24-1,22-27-1322,10-9-932,5-31-13107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1.3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19 11505,'-16'-19'6833,"22"38"-12082,11 11 1449,6-3-2505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2.1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44 848 11173,'0'-2'317,"-1"-1"0,0 1 1,1 0-1,-1-1 0,0 1 0,0 0 0,-1-1 1,1 1-1,0 0 0,-1 0 0,-2-3 1,2 3-4,1 0 0,-1 0 0,1 0 0,-1 0 0,1 0 1,0 0-1,0-1 0,0 1 0,0 0 0,0-1 1,0-3-1,-6-17 2410,6 21-2550,0 0-1,0 0 1,0 0-1,1-1 0,-1 1 1,1 0-1,-1 0 1,1 0-1,0-1 1,0 1-1,0 0 1,0 0-1,0-1 1,0 1-1,0 0 0,1 0 1,0 0-1,-1-1 1,1 1-1,0 0 1,0 0-1,0 0 1,2-2-1,24-36 1333,2 2 1,2 2-1,45-42 0,-74 76-1481,0-1 0,1 1 0,0 0 0,-1 0-1,1 0 1,0 0 0,0 0 0,0 1 0,0-1 0,0 1 0,1 0-1,-1 0 1,0 0 0,1 0 0,-1 0 0,0 1 0,1 0 0,-1 0-1,1 0 1,-1 0 0,1 0 0,-1 0 0,0 1 0,1 0-1,-1 0 1,5 2 0,-2-1 6,-1 1 0,0 0 0,0 0 0,0 0 0,-1 1 0,1 0 0,-1 0 0,0 0 0,0 0 0,0 1 0,0-1 0,-1 1 0,4 6 0,2 11-30,0 1 0,-1-1 0,-1 1 1,6 40-1,3 8-50,-8-34-385,-6-30 241,-1 0 1,1 0 0,0 0 0,0 0-1,7 13 1,-4-20-241,7-6 305,-1-1 1,-1 1-1,1-1 1,-1-1 0,-1 0-1,16-16 1,50-67-274,-58 69 350,-6 8 99,1 1 0,0 0 0,1 1 0,1 1 0,-1 0 0,2 0 0,28-15 0,-9 10 44,2 1 0,55-16 0,-70 24-68,-1-1 0,0-1 0,0-1 0,-1-1 0,-1-1 0,31-24 0,-35 21-10,1-7 1,-15 14-10,-1 3 2,1 4 8,1 0-1,-1-1 0,0 1 1,0 0-1,0-1 1,0 1-1,0 0 1,-1 0-1,1-1 1,0 1-1,-1 0 0,1 0 1,0-1-1,-1 1 1,0 0-1,1 0 1,-1 0-1,0 0 1,1 0-1,-1 0 1,0 0-1,0 0 0,0 0 1,0 0-1,0 0 1,-2-1-1,-1-2 53,2 4-43,1 0 0,0 0-1,-1 1 1,1-1 0,-1 0-1,1 0 1,0 1 0,-1-1 0,1 0-1,0 1 1,-1 0 0,1-1-1,0 1 1,0 0 0,-3 1-1,4-2 13,-4 3-2,0 0 1,0 0 0,0 1 0,1-1 0,-1 1-1,1 0 1,0 0 0,0 0 0,0 0 0,1 0-1,0 0 1,-1 1 0,1-1 0,1 1 0,-1 0-1,1 0 1,0-1 0,0 1 0,0 0 0,1 0-1,-1 7 1,1-3-6,0 0 1,0-1-1,1 1 0,0 0 1,0 0-1,1-1 0,0 1 1,1-1-1,0 1 0,0-1 1,5 9-1,-5-12-72,1 0 0,-1 0 0,1 0 0,0-1 0,0 0 0,0 1 1,1-1-1,0-1 0,-1 1 0,1-1 0,1 0 0,-1 0 0,0 0 0,1-1 0,-1 0 0,8 2 0,-4-2-18,-1-1 0,1 0-1,0-1 1,0 1 0,-1-2-1,1 1 1,0-2 0,0 1-1,-1-1 1,10-3 0,7-4-24,0-2 0,-1 0 1,0-2-1,-1 0 0,0-2 1,27-23-1,134-136-98,-32 26 131,-125 124 28,2 2 0,0 1 0,60-31 0,-79 46 14,1 1 0,0 1 0,1 0 1,-1 1-1,1 0 0,-1 1 0,1 0 0,0 0 0,13 1 0,-20 1 12,1 1 0,0-1 0,0 1 0,-1 0 0,1 1 0,-1-1 0,1 1 0,-1 0 0,1 1 0,-1-1 0,0 1 0,0 0 0,0 0 0,-1 1 0,1-1 0,-1 1 0,0 0 0,0 0 0,0 1 0,5 6 0,-3-1 25,-1 0-1,0 0 1,0 1-1,-1-1 1,0 1-1,-1 0 1,0 0 0,-1 1-1,0-1 1,-1 0-1,0 1 1,-1 16-1,-3 13 56,-2-1 0,-13 49 0,-2 18-6,16-76-66,-5 45 65,8-71-96,1 1 0,0-1 0,0 0-1,1 0 1,0 1 0,-1-1 0,2 0-1,-1 0 1,1 0 0,3 8 0,-4-12 5,0 0 1,0 0-1,-1 0 1,1-1-1,0 1 0,0 0 1,0 0-1,0-1 1,1 1-1,-1-1 1,0 1-1,0-1 1,0 1-1,0-1 0,0 0 1,1 0-1,-1 0 1,0 1-1,0-1 1,2 0-1,25-3-192,-25 3 169,9-3-90,1 0 0,-1-1 0,1 0 0,-1-1 0,-1 0 0,1-1 0,21-14 0,70-62-650,-79 61 559,53-50-900,96-118 0,-103 108 851,105-93 0,-170 169 412,0 1 0,0-1 0,1 1 0,0 1 0,0-1 0,0 1 0,0 0 0,0 1 0,1-1 0,-1 1 0,1 1 0,8-2 0,-11 3-50,-1 0-1,1 0 0,-1 0 1,1 1-1,-1-1 1,1 1-1,-1 0 1,0 0-1,1 1 1,-1-1-1,0 0 0,0 1 1,0 0-1,0 0 1,0 0-1,-1 0 1,1 0-1,0 1 1,-1-1-1,0 1 0,0-1 1,1 1-1,-1 0 1,-1 0-1,4 6 1,2 7 130,0 0 0,-1 0 0,0 1 0,-2 0 0,0 1 0,-1-1 1,0 1-1,-2-1 0,0 1 0,-2 22 0,-2 2-174,-1 0 0,-3-1 0,-14 50 1,12-59-1070,-1-1 1,-2 0 0,-1-1 0,-31 52 0,32-64-1246,-1 0 1,0-1-1,-2 0 0,-30 28 0,-23 4-10213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2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10 184 15501,'-4'-30'1658,"-1"-52"-1,5 79-1331,0 0 0,0 0 0,0 0 0,1 0-1,-1 0 1,1 0 0,0 0 0,0 0 0,0 0-1,1 0 1,-1 1 0,0-1 0,1 0-1,0 1 1,0-1 0,0 1 0,0 0 0,0 0-1,0-1 1,0 1 0,1 1 0,-1-1 0,1 0-1,-1 1 1,1-1 0,0 1 0,5-2 0,-7 2-220,0 1 1,0 0-1,-1-1 1,1 1-1,0 0 1,0 0-1,0 0 1,0 0 0,-1 0-1,1 0 1,0 0-1,0 0 1,0 0-1,0 0 1,-1 0-1,1 0 1,0 1 0,0-1-1,0 0 1,-1 1-1,1-1 1,0 0-1,-1 1 1,2 0-1,14 21 1173,-13-16-1074,15 28-72,-1 2-1,-2 0 1,-2 0 0,17 75-1,14 163-114,-30-109-18,-7 1 0,-18 208 0,-66 329 0,15-179 0,44-147-924,18-362-89,1 0 0,0-1 0,1 1 0,4 17 0,-4-27 129,0 1 0,0 0 0,0-1 0,1 1 0,0-1-1,0 0 1,0 0 0,1 0 0,-1 0 0,1 0 0,6 5 0,27 12-12301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2.8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201 18 15857,'28'-15'2761,"-28"15"-2686,0-1-1,1 1 0,-1 0 1,0 0-1,0 0 1,1-1-1,-1 1 0,0 0 1,0 0-1,1 0 0,-1 0 1,0 0-1,1 0 0,-1-1 1,0 1-1,0 0 1,1 0-1,-1 0 0,0 0 1,1 0-1,-1 0 0,0 0 1,1 1-1,-1-1 0,0 0 1,1 0-1,-1 0 0,0 0 1,0 0-1,1 0 1,-1 1-1,17 8 759,-1 2 1,-1 0-1,0 1 1,-1 0 0,0 1-1,0 1 1,18 25-1,72 118 921,-76-110-1450,-3 1 0,-1 2-1,-3 0 1,-2 2 0,-2 0 0,15 84 0,-25-94-208,-3 1 1,-1-1-1,-2 1 0,-2-1 1,-2 1-1,-1-1 1,-3 0-1,-1 0 1,-15 43-1,4-33-30,-2-2 0,-2-1 0,-2 0 0,-55 78-1,-150 159-2597,140-194-279,28-30-1052,9-1-5413,42-42-2098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3.3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14301,'5'9'617,"15"25"2645,17 47-1,-18-41-1659,1 0 0,30 42 0,26 52 222,-47-70-1392,-4 2-1,-2 0 1,-3 1 0,17 102 0,-31-125-343,-1 0-1,-3 1 1,-2-1 0,-1 1-1,-2-1 1,-3 0-1,-1 0 1,-16 51 0,20-82 5,-1 0 1,-1 0-1,0 0 1,-1 0-1,0-1 1,-1 0-1,0-1 1,-1 1 0,0-1-1,-1-1 1,-19 19-1,27-28-76,-1-1-1,1 1 0,-1 0 1,1-1-1,-1 1 1,1-1-1,-1 1 0,0-1 1,1 0-1,-1 0 1,0 1-1,1-1 0,-1 0 1,0-1-1,1 1 1,-1 0-1,0 0 0,1-1 1,-1 1-1,0-1 1,1 1-1,-1-1 0,1 0 1,-2-1-1,-1 0 4,0 0 1,0-1-1,1 1 0,-1-1 0,1 0 1,-1 0-1,-2-4 0,2 0-21,1 0 0,0 0 0,0 0 0,1 0 0,0-1 0,0 1 0,1-1 0,0 0 0,0 1 0,0-1 0,2-12 0,-1-7 0,2 1 0,1-1 0,1 1 0,1 0 0,2 0 0,17-47 0,3 11 0,52-90 0,-35 78-1180,4 1-1,3 3 1,112-118 0,-112 138 313,2 2 0,2 2 0,2 3 0,1 2 1,72-36-1,-94 59 191,59-22-1,-80 35 585,0 1-1,1 0 1,-1 1-1,1 0 1,-1 1-1,29 1 1,-39 1 137,0 1 1,-1-1-1,1 1 1,0 0-1,0 1 1,-1-1 0,1 1-1,-1 0 1,0 0-1,1 0 1,-1 0-1,0 1 1,0 0-1,0 0 1,-1 0 0,1 0-1,-1 1 1,1-1-1,3 7 1,-3-4 107,-2-1 0,1 1 0,0-1 0,-1 1 0,0 0 0,-1 0 0,1 0 1,-1 0-1,0 0 0,-1 0 0,1 0 0,-1 0 0,0 0 0,-2 11 0,-35 171 3340,34-163-3141,-4 14 378,3 1 1,-1 64-1,7-68-514,1-1-1,2 1 1,1-1 0,1-1-1,2 1 1,15 34 0,-19-56-155,1 0 1,0-1-1,1 0 1,0 0-1,1-1 1,0 0-1,1 0 1,0-1-1,1 0 1,0-1 0,1 0-1,0 0 1,0-1-1,0-1 1,1 0-1,0 0 1,1-2-1,19 8 1,-23-10-69,0-1 0,0-1 0,0 1 0,0-1 0,0-1-1,0 0 1,0 0 0,0-1 0,0 0 0,0 0 0,0-1 0,0 0 0,0-1 0,0 0 0,-1 0 0,0-1-1,1 0 1,-2 0 0,1-1 0,0 0 0,10-10 0,-8 7-7,-1-1 1,0-1-1,-1 1 1,0-1-1,-1-1 0,0 1 1,0-1-1,-1-1 1,-1 1-1,0-1 0,0 0 1,-1 0-1,-1 0 1,4-23-1,-4 4-11,-1 0 0,-1-1 0,-2 1 1,-1 0-1,-2 0 0,-13-58 0,5 51-171,-1 1-1,-2 1 1,-1 0-1,-2 2 1,-36-54-1,-22-17-2678,69 95 2123,0 1 1,-1 1 0,0-1 0,-1 1-1,-11-8 1,0-1-4143,15 17-1267,-9 7-3471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3.6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0 16446,'1'6'619,"-1"0"0,0 0 0,-1 0 0,1 0 0,-1 0 0,-1 6 0,-3 13 876,1 23 1187,3 53 1,1-13-739,-81 819 1235,78-879-3174,-28 320-5,16-165 0,10-128 0,4 85 0,2-124 0,0 1 0,2-1 0,0 1 0,0-1 0,2 0 0,0 0 0,1-1 0,0 1 0,14 22 0,-18-35-1,0 1 1,1-1-1,-1 0 1,1 0-1,-1 0 1,1 0-1,0 0 1,0-1-1,6 5 1,-7-6-7,0-1 0,1 1 0,-1 0 0,0-1 0,1 1 0,-1-1 0,0 0 0,1 0 0,-1 0 0,1 0 0,-1 0 0,0 0 0,1-1 0,-1 1 0,0-1 0,1 1 0,-1-1 0,2-1 0,5-2-54,-1-1 0,1 0 1,-1 0-1,0 0 0,-1-1 1,1-1-1,-1 1 0,-1-1 0,1 0 1,-1 0-1,0-1 0,-1 0 0,1 0 1,-2-1-1,1 1 0,-1-1 0,-1 0 1,4-9-1,1-11-32,0 1 1,-2-2 0,-1 1-1,3-49 1,-8 57 90,-1 0 0,0 0 0,-1 0-1,-10-37 1,-31-76-1229,17 57-4326,25 73 2173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3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0 16197,'-11'488'13403,"-2"-279"-10236,-39 366-3298,32-417-1642,-8 72-7198,23-157 1786,10-3-4538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4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0 370 13653,'15'-21'2168,"0"2"0,2 0 0,0 0-1,38-29 1,-41 38-1875,-1 0 0,0-2 0,0 1 1,-1-1-1,-1-1 0,0 0 0,-1-1 0,0 0 0,-1 0 0,-1-1 0,0 0 0,-1-1 0,5-17 0,-11 31-280,-1 0 0,1 0 0,-1 1 1,0-1-1,1 0 0,-1 0 0,0 0 0,0 0 0,-1 0 0,1 0 0,0 0 0,-1 0 0,1 0 0,-1 1 0,-1-4 0,2 4-11,0 1-1,-1-1 0,1 1 0,0-1 0,-1 1 0,1-1 0,-1 1 1,1-1-1,-1 1 0,1 0 0,-1-1 0,1 1 0,-1 0 0,0-1 1,1 1-1,-1 0 0,1 0 0,-1-1 0,0 1 0,1 0 0,-1 0 1,0 0-1,1 0 0,-1 0 0,0 0 0,1 0 0,-1 0 0,0 0 1,1 0-1,-1 0 0,1 1 0,-1-1 0,0 0 0,1 0 1,-1 1-1,1-1 0,-2 1 0,-6 4 17,1 1 0,-1 0 0,1 1 0,0 0 0,1 0 0,-1 0-1,2 1 1,-1 0 0,1 0 0,0 0 0,0 1 0,-4 11 0,0 4 8,0 0 0,2 1 0,-7 37 0,9-32-16,1-1 0,2 1 0,2 51 0,2-65-177,0-1 0,1 0 0,0 0 1,1 0-1,1 0 0,0 0 0,1-1 0,14 25 0,-11-23-349,1 0-1,1-1 1,25 26-1,-31-36 341,-1-1 1,2 0-1,-1 0 0,0 0 0,1-1 1,0 0-1,0 0 0,0 0 0,0 0 0,0-1 1,1 0-1,-1-1 0,1 0 0,-1 0 1,8 1-1,-2-3 117,-1 1 0,0-2-1,1 1 1,-1-2 0,0 1 0,0-2 0,0 1 0,-1-1 0,1-1 0,-1 0 0,0-1-1,0 1 1,10-10 0,-7 5 169,0 0-1,-1-1 1,-1-1 0,0 0-1,0 0 1,-1-1-1,-1-1 1,14-24-1,-6 2 892,2 0-1,1 2 1,25-33-1,-40 62-990,0 1-1,0 0 0,0 0 1,0 1-1,0-1 1,1 1-1,0 0 0,-1 1 1,1-1-1,0 1 1,0 0-1,8-1 1,12-2-1058,38-4 0,-49 8 838,-11 0-10,0 1 41,12 0 83,-10-1 61,1 1 1,-1 0-1,1 0 1,0 1-1,-1-1 1,1 1-1,-1 1 1,1-1-1,-1 1 1,0 1-1,1-1 0,-1 1 1,-1 0-1,11 6 1,52 36-435,6 0-3536,41 26 1797,-95-81 4337,5-1-1550,76-13-2957,-87 20 1283,29-15-5753,-25 15 318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6.0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40 12053,'-2'-3'604,"0"1"1,1 0-1,-1 0 1,0-1-1,1 1 0,0-1 1,-1 0-1,1 1 0,-1-5 1,-2-4 10916,26 41-9013,-17-20-2378,-1 0-1,0 0 0,2 14 0,10 25-5,60 141-124,-55-130 0,-16-41 0,2 0 0,14 31 0,-20-48 0,0 0 0,0 0 0,1 0 0,-1 0 0,0 0 0,1 0 0,-1-1 0,1 1 0,0 0 0,-1-1 0,1 1 0,0-1 0,0 1 0,4 1 0,-5-3 0,0 0 0,0 0 0,0 0 0,0 0 0,0 0 0,0 0 0,0 0 0,0 0 0,0 0 0,0 0 0,0-1 0,0 1 0,0 0 0,0-1 0,0 1 0,-1-1 0,3 0 0,9-8 0,0 0 0,-1-1 0,0 0 0,-1-1 0,10-12 0,57-75 0,-62 77 0,-7 11 0,0-1 0,0 0 0,1 1 0,18-17 0,-24 25 0,0 0 0,0 0 0,0 0 0,0 0 0,0 0 0,0 1 0,0 0 0,1-1 0,-1 1 0,1 0 0,-1 1 0,0-1 0,1 1 0,-1-1 0,1 1 0,-1 0 0,1 0 0,0 1 0,5 0 0,4 4 0,1 0 0,-2 1 0,1 0 0,-1 1 0,0 0 0,14 12 0,16 8 0,-13-8-194,-18-11-67,1 0 0,0-1 1,15 6-1,-23-11 204,1-1 0,0 1-1,-1-1 1,1 0 0,0-1 0,-1 1 0,1-1 0,0 0-1,0 0 1,-1 0 0,1-1 0,0 1 0,6-3-1,-1 0-16,0-1 0,0 0 0,-1-1 0,1 0 0,-1 0 0,0-1 0,9-7 0,54-55-55,2-2-129,-65 63 133,0 1 1,0 0-1,0 0 0,1 1 1,0 1-1,-1-1 0,14-3 1,10 0-1676,0 1-1,37-2 1,25 5-9697,-55 4 2626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6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49 10505,'13'-9'7201,"-3"-3"-8045,4 3-877,9 0-2667,-3 0-3381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7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70 796 17498,'-62'-10'2863,"62"10"-2777,0 0-1,0 0 1,-1 0-1,1 0 0,0 0 1,-1 0-1,1 0 1,0 0-1,0 0 1,-1 0-1,1 0 1,0 0-1,0 0 1,-1 0-1,1 0 0,0 0 1,0-1-1,-1 1 1,1 0-1,0 0 1,0 0-1,-1 0 1,1-1-1,0 1 0,0 0 1,0 0-1,0-1 1,-1 1-1,1 0 1,0 0-1,0-1 1,0 1-1,0 0 1,0 0-1,0-1 0,0 1 1,0 0-1,0 0 1,0-1-1,0 1 1,0 0-1,0-1 1,0 1-1,0 0 0,0 0 1,0-1-1,0 1 1,0 0-1,0 0 1,0-1-1,9-10 531,-7 9-57,16-17-52,0 1 0,2 1 0,0 0 0,1 2 0,0 0 0,1 2 0,28-14 0,175-64 2310,243-46-2817,-342 104 0,562-125 0,-93 51-976,-471 87 389,258-36-4593,-255 43 685,1 6-3915,-99 7-1725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7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2807 114 9501,'-96'-82'5226,"91"78"-4753,-1 0 1,-1 0 0,1 1 0,0 0 0,-1 0 0,0 1-1,1 0 1,-1 0 0,0 1 0,0-1 0,0 2-1,0-1 1,0 1 0,-1 0 0,1 0 0,0 1-1,0 0 1,0 0 0,0 1 0,0-1 0,-6 4 0,-11 4 393,1 1 1,0 1-1,1 1 1,-32 23 0,-34 29-77,-94 88 1,-69 90 626,113-106-1141,-665 605-277,73-70 0,682-625 0,-76 94 0,118-133 0,0 1 0,1 0 0,0 1 0,0 0 0,1-1 0,0 1 0,-5 17 0,9-24 0,-1 1 0,1 0 0,0-1 0,0 1 0,0-1 0,0 1 0,0 0 0,1-1 0,-1 1 0,1-1 0,0 1 0,-1-1 0,1 0 0,0 1 0,1-1 0,-1 0 0,0 1 0,1-1 0,-1 0 0,1 0 0,0 0 0,-1 0 0,1-1 0,0 1 0,0 0 0,0-1 0,0 1 0,1-1 0,-1 0 0,0 0 0,1 0 0,4 2 0,6 2 9,0-1 0,0-1 0,0 0-1,1 0 1,23 0 0,80-3-266,-115 0 248,474-37-3651,6-30-1067,-137 18 1121,-10 5-3003,-2 0-4359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4.5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2 19646,'0'0'103,"-1"0"1,1-1 0,-1 1 0,1 0-1,-1 0 1,1 0 0,-1-1-1,1 1 1,-1 0 0,1 0-1,-1 0 1,1 0 0,-1 0 0,1 0-1,-1 0 1,1 0 0,-1 0-1,1 0 1,-1 0 0,1 1-1,-1-1 1,1 0 0,-1 0 0,1 0-1,0 1 1,-1-1 0,1 0-1,-1 1 1,0-1 0,-4 18 2215,9 38 767,-1-29-1834,7 139-117,13 367 1083,-32 257-2218,23-419 0,-11-307 0,-1-17-558,2-1 0,2 0 0,2 0 0,2 0 0,2-1 0,29 71 0,-37-107-424,1-1-1,0 1 1,0-1-1,11 13 1,-13-17-72,1 0 0,0-1 0,0 0-1,0 1 1,1-1 0,5 3 0,38 11-12532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4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73 20342,'-19'-14'2456,"-1"2"1,1 0-1,-2 1 0,-24-9 1,44 19-2453,1 1-1,0 0 1,-1-1 0,1 1 0,0 0 0,-1 0 0,1 0 0,-1-1 0,1 1-1,0 0 1,-1 0 0,1 0 0,-1 0 0,1 0 0,-1 0 0,1 0 0,-1 0-1,1 0 1,0 0 0,-1 0 0,1 0 0,-1 0 0,1 0 0,-1 0 0,1 0-1,0 0 1,-1 1 0,1-1 0,-1 0 0,1 0 0,0 1 0,-1-1 0,1 0-1,0 0 1,-1 1 0,1-1 0,0 0 0,-1 1 0,1-1 0,0 1 0,0-1-1,-1 0 1,1 1 0,0-1 0,0 1 0,2 14-36,-2-14 29,2 6 3,0 0 0,1-1 0,-1 1 0,1-1 0,1 0 0,-1 1 0,9 10 0,39 40 0,-21-26 0,105 120 0,182 209 0,-20 16 0,-246-304 0,-3 2 0,-4 2 0,-3 2 0,58 154 0,-82-180 0,-3 0 0,-2 1 0,-2 1 0,-2 0 0,-3 0 0,-2 1 0,-3-1 0,-2 1 0,-9 57 0,2-65 4,-2 1 1,-2-2-1,-2 1 1,-2-2-1,-24 47 1,8-30 4,-3-2-1,-83 107 1,10-43-98,-6-5 1,-151 122-1,149-153-2339,36-40-5623,89-64-11040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5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686 1447 12229,'-2'-2'380,"1"1"-1,-1 0 1,0 0 0,1-1-1,-1 1 1,0 0 0,0 0-1,0 1 1,0-1 0,0 0-1,0 1 1,0-1-1,0 1 1,0 0 0,0-1-1,0 1 1,0 0 0,0 0-1,-5 1 1,3 0 59,0 0 1,0 1-1,0-1 0,0 1 1,1 0-1,-1 0 0,0 0 0,1 1 1,-5 3-1,-5 6 557,1 0-1,1 1 1,-19 27-1,-241 406 3508,161-252-4510,73-130-484,2 2 0,-47 129 0,83-194 485,-1-1-1,0 1 1,0-1 0,1 1 0,-1-1 0,0 1 0,1-1 0,-1 1 0,0-1 0,1 0 0,-1 1 0,0-1 0,1 1 0,-1-1 0,1 0 0,-1 0 0,1 1 0,-1-1 0,1 0 0,-1 0 0,1 0 0,-1 1 0,1-1 0,-1 0 0,1 0 0,-1 0 0,1 0 0,-1 0 0,1 0 0,0 0 0,-1 0 0,2-1 0,-2 2-5,5-2 1,0 1 1,0-1-1,0 0 0,-1 0 0,1-1 1,0 1-1,-1-1 0,1 0 0,-1 0 0,0 0 1,1-1-1,-1 0 0,0 0 0,6-6 1,10-9-29,26-32 0,-31 33 18,16-17 52,109-112 944,-122 130-835,1 0 0,0 1 0,1 2-1,1 0 1,0 1 0,28-12 0,-36 19-140,1 1-1,-1 1 1,1 0-1,0 1 1,0 0-1,20 1 1,87 10 7,-84-5-53,65 0 0,-43-9-589,0-3 1,-1-3-1,0-2 1,0-2-1,-2-3 1,0-3 0,-1-1-1,-1-4 1,-1-1-1,-2-3 1,-1-2-1,61-51 1,-68 45 482,-3-1 0,-1-2 0,-2-1 0,-2-2-1,-2-2 1,47-85 0,-16 6 155,71-199 0,26-258 4176,-138 488-3056,-4 3 174,-12 50-425,2 1-1,20-54 1,-29 93-868,0 0 0,0 1 0,0-1 0,0 1 0,1-1 0,-1 0 0,0 1-1,0-1 1,0 1 0,1-1 0,-1 1 0,0-1 0,1 1 0,-1-1 0,0 1 0,1-1 0,-1 1 0,1 0 0,-1-1 0,1 1 0,-1 0 0,1-1-1,-1 1 1,1 0 0,-1-1 0,1 1 0,-1 0 0,1 0 0,0-1 0,1 3-5,-1-1 0,0 0 0,0 0 0,0 1 0,1-1 0,-1 0 0,0 1 0,-1-1 0,1 1 0,0-1 0,0 1 0,-1 0 0,1-1 0,-1 1 0,1 0 0,-1-1 0,0 3 0,7 37 0,-7-37 0,4 62 0,-9 121 0,0-88 0,-12 187-1096,-2 92-1949,20-353 926,6 41 0,-2-33-1744,-1 1-3996,-1-10-1823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5.7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121 553 12265,'-10'1'455,"0"0"-1,0-1 1,0 0-1,-14-3 1,20 3-169,0-1 0,0 0 1,0 0-1,1-1 0,-1 1 1,1-1-1,-1 0 0,1 0 0,-1 0 1,1 0-1,0 0 0,0-1 1,0 1-1,-3-5 0,4 5 1631,4-2-376,0-1-1374,0 0-1,0 0 1,1 1 0,0-1 0,0 0-1,1 1 1,-1 0 0,1 0-1,0 0 1,0 0 0,0 1-1,0-1 1,1 1 0,-1 0-1,1 1 1,6-4 0,17-7 217,52-17 1,-40 17-204,373-151-1060,-280 105 454,129-80 0,-241 124 416,-1 2-6,-17 15 26,-7 10 23,-31 56 138,-24 51-369,51-101 7,1 1 1,1 0-1,0 1 0,-3 25 1,8-43 169,1 0 1,-1 0-1,1 1 0,0-1 1,0 0-1,0 1 0,0-1 1,0 0-1,1 0 0,-1 1 1,0-1-1,1 0 0,0 0 1,-1 0-1,1 1 1,0-1-1,0 0 0,1 0 1,-1 0-1,0 0 0,3 2 1,-2-3 17,0 1 0,0-1 0,0 0 0,0-1 0,0 1 0,1 0 1,-1-1-1,0 1 0,0-1 0,1 0 0,-1 1 0,0-1 0,0 0 0,1-1 1,-1 1-1,0 0 0,4-1 0,5-2 162,0-1 0,0 0 0,0 0 1,-1-1-1,0 0 0,17-12 0,1-4 736,42-28 2253,-66 46-2884,1 0 0,0 0 0,0 1 0,0 0 0,1 0 0,-1 0-1,1 1 1,-1 0 0,1 0 0,-1 0 0,9 0 0,-10 2-192,-1 0 0,0 0 1,1 0-1,-1 0 0,0 0 0,0 1 0,0-1 0,0 1 0,0 0 0,0 0 0,0 0 1,-1 0-1,1 1 0,-1-1 0,0 1 0,3 2 0,2 5-12,0 0 0,0 1 1,7 16-1,11 26 30,-9-18-1135,2 0 0,0-1 0,28 36 0,36 25-4816,-64-78 1217,29 22 0,1-9-5902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5.8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0 7781,'-17'3'2792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6.8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346 172 14337,'-7'-24'647,"2"2"401,-2 1 0,-9-24-1,12 37-108,0 0 0,0 1 0,-1 0 0,0 0-1,-9-10 1,14 17-884,0-1 0,0 1 1,0 0-1,-1-1 0,1 1 0,0 0 0,0 0 0,-1-1 0,1 1 1,0 0-1,0 0 0,-1-1 0,1 1 0,0 0 0,-1 0 0,1 0 1,0-1-1,0 1 0,-1 0 0,1 0 0,-1 0 0,1 0 0,0 0 1,-1 0-1,1 0 0,0 0 0,-1 0 0,1 0 0,0 0 0,-1 0 0,1 0 1,0 0-1,-1 0 0,1 0 0,-1 0 0,1 0 0,0 1 0,-1-1 1,1 0-1,-1 0 0,-7 19 1426,4-7-1378,-114 389 2782,31 12-608,70-326-2277,-10 172 0,26-223 0,2-1 0,2 1 0,0-1 0,3 0 0,1 0 0,1 0 0,24 58 0,-26-79 0,0-1 0,1 0 0,0 0 0,2-1 0,-1 0 0,1 0 0,1-1 0,0 0 0,1-1 0,0 0 0,0-1 0,1 0 0,0-1 0,0 0 0,1-1 0,0 0 0,1-1 0,0-1 0,-1 0 0,2-1 0,19 4 0,-9-5-10,0-1 0,1-1 0,-1-1-1,0-2 1,1 0 0,-1-1 0,0-2 0,0-1 0,-1-1 0,26-10-1,4-6-56,-1-2-1,-2-2 1,63-44-1,-47 20-216,-2-2 0,69-73 0,-13 11 14,-112 107 246,1-1-1,0 2 1,1-1-1,0 1 1,0 1 0,1 0-1,-1 1 1,16-6 0,-19 9 25,0 1 0,-1-1 0,1 1 0,0 0-1,-1 1 1,1 0 0,0 0 0,0 1 0,-1 0 0,1 0 0,0 1 0,-1 0 0,1 0 0,-1 0 0,7 5 0,39 21 105,-2 3 0,-2 2-1,51 45 1,-34-28-119,-49-38 81,1-2 0,26 13 1,-40-22-43,-13-18-80,7 13 53,-2 0 1,1-1 0,0 1 0,-1 0-1,0 1 1,0-1 0,0 1 0,0-1-1,-9-4 1,-55-25 13,47 23-12,-193-81-1098,208 89 636,0-1 0,0 0 0,1 0 0,-1 0 0,1-1 1,0 1-1,0-1 0,-6-6 0,10 9 260,1-1 0,-1 1-1,0-1 1,0 1 0,1-1 0,-1 1 0,1-1 0,-1 1 0,1-1 0,-1 1-1,1-1 1,0 0 0,0 1 0,0-1 0,0 0 0,0 1 0,0-1 0,1 1-1,-1-1 1,0 0 0,1 1 0,-1-1 0,1 1 0,0-1 0,-1 1 0,1 0-1,0-1 1,0 1 0,0 0 0,0-1 0,2-1 0,20-20-6228,9-3-4134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7.0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 15469,'-30'2'3380,"39"10"3008,1 0-4666,-6-2-952,-1 0-1,1 1 1,-1-1-1,-1 1 1,2 18 0,1 5 145,22 246-578,-14-92-399,-6 22 94,-7-137-113,11 91-1,-7-141-532,1 0 0,1 0 1,0-1-1,2 0 0,0 0 1,15 24-1,-16-32-401,2-1 1,0 0-1,0 0 0,1-1 1,0 0-1,1-1 0,1 0 0,0 0 1,24 15-1,-31-23 32,-1 0 1,1-1-1,0 0 0,0 0 1,7 3-1,30-2-8330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7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13801,'0'0'1962,"2"1"-41,1 4-1527,0-1 0,1 1 0,-2 0 0,1 0 0,0 0 0,-1 0 0,0 1 0,0-1-1,-1 0 1,1 1 0,-1-1 0,-1 1 0,1 0 0,-1 11 0,4 17 799,17 92 1524,74 360 1145,-92-474-3921,1 0 1,0 0-1,1-1 1,0 0-1,0 0 0,2 0 1,-1 0-1,1-1 1,12 14-1,-14-19-63,0-1-1,0 0 0,0 0 1,0 0-1,0-1 1,1 0-1,-1 0 1,1 0-1,0 0 0,0-1 1,0 0-1,0-1 1,1 1-1,-1-1 1,0 0-1,1-1 1,-1 0-1,0 0 0,1 0 1,6-1-1,-2-1-105,0-1-1,-1 0 0,1-1 1,-1 0-1,0 0 1,0-1-1,0 0 1,-1-1-1,0 0 0,0-1 1,0 1-1,12-14 1,7-10-323,48-64 1,-70 85 519,44-75 164,-49 82 454,0 5-527,1 12-4,3 0-27,-4-13-37,1-1 1,0 0-1,0-1 0,0 1 1,0 0-1,0-1 0,0 1 1,0-1-1,0 1 0,0-1 1,0 0-1,0 0 0,0 0 1,0 0-1,4-1 0,37-7-200,-28 5 112,27-8-38,-1-1 0,43-20 0,56-16 95,-124 44 43,1 1 0,1 0 0,-1 1 1,0 1-1,0 1 0,29 2 0,-1 6-142,-31-4-50,1-2 1,0 0 0,18 0-1,-1-2-567,0-3 1,0-1-1,61-15 0,93-42-680,-163 53 2175,37-8-1,-57 16-286,0 1-323,0 0-154,1 1-1,-1-1 1,0 1 0,0 0 0,0 0 0,0 0-1,0 0 1,0 0 0,-1 1 0,1-1 0,-1 1-1,4 4 1,-4-5-205,0 0 1,0 0-1,0 0 0,0 0 0,1 0 1,-1-1-1,0 1 0,1-1 0,0 0 1,-1 0-1,1 0 0,0 0 0,-1 0 1,1 0-1,0-1 0,0 1 0,0-1 1,0 0-1,0 0 0,4 0 0,7-1-1601,0-1 0,23-4 0,-32 5 1276,41-11-6147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7.6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18 7753,'-4'-9'2308,"28"0"6813,-18 27-8461,1 0-92,0-3-340,-1 1-516,1-4-840,0 0-748,6 3-3261,4-3-4088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47.8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37 218 13569,'-37'-45'14026,"51"36"-12554,-1-3-320,21 3-548,19-9-680,4 2-1036,10-5-704,4-9-1129,9 6-203,24 6-3273,3 3-5900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8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55 14253,'-39'-46'2968,"31"37"1896,7 12-2829,0 1-1668,0-1 0,0 1 0,0 0 0,0 0 0,1-1 0,-1 1-1,1 0 1,0 0 0,0 0 0,1 0 0,0 5 0,15 45 1408,-12-41-1301,36 106-61,120 384 787,-41 13-818,34 926-382,-126-1174-601,-18-212-99,3 1 0,31 86 1,-38-129-215,1 0 1,1 0-1,0 0 0,12 16 1,-14-24 22,-1 0 1,1-1-1,-1 0 0,2 0 1,-1 0-1,0-1 1,1 1-1,0-1 0,0-1 1,0 1-1,8 2 0,-8-4-1465,0 0-1,0-1 0,0 0 0,13 1 0,-19-2 2314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9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941 1468 12693,'-70'4'2068,"66"-4"-1773,0-1-1,1 1 1,-1-1 0,0 1 0,0-1 0,1 0 0,-1-1 0,0 1 0,1-1-1,-1 1 1,-3-4 0,-15-4 1901,20 8-1889,0 1 0,-1-1 0,1 1 0,0-1 0,0 0 0,0 1 0,0-1 0,-1 0 0,1-1 0,0 1 0,1 0 0,-1-1 0,0 1 0,-2-3 0,4 3-256,-1 1 0,1-1 0,0 1 0,0-1 0,0 0 0,0 1 0,0-1 1,0 0-1,0 1 0,0-1 0,0 0 0,0 1 0,1-1 0,-1 0 0,0 1 1,0-1-1,0 1 0,1-1 0,-1 0 0,0 1 0,1-1 0,-1 1 0,1-1 0,-1 1 1,1-1-1,-1 1 0,1-1 0,-1 1 0,1 0 0,-1-1 0,1 1 0,10-8 30,1 2 0,-1 0 0,24-9 0,-27 12 142,106-37-97,212-46 0,-174 51-514,889-237-2043,-878 228 2175,642-192-725,-558 150 1030,282-142-1,-395 160 698,182-123-1,-281 169-686,0 1-1,60-25 3289,-102 56-2583,6-9-715,-1 0 1,1 1 0,0-1 0,0 0 0,0 1-1,0-1 1,1 0 0,-1 1 0,0-1-1,0 1 1,1-1 0,-1 4 0,-1 17 447,1 1 0,1 0 0,5 36 0,17 75 331,-16-103-838,172 1105 35,-43 8-30,-74-538 5,9 87 0,-65-644 0,-2-12 0,1 0 0,2-1 0,1 1 0,2-1 0,14 35 0,-16-56 0,-7-15 0,0 1 0,1-1 0,-1 1 0,0-1 0,0 0 0,0 1 0,0-1 0,1 0 0,-1 1 0,0-1 0,0 0 0,1 1 0,-1-1 0,0 0 0,1 1 0,-1-1 0,0 0 0,1 0 0,-1 1 0,0-1 0,1 0 0,-1 0 0,1 0 0,-1 0 0,0 1 0,1-1 0,-1 0 0,1 0 0,-1 0 0,1 0 0,-1 0 0,0 0 0,1 0 0,-1 0 0,1 0 0,-1 0 0,1-1 0,-1 1 0,0 0 0,1 0 0,-1 0 0,0 0 0,1-1 0,-1 1 0,1 0 0,-1 0 0,0-1 0,1 1 0,-1 0 0,0 0 0,0-1 0,1 1 0,-1-1 0,7-12 0,0-8 0,-1 0 0,-2 0 0,0 0 0,-1-1 0,-1 0 0,-1 1 0,-2-28 0,1 43 0,-1-1 0,1 0 0,-1 0 0,0 0 0,-1 0 0,1 1 0,-2-1 0,1 1 0,0-1 0,-1 1 0,0 0 0,-1 0 0,0 0 0,0 0 0,-6-7 0,4 9 0,0-1 0,0 1 0,0 0 0,-1 1 0,0 0 0,1 0 0,-1 0 0,0 1 0,0 0 0,-1 0 0,1 0 0,0 1 0,-1 1 0,1-1 0,-15 2 0,-291 27 0,-173 42 0,-271 42 0,-398 100-109,20 99-110,786-186-2275,-433 221 1,577-247-3541,155-76-921,33-10-4524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29:59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31 13789,'-14'-26'3152,"11"21"2082,3 8-3036,2 15-764,0 0 1,1 0-1,1 0 1,8 22-1,2 10-447,6 61-900,-4 1 0,1 160-1,-9-126-111,-1-14 25,33 417 0,-36-504-1203,2 0-1,2 0 1,2-1 0,2 0-1,2-1 1,2 0-1,37 71 1,-23-73-6308,0-11-5134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0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60 334 13981,'-6'-3'1051,"0"-1"0,0 0-1,1 0 1,-1-1-1,1 0 1,0 0 0,0 0-1,-7-10 1,11 14-992,1 0 1,-1 0-1,1-1 1,0 1-1,-1 0 1,1 0-1,0 0 1,0 0-1,0 0 1,0-1 0,0 1-1,0 0 1,0 0-1,0 0 1,0 0-1,1-1 1,-1 1-1,0 0 1,1 0-1,-1 0 1,1 0-1,0 0 1,-1 0-1,1 0 1,0 0-1,-1 0 1,1 0-1,0 1 1,0-1-1,0 0 1,0 0-1,-1 1 1,3-2-1,36-25 379,5 6-573,1 2 0,0 2-1,63-15 1,-51 15-134,71-19-526,234-37-1,-342 71 755,0 0-1,0 1 1,0 1 0,0 0-1,20 4 1,-33-2 52,0-1-1,0 1 1,-1 0-1,1 0 1,-1 1-1,1 0 1,-1 0 0,0 0-1,0 1 1,0 0-1,-1 0 1,1 1 0,-1 0-1,0 0 1,-1 0-1,1 0 1,6 11-1,5 12 167,-2-1 0,-1 2 0,-2 0-1,-1 1 1,9 36 0,-9-13 352,-1 0 0,2 68-1,-11 359 2130,-28 2-1557,1 9-870,38-37-993,-10-432 489,1 1 0,1-1-1,1 0 1,2 0 0,0 0 0,1-1-1,1 0 1,0 0 0,15 22 0,-22-41 164,0 0 0,0-1 0,0 1 0,0-1 0,0 1 0,0-1 0,1 0 1,-1 1-1,1-1 0,-1 0 0,1 0 0,-1 0 0,1 0 0,0 0 0,-1 0 0,1 0 0,0-1 1,0 1-1,0-1 0,-1 1 0,1-1 0,0 0 0,0 1 0,0-1 0,0 0 0,0 0 0,0-1 1,0 1-1,0 0 0,-1-1 0,1 1 0,0-1 0,0 1 0,0-1 0,-1 0 0,1 0 1,0 0-1,-1 0 0,1 0 0,-1 0 0,1 0 0,-1-1 0,1 1 0,-1 0 0,0-1 0,0 1 1,0-1-1,1 1 0,-2-1 0,2-2 0,12-20-4205,21-50 0,-15 15-5102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0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123 440 10401,'-45'0'2273,"44"0"-2120,0 0 0,0 0 0,0 0 0,-1 0 0,1 0-1,0 0 1,0 0 0,0 0 0,-1-1 0,1 1-1,0 0 1,0-1 0,0 1 0,0-1 0,0 1-1,0-1 1,0 0 0,0 1 0,0-1 0,0 0 0,-1-1-1,-3-3 432,-1 2-44,1-1 1,0 1-1,1-1 1,-1 0 0,-6-9-1,9 11-393,1 1-1,0-1 0,0 0 1,0 0-1,0 0 1,0 0-1,0 0 1,1 0-1,-1 0 0,0 0 1,1 0-1,0 0 1,0 0-1,-1-1 1,1 1-1,1 0 1,-1 0-1,0 0 0,0 0 1,1 0-1,1-4 1,2-5 0,2 1 1,-1 0-1,1 1 1,1-1-1,0 1 1,0 0-1,1 1 0,0-1 1,1 2-1,-1-1 1,1 1-1,1 0 1,15-8-1,12-5-122,0 2 0,58-20 0,169-34-812,-143 43 636,-114 27 139,131-28-394,-80 21 422,-55 9 12,0 1 0,0-1 0,0 1 0,0 0 0,0 0 0,0 0-1,0 0 1,0 0 0,0 0 0,4 4 0,-1-2 73,1 1 58,0 1 0,0 0 0,0 0 0,-1 0 0,0 1 0,0 0 0,-1 0 0,1 1 0,-1-1 0,-1 1 0,9 15 0,1 7 641,18 52 0,-25-61-589,16 53 220,-2 0-1,-4 2 1,-3 0 0,-4 0-1,2 109 1,-12-64 293,-6 0 0,-37 203 0,-10-96-1140,31-142-97,22-83 301,-1 1 1,1-1-1,-1 1 1,1-1-1,0 1 1,0-1-1,0 1 1,0-1-1,0 1 1,0-1-1,1 1 1,-1-1-1,1 1 1,0-1-1,0 1 1,1 2-1,1 2-595,-3-8 771,0 1 1,0 0-1,1 0 0,-1 0 0,0 0 0,0 0 1,0 0-1,0 0 0,0 0 0,0 0 0,1-1 1,-1 1-1,0 0 0,0 0 0,0 0 0,0 0 1,0 0-1,1 0 0,-1 0 0,0 0 0,0 0 1,0 0-1,0 0 0,0 0 0,1 0 0,-1 0 1,0 0-1,0 0 0,0 0 0,0 1 0,0-1 1,0 0-1,1 0 0,-1 0 0,0 0 0,0 0 1,0 0-1,0 0 0,0 0 0,0 0 0,0 1 1,1-1-1,-1 0 0,0 0 0,0 0 0,0 0 1,0 0-1,0 0 0,0 1 0,0-1 0,0 0 0,0 0 1,0 0-1,0 0 0,0 0 0,0 1 0,0-1 1,0 0-1,0 0 0,0 0 0,0 0 0,0 0 1,0 1-1,0-1 0,0 0 0,12-12-2418,-1-1 1,0 0-1,0 0 0,15-27 0,0-2-7365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1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34 173 7373,'-34'30'13805,"37"-34"-12965,3-5-684,0 1-1,0 1 1,1-1 0,1 1-1,-1 0 1,1 0 0,0 1-1,1 0 1,0 1 0,-1 0-1,15-6 1,21-8 91,50-15-1,-81 30-199,39-13 58,62-12 0,-96 26-114,0 0 0,0 1-1,0 1 1,0 0 0,0 2 0,1 0-1,25 5 1,-36-4 12,-1 1 1,1-1-1,0 1 0,0 1 0,-1-1 0,0 1 0,0 1 0,0-1 0,0 1 1,-1 0-1,1 1 0,-1 0 0,-1 0 0,1 0 0,-1 0 0,0 1 0,4 8 1,-3-4 18,-1 1 0,0 0 0,-1 0 0,0 0-1,-1 0 1,0 1 0,-1 0 0,0-1 0,-1 1 0,-2 21 0,-28 250 796,2-35-860,24-202-657,3 0 1,2 0-1,9 60 0,-9-94 108,1 0-1,0 0 1,6 14 0,8 1-2437,-15-25 2329,0-1-1,0 0 1,0-1 0,1 1 0,-1 0 0,0-1 0,1 1 0,-1-1 0,4 2 0,15 5-6774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2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4 12261,'0'-1'161,"-1"1"0,1 0 0,-1-1 0,1 1-1,-1 0 1,1 0 0,-1 0 0,1-1 0,-1 1 0,1 0 0,-1 0-1,1 0 1,-1 0 0,1 0 0,-1 0 0,1 0 0,-1 0 0,1 0-1,-1 0 1,1 0 0,-1 0 0,1 1 0,-1-1 0,1 0 0,-1 0-1,0 1 1,2 12 5903,1 6-5770,-6 54 1919,1-35-1132,4 69 1,33 377 2466,1 362-1623,18 346-2396,-33-944-884,68 321 0,51-42-3636,-66-328 715,-57-166 300,37 56 0,-8-31-5451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3.1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413 1755 8165,'-13'-5'472,"3"3"121,1-1-1,0-1 1,0 1 0,0-2-1,0 1 1,1-1 0,-9-7 0,4 3-145,0 1 0,-1 0 0,0 0 1,0 1-1,-1 1 0,0 1 1,0 0-1,0 1 0,-1 0 1,1 1-1,-1 1 0,-17 0 0,29 2-402,1 0 0,0 0-1,-1 1 1,1 0 0,0-1-1,-1 1 1,1 0 0,0 0-1,0 1 1,0-1 0,0 1-1,0-1 1,0 1 0,0 0-1,1 0 1,-1 0 0,1 1-1,-1-1 1,1 0 0,0 1-1,0 0 1,0-1 0,0 1-1,-2 5 1,-2 5 191,1 1 0,0 0 0,1 0 0,-3 21 1,-4 9 209,10-39-364,1 0 0,-1 0-1,1-1 1,0 1 0,1 0 0,-1 0 0,1 0 0,0-1 0,0 1 0,0 0 0,1-1 0,2 7 0,-3-10-69,0 0 0,-1 0 0,1 1 0,0-1 0,0 0 0,0 0 0,0 0 0,0 0 0,0 0 0,1 0-1,-1-1 1,0 1 0,0 0 0,1 0 0,-1-1 0,0 1 0,1-1 0,-1 1 0,1-1 0,-1 0 0,0 0 0,1 1 0,-1-1 0,1 0 0,-1 0 0,2-1 0,46-5 120,-33 3-91,688-160 425,-610 138-469,1013-292-394,-5-30-224,-484 151 354,839-292 29,-1318 439 315,235-119 0,-367 164-78,2 0-9,-2 0 1,1-1-1,13-10 0,-19 13-26,-19-13-426,15 13 384,-1 1-1,1-1 0,0 1 1,-1 0-1,1 0 1,-1 0-1,1 0 0,-1 0 1,0 1-1,1-1 0,-1 1 1,0 0-1,0 0 0,1 0 1,-1 0-1,0 0 1,1 0-1,-1 1 0,0-1 1,1 1-1,-3 1 0,-10 3-860,0 0-1,-21 12 1,16-7-853,18-9 1182,22-5-1407,-16 3 1900,1-1 0,-1 0 0,1 0 0,-1-1 0,0 1 0,7-6 0,-4 3 38,-4 4-63,-3-18-120,0 18 251,0-1 0,0 1 0,-1-1 0,1 1 0,0 0 0,0-1 0,-1 1 1,1 0-1,-1 0 0,1-1 0,-1 1 0,0 0 0,1 0 0,-1 0 0,0-1 0,0 1 0,0 0 0,0 0 1,0 0-1,0 1 0,0-1 0,0 0 0,0 0 0,0 0 0,0 1 0,-1-1 0,-1 0 0,-7-5 3,8 4-19,-25-14 308,58 6-269,-28 9-113,2 0-222,1-2-60,5-1 200,0 3-5122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4.6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2174 9477,'-30'7'7920,"29"-6"-7722,1-1 1,-1 0-1,1 0 0,-1 0 1,1-1-1,-1 1 0,1 0 1,-1 0-1,1 0 0,-1 0 1,1 0-1,-1-1 0,1 1 0,-1 0 1,1 0-1,-1-1 0,1 1 1,-1 0-1,1-1 0,0 1 1,-1 0-1,1-1 0,-1 0-205,1 0-1,0 0 0,0 1 1,0-1-1,0 0 0,0 0 1,0 0-1,0 0 1,0 0-1,0 1 0,0-1 1,0 0-1,0 0 0,1 0 1,-1 1-1,0-1 0,1 0 1,-1 0-1,1 0 0,5-8 233,0 2 0,1-1 0,0 1-1,0 0 1,0 1 0,1-1 0,0 1-1,15-8 1,53-33 466,138-63 0,104-21-137,936-310-727,21 40-754,-609 195 718,-396 122 170,983-338 2108,-1174 390-2157,-1-3-1,87-55 1,-164 89-20,0 0 1,1 0-1,-1 0 1,0 0-1,1 0 1,-1 0-1,0-1 1,0 1-1,0 0 1,0-1-1,0 1 1,-1-1-1,1 1 1,0-1-1,-1 1 1,1-1-1,-1 1 1,1-1-1,-1 0 1,0 1-1,1-1 1,-1 0-1,0 1 1,0-1-1,0 0 1,-1 1-1,1-1 1,-1-1-1,0-4-1408,-1 1 0,-1 0 0,1 0 0,-1 0 0,-4-7 0,5 10-61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5.2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 0 6833,'-1'4'7604,"0"8"-3330,4 50-2502,-1-21-558,-12 201 2780,0-62-2022,8 366 687,-3 105-214,-37 406-2445,23-627 0,-12 179 0,-10 310 0,65 411-5887,2-1103 1411,4-83-4140,-10-80-2188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7.1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5302 6469,'4'-4'1154,"1"1"1,-1 0 0,1 0 0,0 0 0,0 1 0,8-4 0,3 1-732,-13 4 358,-1 0-163,4-2-820,-4 2 434,0 0-1,-1 0 0,1 1 0,0-1 1,0 0-1,0 1 0,0-1 0,0 1 1,0-1-1,0 1 0,0 0 0,0 0 1,0 0-1,0 0 0,0 0 0,0 0 1,0 1-1,2 0 0,1 0 53,0 0 0,0 0 0,-1-1 0,1 0 0,0 0 1,0 0-1,0 0 0,0-1 0,0 0 0,0 0 0,-1 0 0,1 0 0,5-3 0,66-32 569,-51 24-442,0-2-305,0-1 1,0-2-1,-2 0 1,0-1-1,-1-1 1,-1-1-1,-1-1 1,0-1-1,-2-1 1,-1-1-1,25-43 0,3-20 1,-4-2-1,34-108 1,-38 94-128,187-647-964,-66-45-1161,-139 687 1934,72-517-550,-35 220 542,-34 240 136,25-141-28,-24 198 75,77-296-31,-53 244 108,28-185 1,-75 344-41,33-147-25,-31 139 23,1-1-1,1 1 1,0-1 0,0 1-1,1 0 1,0 1-1,1-1 1,-1 1 0,2 0-1,-1 0 1,15-12-1,-16 17 4,1 0 0,0 1 0,0 0-1,0 0 1,1 0 0,-1 1-1,0-1 1,1 2 0,-1-1 0,1 1-1,8 0 1,2 3 7,-1 1 0,0 1-1,-1 0 1,1 1 0,-1 1-1,0 1 1,-1 0 0,17 12 0,-15-11-18,14 11 15,0 2 0,-2 1 0,0 2 0,-2 0 0,0 2 0,-2 1-1,-1 0 1,-2 2 0,0 1 0,31 65 0,58 157 99,-45-55-26,35 94 126,-2-52 63,-54-129-122,54 115 216,82 97-67,25 51-22,-151-265-130,59 173 1,12 53 213,-99-268-295,-12-29-17,2-1 0,1 0 0,23 36 0,84 99 13,-84-123-8,2-3 1,1-1-1,92 71 1,-101-88-44,5 2 8,1-2 1,1-2-1,2-1 0,48 19 1,-53-28 1,2-2 1,-1-2 0,1-2-1,1-1 1,73 5-1,-45-10-9,0-4-1,114-13 1,-139 7-280,0-3 0,0-1 0,0-3 0,55-24 0,-79 29-123,-1-2-1,0 0 0,22-16 1,-33 20-94,-2 1-1,1-1 1,0 0 0,-1-1 0,0 1 0,-1-1-1,0 0 1,0-1 0,0 1 0,6-15 0,3-19-5140,-1 4-3376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09.4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222 142 11673,'0'0'116,"1"0"1,-1 0-1,1-1 0,-1 1 1,0-1-1,1 1 0,-1 0 0,1-1 1,-1 1-1,0-1 0,0 1 1,1-1-1,-1 1 0,0-1 0,0 1 1,1-1-1,-1 1 0,0-1 1,0 1-1,0-1 0,0 1 0,0-1 1,0 0-1,0 1 0,0-1 1,0 1-1,0-1 0,0 1 0,0-1 1,-1 1-1,1-1 0,0 1 1,0-1-1,0 1 0,-1-1 0,1 1 1,0-1-1,-1 1 0,1-1 1,0 1-1,-1 0 0,1-1 0,-1 1 1,1 0-1,0-1 0,-1 1 1,1 0-1,-1-1 0,1 1 0,-1 0 1,1 0-1,-1 0 0,1-1 1,-1 1-1,0 0 0,-32-4 3316,32 4-3263,-1-1 1,1 0 0,-1 0 0,1 0-1,0 0 1,-1 0 0,1 0-1,0-1 1,0 1 0,0 0 0,0-1-1,0 1 1,0-1 0,-1-1-1,-1-1 335,-43-31 2550,45 33-1763,-23-34-4899,23 35 3344,0 0 0,0-1 0,0 1 0,0 0 0,0 0 0,0 0 0,-1 0 0,1 0 0,0 0 0,-1 0 0,1 0 0,-1 1 0,1-1 0,-1 0 0,1 1 0,-1-1 0,0 1 0,1 0 0,-1 0-1,0-1 1,1 1 0,-1 0 0,1 0 0,-1 0 0,0 1 0,-2-1 0,-11 0-4438,-19-2-5886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11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1802 7149,'0'0'45,"0"0"0,0-1 1,0 1-1,1 0 1,-1 0-1,0-1 0,0 1 1,0 0-1,0 0 1,0-1-1,1 1 0,-1 0 1,0-1-1,0 1 1,0 0-1,0 0 1,0-1-1,0 1 0,0 0 1,0-1-1,0 1 1,0 0-1,0 0 0,0-1 1,-1 1-1,1 0 1,0-1-1,0 1 0,0 0 1,0 0-1,0-1 1,-1 1-1,1 0 0,0 0 1,0-1-1,0 1 1,-1 0-1,1 0 0,-10 7 2585,4-1 5203,12-6-7276,61-8 373,87-20 0,851-170 189,-323 71-1036,913-246-28,-731 161-65,-646 160 14,1477-342 0,-1536 359-39,1215-283 159,-1262 288-519,-101 27-111,-36-12-1450,17 12 1590,0 1 0,-1 0 0,1 0 0,-1 1 0,1 0 0,-1 1 0,-9 0 0,-65 8-5136,75-8 4777,-64 12-7422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12.3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469 27 4668,'0'0'7145,"0"-3"-6382,-1 0-708,-4-15 983,4 17-1013,1 1-1,-1 0 1,1 0 0,0-1-1,-1 1 1,1 0 0,-1 0-1,1 0 1,-1 0 0,1-1-1,-1 1 1,1 0-1,0 0 1,-1 0 0,1 0-1,-1 0 1,1 0 0,-1 0-1,1 0 1,-1 0 0,1 1-1,-1-1 1,1 0 0,0 0-1,-1 0 1,1 0 0,-1 1-1,1-1 1,-1 0 0,1 0-1,0 1 1,-1-1 0,1 0-1,0 1 1,-1-1 0,1 0-1,0 1 1,0-1 0,-1 1-1,-16 16 325,1 1 0,0 0 1,1 1-1,-18 32 0,-42 88 148,73-134-489,-220 526 806,196-434-727,6-18 19,20-78-101,-1 1 0,0-1 0,1 1-1,0 0 1,-1-1 0,1 1 0,0 0 0,0-1 0,-1 1 0,1 0 0,1 0-1,-1-1 1,0 1 0,0 0 0,1-1 0,-1 1 0,1 0 0,-1-1 0,1 1 0,0-1-1,-1 1 1,1-1 0,0 1 0,0-1 0,0 1 0,0-1 0,1 0 0,-1 0-1,0 1 1,0-1 0,1 0 0,-1 0 0,1 0 0,-1-1 0,1 1 0,-1 0-1,1 0 1,-1-1 0,1 1 0,0-1 0,-1 0 0,4 1 0,6 1-8,0-1 0,0 0 1,0-1-1,21-1 1,36-8-391,117-29 1,-26 2-1028,-66 20 483,196-30-5263,-144 30 416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15.7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1134 10781,'-9'4'503,"-1"0"-1,0-1 1,0-1 0,0 0-1,0 0 1,0-1-1,0 0 1,-21-1 0,27-1 2284,4 0-2659,1 0 1,-1-1-1,1 1 1,-1 0-1,1-1 1,-1 1-1,1 0 1,0-1-1,0 1 1,0 0-1,-1 0 1,1 0-1,0 0 1,0 0-1,2-1 1,9-8 46,1 1 1,0 0-1,1 1 1,0 0-1,0 1 1,1 1-1,24-7 1,-36 12-158,293-88 1139,14 24-529,-276 59-566,325-60 392,78-5-104,67-3-75,62-4-97,1434-173-374,-1039 155-397,691-40-1409,-776 73-152,-292 31-383,-56 14-2885,-51 3-3364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16.3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188 423 13997,'-115'9'1796,"95"-7"-1221,18-1-455,0 0 0,0-1 0,0 0 0,1 1 0,-1-1 0,0 0 0,0 0 0,0 0 0,0 0 1,1 0-1,-1-1 0,0 1 0,0-1 0,0 1 0,1-1 0,-4-1 0,0 0 133,4 2-195,0 0 0,1-1 0,-1 1-1,0 0 1,1 0 0,-1 0 0,0-1-1,1 1 1,-1-1 0,1 1 0,-1 0-1,0-1 1,1 1 0,-1-1 0,1 1-1,-1-1 1,1 1 0,-1-1 0,1 0-1,0 1 1,-1-2 0,2 1 13,0-1 0,0 1 0,1 0 0,-1-1 0,0 1 0,1 0 0,-1 0-1,1 0 1,0 0 0,-1 0 0,1 0 0,2 0 0,27-14 306,1 1 0,1 2 0,54-12 0,100-19 181,195-19 0,213 7-128,-117 25-213,1331-35-1065,6 37-2120,-1807 28 2948,1003-20-3223,-345 1-2706,-195 2-2165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18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313 76 10857,'37'-57'7336,"-29"45"-5422,-8 12-1876,0 0-1,0-1 1,0 1-1,0 0 1,0-1-1,1 1 1,-1 0 0,0 0-1,0-1 1,0 1-1,0 0 1,1 0-1,-1-1 1,0 1 0,0 0-1,1 0 1,-1-1-1,0 1 1,0 0 0,1 0-1,-1 0 1,0 0-1,0 0 1,1-1-1,-1 1 1,0 0 0,1 0-1,-1 0 1,0 0-1,1 0 1,-1 0 0,0 0-1,0 0 1,1 0-1,-1 0 1,0 0-1,1 0 1,-1 0 0,0 0-1,1 0 1,-1 1-1,16 34 466,-3 1 1,-1 0-1,-1 1 0,5 39 0,14 209 1749,-10 433 1,-111 391 333,-91-6-1257,116-730-1184,-40 324-144,82-464-1,8 235 0,17-384 5,23 161 0,-19-219-10,0-1 1,2 0-1,1-1 1,0 0 0,2 0-1,1-1 1,1 0 0,1 0-1,1-2 1,25 32-1,-30-44-69,1 0 0,0 0 1,0-1-1,1 0 0,0-1 0,1-1 0,-1 1 0,1-2 0,0 0 0,1 0 0,-1-1 0,1 0 0,0-1 0,0-1 1,0 0-1,15 0 0,10-2-302,0-1 1,0-2 0,0-2-1,50-12 1,224-73-1352,-4-25 751,-197 72 761,324-121-583,330-128 100,-307 122 417,-196 74-271,-134 41-1377,-94 40 517,-31 13 861,-1 1 1,1 0-1,0-1 1,-1 1-1,1-1 1,-1 0-1,1 0 1,-1 0-1,0 0 1,0 0-1,0-1 1,0 1-1,0-1 1,1-2-1,0 0-1491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24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5089 5320,'-24'4'1329,"19"-5"363,15-4-765,2-1 1567,-17 1 1578,-8-4-4332,11 7 545,3-1-159,0 0 0,1 1 0,-1-1 1,1 0-1,-1 0 0,1 1 0,0-1 0,0 1 0,0 0 0,0-1 0,1 1 0,-1 0 0,0 0 0,1 0 0,4-2 0,0-1-83,-5 3 906,28 17 538,-21-8-1168,-8-6-289,0 1 1,0-1 0,0 0 0,0 0-1,1 0 1,-1 0 0,0 0 0,0 0-1,1-1 1,-1 1 0,1 0 0,1 0-1,13-9 9,-1-1-1,0-1 1,0 0-1,-1-1 1,0-1-1,-1 0 1,18-21-1,79-111-139,-64 80-45,53-71-512,202-210 0,-271 317 673,34-25 0,-50 43 7,-1 1 0,1 0-1,0 1 1,1 1 0,20-7-1,-26 12-2,1 0-1,-1 1 1,1 0-1,-1 1 1,1 0-1,0 0 1,-1 1-1,1 0 1,-1 1-1,0 0 1,1 0-1,-1 1 1,0 0-1,0 1 1,-1 0-1,13 7 1,-9-3 10,0 0 0,-1 0 1,0 1-1,0 1 1,0 0-1,12 16 0,19 18 4,-19-22 35,-17-15-99,0-1 0,1 0 0,0 0 0,13 9 0,-17-14 3,0 1-1,0-1 1,0 0-1,1 0 1,-1 0 0,0 0-1,0-1 1,1 1 0,-1-1-1,0 0 1,1 0-1,-1 0 1,0 0 0,0-1-1,1 1 1,-1-1 0,4-1-1,13-5-121,0-1-1,-1-1 0,0-1 1,0-1-1,-1 0 1,0-1-1,-1-1 0,17-17 1,119-134-915,-113 117 987,41-47-164,77-86 3,-117 137 221,1 3 1,50-36 0,132-120-732,-164 138 363,49-63-151,-40 41 344,-47 54 243,19-30 1,-27 36 8,1-1-1,1 2 1,18-19 0,16-5-333,-47 42 122,17-8-120,-7 4 151,-1-1-1,1 0 0,-1-1 0,-1 0 0,0-1 0,0 0 1,14-14-1,64-75-548,-62 66 584,2-7 81,-1-2 0,-2 0 0,-2-2 0,33-78 0,-33 73 168,-14 29 8,14-37 0,-15 34-100,1 0 0,0 0 0,19-25 0,-27 44-105,10-7 5,-11 8 32,-1 1 1,1-1 0,-1 1 0,1-1-1,0 1 1,-1 0 0,1-1 0,-1 1-1,1 0 1,0-1 0,-1 1 0,1 0-1,0 0 1,0 0 0,-1 0 0,1-1 0,0 1-1,-1 0 1,1 0 0,0 0 0,0 1-1,-1-1 1,1 0 0,0 0 0,-1 0-1,1 0 1,0 1 0,-1-1 0,1 0-1,0 1 1,-1-1 0,1 0 0,-1 1-1,2 0 1,2 0-64,-1 0-1,1 0 1,0 0-1,0-1 1,0 1-1,0-1 0,0 0 1,6-1-1,0 0 34,-7 1-121,-1 34-55,-2-25 181,1 0 0,-1 1 0,0-1 0,-1 0 0,-2 12 0,-4 22 8,2 0 1,1 88-1,4-129 14,0 0-1,0 1 0,0 0 0,0 0 0,0 0 0,0 0 0,0 0 0,1 0 0,0 0 0,-1 0 0,1 0 0,0-1 0,1 1 0,-1 0 0,0-1 0,1 1 0,-1-1 0,1 1 0,0-1 0,0 0 0,0 1 0,0-1 0,0 0 0,0 0 0,1-1 0,-1 1 0,1 0 0,-1-1 0,1 0 0,0 1 0,-1-1 0,1 0 0,0 0 0,0-1 0,0 1 0,0-1 0,0 1 0,0-1 0,4 0 0,6 0-104,-1-2 0,1 1 1,-1-1-1,0-1 0,1 0 1,-1-1-1,21-10 0,7-3-216,-2-2 0,0-2 0,-2-1-1,51-40 1,-76 52 278,75-57-78,-75 60 145,1 0-1,-1 1 1,1 0-1,0 1 0,0 0 1,18-4-1,-5 4 35,1 0-1,-1 1 0,1 1 0,0 2 1,0 1-1,0 0 0,0 2 0,0 1 1,0 2-1,47 13 0,-49-10-53,1-1 0,0-1-1,0-1 1,0-1 0,1-2 0,-1 0-1,1-2 1,35-3 0,-18-3-10,0-2 0,-1-2 1,0-1-1,46-21 1,-28 9 161,88-47 0,-62 23-80,-37 22-102,-1-3-1,48-36 0,-14-4 61,135-145-1,45-108-52,-117 109 111,49-62 1213,-113 168-741,-66 88-450,0 0 1,1 1 0,20-16-1,-29 27-91,1-1 0,-1 0 1,-1-1-1,1 1 0,7-14 0,-13 19 14,17-27-55,13-26 143,-29 52 60,4-30 222,-5 30-160,17-52 569,-17 52-722,6-10 24,-6 12-114,-1 0 0,0 0 0,0 0-1,1 0 1,-1 0 0,0 0 0,1 0 0,-1 0-1,1 0 1,0 0 0,-1 0 0,1 0-1,0 0 1,-1 1 0,1-1 0,1-1-1,2-31 87,-4 12-184,1 14 96,-1-1-1,-1 0 0,1 0 0,-3-10 0,2 16 515,12-31 147,20-25 5,-30 56-635,0-1-1,0 1 1,0 0 0,-1-1 0,1 1 0,-1-1 0,1 0 0,-1-3 0,1-4-15,0 7 6,16-26 18,11 14-37,-26 14-5,0-1 3,-1 1 0,0 0-1,1-1 1,-1 1 0,1 0 0,0 0-1,-1 0 1,1 0 0,3-1 0,-3 1 13,22-11 275,0 2 0,27-9 0,-26 11-83,-1-1 0,28-15 0,-40 18-191,-10 5 11,1 2 9,31 4-3,-34-5-34,0 0 0,0 0 1,0 0-1,0 0 0,1 0 0,-1 0 1,0 0-1,0 0 0,0 0 1,0 0-1,0 0 0,1 0 0,-1 0 1,0 0-1,0 0 0,0 0 1,0 0-1,0 1 0,1-1 0,-1 0 1,0 0-1,0 0 0,0 0 1,0 0-1,0 0 0,0 0 0,0 1 1,0-1-1,0 0 0,0 0 1,1 0-1,-1 0 0,0 0 0,0 1 1,0-1-1,0 0 0,0 0 0,0 0 1,0 0-1,0 1 0,0-1 1,0 0-1,0 0 0,0 0 0,14 181 22,-12-137-50,-1-33 26,0 0 0,1 0 0,0 0 0,1-1 0,0 1 0,1 0 0,0-1 0,0 0 0,10 16 0,-12-24 6,0 0-1,0 0 0,0-1 0,1 1 0,-1 0 0,0-1 1,1 1-1,-1-1 0,5 2 0,-1 0 4,-5-2-7,0-1-1,0 0 1,0 0 0,0 1-1,0-1 1,1 0-1,-1 0 1,0 0 0,0 0-1,0 0 1,0-1 0,1 1-1,-1 0 1,0 0-1,0-1 1,0 1 0,0-1-1,2 0 1,3-1-9,6-2 7,0-1 0,0 0 0,-1-1 1,1 0-1,-1-1 0,0 0 0,-1 0 0,12-11 0,-5 4-27,0 1-1,25-13 1,2 6 1,2 1 1,0 3-1,64-14 1,-71 17 20,-33 10-3,0 0 0,0 1 0,1 0 0,-1 0 0,0 1 0,1-1 0,0 1 0,-1 1 0,1-1 0,0 1 0,11 2 0,-15-1 6,0 0-1,0 0 1,0 1 0,-1-1-1,1 1 1,0 0-1,-1 0 1,0 0 0,1 0-1,-1 1 1,0-1 0,0 0-1,0 1 1,0 0-1,1 2 1,0 0-5,1-1-1,-1 0 1,0 1 0,1-2-1,6 6 1,-2-3-6,1-1 0,0-1-1,0 0 1,1 0 0,-1-1 0,1 0-1,-1 0 1,1-1 0,0-1 0,0 0 0,0 0-1,15-1 1,2-1-69,1-2 1,-1-1-1,34-9 0,-26 2 52,-1-2-1,0-1 1,-1-2 0,57-37-1,-1 2-341,-31 20 149,-56 30 186,16-5-41,29-13-13,-45 17 10,29-11-1081,45-6 465,-72 18 665,29-11-13,-23 7 37,0 1 1,1 0-1,16-3 0,-24 6-8,17 1-13,-10-2 41,0 1 0,0 1 0,0 0 0,0 1 0,1 0 0,-1 0 0,13 4 0,23 2-103,-41-7 98,0 1 1,0-1 0,0 1 0,0 0 0,0 0 0,9 4-1,-9-6 98,-1 1 0,1-1 0,-1 1 0,1 0-1,-1 0 1,1 1 0,8 1 0,6 0 344,0-2-304,-15 0 164,7-8-90,35-17 4210,-32 33-4341,-9-5-75,0 0 0,0 1 0,0-1 0,0 1 0,0 0 0,-1 0 0,0 1 0,0-1 0,4 6 0,34 53 196,-29-43-126,26 44 239,33 75-1,-31-57-243,23 63 155,-31-65-213,25 94-40,-48-138 18,68 294 18,-55-222-8,-9-54 13,21 52 0,-25-79-17,59 134 36,-32-82-12,25 34-46,-7-14 50,-13-26-26,22 30 17,-7-11 68,50 76 261,-83-136-218,49 51 0,-6-9 73,-38-44-129,2 0 0,1-3 0,1 0 0,66 40 0,-38-27-96,96 51 12,-39-25 88,-75-47-87,-37-17 5,0 1 0,0-1-1,0 1 1,0 0 0,8 6 0,13 8 12,2-1 0,0-1 1,34 11-1,-15-5 24,55 20 51,-72-31-91,0 2-1,-1 1 0,-1 1 0,39 26 0,202 125 1597,-237-145-1474,51 43-1,-71-52-109,13 11 26,2 0 1,0-2 0,60 31-1,-36-28-18,0-2-1,76 19 1,-119-38 2,1 3-14,10 7 13,-11-6-2,1-1-1,0 0 0,0 0 1,0-1-1,1 0 1,14 2-1,2-1 280,38 0 0,-61-5-251,10 1 99,0-2 1,0 0-1,24-5 1,-8 1-43,-26 5-44,-1-1-48,1 1-1,-1-1 1,1 0 0,-1 0-1,1 0 1,-1 0-1,1-1 1,-1 1 0,0-1-1,0 0 1,5-4-1,5-1 12,25-13 62,49-31 0,21-12 11,-64 39-111,54-38 0,-96 61 6,5-1-31,0 0 39,-1 0 1,1-1-1,-1 0 1,0 0-1,0 0 1,0-1-1,0 0 0,8-7 1,3-2-214,-12 9 74,-1 1 0,0-1 0,0 0 0,-1-1 0,1 1 0,2-6 1,3-2-177,-2 2 85,-1 0-1,0 0 0,-1-1 0,0 0 0,-1 0 1,4-13-1,-2 5-51,17-34 1,0 12-79,37-50-1,-51 78 308,0-1 1,8-19-1,-13 24 39,1 1 0,0-1 0,0 1 0,0 0 0,1 0 0,9-9 0,-14 15 16,0-1 1,0 1 0,0-1 0,0 0 0,0 1 0,0-1-1,-1 0 1,1 0 0,-1 1 0,0-1 0,0-5 0,0 4-4,1 1-18,8-28-59,-8 29-17,2-21-627,-2 19 371,0 1 0,0 0 0,-1-1 0,0 1 0,1 0 0,-1-1 0,-1-3 1,1-43-4565,0 31 398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29.7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7505,'0'0'9419,"3"7"-7449,0 0-1363,1 0 0,0 0 0,1 0-1,0 0 1,0-1 0,0 0-1,1 0 1,0 0 0,0-1 0,0 1-1,12 6 1,216 133 2636,257 154-1964,-395-247-4381,175 64-1,-242-104 763,52 11 0,-69-21 556,0 0 0,0-1 0,0 0-1,16-1 1,11-3-6123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0.0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992 38 6593,'-11'7'1819,"17"-12"169,-4 3-316,-4 0-137,0-1-1202,0 1 0,0-1 0,0 0 0,0 1 0,0 0 0,-1 0 0,0-1-1,1 2 1,-1-1 0,0 0 0,0 0 0,0 1 0,0 0 0,0-1 0,0 1 0,0 0-1,0 1 1,0-1 0,-1 0 0,1 1 0,0 0 0,-1 0 0,1 0 0,0 0 0,0 0 0,-5 2-1,-20 4 305,1 2-1,0 1 0,0 2 0,1 0 0,1 2 0,-27 16 0,-139 106 621,-93 86-5513,194-147 123,32-22-1680,-12 14-5306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1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7465,'6'13'1180,"0"1"0,1-2 0,1 1 0,0-1 0,0 0 0,1 0 0,15 14 0,9 4 305,39 31 0,-18-22-1365,1-2 0,78 39-1,40 3-3475,-80-48-3322,-55-22-538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2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459 1 10421,'-67'63'1688,"40"-45"-168,-3 0-252,3 9-144,0-6-199,1-3-177,-5 13-144,-2-1-296,6 9-412,-3 6-656,0-3-637,-7-8-635,4 5-2084,-1 6-3097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4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1029 294 4584,'-15'-14'1100,"9"8"-523,0 0-1,-1 0 1,0 1 0,0-1 0,0 2 0,-1-1-1,1 1 1,-16-6 0,6 4 97,8 2-411,0 1-1,0 0 1,-1 1-1,1 0 1,-1 0-1,0 1 1,1 0-1,-1 1 1,0 0-1,-10 1 1,-3 4-32,1 1-1,0 1 1,1 1 0,-1 0 0,1 2 0,1 0 0,0 2 0,1 0-1,0 1 1,0 1 0,-31 32 0,1 5 313,2 2 0,-63 92 0,52-56 50,5 1-1,3 3 1,-50 132 0,88-192-483,1 0 0,1 1-1,2 1 1,2-1 0,1 1 0,1 0 0,2 0-1,2 0 1,1 1 0,7 43 0,-4-54-70,2 0-1,0 0 1,2 0 0,1-1 0,0 0 0,2-1-1,1 0 1,1-1 0,0 0 0,2-1 0,0 0-1,2-1 1,0-1 0,36 30 0,-23-27-23,2 0 0,0-2 0,1-2 0,1-1 0,1-2 0,0-1 0,1-2 0,1-1 0,-1-2 0,2-1 0,-1-2 0,59 2 1,-29-7-16,-1-3 0,0-3 0,0-2 1,0-4-1,-1-2 0,86-30 1,-93 23-34,-1-2 0,-1-2 0,83-50-1,-105 52-30,-2-1-1,-1-2 0,0-1 0,-2-1 0,-1-2 1,-2 0-1,25-37 0,-17 19-124,-2-2-1,-2-2 1,32-74 0,-42 72 97,-3 0 1,-2-1 0,-3 0-1,-2-1 1,-2 0 0,-3-1-1,-2 0 1,-3 1 0,-13-109-1,9 133 64,-2 1-1,-1 0 0,-1 1 0,-2 0 0,-1 0 1,-1 1-1,-1 1 0,-2 0 0,-1 1 1,0 0-1,-2 1 0,-1 1 0,-1 1 1,-1 1-1,-1 1 0,-1 0 0,-1 2 1,-48-30-1,27 24-271,-1 2 0,-1 2-1,-1 2 1,-1 2 0,0 2 0,-71-11 0,61 17-1281,0 3 0,-107 2 1,148 5 179,1 0 1,-21 6-1,-25 12-5182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5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40 4668,'24'-4'986,"-20"3"-204,0 0 1,0-1 0,0 1 0,0-1-1,0 0 1,-1 0 0,1 0-1,-1-1 1,1 1 0,2-4-1,-4 5-658,1-1 0,-1 1 0,1 0 0,0 0 0,-1 0 0,1 0-1,0 1 1,-1-1 0,1 0 0,0 1 0,0 0 0,4 0 0,3-1 195,1 0-97,0 1 1,1 0 0,-1 1-1,1 0 1,-1 1-1,0 0 1,0 1-1,0 0 1,0 0 0,0 2-1,19 9 1,7 8 208,62 46 1,-92-63-373,131 106 299,-5 5-1,-5 7 1,164 202-1,-222-235-314,-3 4 1,-5 2-1,-4 3 0,-5 2 1,-4 3-1,48 147 0,-19 33 182,-62-219-162,67 420 249,-60-280 106,-5 320 0,-24-369-244,-1 61 55,7-180-214,-1 39 32,3 0 0,3 0-1,16 75 1,-14-118-59,-3-6 30,2-1 0,1 1 0,2-1-1,16 36 1,-22-56-16,0 0-1,0 0 1,1 0 0,0-1 0,0 1 0,0-1-1,1 0 1,0 0 0,0-1 0,0 0-1,0 0 1,1 0 0,0 0 0,0-1 0,0 0-1,0 0 1,0-1 0,1 1 0,-1-1-1,1-1 1,-1 1 0,1-1 0,11 0-1,-1-1 2,0-2-1,0 0 1,0-1-1,0-1 1,-1 0-1,0-1 1,1-1-1,-2-1 1,1 0-1,-1-1 1,20-14-1,14-11-2,87-79-1,-95 71-20,-30 29 15,0 1 0,1 0 0,0 0 0,1 1 0,26-15 0,-37 24 0,0 1 0,0-1 0,0 1-1,0 0 1,0 0 0,0 0 0,0 0-1,0 0 1,0 0 0,1 0-1,-1 1 1,0-1 0,0 1 0,0-1-1,-1 1 1,1 0 0,0 0-1,0 0 1,0 0 0,0 0 0,-1 0-1,1 1 1,-1-1 0,1 0-1,-1 1 1,1-1 0,-1 1 0,0 0-1,2 2 1,6 8-233,-1 0 0,13 24 0,-17-28 174,-2-5-45,0-2-33,1 1 98,-1-1 1,1 0-1,-1 0 1,1 0 0,-1 0-1,1 0 1,0-1-1,4 1 1,20-13-77,-24 11 60,4-9-73,-6 9 57,0 0 0,-1 0 0,1 1 0,0-1 0,0 0 0,0 0 0,-1 0 0,1 0 0,-1 0 0,1 0 0,0 0 0,-1-1 0,0 1 0,1 0 0,0-2 1,2-53-4327,-4 16-1607,-2 16-1074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7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5801 5825,'0'-2'86,"0"1"0,0-1 1,0 1-1,0-1 0,0 0 1,1 1-1,-1-1 0,1 1 1,-1-1-1,1 1 1,-1-1-1,1 1 0,0-1 1,0 1-1,-1-1 0,1 1 1,0 0-1,0 0 0,1-1 1,1-1-1,1 1 270,0 0-1,1 0 1,-1 0 0,1 0-1,8-2 1,9-3 1474,75-21-673,-74 23-1167,0-1-1,0-1 1,0-1-1,-1-1 1,0-1 0,-1-1-1,27-18 1,-12 0-6,-1-2 1,-1-1-1,-2-2 1,30-40-1,103-160-540,-158 224 506,265-457-1501,-36-19 83,53-173 275,-60-20 682,-148 340 704,38-353 1,-32-353 1009,-83 960-943,4-144 140,-9 178-298,-3 0-1,-13-74 0,12 110-98,1-1-1,-2 1 1,0 0 0,-1 0-1,0 1 1,-1 0 0,-1 0 0,0 1-1,-1 0 1,0 0 0,-1 1-1,0 1 1,-1 0 0,0 0 0,-20-12-1,-15-19 80,45 40-76,0 1-12,0-1-32,1 1-1,-1 0 1,1 0-1,-1 0 0,0 0 1,1 0-1,-1 1 1,0-1-1,1 0 1,-1 1-1,0-1 1,0 1-1,0 0 0,0-1 1,0 1-1,1 0 1,-1 0-1,0 0 1,0 0-1,0 1 0,0-1 1,0 1-1,1-1 1,-1 1-1,0-1 1,0 1-1,1 0 1,-1 0-1,-3 2 0,3-2-191,-8 9-330,1-1 242,8-7-72,-3-1-1078,-13 2-53,-6 2 201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39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436 857 5869,'-45'14'1544,"0"2"1,1 2-1,-65 36 1,-4 2 3365,34-18 2403,83-41-6405,11-8-638,1 1 0,0 1 1,0 1-1,1 0 1,0 1-1,25-7 0,116-21 316,-88 21-316,865-166 993,-188 37-944,528-102-1341,8 32-2656,-678 129-180,-207 35-4692,-224 30-866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40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1315 11145,'-9'3'536,"-1"0"0,1 1 0,-1 0 1,1 0-1,0 1 0,-15 11 0,-3 2 4562,32-21-4319,57-36-6,99-46 0,81-20-373,-234 101-377,649-241 490,15 29-890,675-164-3293,-443 163-4747,-554 140 608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41.6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1177 1 7829,'-14'3'375,"9"-2"-211,0 0 1,0 0-1,0 0 0,1 0 0,-1 1 1,0 0-1,1 0 0,-1 0 0,1 1 1,0 0-1,0-1 0,0 1 1,0 1-1,0-1 0,-4 5 0,-19 29 1269,2 0-1,-40 80 0,14-25-421,-391 571 1790,218-344-2301,170-237-347,-61 118 0,101-171-131,0 2 1,2-1-1,2 2 1,1 0-1,1 0 1,1 0-1,-3 62 0,10-82-31,0 1-1,1 0 0,0-1 0,1 1 0,1-1 0,0 0 0,9 23 0,-9-27-28,1 0 0,1 0-1,0-1 1,0 1 0,0-1-1,1 0 1,0-1 0,1 1-1,-1-1 1,1 0-1,14 9 1,-6-7-103,1 0 0,-1-1 0,1 0 0,1-1 0,-1-1 0,1-1 0,0 0-1,24 2 1,10-3-711,84-4-1,-23-9-2392,142-30-1,-46-3-3691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42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43 4292,'-17'-42'-1308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58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378 1905 10213,'-1'1'320,"1"-1"0,-1 1 0,0-1 0,0 1 0,0-1 0,0 1 0,0-1 1,0 0-1,0 0 0,0 1 0,0-1 0,-1 0 0,1 0 0,0 0 0,0 0 0,0 0 0,0 0 0,0 0 0,0-1 0,0 1 0,0 0 1,0-1-1,0 1 0,0 0 0,0-1 0,0 1 0,-1-2 0,-7-8 566,7 8 652,-29 10 7866,41-13-7553,-3 1-1938,51-25 87,46-25 0,-85 42 0,14-7 0,-1-2 0,-1-1 0,-1-2 0,35-34 0,-35 24 0,-1-1 0,-1-2 0,-2-1 0,-2-1 0,-2-1 0,-1-1 0,-3-1 0,-1-1 0,-2 0 0,-1-1 0,-3 0 0,-2-1 0,-2-1 0,-1 1 0,-3-1 0,-2 0 0,-1 0 0,-11-70 0,-2 30 0,-4 0 0,-4 1 0,-3 1 0,-5 1 0,-53-111 0,74 177 0,-1 1 0,0 0 0,-1 0 0,-1 0 0,-1 2 0,-15-17 0,23 27 0,0 1 0,-1-1 0,1 1 0,-1-1 0,0 2 0,0-1 0,0 0 0,0 1 0,0 0 0,0 0 0,-1 0 0,1 1 0,-1 0 0,1 0 0,-1 0 0,0 1 0,1 0 0,-1 0 0,0 0 0,1 1 0,-1 0 0,1 0 0,-1 0 0,-8 4 0,0 1 0,0 1 0,0 1 0,1 0 0,0 1 0,1 0 0,0 1 0,0 0 0,1 1 0,0 1 0,1-1 0,0 2 0,-9 15 0,-3 6 0,2 2 0,1 0 0,-20 58 0,15-23 0,3 1 0,3 0 0,3 1 0,4 1 0,3 0 0,3 1 0,3-1 0,11 92 0,1-80 0,3-1 0,5 0 0,3-2 0,4 0 0,3-2 0,73 145 0,214 280 0,-43-81 0,-242-373 0,-3 2 0,-2 1 0,-3 0 0,-2 2 0,25 117 0,-40-146 0,-2 0 0,-1 0 0,-1 1 0,-1-1 0,-2 1 0,0-1 0,-2 0 0,-2 0 0,0 0 0,-2-1 0,0 0 0,-2 0 0,-1-1 0,-25 42 0,9-29 0,-1-2 0,-2 0 0,-1-2 0,-2-2 0,-2-1 0,0-1 0,-2-2 0,-47 28 0,-8-3 0,-1-3 0,-151 56 0,192-86 0,-85 20 0,129-39-86,-1 0 0,0-1-1,0 0 1,1-1 0,-1 0 0,0 0 0,-11-2-1,17 2-46,1-1-1,0 0 0,0 1 0,-1-1 0,1 0 0,0 0 0,0 0 0,0 0 0,0 0 0,0-1 0,0 1 1,1-1-1,-1 1 0,0-1 0,1 0 0,-1 1 0,1-1 0,0 0 0,-1 0 0,1 0 0,0 0 1,0 0-1,0 0 0,0-1 0,1 1 0,-1 0 0,1 0 0,-1-1 0,1 1 0,0 0 0,0-1 0,0-3 1,2-8-948,0-1 1,1 1 0,1 0 0,0 0 0,1 0 0,0 0-1,1 1 1,1 0 0,0 0 0,13-17 0,58-79-11713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58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 14433,'-13'3'524,"9"-2"-305,0 0 0,0 0 1,1 0-1,-1 0 0,1 1 0,-1-1 0,-5 5 0,8-5-95,0 0-1,0 0 1,0 0-1,0 1 1,0-1 0,0 0-1,1 1 1,-1-1-1,0 1 1,1-1 0,-1 1-1,1-1 1,0 1-1,-1-1 1,1 1 0,0-1-1,0 1 1,0-1-1,0 1 1,0 0 0,0-1-1,1 1 1,0 1-1,10 49 2240,3-2 0,3 0 0,30 67 0,1 1-355,-35-85-1589,95 272 880,-27 11-1386,-60-177 87,-7 2 0,-5 228 0,-51 285 0,9-227 0,21-110-834,21-110-3678,4-129 287,2-34-3140,-3-20-5482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59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1279 12565,'-49'-36'2088,"48"35"-1991,0 0 0,-1 0 0,1 0 0,0 0 0,0 0 0,0 0 0,0 0 0,1-1 0,-1 1 0,0 0 0,0-1 0,1 1 0,-1-1 0,1 1 0,-1 0 0,1-1 0,0 1 0,-1-1 0,1 1 0,0-1 0,0 0 0,0 1 0,0-1 0,0 1 0,1-1 0,-1 1 0,0-1 1,1 1-1,-1-1 0,1 1 0,1-3 0,0 0 70,1-1 0,0 1 1,0 0-1,1 0 0,-1 0 1,8-5-1,-1 1 21,0 1 0,0 1 0,0-1 0,1 2 0,0-1 0,15-4 0,75-18 403,-64 19-407,580-118 961,-132 33-948,336-111-112,-522 127-95,-291 75 5,-1 2 1,1-1-1,0 1 1,0 0-1,14 1 1,-22 0 4,1 0 0,0 0 0,-1 0 0,1 0 0,0 0 0,-1 0 0,1 1 0,0-1 0,-1 0 1,1 0-1,-1 1 0,1-1 0,0 0 0,-1 1 0,1-1 0,-1 1 0,1-1 0,-1 1 0,0-1 1,1 1-1,-1-1 0,1 1 0,-1-1 0,0 1 0,1 0 0,-1 1 1,0-1-1,0 0 0,0 1 1,0-1-1,-1 1 1,1-1-1,0 0 0,-1 1 1,1-1-1,-1 0 0,1 1 1,-1-1-1,1 0 1,-1 0-1,0 0 0,-1 2 1,-185 242-175,112-153-1502,-79 126 1,145-203 1275,0 0 1,2 1 0,0 0 0,0 0-1,2 1 1,-8 31 0,13-43 300,-1 0 0,0 0 0,1 1 0,0-1 0,0 0 0,0 0 0,1 1 0,0-1 0,0 0 0,0 0 0,1 0 0,0 0 0,0 0 0,0 0 0,0 0 0,1-1 0,0 1 0,0-1 0,0 0 0,0 1 0,1-1 0,-1-1 0,1 1 0,0-1 1,0 1-1,7 3 0,0-1 19,1-1 1,0 0 0,0 0 0,0-2 0,1 1 0,-1-1 0,1-1 0,0 0-1,0-1 1,-1-1 0,1 0 0,0 0 0,0-1 0,13-3 0,8-3 443,1-1 0,-1-1 0,63-27 1,8-14 2169,-1-4 0,166-116 0,-81 50-1283,224-106 0,-299 167-1287,-52 24 12,-3-2 0,97-78 0,-73 43 243,75-86 0,-32-4 2261,-34 39 951,-90 124-3011,5 17 154,-2-5-352,3 8 29,-1 1 1,-1 0-1,0 0 1,-2 0-1,3 36 1,-12 555-2022,-4-211-7554,11-333 6821,0-35-2326,-5 63 0,26-275 11264,-20 155-6015,1 0 0,1 0 0,1 1 0,1 0 0,1 0 0,1 0 0,0 1 0,2 1 0,1 0 0,18-24 0,-2 7-171,1 1 1,2 2-1,2 1 1,45-36-1,321-206 568,-159 118-343,173-131 1783,-377 261-2050,-32 24-191,0-1 0,0 1-1,0 1 1,0-1 0,0 0 0,1 1-1,-1 0 1,1 0 0,0 0-1,0 1 1,-1-1 0,10 0 0,2 1 35,0 0 0,1 1 0,-1 1 0,18 4 1,-1-2-56,11 1-9,-1 2 0,1 2 0,-1 1 0,-1 3 0,0 1 0,66 31 0,-88-33 33,-1 0 0,0 0 0,-1 2 0,0 1 0,-1 0 1,0 1-1,26 31 0,-35-35 49,0 0-1,0 1 1,-1 0 0,0 0 0,-1 1-1,-1 0 1,0 0 0,-1 0 0,0 1-1,-1-1 1,0 1 0,-1 0 0,0 22-1,-3-3 82,-2-1 0,-1 0-1,-1-1 1,-2 1 0,-15 42-1,-70 148-181,9-22-2582,81-196 2344,0 1 0,0 0-1,1 0 1,0 1 0,0-1 0,0 0 0,0 0 0,1 0 0,0 1 0,0-1 0,1 0 0,-1 0 0,1 1 0,0-1 0,0 0 0,1 0 0,0 0 0,0 0 0,0-1 0,0 1-1,5 7 1,-5-10-66,-1 0 1,1-1-1,-1 1 0,1-1 0,0 1 0,-1-1 0,1 0 0,0 1 0,0-1 0,0 0 0,0 0 0,0-1 0,0 1 0,0 0 0,0-1 0,1 1 0,-1-1 0,0 1 0,0-1 1,5 0-1,2 1-995,52 5-6668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0:59.9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22 10761,'-7'-21'2248,"-10"36"4813,17 3-7521,0 3-1308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0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67 344 16281,'-15'-14'1168,"11"10"-502,0 1 1,0-1 0,-1 1-1,1 0 1,-1 0 0,-9-4-1,13 6-458,0 1-1,1-1 0,-1 1 0,0-1 1,0 1-1,1-1 0,-1 0 1,0 1-1,1-1 0,-1 0 0,1 0 1,-1 1-1,1-1 0,-1 0 0,1 0 1,0 0-1,-1 0 0,1 0 1,0 1-1,0-1 0,-1 0 0,1 0 1,0 0-1,0 0 0,0 0 1,0 0-1,0 0 0,0 0 0,1 0 1,-1 0-1,0 0 0,1-1 0,0-1 18,0-1-1,1 1 1,-1 0-1,1-1 1,-1 1-1,1 0 0,4-4 1,0 0-41,1 1 0,0-1 1,0 2-1,0-1 0,1 1 1,0 0-1,0 0 0,1 1 1,15-6-1,8 0-98,53-10 1,323-36-87,13 30 0,-360 23 0,1079-30 143,3 31-3578,-672 3-1366,-190-6 236,-95-11-3132,-85 1-1731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0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313 561 9337,'-128'-207'2127,"41"71"1301,-5-15 4325,91 149-7645,0 1 0,1-1 0,-1 0 0,0 0 0,1 0 0,0 0 0,-1 0 0,1 1 0,0-1 0,0 0 0,0 0 0,0 0 0,0 0 0,0 0 0,0 0 0,1 0 0,-1 0 0,1 0 0,0 0 1,-1 1-1,1-1 0,0 0 0,0 0 0,0 1 0,0-1 0,0 1 0,1-1 0,-1 1 0,0-1 0,1 1 0,-1 0 0,1 0 0,-1-1 0,1 1 0,0 0 0,-1 1 0,1-1 0,0 0 0,0 0 0,0 1 0,0-1 0,-1 1 0,1-1 0,0 1 1,3 0-1,2-1 54,0 1 0,-1 0 1,1 1-1,0-1 0,0 1 1,-1 0-1,1 1 1,-1 0-1,9 3 0,62 31 815,-63-29-798,74 42 574,-3 3 1,88 71-1,144 150-640,-64-9-113,-199-198 0,-3 2 0,56 98 0,-90-134 0,-1 0 0,-2 1 0,-1 1 0,-2 0 0,-1 1 0,9 60 0,4 66 0,3 222 0,-25-350 0,-2 0 0,-1 1 0,-1-1 0,-2 0 0,-2-1 0,0 1 0,-16 37 0,-7 3-5,-3-1 0,-4-2-1,-2-2 1,-4-2 0,-73 90 0,15-40-2357,-209 187 1,77-110-4977,161-134 2738,-59 48-8491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0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178 143 17062,'-47'-43'3440,"57"31"-560,-20-6-436,0 3-551,-3-3-361,2 6 456,-5 0-2020,-1 0-700,7 24-3193,-17 12 93,4 3-2869,19-12-6332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2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142 438 9669,'-24'-57'805,"1"3"1284,-30-115 1,42 123-405,-16-53 5431,24 86-5522,13 29-100,-7-11-1258,40 77 2515,43 114-1,-46-101-2368,21 57-361,-7 2 0,-7 2 1,-7 2-1,39 320 0,-57 321 118,-19-316-319,36-3-1844,-33-441 973,1 0 0,2-1 0,27 73 0,-29-97 362,0 0 0,0-1 1,1 0-1,1 0 0,13 16 0,-15-22-97,1 0 1,-1 0-1,1-1 1,0 0-1,0 0 1,1-1-1,0 0 0,0 0 1,10 3-1,-6-4-2095,1 0 0,0-1 0,22 2-1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2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201 129 13297,'-9'-5'244,"-98"-63"1558,41 24 2343,48 32-1571,24 19-561,33 24-768,36 29-887,-3 2 0,-2 4 0,-4 3 0,-2 2 0,102 152 1,-118-147-293,-3 2 0,-3 2 0,55 149 1,-83-185-119,-1 0 0,-3 1 0,-1 0 1,-3 0-1,-1 1 0,-2 0 0,-3 0 0,-1 0 1,-10 58-1,-5-30-142,-3-1 0,-3-1 1,-3-1-1,-3-1 0,-3-2 0,-50 80 1,-270 366-4164,294-436 2921,44-61 1016,-83 118-7394,66-88-1035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2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79 942 12657,'-15'9'595,"-1"2"0,-19 17 1,33-27-500,1 1 0,0 0 0,0-1 0,0 1 0,0 0 0,0 0 1,0 0-1,0-1 0,1 1 0,-1 0 0,1 0 0,-1 0 0,1 0 0,0 0 1,0 0-1,0 1 0,0-1 0,0 0 0,0 0 0,0 0 0,1 0 0,-1 0 1,1 0-1,0 0 0,-1-1 0,1 1 0,2 3 0,1 6 379,-1-1-222,1 1 1,0-1-1,1-1 1,1 1-1,-1-1 0,1 0 1,1 0-1,0-1 1,0 1-1,0-1 0,1-1 1,9 7-1,17 10-67,2-1 0,0-2 0,1-2 0,1-1 0,1-2 0,1-1 1,49 11-1,-32-14-282,0-2 0,0-2 1,1-3-1,97-3 0,-121-4 43,0-2 0,-1 0 1,0-3-1,0-1 0,0-1 0,-1-1 0,59-29 0,-72 29 111,0-2-1,-1 1 1,-1-2 0,0 0 0,0-1-1,-1-1 1,-1-1 0,-1 0 0,0 0 0,-1-2-1,-1 0 1,-1 0 0,13-28 0,-15 24 284,-1-1 0,-1 0 1,4-24-1,6-25 1410,-17 72-1725,0-1 1,0 0-1,0 1 0,1-1 1,-1 1-1,0-1 1,0 1-1,0-1 1,1 0-1,-1 1 1,0-1-1,0 1 1,1-1-1,-1 1 1,0-1-1,1 1 0,-1 0 1,1-1-1,-1 1 1,1-1-1,-1 1 1,0 0-1,1-1 1,-1 1-1,1 0 1,0 0-1,-1-1 0,1 1 1,-1 0-1,1 0 1,-1 0-1,2 0 1,-1 0 18,0 1 0,0-1 0,0 1 0,1-1-1,-1 1 1,0 0 0,0 0 0,0 0 0,0 0 0,0 0 0,0 0 0,-1 0 0,1 0 0,1 1 0,29 56 842,-25-46-729,28 61 190,-3 2 1,-4 1-1,-3 1 0,-3 1 0,13 98 1,-19-53-190,-6 0 0,-11 215-1,-11-200-274,-5 0-1,-57 211 0,-121 251-981,130-432 505,-115 210-1,169-355 377,-2 0 1,0-2-1,-34 39 0,48-59 185,-1 0-1,0 0 1,0 0 0,0 0-1,0 0 1,0 0-1,0 0 1,0 0-1,0-1 1,0 1 0,0 0-1,0-1 1,-1 1-1,1-1 1,0 1 0,0-1-1,-1 0 1,1 1-1,0-1 1,-1 0 0,1 0-1,0 0 1,-1 0-1,1 0 1,0 0 0,-1 0-1,1-1 1,0 1-1,0 0 1,-1-1 0,1 1-1,0-1 1,0 1-1,-1-1 1,1 0-1,0 1 1,0-1 0,0 0-1,0 0 1,0 0-1,0 0 1,-1-1 0,-1-3-53,0 1-1,0-1 1,1 0 0,-1 1 0,1-1 0,0 0 0,0 0 0,-1-8 0,1-8-188,1 0 0,1 0 0,0 0 0,2 0 0,0 0 0,6-20 0,-6 30 150,23-119-2105,78-233-1,80-115-961,-134 355 2510,121-299-891,308-803 1237,-153 420 5241,-317 788-4732,4-12 265,2 1 1,1 0-1,22-31 1,-34 55-354,0 0 0,0 0 0,0 1 0,1-1 0,-1 1 1,1 0-1,0 0 0,0 0 0,0 1 0,1-1 0,-1 1 0,1 0 1,6-2-1,-8 3-20,0 1 0,0 0 0,0-1 1,0 1-1,0 1 0,0-1 0,0 0 0,0 1 1,-1-1-1,1 1 0,0 0 0,0 0 0,-1 0 1,1 1-1,0-1 0,-1 0 0,1 1 1,-1 0-1,0-1 0,1 1 0,-1 0 0,0 0 1,3 4-1,5 8 191,0 0 1,-1 0 0,0 1-1,-1 0 1,0 0-1,-2 1 1,10 33 0,22 124 865,-36-161-1051,31 233 832,-15-107-717,34 385-2852,-18-157-3421,-22-218-1468,-6-98-43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3.3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6 758 6725,'-2'-40'574,"0"28"-337,1-1-1,1 0 1,0 0-1,1 1 1,0-1-1,1 0 1,0 1-1,1 0 1,5-13-1,1 4 45,1 1 0,1 0-1,1 1 1,0 0 0,2 1-1,0 1 1,1 0 0,0 0-1,33-25 1,17-7 61,95-55 1,-135 88-333,37-22-1,1 2-1,2 4 1,2 2 0,89-28-1,-148 56 42,-1 1 0,1-1 0,0 1 0,-1 1-1,1-1 1,0 1 0,0 1 0,12 1 0,-17-1-5,0-1 0,-1 1 0,1 0 0,0 0 1,-1 0-1,1 0 0,-1 0 0,1 0 0,-1 1 0,0-1 0,1 1 1,-1 0-1,0 0 0,0 0 0,0 0 0,0 0 0,-1 0 0,1 0 1,0 1-1,-1-1 0,0 1 0,0-1 0,1 1 0,-1-1 0,-1 1 1,2 4-1,-1 8 156,0 0 0,-2 0 0,0-1 0,0 1 0,-1 0 0,-1 0 0,-6 19 0,4-13-14,-19 68 553,8-33-340,-9 64-1,23-102-336,0-1-1,1 1 0,1 0 1,0 0-1,2 0 1,0 0-1,9 33 0,-10-45-42,1-1 0,0 0 0,1 0 0,-1 0 0,1 0 0,0-1 0,0 1 0,1-1 0,6 8 0,7 5 67,1-2-1,32 24 0,-42-35-82,0 1 0,0-1 0,1-1-1,-1 1 1,1-1 0,-1-1 0,1 0 0,0 0-1,0-1 1,0 0 0,0 0 0,1-1 0,-1 0-1,0-1 1,0 0 0,16-3 0,-6 0-18,0-1 0,0 0 0,-1-1 0,0-1 1,0-1-1,0-1 0,-1 0 0,27-20 0,2-7 73,64-64-1,-14 11 534,-89 83-502,0 0-1,0 0 0,1 1 1,0 0-1,0 1 0,0 0 1,1 0-1,-1 0 0,1 1 0,0 1 1,13-3-1,-12 4 18,1 1-1,-1 0 1,1 1-1,-1 0 1,1 0 0,-1 1-1,0 0 1,0 1-1,19 8 1,13 9 98,-1 3 0,0 0 0,54 44-1,-20-14-50,-59-42-136,126 79 125,-119-77-133,0-1-1,1-1 0,0-2 0,33 10 1,-46-17 13,1-1 0,0 0 0,0-1 0,0 0 0,0 0 0,0-2-1,0 1 1,14-5 0,32-3 437,-47 9-341,-1 0 0,0 1 0,1 0 0,-1 1 0,0 0-1,0 1 1,15 5 0,-10-3-37,0 0-1,0-1 1,1-1-1,19 1 1,-34-4-80,28 2 19,0-1 0,52-6 1,-55 2-139,0-2 0,50-14 0,-67 15 97,0 1-1,0-1 1,0-1 0,0 1-1,-1-2 1,0 1 0,0-1-1,0 0 1,-1-1-1,13-14 1,-18 18 7,0-1 0,1 0 0,-1 0-1,-1 0 1,1 0 0,-1 0 0,1 0 0,-1 0 0,0 0 0,-1-1 0,1 1-1,-1 0 1,0-1 0,0 1 0,0-6 0,-1 2 4,-1 0 1,1 0-1,-1 0 1,-1 0-1,1 0 0,-1 1 1,-5-9-1,-7-10 5,-2 0 0,-1 2-1,-1 0 1,-29-29 0,-97-78-529,48 58-1080,31 28-2827,64 43 4222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3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1 202 7733,'6'-15'658,"0"0"0,1 0 1,1 1-1,0 0 0,17-22 0,2-1 2440,-24 31-2586,1 0 0,0 1 0,0-1 1,0 1-1,11-10 0,-13 14-402,1-1 1,-1 1-1,1-1 1,0 1-1,0 0 1,-1 0-1,1 0 1,0 0-1,0 0 1,0 1-1,0 0 0,0-1 1,0 1-1,0 0 1,0 0-1,0 1 1,5 0-1,4 2 8,1 0 1,-1 1-1,-1 1 0,1 0 1,0 0-1,-1 1 0,0 1 0,-1 0 1,1 0-1,-1 1 0,-1 0 1,1 1-1,-2 0 0,1 0 0,11 18 1,6 10-11,-2 2 0,-2 1 0,19 43 0,-30-54-306,17 60 1,-3-4-262,-14-56 319,9 43-1,-20-72 143,0 1-1,0-1 1,0 1-1,0-1 1,0 0-1,0 1 1,1-1-1,-1 1 0,0-1 1,0 0-1,0 1 1,1-1-1,-1 0 1,0 1-1,0-1 1,1 0-1,-1 1 1,0-1-1,0 0 1,1 0-1,-1 1 1,0-1-1,1 0 1,-1 0-1,0 1 0,1-1 1,-1 0-1,1 0 1,-1 0-1,0 0 1,1 0-1,-1 0 1,1 0-1,-1 0 1,0 0-1,1 0 1,-1 0-1,1 0 1,18-11 136,16-27 180,71-97 492,-61 80-370,-21 27-15,1 1 0,1 1 0,1 2 0,1 0 0,1 2 0,43-25 0,-55 37-273,0 0 0,1 2 1,1 0-1,-1 1 0,1 1 1,0 1-1,0 0 1,1 2-1,-1 0 0,1 1 1,-1 1-1,1 1 0,30 3 1,-15 4-134,1 2 1,-1 1-1,52 22 1,95 58-1787,6 1-1826,15-13-5737,-99-44-977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3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1 327 13149,'3'-22'2360,"0"-2"125,4-3-437,17 9-444,9-12-328,7 12-336,14 0-200,23 0-620,23 0-420,18-3-316,19-7-764,14 1-1004,13 3-3573,0-9-5144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4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1 181 13117,'33'-90'2446,"-30"80"-1412,1 0 0,1 1 1,10-19-1,-12 25-459,0-1 0,0 1 0,0 0 0,0 0 0,1 0 0,-1 0 0,1 1 1,7-5-1,-10 7-478,0 0 0,0-1 0,0 1 0,0 0 0,1-1 0,-1 1 0,0 0 0,0 0 0,0 0 0,0 0 0,1 0 1,-1 0-1,0 0 0,0 1 0,0-1 0,0 0 0,0 0 0,0 1 0,1-1 0,-1 1 0,0-1 0,0 1 0,0 0 1,0-1-1,-1 1 0,1 0 0,0 0 0,0-1 0,0 1 0,-1 0 0,1 0 0,0 0 0,-1 0 0,2 1 0,20 42 1426,-21-40-1386,18 47 621,-3 0 0,-2 2 0,13 95 0,-1 168-1092,-23-277 470,-2 390-33,-27 1-825,11-226-1609,7-103-265,-2 37-2817,11-48-1440,13-3-5118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4.7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1 426 13413,'33'-36'586,"-21"22"-306,0 0 0,1 1 0,1 0 1,0 1-1,0 1 0,2 0 0,-1 1 1,1 1-1,1 0 0,20-7 1,15-4 455,0 3 0,1 2 1,74-11-1,-68 18-501,0 3-1,0 2 1,1 3-1,-1 2 1,0 3-1,0 3 1,-1 2-1,65 21 1,-102-25-191,-2 2 0,1 0-1,-1 1 1,0 1 0,-1 1 0,0 1 0,-1 0 0,21 20-1,-27-21-23,0 0 0,-2 1 0,1 0 0,-1 1-1,-1 0 1,0 0 0,-1 0 0,-1 1 0,0 0 0,-1 1-1,0-1 1,3 19 0,-4 2 9,-1 0 0,-2 1 0,-2-1-1,-1 0 1,-8 43 0,5-34-9,1 0 1,2 71-1,3-104-22,0-1 1,1 1-1,0-1 0,1 0 0,0 0 0,1 0 1,-1 0-1,2 0 0,0-1 0,0 1 1,1-1-1,0-1 0,0 1 0,1-1 1,0 0-1,0-1 0,1 1 0,10 6 1,-4-4-3,0-2 0,1 0 1,-1-1-1,2 0 1,-1-1-1,1-1 0,0 0 1,0-2-1,0 1 1,0-2-1,18 1 0,-10-2 5,0-2-1,1 0 1,-1-1-1,1-2 1,-1 0-1,-1-2 1,1 0-1,-1-2 1,0-1 0,31-16-1,-28 11 4,0-2-1,0-1 1,-2-1-1,0-1 1,-1-1 0,-1-1-1,-1-1 1,18-25-1,2-11-92,-4-2 0,-2-2 0,45-107 0,-68 142-166,1 0 0,1 1 0,1 0 0,1 1 0,31-35 0,-36 49 135,1-1-1,0 1 1,0 1-1,1 0 1,0 1 0,1 0-1,0 1 1,1 1-1,0 0 1,0 1-1,29-8 1,-24 11 46,-1 0 0,0 1 0,1 0 0,-1 2 1,0 0-1,1 1 0,-1 1 0,0 1 0,1 1 0,-1 1 1,-1 0-1,30 13 0,-32-11 140,0 1 0,0 1 0,-1 0 0,0 1 0,-1 0 0,0 1 1,-1 1-1,0 0 0,-1 1 0,0 0 0,-1 1 0,0 0 0,16 31 0,-10-6 276,-2 1 0,-2 0-1,9 45 1,7 26 307,-26-103-603,0 0 0,0 0 0,1 0 0,0 0 0,0-1 0,1 0 0,0 0 0,0 0 0,1 0 0,0-1 0,0 0 1,0 0-1,1 0 0,0-1 0,0 0 0,0 0 0,1-1 0,-1 0 0,16 6 0,-14-7-27,1-1-1,-1 0 0,1-1 1,0 1-1,-1-2 0,1 1 1,0-2-1,0 1 0,-1-1 1,1-1-1,-1 1 1,1-2-1,-1 1 0,1-1 1,-1-1-1,0 0 0,11-6 1,-10 4-14,0-1 0,0 0 0,0 0 1,-1-1-1,-1 0 0,1-1 0,-1 0 0,-1 0 0,1 0 1,-2-1-1,1 0 0,-1-1 0,-1 1 0,0-1 1,0 0-1,-1-1 0,-1 1 0,0-1 0,0 1 1,-1-1-1,-1 0 0,0 0 0,-1 0 0,0 0 1,0 0-1,-1 0 0,-3-12 0,-2-1 2,-1 0 0,-2 0 0,0 1 0,-1 0 0,-1 1 0,-2 0 0,-21-31 0,3 12 12,-2 1 0,-63-62 0,62 73-27,-1 1 0,-1 1 1,-1 3-1,-69-37 0,73 46-689,0 2-1,-1 1 0,-48-11 1,77 22-24,0 1 0,0 0 1,0 1-1,0-1 0,-1 1 0,1 0 1,0 0-1,-8 2 0,4-1-948,-28 5-7507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4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 13737,'17'-40'3187,"-13"34"-1733,-1 9-74,7 12-104,-1 1 0,-1 0 0,0 1 0,-1-1 0,10 36 0,16 100 2386,-29-128-3219,27 166 181,8 300 0,-39-158-596,-2-145-501,0-50-1351,9 197-6131,12-191 622,4-8-4893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5.0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12 14573,'-13'-6'2957,"-1"0"7136,11 27-9377,3 1-140,-3 2-136,3 3-384,0 6-608,0-3-580,0 3-405,-7 19-779,7-34-660,-13 9-3217,-1 0-5528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5.9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0 119 8737,'4'-23'2465,"-2"1"1,0-45-1,-3 61 620,2 17-2383,0 0 0,1 0 0,0 0 0,0-1 0,7 18 0,1 4 66,72 248 2857,130 299 0,-135-404-3201,8-4-1,186 278 1,-215-373-956,3-2 1,133 128-1,-136-152-795,3-2 0,1-3 1,3-2-1,77 38 0,-107-64-1314,1-2 1,1-1-1,68 16 0,-5-12-8302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6.2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1 14013,'-53'116'1974,"48"-106"-1639,1-1 0,1 1-1,-1 0 1,2 0 0,0 0-1,0 0 1,0 0-1,1 0 1,1 0 0,0 1-1,0-1 1,1 0 0,0 0-1,1 1 1,0-1-1,1 0 1,0-1 0,1 1-1,-1 0 1,2-1 0,7 13-1,2-2-49,0-1 0,1 0 0,0-1-1,2-1 1,0 0 0,1-2 0,32 23 0,-2-7-170,2-2 0,0-3 0,89 34 0,171 35-1052,-162-60-981,278 28 0,-312-55-666,0-6 0,0-4 1,126-20-1,-64-8-5412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6.3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872 1 11657,'-64'57'1868,"10"-12"-116,1 7-151,-1 2-269,-3-3-308,4 6-204,-11 7-172,-6 14-28,-4-2-528,-6 5-1000,-4-6-1272,3 7-3289,-2 2-4404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6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297 59 13421,'-53'-50'2662,"44"41"-1462,4 11-90,-6 12-199,0 1-1,0-1 1,1 2 0,1-1-1,1 2 1,0-1 0,-6 21-1,-34 131 2474,20-31-1579,-13 170 0,14 147-1710,23-314-95,6 0 0,6-1 0,28 150 0,-23-220 0,3 0 0,3-2 0,3 0 0,3-1 0,2-1 0,4-2 0,2-1 0,44 62 0,-55-94-13,1-1 0,1-1 0,1-2 0,1 0 0,2-2 0,1-1 0,0-1 0,2-1 0,0-2 0,37 17 0,-49-28-215,0-1 0,0 0 0,0-2 0,1 0-1,-1-2 1,1 0 0,25 1 0,41-2-2633,145-13 0,-209 8 2213,-1 0 1,1-1 0,-1-2-1,0 0 1,-1-1-1,29-14 1,79-48-6032,0-10-4203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6.8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57 384 11993,'-50'-133'1836,"43"79"-264,14 3-247,20 14-257,3 4-236,7 3-236,20 9-88,13 3-296,17 12-344,7 6-420,10 12-472,6 12-512,1 9-293,-4 15-2463,-7 19-3301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0 408 10169,'31'-15'1548,"12"-15"-292,1 2-392,16-2-72,7 0-408,17-3-640,16-3-504,14-9-332,3-7-532,1-2-1708,5 0-1633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8833,'0'13'278,"0"2"174,1 1 0,0-1 0,0 0 0,2 1 0,0-1 0,1-1 0,0 1 0,7 14 0,1-5 114,1-1 0,1-1 1,2 0-1,0-1 0,1-1 1,1 0-1,0-1 0,2-1 1,0-1-1,1-1 0,29 17 0,28 15-74,2-4 0,164 64 0,-150-76-1885,99 22 0,-137-42-496,91 9-1,-124-20 829,0 0 0,0-1 0,1-2 0,-1 0 1,0-2-1,42-11 0,-7-8-3414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985 12 11669,'-23'-12'2264,"-11"12"-192,-23 9 285,7 6-177,-4 9-248,8 3-244,-8 10-268,-3 5-312,0 9-227,0 3-169,4 7-144,-11 8-404,4-3-800,-1-2-897,-6 5-999,-3-3-1248,3-2-2309,13 2-5372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0 17850,'-17'215'8632,"15"-200"-8012,-1 27 1458,3 53-1,18 113-486,-1-34-1672,-15-79 118,-4-1 0,-24 165 0,-63 179-4676,45-137-5237,41-280 8571,3 17-4173,5-19-3118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0 183 11697,'78'-98'1726,"-72"90"-1443,1 1 0,1 0 0,-1 0-1,1 1 1,0-1 0,1 2 0,-1 0 0,1 0-1,0 0 1,0 1 0,1 0 0,-1 1 0,1 0-1,0 1 1,0 0 0,0 0 0,0 1-1,0 0 1,0 1 0,0 0 0,16 2 0,-9 1-111,0 0 0,0 1 1,-1 1-1,1 0 0,-1 2 0,0-1 1,-1 2-1,0 0 0,0 1 1,26 21-1,-31-22-137,0 0-1,-1 1 1,0 0 0,-1 1-1,0 0 1,-1 0 0,0 1-1,0 0 1,-1 0 0,0 1-1,-1-1 1,-1 1 0,0 0-1,0 1 1,-1-1 0,-1 0-1,0 1 1,-1 0 0,0-1-1,-1 1 1,0 0 0,-1 0-1,-3 17 1,-1-8-84,-1-1 0,-1 0 1,-1 0-1,-1 0 0,-1-1 0,0-1 0,-2 0 1,0 0-1,-1-1 0,-1-1 0,-23 24 0,-14 6-168,-2-2 0,-74 49 0,115-86 204,-1 0-32,13-12-2,19-19 12,9-5 19,2 1 0,1 2-1,37-24 1,-6 5 1,180-123 222,2 10 531,-228 147-681,32-22 550,95-47 0,-131 73-340,0 1 1,1 1-1,-1-1 1,1 2-1,0 0 1,25-3-1,-35 6-196,0 0-1,0 0 1,0 0-1,0 0 1,0 1 0,0-1-1,0 1 1,0 0 0,-1-1-1,1 1 1,0 1-1,0-1 1,-1 0 0,1 1-1,-1-1 1,1 1 0,-1 0-1,0-1 1,0 1-1,1 0 1,-1 1 0,-1-1-1,1 0 1,0 1-1,0-1 1,-1 1 0,0-1-1,1 1 1,-1 0 0,0-1-1,0 1 1,-1 0-1,1 0 1,0 0 0,-1 0-1,1 3 1,-1 6 75,1 0-1,-1 0 1,-1 0 0,0 0 0,-1 0-1,-5 18 1,-28 73 277,8-25-773,-28 101-5537,48-154 3479,2-2-4187,5 2-4240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7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10909,'17'9'1424,"3"3"-288,-3 9-232,9 9-284,-6 1-476,4 2-672,6 6-492,3 3-624,-2 0-1856,2 4-1961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8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7881,'18'7'534,"-2"2"0,1 0 1,-1 1-1,-1 0 0,0 1 0,0 1 1,-1 0-1,-1 1 0,0 1 1,16 21-1,3 21 403,-1 1 0,-4 1 0,-1 1 0,-4 2 0,17 67 0,-23-62-469,-3 0 0,7 117 1,-17-148-366,-3 1 0,-1 0 1,-1 0-1,-2-1 1,-2 1-1,-1-1 1,-12 35-1,10-41-13,-1 0 1,-1 0-1,-2-1 0,-25 43 0,30-59 15,1 0 0,-2-1-1,0 0 1,0-1 0,-1 0-1,0 0 1,0-1 0,-1-1-1,-1 1 1,1-2 0,-1 0-1,-16 7 1,27-13-62,-1 0 0,0-1 0,0 1 0,0 0 0,0-1 0,0 0 0,0 1 0,0-1 0,0 0 0,1 0 0,-1 0 0,0 0 0,0 0 0,0-1 0,0 1 0,0 0 0,0-1 0,0 0 0,0 1 1,0-1-1,1 0 0,-1 0 0,0 0 0,1 0 0,-1 0 0,0-1 0,1 1 0,0 0 0,-1-1 0,1 1 0,-2-2 0,2 0 5,-1-1 0,0 1 0,1 0 1,-1 0-1,1-1 0,0 1 0,0-1 1,0 1-1,1-1 0,-1 1 0,1-1 0,0 0 1,0 1-1,0-1 0,1-6 0,4-9 23,1 0-1,0 0 0,1 0 1,1 1-1,1 0 0,1 0 0,15-20 1,95-112-463,-109 137 316,128-140-2686,235-202 1,8 59-7021,-245 204 2404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8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1 9173,'-87'56'2827,"75"-46"-2189,1 0 1,0 2-1,0-1 0,1 1 1,1 1-1,0-1 1,1 2-1,0-1 0,-10 25 1,11-18-448,0 0 1,2 0 0,0 0 0,1 1-1,1 0 1,1 0 0,1 0-1,0 0 1,2 0 0,1 0 0,0 0-1,2 0 1,0-1 0,1 1 0,1-1-1,17 37 1,-9-29-384,1 0 1,2-1-1,0 0 0,2-2 1,1 0-1,1-1 1,1-1-1,0-1 0,2-1 1,41 28-1,-56-43 90,1 0 1,0 0-1,-1-1 0,2 0 1,-1 0-1,1-2 0,-1 1 0,1-1 1,0-1-1,0 0 0,0 0 0,1-1 1,-1 0-1,0-1 0,0-1 1,0 0-1,1 0 0,-1-1 0,0 0 1,0-1-1,-1-1 0,1 1 0,-1-2 1,1 1-1,-1-1 0,-1-1 1,13-9-1,0-4 168,0-1 0,-2-2 0,-1 0-1,0 0 1,19-34 0,68-135 1040,-80 142-664,10-24 277,-22 41-339,2 0 0,1 1 0,1 1 0,26-31 0,-41 57-305,0 0 1,0 1 0,1-1 0,-1 1-1,1 0 1,0 0 0,0 0 0,0 1-1,1-1 1,-1 1 0,0 0-1,1 0 1,0 1 0,-1-1 0,1 1-1,6-1 1,-8 2-4,0 1-1,0-1 1,1 1-1,-1 0 1,0-1-1,0 1 1,0 1-1,0-1 1,0 0-1,-1 1 1,1-1-1,0 1 1,-1 0-1,1 0 1,-1 0-1,1 0 1,-1 0-1,0 1 1,0-1-1,0 1 1,0-1-1,-1 1 1,1 0-1,-1 0 1,1 0-1,0 4 1,10 22 450,-1 0 0,-2 1-1,10 58 1,5 102 739,-18-133-922,8 94 670,-7 2-1,-18 226 1,-2-258-653,-5 0 0,-5-1 1,-64 189-1,29-156-321,-6-4 1,-102 172-1,-200 261-1867,268-433 501,-134 192-4013,214-317 3733,16-19-67,8-11-97,119-118-3320,-43 39 1147,40-32-3165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42 11645,'14'-42'7077,"-14"66"-14706,6 22-480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9.4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11533,'-1'1'133,"-1"-1"0,1 0 0,0 1 0,-1-1 0,1 1 0,0 0-1,0-1 1,-1 1 0,1 0 0,0 0 0,0 0 0,0 0 0,0-1 0,0 2 0,0-1 0,0 0 0,-1 1-1,2 1 150,0 0 0,0 0 0,0 0 0,0 0-1,1 0 1,-1 0 0,1 0 0,1 5 0,-1-6-201,4 28 1874,-2 0 0,0 59 0,-1-15 193,19 254 3439,9 226-2963,-40 14-2624,-9-41-1441,20-416-6069,28 184-1,-28-283 5640,1-1-1,0 0 1,1 0-1,1 0 0,-1 0 1,11 19-1,-14-29 1652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09.6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15169,'0'0'2075,"-1"2"-269,1 1-1608,-1 1 1,1-1-1,0 0 1,0 1-1,1-1 0,-1 0 1,1 0-1,-1 1 1,1-1-1,0 0 1,0 0-1,0 0 1,1 0-1,-1 0 0,1 0 1,0 0-1,0 0 1,0-1-1,0 1 1,0-1-1,3 3 0,8 7 206,1 0 0,28 19-1,-19-16 49,271 191 1530,170 126-895,-24 26-802,-359-283-487,-3 3-1,-4 3 1,72 103 0,-123-151 116,-1 2 1,-2 1-1,-1 0 1,-2 2-1,18 55 1,-28-70 58,-2 0 1,0 1 0,-2-1-1,0 1 1,-2-1-1,0 1 1,-2 0-1,-1-1 1,0 1 0,-11 39-1,1-25 0,-2 0 0,-2-1 1,-1 0-1,-2-1 0,-1-2 0,-2 0 0,-36 43 0,-8 0-562,-132 117-1,54-73-934,-49 47-4323,164-133 86,19-19-3548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10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858 1162 13301,'-33'-13'711,"19"6"-207,-1 1 1,1 0-1,-1 1 0,-1 1 1,1 0-1,-1 2 1,-20-2-1,1 5 610,1 1 0,-1 3-1,1 0 1,0 2 0,-55 20 0,59-16-840,0 2 0,1 1 0,0 2 1,2 0-1,0 2 0,0 1 0,2 1 1,1 1-1,0 2 0,2 0 0,-31 41 1,43-49-476,1 1 0,1 0 0,0 1 0,1 0 0,1 0 1,0 1-1,2 0 0,-4 23 0,3-4-1660,1 1 0,4 72-1,0-108 1712,0 1-1,0 0 1,0-1-1,0 1 1,1 0 0,-1-1-1,1 1 1,-1-1-1,1 1 1,0-1-1,0 1 1,0-1-1,1 1 1,-1-1 0,0 0-1,1 0 1,-1 0-1,1 0 1,0 0-1,0 0 1,0 0 0,0 0-1,0-1 1,0 1-1,0-1 1,1 0-1,-1 1 1,0-1-1,1 0 1,-1 0 0,1 0-1,5 0 1,2 0-58,0-1 0,0 0 0,0-1 0,0 0 0,0-1 0,17-4 0,0-4 169,-1 0-1,1-2 1,-2 0-1,0-2 1,0-1-1,32-26 1,-18 14 277,625-395 3589,-453 292-3364,-63 38-563,179-148-1,-273 194 327,-2-3 0,-2-1-1,-3-3 1,-2-1 0,-2-3-1,42-73 1,-60 80 1339,31-89-1,12-27 2949,-68 166-4435,0-1 1,0 0-1,1 1 0,-1-1 1,0 0-1,0 1 0,1-1 1,-1 0-1,0 1 0,1-1 1,-1 1-1,1-1 0,-1 1 1,1-1-1,-1 1 1,1-1-1,-1 1 0,1-1 1,-1 1-1,1 0 0,0-1 1,-1 1-1,1 0 0,0-1 1,-1 1-1,1 0 0,0 0 1,-1 0-1,1 0 1,0 0-1,-1 0 0,1 0 1,0 0-1,-1 0 0,1 0 1,0 0-1,-1 0 0,1 0 1,0 0-1,-1 1 0,1-1 1,0 0-1,-1 0 1,1 1-1,0-1 0,-1 1 1,1-1-1,0 1 0,2 2 32,-1-1 1,0 1-1,0 0 0,0 0 0,0 0 0,-1 0 0,1 0 0,1 4 0,2 12 5,-1 1 0,0-1-1,1 36 1,1 9-119,33 316 4,-30-295-1496,2 0 0,30 108 0,-8-75-4038,4 0-3700,-17-59-1293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10.3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1 591 13973,'42'-30'759,"1"3"-1,1 1 1,48-21 0,147-50 446,-125 53-908,753-251 1864,-842 287-1922,-19 5 68,2 0 0,-1 1 0,0 0 0,0 0 0,1 0 0,-1 1 0,10 0-1,-16 1-267,-1 0 0,1 0 0,-1 0-1,0 0 1,1 0 0,-1 0 0,0 0-1,1 0 1,-1 0 0,0 0 0,1 0-1,-1 0 1,0 0 0,1 1-1,-1-1 1,0 0 0,1 0 0,-1 0-1,0 1 1,1-1 0,-1 0 0,0 0-1,0 1 1,1-1 0,-1 0-1,0 0 1,0 1 0,0-1 0,0 0-1,1 1 1,-1-1 0,0 0 0,0 1-1,-6 14 861,-27 23 165,16-19-573,4-4-219,0 1 0,2 0 0,0 1 0,1 0 0,-13 30 0,20-40-261,1 0 0,0 0 0,0 0 0,0 0 0,1 1 0,0-1 0,1 1 0,0-1 0,0 1 0,0-1 0,1 1 0,0-1 1,1 0-1,-1 1 0,1-1 0,1 0 0,0 0 0,4 9 0,4 1-372,0-1 0,1 1-1,1-2 1,1 0 0,0 0 0,1-2 0,1 1 0,0-2-1,0 0 1,1-1 0,34 16 0,2-3-1649,1-2-1,105 27 1,145 26-5253,-292-72 6511,1-2-1,-1 1 0,0-2 1,1 0-1,14-1 1,16 0-3099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10.4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52 6473,'-34'-15'1160,"17"9"-268,-16-3-460,-1-3-592,1 6-2404,-7 3-685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11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1059 641 5332,'38'-68'736,"-11"20"649,35-86 1,-48 98-303,-2 0 1,9-44-1,-18 64-614,0 0-1,-1 0 0,-1 0 1,-1-1-1,0 1 1,-1 0-1,-5-28 1,5 39-373,0 1 0,0 0 0,-1 0 0,0 0 0,1 0 0,-2 0 0,1 0 1,0 0-1,-1 1 0,1-1 0,-1 1 0,0-1 0,0 1 0,-1 0 0,1 1 0,-1-1 0,1 0 1,-1 1-1,0 0 0,0 0 0,0 0 0,0 0 0,0 1 0,0 0 0,-1-1 0,1 2 1,0-1-1,-1 0 0,1 1 0,0 0 0,-8 0 0,-4 1 70,1 1 0,0 0-1,0 1 1,0 1 0,1 0 0,-1 1-1,1 1 1,-16 8 0,-15 11 153,1 2 1,2 2-1,-45 38 0,22-9 54,-61 71 0,52-41-164,3 3-1,4 3 0,5 3 0,-81 169 0,115-205-158,3 0 1,2 2-1,3 1 0,3 0 0,-12 89 1,24-108-68,2 0-1,2 0 1,2 0 0,2 0 0,2 0 0,2-1 0,1 1 0,28 78-1,-18-75-47,3 0 0,2-2 0,2 0 0,52 70 0,-34-60-93,3-3-1,98 88 0,131 70-352,17-23 79,-94-62 241,177 131-150,-290-192 235,-3 4 0,89 96 0,-143-135 86,-1 2 1,-1 2 0,-2 0 0,-1 1-1,24 52 1,-38-66 16,0 0-1,-2 1 1,-1 0-1,0 0 1,-2 0-1,-1 0 1,0 1 0,-2-1-1,0 1 1,-2 0-1,-4 33 1,-1-25 12,-2-1-1,-1 0 1,-1 0 0,-2-1 0,0 0-1,-2-1 1,-2-1 0,-28 41 0,-7-2 56,-3-3 0,-62 58 1,-316 248 204,-35-44 326,441-308-525,-1-1 0,-33 14 1,59-29-71,0-1 0,0 0 0,1 1 0,-1-1 0,0 1 0,0-1 0,0 0 0,0 0 0,0 1 0,0-1 0,0 0 0,0 0 0,-1 0 0,1 0 0,0 0 0,0 0 0,0-1 0,-2 1 0,3-1 0,0 1 0,0-1 0,-1 1-1,1-1 1,0 1 0,0-1 0,0 1-1,0-1 1,0 1 0,-1 0 0,1-1-1,0 1 1,0-1 0,0 1-1,0-1 1,0 1 0,0-1 0,1 1-1,-1-1 1,0 1 0,0-1 0,0 1-1,0-1 1,1 1 0,-1-1 0,0 0-1,3-3 2,-1-1 1,1 0-1,0 1 0,0 0 0,0 0 0,5-5 0,4-1 3,1 1 0,0 0 0,0 0 0,1 1 0,0 1 0,1 1 0,0 0 0,22-6 0,0 2 42,0 2 0,57-4 0,-65 10 35,0 1-1,0 2 0,0 1 0,0 1 0,-1 2 0,1 0 0,-1 2 1,0 2-1,-1 0 0,0 1 0,-1 2 0,0 1 0,39 26 0,-7 0 195,-2 3 0,98 95 0,81 118 309,3 3-1251,-187-209-315,1-3-1,116 79 1,-115-93-1270,2-2 0,1-3 0,93 33 0,36-8-7159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134 728 5761,'-14'-16'389,"4"7"36,0-1-1,1 0 1,1 0 0,-1-1-1,2 0 1,-13-24 0,11 14 135,1-1 0,1 1 0,1-1 0,1 0 0,1-1 0,1 1 0,0-1 0,2 0-1,1 1 1,1-1 0,0 0 0,8-32 0,-6 39-442,1 0-1,1 1 0,0-1 0,2 1 0,-1 0 0,2 0 0,0 1 1,0 0-1,2 1 0,-1-1 0,2 2 0,0 0 0,0 0 1,1 1-1,1 0 0,0 1 0,0 0 0,15-7 0,-18 11-78,1 1-1,0 0 1,0 1-1,0 1 0,0-1 1,1 2-1,-1 0 0,1 0 1,0 1-1,-1 0 1,1 1-1,18 2 0,-16 0 1,1 1 0,0 1 0,-1 1 0,1 0 0,-1 0 0,-1 1-1,1 1 1,23 16 0,-14-5 8,-1 0-1,0 2 1,-2 0-1,0 1 1,-1 1-1,-2 1 1,0 1-1,-1 0 1,23 51-1,-21-31-7,-2 1-1,-3 0 0,-1 1 0,-2 1 0,-3 0 1,-1 0-1,-2 0 0,-3 1 0,-5 57 0,-8 12 28,-5 0 0,-49 176 0,-263 689 39,204-584-139,111-338 43,3 2 0,3 0 0,2 0 0,4 103 1,3-143-38,1 1 1,1-1-1,1 0 1,1 0-1,1 0 1,1 0-1,0-1 1,2 0-1,1-1 1,0 0-1,2-1 1,0 0 0,1 0-1,1-1 1,0-1-1,1-1 1,1 0-1,1 0 1,0-2-1,27 17 1,0-4-95,1-3 0,1-2 0,1-1 0,1-3 1,0-2-1,2-2 0,-1-2 0,1-3 0,71 5 0,-41-9 122,0-4 0,0-3-1,0-4 1,-1-4-1,99-24 1,-127 21 610,0-2 1,-1-3-1,91-45 0,-139 61-209,-8 5-23,-8 5-290,-1 1 0,2 0 1,-1 1-1,1 0 0,1 1 1,0 1-1,0 0 0,1 0 1,1 1-1,0 0 0,0 1 1,2 0-1,0 1 0,-7 17 0,0 2 3,2 1 0,2 1 0,1-1 0,-10 71 0,15-52 17,2 0 0,7 94 0,15-1 9,56 216 1,-70-340-121,73 293-111,39 170-144,-96-379 120,11 157 0,-29-194 93,-4 0 0,-3 0-1,-3 0 1,-29 123-1,26-151 16,-1 0 0,-2-1 0,-3-1 0,-1 0 0,-1-1-1,-30 45 1,13-29-250,-2-1 1,-3-2-1,-2-2 1,-89 81-1,70-77-710,-4-3 0,-1-3 1,-105 57-1,74-58-2155,-112 37 0,171-69 1844,-129 49-6077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0.1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481 10 15101,'-25'-8'2401,"25"8"-2367,0 0 1,-1 0 0,1 0-1,0-1 1,0 1-1,0 0 1,0 0 0,0 0-1,-1 0 1,1 0 0,0 0-1,0 0 1,0 0-1,0 0 1,-1 0 0,1 0-1,0 0 1,0 0 0,0 0-1,0 0 1,-1 0 0,1 0-1,0 0 1,0 0-1,0 0 1,0 0 0,-1 0-1,1 0 1,0 0 0,0 0-1,0 1 1,0-1 0,-1 0-1,1 0 1,0 0-1,0 0 1,0 0 0,0 0-1,0 1 1,0-1 0,0 0-1,0 0 1,-1 0-1,1 0 1,0 0 0,0 1-1,0-1 1,0 0 0,0 0-1,0 0 1,0 1 0,0-1-1,0 0 1,0 0-1,0 0 1,-134 375 8044,-47 145-4813,144-394-2880,6 1 1,-17 157 0,37-176-256,4 1 1,13 174 0,-1-230-255,2-1 0,3 0 0,1-1-1,3 0 1,2-1 0,2 0 0,37 69 0,-40-93-61,1-2 1,0 0 0,2 0 0,1-2 0,1 0 0,1-1 0,0-1-1,2-1 1,0-2 0,1 0 0,1-1 0,1-1 0,0-2 0,0 0-1,1-2 1,1-1 0,0-1 0,0-1 0,1-2 0,0-1-1,0-1 1,0-1 0,1-2 0,-1-1 0,37-5 0,-29-1 14,0-2 1,-1-1-1,-1-2 1,1-2-1,-2-1 1,0-2 0,0-1-1,-2-1 1,0-2-1,29-24 1,8-13-45,-2-2 1,-3-3 0,57-73 0,-15 2 337,-64 76 483,98-100-1,-130 148-464,0 0-1,1 0 1,0 1-1,12-7 1,-20 13-68,1 0 0,0 1 1,-1-1-1,1 1 1,0 0-1,0 0 1,0 0-1,0 0 1,0 1-1,0 0 0,0 0 1,0 0-1,0 0 1,0 0-1,0 1 1,0 0-1,0 0 0,4 1 1,4 4 126,0 0 0,0 0-1,-1 1 1,0 1 0,0 0 0,-1 0 0,0 1 0,15 18-1,67 93 940,-61-77-810,70 87 431,102 104 272,-146-171-886,84 72 0,-118-116-139,39 37-9,2-4 0,3-3 0,75 42 0,-130-83 0,1-1 0,1-1 0,0 0 0,-1-1 0,2-1 0,-1 0 0,0-1 0,1 0 0,21 1 0,-34-4 0,0 0 0,-1 0 0,1 0 0,0 0 0,0 0 0,0 0 0,0-1 0,0 1 0,0-1 0,0 1 0,-1-1 0,1 0 0,0 1 0,0-1 0,-1 0 0,1 0 0,-1 0 0,1-1 0,-1 1 0,1 0 0,-1-1 0,0 1 0,1 0 0,-1-1 0,0 0 0,0 1 0,0-1 0,0 0 0,-1 1 0,1-1 0,0 0 0,-1 0 0,1 0 0,-1 1 0,1-1 0,-1 0 0,0 0 0,0 0 0,0 0 0,0-2 0,-1-3 0,0 0 0,0 1 0,0-1 0,-1 0 0,0 1 0,0-1 0,-1 1 0,0 0 0,-7-12 0,-14-16-7,-2 2 0,-2 0 0,-1 2 0,-33-27 0,-140-99-135,45 47-621,-6 8 0,-3 7 0,-340-137 0,472 218-469,0 1 1,-1 1-1,-1 2 1,-63-7-1,97 15 875,-1 1 0,1 0 0,-1 0 0,1 0 0,-1 0 0,1 0 0,-1 1 0,1-1 0,0 1-1,-5 1 1,-5 8-5451,-2 3-4852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1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0 850 13345,'0'0'3489,"11"9"-883,-7-4-2326,1 0-1,-1-1 0,0 1 0,-1 1 0,1-1 0,-1 0 0,0 1 0,3 8 0,4 7 128,20 39 326,-2 1 0,33 111 0,-45-108-534,-4 2-1,-2 0 0,3 112 1,-8-77-80,-3-83-34,-1-1-1,2 1 1,5 17 0,-8-34-84,0 0 1,0-1 0,0 1-1,0-1 1,0 1 0,0-1-1,0 1 1,0-1 0,0 1 0,0-1-1,1 1 1,-1-1 0,0 1-1,0-1 1,0 1 0,1-1-1,-1 1 1,0-1 0,1 1-1,-1-1 1,1 0 0,-1 1-1,0-1 1,1 0 0,-1 1 0,1-1-1,-1 0 1,1 0 0,-1 1-1,1-1 1,-1 0 0,1 0-1,-1 0 1,2 1 0,15-23 6,46-97-52,16-27-156,-57 111 279,2 1-1,2 0 1,1 2 0,1 2 0,53-46-1,-62 61 106,1 0 0,1 2-1,0 1 1,1 0-1,0 2 1,1 0 0,0 1-1,0 2 1,1 0-1,0 2 1,26-4 0,-33 8-55,3-2 63,0 1 1,0 1-1,0 1 0,1 1 1,-1 0-1,0 2 1,0 0-1,30 10 0,161 62 1535,-189-66-1606,-1 1 1,0 1 0,0 1 0,-1 0 0,-1 2 0,25 21 0,-27-21-111,189 186-1,-63-57-42,-130-131-228,1 0-1,0-1 1,1 0 0,1-1 0,-1-1 0,1-1 0,26 10 0,-33-14 38,1-2 0,0 1 1,0-1-1,0-1 0,0 1 0,0-2 1,0 1-1,0-2 0,0 1 0,0-1 1,0-1-1,0 0 0,0 0 0,18-8 1,-7 1-100,-1-2 0,0-1 0,0 0 0,-2-2 0,1 0 0,-2-1 0,29-31 0,1-8-417,46-71-1,-24 19 335,-4-3 1,-5-3-1,-5-3 0,46-139 0,-32 43 2601,60-328-1,-125 511-1540,-3 23 58,-3 7-620,1-1 0,-1 0 0,1 1-1,-1-1 1,1 1 0,0-1-1,0 1 1,0 0 0,0 0 0,0-1-1,-2 5 1,-2 5 122,-5 7 14,1 1 1,1 0-1,1 0 1,-8 32 0,-12 90 537,17-85-521,-8 52 229,-5 115-1,22-186-405,2 1 0,8 51 0,42 218 145,-46-278-242,2 0 1,14 35-1,-17-54-20,1-1-1,0 0 1,1 0-1,9 12 0,-4-6-23,-4-6-18,1 0 0,0-1 0,0 1 0,0-2 0,1 1 0,0-1 0,0 0 0,1-1 0,0 0 0,0-1 0,1 0 0,-1-1 0,1 0 0,0 0 0,0-1 0,0-1 0,1 0 0,-1 0 0,1-1 0,-1 0 0,1-1 0,19-3 0,-8 0-108,-1-1-1,1-1 1,-1-2-1,0 0 1,-1-1-1,1-1 1,-2-1 0,1-1-1,-2 0 1,27-21-1,17-21-279,-3-2 0,62-75 0,-52 53 366,-29 27 275,13-15 37,-49 60-190,-1 1 1,1-1 0,0 2 0,0-1 0,1 0 0,-1 1-1,1 0 1,0 0 0,-1 1 0,9-3 0,-2 3-92,-1 1-1,0 0 1,0 0 0,1 1 0,12 2 0,33 0-563,-35-4 421,0 0 0,0-1 0,-1-1 0,1-1 0,-1 0 0,25-12-1,-17 4 189,0-1 0,-1-2 0,-1-1-1,0-1 1,-2-2 0,0 0 0,43-45-1,-8 7 920,-58 58-865,0 1-1,0-1 1,0 0-1,0 1 1,0-1-1,0 1 0,-1 0 1,1-1-1,0 1 1,0 0-1,-1 0 1,1 0-1,0 1 1,-1-1-1,3 2 1,-1 1 9,0 0 0,1 0 0,-1 1 0,-1-1 0,1 1 0,-1 0 0,0 0 0,3 6 0,-3-5-16,0 0 0,1 0 0,0-1-1,6 10 1,-1-6-62,0-1-1,1 0 1,0 0 0,0-1 0,1-1-1,0 1 1,0-2 0,1 1 0,-1-1-1,1-1 1,0 0 0,1-1 0,-1 0-1,1 0 1,21 1 0,-2-2-188,1-1 0,-1-1 0,1-2 1,52-10-1,-32 0 98,0-1 1,-1-3-1,-1-2 1,0-2 0,-2-3-1,88-54 1,-71 33 370,-2-4 0,-2-2 1,106-114-1,-104 93 550,-19 20 524,66-59 1,-74 84-595,-34 25-647,0 0-1,0 0 1,0 0-1,0 1 1,0-1-1,0 1 1,1-1-1,-1 1 1,0 0-1,0 0 1,0 0-1,1 0 1,-1 0-1,0 0 0,0 1 1,0-1-1,1 1 1,-1 0-1,0-1 1,0 1-1,0 0 1,0 0-1,3 3 1,0-1 30,-1 0 1,0 0 0,0 1 0,0-1-1,0 1 1,-1 0 0,5 6-1,-4-3 23,-1 1 0,1-1 0,-1 0 0,0 1 0,-1 0-1,0 0 1,0 0 0,0 8 0,3 69 561,-5-67-574,-14 289 660,-1-5-4349,17-255 955,11 69 0,-8-85-2242,16 44 0,-2-26-5408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5 12545,'3'1'301,"0"0"-1,-1-1 0,1 0 1,0 1-1,0-1 1,0-1-1,0 1 1,0 0-1,0-1 0,0 1 1,4-2-1,-6 1-193,1 1 1,0-1-1,-1 1 0,1-1 0,0 1 0,0 0 0,0 0 0,-1 0 0,1 0 1,0 0-1,0 0 0,-1 0 0,1 0 0,0 1 0,0-1 0,-1 1 0,1-1 1,0 1-1,-1 0 0,1 0 0,-1 0 0,1-1 0,-1 1 0,1 1 0,-1-1 1,1 0-1,-1 0 0,0 1 0,0-1 0,2 2 0,2 4 52,0 0-1,0 1 1,-1-1 0,0 1-1,0 0 1,-1 0 0,0 0-1,0 0 1,-1 0 0,2 14-1,-2-6-13,-1 0-1,-1 0 0,0 0 1,-1 0-1,-3 16 0,-5 11 59,-2-1 0,-28 73 0,38-112-189,-64 142-461,63-141 335,1 0 1,0-1-1,0 1 1,0 0-1,0 0 1,0 0-1,1 0 1,0 0-1,0 1 1,0-1-1,0 0 0,2 6 1,-2-9 36,1 1 0,0 0 0,0 0 1,0 0-1,-1-1 0,2 1 0,-1 0 0,0-1 0,0 1 0,0-1 1,1 1-1,-1-1 0,1 0 0,-1 0 0,1 0 0,-1 1 0,1-1 1,0-1-1,0 1 0,-1 0 0,1 0 0,0-1 0,0 1 0,0-1 1,2 1-1,12 0-235,-1 0 0,1-1 1,0-1-1,-1 0 1,1-1-1,0-1 0,-1 0 1,0-1-1,0-1 1,27-12-1,14-10-127,73-46-1,-52 20 1016,-3-4 0,94-90 0,-100 84 575,127-115 3014,-194 177-4081,1 0 0,-1-1 0,0 1 0,0 0 1,1 0-1,-1 1 0,0-1 0,1 0 0,-1 0 1,1 1-1,-1-1 0,1 1 0,0-1 0,-1 1 0,1 0 1,-1-1-1,1 1 0,0 0 0,-1 0 0,1 0 1,0 0-1,-1 1 0,3-1 0,-2 1-5,0 0 0,-1 1 0,1-1 0,0 0-1,-1 1 1,1-1 0,-1 0 0,1 1 0,-1 0 0,1-1-1,-1 1 1,0 0 0,0 0 0,0 0 0,1 2 0,2 7 154,-1-1 1,0 1 0,0 0-1,-1-1 1,1 16-1,0 45 426,-1-20-705,11 64-1,30 92-7379,-23-142 673,-3-17-3072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1.5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23 148 15605,'-23'0'5681,"33"-12"-3661,3-3-412,28 6-316,29-3-528,7 6-768,20 0-784,14-9-780,-1-10-1052,17 4 32,18 9-3185,9-3-4872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1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0 15445,'-92'24'1845,"69"-25"5262,23 1-7029,13-5 3843,-1 3-5092,312 6 3027,-157 3-1825,385 6-1916,185 5-3286,-245-10-3956,-253-5-818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2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1076 88 11857,'-73'-49'1850,"15"10"6369,59 41-8036,-1 0 0,1-1 0,-1 1 0,1 0 1,-1 0-1,1-1 0,0 1 0,0-1 0,0 1 0,0-1 0,2 3 0,4 6 242,15 24 743,54 60-1,-6-9-318,129 214 839,-161-229-1325,-3 1 1,41 117-1,-60-137-237,-3 0 0,-1 1 0,-3 0-1,5 91 1,-14-100-83,-1 0 0,-3 0 1,-1 0-1,-2-1 0,-2 0 0,-22 63 0,8-48-80,-3-2 0,-2 0 0,-2-2 0,-2-1 0,-3-1 0,-2-2 0,-69 70 0,7-22-945,-4-5 0,-146 99 0,-107 34-3265,109-96-5468,133-73-1538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3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81 4912,'31'-15'6746,"-34"14"-6242,1 0-374,0 0 0,-1 0-1,1 1 1,0-1-1,0 1 1,0-1-1,-1 1 1,1 0 0,0 0-1,-1 0 1,1 0-1,0 1 1,0-1 0,0 1-1,-1-1 1,1 1-1,0 0 1,0-1-1,0 1 1,0 0 0,0 0-1,-2 2 1,2-1 1229,12-13-248,-9 10-1032,-1 1 1,1-1 0,0 1 0,0 0 0,-1-1 0,1 1 0,0-1 0,-1 1 0,1-1 0,-1 0 0,1 1 0,-1-1-1,1 0 1,-1 1 0,1-1 0,-1 0 0,0 0 0,1 1 0,-1-1 0,0 0 0,0 0 0,1 1 0,-1-2-1,-8-26 1152,7 25-148,-1 1-516,2 2-479,0-1 0,-1 0 0,1 0 1,-1 1-1,1-1 0,-1 0 0,1 0 0,-1 1 0,0-1 0,1 1 0,-1-1 0,0 1 0,1-1 0,-1 1 0,0-1 0,0 1 0,0-1 0,1 1 0,-1 0 0,-2-1 0,2 3 45,0 0 1,0 1-1,1-1 1,-1 0-1,0 0 1,1 1-1,0-1 0,-1 0 1,1 1-1,0 3 1,-11 201 4054,-21 92-1486,-59 397-2553,33-230-1839,48-232-3611,18 0-7169,-2-175 2148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4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0 150 15057,'5'59'2193,"-5"-49"-1788,0 0 0,1-1 0,0 1 1,1 0-1,0-1 0,0 1 1,6 12-1,7 9 563,2-1 1,1-1-1,30 38 1,76 74 687,-57-74-1627,3-3-1,2-3 0,139 90 0,-152-115-836,1-3-1,2-2 1,1-3-1,2-3 0,124 31 1,-164-51 498,1-1 0,-1-1 0,1-1 0,0-2 0,0 0-1,0-2 1,0 0 0,37-10 0,-44 7 168,-2 0 1,1-2-1,-1 0 0,0-1 1,0 0-1,-1-2 0,0 0 0,-1-1 1,0 0-1,0-1 0,-2-1 1,19-20-1,-11 5 239,-1-1 1,-1-1 0,-2 0-1,-1-2 1,-1 0-1,-2 0 1,-1-2-1,-2 1 1,-1-1-1,7-55 1,-3-31 3123,-5-207 1,-8 236-1141,0 44-980,0 47-1037,0-1 1,0 0 0,0 0 0,0 0 0,0 0 0,0 0 0,0 1 0,0-1 0,0 0-1,-1 0 1,1 0 0,0 0 0,0 1 0,-1-1 0,1 0 0,0 0 0,-1 1 0,1-1 0,-1 0-1,1 0 1,-2 0 0,1 1-13,1 0 0,-1 0 0,1 0 1,-1 0-1,0 0 0,1 0 0,-1 0 0,0 0 0,1 0 0,-1 0 0,1 1 0,-1-1 0,1 0 0,-1 0 0,1 1 0,-1-1 0,1 0 0,-1 1 0,1-1 1,-1 1-1,1-1 0,-1 1 0,-4 4 249,0 1 0,1 0 0,-1-1 0,-4 10 1,-1 7-36,0 0 0,1 0 0,1 1 0,-5 23 1,-15 103-382,20-102 186,-22 142-365,9 1-1,4 222 1,28-147-3721,19-1-4624,-13-183 2341,8-17-3650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4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613 9 14577,'-8'12'945,"-1"0"0,1 0-1,1 1 1,0 0 0,1 1 0,1-1-1,-8 28 1,2 6 1503,-4 52 0,7-45-1484,4-20-668,2 1-1,1 0 1,1-1 0,3 1-1,0 0 1,2-1-1,2 0 1,1 0 0,1-1-1,2 0 1,2 0-1,1-2 1,18 32 0,-24-49-301,1-1 1,1-1 0,0 1-1,0-2 1,1 1-1,1-1 1,0-1 0,1 0-1,24 14 1,-31-21-16,0 0 0,-1 0 0,1 0-1,1-1 1,-1 0 0,0-1 0,0 1 0,1-1 0,-1 0 0,1-1 0,-1 0 0,1 0-1,-1 0 1,1-1 0,-1 0 0,1 0 0,-1 0 0,0-1 0,0 0 0,1 0 0,-1-1-1,-1 0 1,1 0 0,0 0 0,-1 0 0,6-6 0,-1 1-10,-1-1-1,1-1 1,-2 0 0,0 0-1,0-1 1,0 0 0,-2 0-1,1-1 1,-2 0 0,8-19-1,-7 14 6,-2 0 0,1 0 0,-2 0 0,0 0 0,-1 0 0,-1-1 0,-2-27 0,-2 21 18,-1-1 0,-2 0 1,0 1-1,-1 0 0,-2 1 1,0 0-1,-2 0 0,0 0 1,-2 2-1,0 0 0,-2 0 0,-20-23 1,7 13 17,-2 1 1,-1 1 0,-1 1-1,-2 2 1,0 2 0,-55-30-1,47 32-23,-1 2-1,-87-27 1,106 40-343,-1 1 0,0 1 0,0 1 0,0 1 0,0 2 0,0 0 0,-32 4 1,47-1-142,0 0 0,0 0 1,0 1-1,1 0 1,-1 1-1,1 0 1,0 0-1,-15 10 0,19-10-451,-1 0-1,1 0 0,0 1 0,0 0 1,1 0-1,-1 0 0,1 1 0,-4 6 1,-10 33-11210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5.2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126 270 15369,'-3'-47'722,"-2"-119"3183,3 109 4256,-43 404-3908,1-24-3896,17 295-355,32-478-12,5 0 1,39 193-1,-43-303-213,2-1 1,1 0 0,1 0 0,1 0-1,2-1 1,1-1 0,1-1 0,27 36-1,-34-51 45,1 0 0,0-1-1,1-1 1,0 1-1,0-2 1,1 1-1,0-1 1,1-1 0,0 0-1,0-1 1,0 0-1,1-1 1,0 0-1,0-1 1,0 0 0,1-1-1,-1-1 1,1 0-1,-1-1 1,28-1-1,-17-3 35,0-1-1,-1-2 0,0 0 0,0-1 0,0-1 0,-1-2 0,0 0 0,-1-1 0,0-1 0,-1-1 0,26-22 0,15-15-114,-3-4 0,57-67 0,-24 15 84,-4-5 0,72-123 0,121-254 1195,-168 266 168,60-104 619,-165 314-1708,1 0 0,1 0 1,0 1-1,0 1 0,1-1 0,1 2 1,20-17-1,-25 23-57,-1-1 0,1 1 1,-1 0-1,1 1 0,0-1 0,0 1 0,0 1 1,1-1-1,-1 1 0,0 0 0,1 0 0,-1 1 1,0-1-1,1 2 0,-1-1 0,0 1 0,1 0 1,-1 0-1,11 4 0,-4 0 7,0 1-1,0 1 1,0 0-1,-1 0 1,0 1-1,-1 1 1,0 0-1,11 12 1,74 91 161,-65-73-145,-19-24-51,12 16-105,1-1-1,2 0 0,1-2 0,58 44 0,-43-44 55,0-2-1,2-1 1,1-3-1,1-2 1,0-2-1,2-2 0,0-2 1,0-2-1,1-3 1,1-1-1,-1-3 1,1-2-1,72-5 0,-53-6-144,-1-3-1,0-3 1,-1-2-1,128-51 0,244-143-504,-320 153 605,3 5 1,196-55-1,-233 86-757,15-5-2831,-54 13-5806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6.4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1159 6217,'-7'-14'754,"-14"-32"2270,16 7 4739,3 15-4598,-2 34 1037,-6 45-1224,2 48-659,7 146 0,3-157-2293,17 691-26,-15-640 0,50 907 0,-41-833 0,6-33 0,-19-184 0,0 1 0,0 0 0,0-1 0,0 1 0,0-1 0,0 1 0,0 0 0,0-1 0,1 1 0,-1-1 0,0 1 0,0 0 0,0-1 0,1 1 0,-1-1 0,0 1 0,1-1 0,-1 1 0,0-1 0,1 1 0,-1-1 0,0 1 0,1-1 0,-1 1 0,1-1 0,0 1 0,1-2 0,-1 1 0,1-1 0,-1 0 0,1 1 0,-1-1 0,1 0 0,-1 0 0,0 0 0,1 0 0,-1 0 0,0-1 0,0 1 0,0 0 0,0 0 0,0-1 0,0 1 0,0-1 0,1-1 0,15-33 0,-7 3-6,-2 0 0,-1 0 0,-2 0 0,2-46 0,-2 27-94,88-1290-4194,-48 2 4076,-45 1324 244,4-161 567,38-247 1,-35 385-400,19-57 0,-20 79-79,0 1-1,1 1 1,1-1 0,0 1-1,18-23 1,-22 32-36,0 1-1,1 0 1,0 0-1,0 0 0,0 1 1,1-1-1,-1 1 1,1 1-1,0-1 1,0 1-1,1 0 1,-1 0-1,0 1 1,1 0-1,9-2 1,-7 3-9,0 0 0,0 1 0,0 0 0,1 1 0,-1 0 0,0 0 0,0 1 0,0 0 0,-1 1 0,13 4 0,7 7-15,0 1-1,-1 1 1,-1 1-1,0 1 1,40 38-1,14 20-54,-3 4 0,-4 3 0,-4 4 0,89 142 0,-49-41 0,115 270 0,-135-235 0,-9 2 0,-11 4 0,78 467 0,-88-237 31,-2-10-415,-25-207-3402,-17-82-2595,-7-77-980,4-17-4541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6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128 905 15645,'-67'-21'2573,"44"21"-177,-4 0-360,24-18-416,-4 6-324,30-15-352,28-22-168,36 7-271,30-6-421,47-3-741,30-7-207,27-5-500,17-6-312,17-10-364,6-5-112,7-6-280,-7-7-2481,-10 1-3880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6.8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341 116 10989,'-19'-24'663,"15"18"-435,0 0 1,-1 0-1,1 0 1,-1 1-1,0 0 1,-1 0-1,1 0 1,-1 1-1,0 0 1,0 0-1,-1 0 1,1 1-1,-1 0 1,-8-3-1,-1 1 478,8 2-146,0 0 0,-1 1 0,1 0 0,-1 0-1,-14 0 1,19 2-403,1 0-1,0 1 1,-1-1-1,1 1 0,0 0 1,-1 0-1,1 0 1,0 1-1,0-1 1,0 1-1,0 0 1,1 0-1,-1 0 0,0 0 1,1 0-1,-1 0 1,1 1-1,-4 4 1,-3 6 261,0 0 1,0 1 0,2 0-1,0 1 1,0 0 0,1 0-1,1 0 1,1 1 0,-5 24-1,1 15 772,-1 80 0,8-29-119,6 1 0,26 161 0,66 207-200,-64-332-808,77 336-1654,-30-162-3340,-37-138-410,-25-61-2636,-10-49-2029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7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23 761 12965,'-19'-220'2146,"17"187"-1166,1 1-1,6-57 0,-1 68-301,1 1 0,0-1-1,15-33 1,-17 46-518,1 1 0,-1-1 0,2 1 0,-1 0 0,1 0 0,0 0 0,0 1 0,1-1-1,0 1 1,8-6 0,6-7 105,0 1 0,2 1-1,0 1 1,0 1-1,1 1 1,1 0-1,1 2 1,0 1 0,0 1-1,1 2 1,31-7-1,5 6-253,0 2 0,0 4 0,0 2 0,1 3 0,64 11 0,-39 1-436,-2 4-1,0 3 0,84 34 1,-109-32-187,0 2 1,-2 3 0,0 3-1,-3 3 1,-1 1 0,98 84 0,-125-93-74,0 2 1,-2 1-1,-2 1 1,0 1 0,-2 1-1,-1 1 1,-2 1-1,-2 1 1,0 0 0,-3 1-1,-1 1 1,-1 0-1,6 44 1,5 126-6529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7.1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80 778 13017,'-80'36'9361,"103"-54"-7073,24-9-488,27-3-439,27-15-233,26-7-372,20-11-596,17-12-612,17-7-820,7-5-629,13-16-1215,3-11-3701,0-4-6512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7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 1312 10889,'-23'-11'726,"10"5"119,1 1 1,-2 0-1,-21-5 0,34 10-712,0-1 0,-1 1-1,1 0 1,0-1 0,0 1 0,0 0 0,-1-1-1,1 1 1,0-1 0,0 0 0,0 1 0,0-1 0,0 0-1,0 0 1,0 0 0,0 0 0,1 0 0,-1 0-1,0 0 1,0 0 0,1 0 0,-1 0 0,0 0-1,1 0 1,0 0 0,-1-1 0,0-1 0,1 1 35,1-1 0,-1 0 0,0 1 0,1-1 0,-1 0 0,1 1 0,0-1 0,0 1 0,0-1 0,0 1 0,0-1 0,3-2 0,5-8 385,0 1 0,1 0 0,20-19 0,3 3 50,2 1-1,0 1 1,69-36-1,129-49 301,-197 95-782,837-332 1275,18 46-997,-710 245-459,202-69-1628,-375 123 1556,16-5-1062,36-19 0,-88 22-3024,9 4 2802,0 1-1,-1 2 1,1 0-1,0 0 1,-19 7-1,-50 16-6954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7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86 10825,'-32'-50'2698,"30"48"-2181,0-1 0,0 0 0,0 0 0,0 1 0,-1-1 0,1 1 0,-1 0 1,1 0-1,-1 0 0,0 0 0,-4-2 0,-3-2 1232,10 6-1712,0 0 0,1 0 0,-1 1 0,0-1 0,0 0 0,0 0 0,0 0 0,0 0 1,0 0-1,0 0 0,0 0 0,0 0 0,0 0 0,0 1 0,0-1 0,0 0 0,0 0 1,0 0-1,0 0 0,0 0 0,0 0 0,0 0 0,0 0 0,0 0 0,0 1 0,0-1 1,0 0-1,0 0 0,0 0 0,-1 0 0,1 0 0,0 0 0,0 0 0,0 0 0,0 0 0,0 0 1,0 0-1,0 0 0,0 1 0,0-1 0,0 0 0,0 0 0,0 0 0,-1 0 0,1 0 1,0 0-1,0 0 0,0 0 0,0 0 0,0 0 0,0 0 0,0 0 0,0 0 0,0 0 0,-1 0 1,1 0-1,0 0 0,10 146 5757,29 77-3063,-16-108-2215,128 932-419,-109-472-635,-23-190-3822,-5-140-998,0-87-1254,6 21-6303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9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13765,'2'14'509,"1"1"-1,1-1 0,0 0 1,1-1-1,1 1 1,0-1-1,1 0 0,14 21 1,9 6 510,42 46 0,-13-18-344,-59-68-673,337 398 1865,-241-294-1534,188 153 0,-145-154-228,4-6-1,4-7 1,4-6 0,3-7 0,291 101 0,-199-101-116,3-11 1,3-11-1,312 27 1,84-45-148,-459-40 72,263-37 0,-387 31-69,0-3 1,-1-3 0,-1-2-1,75-33 1,-113 39-185,-1-2 0,0 0 0,0-2 0,-2-1 0,28-24 0,-37 27-204,1 0 0,-2-2-1,0 0 1,0 0 0,-2-1 0,0 0-1,0 0 1,10-29 0,-13 25-1169,-1 0 1,6-31-1,0-45-6320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29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0 14345,'-13'25'658,"9"-18"-249,-1 0 0,1 1 0,1-1 0,-1 1 0,1 0 0,1 0 0,-1 0 0,1 0 0,1 1 0,0-1 0,-1 16 0,5-11 110,0 0-1,1 1 1,1-1 0,0-1-1,1 1 1,0-1-1,0 0 1,2 0 0,16 20-1,6 3 471,56 48-1,-57-57-611,428 428 2529,-348-332-2307,179 263 0,-254-330-468,-2 2 0,-3 1 0,35 97 0,-50-112-133,-2 1-1,-2 0 0,-2 0 0,-2 1 0,1 89 0,-9-77-302,-3 0 1,-3-1 0,-2 1 0,-2-2 0,-3 0-1,-2 0 1,-3-2 0,-51 100 0,32-87-730,-2-1 0,-3-3 1,-3-1-1,-3-2 0,-2-3 1,-67 57-1,-106 71-6021,182-150 4595,-77 61-7129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0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1647 12885,'21'-131'4089,"1"60"2082,-22 70-6085,1 0-1,-1-1 0,0 1 0,1 0 1,-1 0-1,1-1 0,-1 1 0,1 0 1,-1 0-1,1 0 0,0 0 0,0 0 0,0 0 1,0 0-1,-1 0 0,1 0 0,0 0 1,1 0-1,-1 0 0,0 1 0,0-1 1,0 0-1,0 1 0,1-1 0,-1 1 1,0 0-1,0-1 0,1 1 0,-1 0 0,0 0 1,1-1-1,-1 1 0,0 0 0,1 1 1,-1-1-1,0 0 0,1 0 0,-1 0 1,0 1-1,0-1 0,1 1 0,-1-1 1,0 1-1,2 1 0,5 1 198,0 1 0,-1 1 0,0-1 0,0 1 0,0 1 1,9 9-1,26 29 810,-2 2 1,40 60 0,62 115-571,-9 9-523,136 326 0,50 272 0,-268-676 0,-9-23 0,70 145 0,-107-262 0,1 0 0,0-1 0,1 0 0,1-1 0,0 1 0,0-1 0,1-1 0,11 10 0,-17-16 0,0-1 0,1 0 0,-1 0 0,1 0 0,-1 0 0,1-1 0,0 1 0,0-1 0,0 0 0,0 0 0,0-1 0,0 1 0,0-1 0,0 0 0,0 0 0,0 0 0,0 0 0,0-1 0,0 1 0,0-1 0,0 0 0,0-1 0,-1 1 0,1-1 0,0 1 0,-1-1 0,1 0 0,-1 0 0,6-6 0,3-1 0,0-1 0,-1 0 0,0-1 0,-1 0 0,0-1 0,12-20 0,43-85 0,-58 103 0,113-269 0,-20-11 0,-57 160 0,245-809 0,12-33 0,-126 466 0,-60 186 0,-88 249 0,3 2 0,47-85 0,-65 138-55,1 1 1,1 0-1,0 1 0,24-24 1,-33 38-95,1-1 0,0 1 0,0 0 0,1 1 0,-1-1 0,1 1 1,0 0-1,10-4 0,-12 7-33,-1-1 0,1 0 0,-1 1 0,0-1 0,1 1 0,-1 0 0,1 0 0,-1 1 0,1-1 0,-1 1 0,0-1 0,1 1 0,-1 0 0,0 0 0,1 1 0,-1-1 1,4 3-1,-2 0-175,0-1 0,-1 1 0,1 0 0,-1 1 0,0-1 0,0 1 1,0 0-1,-1 0 0,1 0 0,-1 1 0,0-1 0,-1 1 0,0-1 1,3 11-1,1 6-2275,-1 0 0,3 38 1,-2 45-9016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0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17298,'-14'67'3076,"21"-28"-92,-10 6-252,6 0-379,0 4-341,1 11-336,6 9-1040,3 10-636,4 8 0,0 0 0,-7-2 0,3 2 0,0 1-852,1-13-1580,-1-9-649,-3-11-727,4-4-2857,-1-3-6280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0.6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17 230 13933,'-13'-82'1992,"10"34"-391,6 30-373,-3-3-140,0-3-508,-3 6-632,3 0-1012,26 36-15258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0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0 17510,'-4'5'341,"-1"0"1,1 1 0,1-1-1,-1 1 1,1 0-1,0 0 1,0 0 0,1 0-1,-1 1 1,2-1 0,-1 1-1,1-1 1,0 1 0,0 0-1,0 0 1,1-1 0,0 1-1,2 12 1,12 295 7330,5 70-6578,10-34-1094,22 303 0,-20-316 0,-17-240 0,39 135 0,-47-213-55,0 1-1,1-1 1,2-1 0,0 1 0,1-1-1,0-1 1,20 25 0,-27-37-73,2 0 0,-1-1-1,0 1 1,1-1 0,0 0 0,0 0 0,0-1 0,0 1 0,1-1 0,0 0-1,-1-1 1,1 1 0,0-1 0,0 0 0,0-1 0,0 1 0,1-1 0,-1-1-1,0 1 1,1-1 0,-1 0 0,0 0 0,1-1 0,-1 0 0,0 0 0,0 0-1,12-5 1,-7 1-26,0 0 0,0-1 0,-1 0-1,0-1 1,0 0 0,0-1 0,-1 0-1,-1 0 1,1-1 0,-1 0 0,-1 0-1,8-12 1,-4 4 79,-1-1-1,0-1 0,-1 0 1,-1 0-1,-1 0 1,6-26-1,-9 20 231,0 0 0,-1 0 0,-2 0-1,0 0 1,-2 0 0,-1 0 0,0 0 0,-2 0 0,-1 0-1,-1 1 1,-1 0 0,-12-27 0,9 29-248,0 0 1,-2 0-1,0 1 1,-1 1-1,-2 0 1,0 1-1,0 0 0,-2 1 1,-1 1-1,0 1 1,0 0-1,-31-18 0,42 30-472,1 1-1,0 0 0,-1 0 1,1 0-1,-1 1 0,0 0 1,-12-2-1,16 4 243,0 0-1,1 0 1,-1 0 0,0 0-1,1 0 1,-1 1-1,0-1 1,1 1 0,-1 0-1,1 0 1,-3 1 0,-12 13-5065,11 1-4847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1.2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32 324 14897,'49'-19'2640,"2"3"0,78-15-1,-73 22-1505,-8 2-824,-1-2-1,-1-2 1,70-25 0,-101 30-402,0 0-38,-1-1-1,26-15 0,-36 19 147,1-1-1,-1 1 1,0-1-1,0 0 1,0-1-1,0 1 1,-1 0-1,0-1 0,0 0 1,0 0-1,4-10 1,-6 13 57,0 0 0,0 0 1,0-1-1,0 1 0,-1 0 0,1-1 1,-1 1-1,1-1 0,-1 1 0,0-1 0,0 1 1,0-1-1,0 1 0,-1 0 0,1-1 1,-1 1-1,1-1 0,-1 1 0,0 0 1,0-1-1,0 1 0,0 0 0,0 0 0,0 0 1,-1 0-1,1 0 0,-1 0 0,1 0 1,-1 0-1,0 1 0,0-1 0,0 0 0,0 1 1,0 0-1,0 0 0,0-1 0,0 1 1,-1 0-1,1 1 0,0-1 0,-1 0 1,1 1-1,-1-1 0,1 1 0,-1 0 0,1-1 1,0 1-1,-1 1 0,1-1 0,-1 0 1,1 0-1,-1 1 0,-3 1 0,-8 2 252,1 1 0,-1 0-1,1 1 1,0 1 0,0 0 0,1 0-1,0 1 1,0 1 0,1 0-1,-16 17 1,-9 13-138,-48 67-1,66-83-209,-37 53 23,-86 154 0,116-179 0,2 0 0,3 1 0,1 1 0,-16 83 0,24-82 0,-4 77 0,14-113 0,1-1 0,1 1 0,0 0 0,1-1 0,1 1 0,0-1 0,2 1 0,8 21 0,-9-31-181,0 0-1,1-1 1,0 1 0,1-1 0,0 0-1,0-1 1,0 0 0,1 1-1,0-2 1,0 1 0,0-1-1,1 0 1,-1-1 0,1 0 0,16 6-1,0-1-2232,1-2 0,1 0 0,-1-2 0,32 3 0,54-2-12398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1.9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348 107 14053,'-80'-85'3027,"78"83"-2594,0 0 0,0 0 0,0 0 0,0 0 0,-1 0 1,1 0-1,0 1 0,-1-1 0,1 1 0,-1 0 0,-2-2 0,4 3-249,0 0 1,1 1-1,-1-1 1,0 0-1,0 0 1,1 0-1,-1 1 1,0-1-1,1 0 1,-1 1-1,1-1 1,-1 1-1,0-1 1,1 1-1,-1-1 1,1 1-1,-1-1 1,1 1-1,-1-1 1,1 1-1,-1 0 1,0 1-1,-3 3-558,-3 6 792,1-1-1,1 1 1,0 0 0,0 1 0,1-1 0,0 1 0,1 0-1,0 0 1,-1 16 0,-115 805 2025,85-505-2443,15 606 0,22-864-10,4 0-1,3-1 1,2 0 0,4-1-1,34 94 1,-37-130-198,2-1 0,1-1 0,1 0 0,1-1 0,32 38 0,-33-48-170,1-1 0,0 0 0,2-1 0,0-1 0,0-1 0,2-1 0,0-1 0,25 12 0,-29-18 155,1 0 0,0 0 1,0-2-1,0-1 0,0 0 1,1-1-1,0-1 1,-1-1-1,1-1 0,0-1 1,-1 0-1,1-1 1,-1-2-1,34-9 0,-27 5 85,-1-2 0,-1-1 0,1-1 0,-2-1 0,0-1 0,0-1 0,-1-1-1,-1-1 1,-1 0 0,23-27 0,2-11 363,-3-1-1,-2-2 1,-2-2-1,-3-2 1,-3-1-1,36-104 1,-32 51 1147,9-23 564,-44 138-1884,-1 0 1,1 0-1,-1 0 1,1 0-1,0 0 1,-1 0-1,1 0 1,0 0-1,-1 0 1,1 0-1,0 0 1,0 1-1,0-1 1,0 0-1,0 1 1,0-1-1,0 1 1,0-1-1,0 1 1,0-1-1,0 1 1,0 0-1,0 0 1,1-1-1,-1 1 1,0 0-1,0 0 1,0 0-1,0 0 1,0 0-1,1 1 1,-1-1-1,0 0 1,1 1-1,2 0 71,0 0 0,0 1 0,0 0 0,-1 0 0,1 0 0,-1 0 0,6 4 0,2 6 171,1 0 0,-2 1 0,0 0 0,0 0 1,13 25-1,14 20-189,39 47-105,4-3 0,5-4 0,157 141 0,-224-225 0,0 0 0,2-1 0,-1-1 0,36 15 0,-52-25 0,0-1 0,1 0 0,-1 0 0,0 0 0,0-1 0,0 1 0,1-1 0,-1 0 0,0 0 0,0 0 0,1 0 0,-1 0 0,0-1 0,0 0 0,4 0 0,-5 0 0,-1 0 0,1 0 0,0 1 0,-1-1 0,1 0 0,-1-1 0,1 1 0,-1 0 0,1 0 0,-1-1 0,0 1 0,0 0 0,1-1 0,-1 0 0,0 1 0,0-1 0,-1 1 0,1-1 0,0 0 0,-1 0 0,1 1 0,-1-1 0,1 0 0,-1 0 0,1-2 0,-1-9 0,-1 0 0,0 0 0,-1 0 0,0 0 0,-1 0 0,0 1 0,-1 0 0,-1-1 0,0 1 0,0 1 0,-1-1 0,-10-13 0,-14-20 0,-58-66 0,68 88 0,-85-88 75,-16-22-4049,116 127 3380,-15-17-1582,6 8-2206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2.4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781 1691 15393,'-86'-32'3062,"81"30"-2711,0 0-1,-1 1 1,1-1 0,-1 1-1,0 0 1,1 0-1,-1 1 1,0 0 0,0 0-1,1 0 1,-1 1 0,0 0-1,0 0 1,1 0 0,-1 1-1,1-1 1,-10 6-1,1-2 256,-7 4 116,0 1 0,1 0 0,0 2 0,1 1-1,-35 28 1,-76 87 1450,96-89-1982,1 1 0,2 1 0,3 2-1,-25 47 1,34-53-199,2 0-1,2 1 1,1 1-1,2 0 1,-11 64-1,20-84-125,1 0 1,1 0-1,1 1 0,0-1 1,2 0-1,0 0 0,7 27 0,-7-38-26,0 0 0,1-1-1,0 0 1,0 1 0,0-1-1,1 0 1,0-1-1,1 1 1,-1-1 0,1 0-1,1 0 1,-1 0 0,1-1-1,0 0 1,0 0-1,0 0 1,1-1 0,0 0-1,0 0 1,10 4 0,-9-6 31,0 0 1,0-1 0,1 0 0,-1 0-1,0-1 1,0 0 0,0 0 0,1-1 0,-1 0-1,0 0 1,0-1 0,0 0 0,-1-1-1,1 0 1,0 0 0,-1 0 0,12-8-1,5-4-120,-1 0-1,-1-2 0,39-37 0,-27 18 88,-1-2 0,-2-1 0,-1-2 1,-3-1-1,43-86 0,75-244-156,66-433 240,-85-18 555,-90 525 692,-46 362 385,-7 66-796,-6 637 1074,25-646-1702,6 194 180,24-7-606,-23-260-100,26 80 0,-27-106 190,1 1 1,1-2-1,1 0 1,0 0 0,21 27-1,-27-42 165,-1-1-1,1 1 1,0-1-1,0 0 0,0-1 1,1 1-1,-1-1 1,1 0-1,0-1 1,0 1-1,1-1 1,-1 0-1,1-1 0,0 1 1,-1-1-1,1-1 1,0 1-1,0-1 1,0-1-1,0 1 1,0-1-1,0 0 0,1-1 1,-1 1-1,0-1 1,-1-1-1,1 0 1,10-3-1,3-3 25,0-1 0,0-1 0,-1-1 0,0-1 1,-1 0-1,0-1 0,-1-1 0,-1-1 0,17-18 0,14-22 586,58-84 0,-63 78 433,80-87 1,-121 147-983,0 0 1,0 0-1,0 0 1,0-1-1,1 1 1,-1 0 0,0 1-1,1-1 1,-1 0-1,1 0 1,-1 1-1,1-1 1,-1 0-1,1 1 1,-1 0-1,1-1 1,0 1 0,1 0-1,1 0 19,0-1 1,-1 1-1,1 1 0,0-1 1,0 1-1,-1-1 0,1 1 1,0 0-1,-1 0 1,1 1-1,-1-1 0,1 1 1,-1 0-1,0 0 0,5 3 1,-4-1-5,1 0 1,-1 1 0,0 0-1,-1-1 1,1 1 0,-1 1-1,0-1 1,0 0 0,0 1-1,-1-1 1,2 8-1,4 14 56,-1 0-1,-1 1 0,2 42 0,-2 87-357,-3-35-1417,5-28-1340,-6-74 373,2-1-1,7 28 0,-7-40-3155,7 3-3436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2.8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0 582 6009,'19'-19'1268,"-1"-1"1,-1-1 0,26-42 0,-16 21 581,-18 29-1107,0 0 1,-2-1 0,1 1-1,-2-1 1,9-26 0,8-38 2575,-23 75-2990,-16-6 134,14 8-441,0 0 0,0 0 0,0 1 0,0-1 0,0 1 0,0-1 0,0 1 0,0 0-1,0 0 1,0 0 0,0 0 0,0 0 0,0 0 0,0 0 0,0 1 0,0-1 0,0 1 0,0 0 0,0-1-1,0 1 1,0 0 0,0 0 0,1 0 0,-1 1 0,0-1 0,1 0 0,-4 3 0,-9 6 64,11-9 271,12-34-289,11-118-209,-16 97-753,-4 51 283,4 4-2250,-2-1 2545,-1 1 1,0-1-1,0 1 0,1-1 1,-1 1-1,0-1 0,0 1 0,0 0 1,0 0-1,0 0 0,0-1 0,0 1 1,0 0-1,0 0 0,0 0 1,0 1-1,-1-1 0,1 0 0,0 0 1,-1 0-1,1 0 0,-1 1 0,1-1 1,-1 0-1,1 3 0,-2 17-6616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3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1 225 11261,'8'-17'987,"-1"1"-1,-1-1 0,0 0 1,-1 0-1,4-29 1,-8 37-700,1 3 168,-1 0 0,1 0-1,0 0 1,1 0 0,-1 1 0,1-1 0,1 0 0,-1 1 0,1 0-1,-1 0 1,1 0 0,1 0 0,-1 1 0,7-5 0,-4 9 408,-2 3-748,1 0 0,-1 1 0,1-1-1,-1 1 1,0 1 0,-1-1 0,1 1 0,-1 0 0,0 0 0,0 0-1,0 1 1,-1-1 0,0 1 0,0 0 0,0 0 0,-1 0 0,0 0 0,2 8-1,3 14 144,-2 1 0,3 54 0,-7-70-193,3 63 273,-9 98 0,-20 75-359,25-243 8,-4 17-74,-3 31-79,7-52 158,0 0 0,0 0-1,0-1 1,0 1-1,0 0 1,1 0 0,-1 0-1,1-1 1,-1 1 0,1 0-1,0 0 1,-1-1-1,1 1 1,0 0 0,0-1-1,0 1 1,0-1-1,1 1 1,-1-1 0,0 0-1,0 1 1,3 0 0,-4-2 6,1 1 0,0-1 0,0 1 0,0-1 0,0 0-1,0 0 1,-1 1 0,1-1 0,0 0 0,0 0 0,0 0 0,0 0-1,0 0 1,0 0 0,0 0 0,0 0 0,0-1 0,0 1-1,0 0 1,0-1 0,0 1 0,-1 0 0,1-1 0,0 1 0,0-1-1,1 0 1,10-5-17,-1-1-1,0 0 1,0-1-1,-1 0 1,0 0-1,0-1 1,14-18-1,61-80 170,21-24 258,-102 126-419,1 1 0,0 0 1,-1 0-1,1 0 1,1 1-1,-1 0 0,0-1 1,1 2-1,-1-1 0,1 1 1,0 0-1,0 0 1,0 1-1,0-1 0,0 1 1,0 1-1,1-1 1,7 1-1,6 2-547,0 1 0,0 0 0,0 1-1,24 9 1,-40-12 491,-1 0 1,1 0-1,-1 0 0,1-1 0,0 1 0,-1-1 0,1 0 0,-1 0 0,1 0 0,0-1 1,-1 1-1,1-1 0,-1 0 0,1 0 0,-1 0 0,1 0 0,-1-1 0,6-3 1,-5 2 22,1-1 1,-1 0 0,0 0 0,0 0-1,0 0 1,-1-1 0,0 0 0,0 1-1,0-1 1,4-10 0,0-3 146,-1-1-1,-1 1 1,-1-1 0,0 0 0,1-38-1,-4 39 204,-1-1 0,-1 1 0,-4-26 0,4 39-242,0 0 0,0 0 0,0 1 1,-1-1-1,1 0 0,-1 1 0,0-1 1,-1 1-1,1 0 0,-1 0 1,0 0-1,0 0 0,0 0 0,0 0 1,-1 1-1,1 0 0,-8-5 0,10 7-56,0 1-1,0-1 0,0 1 0,0-1 0,0 1 0,0 0 0,0-1 0,-1 1 0,1 0 0,0 0 0,0 0 1,0 0-1,0 0 0,-1 0 0,1 0 0,0 0 0,0 1 0,0-1 0,0 0 0,0 1 0,-1-1 1,1 1-1,0-1 0,-1 2 0,-1 0 5,0 0 0,1 1 1,-1-1-1,1 1 0,-1 0 1,1-1-1,0 1 0,-2 5 1,-1 1 1,0 1 1,1 0-1,1 0 1,-1 0-1,-1 12 1,3 3-343,1 1-1,1-1 1,1 0 0,1 0 0,7 33 0,4 42-956,-13-97 1262,0 0 0,1 0 1,-1 0-1,1-1 0,0 1 1,0 0-1,0 0 0,0 0 1,0 0-1,0-1 0,1 1 1,0-1-1,-1 1 0,5 3 1,-5-6 41,-1 1 0,1-1 0,0 0 0,0 0 0,0 0 0,0 0 0,0 0 0,0 0 0,0 0 0,0-1 0,-1 1 1,1 0-1,0 0 0,0-1 0,0 1 0,0 0 0,-1-1 0,2 0 0,0 0 53,2 0 96,0-1 1,-1 0-1,1 0 0,0 0 0,-1-1 1,0 1-1,1-1 0,2-3 0,-2 2 1497,-1 7-1370,2 3-252,-1 0-1,0 1 0,0-1 1,0 1-1,-1 0 1,0 0-1,0 0 0,-1 1 1,0-1-1,0 1 1,-1-1-1,0 1 1,0 7-1,0 20 95,-5 56 0,2-57-53,-8 73 53,-4-2 0,-5 0 0,-50 159 1,-146 286 57,186-485-214,-96 195-478,124-258 463,2-9-15,1-1 37,1 1-1,-1-1 0,1 1 1,0 0-1,1 0 1,6-11-1,3-5 2,361-667-79,-341 636-313,56-73 1,6 19-2871,-91 104 2933,29-23-2816,-31 25 2220,1 1 0,-1 0 0,1 0 0,0 0-1,0 0 1,0 0 0,-1 0 0,5 1-1,13-1-8746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4.2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358 2479 4748,'-38'38'460,"16"-15"18,0-2-1,-2 0 1,0-2-1,-39 24 0,-102 58 6619,190-101-4045,17-10-2013,67-23 1,-65 18-705,937-265 2755,-784 228-2797,274-74 201,62-16-116,61-13-69,2837-660-1280,-642 141-1269,-2398 565 1324,-76 9-776,-63 3-1253,-100 24-1955,-45 10-3157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5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1344 15273,'107'-105'2237,"-23"51"-617,33-7-384,20-5-236,28-12-212,36-13-196,56-8 16,45-4-516,43-5-288,43-16-628,44-2-896,24 8-884,36 10-2789,28 5-4332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6.5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10 158 8897,'-2'-7'610,"0"0"1,0 0-1,1 0 1,0 0-1,0 0 1,1 0-1,0 0 1,1-14 0,16-56 5273,-16 76-5805,-1-1 393,10 24 392,71 163 656,-38-79-955,45 96 385,204 340 0,-93-253-521,415 462 0,-403-529-290,9-10 0,420 311 0,-347-321-234,8-13-1,340 157 0,-377-223-431,4-13 0,442 121 0,-513-183 291,2-9-1,1-9 1,1-8-1,317-7 1,-394-21 161,1-6 0,-1-5 0,-1-5 0,119-38 0,-159 33 42,-1-3 0,-1-4 0,-3-3 0,0-4 0,-3-3 0,106-82 0,-107 66 24,-2-3 0,-4-4 0,109-136 0,-141 155-1,-3-1-1,-2-1 1,-2-2 0,-2-1-1,-2-1 1,-3-2-1,19-74 1,-34 95-3,-1 0 0,-2 0 0,0-60 0,-4 73-459,-1 1 0,-1-1-1,-1 1 1,-1-1 0,-1 1-1,-11-28 1,15 46 207,0-1 0,-1 1-1,1 0 1,-1 0 0,0 0 0,0 0 0,-1 0 0,1 1 0,-5-5 0,1 1-714,4 3-1344,-18 0-8558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6.9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10525,'0'1'148,"-1"-1"-1,1 1 1,0 0-1,-1-1 1,1 1-1,0 0 1,0 0-1,-1-1 1,1 1-1,0 0 1,0 0 0,0-1-1,0 1 1,0 0-1,0 0 1,0-1-1,0 1 1,0 0-1,1 0 1,-1-1 0,0 1-1,0 0 1,1 0-1,-1-1 1,0 1-1,1 0 1,-1-1-1,1 1 1,0 0 0,24 21 1769,-3-4-648,22 21-405,1-2 1,2-2-1,74 41 1,-27-17-456,0 0-120,-22-14-295,79 62 1,-143-100-15,-1 0 0,1 1 0,-1-1 0,-1 1 0,1 1 0,-1-1 0,-1 1 0,0 0 0,0 0 0,-1 1 0,0-1 0,0 1 0,-1 0 0,-1 0 0,1 0 0,-2 0 0,1 1 0,-1-1 1,-1 0-1,0 1 0,-3 18 0,-4 9 8,-1 0 0,-2-1 0,-2 0 1,-23 51-1,34-86 12,-231 473-794,-37-16-4383,188-327 240,1-5-2956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7.5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440 1 7613,'-10'91'3875,"9"-57"-2832,-3 0 1,0 0-1,-2 0 0,-15 48 0,-56 134 1013,52-150-1706,-51 128 459,-90 271-1568,149-392-2021,-13 122-1,28-178 1381,1-1 0,2 26 1,13 29-5017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7.7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10825,'67'-9'2124,"-17"18"-180,-3-3-223,13 3-233,7 6-328,7 3-252,23 12-164,27 7-124,17 14-172,16 6-280,14 6-488,0 10-644,13 5-752,-3 3-720,-4 13-2485,8 8-3888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9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214 513 12553,'-7'69'2508,"-2"0"0,-32 110 0,-8 35 387,15-50-1904,-36 147-168,67-288-729,2-19-118,4-6-85,2 0 105,-1-2-1,0 1 1,-1-1 0,1 1 0,0-1-1,-1 0 1,0 0 0,0 0-1,0-1 1,-1 1 0,5-9 0,18-62 70,-18 48-98,33-127-34,-11 35 30,31-116 51,27-95-31,26 8 359,-100 291-253,2 1-1,30-46 0,-41 69-20,1-1 1,1 1-1,0 1 1,0-1-1,0 1 1,0 0-1,1 0 1,0 1-1,0 0 1,1 0-1,0 1 1,-1 0-1,1 0 1,1 1-1,9-3 1,-13 5-18,0 0 1,0 1 0,0 0-1,0 0 1,1 1-1,-1-1 1,0 1 0,0 0-1,0 1 1,0-1-1,0 1 1,0 0 0,-1 0-1,1 0 1,-1 1 0,1 0-1,5 4 1,5 5 114,1 2-1,26 30 1,-7-1 10,-2 0 0,-2 3 0,-1 1-1,27 62 1,80 212 102,-123-285-294,65 153-895,57 156-5458,-96-222-1640,-16-51-2667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9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22 673 13769,'-2'-1'148,"0"-1"0,1 1 1,-1 0-1,1 0 0,0-1 0,-1 1 0,1-1 0,0 1 0,0-1 0,0 0 1,0 1-1,0-1 0,0 0 0,0 0 0,1 1 0,-1-1 0,0 0 0,1 0 0,0 0 1,-1 0-1,1-3 0,1 1 68,-1 0-1,1 0 1,0 0 0,0 0-1,0 0 1,0 0 0,1 0 0,-1 0-1,5-6 1,2 0 125,0 1-1,0 0 1,1 1-1,0-1 1,1 2-1,-1-1 1,2 2 0,-1-1-1,19-7 1,22-10 131,0 3 0,72-20-1,-81 28-466,517-134-1519,-173 52-1877,76-30-6159,-318 90 2978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9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272 193 7737,'-3'-16'643,"3"9"-155,-1 1 0,1 0-1,-2 0 1,1 1 0,-1-1 0,0 0 0,0 0-1,0 1 1,-1-1 0,-6-9 0,-20-23 3718,18 22-1928,-1 2 1,-17-19 0,26 31-1395,1 5-757,0-1 1,1 1 0,-1-1 0,0 1-1,1 0 1,0 0 0,-1 0 0,1 0-1,0 0 1,1 0 0,-1 0 0,0 0-1,1 0 1,0 0 0,0 0-1,0 0 1,0 0 0,0 0 0,1 4-1,2 9 62,0 0-1,10 24 0,-5-12 168,175 739 2027,-166-673-2717,-4 1 0,-4 0 0,-5 1 0,-3-1 0,-5 1 0,-4-1-1,-37 175 1,38-245 105,0-1 1,-2 0-1,0 0 0,-2-1 0,0 0 0,-2-1 0,0-1 0,-1 0 0,-2 0 0,0-2 0,-1 0 1,-21 18-1,29-29-48,-1-1-1,0-1 1,-1 1 0,1-2 0,-14 6 0,22-10 125,0 0 0,-1-1 1,1 1-1,0-1 0,-1 1 0,1-1 1,0 0-1,-1 0 0,1 0 0,-1 0 1,1 0-1,0-1 0,-1 1 0,1-1 1,0 1-1,0-1 0,-1 0 0,1 0 1,0 0-1,0 0 0,0 0 0,0 0 1,0-1-1,0 1 0,0-1 0,1 1 1,-3-3-1,2 1-312,-1 0 0,1 0 1,0 0-1,0 0 0,0 0 0,0-1 1,1 1-1,-1-1 0,1 0 1,0 1-1,0-1 0,0 0 0,0 1 1,1-1-1,0 0 0,0-6 0,10-39-8638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39.9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61 106 11745,'-47'-33'2556,"50"15"-524,-13 6-243,4-1 1999,12-2-3684,4 0-484,17 15-764,20 3-900,-7 3-3461,4 6-4452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0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335 338 8261,'-19'-7'581,"7"2"215,0 0-1,0-1 1,0 0 0,0 0-1,-13-12 1,-48-33 3209,61 41-3289,1 2 0,-21-13 0,30 20-158,-1 0-409,1 0-1,0-1 1,-1 1 0,1 0 0,0-1 0,0 1 0,0-1 0,0 0 0,0 0 0,-2-2 0,23-42 263,-14 36-248,0 1 0,-1-1 1,-1 0-1,1 0 0,2-19 0,6-19 876,-11 46-850,-3 7 330,-34 123 1079,5 2 0,-26 238 0,51-293-1914,4 0 0,10 104-1,34 149-3991,5 54-9505,-43-304 5952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0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0 376 5637,'4'-42'494,"0"-6"1393,15-70-1,-8 63 405,-9 39-1657,1 0 0,1 1-1,6-20 1,-9 34-595,0-1 1,0 0-1,0 0 0,0 1 1,0-1-1,0 0 0,0 1 1,0-1-1,1 1 0,-1-1 1,1 1-1,-1 0 0,1 0 1,-1-1-1,1 1 0,0 0 1,-1 0-1,1 1 0,0-1 1,0 0-1,3 0 0,-1 0-15,0 1-1,1 0 1,-1 0-1,0 0 1,0 0-1,1 1 1,-1 0-1,0-1 1,7 4-1,3 1-68,0 1 0,-1 1 0,1 0 0,21 17 0,-28-19 17,-1 0-1,-1 1 1,1 0-1,-1 0 1,0 0-1,8 13 1,-7-8-61,-5-8 87,0-1 0,0 1 0,0 0 0,-1 0 0,0 0 0,1 0 0,-1 0 1,0 0-1,-1 0 0,1 0 0,-1 4 0,0-2 1,-5 29-68,5-31-13,25-3-1592,-4-1 498,0-1-1,0 0 1,0-2 0,22-6 0,10-4-3427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8.7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13 570 8441,'-6'-30'1420,"4"24"-971,0 0 0,1 0 0,0-1-1,1 1 1,-1 0 0,1-7 0,7-26 1423,1 1 0,15-45 1,-18 67-1633,3-2 49,0 0 0,0 1-1,2 1 1,0-1-1,1 2 1,1-1 0,23-23-1,-20 24-177,0 1-1,1 1 1,0 0 0,1 1-1,1 1 1,0 0-1,0 2 1,1 0-1,30-10 1,-24 11-60,1 1 1,0 1-1,1 2 0,-1 0 0,1 2 1,52 1-1,-52 4-36,-1 2 0,0 0 1,0 2-1,0 0 0,-1 2 0,0 1 1,-1 1-1,0 1 0,-1 1 0,0 1 0,-1 1 1,-1 1-1,0 1 0,-1 1 0,19 22 1,-14-12-23,-1 2 0,-1 0 1,-1 2-1,-2 0 0,-1 2 1,-2 0-1,-1 0 1,-2 2-1,19 72 0,-25-62-27,-1 0 0,-2 1 0,-3-1 0,-1 1 0,-3 0 0,-1-1 0,-3 1 0,-2-1 1,-22 77-1,2-40-7,-3-2 0,-4-1 0,-3-1 0,-62 94 0,-13-10 30,-83 93 14,87-122-11,3 5 108,99-130-78,1 1-1,0 0 1,1 0 0,0 0 0,-4 13 0,8-22-18,1 1 0,-1 0 1,1-1-1,-1 1 1,1 0-1,0 0 1,0-1-1,0 1 1,0 0-1,0 0 1,0 0-1,0-1 0,0 1 1,1 0-1,-1 0 1,1-1-1,-1 1 1,1 0-1,0-1 1,0 1-1,0-1 1,0 1-1,0-1 1,0 1-1,0-1 0,0 0 1,0 1-1,1-1 1,-1 0-1,0 0 1,1 0-1,-1 0 1,1 0-1,0 0 1,-1-1-1,1 1 0,0 0 1,-1-1-1,1 1 1,0-1-1,2 1 1,10-1 0,0 1-1,0-2 1,-1 0 0,1 0 0,0-1 0,0-1-1,19-7 1,-25 8-2,79-23 18,105-45 0,82-54-261,-230 104 141,794-398-4009,-782 388 3700,-3-3-1,0-3 1,78-69-1,-101 77 653,0-2 0,-3-2 0,0 0 0,-2-2 0,-1 0 0,28-58-1,-47 82-59,0 0 0,1 0 0,1 0 0,-1 1 0,1 0 0,13-13 0,-17 20-161,-1 0 1,1-1 0,-1 1-1,1 1 1,0-1-1,0 0 1,0 1-1,0-1 1,0 1-1,0 0 1,1 0 0,-1 0-1,0 0 1,0 1-1,1-1 1,-1 1-1,0 0 1,1 0-1,-1 0 1,1 0 0,-1 1-1,0-1 1,0 1-1,1 0 1,-1 0-1,4 2 1,17 10 32,0 1 0,0 1-1,39 35 1,-40-31-35,0-2 0,1 0-1,28 15 1,-48-30-29,0-1 1,0 0-1,0 1 0,0-1 1,0-1-1,1 1 0,-1 0 0,0-1 1,0 0-1,0 0 0,1 0 1,-1-1-1,0 1 0,0-1 1,0 0-1,0 0 0,0-1 1,0 1-1,0-1 0,0 0 1,0 0-1,-1 0 0,1 0 1,3-3-1,9-9-25,0 0 1,-1 0-1,24-31 1,0 1 37,-29 35 24,0 0 1,1 1 0,0 0 0,0 1-1,1 0 1,0 1 0,0 0 0,0 1 0,18-5-1,6 2 91,0 0-1,38-1 0,-28 4 54,45-12 1,-62 7-63,-1-1 1,0-1 0,53-32 0,-46 24 158,41-17 0,-54 29-166,1 1 0,-1 1 0,1 1-1,30-3 1,88 3 138,-17 1-122,-110 2-90,0 0 0,0-1 0,0 0 0,-1-1-1,1-1 1,-1 0 0,0-1 0,0 0 0,0-1 0,-1 0 0,0-1 0,-1 0 0,0-1 0,0-1 0,-1 0 0,0 0 0,-1 0 0,16-25 0,-25 35-30,51-68 1386,-45 60-1064,1 0 1,0 1-1,1-1 0,0 2 0,16-12 0,-19 15-240,1 1 0,-1 0 0,1 1 0,-1-1 0,1 1 0,0 0 0,-1 1 0,1-1 0,0 1 0,0 0 0,0 0 0,-1 1 0,1 0 0,0 0 0,0 0 0,-1 1-1,7 2 1,13 6-253,0 1-1,33 19 1,-36-18-431,8 5-260,45 21-4431,-67-35 2850,1 0-1,0 0 1,17 2 0,-2-2-6053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5821,'0'0'1596,"10"21"-1452,0 3-460,-4-3-1793,11 15-43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9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10689,'-1'1'138,"1"-1"-1,-1 1 1,1 0 0,-1 0 0,1 0-1,-1-1 1,1 1 0,0 0-1,-1 0 1,1 0 0,0 0 0,0 0-1,0 0 1,0-1 0,0 1-1,0 0 1,0 0 0,0 0 0,0 0-1,0 0 1,0 0 0,0 0-1,1 0 1,-1-1 0,0 1 0,1 0-1,-1 0 1,1 0 0,0 0-1,21 32 2338,-6-9-810,95 234 1791,-106-244-3393,4 11 116,2 0 0,24 45 0,-5-41-55,-30-29-122,0 0 0,1 0-1,-1 1 1,0-1 0,0 0-1,0 0 1,0 0 0,1 0 0,-1 0-1,0 1 1,0-1 0,1 0-1,-1 0 1,0 0 0,0 0 0,0 0-1,1 0 1,-1 0 0,0 0-1,0 0 1,1 0 0,-1 0 0,0 0-1,0 0 1,1 0 0,-1 0-1,0 0 1,0 0 0,1 0 0,-1 0-1,0-1 1,0 1 0,0 0-1,1 0 1,13-4 34,-8 3-13,-1 0-1,0-1 0,0 1 0,0-1 0,0 0 1,0-1-1,0 1 0,-1-1 0,1 0 0,-1 0 1,1 0-1,-1-1 0,0 1 0,-1-1 0,6-6 0,9-14 405,28-26 0,-26 30 283,28-38 1,-37 40-297,2 1-1,0 1 0,0 0 1,2 1-1,0 0 0,0 1 1,2 1-1,-1 0 0,2 2 0,31-17 1,-42 25-309,0 0 1,0 1-1,-1 0 1,2 0-1,-1 1 0,0 0 1,0 0-1,0 1 1,0 0-1,1 0 1,-1 1-1,0 0 0,0 0 1,0 0-1,0 1 1,0 0-1,0 0 1,11 7-1,5 3-269,-1 2 0,0 1 0,36 32 1,16 11-2773,-4-20-2268,-21-17-3150,-6-3-3929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9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14433,'0'0'5529,"-7"24"-2997,7 15-136,7 1-384,0 8-339,-4 6-313,7 6-276,0 10-192,-3 2-220,3 9-624,-3-5-664,-1 2-972,1-2-488,-7-19-893,3 6 49,4-3-3709,-4-5-6220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49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27 203 15441,'-27'-31'3209,"38"19"-629,12 0-488,24-6-424,-4 6-368,4-3-424,14 0-639,12 3-862,8-6-243,-8 3-524,-2-3-660,-8 6-572,-12 3-3273,-25 6-5064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0.1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232 2271 12629,'-169'83'3689,"165"-82"-3330,1 1-1,0-1 1,-1 0-1,1 1 1,0-1-1,-1-1 1,1 1 0,-1 0-1,0-1 1,1 0-1,-1 0 1,1 0-1,-1 0 1,-6-2-1,7 2-27,47-16 2849,585-130-152,-463 112-2690,206-41 140,73-14-91,68-18-22,56-15-126,3419-747 208,-3401 738-418,-67 9 15,-66 12 69,-70 8 51,-67 9-9,-249 73-131,192-64 88,-193 58-28,109-58-1,-172 82-80,53-34 47,-55 35-50,0-1 0,0 1 0,-1-1 0,1 1 0,0-1 0,-1 0 0,1 1 0,-1-1 0,1 0 0,-1 0 0,0 0 0,0 0 0,0 0 0,0 0 0,0-1 0,-1 1 0,1 0 0,-1 0 0,1-1 0,-1 1 0,0-4 0,0 4-15,-1 1 0,1-1-1,-1 0 1,0 1 0,0-1-1,0 1 1,0-1 0,0 1-1,0-1 1,0 1 0,-1 0-1,1 0 1,0 0 0,-1 0 0,1-1-1,-1 2 1,1-1 0,-1 0-1,1 0 1,-3 0 0,-39-12-733,19 10-193,0 0-1,-1 2 0,1 0 0,0 2 0,-33 5 0,34-2-1411,0 0 0,0 2 0,-23 9-1,-23 19-9879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0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55 413 13521,'-2'0'442,"-1"0"0,0 0 0,0 0-1,0 0 1,1 0 0,-1 1 0,0-1 0,1 1 0,-1 0-1,0 0 1,1 0 0,-1 0 0,1 0 0,-1 0-1,1 1 1,-1-1 0,1 1 0,0-1 0,-3 5-1,5-6-317,-1 1 0,1-1 0,0 1 0,0-1-1,1 1 1,-1 0 0,0-1 0,0 1 0,0-1-1,0 1 1,0-1 0,1 1 0,-1 0 0,0-1-1,0 1 1,1-1 0,-1 1 0,0-1 0,1 0-1,-1 1 1,1-1 0,-1 1 0,1-1 0,-1 0-1,0 1 1,1-1 0,-1 0 0,1 1 0,0-1-1,-1 0 1,2 1 0,10 4 306,0 1 0,1-2 0,0 1 0,0-2 0,0 0 0,26 3 0,-39-6-423,137 17 1411,232 0 0,141-37-866,-448 17-521,1056-82-18,-3-28-14,-1079 109 1,1469-182 0,-1475 182-112,309-61-1492,-329 62-206,-28-9-9054,14 9 8232,-17-13-10129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1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18 14313,'-101'-15'2508,"88"13"-1410,-1 1 0,0 1 1,0 1-1,-15 1 0,-3 1 1722,32-2-2648,0 0 0,0 0 0,0 0 0,1 1 1,-1-1-1,1 0 0,-1 0 0,1 0 0,-1 0 0,1 0 1,-1 0-1,1 0 0,0 0 0,0 0 0,1 1 1,9 11 199,1-2 1,0 1 0,1-2-1,1 0 1,20 13 0,359 214 1722,-25-15-1570,-17 19-499,-259-170-27,137 137 0,-199-176 1,0 2 0,-2 0 0,-2 2 0,-1 1 0,-2 1 0,29 67 0,-43-83 0,0 2 0,-2-1 0,-1 1 0,-1 0 0,-1 1 0,-1-1 0,-1 1 0,-1-1 0,-2 1 0,0 0 0,-1-1 0,-2 1 0,-8 33 0,-3-15 10,-1 0-1,-2-2 1,-2 0 0,-2-1 0,-1 0-1,-49 60 1,-196 199-865,211-240 229,-177 170-4383,129-129 419,85-80 2202,1 0 0,-17 24 0,24-25-3329,-19 38 0,31-56 5544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70 160 18030,'-36'-48'6728,"19"42"-5340,0 0-612,37-15-2500,4-19-912,-1 19-180,21 12-3057,2 0-5016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2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838 190 10589,'-2'-13'1769,"1"0"1,-2 0-1,-4-13 1,6 22-823,0 1-203,-3-3-265,-1 0-1,1 0 1,-1 1-1,0-1 1,-9-6-1,12 11-467,0 0-22,-11-4 29,0 1 0,-23-4 0,33 8-20,-1-3 1,-1 1 1,1 0 0,-1 0 0,1 0-1,-1 1 1,0-1 0,1 1-1,-1 0 1,0 1 0,-9-1-1,-3-1 10,-60-4-36,69 6 44,1-1 1,0 0-1,-1-1 1,-13-4 0,-6-1 179,25 6 656,-12-8-704,7 3 51,11 15-123,6 3 7132,-11-9-6931,0 14-69,0-1 0,1 1 0,1-1 1,0 1-1,1-1 0,5 22 0,5 35-216,-3 61 7,-6 0 0,-6 0 0,-5-1 0,-32 163 0,-163 517 0,167-695-146,-109 393-941,94-251-3303,29-1-5299,26-71-4782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3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8301,'48'-7'4199,"-37"5"-3512,0 0 0,0 0 0,19 0 0,346 43 4184,-235-21-4298,-119-17-518,935 118 1494,9-33-1103,910-33-295,259-103-99,-1517 6 458,-9-45 391,-529 70-591,137-49-1,-212 65-296,0-1 0,-1 0 0,1-1 0,-1 1 0,0-1 0,0 1 0,0-1 0,0-1 0,5-3-1,-9 6-10,1 1-1,-1-1 0,0 1 0,1-1 0,-1 1 1,0-1-1,1 0 0,-1 1 0,0-1 0,0 1 1,1-1-1,-1 0 0,0 1 0,0-1 0,0 0 0,0 1 1,0-1-1,0 1 0,0-1 0,0 0 0,0 1 1,0-1-1,-1 0 0,1 0-2,-1 0 1,0 0-1,1 0 1,-1 0-1,0 1 1,0-1-1,0 0 1,1 1-1,-1-1 0,0 0 1,0 1-1,0-1 1,0 1-1,0 0 1,0-1-1,0 1 1,-2-1-1,-7-1-137,1 1 0,-1-1 1,1 1-1,-1 1 0,1 0 0,-1 0 0,1 1 0,-1 0 1,1 0-1,0 1 0,-1 1 0,1-1 0,0 2 1,0-1-1,1 1 0,-1 0 0,-13 10 0,11-7-594,1 2 1,0-1-1,0 1 0,0 0 0,-7 12 0,8-10-1001,1 1-1,0 0 1,1 0 0,-9 20 0,11-14-4868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3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383 1 13393,'10'33'2040,"-17"0"145,4 33 235,3 7-296,-4 8-240,-6 16-256,4 11-340,-8 16-247,-9 8-205,-1 7-168,-2 9-400,-8-1-572,-3 4-932,0 0-705,-10 3-1163,-9-4-3729,-8 4-6540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4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2 383 2184,'0'-1'40,"0"0"0,-1 0 0,1 0 0,0 0-1,0 0 1,0 0 0,0 0 0,0-1 0,0 1 0,0 0 0,0 0 0,0 0-1,0 0 1,1 0 0,-1 0 0,0 0 0,1 0 0,-1 0 0,1 0-1,-1 0 1,1 0 0,-1 0 0,1 0 0,0 1 0,0-1 0,-1 0-1,1 0 1,1 0 0,1-1 89,-1 0-1,1 1 1,0-1 0,0 1 0,0 0-1,0 0 1,0 0 0,6-1-1,-7 1 44,1-1-1,-1 1 0,0-1 1,0 0-1,0 0 0,0 0 0,0 0 1,-1 0-1,1 0 0,-1-1 0,1 1 1,-1-1-1,0 1 0,2-5 1,-1 3 175,38-60 11214,-39 62-10530,0 0-944,0 0 0,0 0 0,0 1 0,1-1 1,-1 0-1,0 1 0,1-1 0,-1 1 1,1-1-1,0 1 0,-1 0 0,1 0 1,0 0-1,0 0 0,0 0 0,0 0 1,0 0-1,2 0 0,45-6 520,-42 6-515,571-4 1641,-494 8-1638,297 7 155,1914 34-412,1259-42-980,-1465-41 294,-2048 37 797,282-21-93,-264 16-205,-1-3 0,0-2 0,68-24 0,-124 35 267,1 1 1,-1-1-1,0 0 1,0 1-1,0-1 1,0 0 0,1 0-1,-1-1 1,0 1-1,-1 0 1,1-1-1,0 1 1,0-1-1,1-1 1,-3 1 3,0 1 0,-1-1 0,1 1 0,-1-1 0,1 1 1,-1-1-1,0 1 0,0-1 0,1 1 0,-1 0 0,0 0 1,0-1-1,0 1 0,-1 0 0,1 0 0,0 0 0,0 0 0,0 0 1,-1 1-1,-2-2 0,-9-7-646,0 0 0,-1 2 0,0-1 0,-1 2 0,1 0 0,-1 1 0,-1 0 0,1 1 0,-24-2 0,-90-11-6893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5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309 18 10713,'-7'-16'836,"4"14"641,3 25 2058,-1 16-1434,-62 336 4409,-31 166-6487,38-226-3828,2 0-4788,24-130-1220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6.5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24 2504,'0'0'18,"1"-1"0,-1 1 0,0-1 0,0 1 0,0-1-1,1 0 1,-1 1 0,0-1 0,0 1 0,0-1 0,0 0 0,0 1 0,0-1-1,0 0 1,0 1 0,0-1 0,0 1 0,-1-1 0,1 0 0,0 1 0,0-1-1,-1 1 1,1-1 0,0 1 0,-1-1 0,1 1 0,0-1 0,-1 1 0,1-1 0,-1 1-1,1-1 1,0 1 0,-1 0 0,1-1 0,-1 1 0,0 0 0,1-1 0,-1 1-1,1 0 1,-1 0 0,1-1 0,-1 1 0,0 0 0,1 0 0,-1 0 0,0 0-1,1 0 1,-1 0 0,1 0 0,-1 0 0,0 0 0,0 0 0,-3 0 2889,2 1-2834,0-1 0,1 1 0,-1-1 0,0 0 0,0 0 0,1 0-1,-1 0 1,0 0 0,0 0 0,1-1 0,-3 0 0,1 1 68,-18-3 6189,27 5-5172,47 14-146,1-3 0,66 7-1,123 3-203,-141-15-494,2243 119 1397,8-89-1713,239-37-1193,-1959-10-275,-656 15-108,7 1 1123,-16 0-686,-1-1 1,1-1-1,-2-2 1,-32-1 0,21 0-827,-49 2-3411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7.1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1 5961,'0'0'4277,"1"3"-2979,8 34-46,-3-1 0,-1 1 0,-1 1 1,-3 70-1,-1-47-520,-22 889 3635,17-823-4108,-67 1017 203,8-383-3115,46-557 1269,-31 274-6598,25-263-632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7.7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52 5176,'26'-35'9906,"-18"22"-9618,-5 10 1264,-3 8-828,1 67 712,1-16-601,-6 61 1,-25 502 2384,18-238-2371,-62 719-3510,3-368-7682,43-471 1509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1:58.5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43 5140,'28'-5'1554,"-22"4"1968,-7-3-2690,-8-29 832,-28 64-2894,14 8 750,22-36 428,-2-4-102,0 0 149,0 0-1,1 0 1,-1 0-1,0 0 1,0 0-1,0-1 1,1 0-1,-4-2 1,6 3-125,-1-1 0,0 1 0,1-1 0,-1 1-1,0-1 1,0 1 0,0 0 0,0-1 0,0 1 0,0 0 0,0 0 0,-1 0 0,1 0 0,0 0-1,-1 0 1,1 0 0,0 0 0,-1 1 0,1-1 0,-1 0 0,1 1 0,-1 0 0,0-1 0,1 1-1,-1 0 1,1-1 0,-1 1 0,0 0 0,1 0 0,-1 0 0,1 1 0,-1-1 0,0 0 0,1 1-1,-1-1 1,-1 1 0,-2 0-260,1 0-2169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0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74 146 9653,'-23'-43'2155,"12"-11"531,3 39-2413,7 12-61,0 1-31,-8-26 2315,-12 28-17168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4.1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47 149 12757,'-9'-11'399,"4"5"-160,0 0 1,1 0-1,-1 0 1,1-1-1,1 1 1,-6-14-1,8 17 38,0-1 0,1 1-1,-1-1 1,1 1 0,0-1 0,0 0 0,1 1 0,-1-1-1,1 1 1,-1-1 0,1 1 0,0-1 0,1 1 0,-1 0 0,0 0-1,1-1 1,0 1 0,4-5 0,5-2 1446,-3 15 477,4 30-72,-10-30-2349,23 105 1723,20 205 1,-30 121-275,-27-203-642,-44 232 0,0-12-290,55-445-294,-8 205 107,9-190-120,2 0-1,0 0 1,2-1 0,0 0-1,1 1 1,2-2-1,10 26 1,-13-40-19,0 1 0,0 0-1,1-1 1,0 0 0,1 0 0,0 0 0,0-1-1,0 0 1,0 0 0,1 0 0,0-1 0,8 5 0,-3-4-60,0 0 0,1-1 1,0 0-1,0-1 0,0 0 1,0-1-1,15 2 0,9-2-286,0-2 0,1-1 0,-1-2 0,65-12 0,-9-5-487,-1-4-1,131-51 0,165-102-1500,-25-33 524,-283 156 1767,-3-5-1,92-88 1,-143 121 451,-1-2 0,-1-1 0,-2-1 0,-1-1 0,26-48 0,-45 73-87,0 0 0,0 0 0,0 0 1,0-1-1,-1 1 0,0-1 0,0-9 0,1 1 572,-2 10 221,0 4-981,-1 1-1,0-1 1,0 0-1,0 1 1,1-1 0,-1 1-1,0-1 1,1 1-1,-1-1 1,0 1 0,1 0-1,-1-1 1,1 1-1,-1 0 1,1 0 0,-1-1-1,1 1 1,-1 0-1,1 0 1,0-1 0,-1 1-1,1 0 1,0 0-1,0 1 1,-5 22 721,5 7-607,1 0-1,2 0 1,1 0 0,1 0 0,12 37-1,59 147-320,15-21-953,-42-94-3900,-23-51-865,-12-24 140,3 8-6583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4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 14113,'13'-27'5621,"-13"48"-4853,7 0-572,-7-3-612,10 16-808,7 5-756,3 6-3065,3 3-4004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5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2549 10305,'7'-11'1879,"-10"16"386,-8 20 420,12-19-2446,1 0 0,-1 0 0,1-1 0,1 1 0,-1 0 0,1-1 0,0 0 0,0 1 0,5 5 0,-1 0 108,64 85 1041,-9-16-743,-49-61-444,1-2-1,1 0 1,17 16-1,-30-31 165,31-29 581,-27 23-888,0 0-1,-1 0 1,0-1-1,0 1 1,0-1-1,-1-1 0,6-6 1,16-27 118,2 1 1,2 1-1,1 1 0,64-54 0,-78 76-116,1 0-1,1 2 0,0 0 0,0 2 1,1 0-1,1 0 0,0 2 0,0 1 0,0 1 1,1 0-1,0 2 0,29-3 0,-24 7 54,0 0 0,1 2 0,-1 1 1,0 1-1,-1 1 0,1 1 0,-1 2 0,0 0 0,-1 2 0,0 1 0,0 1 0,40 26 0,70 48 307,-130-82-449,0-1 0,1 0 0,-1-1 0,1 1 0,-1-1 0,1 0 0,0-1 0,0 1 0,0-1 0,0 0 0,0 0 0,0-1 0,0 0 0,0 0 0,0-1 0,0 1 0,0-1 0,-1 0 0,1-1 0,0 1 0,0-1 0,-1-1 0,1 1 0,-1-1 0,1 0 0,-1 0 0,0 0 0,0-1 0,-1 1 0,1-1 0,5-7 0,6-6-69,-1-1 0,-1-1 0,-1 0 0,-1-1 0,0 0 0,14-37 0,126-332-153,-146 375 254,126-439 2539,-130 445-2475,2-8 192,0 0 0,14-29 0,-18 44-226,1-1-1,0 1 1,0 0-1,0 0 1,-1 0-1,1 0 1,0 0-1,0 0 0,0 0 1,1 0-1,-1 0 1,0 1-1,0-1 1,0 0-1,1 1 1,-1-1-1,0 1 1,1-1-1,-1 1 1,0 0-1,1 0 1,-1-1-1,0 1 1,1 0-1,-1 0 1,1 0-1,-1 0 1,0 1-1,1-1 1,-1 0-1,0 1 1,1-1-1,-1 0 1,0 1-1,1 0 1,-1-1-1,0 1 1,0 0-1,0-1 1,0 1-1,1 1 1,4 2 53,-1 0 0,0 0-1,0 0 1,-1 0 0,1 1 0,-1 0 0,6 8 0,1 7 148,-1 1 0,-1 0 0,13 43 0,9 73 21,-17-69-273,5 23 18,1 5 0,3-2 0,46 119 0,-65-204-31,0-1 1,1 1-1,0-1 1,0 0-1,0 0 1,1-1-1,0 1 1,8 6-1,-11-12-5,-1 0 0,0 0-1,1 0 1,-1 0 0,1-1-1,-1 1 1,1-1-1,0 0 1,0 0 0,0 0-1,-1 0 1,1 0 0,0 0-1,0-1 1,0 0-1,0 1 1,0-1 0,0 0-1,0-1 1,0 1 0,0 0-1,0-1 1,0 0-1,0 1 1,0-1 0,0 0-1,0-1 1,3-1 0,6-5-46,0 0 0,-1-1 0,0 0 1,-1-1-1,0 0 0,-1-1 1,13-19-1,52-90-272,-58 86 294,13-37 0,-18 43 120,1-1 1,21-34-1,-13 36 111,-19 27-163,-1-1 0,1 1 0,-1 0 0,1 0 0,-1-1 0,1 1 0,-1 0 0,1-1-1,-1 1 1,1 0 0,0 0 0,-1 0 0,1 0 0,-1 0 0,1 0 0,-1 0 0,1 0-1,0 0 1,-1 0 0,1 0 0,-1 0 0,1 0 0,-1 0 0,1 0 0,-1 0 0,1 1-1,-1-1 1,1 0 0,0 1 0,-1-1 0,0 0 0,1 1 0,-1-1 0,1 0 0,-1 1-1,1-1 1,-1 1 0,0-1 0,1 0 0,-1 1 0,0-1 0,0 1 0,1-1 0,-1 2-1,12 19 183,-2 0-1,12 33 0,11 24 190,-27-64-377,2 0-1,0-1 1,0 0-1,1-1 0,1 0 1,0 0-1,0-1 1,1 0-1,1-1 1,0 0-1,0-1 1,1 0-1,0-1 0,0-1 1,1 0-1,0-1 1,0 0-1,23 5 1,-28-9-49,1-2 0,-1 1 0,0-2 0,1 1 0,-1-1 0,0 0 0,0-1 1,1 0-1,8-4 0,-4 2 4,-3 1 14,-1-1 1,1 0-1,-1-1 0,1 0 0,-2-1 1,1 0-1,0-1 0,-1 0 0,-1 0 1,1-1-1,8-10 0,9-12-26,39-63 0,-29 40 44,2-1-16,4-7 71,2 2 1,91-93 0,244-156-530,-339 275 360,-38 31 89,-24 15-36,12-6 67,0-1 0,1 2-1,0-1 1,0 1-1,1 0 1,0 1-1,-14 19 1,19-22 10,-1 0 0,0 0 0,1 1 0,1 0 0,-1 0 0,1-1 0,0 1 0,0 1 0,1-1 0,0 0 0,0 0 0,1 0 0,0 1 0,2 13 0,-1-14-50,0 1 1,1-1-1,0 0 1,0 0-1,1 0 1,0 0 0,0 0-1,1-1 1,-1 1-1,2-1 1,-1 0-1,1 0 1,0 0-1,0-1 1,0 0-1,1 0 1,-1 0 0,8 4-1,5 2-295,0 0-1,1-1 1,0-1-1,1-1 1,0-1-1,0-1 1,0 0-1,1-2 1,0 0-1,0-1 1,0-1-1,0-1 1,0-1-1,0-1 1,39-7-1,-30 2 184,-1-1 0,-1-1-1,0-1 1,0-2 0,-1-1-1,0-1 1,-1-1-1,0-2 1,-1 0 0,40-36-1,-31 19 201,-2-2-1,-1-1 0,-2-2 1,40-68-1,66-157 909,-109 204-748,-25 57-158,-3 3-33,-1 1 0,0-1 0,1 0 0,-1 1 0,1 0 1,-1-1-1,1 1 0,0 0 0,0 0 0,0 0 1,0 1-1,0-1 0,0 0 0,-1 4 0,-2 0 18,-25 35-25,2 2-1,2 1 1,1 1-1,3 1 1,1 1-1,-18 65 1,31-90-1,-6 21 58,14-40-59,-1-1 1,1 1-1,0-1 0,0 0 1,0 1-1,0-1 1,1 1-1,-1-1 1,1 0-1,-1 1 1,1-1-1,0 0 0,0 0 1,0 1-1,0-1 1,1 2-1,-1-4-9,-1 1-1,1-1 1,-1 1-1,0-1 1,1 1-1,-1-1 0,1 1 1,0-1-1,-1 1 1,1-1-1,-1 0 1,1 0-1,-1 1 1,1-1-1,0 0 1,-1 0-1,1 1 1,0-1-1,-1 0 1,1 0-1,0 0 0,-1 0 1,1 0-1,0 0 1,-1 0-1,1 0 1,0 0-1,-1-1 1,1 1-1,0 0 1,-1 0-1,1-1 1,0 1-1,25-21-192,16-33-74,-41 52 262,13-24-78,-1 0 0,-1-1 0,-2 0 0,0-1 0,9-50 0,-12 50 42,102-519-165,6-27 620,-103 526-264,-9 28-64,2 1 0,0-1 0,1 1 0,1 0 0,18-33 0,-24 51-62,0 0-1,0-1 1,0 1 0,0 0-1,1 0 1,-1 0 0,0 0-1,1 1 1,-1-1 0,0 0-1,1 1 1,-1-1 0,1 0-1,-1 1 1,1 0-1,-1-1 1,1 1 0,0 0-1,-1 0 1,1 0 0,-1 0-1,1 0 1,-1 0 0,1 0-1,0 1 1,-1-1 0,1 0-1,-1 1 1,1-1-1,-1 1 1,0 0 0,1 0-1,-1-1 1,1 1 0,-1 0-1,0 0 1,0 0 0,2 2-1,1 2 33,0-1 1,0 1-1,-1 0 0,1-1 0,-1 2 0,-1-1 0,1 0 0,-1 0 1,0 1-1,0-1 0,0 1 0,0 6 0,2 13 188,3 39 0,-6-44-128,7 284 848,-6-103-691,0-152-215,9 159 278,-7-168-354,2-1 0,2 1 1,15 42-1,-21-75-18,1 0 1,0 0-1,0 0 1,0-1-1,1 1 1,0-1-1,1 0 1,-1 0-1,1 0 1,0-1-1,1 0 1,-1 0-1,1 0 1,11 7-1,-11-9 3,-1 0 1,1-1-1,0 0 0,-1 0 0,1-1 0,0 1 1,0-1-1,0-1 0,0 1 0,0-1 0,0 0 0,0 0 1,0-1-1,0 1 0,0-1 0,0-1 0,0 1 1,9-5-1,3-2-27,0 0 1,-1-2 0,0 0 0,-1-1-1,0-1 1,16-15 0,81-88 485,-100 101-213,10-14 372,-15 17-287,1 1 1,0 0-1,0 0 0,1 1 0,14-11 1,-22 19-265,0 0 1,0 0 0,0 0-1,0 0 1,0 0-1,0 0 1,0 1 0,0-1-1,0 1 1,0-1 0,0 1-1,1 0 1,-1 0 0,0 0-1,0 0 1,0 0-1,0 0 1,0 1 0,1-1-1,-1 1 1,0 0 0,0-1-1,0 1 1,0 0 0,0 0-1,-1 0 1,1 0-1,0 1 1,0-1 0,-1 0-1,1 1 1,-1-1 0,1 1-1,-1 0 1,1-1-1,-1 1 1,0 0 0,2 3-1,103 160-3619,-64-120-3283,-35-43 3475,16-4-1583,6 2-2609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5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5525,'-23'12'564,"43"-6"-396,-10 15-2277,4 16 945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6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11097,'27'-24'7112,"-27"27"-6829,1 0 0,1 0 0,-1 0 0,0 0 0,1-1 0,-1 1 0,1 0 0,3 3 0,4 8 227,-1 2-197,-1 0 1,6 20-1,8 18 42,9 30-6,-22-59-63,1 1-1,17 30 1,-25-54 810,3-3-939,0-1 0,0 1 1,-1-1-1,1 0 0,0 0 0,-1 0 0,0-1 0,1 0 1,-1 1-1,0-1 0,0 0 0,3-4 0,63-89 1786,-58 84-1675,4-7 165,2 1-1,0 1 1,26-21-1,-36 33-343,-1 1 1,1 0-1,0 0 0,0 1 0,0 0 0,0 0 0,0 0 1,1 1-1,0 0 0,-1 1 0,1-1 0,0 2 1,0-1-1,15 1 0,-10 2-40,0 1 1,0-1-1,-1 2 0,1 0 0,-1 1 1,1 0-1,-2 0 0,1 1 1,-1 1-1,1 0 0,-2 1 1,13 10-1,11 15-784,-1 0 0,33 44 0,25 26-5129,-55-69 1400,-10-11-1603,9 4-5175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6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0 13649,'-33'30'2684,"16"6"77,-13-5-509,3-7-444,4 6-364,-1 3-296,4 0-632,7 0-1020,-7 4-872,-7-7 128,7 12-5569,3 21-6516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8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1 661 11225,'0'0'7778,"4"-1"-6887,231-47 1280,831-187-1165,-702 167-1277,526-103-3785,-497 78-3505,-388 91 7357,163-40-7791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8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15 9285,'-1'-1'198,"1"0"1,-1 0-1,-1 0 1,1 0-1,0 0 1,0 0-1,0 0 1,0 0-1,-1 0 1,1 0-1,0 1 1,-1-1-1,1 1 1,0-1-1,-1 1 1,1-1-1,-1 1 1,1 0-1,-1 0 1,1 0-1,-1 0 1,1 0-1,-1 0 1,1 0-1,-1 0 1,1 0-1,-1 1 1,1-1-1,-1 1 1,1-1-1,-2 2 1,-3-1 879,5 2-747,0 0-1,1-1 1,-1 1-1,0 0 1,1 0 0,0-1-1,0 1 1,0 0 0,0 0-1,1 4 1,3 4 53,0-1 0,1 0-1,0-1 1,13 19 0,-7-11-26,10 13 230,0-1 0,2-2 0,44 43 0,88 63 449,-82-74-730,-1 3-18,-3 2 1,87 105-1,-132-140-232,-1 2 1,-2 1-1,-1 0 1,-1 2-1,-2 0 1,-2 1-1,-1 0 1,18 71 0,-28-81-40,0 0 0,-2 0 1,-1 0-1,-1 1 1,-1-1-1,-1 0 1,-11 46-1,4-37-120,-1 0-1,-2-1 1,-2-1-1,-34 62 1,2-26-428,-3-1-1,-2-3 1,-4-1 0,-64 56 0,-48 31-1753,49-45-748,5 6-4064,50-36-2207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9.3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70 9293,'0'0'3710,"-1"-3"-2000,-28-63 10221,26 67-11475,-4 1-255,6-2-150,-1 0-1,1 0 1,-1 1-1,1-1 0,-1 1 1,1-1-1,0 1 1,-1-1-1,1 1 1,0 0-1,0-1 1,-1 1-1,1 0 1,0 0-1,0 0 1,0 0-1,0 0 1,0 0-1,0 0 1,0 1-1,0-1 1,1 0-1,-1 0 1,0 1-1,1-1 1,-1 1-1,1-1 1,0 0-1,-1 1 0,1-1 1,0 1-1,0-1 1,0 1-1,0-1 1,0 1-1,0-1 1,0 2-1,-16 151 2257,-1 2-1124,15-88-1369,12 116-1,16-18-2826,-8-26-2864,-9-56-3703,-3-33-1302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9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10701,'0'0'3480,"6"-15"-2212,1 3 397,13 27-1421,10 15-920,-10 0-701,0 3-943,-6 6-1456,6 10-2449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09.7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73 7865,'50'-30'708,"-36"18"-476,2 0-676,-2 3-1972,3 0-545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0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33 932 13581,'-10'-39'3997,"2"-1"-1,-5-61 0,12 73-2787,1 0 0,1 0 0,1 0 0,9-40 0,-7 52-1094,1 0 1,0 1-1,1-1 0,1 1 0,1 0 0,0 1 1,0 0-1,2 0 0,10-12 0,10-6-106,1 2-1,1 1 1,2 1-1,1 2 1,1 1-1,1 2 1,1 2 0,1 1-1,0 2 1,51-15-1,8 3-317,2 4 0,1 5 0,123-11 0,-80 20-2154,207 8 1,-25 35-4062,-211-6 13,-18 6-4170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0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1 251 11017,'30'-18'8957,"-30"3"-7337,3-6-336,17 2-228,21-8-252,-5 6-464,15 0-684,-1-6-316,10 3-788,14 0-928,3 6-3633,7 3-5248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0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6 263 12157,'-1'1'320,"1"0"-1,-1 0 1,1-1-1,-1 1 1,1 0 0,-1 0-1,1 0 1,0 0-1,-1-1 1,1 1-1,0 0 1,0 0-1,-1 0 1,1 0 0,0 0-1,0 0 1,0 0-1,0 0 1,0 0-1,1 0 1,-1 0 0,0-1-1,0 1 1,1 0-1,-1 0 1,0 0-1,1 0 1,-1 0 0,1 1-1,22 32 757,-1-2-288,-14-10-481,-1 0 1,4 29 0,-7-34-164,-3-15-51,-1 1 3,6 28 130,-5-31-223,1 0-1,-1 1 0,0-1 0,1 0 0,-1 1 1,1-1-1,-1 0 0,1 0 0,-1 0 0,1-1 1,-1 1-1,0 0 0,1 0 0,1-1 1,-2 1-2,20-1-51,1 1-1,-1 1 1,1 1-1,-1 1 1,0 1-1,0 0 1,0 2-1,22 9 1,63 14-176,-93-26 201,1-1 0,0-1 0,-1 0 0,1-1 0,26-3 0,-29 1 26,-2-1-1,1 0 1,0-1 0,0 0-1,-1 0 1,0-1 0,0 0-1,0-1 1,9-8 0,71-66 70,-79 70-13,157-149 2235,-154 147-2079,0 1 0,1-1-1,0 2 1,1 0 0,0 1-1,24-10 1,98-31 524,-52 23-575,-75 22-74,0 0 1,0-1-1,0 0 1,-1 0-1,1-1 1,10-11-1,-11 9 109,2 1 1,-1 0-1,1 1 1,17-10-1,-20 15-166,1-1 0,-1 1-1,0 1 1,0 0-1,1 0 1,-1 0-1,1 1 1,-1 1-1,0-1 1,1 1-1,-1 1 1,0 0-1,0 0 1,0 0-1,15 7 1,2 2 24,-1 1 0,0 1 0,37 27 0,-43-27 3,-1 2-1,30 30 0,-40-38-34,-1 1 0,0 0 0,-1 0 0,1 0 0,-1 1 0,-1 0-1,0 0 1,6 17 0,-9-21-13,-1 0 0,0 0-1,1 0 1,-1 0 0,-1-1-1,1 1 1,-1 0 0,0 0 0,0 0-1,-2 5 1,-18 39-11,20-48-1,-8 14-238,-1-1 0,-1-1 0,0 0 0,0 0 0,-2-1 0,1-1 0,-24 17 0,-9 9-2161,22-19 572,-2 2-2706,14-7-4662,23-33 75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1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11461,'0'0'6520,"2"4"-4685,17 54 801,15 73-1,3 65-1178,-15-69-1626,-14-85-767,-2 1 0,-2 0-1,-1 64 1,-4-91 395,0 0 1,-1 0-1,-1-1 0,0 1 0,-1-1 0,-1 0 0,0 0 1,-1 0-1,-1 0 0,0-1 0,-1 0 0,-16 21 0,23-34 530,-1-1-1,1 0 1,0 0-1,-1 0 1,1 0-1,0 0 1,-1 0-1,1 0 1,0 0-1,-1 0 1,1-1-1,0 1 1,0-1-1,-1 1 1,1-1-1,-2 0 1,2 0-6,0 1 22,0 0 1,0 0-1,0-1 0,0 1 0,0 0 0,0-1 0,0 1 0,0-1 0,1 1 0,-1-1 0,0 0 0,0 1 0,0-1 0,1 0 0,-1 0 0,0 0 0,0 1 1,1-1-1,-1 0 0,1 0 0,-1 0 0,1 0 0,-1 0 0,1 0 0,0 0 0,-1-2 0,1 0 20,0 0 0,0 1-1,1-1 1,-1 0 0,0 0 0,1 1-1,0-1 1,0 1 0,0-1-1,1-3 1,5-6 76,0 0 0,0 1-1,12-14 1,-7 11-39,1 1 1,1 0 0,0 1-1,1 0 1,0 1-1,26-14 1,104-45 230,-117 58-191,23-10-49,-4 3 318,-2-1-1,0-3 1,70-48-1,-111 69-258,0-1-1,0 0 1,-1-1 0,1 1-1,-1 0 1,0-1 0,0 0 0,0 0-1,0 0 1,-1 0 0,4-7-1,-6 9-61,0 0 0,1 0 0,-1 0 0,0-1 0,0 1 0,0 0 0,-1 0 0,1 0 0,0 0 0,-1 0 0,0 0-1,1 0 1,-1 0 0,0 0 0,0 0 0,0 0 0,0 0 0,0 1 0,0-1 0,-1 0 0,1 1 0,-1-1 0,1 1 0,-1-1 0,1 1-1,-1 0 1,-3-2 0,-1-1-3,0 0-1,-1 0 0,1 1 0,-1 0 0,0 0 1,0 1-1,0 0 0,0 0 0,0 0 1,-1 1-1,1 0 0,0 1 0,-1-1 1,1 1-1,-1 1 0,1 0 0,0 0 0,0 0 1,-1 1-1,1 0 0,0 0 0,0 1 1,1 0-1,-1 0 0,0 0 0,1 1 1,0 0-1,0 0 0,0 1 0,1 0 1,-11 10-1,12-10-160,-1 1 0,1-1 0,0 1 0,0-1 0,1 1 0,-1 0 0,1 1 0,-2 6 0,4-11 69,1 1 0,-1-1-1,1 0 1,0 0-1,-1 0 1,1 1-1,0-1 1,0 0-1,1 0 1,-1 0 0,0 1-1,1-1 1,0 0-1,-1 0 1,1 0-1,0 0 1,0 0-1,0 0 1,0 0 0,0 0-1,1 0 1,-1 0-1,0-1 1,1 1-1,0 0 1,-1-1-1,1 0 1,0 1 0,0-1-1,0 0 1,2 2-1,42 18 301,-40-19-11,1 0 0,0 1 0,-1 0 0,0 0 0,0 0-1,0 1 1,0 0 0,0 0 0,-1 0 0,1 1 0,-1 0-1,0 0 1,6 8 0,0 12 505,12 36-1,7 15-1502,-14-40-637,-10-22-508,0 0 1,1 0-1,0-1 1,1 0 0,15 19-1,15 2-7052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1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1 841 20758,'38'-11'1527,"1"2"-1,1 2 1,40-3-1,293-15 4428,501 0-6005,-660 36-579,-92-4-3218,4-4-5543,-113-3 8659,0-1 0,-1 0 0,1-1 0,0 0 0,-1-1 0,0 0 0,1-1 0,-2-1 0,18-8 0,-19 7 842,0 0 0,-1-1 0,0 0 0,0-1-1,0 0 1,-1 0 0,0-1 0,0 0 0,-1 0 0,-1-1-1,1 0 1,-2 0 0,1-1 0,-1 1 0,-1-1-1,5-16 1,2-11 961,-2-1 0,-2 0 0,-1-1-1,0-66 1,-6 85-486,-1 0 0,0 0 0,-2 0 0,-1 0 0,0 1 0,-2-1 0,0 1 0,-1 0 0,-1 1 0,-17-30 0,20 43-311,1-1 1,-1 2-1,0-1 1,0 0-1,0 1 1,-1 0-1,0 0 1,-7-4 0,12 8-218,0 1 0,0-1 0,1 1 0,-1-1 0,0 1 0,0 0 0,1-1 0,-1 1 0,0 0 0,0 0 0,0 0 0,0-1 0,1 1 0,-1 0 0,0 0 0,0 0 0,0 0 1,0 1-1,0-1 0,1 0 0,-1 0 0,0 0 0,0 1 0,0-1 0,1 0 0,-1 1 0,-1 0 0,1 1 16,0 0-1,0 0 1,0 0 0,0 0-1,0 0 1,1 0 0,-1 1-1,1-1 1,-1 0 0,1 0-1,0 1 1,0-1 0,0 0-1,0 0 1,0 1 0,1 2-1,1 9 189,1 1-1,1-1 0,0 0 1,1-1-1,0 1 0,13 22 1,51 77 152,-64-105-419,64 92 6,-21-33 0,-4 1 0,38 77 0,-72-123 0,0 0 0,-2 0 0,0 0 0,-2 1 0,0 0 0,-2 0 0,-1 1 0,0-1 0,-2 1 0,-1 0 0,-4 38 0,-1-38 3,-1 0 0,-1-1 0,-1 0 0,-1-1 1,-1 1-1,-1-2 0,-1 0 0,-1 0 0,-1-1 0,-1-1 0,-20 22 0,-22 18-1913,-125 98 0,149-131 696,-88 74-4026,99-78 1253,-27 31 0,9 6-7585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1.8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6 18958,'-16'7'2064,"-1"-1"644,-13-15-8088,3-1-97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2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16966,'-3'11'803,"0"1"1,0-1 0,1 1 0,1 0-1,0 0 1,0 0 0,2-1 0,-1 1 0,1 0-1,4 17 1,2 26 1156,12 346 3114,-15-306-5148,-4 321 218,-2-51-903,12-183-2630,13-2-3368,-9-117-374,2-13-4760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3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22 663 11573,'-4'-32'396,"-12"-205"3298,15 202-2851,1-5 439,1 0 0,8-55-1,-8 85-1138,1 0 0,1 0-1,0 0 1,0 0 0,1 1-1,0-1 1,1 1-1,-1 0 1,2 0 0,0 1-1,0-1 1,0 1-1,1 1 1,11-11 0,-11 13-222,0 1 1,0-1-1,1 1 1,0 1-1,0 0 1,0 0-1,0 0 1,0 1-1,0 0 1,1 1-1,-1 0 1,1 0-1,-1 1 1,1 0-1,-1 0 1,1 1-1,-1 0 1,1 1-1,-1 0 1,0 0-1,9 4 1,2 1-430,-1 0 0,1 2 0,-2 0 0,1 1 0,-1 0 0,-1 2 0,29 25 0,-28-21-326,0 2-1,-2-1 0,0 2 1,-2 0-1,0 1 1,-1 0-1,0 1 0,-2 0 1,10 32-1,9 47-4535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3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0 308 5985,'17'4'640,"-1"-1"1,0-1 0,1 0 0,0-1-1,31-3 1,87-18 986,-56 7-1057,25-2-67,398-72 1058,-199 10-423,-209 51-338,127-52 1,-219 77-617,-3 5-355,-2 8-295,-1-1 0,0 1 0,-1-1 0,0 0-1,-9 13 1,4-5-600,8-15 613,-1 1 0,1-1 0,-1 0 0,1 0 0,-1 0 0,-6 5 0,-5 4-2497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4864,'114'-9'1209,"-23"-1"351,-41 1-980,-3 6-104,6 0-192,8-3-264,6 0-404,3-3-224,0-6-568,11 0-821,2-6 153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3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 6937,'20'0'1852,"4"3"828,-4-12-1672,0 6 352,0-10-1700,0 4-360,-3 3-2152,0 0-104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3.9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0 177 9997,'4'-6'960,"1"0"1,-2 0-1,1 0 1,-1-1-1,0 1 1,4-14-1,14-26 5397,-19 44-6118,0-1 0,0 1 0,0-1-1,0 1 1,0 0 0,0 0 0,1 0 0,-1 0-1,1 0 1,0 1 0,-1-1 0,1 1 0,0-1-1,3 0 1,20-4 367,0 0-1,44-2 1,-45 5-454,88-2 391,-22 3-317,22-7-389,1 5 0,152 15 1,-259-11 152,0 1 0,0 1 1,-1-1-1,1 1 1,-1 0-1,1 1 1,-1-1-1,0 1 0,0 1 1,0-1-1,0 1 1,-1 0-1,1 0 1,-1 1-1,0-1 0,-1 1 1,1 0-1,-1 1 1,0-1-1,5 9 1,-4-5 2,-1 1 1,0-1-1,-1 1 1,0 0-1,-1 0 1,0 0-1,0 0 1,-1 0 0,0 1-1,-1-1 1,0 0-1,-1 0 1,-2 12-1,-4 14-29,-2-1 0,-1-1 0,-2 1 0,-1-2-1,-33 61 1,12-37-802,-2-1 0,-57 68 0,61-88-807,-2-1 1,-65 54-1,-26-2-7257,67-50-164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4.6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20 438 13317,'-1'-1'935,"-1"0"-1,1 1 1,-1-1 0,1 0-1,0 0 1,-1 0-1,1 0 1,0 0 0,0 0-1,0 0 1,0 0-1,-1-2 1,1 3-769,1-1 0,0 1 0,0-1 0,-1 0 0,1 1 0,0-1 0,0 1 0,0-1 0,0 0 0,0 1 0,0-1 0,0 0 0,0 1 0,0-1 0,0 1 0,0-1-1,0 0 1,0 1 0,1-1 0,-1 1 0,1-2 0,1-1-71,0 1-1,0 0 1,0-1-1,0 1 1,1 0 0,-1 0-1,1 0 1,0 0-1,-1 1 1,1-1-1,4-1 1,38-16 531,0 1 0,2 3 1,75-16-1,153-11-701,-207 33 159,895-103-312,-550 70-2210,-48 3-2490,-127 7-4296,-88 7-3741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4.8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33 12977,'-17'-33'10761,"19"38"-8441,5 7-1684,0-1 0,1 1 0,0-1 0,1-1 0,0 0 0,0 0 1,14 10-1,84 59 807,-62-49-1295,27 20-130,164 123-5,-198-142-14,-1 2 1,-2 2-1,57 72 1,-84-96 0,0 1 0,0 0 0,-1 0 0,-1 0 0,0 1 0,0 0 0,-2 0 0,1 1 0,-2-1 0,0 1 0,0 0 0,-2 0 0,1 0 0,-2 0 0,0 0 0,-1 0 0,0 0 0,-1 0 0,0-1 0,-1 1 0,-1 0 0,-10 23 0,0-7-151,-2-1 1,-1 0-1,-2-2 1,0 0-1,-2-1 1,-1-1-1,0-1 1,-2-1-1,-41 31 1,-8-2-2743,-3-3 1,-102 50-1,32-24-4528,4-2-4758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7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37 514 5288,'22'-15'1505,"-17"12"1253,-2 1-88,21-10 9213,-26 13-11734,1 0-1,-1-1 0,0 1 1,0-1-1,0 1 0,0-1 0,1 1 1,-1-1-1,0 0 0,0 0 1,0 0-1,0 0 0,0 0 1,0 0-1,0-1 0,1 1 1,-1-1-1,0 1 0,0-1 1,0 0-1,1 0 0,-1 0 1,0 1-1,1-2 0,-1 1 1,1 0-1,-3-3 0,2 3 353,-32-10-435,31 10 1699,6-1-1217,33-16-280,0 2 1,1 2-1,0 1 0,63-13 0,-67 18-170,420-84 110,12 25-239,-372 55 45,1244-148-14,-1231 145-4,-70 9-23,1 1-1,-1 1 0,1 2 0,58 5 0,-95-3 32,6 1-143,0 0-1,0 0 1,-1 0 0,1 1 0,7 3-1,-12-5 44,0 1 1,0 0-1,0-1 0,1 1 0,-1 0 0,0 0 0,0 0 0,0 0 1,-1 0-1,1 0 0,0 0 0,0 0 0,0 1 0,-1-1 0,1 0 0,-1 0 1,1 1-1,-1-1 0,1 0 0,-1 1 0,0-1 0,0 0 0,0 1 1,1-1-1,-1 1 0,-1 1 0,1 3-273,-1 0 0,-1 0 1,1-1-1,-1 1 0,0-1 0,0 1 0,0-1 1,-1 0-1,0 0 0,0 0 0,0 0 0,0 0 1,-7 6-1,-6 5-2201,-2 0 1,-20 15 0,24-20 497,-45 37-9205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7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16642,'0'0'75,"0"0"0,0 1 1,0-1-1,0 0 0,0 0 1,0 0-1,1 0 0,-1 1 1,0-1-1,0 0 1,0 0-1,0 0 0,0 0 1,0 1-1,0-1 0,0 0 1,1 0-1,-1 0 1,0 0-1,0 0 0,0 0 1,0 1-1,1-1 0,-1 0 1,0 0-1,0 0 0,0 0 1,0 0-1,1 0 1,-1 0-1,0 0 0,0 0 1,0 0-1,1 0 0,-1 0 1,0 0-1,0 0 1,0 0-1,1 0 0,-1 0 1,0 0-1,0 0 0,0 0 1,0 0-1,1 0 0,-1-1 1,0 1-1,0 0 1,0 0-1,0 0 0,0 0 1,1 0-1,-1 0 0,0-1 1,0 1-1,0 0 1,0 0-1,0 0 0,0 0 1,0-1-1,1 1 0,-1 0 1,4-3 1890,4 19 121,4 15 42,-1 0 0,7 36 0,4 73-781,-10 145-1759,-14-180 411,-5 0 0,-36 178 0,30-214-747,3 0 0,-2 89 0,13-59-3898,7 1-4077,4-10-5453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7.7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32 186 16369,'-32'48'5122,"32"-46"-4840,0 0 0,0 0 0,0 0 0,0-1 0,1 1-1,-1 0 1,0 0 0,1 0 0,-1-1 0,1 1 0,0 0-1,0 0 1,-1-1 0,1 1 0,0-1 0,2 3 0,2 5 591,12 33 1264,35 66 0,-35-79-1845,2 0 0,38 45 0,-54-71-317,16 2-259,-14-4 259,0-1 0,0 0 0,1-1 0,-1 1 1,0-1-1,0 0 0,0-1 0,-1 1 0,1-1 0,0 0 0,0 0 0,-1 0 0,5-3 1,23-9-81,0 5 47,1 1 0,0 2 0,59-3 0,102 9-1,-93 2 76,-95-2-17,9 0 19,0 1 0,0-2 0,1 0 0,-1 0-1,0-2 1,0 0 0,0 0 0,-1-2 0,27-11 0,-32 13 13,-1 0 0,0-1 1,0-1-1,-1 1 0,1-1 0,-1 0 1,0-1-1,-1 0 0,1 0 0,-1 0 1,0-1-1,0 0 0,-1 0 1,0 0-1,-1-1 0,1 0 0,3-9 1,-1-10 67,-1-1 1,-1 0 0,-2 0 0,0 0 0,-2-30 0,1-3-562,-2 56 266,0 1 1,1 0-1,-1 0 1,1 0-1,0 0 1,0 0-1,1 0 1,-1 0-1,1 1 1,0-1-1,-1 0 1,2 1 0,-1-1-1,0 1 1,1 0-1,0 0 1,-1 0-1,1 0 1,0 0-1,1 0 1,-1 1-1,0 0 1,1 0-1,0 0 1,-1 0-1,1 0 1,0 1-1,0-1 1,6 0 0,-1 0-525,0 0 0,0 2 0,0-1 0,1 1 0,-1 0 0,0 1 0,1 0 0,-1 0 0,0 1 0,0 0 0,13 6 0,-19-7 204,0 0 0,-1 0-1,1 0 1,-1 1-1,1-1 1,-1 1 0,0-1-1,1 1 1,-1 0-1,3 3 1,0 1-1216,12 9-5607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7.8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0 6837,'-14'37'1860,"-2"-28"2764,16 9-3520,0 3-248,0-6-184,3 3-632,4-3-684,-1 3-312,-6 6-4388,0 0-721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8.8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1 234 9321,'1'-100'4763,"-2"42"1730,1 56-6188,0 0 0,0 0 0,0-1-1,0 1 1,1 0 0,-1-1 0,1 1 0,0 0-1,0 0 1,-1 0 0,1 0 0,3-4 0,-2 2 299,0 0 0,1 0 0,0 1 1,0-1-1,0 0 0,0 1 0,0 0 0,5-4 1,-6 6-484,1 0 0,-1 0 1,0 0-1,1 0 0,-1 0 0,1 1 1,-1-1-1,1 1 0,-1-1 0,1 1 1,0 0-1,-1 0 0,1 0 1,-1 1-1,1-1 0,-1 0 0,1 1 1,-1 0-1,1-1 0,-1 1 0,1 0 1,2 2-1,23 11-121,-1 2 0,0 1 0,-1 0 0,41 39 0,91 100 0,-146-144 0,413 422 0,112 118 0,-32 32 0,-405-453 15,88 107-2551,-166-213 113,28 25-1,0-11-7417,-30-29-2733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9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1909 42 14897,'-4'-5'430,"-1"1"-1,0 1 0,1-1 0,-2 1 1,1-1-1,0 2 0,-1-1 0,1 0 1,-1 1-1,0 0 0,0 1 0,0-1 1,0 1-1,0 0 0,0 0 0,0 1 1,0 0-1,0 0 0,0 1 0,-10 1 1,5 1 130,1 1 1,-1 0 0,1 0 0,1 1-1,-1 1 1,1-1 0,-14 12 0,-58 57 2332,65-58-2464,-263 294 688,21 26-1219,40-50 134,-64 96 14,62-80-929,213-292 778,-113 149-3340,9 0-5658,14-3-7190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19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0 384 18598,'17'-121'3716,"10"79"-284,-14 6-415,-3-1-701,0 22-628,-3-6-1688,-1-3 0,1 0 0,0 3 0,-7 0-3260,3 0-1189,-43 42-17625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0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12441,'26'1'960,"0"0"0,1 1-1,-1 2 1,0 0 0,40 14 0,592 251 9726,-351-132-8621,290 111-317,683 303-3323,-802-321-5315,-280-134-2005,-65-32-3460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0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4013 197 11333,'-149'-112'2614,"134"101"-1963,-1 1 1,0 1-1,0 0 1,-1 1-1,-1 1 1,1 0 0,-1 2-1,-36-7 1,20 8 339,1 2 1,-1 2-1,-47 5 1,11 3 436,0 3 1,-115 34-1,-132 65 738,81-12-962,-271 154-1,-195 187-1909,43 85-3832,350-236-36,14 9-4499,150-143-1687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0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44 163 17278,'-34'-24'2660,"24"15"1336,17-12-2532,-4 0-360,61-16-1028,-34 22-1560,0-9-1248,7 12-28,10 15-3069,0-3-4960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2.1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3 264 10873,'0'1'112,"-1"-1"1,1 1-1,0-1 0,0 1 1,0-1-1,-1 1 0,1-1 1,0 1-1,0-1 0,0 1 1,0-1-1,0 1 1,0-1-1,0 1 0,0-1 1,0 1-1,0-1 0,0 1 1,0-1-1,1 1 0,-1-1 1,0 1-1,0-1 0,0 1 1,1-1-1,-1 1 0,0-1 1,1 0-1,0 2 0,13-12 2722,-3 2-2801,7-4 568,1 1-1,0 0 1,0 2-1,1 0 1,1 1-1,34-8 1,136-19 743,-164 31-1171,804-70 1850,-393 45-1534,115-12 317,-542 40-1047,1 0-1,-1 1 1,1 0-1,-1 0 1,1 1-1,-1 1 1,1 0 0,13 5-1,-45 7-3832,-3-3 1826,-8 5-4232,11-5-1710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2.3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23 120 8665,'-22'-93'6802,"22"92"-6678,0 0 0,0 0 0,0 0 0,0 0 0,1 0 0,-1-1 0,0 1 0,1 0 0,-1 0 0,1 0 0,-1 0 0,1 0 0,-1 0 0,1 0 0,0 0 0,-1 1 0,1-1 0,0 0 0,0 0 0,0 0 0,0 1 0,0-1 0,-1 0 0,1 1 0,0-1 0,1 1 0,-1-1 0,0 1 0,0 0 0,0-1 0,0 1 0,0 0 0,0 0 0,0 0 0,0 0 0,1 0 0,-1 0 0,2 0 0,1 2 85,0 0 0,1-1 0,-1 2 0,0-1 0,0 0 0,0 1 0,-1 0 0,1 0 0,-1 0 0,4 5 0,36 42 1136,-22-24-760,19 23-6,-1 2 0,-3 2 1,-1 1-1,-4 2 1,-2 1-1,26 71 0,-38-81-429,-3 0 0,-2 1 0,-2 0-1,-2 1 1,-2 0 0,-3 1-1,-1-1 1,-8 79 0,-6-47-510,-3-1 0,-50 151 1,-84 142-4879,68-166-80,44-67-1160,23-28-2360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2.4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292 151 9341,'-23'-48'1904,"-1"11"-392,14 25-276,-13 0-272,-1-3-356,-3 9-928,-23-6-644,3 6-1188,21 3-1400,-11 9-2041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3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28 563 4580,'-8'-18'359,"5"13"-226,0 0 0,1 0 1,0 0-1,0 0 0,0 0 1,1 0-1,-1 0 1,1 0-1,1-1 0,-1 1 1,1 0-1,0-1 0,0 1 1,0 0-1,2-9 1,1 4 424,-1-1 1,0 0 0,-1-1 0,0-13 0,-1 16-273,0-1 0,1 1 1,0-1-1,1 1 1,4-17-1,-1 12-7,1 0 1,1 0-1,0 1 0,0 0 0,1 1 1,1 0-1,0 0 0,18-17 0,-10 14-41,0 0-1,0 2 1,1 0-1,1 1 0,26-13 1,-9 9-33,0 2 0,0 2 0,2 1 0,-1 1 0,1 2 0,54-3 0,-65 9-126,-1 1 0,1 1 1,-1 2-1,1 0 1,-1 2-1,0 1 1,0 1-1,48 19 0,-60-20-56,-1 2-1,0-1 1,-1 2 0,0-1-1,0 2 1,-1 0-1,0 0 1,0 1-1,-1 0 1,0 1-1,-1 0 1,0 0 0,-1 1-1,0 0 1,-1 1-1,0 0 1,9 27-1,-9-16 0,-1 1-1,-1 0 0,-2 1 0,0-1 1,-2 0-1,-2 35 0,-25 154 47,7-81-74,-7 312 210,25-399-249,3 1 0,2-1 0,2 0 0,2 0 0,1-1 0,3 0 0,29 72 0,-22-71-90,2-1 0,2-1 0,39 56 0,-50-82 84,1-1 0,1 0 0,1-2 0,1 1 0,0-2 0,0 0 0,2-1 1,0-1-1,22 12 0,-32-19 37,0-2 1,0 1 0,1-1 0,-1 0-1,1-1 1,0 0 0,-1 0-1,1-1 1,0 0 0,0-1 0,0 1-1,0-2 1,0 1 0,0-2-1,0 1 1,-1-1 0,1 0 0,0-1-1,-1 0 1,0 0 0,0-1-1,0 0 1,0 0 0,10-8 0,-5 1 41,-1 1 1,0-2 0,-1 1 0,-1-2 0,0 1 0,0-1 0,-2-1 0,1 0 0,-2 0 0,10-24 0,-6 7 175,-1 0-1,-2 0 1,-1-1 0,3-38 0,-9 65-148,-1 0 0,1 0 1,-1 0-1,0-1 0,-1 1 0,1 0 1,-3-9-1,3 13-47,-1 0 0,1 0-1,-1 0 1,1 0 0,-1 0 0,1 1 0,-1-1 0,1 0 0,-1 0 0,0 1 0,1-1-1,-1 0 1,0 1 0,0-1 0,0 1 0,0-1 0,1 1 0,-1-1 0,0 1 0,0 0-1,0-1 1,0 1 0,0 0 0,0 0 0,0 0 0,0-1 0,0 1 0,0 0 0,0 0-1,0 1 1,0-1 0,0 0 0,0 0 0,0 0 0,0 1 0,0-1 0,1 0 0,-1 1-1,-2 0 1,-6 3 53,0 1 0,0 0 0,0 0 0,0 1 0,1 0 0,0 1 0,0 0 0,0 0 0,1 1 0,-6 8 0,-11 16 171,-26 44 0,14-11-48,3 0 1,3 3 0,2 0-1,4 1 1,3 2 0,3 0-1,3 1 1,-9 109 0,21-106-71,3 1-1,16 117 1,12 0 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6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17850,'-1'-18'3679,"1"18"-3529,1-1 0,-1 1 0,0 0-1,0 0 1,0 0 0,1 0 0,-1-1-1,0 1 1,0 0 0,0 0 0,1 0 0,-1 0-1,0 0 1,0 0 0,1 0 0,-1 0 0,0-1-1,0 1 1,1 0 0,-1 0 0,0 0-1,1 0 1,-1 0 0,0 0 0,0 1 0,1-1-1,-1 0 1,0 0 0,0 0 0,1 0-1,-1 0 1,0 0 0,0 0 0,0 0 0,1 1-1,-1-1 1,16 14 4756,-6 1-5079,-5-5 362,0 1 0,-1 0 0,-1 1 1,4 16-1,1 6-172,46 145-17,97 351 0,-45 7 0,-86-364 0,17 124 0,-27-247-175,17 50 0,5-5-3257,-27-83 1711,0 0-1,12 19 1,6 1-5551,7 2-6293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6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230 974 15357,'-162'-272'5072,"152"254"-4548,0 0 1,2-1-1,0 0 0,1-1 1,1 0-1,0 0 0,2 0 1,0-1-1,2 1 0,0-1 0,2-39 1,1 42-318,2 0 0,0 0 0,1 0 0,1 0 0,0 1 1,1-1-1,1 2 0,1-1 0,0 1 0,1 0 0,1 0 0,1 1 1,20-23-1,-15 21-148,0 2 1,0 0-1,2 1 1,-1 0-1,2 2 1,0 0-1,0 1 1,1 1-1,30-11 1,-27 14-225,-1 2 0,1 0 0,0 1 0,0 2 1,1 0-1,-1 2 0,0 0 0,0 1 0,1 2 0,27 6 1,1 1-537,0 2 0,-1 3 0,-1 2 1,0 2-1,78 42 0,-87-36-260,-1 1-1,-1 2 1,-2 2 0,37 38-1,-45-38-1252,-1 2 0,39 59 0,24 67-7551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6.4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28 947 12281,'-27'10'2300,"37"-23"369,13-8-73,7-3-472,21-6-416,12-12-424,18-9-212,29-16-476,18-14-664,22-13-564,14-5-384,7-10-768,0-2-832,0 2-3469,-10 4-5360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7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0 833 15885,'0'0'11734,"2"3"-10463,14 19-345,-1 0 1,-1 2-1,16 36 1,32 69-739,13 34-205,-62-124 25,-1 2-1,8 60 1,10 35-267,2-48-237,-32-88 495,0 0 0,0 0 0,0 0 0,0 0 0,0 0 0,0 0 1,0 0-1,0 0 0,0-1 0,0 1 0,0 0 0,0 0 0,0 0 0,0 0 0,0 0 0,1 0 0,-1 0 1,0 0-1,0 0 0,0 0 0,0 0 0,0 0 0,0 0 0,0-1 0,0 1 0,1 0 0,-1 0 0,0 0 0,0 0 1,0 0-1,0 0 0,0 0 0,0 0 0,0 0 0,1 0 0,-1 0 0,0 0 0,0 0 0,0 1 0,0-1 1,0 0-1,0 0 0,0 0 0,0 0 0,1 0 0,-1 0 0,0 0 0,0 0 0,0 0 0,0 0 0,0 0 1,0 0-1,0 0 0,0 0 0,0 1 0,0-1 0,0 0 0,0 0 0,1 0 0,-1 0 0,0 0 0,0 0 0,0 0 1,0 1-1,0-1 0,0 0 0,0 0 0,13-12-20,-1-1 0,0-1 0,-1 0 0,-1-1 0,0 0 1,12-25-1,26-36-55,-21 39 168,2 1-1,1 2 1,2 1 0,2 1-1,0 2 1,52-34 0,-69 53-72,-1 1 1,1 1 0,1 0 0,0 2 0,0 0-1,0 1 1,1 0 0,0 2 0,0 0 0,0 2-1,1 0 1,-1 0 0,0 2 0,1 1 0,-1 0-1,1 1 1,28 8 0,-5 4-141,-1 2 1,70 37-1,-108-51 87,0 0 0,0-1 0,0 1-1,-1-1 1,1 0 0,0 0 0,0-1 0,1 1-1,-1-1 1,0 0 0,0 0 0,0 0-1,0 0 1,8-3 0,-5 1 0,0 0 0,0-1 0,0 0 0,0 0 0,0-1 0,-1 0-1,10-8 1,0-2-2,-1 0-1,-1-1 0,0 0 0,-1-1 0,12-20 0,0-7 48,-1-2-1,-2 0 1,-3-1 0,-1-1-1,22-95 1,24-255 979,-46 256-715,-1-1-276,-17 141 0,0-1 0,0 1 0,0 0 0,0-1 0,0 1 0,1 0 0,-1 0 0,1-1 0,-1 1 0,1 0 0,-1 0 0,1-1 0,0 1 0,0 0 0,0 0 0,-1 0 0,1 0 0,0 0 0,0 0 0,0 0 0,0 1 0,1-1 0,-1 0 0,0 0 0,0 1 0,0-1 0,1 1 0,-1-1 0,0 1 0,0 0 0,1-1 0,-1 1 0,0 0 0,1 0 0,-1 0 0,0 0 0,1 0 0,-1 0 0,3 1 0,1 0 0,0 1 0,0 0 0,0 0 0,0 0 0,0 1 0,-1-1 0,1 1 0,6 6 0,24 24 0,-1 2 0,-2 1 0,35 52 0,-38-50 0,4 5 0,-3 2 0,-1 1 0,-3 1 0,-1 1 0,-3 1 0,-1 1 0,19 77 0,-34-100 0,-1 1 0,-2 0 0,0 0 0,-2-1 0,-1 1 0,-7 55 0,3-62 0,-1-1 0,-1 1 0,0-1 0,-2 0 0,0-1 0,-1 0 0,-1 0 0,-1-1 0,-1 0 0,-14 18 0,0-7 26,0-1 1,-2-1-1,-31 23 0,40-35-680,-2-1-1,1 0 1,-2-2-1,0-1 1,-37 15-1,57-25 325,0-1 0,0 1 0,0-1 0,0 1 0,0-1 1,0 0-1,0 0 0,0 0 0,0 0 0,0 0 0,0 0 0,0-1 0,0 1 0,0-1 0,0 1 0,0-1 0,0 0 0,0 0 0,0 0 0,0 0 0,1 0 0,-1 0 0,0 0 0,1-1 0,-1 1 0,1 0 0,-1-1 0,1 1 0,0-1 0,-1 0 0,1 0 0,0 1 0,0-1 0,0 0 0,1 0 1,-1 0-1,0 0 0,1 0 0,-1 0 0,1 0 0,-1-3 0,2 1-1015,-1 0 0,0 0 1,1-1-1,0 1 0,0 0 0,0 0 1,1 0-1,1-4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7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16 12897,'-19'-15'2886,"18"15"-2760,1 0 0,0 0 0,-1 0 0,1 0 0,0 0 0,-1 0 0,1 1 0,0-1 0,0 0 0,-1 0 0,1 0 0,0 1 0,-1-1 0,1 0 0,0 0 0,0 1 0,-1-1 0,1 0-1,0 0 1,0 1 0,0-1 0,0 0 0,-1 1 0,1-1 0,0 0 0,0 1 0,0-1 0,0 0 0,0 1 0,0-1 0,0 0 0,0 1 0,0-1 0,0 0 0,0 1 0,-3 15 1086,2 12 246,1 0-1,2-1 1,1 1 0,1-1 0,11 42 0,-5-24-519,67 286 762,19 92-1851,-33-47 150,-45-224-129,13 88-4423,2-80-8375,-16-102 752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7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1 452 15237,'1'-7'465,"0"1"-1,0-1 1,1 0-1,0 0 1,1 1-1,-1-1 1,1 1-1,0 0 1,1 0-1,0 0 0,0 0 1,0 0-1,0 1 1,1 0-1,0 0 1,0 0-1,0 1 1,1-1-1,8-4 1,7-3-99,2 1 1,-1 1 0,1 1 0,27-7 0,-14 5 205,109-31 167,175-38 121,-120 26-715,-159 42-153,32-7-27,-46 14-20,-1-2-1,1-2 1,32-13-1,-41 10-4,-32 15 36,-35 13 11,16-1-463,2 2 0,0 0-1,0 2 1,2 2-1,0 0 1,2 2 0,0 1-1,2 1 1,-40 51-1,59-68 73,0 1 0,0 0 0,1 0 0,0 0 0,0 1 0,-5 17 0,10-24 323,-1-1 0,1 0-1,-1 1 1,1-1-1,0 0 1,0 1 0,0-1-1,0 0 1,0 0 0,1 1-1,-1-1 1,1 0-1,-1 1 1,1-1 0,0 0-1,0 0 1,0 0 0,0 0-1,1 0 1,-1 0 0,0 0-1,1 0 1,-1-1-1,1 1 1,0 0 0,-1-1-1,1 1 1,0-1 0,0 0-1,0 1 1,0-1 0,0 0-1,0 0 1,0-1-1,1 1 1,3 1 0,2 0-4,0 0 0,0 0 0,1-1 0,-1 0 0,1-1 0,-1 1 1,1-2-1,12-1 0,58-14 2886,92-33 0,-134 34 58,-26 30-1683,26 36-1976,9 11-2896,-35-50 567,0 1 0,22 17 0,2-5-6590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8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17246,'-1'2'2702,"-1"0"-2341,0 1 0,1 0 0,-1 0 0,1 0 0,0 0 0,0 0 0,0 0 0,0 1 0,0-1 0,1 0 0,0 1 0,-1-1 0,1 0 0,0 0 0,1 6 0,12 59 1051,-4-31-578,62 474 2597,-23 263-3767,-37-613-152,-11-160 482,0 1 0,0-1-1,0 0 1,0 1-1,0-1 1,1 0 0,-1 1-1,0-1 1,1 0-1,-1 1 1,1-1 0,0 0-1,-1 0 1,1 1-1,0-1 1,0 0 0,0 0-1,0 0 1,0 0-1,0 0 1,0 0 0,0 0-1,0-1 1,0 1-1,0 0 1,1-1 0,-1 1-1,0-1 1,3 2-1,-2-2-1,1 0-1,-1 0 1,1-1-1,-1 1 0,1 0 1,-1-1-1,1 0 1,-1 1-1,0-1 1,1 0-1,-1 0 0,0 0 1,0-1-1,0 1 1,3-3-1,164-141-742,-3 1 230,-141 125 451,1 2-1,0 0 1,1 2-1,58-24 1,-76 36 61,0 1-1,0-1 1,1 1 0,-1 1 0,1 0-1,-1 0 1,1 1 0,-1 0 0,1 0 0,-1 1-1,1 1 1,-1-1 0,0 2 0,0-1-1,10 5 1,-1 1-3,0 1 0,-1 1 1,0 1-1,-1 0 0,0 1 0,16 16 0,-15-13-326,1 0-1,0-1 1,2 0-1,30 15 1,-40-24 140,1-1-1,0 0 1,0 0 0,0-1-1,1 0 1,-1-1 0,1-1-1,-1 1 1,1-2 0,-1 0-1,17-2 1,-15 0 104,0 0 0,0-1 0,0-1 0,-1 0 1,1-1-1,-1 0 0,0-1 0,0 0 0,11-9 0,-4 1 86,-1-1 0,0 0 0,-2-2 0,22-25 0,-30 33 70,5-8 135,1 1 0,1 0 0,30-24 0,-42 39-192,0 0 1,0 0-1,0 1 1,0 0-1,0-1 1,1 1-1,-1 0 1,0 1-1,0-1 1,0 0 0,0 1-1,0 0 1,4 1-1,-1-1 2,89 26 144,-66-18-332,1 0 1,0-2 0,57 6-1,-78-13 183,-1 0 0,1 0 0,0 0-1,-1-2 1,1 1 0,-1-1 0,1 0 0,-1 0-1,1-1 1,-1-1 0,0 1 0,-1-1-1,1 0 1,-1-1 0,1 0 0,-1 0-1,-1-1 1,8-7 0,-9 8 129,-1-1 1,1 0-1,-1-1 0,0 1 1,-1-1-1,0 0 0,0 1 1,0-1-1,1-8 1,14-73 1588,-9 35-891,-1 13-269,-1 7 233,17-53 0,-23 83-750,0 0 0,0 1-1,0-1 1,0 0 0,1 1 0,-1-1 0,1 1-1,0-1 1,0 1 0,0 0 0,0 0 0,0 0 0,0 0-1,0 0 1,1 0 0,3-1 0,-4 2-20,0 1-1,0-1 1,0 1 0,0 0 0,0-1 0,0 1-1,0 0 1,0 0 0,0 0 0,0 1 0,0-1 0,0 0-1,0 1 1,0-1 0,0 1 0,0 0 0,3 1-1,4 4 42,0 0 0,-1 0 0,0 1 0,0 0 0,-1 0 0,0 1 0,9 12 0,18 26 127,-2 3 0,-3 0-1,-1 2 1,-3 1 0,-2 2 0,21 72 0,-19-38-183,-5 0 0,-3 2 1,6 119-1,-20-120-15,-4 0 0,-4 0 0,-4-1 0,-4 0 1,-4-1-1,-3 0 0,-4-2 0,-52 123 0,-148 284-3331,221-487 3269,-21 43-855,-41 61 1,57-98 765,0 0-1,0-1 1,-1 0 0,0 0-1,-1-1 1,0 0 0,0-1 0,-1 0-1,0 0 1,-24 11 0,33-18 155,1-1 0,-1 0 1,0 1-1,0-1 0,1 0 1,-1 0-1,0 0 0,0 0 1,0 0-1,1 0 1,-1 0-1,0-1 0,0 1 1,1-1-1,-1 1 0,0-1 1,1 0-1,-1 1 0,1-1 1,-1 0-1,1 0 0,-1 0 1,1 0-1,0-1 0,-1 1 1,1 0-1,0 0 0,-2-4 1,-2-1 82,1 0 1,0-1-1,0 0 1,-5-13-1,4 5 66,1 0 0,1 0 0,0-1 1,1 1-1,0-1 0,1 1 0,1-1 0,2-18 0,24-128 696,-22 142-757,34-146 217,7 3-1,6 2 0,137-287 1,58 13-2814,46 35-4283,-175 267 280,3 13-4162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8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38 115 11837,'-31'-58'2812,"25"47"2132,29 13-1610,-16 0-3135,-1 0 0,1 1 0,-1 0 1,1 1-1,-1-1 0,0 1 0,0 0 0,-1 0 0,1 1 0,-1 0 0,10 11 0,5 9 272,24 36 1,-36-48-354,24 34-213,-2 2 0,-3 1 0,-2 1 1,-2 1-1,-2 1 0,-3 1 0,-2 1 0,-2 0 0,-3 1 0,-3 0 0,-1 1 0,-4 0 1,-1 0-1,-4 0 0,-10 72 0,-4-46-169,-3 0 1,-5-1-1,-65 153 1,84-222 290,0 0 0,-1-1 0,-1 0 0,0 0 0,-1-1 0,0 1 0,-18 17 1,26-28-4,0-1 0,-1 0 1,1 0-1,-1 0 1,1 0-1,0 0 1,-1 0-1,1 0 0,-1 0 1,1 0-1,0 0 1,-1 0-1,1 0 1,0 0-1,-1-1 1,1 1-1,-1 0 0,1 0 1,0 0-1,-1 0 1,1-1-1,0 1 1,0 0-1,-1 0 1,1-1-1,0 1 0,-1 0 1,1 0-1,0-1 1,0 1-1,0 0 1,-1-1-1,1 0 0,-8-10 282,6 7-226,1 0-1,-1 0 0,1 0 0,0 0 0,0-1 1,0 1-1,0 0 0,1 0 0,0-1 1,0 1-1,0 0 0,0-1 0,2-6 1,2-7 143,1 0 0,7-17 0,-4 13-55,268-686 1743,-223 598-3082,5 2-1,109-152 1,-52 115-2797,9 11-3380,-24 41-3854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9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0 504 11305,'8'2'875,"-6"-1"-695,-1 0 0,1 0 0,0-1 0,-1 1 0,1 0 0,0-1 0,-1 0 0,1 1 0,0-1 0,-1 0 0,1 0 0,0 0 0,0 0 0,0 0 0,-1 0 0,1 0 0,0-1 1,-1 1-1,1-1 0,0 1 0,-1-1 0,1 0 0,-1 0 0,1 1 0,-1-1 0,1 0 0,-1 0 0,2-2 0,2-1 130,1 0 0,-1 0 0,1 1 0,0 0 0,0 0-1,0 0 1,0 0 0,13-2 0,3-2 72,47-22 783,127-70 1,-171 84-907,0-2 0,-1-1 0,-1-1 0,0-1 0,-2 0-1,0-2 1,29-41 0,-44 53-18,-1 1 1,0-1-1,0-1 0,-1 1 0,3-12 0,-7 20-184,1 0 0,0 0 1,-1 0-1,1 0 0,-1 0 0,0 0 0,1-1 0,-1 1 0,0 0 1,-1 0-1,1 0 0,0 0 0,0 0 0,-1 0 0,1 0 0,-1 0 1,0 0-1,0 0 0,1 0 0,-1 0 0,-1 0 0,1 1 0,0-1 1,0 0-1,-1 1 0,1-1 0,0 1 0,-1-1 0,0 1 0,1 0 1,-1 0-1,0-1 0,0 1 0,1 1 0,-1-1 0,0 0 0,0 0 1,0 1-1,0-1 0,0 1 0,0-1 0,0 1 0,-1 0 0,1 0 1,0 0-1,0 0 0,0 0 0,0 0 0,0 1 0,-2 0 0,-12 2 198,0 1 0,1 1-1,0 1 1,0 0 0,1 0-1,-1 2 1,2 0-1,-1 0 1,1 2 0,0-1-1,-18 19 1,2 1-161,2 1 0,0 1 0,-33 52 0,33-41-94,2 1 0,2 1 0,2 1 0,1 1 0,-23 89 0,36-107 0,1 0 0,2 1 0,1-1 0,1 1 0,1 0 0,2 0 0,1-1 0,1 1 0,2-1 0,0 1 0,15 41 0,-8-42-10,0 0 1,2-1-1,1 0 1,2-1-1,0-1 1,1 0-1,2-2 1,0 0-1,2-1 1,0-1-1,2-1 1,28 19-1,1-4-1362,80 40 1,64 18-5961,-92-45 764,14 9-6448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29.3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830 2165 18678,'-442'-6'1869,"149"-3"1127,227 4-1477,63 5-1387,-22-5 1061,24-2-629,12-7-33,-4 8-423,0 0 1,1 0 0,-1 1-1,1 0 1,1 0-1,-1 1 1,0 0-1,12-4 1,86-20 430,-85 24-425,226-41 773,109-1-34,116 0-106,115 3-137,104 3-181,90-3-343,73-4-288,3799-279-2436,-3811 244 2363,-79-6 253,-84-9 214,-87-8 145,-92-5 108,-92-2-14,-87 1 37,-81 3-76,-200 86-256,65-46-1,-90 57-93,-1-1 1,-1 0-1,0-1 1,0-1-1,-1 0 0,14-24 1,-22 33-55,-1-1 0,0 0 0,0 0 0,0 0 1,-1 0-1,0 0 0,0-1 0,-1 1 1,0 0-1,0-1 0,0 0 0,-1 1 0,0-1 1,0 1-1,0-1 0,-1 1 0,0-1 0,-1 1 1,1-1-1,-1 1 0,-1 0 0,1 0 1,-1 0-1,0 0 0,0 0 0,-6-7 0,-3-2-355,0 1-1,-2 0 0,1 0 0,-2 1 1,0 1-1,0 1 0,-31-18 0,30 20-677,0 1-1,0 1 0,-1 0 0,0 1 1,-33-8-1,-204-22-18855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0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1849 13973,'-28'22'1536,"23"-19"-1034,-1 1 1,1-1 0,1 1 0,-1 0 0,1 0 0,-1 1 0,1-1-1,0 1 1,1 0 0,-1 0 0,1 0 0,0 0 0,0 1 0,1-1 0,-1 1-1,1 0 1,1 0 0,-3 8 0,3-5-72,1 1 0,0-1-1,0 1 1,1 0 0,0-1 0,1 0 0,0 1 0,0-1 0,1 0-1,1 0 1,-1 0 0,1 0 0,10 15 0,-6-13-233,1 1 1,0-1 0,1-1-1,0 0 1,1 0-1,0-1 1,1 0 0,20 12-1,-11-10-207,1 0-1,0-2 0,0 0 1,1-1-1,1-2 1,-1 0-1,1-1 0,0-2 1,0 0-1,0-2 1,26-1-1,-17-4 10,0-2 0,-1-1 0,0-1 0,-1-2 0,59-26 0,-10-4 0,73-49 0,-63 29 0,-2-5 0,-3-3 0,-3-3 0,127-146 0,-104 90 0,-6-5 0,121-213 0,-65 69 132,46-77-2840,-61 123-4799,-82 147 90,-1 21-4866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1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174 771 3984,'0'0'1037,"-3"-1"-108,-24-13 3470,26 10-3622,-8-73 3813,8 62-3639,0 1 1,-1 0-1,0 0 0,-7-20 1,1 3 94,6-1 202,2 29-1165,0 0 0,0 0-1,0 1 1,0-1 0,-1 0-1,1 0 1,-1 1 0,1-1-1,-1 0 1,0 1 0,-3-6 0,3 6 403,1 5-28,-70 387 3753,53-245-4068,6 1-1,10 161 0,15-178-1057,-7-81-145,1 63 0,-5-67 497,-3-40 337,-1-9 38,-5-21 56,0-1 86,0 0 1,2-1 0,-2-51-1,15-79 116,7 1 1,6 1-1,8 1 0,94-287 0,-105 385 171,54-148 657,-53 156-585,2 2 1,30-50-1,-46 88-220,0-1 0,1 1 1,-1 0-1,2 1 0,-1 0 1,16-13-1,-19 19-51,-1-1 0,0 1-1,1 0 1,0 1 0,-1-1 0,1 1 0,0-1 0,0 1 0,0 0 0,0 1-1,0-1 1,0 1 0,0 0 0,0-1 0,0 2 0,0-1 0,0 0-1,1 1 1,-2 0 0,9 3 0,-4-1 38,1 0 1,-2 1-1,1 1 1,0 0-1,-1 0 0,0 0 1,0 1-1,0-1 0,-1 2 1,1-1-1,-2 1 1,7 8-1,6 13 236,29 58 0,-43-79-292,41 92 369,-4 1 0,55 209 0,11 222-701,-44-194-1813,-1 15-2731,-41-112-6688,-17-155 1487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2.1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1 426 9005,'7'-16'713,"1"0"-1,0 0 1,2 1 0,0 0-1,0 1 1,1 0 0,1 0 0,1 2-1,0-1 1,0 2 0,24-17 0,8 6-219,1 1 0,1 2 0,1 3 0,50-11 1,14 2-326,34-10-461,-74 17-42,6-3 111,-75 20 193,16-2 23,-4 1-3,-12 1 14,-5 4 68,-23 40 293,4-6 12,1-1 0,-18 48 0,31-64-287,1 0-1,1 1 1,1 0 0,1 0-1,1 0 1,0 1 0,3 33-1,0-45-78,0 1 0,1-1 0,0 0 0,0 0 0,1 0-1,1-1 1,0 1 0,0-1 0,1 0 0,0 0 0,0 0 0,1 0-1,0-1 1,1 0 0,0 0 0,0-1 0,13 10 0,-13-12-28,1-1 1,-1 0 0,1-1-1,-1 0 1,1 0 0,0 0-1,0-1 1,0-1 0,12 2-1,-12-1 2,0-2 8,-1 1 0,1-1 0,-1 0 0,1 0 0,-1-1 0,1 0 0,-1-1 0,0 1 1,1-1-1,-1-1 0,7-2 0,0-1-3,-6 3 17,0-1 1,0 0-1,0 0 1,-1-1-1,0 0 0,0 0 1,0-1-1,0 1 1,-1-2-1,9-10 1,4-8 163,25-44 0,-9 15 54,-18 29-103,-15 20-110,1 0-1,1 0 1,-1 0-1,1 0 1,0 1-1,0 0 1,0-1 0,0 1-1,1 1 1,0-1-1,-1 1 1,2 0-1,-1 0 1,0 0 0,0 0-1,11-2 1,-11 4-4,1-1-1,-1 2 1,1-1 0,-1 1 0,1-1 0,0 2-1,-1-1 1,1 1 0,-1-1 0,1 1 0,8 4-1,9 2 8,32 17-1,-38-15 11,0-2 1,18 6 0,-31-12 102,8 0 0,-1 1-1,0 0 1,20 7 0,20 4-28,2-4-44,100 3 0,-128-12-39,6 1 2,-1-2 1,0-1-1,31-6 0,-54 7-14,1-1 1,-1 0-1,1 0 0,-1-1 0,1 0 0,-1 0 0,0-1 0,-1 0 0,1 0 1,-1 0-1,1-1 0,-1 0 0,-1 0 0,1-1 0,-1 0 0,0 1 0,5-9 1,-7 7 45,0 1 1,0-1 0,-1 0 0,0 0 0,2-14 0,-4 16-31,1-1 1,0 0-1,1 1 0,-1-1 0,1 1 0,0-1 0,0 1 0,0-1 1,1 1-1,0 0 0,0 0 0,0 1 0,1-1 0,0 1 0,5-6 1,13-4-322,0 0 0,0 2 0,48-18 0,-38 17-161,56-32 1,0-11 58,-87 55 335,2 2-123,0 0 74,0 0 0,-1 1-1,1-1 1,-1 1-1,1-1 1,3 5 0,2 0-283,18 6-1783,1 0-1,0-2 1,50 12-1,-62-18 1510,-10-3 621,0-1 1,0 1 0,0-1 0,0 0-1,0 0 1,0-1 0,0 1-1,0-1 1,0 0 0,0-1 0,0 1-1,0-1 1,0 0 0,7-4-1,19-7-312,-22 10-191,0-1-1,-1-1 1,1 1 0,11-10-1,-1 2-794,15-9-1379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2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0 7961,'0'0'13653,"-10"13"-15837,-3-4-496,13 15-11086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2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1654 17314,'-6'-19'532,"2"8"-104,0 0-1,1-1 1,-2-15 0,5 22-220,0 0 1,0 0 0,0 1 0,1-1 0,-1 0 0,1 0 0,0 0 0,1 1 0,-1-1 0,1 0-1,4-7 1,13-19 572,0 2 0,2 1 0,2 0 0,0 2 0,2 0 0,0 2-1,2 1 1,49-33 0,11 0 20,157-73-1,366-144-1897,745-224-1,-824 327-1162,-410 129 1258,14-5-1429,-47 20-2198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3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54 225 13773,'-3'4'512,"0"1"-1,0 0 1,1 0-1,-1 0 1,1 0-1,0 0 1,1 0-1,-1 0 1,1 1-1,0-1 1,1 0-1,-1 1 1,1-1-1,0 1 1,0-1-1,1 1 1,0-1-1,0 0 1,0 1-1,4 8 1,18 38 895,2-2 0,32 48 0,33 65-239,-81-142-1048,0 2 1,-1-1 0,-1 1-1,-1 0 1,5 45-1,-10-43-114,-1 1 0,-1-1-1,0 1 1,-3-1-1,0 0 1,-1 0 0,-1 0-1,-2-1 1,0 0-1,-20 39 1,-169 323-6446,192-376 5778,-13 26-3304,18-36 3923,0 1 0,0-1 0,0 0 0,0 0 0,0 0 0,0 1 0,0-1 0,0 0 0,0 0 0,0 0 0,0 0 0,0 1 0,0-1 0,0 0 0,0 0 0,0 0 0,0 1 0,1-1-1,-1 0 1,0 0 0,0 0 0,0 0 0,0 1 0,0-1 0,0 0 0,0 0 0,1 0 0,-1 0 0,0 0 0,0 1 0,0-1 0,0 0 0,1 0 0,-1 0 0,0 0 0,0 0 0,0 0 0,0 0 0,1 0 0,-1 0 0,0 0 0,0 0 0,0 0 0,1 0-1,19-7-1436,7-11 291,0-1 0,0-1 0,-2-1 0,36-40 0,-16 17 481,207-224 1062,-16-18 5104,-187 226-3921,138-153 5313,-186 211-6697,1 1 0,0-1-1,0 0 1,0 1 0,0-1 0,0 1-1,0-1 1,0 1 0,0 0-1,0 0 1,1 0 0,-1 0 0,0 0-1,1 1 1,2-1 0,-3 1-67,0 0 0,-1 0 0,1 0 0,0 1-1,-1-1 1,1 0 0,0 1 0,0 0 0,-1-1 0,1 1 0,-1 0 0,1 0 0,-1 0 0,1 0 0,-1 0 0,2 1-1,3 4 110,-1 0-1,0 1 1,-1-1-1,0 1 1,0 0-1,6 14 1,-1 1 98,-2 1 0,0 1 0,-1 0 0,3 29 1,1 3-43,2 10 54,14 59-295,-22-109-171,1 0-1,1-1 1,0 0 0,1 0-1,15 22 1,-20-34 111,0-1 0,0 1 1,0-1-1,0 0 0,0 0 0,0 0 0,1 0 1,-1 0-1,1 0 0,0-1 0,-1 1 0,1-1 1,0 0-1,0 1 0,0-2 0,-1 1 0,1 0 1,4 0-1,-2-1-3,0 0 0,0 0 0,1 0 1,-1-1-1,0 0 0,0 0 0,0 0 0,0 0 0,9-5 1,-1 0 6,-1 0 1,0-2-1,0 1 1,-1-1-1,0-1 1,0 0-1,10-12 1,-6 4 45,-1-1 0,0 0 0,-1-1 0,-1-1 0,-1 0 0,0-1 0,-2 0 0,-1 0 0,0-1 0,5-24 0,-10 28 18,0 1 1,-1-1-1,-1 0 0,-1 1 1,0-1-1,-2 0 1,1 1-1,-2-1 0,-1 1 1,0-1-1,-1 1 1,-1 0-1,-13-26 0,15 33-157,-1 1 0,1-1 0,1 0-1,0-1 1,0 1 0,1 0 0,0-1-1,1 1 1,1-1 0,-1 0 0,1 1 0,1-1-1,0 1 1,1-1 0,0 1 0,0-1-1,1 1 1,0 0 0,1 0 0,1 0-1,-1 1 1,12-17 0,14-14-461,1 1 0,71-65 0,36-7 120,-75 62 506,-60 47-11,1 0 0,-1 0 0,1 0 0,0 0 0,0 1-1,0-1 1,0 1 0,0 0 0,0 1 0,0-1 0,0 0-1,0 1 1,1 0 0,-1 0 0,0 0 0,0 1 0,8 1-1,7 3 31,-1 0 0,31 14 0,-10-4 29,165 35 25,-102-28-76,-90-19-6,0 1 0,1 0 1,17 8-1,-28-11 41,0 0 0,0 0-1,0 0 1,0 0 0,0 1 0,0-1 0,0 1 0,0-1 0,0 1 0,-1 0-1,1-1 1,-1 1 0,1 0 0,-1 0 0,0 0 0,0 0 0,0 0-1,0 1 1,0-1 0,0 0 0,0 0 0,-1 1 0,0-1 0,1 0-1,-1 4 1,-3 22 553,-2 1-1,-2-1 1,-15 45 0,-1 4 48,19-63-548,1 1 0,0 0 0,1 0-1,-1 24 1,4-35-137,-1 1-1,0-1 1,1 1-1,0-1 0,0 0 1,0 0-1,1 1 1,-1-1-1,1 0 1,0 0-1,0 0 1,0-1-1,1 1 0,-1 0 1,1-1-1,0 0 1,0 1-1,0-1 1,1 0-1,3 2 1,10 5-334,0-1 1,1-1 0,1 0-1,-1-1 1,1-2 0,24 6-1,14 4-641,28 13-325,-82-27 683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3.6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43 14301,'-57'-34'2789,"40"31"-225,-3 3-568,-4-3-292,4 0-400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34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661 2180 6257,'-81'14'503,"-148"35"1551,151-29 182,0-3 0,-87 8-1,142-25-1162,17-3-257,10 0-705,0 0 1,0 0 0,0 1-1,1 0 1,-1 0-1,1 0 1,5-1-1,349-111 1729,27 22-970,-39 16-439,64-11-96,1293-258 358,-666 136-495,1993-423-680,-1017 196-3101,-1414 302 437,-208 39-2391,-150 33-1400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12.6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40 130 11293,'-3'-2'1042,"0"0"0,0 0 0,0 0 0,0 0 0,0 0 0,0-1 0,1 1 0,-1-1 0,-2-3 0,-4-11 4613,11 16-5524,-1 1-1,1-1 1,-1 0 0,1 0 0,0 0 0,-1 1-1,1-1 1,0 1 0,0 0 0,-1-1 0,4 1-1,7-2 126,45-8 193,1 3 1,0 3-1,60 2 1,-78 2-356,185-2-173,415-10-2916,-215-13-3465,-244 12-550,-8 10-4547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49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1 245 13421,'50'-112'1972,"-17"79"-367,11-6-301,20 12-332,13 6-208,16 12 4,31 6-320,20 12-104,21 12-328,15 15-476,8 12-568,-4 15-700,-13 7-741,-4 17-2187,-12 19-3633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49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1 16450,'-6'4'523,"1"0"0,1 0 0,-1 0 1,0 1-1,1 0 0,0 0 1,0 0-1,1 0 0,-1 1 1,1 0-1,-3 8 0,0 3 814,2-1 0,-6 34 0,6-24-467,-41 383 4499,34 4-5982,2-30-5665,9-382 6233,-5 113-4775,4-41-1434,1 10-5731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0.2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1264 13817,'113'-37'4039,"112"-54"1,-92 35-2701,59-21-236,486-217-584,-596 250-828,-1-4-1,-3-3 1,-2-4 0,89-83 0,-134 107 433,-1-1 0,-2-1 0,-1-2 0,-1-1 0,-3 0 0,0-2 0,16-41 0,-35 72 154,-1 1 0,1 0 0,0 1 1,0-1-1,1 1 0,-1-1 0,9-6 0,-15 14-237,0 1 0,0-1 0,0 0 0,0 0 0,0 1 0,1-1 0,-1 1 0,1 0 0,-1-1 0,1 1 0,0 0 0,0 0 0,1 0 0,-1 0 0,0 0 0,1 3 0,0-1-4,0 1 0,0 0 1,1-1-1,0 1 1,0 0-1,0-1 0,1 1 1,2 4-1,5 11 11,1-2-1,1 1 1,19 24 0,-27-40-41,21 32 34,-2 0-1,-1 2 1,-2 1-1,14 41 1,-23-53-32,-2 0 0,-1 1 0,-1 0 1,-1 0-1,-2 1 0,-1-1 1,-1 32-1,-4-34 4,-1 0 0,-10 34 1,0-1-35,-22 73-129,17-69-1175,18-58 577,12-18-950,29-41-909,-2-3 1,-3 0-1,38-87 0,-15 28-2147,-5 20-1215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0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58 9121,'0'0'5536,"3"-19"-4096,1 4 2201,6 3-3733,0 0-680,-7 24-9169,4 3 3992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1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61 199 10501,'13'-9'2576,"-5"12"1924,2 28 1114,-8-24-6124,6 41 2743,5 76-1,-10-89-1636,-1 29 44,-2 0 0,-3 0 0,-12 74 0,-49 188 302,60-312-900,-9 37 45,8-33-40,0-1 0,2 1-1,0 0 1,0 1 0,1 35 0,2-53-46,0 0 1,0-1-1,0 1 1,1 0 0,-1 0-1,0 0 1,0 0 0,0-1-1,1 1 1,-1 0 0,0 0-1,1 0 1,-1-1 0,1 1-1,-1 0 1,1-1-1,-1 1 1,1 0 0,0-1-1,-1 1 1,1-1 0,0 1-1,-1-1 1,1 1 0,0-1-1,0 1 1,-1-1-1,1 0 1,0 1 0,0-1-1,0 0 1,-1 0 0,1 0-1,0 1 1,0-1 0,0 0-1,0 0 1,0 0 0,-1-1-1,1 1 1,0 0-1,0 0 1,0 0 0,0 0-1,-1-1 1,1 1 0,0-1-1,0 1 1,0 0 0,1-2-1,6-2-6,0 0-1,0-1 1,0 0-1,7-6 1,19-19-128,-1-1 1,-2-2 0,42-56 0,-31 36-22,-34 44 123,157-184-463,-115 141 328,98-78 0,-43 55 51,-97 70 126,0-1 0,0 1 0,1 1 0,-1 0 0,1 0 0,0 0 0,0 1-1,0 1 1,1-1 0,-1 2 0,1-1 0,-1 1 0,1 1 0,-1-1 0,18 3 0,-18 1 32,0-1 0,0 2-1,0-1 1,-1 1 0,0 0-1,0 1 1,0 0 0,0 0 0,-1 1-1,0 0 1,0 0 0,0 1-1,-1-1 1,9 13 0,10 17 146,-1 1-1,29 61 1,-36-64-111,1 0 1,1-1-1,44 54 0,-59-82-87,0-1-1,1 1 1,0-1-1,0 0 1,0 0-1,0-1 1,1 1-1,-1-1 1,1 0 0,0-1-1,0 0 1,0 1-1,0-2 1,0 1-1,1-1 1,-1 0-1,12 0 1,-10-1-18,1-1-1,0 0 1,0-1 0,0 0 0,-1 0 0,1-1 0,-1 0 0,1 0-1,-1-1 1,0 0 0,-1-1 0,8-5 0,6-5-42,-2-2 0,0 0 0,-1-1 0,-1-1 0,0-1 0,19-31 0,73-140-270,-83 143 297,-22 41 33,70-134-185,149-210 0,-214 339 200,0 1 0,0 1-1,1 0 1,0 0 0,1 1-1,0 0 1,0 1 0,14-7 0,-19 12 21,0 0 0,1 0 0,-1 1 1,0 0-1,1 0 0,-1 1 1,1 0-1,0 0 0,-1 1 0,1-1 1,0 2-1,-1-1 0,1 1 1,0-1-1,-1 2 0,1-1 1,-1 1-1,13 5 0,-8-1 44,0 0 0,0 0 0,0 1 0,-1 1 0,0 0 0,-1 0 0,1 1 0,-2 0 0,1 0 0,-1 1 0,-1 0 0,0 1 0,0 0 0,-1 0 0,6 14 0,-5-9 2,-2 1 0,1-1-1,-2 1 1,0 0 0,-1 0 0,-1 0-1,-1 0 1,0 0 0,-1 1 0,-4 28-1,-2-16-8,-1-1 0,-1 0 0,-1 0-1,-2-1 1,-26 50 0,-92 120-2297,125-193 2043,2-2-58,-1 0 1,1 0-1,0 0 0,-1 0 0,1 1 0,1-1 1,-1 1-1,0-1 0,1 1 0,0 0 0,0 0 1,0 0-1,0-1 0,1 1 0,-1 0 0,1 0 1,0 5-1,0-9 151,0 1 1,0 0-1,1-1 1,-1 1-1,0-1 1,0 1 0,1-1-1,-1 1 1,0 0-1,1-1 1,-1 1-1,0-1 1,1 1-1,-1-1 1,1 0-1,-1 1 1,0-1-1,1 1 1,-1-1 0,1 0-1,0 1 1,-1-1-1,1 0 1,-1 0-1,1 1 1,1-1-1,19-2-1601,27-22-322,-41 20 1613,98-62-5122,-70 42 2902,55-35-5475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1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34 12021,'17'-28'2292,"-14"23"1744,-4 6-3792,-1 0 0,1 0 1,-1 0-1,1 0 0,0 0 0,-1 0 1,1 0-1,0 1 0,0-1 0,0 1 0,0-1 1,-2 3-1,1-1 237,-6 11 106,1-1 0,1 1 0,0 0 1,1 1-1,0-1 0,1 1 0,-2 22 0,-8 21 352,-37 112 916,18-71-2163,-25 143 0,32-102-3050,5-48-2556,15-55-438,4-13-3920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1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0 316 12025,'0'-2'212,"1"0"1,-1-1-1,0 1 0,1 0 0,-1 0 0,1 0 1,0 0-1,0 0 0,0 0 0,0 0 1,0 0-1,0 0 0,2-1 0,27-19 2643,-24 18-2614,12-6 501,1 1 0,0 1-1,36-12 1,70-11 704,-51 14-976,293-63-109,-214 49-474,120-20-135,-267 50 265,-1 0-1,1 1 1,-1-1-1,0 1 1,1 0-1,-1 1 0,1-1 1,-1 1-1,1 0 1,9 3-1,-15-4-11,0 1 0,1-1 0,-1 1-1,0-1 1,0 1 0,1-1 0,-1 0 0,0 1 0,0-1-1,1 1 1,-1-1 0,0 1 0,0 0 0,0-1-1,0 1 1,0-1 0,0 1 0,0-1 0,0 1 0,0-1-1,0 1 1,0-1 0,0 1 0,-1-1 0,1 1-1,0-1 1,0 1 0,0-1 0,-1 1 0,1-1 0,0 1-1,-1-1 1,1 0 0,0 1 0,-1-1 0,1 1-1,-16 19 105,14-18-89,-67 69 142,47-50-93,1 0 0,-22 30 0,41-48-80,-1 0 0,1 0 0,0 0 0,0 1 0,1-1 0,-1 0-1,1 1 1,0-1 0,-1 0 0,2 1 0,-1 0 0,0-1 0,1 1 0,-1 0 0,1-1 0,0 1 0,0 0 0,1-1 0,-1 1 0,2 4 0,-1-6 3,1 1-1,-1 0 1,1-1 0,-1 0-1,1 1 1,0-1-1,0 0 1,0 0-1,0 0 1,0 0-1,1 0 1,-1-1-1,1 1 1,-1-1-1,1 1 1,-1-1-1,1 0 1,0 0-1,0 0 1,0 0-1,-1-1 1,1 1-1,6-1 1,14 2 86,0-2 0,0 0 0,38-7 0,-42 4 509,0 1 0,0 0-1,0 2 1,0 0-1,0 1 1,33 6-1,-18 3 344,-31-9-830,0 1 0,-1 0 1,1-1-1,-1 1 0,0 0 0,1 0 1,-1 0-1,0 1 0,0-1 1,0 0-1,-1 1 0,1-1 0,0 1 1,-1 0-1,0 0 0,0-1 1,0 1-1,0 0 0,0 0 0,0 0 1,-1 0-1,1 6 0,1 4 64,-1 1 0,-1-1-1,-2 18 1,-23 132-3777,24-137 720,0 49-7704,6-36-1022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2.4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0 14941,'-3'8'425,"0"-1"0,0 0 0,1 1 0,0-1-1,0 1 1,1 0 0,0 0 0,1-1 0,-1 1 0,2 13-1,-1 25 1167,-21 151 2725,6-73-3416,6-1 1,7 158-1,2-277-958,2 13-286,-1-1 0,7 27 0,-6-37 241,-1-1 1,1 0 0,0 0 0,1 0 0,-1 0-1,1 0 1,0-1 0,0 1 0,0-1 0,1 0-1,0 0 1,6 6 0,20 12-199,-28-21 274,0 0 1,0 0-1,0 0 1,-1 0-1,1 0 1,0 0-1,0-1 1,0 1-1,0-1 1,0 1-1,1-1 1,-1 0-1,0 0 1,0 0-1,0 0 1,0 0-1,0 0 1,0 0-1,0-1 1,4-1-1,9-1-86,196-17-795,-195 20 903,-1 1 1,0 0-1,1 2 0,-1 0 0,27 8 1,-22-5 44,1-1 1,21 3 0,-34-8-39,-1 1 0,1-1 0,-1 0 1,1-1-1,-1 0 0,0 0 0,1-1 0,-1 0 0,12-4 1,19-12 42,70-45 0,-87 49-19,-17 10-11,0 1 1,1 0 0,-1 0-1,1 0 1,0 1 0,0-1-1,0 1 1,0 0 0,0 1-1,0-1 1,0 1 0,1 0-1,-1 1 1,0-1 0,8 1-1,7 0 607,1 2 0,0 0 0,-1 1 0,24 7 0,33 8 1859,-74-17-2325,-3 4-44,-10 48-13,-2 0 1,-34 89-1,14-45-277,-62 251-1117,54-192 907,-13 16 182,34-131 225,19-41-19,0 0 1,0 0-1,0 0 1,0 0-1,0 0 1,0 1-1,-1-1 1,1 0-1,0 0 1,0 0 0,0 0-1,0 0 1,0 0-1,0 0 1,0 1-1,0-1 1,0 0-1,0 0 1,0 0-1,0 0 1,-1 0 0,1 0-1,0 0 1,0 0-1,0 0 1,0 0-1,0 0 1,0 1-1,-1-1 1,1 0-1,0 0 1,0 0 0,0 0-1,0 0 1,0 0-1,0 0 1,-1 0-1,1 0 1,0 0-1,0 0 1,0 0-1,0 0 1,0-1 0,0 1-1,-1 0 1,1 0-1,0 0 1,0 0-1,0 0 1,0 0-1,0 0 1,0 0-1,0 0 1,-1 0-1,1 0 1,0-1 0,0 1-1,0 0 1,-6-3 17,4 2-4,-1 0-1,0 0 1,1 0 0,-1-1 0,1 1 0,-1-1 0,1 0 0,0 0 0,0 0 0,0 0 0,0 0 0,0 0 0,0 0-1,0-1 1,1 1 0,-1-1 0,1 1 0,0-1 0,0 0 0,0 1 0,0-1 0,-1-5 0,-1-7 19,2-1-1,0 1 1,0-1 0,2 1 0,0-1 0,0 1 0,2-1 0,0 1-1,0 0 1,2 0 0,0 0 0,11-23 0,0 7-101,1 0-1,1 2 1,2 0 0,41-46 0,3 8-572,3 3 0,3 3 0,82-55 0,243-139-1125,-391 253 1756,246-159-247,-153 97 232,-63 37 22,-31 25 22,14 11-17,-16-8-4,1-1 0,-1 1 0,0 0 0,0 0 1,0 0-1,0 0 0,0-1 0,0 1 1,0 1-1,0-1 0,-1 0 0,1 0 1,0 0-1,-1 0 0,1 1 0,-1-1 0,1 0 1,-1 0-1,1 1 0,-1-1 0,0 0 1,0 1-1,0-1 0,0 1 0,0-1 1,0 0-1,0 1 0,0 1 0,3 28-104,2-18-50,1-1 0,-1 1 0,2-1 0,0-1 0,0 1 0,1-1 0,1 0 0,-1-1 0,2 0 0,-1 0 0,2-1 0,-1 0 0,1-1 0,0 0 0,23 11 0,12 12-255,-36-23 323,-1-2-1,1 1 1,0-1 0,0 0-1,0-1 1,14 5 0,23 5-821,-32-10 332,-1 0-1,1-1 0,0-1 1,0 0-1,25 1 1,202 13-4008,-239-16 4909,4 13 259,-7-12-560,0 0 1,1-1-1,-1 1 0,1 0 0,0-1 1,-1 1-1,1-1 0,0 1 1,0-1-1,0 1 0,1 0 1,3 2 111,-2-1-733,1-1-1,-1 0 1,1 0 0,-1 0-1,1 0 1,0 0-1,0-1 1,6 2 0,11 0-4178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3.9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846 245 9981,'7'-52'1205,"1"-42"2173,-8 72-581,-1 0 1,-6-32 2717,6 58-4274,-9 49 456,3 0-1,-1 104 1,2-13-1020,-29 171-631,-86 349 0,-123 301-58,78-332 17,158-603-5,-124 522 0,34 4 0,82-366 22,16-170-61,0 1-1,2-1 1,0 1-1,2-1 0,0 0 1,14 39-1,-17-55-141,1-1-1,-1 1 0,1 0 1,0-1-1,0 1 0,0-1 1,1 0-1,-1 0 0,1 0 1,0 0-1,0 0 0,0-1 1,0 1-1,0-1 0,1 0 1,-1 0-1,1 0 0,6 2 1,-6-3-133,-1 0-1,1-1 1,-1 0 0,0 0 0,1 0 0,-1 0 0,1 0 0,-1-1-1,0 0 1,1 1 0,-1-1 0,0 0 0,0-1 0,1 1 0,-1-1-1,0 1 1,0-1 0,0 0 0,-1 0 0,1 0 0,0 0-1,2-4 1,34-37-6821,9-10-4581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4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526 347 15077,'-182'216'2534,"74"-73"607,72-92-1914,8-14-301,3 1 1,1 1-1,2 2 1,1 0-1,3 1 1,-25 83-1,37-104-764,2 0-1,0 1 0,2-1 1,0 1-1,2-1 0,0 1 1,1 0-1,1-1 0,1 0 1,1 1-1,1-1 0,1 0 1,1-1-1,0 0 0,2 0 1,18 32-1,-12-31-78,1 0 1,1 0-1,1-2 0,1 0 0,1-1 1,0-1-1,1-1 0,1 0 1,42 21-1,-16-13 11,2-2-1,0-2 1,97 25-1,-64-27-16,0-4 0,1-3 1,135-1-1,-110-13-56,1-5 1,142-29-1,-81-2-26,-3-8 0,-2-7 0,228-108 0,-260 99 5,-3-6 0,194-136 0,-244 143 0,-3-3 0,-2-3 0,-4-4 0,124-158 0,66-160-127,-217 313-693,38-57-3356,-68 113-1414,32-35 0,-27 39-7890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4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58 163 14989,'-14'-60'2045,"11"39"-445,-4 3 316,0-6-1892,4 3-1120,-10 12-1400,3 0-2517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5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781 736 13557,'-82'-22'702,"1"1"1235,-143-21-1,156 32 1099,0-3 0,-118-38 0,186 50-3002,-9-1 433,1-2 0,-1 1 1,1-1-1,-14-9 0,21 13-415,0-1 0,0 0 1,0 0-1,0 1 0,0-1 1,0 0-1,0 0 0,0 0 1,0 0-1,1 0 0,-1 0 0,0 0 1,1-1-1,-1 1 0,1 0 1,-1 0-1,1-1 0,-1 1 1,1 0-1,0 0 0,0-1 0,0 1 1,0 0-1,0-1 0,0 1 1,0 0-1,0 0 0,0-1 1,0 1-1,1 0 0,-1-1 1,1 1-1,-1 0 0,1 0 0,-1 0 1,1-1-1,0 1 0,-1 0 1,1 0-1,0 0 0,0 0 1,1-1-1,3-3 46,0 0 0,1 1 0,-1-1 0,1 1 0,0 0 0,0 1 0,0-1 0,11-3 0,62-19-22,-62 21-63,136-31-12,219-25 0,-294 50 0,765-82 0,-383 47 0,937-98-2182,-825 107-4097,-518 37 3878,-54 0 2274,1 0 0,0 0-1,0 0 1,0 0 0,-1-1-1,1 1 1,0 0 0,0 1-1,-1-1 1,1 0 0,0 0-1,0 0 1,-1 0 0,1 0-1,0 1 1,-1-1 0,1 0-1,0 1 1,0-1 0,-1 1-1,1-1 1,-1 0-1,1 1 1,0-1 0,-1 1-1,1 1 1,-15 13-5569,-19 11-4091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5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223 0 12813,'-47'132'2219,"38"-105"-1031,1 2 0,1-1 0,2 1-1,0 0 1,2 0 0,2 52 0,7-7 1068,18 91 0,1 8-702,-20-102-1056,-2 0-1,-4 0 0,-16 126 0,11-160-473,-2-1-1,-1 1 0,-2-2 1,-1 1-1,-2-2 0,-2 0 1,-1 0-1,-38 56 0,27-63-624,21-25 95,15-14-204,37-39-245,2 1 0,2 3 0,1 3 0,3 1 0,80-48 0,-36 33 819,4 4 0,151-57 1,-231 102 378,1 2 0,-1 0 0,1 2 0,1 0 1,41-3-1,-52 8-25,-1 0 0,0 1 0,0 0 1,0 1-1,0 0 0,0 1 0,0 0 0,0 1 0,-1 0 1,1 1-1,-1 0 0,-1 0 0,17 12 0,50 51 958,-52-46-836,29 23-1,-44-38-297,1-1 1,-1 0-1,2-1 0,-1 0 0,0 0 1,1-1-1,12 3 0,8-1-34,1-2 1,0-1-1,-1-1 1,1-1-1,0-2 0,0-2 1,-1-1-1,1-1 1,-1-1-1,36-13 0,37-18-375,157-79-1,-198 86-16,-47 23 287,71-35-784,113-71 0,11-33 25,57-22 614,-247 156 296,1 1 0,0 2 0,1 0-1,33-8 1,-53 16-28,1 1 0,0-1 1,0 1-1,-1 0 0,1 0 0,0 0 0,0 0 0,0 1 1,-1-1-1,1 1 0,0 0 0,-1 0 0,1 0 0,-1 1 0,1-1 1,-1 1-1,0 0 0,1 0 0,-1 0 0,0 0 0,3 4 1,3 3 62,0 1 0,-1 0 1,0 0-1,9 18 1,-14-24-66,10 20 51,-1 0 1,-1 1-1,-1 0 1,-1 1-1,6 33 1,-11-48-92,0-1 0,1 1 0,1 0 1,7 11-1,-8-15-107,-1 0 0,0 0 1,0 1-1,0-1 0,-1 1 1,0 0-1,-1 0 0,4 15 1,-36-12-3895,-1-19-5363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5.9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40 217 18682,'-23'-48'2784,"6"42"-152,17-15-72,10-9-295,14 12-409,9-1-368,28 1-988,29 3-500,34 3 0,33 3 0,21 3-40,30 0-2056,26 6-856,10-6-897,1 3-3163,-1 3-6822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7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1 438 13401,'1'0'148,"11"-6"1661,-15-6 3290,7 12-3041,10-1-1527,-1 1 1,1 1 0,-1 1-1,1 0 1,-1 0 0,1 2-1,-1-1 1,-1 2 0,18 7 0,114 63 959,-143-74-1479,42 24 269,-2 1 0,0 3 0,43 39-1,-67-52-254,-1 1-1,0 1 0,-1 0 1,-1 1-1,-1 0 1,-1 1-1,0 1 0,16 42 1,-20-38-160,0-1 1,-2 1-1,-1 0 0,-1 1 1,-1-1-1,-2 1 0,0-1 1,-1 1-1,-2 0 1,-1-1-1,-1 0 0,-1 1 1,-16 47-1,-86 179-2715,107-251 2838,-35 97-1636,64-120 1178,764-787-244,-508 508 541,-282 299 160,0 0-1,0 0 1,-1 0 0,1 0 0,0 1-1,1-1 1,-1 1 0,0 0 0,0 0-1,1 0 1,-1 0 0,0 0 0,1 1 0,-1 0-1,1-1 1,4 2 0,-7-1 10,1 0 0,-1 0 0,0 0 0,1 1-1,-1-1 1,1 1 0,-1-1 0,0 1 0,1-1 0,-1 1 0,0 0 0,0-1 0,1 1 0,-1 0 0,0 0 0,0 0 0,0 0 0,0 0-1,0 0 1,0 1 0,-1-1 0,1 0 0,0 0 0,0 1 0,-1-1 0,1 0 0,-1 1 0,1-1 0,-1 1 0,0-1 0,1 0 0,-1 1-1,0-1 1,0 1 0,0-1 0,0 1 0,-1 1 0,1 69-95,1-51 99,0 0 0,-6 39 0,4-53-2,0 0 0,0 1 0,1-1-1,0 0 1,0 1 0,1-1-1,0 0 1,0 1 0,0-1 0,1 0-1,3 7 1,-3-10-17,0 1-1,1-1 1,-1 0-1,1 0 1,0 0-1,0 0 1,0-1-1,0 1 1,1-1 0,0 0-1,-1 0 1,1 0-1,0 0 1,1-1-1,-1 1 1,0-1 0,1 0-1,8 2 1,11 2-316,0-1 1,0-2 0,0 0-1,42-1 1,102-13-1555,-93 0 1137,82-22 0,-93 17 1853,127-14 1,-173 30-740,0 0 0,-1 1 0,1 0-1,0 2 1,0 0 0,30 10 0,-30-9-317,1-1 0,-1 0 0,1-1 0,26-1 1,81-10 202,-67 4-209,216-6 85,-224 10-81,-44 1-38,17-2 36,0 1 0,0 1 1,0 2-1,0 0 0,41 10 0,-43-8-119,0-1 1,0-1-1,1-1 0,-1-1 1,1-1-1,-1-1 0,1 0 1,-1-2-1,24-7 0,7-6-344,0-1-1,76-39 1,-72 30 519,-13 7 1002,44-28 0,-79 43-903,0-1-1,0 1 0,1 1 0,-1 0 1,1 0-1,0 1 0,0 0 0,1 0 1,-1 1-1,1 1 0,-1 0 1,1 0-1,16 2 0,94 0-2014,-84-3 1515,0 2 0,49 7-1,19 19 746,-102-25-455,-1-3-253,0 1 218,1 0-1,-1 0 0,0 0 0,-1-1 1,1 1-1,0-1 0,0 1 0,0-1 1,-1 0-1,1 0 0,-1 0 0,0 1 1,1-1-1,-1-1 0,0 1 0,0 0 1,0 0-1,0 0 0,-1-1 0,1 1 1,-1 0-1,1-1 0,-1 1 0,0 0 0,0-1 1,0 1-1,0 0 0,0-1 0,-1-2 1,-3-37-886,2 1 1,2-1 0,2 1-1,1-1 1,13-58 0,-3 56-2359,24-56 1,-4 24-3518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7.4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305 0 9489,'1'3'153,"1"1"129,0 0 0,-1 0 0,1 0 0,-1 0 0,0 0 0,1 7 0,-2-10-165,0 1 0,0-1 0,-1 1-1,1-1 1,0 1 0,-1-1 0,1 1-1,-1-1 1,1 1 0,-1-1 0,0 0-1,1 1 1,-1-1 0,0 0-1,0 1 1,0-1 0,0 0 0,0 0-1,-1 0 1,1 0 0,-2 1 0,-9 7 835,0 0 0,1 1-1,0 0 1,1 1 0,0 0 0,0 1 0,2 0 0,-1 0 0,-7 17 0,-35 71 3241,-48 132 0,89-201-4306,2 1 1,0 0-1,2 0 0,-3 65 0,11 18-4766,9-2-6756,-4-65-393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7.7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0 507 11057,'43'-37'1667,"-15"11"-196,2 0-1,1 2 0,1 1 0,47-25 0,238-84 1007,47-22-2356,-358 151-118,9-4-3,-1 0 0,2 1 0,22-7-1,-36 13 369,-5 3 69,-80 92 1640,-17 23-535,86-100-1388,1 1-1,2 0 1,0 1 0,-16 40-1,24-52-278,1 1-1,-1-1 1,2 1-1,-1-1 1,1 1-1,1 0 1,0 0-1,0-1 1,0 1-1,1 0 1,1 0-1,-1-1 1,4 11-1,-2-11-288,1 1 0,-1-1 0,1 0 0,1-1 0,0 1 0,0-1 0,0 0 0,1 0 0,0 0 0,0-1 0,0 0 0,15 10 0,-10-8-546,1 0-1,0-1 1,0 0 0,1-1-1,0-1 1,0 0 0,0 0 0,0-1-1,21 2 1,-12-3 681,2-1 0,37-1-1,-50-3 887,-1 1 0,0-1-1,0-1 1,0 1-1,0-2 1,-1 0 0,0 0-1,12-7 1,-9 4-160,0 0 1,-1-1-1,0-1 0,0 0 1,9-10-1,-12 10-2500,-1 1 0,-1-1-1,9-15 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8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50 710 14701,'-48'-10'2712,"48"10"-2650,0 0 0,1 0 1,-1 0-1,0 0 0,0 0 0,0-1 0,0 1 0,0 0 1,0 0-1,0 0 0,0 0 0,1 0 0,-1 0 1,0 0-1,0 0 0,0-1 0,0 1 0,0 0 1,0 0-1,0 0 0,0 0 0,0 0 0,0-1 1,0 1-1,0 0 0,0 0 0,0 0 0,0 0 0,0 0 1,0 0-1,0-1 0,0 1 0,0 0 0,0 0 1,0 0-1,0 0 0,0 0 0,0 0 0,0-1 1,-1 1-1,1 0 0,0 0 0,0 0 0,0 0 1,0 0-1,0 0 0,0 0 0,0 0 0,0 0 1,-1 0-1,1-1 0,0 1 0,0 0 0,0 0 0,0 0 1,0 0-1,0 0 0,-1 0 0,1 0 0,0 0 1,0 0-1,0 0 0,0 0 0,0 0 0,-1 0 1,14-6 529,-10 4-102,34-12 433,1 1-1,0 2 1,1 1 0,0 3-1,43-4 1,119-11 310,82 2-265,81 2-215,69 4-268,4221-232-3123,-4101 195 3175,-18-39 34,-528 88-564,28-5 37,0-2 0,-1-1 0,0-1 1,37-19-1,-66 27-63,0-1 0,0 1 0,0 0 0,0-1 0,7-8 0,-12 12-13,1-1 1,-1 1-1,1-1 0,-1 1 0,1-1 0,-1 1 0,0-1 0,1 0 0,-1 1 0,0-1 0,1 0 0,-1 1 0,0-1 0,0 0 0,0 0 0,0 1 0,0-1 1,0 0-1,0 1 0,0-1 0,0 0 0,0 0 0,0 1 0,0-1 0,0 0 0,0 1 0,-1-1 0,1 0 0,-1 0 0,0-1-57,0 0-1,-1 1 0,1-1 1,-1 1-1,1 0 0,-1-1 1,1 1-1,-1 0 1,0 0-1,-2-1 0,-5-2-397,1 0 0,-1 1 0,-15-3-1,-5 2-1406,0 1 0,0 2 0,-1 1 0,1 2 0,0 0 0,-46 11 0,-17 5-8130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8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474 166 8445,'-11'-44'900,"8"29"-43,-1 0 1,-1 0 0,-13-28 0,0 12 2838,17 28-2252,-3 6-72,-1 1-1028,0 1-1,0 0 1,1 0-1,0 0 1,0 0-1,0 1 1,0 0-1,1 0 1,-5 11-1,-19 63 1399,27-77-1671,-126 498 6139,24 9-4224,62-264-1951,2 98-35,9 272 0,28-528 0,19 168 0,-6-177-62,3-1 1,4-1-1,53 140 0,-51-169-448,2-1-1,2-1 0,2-1 1,2-1-1,2-2 1,68 74-1,-53-73-797,1-2 0,3-2-1,1-2 1,87 48 0,-63-47-2683,103 39 0,63 2-7448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59.1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208 183 5849,'9'-55'2851,"-8"44"-2088,0 0-1,1 0 0,0 0 1,0 0-1,1 0 1,1 1-1,0-1 1,0 1-1,1 0 0,7-10 1,-15 56-154,-97 512 2015,7-66-2069,49-71-3134,29-135-4326,13-96-1502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48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727 296 10309,'-1'-3'61,"-65"-202"5742,21 121-327,45 84-5453,0-1 1,0 1 0,0 0-1,0 0 1,0 0-1,0 0 1,-1-1 0,1 1-1,0 0 1,0 0-1,0 0 1,0 0 0,0 0-1,0 0 1,-1 0 0,1-1-1,0 1 1,0 0-1,0 0 1,0 0 0,-1 0-1,1 0 1,0 0 0,0 0-1,0 0 1,0 0-1,-1 0 1,1 0 0,0 0-1,0 0 1,0 0-1,-1 0 1,1 0 0,0 0-1,0 0 1,0 0 0,0 0-1,-1 0 1,1 0-1,0 1 1,0-1 0,0 0-1,0 0 1,0 0 0,-1 0-1,1 0 1,0 0-1,0 1 1,-10 3 325,-1 0 0,1 1-1,1 0 1,-1 1 0,1 0 0,0 1 0,0 0-1,-12 12 1,9-5 38,0 1 0,0 0 0,2 1-1,-15 27 1,-55 127 1830,-78 247 0,104-254-1970,-61 315 0,101-389-254,4 0 1,4 1-1,4 0 0,4 0 1,18 123-1,-14-177-17,2 1-1,1-1 1,2-1 0,1 0-1,2 0 1,1-1 0,33 53-1,-38-71-99,1-1-1,0-1 1,1 0-1,1 0 0,0-1 1,1-1-1,0 0 1,1-1-1,1-1 0,-1 0 1,1-1-1,1-1 0,0 0 1,0-1-1,0-1 1,1-1-1,25 5 0,-25-8-5,1 0 0,0-1 0,0-1 0,-1 0 0,1-2 0,0 0 0,-1-1 0,1-1 0,-1 0 0,20-9 0,-12 2-43,-2 0-1,0-2 0,0-1 0,-1-1 0,-1-1 0,25-23 0,-6 1-138,-2-2 0,40-53 0,53-90-277,-122 169 557,10-15 45,19-29 198,77-85 1,-116 142-184,1 0 0,0 0 0,0 0 0,0 0 0,0 1 0,0-1 0,1 0 0,-1 1 0,0-1 1,0 1-1,0-1 0,1 1 0,-1-1 0,0 1 0,0 0 0,1 0 0,-1 0 0,0 0 0,0 0 0,1 0 0,-1 0 0,0 0 0,1 0 0,-1 0 0,0 1 0,0-1 0,1 1 0,-1-1 0,0 1 0,0-1 0,0 1 0,0 0 0,0-1 1,0 1-1,1 1 0,4 2 75,-1 1 1,-1 0 0,1 0 0,7 11 0,-11-15-81,12 21 264,0 0 0,-1 1 1,14 42-1,-5-14 9,-13-32-202,127 266 828,-116-253-853,0-1 0,2 0 1,1-2-1,2-1 0,1 0 0,40 34 0,-53-52-88,1 0-1,1-1 1,-1-1-1,1 0 1,0-1-1,29 10 1,-35-14-3,0-1 0,0 0 0,1-1 0,-1 0 0,1 0-1,-1-1 1,1 0 0,0-1 0,-1 0 0,1 0 0,-1-1 0,0 0 0,1 0 0,9-4 0,-6 0-6,1 0 0,-1-1 0,0 0 0,0-1 0,-1 0 0,0-1 0,0 0 0,-1 0 0,0-1 0,-1-1 0,0 0-1,-1 0 1,0-1 0,-1 0 0,0 0 0,-1 0 0,0-1 0,-1 0 0,4-14 0,-4 7-22,-2 1-1,0 0 1,-1-1-1,0 0 1,-2 1-1,0-1 1,-2 0-1,0 1 1,-1-1-1,-1 1 1,-1 0-1,0 0 1,-10-20-1,1 6-64,-2 1 0,-1 1-1,-2 1 1,0 0-1,-2 1 1,-2 2 0,0 0-1,-44-39 1,30 36-289,-1 2 0,-1 1 0,-1 2 0,-2 2 0,0 1 1,-48-16-1,59 27-420,0 1 0,-1 2 0,1 1 0,-2 1 0,-55-2-1,62 8-1061,0 1 0,0 1 0,0 1 0,-34 9-1,9 3-6211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2:48.8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0 164 10533,'7'4'330,"-3"-3"40,-1 1-1,1 0 1,-1 0-1,0 0 1,1 0-1,-1 1 1,0-1-1,-1 1 1,1 0-1,0 0 1,-1 0-1,0 0 1,1 0-1,-1 1 1,-1-1-1,1 1 1,2 6-1,3 9 211,1 0 0,0-1-1,1 0 1,12 18 0,22 43 276,-17-11-264,27 106 1,2 76-1048,-32-145 54,-23-104 414,1 0-1,-1 0 1,1-1-1,0 1 1,-1 0-1,1 0 1,0-1-1,0 1 1,0 0-1,-1-1 1,1 1 0,0-1-1,0 1 1,0-1-1,0 0 1,0 1-1,0-1 1,0 0-1,0 0 1,0 0-1,0 1 1,0-1 0,0 0-1,0 0 1,0 0-1,0-1 1,0 1-1,0 0 1,0 0-1,0-1 1,0 1-1,1-1 1,3-4 28,-1 1-1,-1-1 1,1-1-1,-1 1 1,0 0-1,0-1 1,0 0-1,2-9 1,-2 7-3,34-92 367,-21 53 116,2 0-1,25-45 1,-35 78-351,0 1 0,1 0 0,0 0 1,1 1-1,0 1 0,1-1 0,1 2 0,0-1 0,0 2 1,24-15-1,-30 20-114,0 1 1,1 0 0,-1 1-1,1-1 1,0 1 0,0 1 0,0-1-1,0 1 1,0 0 0,0 1-1,0 0 1,0 0 0,12 2-1,-9 0-6,0 0-1,0 1 1,0 1 0,0-1-1,-1 2 1,1-1-1,-1 1 1,12 9 0,0 3 11,0 1 0,-2 0 1,0 2-1,-1 0 0,-1 1 1,18 29-1,-20-28-17,0 2 55,30 37 0,-45-61-97,1 0 0,-1 0 0,0 0 0,0 1 0,0-1 0,0 0 0,0 0 0,1 0 0,-1 0 0,0 1 0,0-1 0,0 0 0,1 0-1,-1 0 1,0 0 0,0 0 0,0 0 0,1 0 0,-1 0 0,0 0 0,0 0 0,0 0 0,1 0 0,-1 0 0,0 0 0,0 0 0,1 0 0,-1 0 0,0 0 0,0 0 0,0 0 0,1 0-1,-1 0 1,0 0 0,1 0 0,9-3 24,1 0 0,-1-1 1,0 0-1,0-1 0,0 0 0,0 0 0,-1-1 0,0 0 0,0-1 0,0 0 1,13-14-1,2-4 104,1 0 1,2 2 0,1 1 0,0 2 0,1 0 0,2 2 0,46-21-1,-44 28-207,-1 1-1,2 1 1,-1 2-1,1 1 0,0 1 1,1 3-1,-1 0 1,0 2-1,50 7 0,-39 0-1296,-1 2 0,44 14 0,31 8-3577,-63-18 2360,-37-8 1373,0 0 0,1-2-1,30 3 1,-43-6 1133,-1 0 0,1-1 1,-1 0-1,0 0 1,0 0-1,1-1 0,-1 1 1,0-2-1,0 1 0,0-1 1,-1 0-1,1 0 1,-1 0-1,1-1 0,4-4 1,-1 0 128,-1-1-1,0 0 1,0 0 0,-1-1 0,0 0 0,0 0 0,5-13 0,30-81 1195,-28 67-596,49-124 3490,-58 149-3612,1 1 0,0-1 0,0 1 0,1 1-1,1-1 1,14-15 0,-19 23-479,-1 1 0,0 0-1,0 0 1,1 0 0,-1 1-1,1-1 1,0 1-1,-1-1 1,1 1 0,0 0-1,0 0 1,0 0-1,0 0 1,0 1 0,0-1-1,0 1 1,0 0 0,0 0-1,0 0 1,0 0-1,0 0 1,0 1 0,0-1-1,0 1 1,0 0-1,0 0 1,0 0 0,0 0-1,0 0 1,-1 1 0,1-1-1,-1 1 1,4 2-1,8 8 78,-1 0 0,0 1 0,17 22-1,-17-18-88,1-2 0,29 26 0,-39-37-37,1-1 0,0 0 0,0 0 1,0 0-1,0 0 0,1-1 0,-1 0 0,1 0 0,-1 0 1,1-1-1,0 0 0,0 0 0,-1 0 0,10-1 0,19-2-39,-1-2-1,0-2 0,45-13 0,99-40 367,-105 32 723,131-43 1135,-129 41-5951,1-1-5428,-27 18-1012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0.5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146 248 13429,'-87'-173'4910,"41"98"3166,38 102-4976,6-7-2554,0-1 0,2 0 0,0 1 0,4 22 1,16 84-8,-6-51-557,76 711 18,-80-449 0,4 86 0,-13-413 0,-1 6 0,0 0 0,2 0 0,0 0 0,0 0 0,2 0 0,0-1 0,1 1 0,10 22 0,-14-37 0,0 0 0,0 1 0,0-1 0,0 0 0,1 0 0,-1 0 0,0 0 0,1 0 0,-1 0 0,1 0 0,-1-1 0,1 1 0,-1 0 0,1-1 0,0 1 0,-1-1 0,1 0 0,0 1 0,-1-1 0,1 0 0,0 0 0,0 0 0,-1 0 0,1 0 0,0-1 0,-1 1 0,1 0 0,0-1 0,-1 1 0,1-1 0,2-1 0,6-2 0,-1 0 0,1-1 0,13-9 0,-7 1 0,0 0 0,-1-1 0,0-1 0,-1-1 0,-1 0 0,18-28 0,2-1 0,7-6 0,2 3 0,72-66 0,-86 90 0,2 1 0,1 1 0,0 2 0,2 1 0,58-26 0,328-82 0,-80 29 0,-281 77 0,-1-2 0,-1-3 0,91-57 0,-127 69 0,0 0 0,-1-2 0,-1 0 0,-1 0 0,0-2 0,-1 0 0,21-33 0,-27 36 0,-1-1 0,-1-1 0,-1 0 0,0 0 0,-1 0 0,-1-1 0,0 0 0,-2 0 0,0 0 0,1-31 0,-5 13 2,-1 0 1,-2 0-1,-1 0 1,-14-50-1,-54-133-106,56 171 12,11 33-470,-3-7-82,2 0-1,1 0 1,-4-23 0,9 38 14,0 0-1,1 1 1,0-1 0,1 0 0,-1 1 0,2-9-1,-1 11-161,1 1 0,-1-1 0,0 0 0,1 0-1,0 1 1,0-1 0,0 1 0,0 0 0,0 0-1,1-1 1,3-2 0,17-11-11750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1.0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1395 10989,'1'-3'2212,"2"-3"-1720,0 1 0,0-1-1,0 1 1,1-1 0,0 1 0,0 0 0,0 0 0,6-4 0,46-37 1295,-9 7-653,26-31 503,-4-2 0,-2-4 0,-4-3 1,77-125-1,-124 174-981,0 0 0,-2-1-1,-2-1 1,-1 0 0,8-36 0,-19 67-651,1 1-1,-1-1 0,0 0 0,1 1 0,-1-1 1,0 0-1,0 0 0,0 0 0,0 1 0,0-1 1,0 0-1,0 0 0,0 1 0,0-1 0,0 0 1,0 0-1,0 0 0,0 1 0,-1-1 0,1 0 1,0 1-1,-1-3 0,-1 3-4,0 0 0,0-1 0,1 1 0,-1 0 0,0 0 0,1 0 0,-1 0 0,0 0 0,0 0 0,1 1 0,-1-1 0,0 0 0,1 1 0,-1 0 0,0-1 0,1 1 0,-1 0 0,1 0 0,-3 1 0,-30 23 0,25-14 0,0 1 0,0 0 0,1 0 0,0 1 0,-9 23 0,3-8 0,0 0 0,-146 317 0,146-307 0,2 1 0,1 0 0,3 1 0,0 0 0,3 0 0,1 1 0,3 53 0,2-78 0,1-1 0,0 1 0,1-1 0,1 0 0,0 0 0,1-1 0,1 1 0,0-1 0,1 0 0,0-1 0,1 1 0,1-1 0,17 19 0,-13-19 0,0 0 0,1-1 0,0 0 0,1-2 0,1 0 0,0 0 0,0-1 0,0-1 0,1-1 0,0 0 0,22 4 0,-4-2 65,0-2 0,0-2 0,1-1 0,44-1 0,-40-4-596,1-2 0,-1-2 0,0-2 0,0-1 0,-1-2 0,48-20 0,-49 15-116,-1-2 1,0-2 0,-2-1-1,0-2 1,-2-1 0,0-2-1,-1-1 1,-2-2 0,-1 0-1,-1-2 1,39-56 0,-22 15 54,-3-2 0,-3-2 1,30-82-1,-24 34 958,36-157 0,-49 123 3140,19-272 0,-48 415-2006,0 38-683,2 177 622,-4-65-1883,34 247-1,-34-376 247,1 0 0,-1 0 0,1 0 0,0 0 0,1 0 0,0 0-1,0-1 1,0 0 0,1 1 0,0-1 0,0 0 0,1-1 0,-1 1-1,1-1 1,1 0 0,9 8 0,-13-12 138,1 0 1,0 1-1,-1-1 0,1 0 1,0 0-1,0-1 0,0 1 0,0-1 1,0 1-1,0-1 0,-1 0 1,1 0-1,0 0 0,0-1 1,0 1-1,0-1 0,0 1 1,0-1-1,0 0 0,-1 0 0,5-2 1,4-3-101,0 0 0,1-1 1,13-11-1,-16 11 17,38-29-1484,-3-1-1,66-71 1,-101 96 818,-1 1-1,0-1 1,9-18 0,12-18-4911,-3 17-1857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1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64 180 14581,'-22'-45'2923,"17"36"-282,2 9-321,-31 3 3666,35 3-5054,22 327 2499,-12 177-3717,-9-329 525,-2-60-231,-1-20-879,16 118-1,-9-166 141,0 3-521,3-1 0,28 101 1,-34-150 1129,0 1 0,0-1 1,0 1-1,1-1 1,0-1-1,0 1 0,1 0 1,-1-1-1,1 0 0,6 5 1,-9-8 74,1-1 1,-1 0-1,0 0 1,0 0 0,1 0-1,-1 0 1,0 0-1,1-1 1,-1 1-1,1-1 1,-1 0 0,1 0-1,-1 0 1,1 0-1,-1 0 1,1 0 0,-1 0-1,1-1 1,3-1-1,40-16-242,-45 18 277,9-6-33,0-1 0,0 1 0,-1-2 0,0 1 0,0-1 0,10-12 0,43-59 323,-39 49 75,21-37 902,-36 52-775,2 0-1,-1 0 1,2 0-1,0 2 1,19-19 0,-25 27-336,1 1 1,1 0 0,-1 1 0,0-1 0,1 1 0,0 0 0,-1 1 0,1-1-1,0 1 1,0 1 0,1-1 0,-1 1 0,0 1 0,0-1 0,13 2-1,6 2 148,1 1 0,-2 1 0,29 10 0,-27-7-144,-1-1 0,33 3 0,-23-8-46,70-5 0,-91 2-102,4-1-50,0 0 0,-1-1 1,1-1-1,-1-1 0,0 0 1,0-2-1,-1 0 0,0 0 0,0-2 1,25-17-1,-24 13 22,-1-1-1,-1-1 1,0 0-1,-1-2 1,-1 0-1,-1 0 1,23-38-1,-16 18-42,-2-2 0,-1 0 1,15-57-1,20-124-645,-32 112-53,119-492-7310,-133 582 7410,2-1 0,0 2-1,0-1 1,2 1 0,0 0 0,1 1-1,1 0 1,0 0 0,1 2 0,18-17-1,-22 24 488,0-1 0,0 1-1,1 1 1,0 0 0,0 0 0,0 1-1,1 1 1,0-1 0,-1 2-1,2-1 1,-1 2 0,0-1-1,1 2 1,-1-1 0,1 2-1,-1-1 1,1 1 0,15 3-1,-22-2 359,0-1 0,0 1 0,0 1 0,0-1 1,0 1-1,-1-1 0,1 2 0,-1-1 0,1 0 0,-1 1 0,0 0 0,0 0 0,0 0 0,0 0 0,-1 0 0,1 1 0,-1 0 0,0 0 0,0 0 0,0 0 0,0 0 0,-1 1 0,0-1 0,0 1 0,0 0 0,2 8 0,-1 6 637,0 0-1,-1 1 0,-1 0 1,-1-1-1,-4 29 0,3-39-553,-28 229 4813,15-145-2818,-5 173 0,20-238-2053,1 0-1,1 0 1,1 0-1,2 0 1,1-1 0,1 0-1,1 0 1,1-1-1,16 29 1,-17-40-190,0-1-1,0 0 1,2 0 0,0-1 0,0 0 0,1-1-1,0 0 1,1-1 0,1-1 0,0 0-1,0-1 1,1 0 0,0-1 0,0-1-1,1 0 1,22 6 0,-25-9-11,-1-2 0,1 1 0,0-1 0,0-1 0,0 0 0,0-1 0,0-1 0,0 0 0,18-3 0,-24 2 0,0 0 0,0 0 0,-1-1 0,1 1 0,0-2 0,-1 1 0,0-1 0,0 0 0,0 0 0,0 0 0,0-1 0,-1 0 0,0 0 0,0-1 0,0 1 0,-1-1 0,0 0 0,4-7 0,-1-3 0,0 0 0,-1-1 0,-1 1 0,0-1 0,-1-1 0,-1 1 0,-1 0 0,0-1 0,-2 0 0,0 1 0,0-1 0,-5-22 0,-5-15 0,-2 0 0,-29-81 0,-17-13-276,-98-181 0,98 214-1400,12 13-1885,22 37-4813,46 75-7246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2.3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1665 10361,'29'13'5253,"-16"-6"-4305,0 0-305,0 1-1,0 0 1,-1 1 0,0 1-1,-1 0 1,18 19 0,54 76 1374,-62-74-1655,-1 0 1,-2 2-1,0 1 1,-3 0-1,19 58 0,-26-65-190,-2 1 0,0 0 0,-2 1 0,-1-1 0,-1 1 0,-1-1 0,-7 58 0,3-65 107,0 0 0,-2 0 0,0-1 0,-10 26 0,14-44-210,0 0 1,0 0-1,0 0 0,0 0 1,0-1-1,-1 1 1,1 0-1,0 0 1,-1-1-1,1 1 1,-1-1-1,0 0 1,1 1-1,-1-1 1,-2 1-1,3-1-55,1-1 0,-1 0-1,1 0 1,0 0 0,-1 0 0,1 0 0,0 0-1,-1 0 1,1 0 0,0 0 0,-1 0-1,1-1 1,0 1 0,-1 0 0,1 0-1,0 0 1,-1 0 0,1 0 0,0-1-1,-1 1 1,1 0 0,0 0 0,-1 0 0,1-1-1,0 1 1,0 0 0,0-1 0,-1 1-1,-3-18 276,4-17-107,1-1 0,3 1 0,0 0 0,12-42 0,48-141 14,-50 172-160,32-84-395,72-147 0,84-114-1373,74-166-522,-145 183 1434,-24 46 1918,-106 324-532,-3 10 12,-6 17-333,2 0-1,1 1 1,1-1 0,1 1 0,0 28 0,7 127 404,-3-171-618,9 109 176,6 0 0,5 0 0,62 196 0,-68-269-485,2-1-1,1 0 0,3-1 0,1-2 0,42 59 0,-45-74-56,0 0 1,2-2-1,1 0 1,1-2-1,1 0 1,1-2-1,0-1 1,2-1-1,29 15 1,-44-26 200,0-1 0,0 0 0,1-1 0,0-1 0,0 0 0,0 0 0,0-1 0,0-1-1,1-1 1,-1 1 0,0-2 0,16-2 0,-19 1 115,0 0 0,1-1 0,-1-1 1,0 1-1,-1-2 0,1 1 0,-1-1 0,1-1 0,-2 0 0,1 0 0,-1 0 0,0-1 0,0-1 0,0 1 0,9-14 0,5-8 609,-21 27-486,1 0 0,-1 0-1,0 0 1,1 0 0,-1 0 0,0-1 0,0 1-1,0 0 1,-1 0 0,1-1 0,-1 1 0,1-1 0,-1 1-1,0 0 1,0-1 0,0 1 0,0-1 0,0-2 0,-1-4 355,1 5 261,-2 4-638,0 0 1,0 0-1,-1 0 0,1 0 1,0 0-1,0 1 0,0-1 1,0 1-1,-1-1 0,1 1 1,0 0-1,0 0 0,0 0 1,0 0-1,1 0 0,-1 0 1,0 0-1,0 1 0,1-1 1,-1 1-1,1-1 0,-3 4 0,3-3-57,0 0 0,1 1 0,0-1-1,-1 0 1,1 0 0,0 1-1,0-1 1,0 0 0,0 0-1,1 1 1,-1-1 0,1 0-1,-1 0 1,1 0 0,0 0-1,0 1 1,0-1 0,0 0-1,0 0 1,0-1 0,0 1-1,1 0 1,2 3 0,5 5-115,0 0-1,1-1 1,0 0 0,0-1 0,1 0 0,0-1 0,1 0 0,-1 0-1,1-1 1,0-1 0,1 0 0,0-1 0,19 5 0,19 1-1059,0-2 0,59 1 0,-103-8 1027,98 4-3089,119-8 0,-160-2 2008,-1-3 0,-1-3 0,73-21 0,-105 22 904,-1-2 0,0 0-1,0-2 1,-2-1 0,0-1 0,38-30 0,-47 32 159,-1-1 1,0-1 0,-2-1 0,0 0 0,0-1 0,-2 0 0,0-1 0,-1-1-1,15-34 1,-22 40-621,-1 0 0,-1 0 0,0 0-1,1-22 1,0 10-2727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2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22 795 12777,'-19'-306'2088,"17"245"-567,2 0 1,11-83 0,-4 82 169,-7 49-1167,2-1 0,-1 0-1,2 0 1,0 1 0,0-1-1,1 1 1,1 0-1,0 0 1,8-12 0,-13 24-459,1 0 1,-1 0-1,1 0 0,0 0 1,-1 0-1,1 1 1,0-1-1,-1 0 1,1 0-1,0 1 0,0-1 1,0 0-1,0 1 1,-1-1-1,1 1 1,0-1-1,0 1 0,0 0 1,0-1-1,0 1 1,0 0-1,0 0 0,1 0 1,-1-1-1,1 1 1,1 1 85,1 0-1,-1 0 1,0 1 0,0-1 0,0 0 0,0 1 0,4 3-1,5 4 147,-1-1-1,0 1 1,-1 1-1,0 0 1,-1 1-1,0 0 1,-1 0 0,12 20-1,5 16 95,19 51-1,-39-87-389,58 151 13,-7 4 0,-8 2 0,29 187 0,44 535-22,-108-775 11,19 170-295,62 496 902,62-14-4308,-76-514-2027,-11-95-1437,22 4-6337,-91-162 13482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3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201 3913 11553,'-38'8'549,"-10"3"1566,-64 23-1,109-33-643,24-15 926,-2 6-2150,1 1 0,0 0 0,1 2 0,-1 0 0,25-1 0,-21 2-117,1280-201 1876,-204 34-1655,-483 72-251,2432-420-458,-1542 184 68,-1034 200 156,511-217-1,-335 42-1,-521 236 53,-3-5 0,210-175-1,-278 201-132,-2-2-1,-3-2 0,-3-3 0,-2-2 0,-3-1 0,-2-3 0,56-123 1,-77 141-8,-1 3-115,30-51 1,-41 82 251,0 1 0,1 0-1,0 0 1,1 1 0,0 0 0,1 1 0,21-15-1,4 2-90,1 2 0,1 2 0,1 1 0,49-15 0,176-43-527,-185 56 620,-20 5 124,-1-2-1,0-3 1,-2-3-1,95-52 1,-101 35 801,-45 36-764,-1-1 1,1 1 0,0 0-1,1 1 1,-1 0 0,1 0-1,0 0 1,0 1 0,0-1-1,0 2 1,10-3-1,2 2-17,0 2 0,1 0 0,0 1-1,-1 1 1,1 0 0,-1 2 0,0 0-1,0 2 1,36 12 0,-42-12 12,-1 0 0,0 1 0,0 1 0,0 0 0,-1 0 0,0 1 0,-1 1 0,1 0 0,-2 0 0,1 1 0,-1 0 0,-1 1 0,10 14-1,-7-5 71,-1 0 0,0 1-1,-2 0 1,0 1-1,-1 0 1,-2 0-1,5 29 1,2 50 805,1 153 0,-24 110 543,9-311-1328,-98 1787 2656,34-691-2308,24-501-944,8-140-612,-23 235-1068,37-502 1151,-1 38-447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4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47 122 10429,'1'-5'404,"0"0"1,-1 0-1,1 1 0,-1-1 0,-1 0 1,1 0-1,-1 0 0,1 0 0,-1 0 1,-1 0-1,1 0 0,-1 1 1,-2-6-1,4 8-172,-1 0-1,0-1 1,1 1 0,0 0 0,0-1 0,-1 1 0,1 0-1,1-1 1,-1 1 0,0-1 0,1 1 0,-1 0-1,2-4 1,0-7 4256,4 47-2485,21 63 1,0 0-300,26 162 52,29 421 1,-67 274-2036,-109 611 279,-19-308 0,71-705 0,41-518-282,4 52 1,-3-85 224,-1 1 1,1 0 0,1-1-1,-1 1 1,0-1 0,0 1 0,1 0-1,-1-1 1,1 1 0,-1-1-1,1 1 1,-1-1 0,1 1-1,0-1 1,0 0 0,0 1 0,0-1-1,0 0 1,0 0 0,0 1-1,0-1 1,1 0 0,1 1-1,-3-2 39,0 0 0,1 0-1,-1 0 1,1 0 0,-1 0-1,1 0 1,-1 0 0,1 0-1,-1-1 1,1 1 0,-1 0-1,1 0 1,-1 0 0,1-1-1,-1 1 1,0 0 0,1 0-1,-1-1 1,0 1 0,1 0-1,-1-1 1,1 1-1,-1 0 1,1-1 0,7-21-288,0-33 273,0-113 0,-7 106 352,12-89 1,-2 75-126,-7 37-85,13-50 1,-13 75-97,1 0 0,0 1 1,1-1-1,0 1 0,1 0 1,1 0-1,9-12 0,4-1-16,2 1 0,0 2 0,2 0 0,1 1 0,28-19 0,153-81-76,10 17-563,275-95-1,250-37-1470,1126-272-1231,-99 30 1796,-874 182 1069,-848 279 470,903-378 74,-108-32 927,230-104 658,-302 206-714,535-238 1575,-879 391-2646,-133 59-2156,-255 98 772,0-1-1,-1-1 1,-1-3 0,46-33-1,-81 53 1365,-1 1-1,1-1 0,0 1 0,-1-1 1,1 1-1,-1-1 0,1 1 0,0-1 1,-1 0-1,0 1 0,1-1 0,-1 0 1,1 1-1,-1-1 0,0 0 0,1 0 1,-1 1-1,0-3 0,-7-6-2912,2 4 1395,-10-10-6079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4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1 10961,'3'45'1940,"-3"3"-156,-6 6-292,-4-3-143,-4 4-305,1 5-260,-7 9-168,-4 7-276,-3 5-780,-3 4-856,-13 5-1021,-4 6-2447,7-8-3745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5.5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111 782 9309,'-54'38'3913,"-2"2"13412,72-47-16575,0 1 0,22-6-1,7-3-778,313-117 29,221-88 0,-549 207 14,414-179-1324,-154 51-4673,-189 82 1416,-41 12-4004,-41 32-795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6.0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0 444 10565,'1'-3'230,"0"1"0,-1 0 0,1 0 1,0-1-1,1 1 0,-1 0 0,0 0 0,0 0 0,1 0 0,0 1 0,-1-1 1,1 0-1,0 1 0,0-1 0,-1 1 0,5-3 0,-5 4-99,-1-1-1,1 0 0,-1 1 1,1-1-1,-1 1 0,1-1 1,-1 0-1,1 1 1,-1-1-1,1 0 0,-1 0 1,0 1-1,0-1 0,1 0 1,-1 0-1,0 0 0,0 1 1,0-1-1,0 0 1,0 0-1,0-1 0,0-1 299,3-5-3,0-1 0,1 1 1,0 0-1,0 0 1,1 1-1,0-1 1,0 1-1,7-6 0,53-54 1081,-51 54-1248,29-26 480,-26 25-301,-1-1 0,0 0 0,-1-1 0,-1-1-1,20-30 1,-25 20 94,-7 18-459,-1 6 68,-2 0-12,-3-7 149,-1-4-970,5 14 678,0 0-1,1-1 1,-1 1 0,0 0 0,0 0 0,1-1 0,-1 1-1,0 0 1,1 0 0,-1 0 0,0-1 0,1 1 0,-1 0 0,0 0-1,1 0 1,-1 0 0,1 0 0,-1 0 0,0 0 0,1 0 0,-1 0-1,0 0 1,1 0 0,-1 0 0,1 0 0,-1 0 0,0 0 0,1 0-1,-1 0 1,0 0 0,1 0 0,-1 1 0,0-1 0,1 0-1,-1 0 1,0 0 0,1 1 0,-1-1 0,0 1 0,51 19-244,22 8-24,-68-26 71,0-1 1,0 1-1,0 0 1,0 1-1,-1-1 1,1 1-1,-1 0 0,0 0 1,0 0-1,0 0 1,0 1-1,4 5 1,-6-8 143,0 0 0,-1 0 0,1 0 0,0 0 0,-1-1 0,1 1-1,0 0 1,0-1 0,-1 0 0,1 1 0,0-1 0,0 0 0,0 0 0,3 0 0,6 1-416,-4-1 422,0 0 0,0 1-1,0 0 1,0 1 0,0-1 0,-1 1 0,1 1-1,-1-1 1,1 1 0,-1 0 0,0 1 0,0-1 0,0 1-1,0 0 1,-1 1 0,0 0 0,7 7 0,-3-1 14,-1 1 1,0 1-1,-1-1 1,0 1 0,-1 0-1,0 1 1,-2-1 0,1 1-1,-2 0 1,1 1 0,-2-1-1,0 0 1,-1 1 0,-1 25-1,-4 11-826,2-34-139,1 1 0,0 0 1,2 18-1,1 32-6084,3-49 2021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06.1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43 5416,'10'21'1345,"-30"-27"-189,6 0 1196,1-3-2208,-1 3-344,8-12-2244,-4 0 200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19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0 4952,'0'0'39,"0"1"0,0-1-1,1 0 1,-1 0 0,0 0-1,0 0 1,0 0 0,0 0-1,0 0 1,0 0-1,0 1 1,0-1 0,0 0-1,0 0 1,0 0 0,0 0-1,0 0 1,0 0 0,0 0-1,0 1 1,0-1-1,0 0 1,0 0 0,0 0-1,0 0 1,0 0 0,0 0-1,0 0 1,0 1 0,0-1-1,0 0 1,0 0-1,0 0 1,0 0 0,0 0-1,0 0 1,0 0 0,0 0-1,-1 1 1,1-1 0,0 0-1,0 0 1,0 0-1,0 0 1,0 0 0,0 0-1,0 0 1,0 0 0,-1 0-1,7 5 1570,-14 3-241,-51 29 6234,22-14-4608,36-22-2011,-19 2-256,20-3-715,-9 2 189,0 0 0,0 0 0,1 1 0,-1-1 0,1 2 0,0 0 0,-11 5 0,17-7-204,-7 11-549,2-4 5843,6-11-5248,1 1 0,0-1 0,0 1-1,0-1 1,0 1 0,0 0 0,0-1-1,0 1 1,1-1 0,-1 1 0,0 0 0,1-1-1,0 1 1,-1 0 0,1-1 0,-1 1-1,1 0 1,0 0 0,0 0 0,0 0 0,0 0-1,0 0 1,0 0 0,0 0 0,0 0-1,0 0 1,0 0 0,1 0 0,-1 1 0,0-1-1,0 1 1,1-1 0,-1 1 0,1-1-1,-1 1 1,0 0 0,1 0 0,-1-1 0,1 1-1,1 0 1,-1 0 727,-1-1-847,0 0 0,0 1 0,0-1 0,0 0 0,0 1 0,0-1 0,1 1 0,-1-1 0,0 1 0,0 0 0,0-1 0,0 1 0,1 0 0,-1 0 0,0 0 0,0 0 0,1 0 0,-1 0 0,2 1 0,-3 0-137,0 1 1,0-1 0,0 1-1,-1-1 1,1 1-1,0-1 1,-1 1-1,1-1 1,-1 1 0,1-1-1,-1 1 1,0-1-1,1 1 1,-1-1 0,0 0-1,-2 2 1,0 1-258,1-1 1,-1 0-1,0 0 1,0-1-1,0 1 1,-1-1-1,1 1 1,0-1 0,-7 3-1,-4 3-1160,-20 15-3842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0.4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0 938 11945,'1'-5'287,"-1"-1"0,1 1 1,0 0-1,0 0 0,0 0 0,1 0 0,0 0 0,0 0 1,0 1-1,1-1 0,-1 1 0,1-1 0,0 1 0,0 0 0,1 0 1,-1 0-1,1 1 0,0-1 0,0 1 0,0 0 0,0 0 1,9-5-1,60-31 460,2 2 0,1 4 1,2 4-1,108-27 0,701-147-74,1067-101-6962,-1683 271 4720,374-42-4971,-368 50 963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0.8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7 8209,'2'-1'155,"0"0"0,1 0 1,-1 1-1,0-1 0,1 0 1,-1 1-1,1-1 0,-1 1 0,0 0 1,1 0-1,-1 0 0,1 0 1,-1 0-1,1 1 0,-1-1 1,0 1-1,1-1 0,-1 1 0,0 0 1,0 0-1,1 0 0,-1 0 1,0 0-1,0 1 0,0-1 0,3 4 1,9 5 360,-1 1 0,0 1 0,-1 0-1,0 1 1,-1 0 0,-1 1 0,0 0 0,15 30 0,28 55 1226,70 188 0,-105-234-1544,-3 1-1,-2 0 1,-2 1 0,-3 0-1,3 91 1,-13-84-317,-2 0 0,-3 0 1,-3 0-1,-2-1 0,-3-1 1,-2 0-1,-3-1 0,-3-1 1,-2-1-1,-3-2 0,-2 0 1,-2-2-1,-67 83 0,77-111-634,0-2 0,-2 0 0,-1-1-1,-40 27 1,32-28-2452,-58 26 0,22-14-3688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0.9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242 151 12445,'-17'-6'1616,"10"-9"-216,4 0-187,-14 0-245,0 0-200,-3 3-344,0 0-612,-10 0-928,-10-12-789,0 9-2643,9 6-3545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4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456 586 7857,'14'-3'626,"0"0"0,-1-1 1,1-1-1,-1-1 1,0 1-1,0-2 0,0 0 1,-1-1-1,0 0 0,-1 0 1,0-1-1,17-18 0,-21 20 22,1-1-1,-1 0 1,-1-1-1,1 0 1,-1 0-1,8-19 1,-13 26-525,-1-1-1,1 0 1,-1 0 0,0 1-1,0-1 1,-1 0 0,1 0-1,0 1 1,-1-1 0,0 0 0,0 1-1,-2-6 1,0-2 281,1 1 67,-1-1 1,0 2-1,-1-1 1,0 0-1,0 1 1,-1 0-1,0 0 1,-11-13-1,2 1 346,-31-57 2235,35 59-2627,1 1 0,-2 0-1,0 0 1,-24-26 0,30 37-425,-21-27 0,16 20 0,10 13 0,-1 0 0,1-1 0,0 1 0,0-1 0,-1 1 0,1-1 0,0 1 0,-1 0 0,1-1 0,0 1 0,-1 0 0,1-1 0,0 1 0,-1 0 0,1 0 0,-1-1 0,1 1 0,-1 0 0,1 0 0,-1 0 0,1 0 0,-1-1 0,1 1 0,0 0 0,-1 0 0,1 0 0,-1 0 0,1 0 0,-1 0 0,1 0 0,-1 0 0,1 1 0,-1-1 0,1 0 0,-1 0 0,1 0 0,-1 0 0,1 1 0,-1-1 0,-2 8 0,-3 3 0,1 0 0,0 1 0,1 0 0,0 0 0,1 0 0,-3 18 0,-4 16 0,-161 760 0,127-334 0,18-152 0,-78 641 0,54-567 0,46-323-580,10-27-3666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4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44 260 13229,'-10'-11'452,"5"5"-168,0 0 1,1 0 0,-1-1 0,-4-10 0,8 15-176,0 0 0,0 0 0,0 0 1,1-1-1,-1 1 0,1 0 0,0 0 0,0-1 1,0 1-1,0 0 0,0-1 0,0 1 0,0 0 1,1-1-1,-1 1 0,1 0 0,0 0 1,-1-1-1,3-3 0,2 0 121,-1-1-1,1 1 1,0-1 0,1 2 0,0-1-1,0 0 1,0 1 0,0 0 0,1 1-1,0 0 1,0 0 0,0 0-1,13-5 1,9-1 350,0 1 0,44-8 0,22 1 409,133-5 0,108 15-161,-271 6-696,1123 14 1035,2 26-711,-1086-36-422,1166 37-1261,-428-19-5324,-799-22 5610,-17 0-843,0 1 1,0 1-1,29 6 1,-16 8-6220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5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327 861 12505,'0'17'326,"-1"12"1234,0 1-1,-2-1 1,-13 55-1,-71 168 6260,30-96-5698,20-51-1271,-29 91 126,53-148-809,-22 90 187,31-119-365,2 0 0,0 0 0,1 0 0,1 0 1,2 24-1,-1-37-28,0 0-1,0-1 1,0 1 0,1 0 0,0-1-1,0 1 1,0-1 0,1 0 0,0 0-1,0 0 1,0 0 0,1 0 0,-1-1 0,1 1-1,0-1 1,8 7 0,-6-7-60,1-1 0,-1 1 0,1-1 0,-1 0-1,1 0 1,0-1 0,0 0 0,1 0 0,-1-1 0,0 0 0,0 0 0,14-1 0,1-1-175,0-1 1,0-2-1,0 0 1,0-1-1,-1-1 1,0-1-1,0-1 1,0-1-1,-1-1 0,-1 0 1,0-2-1,0 0 1,31-27-1,-32 23 83,-1 0 0,0-1 0,-1-1 0,-1 0 0,-1-1 0,0-1 0,-2 0 0,0-1 0,-1 0 0,-1-1 0,-1 0 0,11-42 0,-16 39 117,0 1 1,-2-1 0,-1 1-1,0-1 1,-2 0 0,-1 1-1,-1-1 1,-1 1 0,-1 0-1,-1 0 1,-1 0 0,-1 1-1,-2 0 1,0 0 0,-1 1-1,-1 1 1,-1 0 0,-1 1-1,-1 0 1,0 1 0,-2 0-1,0 2 1,-26-21 0,-9-1 199,-2 2 0,-101-50 0,19 11 467,134 75-573,-5-3 36,1 1-1,0-1 0,0 0 1,0-1-1,0 1 1,1-1-1,0 0 0,-8-10 1,13 14-49,-1 0 0,1-1 0,-1 1 0,1 0 0,-1-1 0,1 1 0,0-1 0,-1 1 0,1 0 0,0-1 0,0 1 0,0-1 0,0 1 0,0-1 0,1 1 0,-1 0 0,0-1 0,1 1 0,-1-1 0,1 1 0,-1 0 0,1 0 0,0-1 0,-1 1 0,1 0 0,0 0 0,0 0 0,0 0 0,0 0 1,1-2-1,3-1 7,0-1 0,0 1 0,1 0 1,9-6-1,8 0 32,0 0 0,0 1 0,0 2-1,38-8 1,0 0-71,463-148-187,-14-48 90,-134 2 165,-45 22 531,-320 182-498,-1 0 0,1 0-1,0 1 1,18-5 0,-26 9-28,0-1 1,0 1-1,0-1 1,0 1 0,0 0-1,0 0 1,0 1-1,0-1 1,0 1-1,0-1 1,-1 1 0,1 0-1,0 0 1,0 0-1,-1 0 1,1 0 0,0 1-1,-1 0 1,0-1-1,1 1 1,-1 0-1,0 0 1,3 3 0,0 2 93,-1 1 0,0 0 0,-1 0 0,0 0 0,0 0 0,0 1 0,-1-1 0,0 1 0,-1 0 0,0-1 0,0 15 0,-1-23-139,2 51 591,-2-1-1,-2 0 0,-15 90 1,-2-45 137,-33 96 0,-195 415 621,150-387-1873,-64 235-4463,150-417 3554,-7 45-1,16-70 593,0 1 0,1 0-1,0 0 1,1 0-1,1 0 1,0 0 0,4 16-1,5-6-4552,2-2-3130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5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0 237 8653,'13'-22'386,"-3"3"251,0 2-1,2-1 0,0 2 0,0-1 1,2 2-1,0-1 0,26-21 0,-28 29-133,0 1 1,0 0-1,1 1 0,0 1 0,0-1 0,0 2 0,0 0 0,24-3 0,-23 4-313,0 2 0,1 0 0,-1 1 0,1 0 0,-1 1 0,0 1 0,1 0 0,-1 1-1,0 1 1,0 0 0,0 1 0,-1 0 0,19 11 0,-27-13-148,0 0 0,0 0 0,0 1 0,0 0 0,-1 0 1,0 0-1,0 1 0,0-1 0,0 1 0,-1 0 0,0 0 0,0 0 0,0 1 0,-1-1 1,1 0-1,-1 1 0,1 6 0,-2-5-14,0 1 0,0 0 0,-1-1 0,1 1 0,-2 0 0,1-1 0,-1 1 0,-1-1 0,1 1 0,-1-1 1,-1 1-1,1-1 0,-5 8 0,-4 7 29,-2 0 0,-1-1-1,0 0 1,-1-1 0,-29 28 0,-101 84 129,97-91-205,15-13 13,-56 54 29,88-81-24,-1 0-1,1 1 1,-1-1-1,1 1 0,0 0 1,0-1-1,-1 1 1,1 0-1,0 0 1,1-1-1,-1 1 1,0 0-1,0 0 1,1 0-1,0 0 1,-1 0-1,1 0 1,0 3-1,0-4 1,0 1 1,1-1-1,-1 0 0,1 0 1,0 0-1,-1 0 0,1 0 1,0 0-1,0-1 0,-1 1 0,1 0 1,0 0-1,0 0 0,0-1 1,0 1-1,0 0 0,0-1 1,0 1-1,0-1 0,0 1 1,0-1-1,2 1 0,6 1 0,0-1 0,1 1 0,-1-1 0,0-1 0,19-1 0,-2-2 6,1-2 0,-1 0 0,0-2 0,30-11 0,97-48 10,-130 55-10,273-137 2118,-293 147-2084,0 0 1,0 0-1,0 0 1,0 0-1,0 1 0,0 0 1,0-1-1,0 1 1,0 0-1,0 1 0,0-1 1,4 1-1,4 0 106,-11-1-143,0 0-1,0 0 0,0 0 1,1 0-1,-1 0 1,0 0-1,0 0 0,0 0 1,0 0-1,0 0 0,1 0 1,-1 0-1,0 0 1,0 0-1,0 0 0,0 0 1,0 0-1,0 1 0,1-1 1,-1 0-1,0 0 0,0 0 1,0 0-1,0 0 1,0 0-1,0 0 0,0 0 1,0 0-1,1 1 0,-1-1 1,0 0-1,0 0 1,0 0-1,0 0 0,0 0 1,0 0-1,0 1 0,0-1 1,0 0-1,0 0 0,0 0 1,0 0-1,0 0 1,0 1-1,0-1 0,0 0 1,0 0-1,0 0 0,0 0 1,0 0-1,0 0 1,0 1-1,0-1 0,-1 0 1,1 0-1,0 12-406,-1 0 1,0 0-1,-1 0 0,-1 0 1,0 0-1,0 0 0,-1-1 0,-1 0 1,-6 13-1,-4 17-3640,10-20-2352,1-4-1973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5.8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4444,'5'-3'210,"0"2"-1,1-1 0,-1 1 0,1-1 0,0 1 0,-1 1 0,1-1 0,0 1 1,-1 0-1,1 1 0,0-1 0,9 3 0,10 3 350,36 13 1,-45-14-430,256 68 624,-209-58-21,-58-14-574,0 1 1,0-1-1,0 1 1,-1 0-1,1 0 1,0 1-1,-1 0 1,0-1-1,0 1 1,0 1-1,0-1 1,0 0-1,-1 1 1,1 0-1,-1 0 1,0 0-1,0 0 0,0 1 1,-1-1-1,0 1 1,0-1-1,0 1 1,0 0-1,-1 0 1,1 0-1,-1 0 1,-1 0-1,1 0 1,-1 8-1,0 9 423,-1-1 1,0 0-1,-2 0 0,-1 0 0,-10 34 0,-1-8 258,-2-1-1,-43 83 1,-63 77 551,-17 35-492,132-225-865,1 0-1,0 0 0,1 1 0,1 0 1,-3 20-1,7-33-119,0 1 0,0-1-1,1 0 1,0 1 0,0-1 0,0 1 0,0-1 0,1 1-1,0-1 1,0 0 0,0 1 0,0-1 0,1 0 0,-1 0-1,1 0 1,0 0 0,0 0 0,1 0 0,-1 0 0,1-1-1,0 1 1,0-1 0,0 0 0,0 0 0,7 5 0,-1-3-285,0-1 0,0 0 0,1 0 0,-1-1 0,1 0 0,0 0 0,0-1 0,0-1 0,11 1 0,17-1-2112,41-4-1,-50 1 516,61-3-5348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6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793 1 13125,'-4'3'168,"-10"13"826,-1 0 0,2 1-1,0 1 1,2 0 0,0 1 0,-10 20-1,-94 331 7550,79-237-6823,-73 281 606,-41 140-2397,-10-12-1838,68-177-4911,84-329 4186,0 1-1,3 0 1,-2 46 0,11-3-7883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7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811 361 8753,'0'-78'1980,"0"74"-1804,1 0 0,0-1 0,0 1 1,0 0-1,0-1 0,1 1 0,0 0 0,0 0 0,0 0 1,0 1-1,0-1 0,1 0 0,0 1 0,0-1 0,0 1 1,0 0-1,0 0 0,1 0 0,3-2 0,3-1 178,1 0 0,-1 1 1,1 1-1,0-1 0,17-3 0,59-11 481,1 5 0,129-6 0,-193 19-747,973-26 1151,-932 26-1190,658 5 212,683-18 52,-1294 8-340,154-28 0,-263 33 25,0 1 0,0-1 0,-1 0 0,1 0 0,0 0 0,-1 0 0,1 0 0,-1-1 0,1 1 0,-1-1 1,0 1-1,1-1 0,2-3 0,-1 1 7,-22-3-46,12 5 33,0 0 1,0 1-1,0-1 0,0 2 0,0-1 1,0 1-1,0 0 0,-1 0 0,1 0 0,0 1 1,0 0-1,0 0 0,-11 4 0,9-1 19,0 0-1,0 0 1,0 1-1,1-1 1,0 2 0,0-1-1,0 1 1,-10 11-1,0 4 92,1 1 0,1 0 0,1 1-1,1 0 1,-15 38 0,-190 561 1296,175-487-1213,-238 899 757,148-509-748,118-469-161,-252 884-491,246-877 191,-2-1 0,-3-1 0,-61 103-1,81-153 165,-1-1 0,-1-1 1,0 1-1,0-1 0,-1 0 0,0-1 0,0 0 0,-1-1 0,0 1 0,0-2 0,-1 0 0,0 0 0,0-1 0,0 0 0,0-1 0,-1 0 0,0-1 0,0 0 0,0-1 0,0 0 0,0-1 0,-17-1 0,-41-2-350,1-4 0,-131-28 0,98 15 261,-248-35-5,-3 15 0,-462 9 1,786 30 110,-657 14-2099,235 10-4230,269-9 53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7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35 10721,'0'0'4551,"4"-2"-2389,5-3-1601,1 1 0,-1 0 0,1 0 0,0 1 0,0 0 0,1 1 0,17-2-1,84 0 707,-74 4-811,702 21 2125,-494-10-2405,413 22-917,409 12-2399,-533-36-1210,-180-5-3087,-172-2-312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8.3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18 462 9921,'-4'-21'831,"-8"-57"4584,11 70-4836,0 0-1,1 0 1,1-1-1,-1 1 1,1 0-1,0 0 1,4-11-1,0 4 137,-1 0-204,2-1 0,-1 1 1,2-1-1,0 2 0,1-1 0,0 1 1,1 0-1,1 1 0,16-19 0,-2 6-11,-20 20-443,1 0 0,0 0 1,1 0-1,0 0 0,-1 1 1,2 0-1,-1 0 0,1 1 0,-1 0 1,1 0-1,0 0 0,1 1 1,-1 0-1,0 1 0,14-4 1,22 2 0,-1 2 1,79 5-1,90 24-207,-159-20 68,904 137-688,-854-128 633,-30-4-1531,116 5-1,-187-17 1375,0-1 0,0 1 0,0-1 0,0 1 1,0-1-1,0 1 0,0-1 0,0 0 0,0 1 0,0-1 0,-1 0 0,1 0 0,0 0 0,0 0 0,-1 0 0,1 0 0,-1 0 1,1 0-1,-1 0 0,1 0 0,-1 0 0,1-1 0,-18-16-5120,-17-5-3197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8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933 1 11101,'-5'6'779,"1"0"0,0 0 0,1 1 1,0 0-1,0-1 0,0 1 0,1 0 0,0 0 0,1 1 0,-1-1 1,1 0-1,1 1 0,-1 8 0,3 7 539,0 0 1,12 43-1,-2-5 31,-4-8-656,-3-1-1,-2 1 0,-3 1 1,-1-1-1,-14 78 1,5-76-550,-2-2 1,-3 1 0,-2-2-1,-3 0 1,-1-1 0,-3-1 0,-2-1-1,-58 81 1,41-76-454,-95 94 0,-65 32-1764,-45 46-3903,236-214 4978,0 0 0,-14 22 0,24-31 499,0 1 1,0-1 0,0 0-1,0 1 1,1-1 0,0 1 0,-1-1-1,1 1 1,0-1 0,1 1 0,-1 0-1,1 0 1,0-1 0,0 1 0,0 0-1,1 7 1,0-7-700,0-1 0,1 0-1,0 1 1,-1-1 0,1 0 0,0 0-1,3 3 1,-5-6 1172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8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550 1 10877,'-38'61'3683,"3"2"0,-50 126 0,-108 423 2183,60-199-8518,86-222-1286,30-64-4583,16-65-1176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9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1136 1 11437,'26'8'2669,"44"19"-1,-60-22-2355,0 1 0,0 0-1,-1 0 1,0 1 0,0 0-1,15 16 1,3 9-2,-1 0 0,-2 2 0,-1 1 0,-2 1 0,-1 0-1,-2 2 1,-1 0 0,-3 1 0,-1 0 0,-1 1 0,-3 1 0,5 43 0,-10-48-239,-1 0 1,-2 0 0,-2 0-1,-1-1 1,-2 1 0,-1 0 0,-2-1-1,-1 0 1,-2-1 0,-2 0-1,-1 0 1,-1-1 0,-2-1-1,-25 39 1,6-24 4,-2 0 1,-2-3-1,-1-1 0,-92 74 1,-209 124 61,214-156-283,68-46-7,-194 139-1070,191-129-953,-105 104 1,151-137 1023,1 1 0,1 1-1,0 0 1,2 1 0,0 0 0,-12 27 0,-3 37-6573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9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25 10349,'-13'-25'5956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29.5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774 8 12605,'-14'-7'1342,"7"11"-101,6 28 853,2 0-942,-34 412 6098,18-259-5870,-71 543 1597,46-510-2595,-88 277-1,36-213-961,-173 621-3830,259-879 4191,-29 131-3279,-15 160 1,48-278 500,1 44 0,12 21-6625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0.0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1085 71 11037,'5'-6'239,"0"0"0,0 1 0,0 0 0,1 0 0,0 0 0,0 0 0,0 1 0,1 0 0,-1 0 0,1 1 0,0 0 0,0 0 0,0 1 0,0 0-1,1 0 1,-1 0 0,13 0 0,10 0 143,-1 1-1,0 2 1,39 6-1,286 53 929,-225-34-1089,581 100 204,583 32-204,-316-102-210,-801-58-33,-1-8 0,-1-7 0,267-61 0,-344 51 35,96-42 0,84-50-135,-266 114 118,46-18 100,-57 23-96,0 0 1,0 0-1,0 0 1,0 0-1,0 0 1,0 1-1,-1-1 1,1 0-1,0 0 1,0 0-1,0 0 1,0 0-1,0 0 1,0 0-1,0 0 1,0 0-1,0 1 1,0-1-1,0 0 1,0 0-1,0 0 1,0 0-1,0 0 1,0 0-1,0 0 0,0 0 1,0 1-1,0-1 1,0 0-1,0 0 1,0 0-1,0 0 1,0 0-1,0 0 1,0 0-1,0 0 1,1 0-1,-1 1 1,0-1-1,0 0 1,0 0-1,0 0 1,0 0-1,0 0 1,0 0-1,0 0 1,0 0-1,0 0 1,0 0-1,1 0 1,-1 0-1,0 0 1,0 0-1,0 0 1,0 0-1,0 0 1,0 0-1,0 0 1,0 0-1,1 0 1,-1 0-1,0 0 1,0 0-1,0 0 1,0 0-1,0 0 1,0 0-1,-1 17 66,-1 1 0,-1-1 0,-1 0 0,-1-1-1,0 1 1,-14 31 0,8-21 42,-352 981 2204,222-618-1864,-223 429-1,187-467-306,-286 617-60,300-548-618,-58 135-1198,209-529 1626,-1-1 0,-1 1 0,-31 40 0,39-60 84,0 1 0,0-2-1,-1 1 1,0 0 0,-1-1 0,1-1 0,-1 1 0,0-1 0,0 0 0,-1-1 0,1 0 0,-1-1 0,0 1 0,0-2 0,-15 4 0,7-5 31,0 0 0,0-1 0,1-1 0,-1 0 0,0-1-1,-31-9 1,-103-39 193,94 29-110,-1010-294 1558,778 254-1315,-521-41 1,-130 96-2879,321 52-6944,432-25 1987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1.1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0 525 13149,'46'-30'1563,"-20"12"-123,-1 2 1,2 0-1,0 2 1,33-12 0,56-9 979,167-27 0,129 4-1183,-342 49-976,698-64 746,2 29-2044,-396 31-432,89-5-1755,-160-8-1801,-280 24 3645,-1-2 0,41-10 0,-47 4-863,-16 10 2057,0-1 1,0 0-1,0 1 1,0-1-1,0 0 1,-1 0-1,1 1 0,0-1 1,0 0-1,-1 1 1,1-1-1,0 0 1,-1 1-1,1-1 1,0 1-1,-1-1 1,1 0-1,-1 1 0,1-1 1,-2 0-1,-16-21-5055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1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691 634 7349,'-31'-28'416,"22"21"-214,0-1 0,0 0 0,1-1 1,0 0-1,0 0 0,1-1 0,1 0 0,-1 0 0,2 0 0,-9-21 0,-34-105 2877,-16-42 1225,50 143-2981,-2 1-1,-37-59 1,52 93-1259,1-1 1,0 1 0,0-1 0,-1 1 0,1-1 0,0 1-1,-1-1 1,1 1 0,0-1 0,-1 1 0,1 0 0,-1-1 0,1 1-1,-1-1 1,1 1 0,-1 0 0,1 0 0,-1-1 0,1 1-1,-1 0 1,1 0 0,-1 0 0,1 0 0,-1 0 0,0-1-1,1 1 1,-1 0 0,1 0 0,-1 0 0,1 0 0,-2 1-1,1-1 4,0 1-1,0 0 0,0 0 0,0 0 0,1 0 0,-1-1 0,0 1 0,0 0 1,1 0-1,-1 1 0,0-1 0,1 0 0,-2 2 0,0 4 106,0 0 1,0 0-1,0 1 0,-1 10 1,2 2 83,2-1 0,0 0-1,1 0 1,5 23 0,24 79 505,-12-54-422,6 28 23,48 208 495,-59-232-723,-4 1 1,2 94-1,-12-100-392,-3 0 1,-3 0 0,-16 75 0,11-96-199,-1 0 1,-3-1 0,-1 0-1,-2-2 1,-31 53 0,24-55-605,-1-2 0,-2 0 0,-56 57 1,49-61-3139,-64 48 0,19-26-5672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1.4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34 14169,'0'0'5045,"-10"-15"-3209,0 0 2324,-10 12-4700,0 3-400,3 6-748,1 3-648,-1 9-3525,3-3-5000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2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0 295 7557,'2'-8'266,"1"1"1,0 0 0,0 0 0,1 0-1,0 0 1,0 1 0,0-1 0,1 1-1,0 0 1,0 0 0,1 1 0,-1-1-1,9-5 1,238-174 4563,-249 183-4749,0 1 0,-1-1 0,1 1 1,0-1-1,0 1 0,-1 0 0,1 0 1,0 0-1,0 1 0,0-1 0,0 1 1,1-1-1,-1 1 0,5 0 0,-4 1 31,1 1 0,-1-1 0,0 1 0,0-1 0,0 1 0,-1 0 0,1 1 0,0-1 0,-1 1-1,4 3 1,11 11 249,-2 1-1,0 0 1,-1 2-1,-1 0 0,-1 0 1,17 36-1,-17-32-114,32 63 230,-4 3 1,-4 1 0,30 111 0,48 293-194,-101-415-1262,-4 1 1,0 125 0,-19 39-6403,9-200 3282,5-7-2031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3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0 347 6433,'14'-33'1544,"-8"12"-176,4-3-64,4 6-428,9-12-184,11 12-132,12 0-112,11-3-116,14-1-132,16-2-420,13 3-396,18 0-268,5-6-564,18 0-1704,20 6-1301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3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0 4088,'-61'55'996,"41"-37"-175,10-6-193,10 3 32,4 3-228,9 3-124,14 6-248,6-9-356,-16-12-588,23 0-1113,24 6 165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33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 5601,'-34'39'1556,"27"-21"-132,-9-3 72,2 0 616,-2-3-1260,2 0 1260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2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131 981 13621,'-3'1'265,"0"-1"-1,1 0 0,-1 1 0,0-1 1,1 1-1,-1 0 0,0 0 0,1 0 1,-1 0-1,1 0 0,0 1 0,-1-1 1,1 1-1,0 0 0,0-1 1,0 1-1,0 0 0,0 0 0,0 0 1,1 0-1,-1 1 0,1-1 0,-1 0 1,1 1-1,0-1 0,0 1 1,0-1-1,0 1 0,0 3 0,-6 19 707,1 0-1,2 0 1,0 1-1,2 0 0,0-1 1,3 35-1,-1 17 131,-18 322 1571,-8 598-2020,23-725-1357,5-257 1,7-33-123,17-83-1035,20-159 0,-18 86 1091,49-258-395,67-353 135,46 14 3036,-189 767-1977,68-201 1188,-58 179-892,2 1 0,0 0 0,1 1 0,2 0 0,25-30 0,-35 46-145,1 1 1,0 0-1,0 0 1,1 1-1,0 0 1,0 0-1,0 1 1,1 0-1,-1 0 1,12-3-1,-15 6-98,0 1-1,1 0 1,-1 0 0,1 0-1,-1 1 1,1 0 0,-1 0-1,1 0 1,-1 0-1,1 1 1,-1 0 0,0 0-1,1 1 1,-1 0 0,0 0-1,0 0 1,0 0 0,0 1-1,5 3 1,3 3-63,0 1 0,-1 0 0,-1 1 0,0 1-1,0-1 1,-1 1 0,0 1 0,11 20 0,-1 4-22,-1 0-1,14 42 1,-6-1 4,-4 0 0,-3 2 0,-4 0 0,10 129 0,-14 333 0,-13-481 0,-7 267 7,2 203-284,8-471-178,15 265-5553,12-114-4921,-4-108-1192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2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226 929 14261,'-139'-70'2237,"131"65"-1745,-1 0 0,1-1 1,-1 1-1,1-2 1,1 1-1,0-1 1,-11-12-1,17 17-410,0 1 1,-1 0-1,1-1 1,0 0-1,0 1 1,0-1-1,1 0 1,-1 1-1,0-1 1,1 0-1,-1 0 1,1 0-1,-1 1 1,1-1-1,0 0 1,0 0-1,0 0 0,0 0 1,0 0-1,0 0 1,1 1-1,-1-1 1,0 0-1,1 0 1,0 0-1,-1 0 1,1 1-1,0-1 1,0 0-1,0 1 1,0-1-1,0 1 1,0-1-1,3-1 0,5-5 23,0 1-1,0 1 0,1 0 0,0 0 0,0 1 0,0 0 0,21-6 0,87-18-169,-111 27 56,636-90-2262,-362 59 940,556-112-3057,-568 80 3925,275-106-1,-452 137 1308,201-72 3466,-291 105-4124,0 0-1,0 0 1,0 1-1,1-1 1,-1 1-1,0-1 1,1 1-1,-1 0 1,0 0-1,0 0 0,1 0 1,-1 0-1,0 0 1,1 1-1,-1-1 1,0 1-1,0 0 1,3 1-1,-3-1-61,-1 0-1,0 0 0,0 0 0,0 0 1,0 0-1,0 1 0,0-1 0,0 0 0,-1 1 1,1-1-1,0 1 0,-1-1 0,1 1 1,-1-1-1,0 1 0,1-1 0,-1 1 1,0 0-1,0 2 0,-1 8 290,0 0 0,0 0-1,-2-1 1,1 1 0,-6 13-1,4-14-223,-32 106 1976,-25 98-583,32-75-1600,-13 174 0,33-85-1928,23 0-3564,2-139 874,4-34-1523,11 6-5290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2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0 371 11425,'118'-166'1988,"-65"124"-248,4 0-259,7 9-213,3 3-264,13 6-224,11-1-172,9 16-108,1 9-248,6 12-408,-7 13-348,-3 26-540,-6 24-496,-21 22-401,-13 26-2691,-27 22-3613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2.8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0 811 20018,'14'-18'2704,"22"-15"-376,15 3-516,19-1-399,30-8-237,28-6-288,26-9-616,23-3-420,21-7-760,6 1-488,7-3-517,4-7-939,-18-8-772,1 5-2253,6-5-5032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3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4 164 15317,'-4'-40'2569,"31"19"-549,17-3-244,16 0-204,14 6-304,26 3-268,44 0-228,47 9-220,40 9-412,34 6-696,13 6-236,3 6-460,-6 3-384,-17 0-412,-24 3-236,-30-3-3217,-39 4-4432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4.3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449 81 4396,'-4'-6'438,"-15"-20"1280,18 24-1188,0 1 1,-1 0-1,1-1 1,0 1 0,0 0-1,-1 0 1,1 0-1,0 0 1,-1 0 0,1 0-1,-1 0 1,1 1-1,-1-1 1,-2 0 0,1-31 4989,-1 36-5123,-1 0-1,1 0 1,0 1-1,0-1 1,0 1 0,1 0-1,-1 0 1,1 0-1,0 1 1,1-1 0,-4 9-1,0 6 352,0-1 0,-4 27 0,-65 523 4965,-18 46-6704,82-549 176,-55 235-4428,-1 2-6068,48-157-92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4.5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91 14001,'-10'-27'3085,"24"15"-2137,2-3-556,-2 3-872,-1 3-1032,4 3-1257,17-3-1179,2 12-2785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5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1 269 9489,'1'-8'248,"1"0"1,1 0-1,0 0 1,0 1-1,0-1 1,1 1-1,0 0 1,1 0-1,-1 0 1,1 0-1,1 1 1,-1 0-1,1 0 1,0 0-1,1 1 1,10-8-1,11-7 414,1 2 0,1 0-1,0 2 1,1 1-1,41-13 1,-47 21-443,1 0 0,-1 2 0,1 0 0,1 2 0,-1 1 0,0 1 0,38 4 0,-38 0-125,-1 1 1,0 1-1,0 1 0,0 1 0,-1 1 1,0 1-1,-1 2 0,0 0 0,-1 1 1,39 29-1,-38-23-43,-1 2 1,0 1-1,-2 0 0,-1 2 1,0 0-1,-2 1 0,0 1 1,-2 0-1,14 33 0,-15-26-19,-1 1-1,-2 0 1,-2 1-1,0 0 1,-3 0-1,0 0 0,0 69 1,-7-55-1,-3-1 0,-1 0 1,-3 0-1,-1 0 0,-20 55 1,3-28 32,-4-1 0,-57 103 0,-101 115 201,-170 167 459,342-439-697,-3 2 63,1 2 0,1-1 0,0 2 0,2 0 0,1 1 0,-16 40 0,29-62-80,-1 0 0,1 0 0,0 1-1,1-1 1,-1 0 0,0 1 0,1-1 0,0 1 0,0-1 0,0 1 0,0-1 0,1 1 0,-1-1 0,1 0 0,0 1 0,0-1 0,0 0-1,0 0 1,1 0 0,-1 1 0,1-1 0,0-1 0,0 1 0,0 0 0,0 0 0,0-1 0,1 1 0,-1-1 0,1 0 0,4 3-1,2 0-33,0 0 0,0-1-1,0 0 1,1-1 0,0 0-1,0 0 1,0-1 0,0 0-1,17 0 1,33 0-697,0-3 0,96-13 0,123-36-2540,-270 49 3143,367-86-7599,-183 36 633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5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43 9069,'0'0'5736,"20"-6"-5780,0 0-612,-3-6-768,23-3-2268,0 12-2313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5.8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0 266 10533,'44'-27'1788,"-14"12"-224,3 0 60,-2-3-223,12 0-209,14-1-292,17 1-208,30-3-216,30 3 4,20 3-192,26-3-476,25 3-672,6 0-900,13 3 32,21 6-3085,3-9-3792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6.8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757 15 9877,'-28'-12'1616,"22"9"1149,-12 18-131,4-2-2107,2 1-1,-1 1 0,2 0 0,0 0 1,1 1-1,-13 28 0,-41 113 1008,62-151-1480,-56 160 724,-69 175 71,-90 188-647,174-422-443,-46 139-747,86-236 880,1 1 0,0 0-1,-1 19 1,2-27 71,1-1-1,0 1 1,1 0-1,-1-1 1,0 1-1,1-1 1,-1 1-1,1-1 1,0 1-1,0-1 1,0 1-1,0-1 1,0 1 0,0-1-1,1 0 1,-1 0-1,1 0 1,0 0-1,-1 0 1,1 0-1,3 2 1,2-2-19,-1 0 0,1 0 0,-1-1 0,1 0 1,0 0-1,-1-1 0,1 0 0,0 0 1,0-1-1,-1 1 0,12-4 0,16-4-180,0-2 0,-1-1 0,-1-1 1,51-27-1,-39 18 86,36-18-51,149-64 189,-193 90 133,1 1-1,1 1 1,-1 2 0,55-5 0,-74 13-40,1 1-1,-1 1 1,1 0-1,-1 1 0,0 1 1,1 1-1,-2 1 1,1 0-1,0 1 1,-1 1-1,22 13 1,-30-15-66,0 1 1,0 0 0,-1 1 0,0 0 0,0 0 0,8 11 0,23 21 29,-20-24-131,0 0-1,1-2 1,1-1-1,43 20 1,-13-13 110,1-1 1,0-3 0,64 10 0,-88-21 103,1-1 0,-1-1 0,1-1 0,-1-2 0,1-1 0,-1-1 0,52-12 0,-71 12-110,0 0-1,-1 0 1,0 0-1,0-1 1,0-1-1,0 1 1,0-1-1,-1-1 1,0 1 0,0-1-1,0 0 1,-1-1-1,0 0 1,0 0-1,-1 0 1,0 0-1,0-1 1,-1 0 0,0 0-1,0 0 1,0-1-1,-1 1 1,-1-1-1,0 0 1,0 0-1,1-11 1,-3 11-23,1 0 1,1-1-1,-1 1 1,2 0-1,-1 0 1,1 0-1,7-15 0,-7 18-35,1 1-1,-1 0 0,1 0 0,0 0 0,1 0 0,-1 1 1,1 0-1,0-1 0,0 2 0,0-1 0,0 1 0,10-5 1,18-5-364,0 1 1,1 1 0,0 3 0,38-6-1,14-4-321,-1 2 107,19-4 220,-99 19 442,0 0 0,0 0 0,0 1 0,0 0 0,-1 0 0,1 0-1,0 0 1,0 1 0,0 0 0,-1 0 0,1 0 0,5 2 0,6 4 160,0 0 0,17 11 1,24 11 53,1-11-985,0-2 0,1-3 0,72 8 0,-114-20 311,0 1 0,0-2 0,0-1 0,32-4 0,21-4-1458,-1 3 1,130 6 0,-120 2-574,16-1-817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7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14 567 8381,'-2'-2'205,"1"-1"0,-1 0 0,1 0 0,-1 0 1,1 0-1,0 0 0,0 0 0,1 0 0,-1 0 1,0 0-1,1 0 0,0 0 0,0-1 0,0-4 1,2 0 482,0 1 1,1 0 0,-1-1 0,2 1 0,3-8 0,3-2-7,0-1-1,1 2 1,1-1 0,23-23-1,-17 21-859,2 1-1,0 1 0,25-15 1,-12 11-926,1 2 1,0 1-1,2 2 0,65-20 1,-89 33 750,0 1 0,1 0-1,-1 1 1,1 0 0,-1 1 0,1 1 0,24 3 0,-34-3 332,1 1-1,-1-1 1,0 1-1,1 0 1,-1 0-1,0 0 1,0 1 0,0-1-1,0 1 1,0 0-1,2 3 1,2 1 217,-2-3-89,1 0 0,0 0 0,0-1 0,0 1 1,1-2-1,-1 1 0,0-1 0,1 1 0,0-2 0,0 1 1,-1-1-1,1 0 0,0-1 0,0 1 0,0-1 1,0-1-1,8 0 0,16-4 328,0-1 0,47-15 0,-34 8-26,266-83 1682,-126 36-1086,-163 54-937,0 1-1,1 0 1,-1 2-1,1 0 1,-1 2 0,1 0-1,42 4 1,-49 0-59,1 0 0,-1 0 1,0 2-1,0 0 0,-1 0 0,1 1 0,-1 1 1,-1 1-1,1 0 0,-1 0 0,22 20 0,-24-17-116,0 0-1,-1 1 1,-1-1-1,0 2 1,0-1-1,-2 1 1,1 1-1,-2-1 1,0 1-1,0 1 1,-1-1 0,-1 1-1,0-1 1,-2 1-1,1 0 1,0 24-1,-3-22-115,-1 0 0,0 0 0,-1 0 0,-1-1 0,0 1 0,-1 0 0,-1-1 0,-1 0 0,0 0 0,-1-1 0,-1 0 0,0 0 0,-1-1 0,-18 23 0,1-9-771,-2-2 1,-41 31 0,21-17-1431,-4 5-1288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8.2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419 0 12861,'-129'478'9487,"49"-204"-7175,30-97-1536,-63 275-304,68-82-1869,43-321 707,2-1 0,3 0 1,1 1-1,3-1 0,21 79 0,-22-107 82,1-1 0,1 0 1,1 0-1,0-1 0,1-1 0,22 29 1,-22-34-356,1 0 1,0 0 0,1-1 0,0-1 0,19 13-1,54 22-6397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70 231 12525,'-64'-87'3302,"63"86"-3230,0 0 1,1 0 0,-1 0-1,1 0 1,-1 0-1,1 0 1,-1 0 0,1 0-1,0 0 1,0 0-1,-1-1 1,1 1 0,0 0-1,0 0 1,0 0-1,0 0 1,0 0 0,0 0-1,1-1 1,-1 1-1,0 0 1,0 0 0,2-2-1,-1 0 37,1 0-1,0 0 1,0 0-1,0 0 0,0 0 1,1 1-1,4-5 1,3-1 63,1 0 1,-1 1 0,1 0 0,13-5-1,-2 3-42,0 1-1,1 1 1,1 1-1,-1 1 1,1 1-1,25-1 0,7 2 61,86 8 0,-64 3-122,1 5 0,-2 2 0,0 4 1,86 34-1,-41-5-41,199 110 1,-188-82-206,206 161 0,-270-182 46,-3 4 0,-3 3-1,-2 2 1,71 100 0,-103-124 62,-3 1 1,-2 2-1,-1 0 0,-2 1 0,25 82 1,-39-100 49,0 0 1,-2 0 0,-2 1-1,0-1 1,-1 1 0,-2 0 0,-1-1-1,-1 1 1,-1 0 0,-1-1-1,-2 0 1,-9 28 0,-1-14-3,-1-2 1,-2 0 0,-2-1 0,-1-1-1,-2-2 1,-1 0 0,-2-1-1,-62 57 1,-13-1 84,-165 111 0,-146 69 15,-5 5-659,296-186-3887,-145 136 1,201-162-2341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48.8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0 167 8637,'221'-58'276,"-104"43"-436,17-6-336,-6-6-392,2 0-1253,24 9-103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0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972 1 11289,'-1'1'11,"-6"41"779,1 1 1,-1 81-1,6-69-193,-2-1-1,-3 0 1,-2 0 0,-3 0 0,-30 93 0,-121 248 499,149-367-1032,-503 1197-2183,409-910-253,47-105-3095,37-114-3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0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1508 187 11065,'3'-5'70,"0"1"-1,1 0 1,0 0 0,0 0-1,0 0 1,0 1 0,0-1-1,1 1 1,-1 0 0,1 1-1,0-1 1,0 1 0,0 0-1,0 0 1,1 1 0,-1-1-1,0 1 1,1 0 0,10 0-1,273-47 172,-92 13-245,233-11-1,-350 44 45,1 3-1,0 4 1,-1 3-1,0 4 1,-1 3-1,94 31 1,-130-31 58,0 3 1,-1 1 0,-1 2-1,-1 2 1,41 31 0,-53-33-20,-1 2 0,-1 1 1,-1 1-1,-2 1 0,0 1 1,-2 1-1,25 43 0,-28-39 130,-1 1-1,-2 0 1,-1 1 0,-2 0-1,-1 1 1,-2 1-1,-1 0 1,-2 0-1,-2 0 1,1 46 0,-7-34 130,-2-1 1,-2 0 0,-2 0 0,-21 69-1,-79 177 605,-10-17-437,-63 155-240,-28 53-1857,-2 5-1472,93-217 1647,111-255 1407,-1 0 0,0 0 0,-1 0 1,-1-2-1,0 1 0,-17 17 0,21-25 61,-1-2 1,-1 1-1,1-1 0,-1 0 0,0-1 1,0 0-1,-1 0 0,0 0 0,0-1 0,0-1 1,0 0-1,0 0 0,-18 3 0,-260 14 859,127-14-692,-615 54 335,3 45-133,588-71-502,-178 31-5048,328-61 1629,6-10-1446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1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73 6669,'-14'-8'598,"12"6"-420,-1 1 1,1-1-1,-1 1 0,1 0 0,-1-1 1,1 1-1,-1 0 0,0 0 1,0 1-1,1-1 0,-1 1 0,0-1 1,0 1-1,0 0 0,-7 1 3598,25-11-683,-4 5-2820,1 1-1,0 1 1,0 0 0,0 0 0,0 1 0,21-1 0,-24 3-188,600-18 1989,8 48-1573,-325-13-462,657 49-2194,-122-19-5514,-775-45 6550,209 10-6373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1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650 0 11205,'6'12'540,"0"1"0,-1-1 0,0 1 0,-1 0 0,0 0 1,2 23-1,8 25 697,5-5-258,2 0 1,3-1 0,49 80-1,112 145 689,-81-128-1087,142 254 430,-215-345-904,-3 1 1,-2 1 0,-4 1 0,29 132 0,-46-165-143,-2 0 0,0 0 0,-3 0 0,0 0 0,-2 0 0,-1-1 0,-2 1 0,0 0 0,-15 42 0,10-48-62,0-1-1,-1 1 1,-2-2 0,0 0-1,-2 0 1,0-1 0,-1-1-1,-2-1 1,0 0 0,-1-2-1,-27 23 1,4-12-257,0-1-1,-2-2 0,-1-1 1,0-3-1,-53 17 1,-247 60-2545,-167-11-5504,383-72 2394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2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15 10713,'27'13'10957,"-40"-29"-11001,3 4-652,-14 15-1016,-23 6-1249,24-6-1803,-4 7-3745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5.0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6297,'0'1'92,"0"0"0,1 0 0,-1 0 0,0 0 0,1 0 1,-1 0-1,1-1 0,0 1 0,-1 0 0,1 0 1,0 0-1,-1-1 0,1 1 0,0 0 0,0-1 0,0 1 1,-1-1-1,1 1 0,0-1 0,0 1 0,0-1 1,2 1-1,-3 0-32,1 0 1,0 0-1,-1 0 1,0 0-1,1 0 1,-1 0-1,0 0 1,1 0-1,-1 0 0,0 1 1,0-1-1,0 0 1,0 0-1,0 0 1,0 0-1,0 0 1,-1 2-1,1-2 73,1 7-22,0 1-1,1-1 1,0 0 0,1 0-1,-1 0 1,1 0-1,1-1 1,-1 1-1,1-1 1,1 0 0,-1 0-1,1 0 1,1-1-1,-1 0 1,1 0 0,0 0-1,0-1 1,1 1-1,0-2 1,0 1 0,0-1-1,14 7 1,5 0-396,2-1 1,-1-1 0,2-1 0,-1-1 0,36 3-1,102 2-3723,-65-12 524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5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0 353 6453,'19'-7'382,"-15"6"-268,0 0 0,-1 0 0,1-1 1,-1 1-1,1-1 0,-1 0 1,1 0-1,-1 0 0,0 0 0,0-1 1,0 1-1,3-4 0,-6 4 9,1 1 0,0-1 0,-1 0 0,1 1 0,-1-1 0,0 0 0,0 0 0,1 1-1,-1-1 1,0 0 0,0 1 0,-1-1 0,1-3 0,-1-6 334,2 8-388,1 0 0,-1 0 0,0-1 0,1 1 0,-1 1 0,1-1 0,0 0 0,0 0 0,0 1 0,0-1 0,1 1 0,-1-1 0,1 1 0,-1 0 0,4-2 0,45-23 125,-16 14-270,0 1 1,1 2-1,59-10 0,114-4-591,-186 22 609,659-35-1874,-381 24 1819,-57-14 62,-228 25 0,-11 1-86,1 0 0,0 0 0,-1-1 0,1 1 0,6-4 1,-11 5 63,-1-1 1,1 1 0,0 0 0,-1 0 0,1-1 0,0 1-1,-1-1 1,1 1 0,-1 0 0,1-1 0,-1 1 0,1-1-1,-1 1 1,1-1 0,-1 1 0,1-1 0,-1 0 0,0 1-1,1-1 1,-1 0 0,0 1 0,1-1 0,-1 0 0,0 1-1,0-1 1,0 0 0,0 1 0,0-1 0,0 0-1,0 0 1,0 1 0,0-1 0,0 0 0,0 1 0,0-1-1,0 0 1,0 0 0,-1 1 0,1-1 0,0 0 0,-1 0-1,-9-12-1711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7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97 639 9093,'-36'0'1965,"34"0"-1707,0 0 0,0 1 0,1-1 0,-1 1 1,0-1-1,0 1 0,0 0 0,0-1 0,1 1 0,-1 0 0,0 0 0,1 0 0,-1 0 0,1 1 0,-1-1 0,1 0 0,-2 3 0,-2 0 3375,2-2-2178,-4 1-710,-7 5 1333,16-2-1106,12 0-221,4-2-413,0-1 0,1 0-1,0-2 1,-1 0 0,24-2 0,-34 1-269,622-36 2064,4-34-1413,-547 60-611,1773-236-156,-626 42-3469,-920 138 1721,-117 3-4907,-194 62 4273,-22 7-10493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7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1250 1 14273,'-38'40'2590,"2"3"0,3 0 0,1 2 0,-48 90 0,1 28 1061,-177 324-1758,11-107-2040,46-74-3083,69-90-1731,54-68-3895,30-41-3733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3:58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1413 14477,'-6'-12'1468,"4"19"-329,-4 11 2088,16-25-2888,1 1-1,0 0 1,1 1-1,0 0 1,-1 1-1,1 0 1,1 1-1,22-4 1,6-2 13,433-126-112,-345 90-860,198-99 0,-294 127 528,217-119-486,-247 134 538,-7 5 100,-509 370 1515,471-341-1468,-57 45 275,-112 113 0,196-174-366,0 0 0,2 2 1,0-1-1,1 2 1,0 0-1,2 0 1,0 1-1,-11 34 1,20-51-25,0 0 0,-1 0 0,1 1 0,1-1 0,-1 0 0,0 1 0,1-1 0,0 1 0,0-1 0,0 1 0,0-1 0,0 1 0,1-1 0,-1 1 0,1-1 0,0 1 0,0-1 0,0 0 0,1 0 0,-1 0 0,1 1 0,4 4 0,-3-4-34,1 0 1,0-1-1,0 0 0,0 1 0,1-2 1,-1 1-1,1 0 0,0-1 0,-1 0 1,10 3-1,6 0-125,0-1 1,0 0-1,1-1 1,-1-2 0,1 0-1,-1-1 1,25-3-1,144-28-995,-175 28 1088,77-18-232,-1-4 1,-1-4 0,-1-4-1,-2-3 1,-2-5-1,-2-3 1,-1-3 0,-3-4-1,117-99 1,-183 139 356,-2 4 8,-2 0 1,1-1-1,-1-1 0,0 1 0,-1-1 0,7-11 0,-19 20 407,-29 10-115,1 2 0,1 1 0,0 1 0,1 2 0,-58 39 0,-134 122 653,204-160-902,2 0 1,-29 36-1,38-42-72,1-1 0,0 1 0,1 0 0,0 1 0,1 0 0,0 0 0,-3 15 0,7-24-25,0 0-1,1 0 1,-1 1-1,1-1 0,0 0 1,0 0-1,0 1 1,0-1-1,0 0 0,1 0 1,0 1-1,0-1 0,-1 0 1,2 0-1,-1 0 1,0 0-1,1 0 0,-1 0 1,1 0-1,2 3 1,1-2-15,-1 0 0,0 0 0,1 0 0,0-1 0,0 0 1,0 0-1,0 0 0,0 0 0,1-1 0,8 3 1,6 0-91,0 0 1,0-2-1,1 0 1,-1-1-1,33-2 1,18-5-305,0-4 1,-1-3 0,0-2-1,-2-4 1,0-3-1,126-57 1,-108 35 187,-3-3-1,-2-4 1,108-88-1,-87 52 384,171-189-1,267-404 2445,-468 567-1965,7-9 619,-69 109-535,-14 16 76,-13 16-352,-4 6-214,1 1 0,2 1 1,1 1-1,-16 35 1,-49 132 217,70-166-367,-7 17-416,2 2 1,2 0 0,2 0 0,2 1 0,-6 81 0,17-121 152,0-1-1,0 1 1,1-1-1,0 0 1,0 1-1,1-1 1,1 0-1,4 14 1,-5-20 84,0 0 0,0 1 1,0-1-1,0 0 0,0 0 0,1-1 1,-1 1-1,1 0 0,0-1 0,-1 0 1,1 1-1,1-1 0,-1 0 1,0-1-1,0 1 0,1 0 0,-1-1 1,1 0-1,-1 0 0,1 0 1,-1 0-1,1-1 0,0 1 0,6-1 1,6-1-92,1 0 0,-1-1 0,0-1 0,-1 0 0,1-2 0,-1 1 0,1-2 0,-1 0 1,-1-1-1,1-1 0,19-13 0,14-12-82,80-73 0,-24 7 356,103-127 0,69-131 1654,-231 292-519,43-83 0,-86 146-1125,-1-1 0,0 1 0,0-1 0,0 1-1,0-1 1,0 1 0,0-1 0,0 1-1,0-4 1,-2 5-62,1 0 0,0 0 0,-1 1-1,1-1 1,-1 0 0,1 0 0,-1 0 0,1 1-1,-1-1 1,1 0 0,-1 1 0,0-1 0,1 0-1,-1 1 1,0-1 0,1 1 0,-1-1 0,0 1 0,0-1-1,0 1 1,0 0 0,1 0 0,-1-1 0,0 1-1,0 0 1,-2 0 0,-2-2 64,0 2 0,0-1 1,0 1-1,0-1 0,0 1 0,0 1 1,0-1-1,0 1 0,0 0 0,0 0 0,0 0 1,0 1-1,1-1 0,-1 1 0,0 0 1,-8 6-1,-5 4 234,-1 1 1,-25 25 0,37-32-256,-56 53 556,2 3 0,-57 76 0,-87 153-174,121-158-3265,-125 278-1,155-269-1886,28-46-1454,6 13-5304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0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0 10785,'0'0'2690,"-3"2"-1358,0 0-1086,-1 1 0,1 0 0,0 0 0,0 0 0,0 0 0,0 0 0,1 1 0,0-1 0,-1 1 0,1 0 0,0 0 0,0 0 0,1 0 0,-1 0 0,1 0 0,-1 6 0,-54 158 1636,-19 65-1022,53-171-768,22-61-88,0 0 1,1-1 0,-1 1 0,0 0 0,0-1 0,1 1-1,-1 0 1,0-1 0,1 1 0,-1 0 0,0-1 0,1 1-1,-1-1 1,1 1 0,-1-1 0,1 1 0,0-1 0,-1 1-1,1-1 1,-1 1 0,1-1 0,0 0 0,-1 0-1,2 1 1,14 6 18,-8-9-18,-1 0 0,0 0 0,1-1 0,-1 0 1,0 0-1,0-1 0,-1 0 0,1 0 0,7-7 0,6-2 4,-15 10-3,53-34 91,1 3-1,1 2 1,109-40-1,-132 62-63,1 0 0,-1 3 0,1 1-1,0 2 1,1 1 0,54 4 0,-18-1-31,118-15 1,-40 0 7,-121 15-7,1 0-1,0 2 0,58 12 0,92 33-323,-123-30-15,-19-8 132,-1-2 0,1-1 1,1-2-1,-1-2 0,1-2 1,-1-1-1,0-3 0,0-1 1,0-2-1,47-14 0,-10-2 286,79-35 0,-135 48 95,-1 1-1,1 1 1,0 1-1,1 0 1,0 2-1,38-4 1,-60 10-149,-1-1-1,1 1 1,0 0 0,-1-1-1,1 1 1,-1 0 0,1 0-1,-1-1 1,0 1 0,1 0-1,-1 0 1,0 0 0,1-1-1,-1 1 1,0 0 0,0 0-1,0 0 1,0 0 0,0 1-1,0-1 39,1 2-25,-1-1 0,0 1 0,0-1 0,0 1 0,0-1 0,0 1 0,-1-1 1,1 1-1,-1-1 0,1 0 0,-1 1 0,0-1 0,0 0 0,0 1 0,-2 2 1,-27 38 536,5-7-146,21-28-370,0 0 1,1 0 0,0 0-1,-3 16 1,6-23-62,0 1-32,0 0 0,0 0 0,0 1 0,0-1 0,0 0 0,0 0 0,1 0 0,-1 0 0,1 0 0,-1 0 1,1 0-1,0 0 0,0 0 0,0 0 0,0-1 0,0 1 0,0 0 0,1 0 0,-1-1 0,1 1 0,-1-1 0,1 1 0,-1-1 0,1 0 0,0 0 0,0 1 1,-1-1-1,1 0 0,0-1 0,0 1 0,0 0 0,3 0 0,7 3-442,0 0-1,1-1 1,-1 0 0,16 0-1,108 12-8018,-46 2-419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1.1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1 915 10397,'32'-54'4246,"-19"31"-1773,25-34-1,6 5 96,1 3-1,91-76 0,-70 65-1291,-1-3 0,102-130 0,-112 114-560,-40 55-531,2 0-1,0 1 0,1 1 1,37-34-1,-54 55-183,0 0-1,0 0 1,0 0-1,0 0 1,0 1 0,0-1-1,0 0 1,0 1-1,1-1 1,-1 1-1,0-1 1,0 1-1,1-1 1,-1 1-1,0 0 1,1 0-1,-1 0 1,0-1-1,0 1 1,1 1 0,1-1-1,8 11-2,-10-9 3,1 4-1,0-1 0,0 1 0,0 0 0,-1 0 0,0 0 0,0 0 0,0 0 0,-1 0 0,0 0 0,0 0 0,-1 8 0,-15 70 0,15-78 0,-17 54 0,-3 0 0,-55 111 0,47-111 0,-51 88-444,76-141 221,7-5 43,3 2 116,-5-3 51,0 0-1,0 0 1,0 0 0,0-1 0,0 1 0,0 0 0,1-1-1,-1 1 1,0 0 0,1-1 0,-1 0 0,0 1 0,1-1 0,-1 0-1,1 0 1,-1 1 0,0-1 0,1 0 0,-1 0 0,1-1-1,-1 1 1,0 0 0,1 0 0,-1-1 0,0 1 0,1-1-1,-1 1 1,0-1 0,1 1 0,-1-1 0,0 0 0,2-1 0,192-126-745,-3 3 375,-190 123 375,1 1 1,-1-1-1,1 1 1,-1 0-1,1 0 1,0 0-1,0 0 1,0 0-1,-1 1 1,1-1-1,0 1 1,0 0-1,0 0 1,0 0-1,0 0 1,0 0-1,0 1 1,3 0-1,-4 0 3,0 0-1,1 1 1,-1-1 0,0 1-1,0-1 1,-1 1 0,1-1-1,0 1 1,0 0 0,-1 0-1,1 0 1,-1 0-1,0 0 1,1 1 0,-1-1-1,1 5 1,3 7-8,-2 2 0,0-1 0,0 0 1,-2 1-1,0 19 0,0-33 12,1 59-329,-3-1 0,-15 119 0,12-156 248,-1-1 1,-1 0 0,-1 0-1,-1-1 1,0 0-1,-2 0 1,0-1-1,-2 0 1,0-1-1,-1-1 1,-18 21-1,-75 60-235,59-58-94,39-32-33,10-6-310,23-9 129,145-68-597,-53 26 854,113-52-122,254-115 1,-198 93 734,-272 117-201,-12 4 17,2 2-43,22 2-485,1-1-1,-1-2 0,1 0 0,-1-2 0,38-6 1,130-41-2106,-159 40 2499,156-34-1543,-3 1-118,-117 25 923,131-14-1,-153 32 614,-42 0 173,-1-1-18,24 12-906,-23-10 317,-1-1 0,0 1 0,1-1 0,0 0 0,9 0 1,9 1-1325,25 4-905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1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1 275 13209,'105'-18'6409,"77"-10"-3514,746-15-1543,-322 21-4199,-537 18 2392,713-60-5895,-476 2 466,-179 29 539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1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556 0 8293,'-32'4'867,"12"-1"659,-38 0 0,53-3-1161,0 0-1,0 0 0,0 1 0,0 0 1,0 0-1,1 1 0,-1-1 0,0 1 0,1 0 1,-1 0-1,1 1 0,-5 2 0,7-3-216,-1 0-1,1 0 1,0 0-1,0 0 0,0 0 1,0 0-1,0 1 1,0-1-1,1 1 1,-1-1-1,1 1 1,0 0-1,0-1 1,0 1-1,0 0 0,0 0 1,0 0-1,1 0 1,0 0-1,-1 0 1,1 3-1,2 6 277,1 0 1,0 0-1,0 0 0,1-1 0,10 21 0,-9-20-153,20 36 538,2-1 1,1-1 0,40 47-1,-7-10-186,-2 0-64,87 138 495,-132-197-967,-2 0 1,-1 2-1,0-1 1,-2 1-1,-1 1 1,-2 0-1,6 37 1,-12-50-65,0 1 0,0 0 0,-1 0 0,-1-1 0,-1 1 0,0-1 0,0 0 0,-2 1 1,0-2-1,0 1 0,-1 0 0,-1-1 0,0 0 0,-1-1 0,0 0 0,-1 0 0,-17 17 0,-2-1-336,-1-2-1,-2-1 0,0-1 0,-1-1 0,-53 26 0,-174 66-4734,62-32-4580,106-35-425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2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57 14885,'-57'-57'5697,"36"60"-3413,-2-3 3181,53 9-30812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3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1619 351 5164,'12'-21'591,"-9"17"-408,0 0 0,0-1 0,-1 1 0,1 0 0,-1-1 0,0 0 0,-1 1 0,1-1 1,-1 0-1,0 0 0,0 0 0,0 0 0,-1 0 0,0 0 0,-1-10 0,1-7 1411,0 0 0,5-30 0,-2 27 1262,0-46 0,-2 46-1482,0-2 800,-1 27-2147,0 0 0,-1 0 0,1 0 0,0 0 0,0 0 0,0 0 0,0 0 0,0 0 0,0 0 0,0 0 0,0 0 0,0 0 0,0 1 1,0-1-1,0 0 0,0 0 0,0 0 0,0 0 0,0-1 0,0 1 0,0 0 0,0 0 0,0 0 0,-1 0 0,1 0 0,0 0 0,0 0 0,0 0 0,0 0 0,0 0 0,0 0 0,0 0 0,0 0 1,0 0-1,0 0 0,0 0 0,0 0 0,0 0 0,0 0 0,0 0 0,0 0 0,0 0 0,0 0 0,0 0 0,-4 15 1207,-79 420 6070,-1 5-7018,27-227-286,-168 402 0,-164 172 0,255-541-161,-200 378-1852,180-305-2909,17 5-4756,73-146-3331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4.4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154 167 4596,'-11'-4'1090,"-1"1"0,0 0 0,0 1 0,0 0 0,-15 0 0,25 2-1027,-4-1 507,1 0 0,-1 0 0,1 0 0,0-1 0,0 0 0,0 0 0,0 0 0,0-1 0,0 1 0,-9-8 2954,41 3-2332,-20 4-1132,1 1-1,-1 1 0,0 0 1,13-1-1,107 0 444,219 26 0,-267-17-464,284 29 113,518 45 18,2525 23-93,-1372-181-246,787-166-614,-2728 233 485,40-5-461,148 3 1,-242 13 463,56 9-1,-81-8 173,0 2 0,0-1 0,0 2 0,-1 0 0,1 0 0,-1 1 0,12 8 0,-21-12 12,0 1 1,-1-1-1,1 1 1,-1 0 0,0 0-1,1 0 1,-1 0-1,-1 1 1,1-1-1,0 1 1,-1 0 0,0 0-1,0-1 1,0 2-1,0-1 1,-1 0-1,1 0 1,-1 0 0,0 1-1,0-1 1,-1 1-1,0-1 1,1 0-1,-1 1 1,-1-1 0,1 1-1,-1-1 1,1 1-1,-1-1 1,-1 0-1,1 1 1,0-1-1,-1 0 1,0 0 0,0 0-1,0 0 1,-5 6-1,-4 1-872,-1 0 0,0 0 0,-1-1 0,0 0-1,-17 9 1,-26 14-4951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5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6661,'0'0'67,"1"-1"1,-1 0 0,1 0-1,-1 0 1,1 0 0,-1 0-1,1 1 1,0-1 0,0 0-1,-1 1 1,1-1-1,0 0 1,0 1 0,0-1-1,0 1 1,0 0 0,0-1-1,0 1 1,0 0 0,0-1-1,0 1 1,0 0 0,0 0-1,0 0 1,0 0 0,0 0-1,0 0 1,1 0 0,0 2 198,1 0-1,-1 0 1,1 0 0,-1 0 0,0 1 0,0-1 0,0 1 0,3 4 0,0 0 130,14 22 1548,21 43-1,-29-49-1492,0 1-1,-3 0 0,0 1 1,-1 0-1,6 46 0,2 134 1411,-12-134-1383,10 138 835,9 0 1,9-1 0,65 230-1,-83-394-952,1-1 0,2-1 0,3 0 0,45 77 0,-48-95-220,1-2 1,0 0-1,2-1 0,0-1 1,1 0-1,1-2 1,1 0-1,1-2 0,34 20 1,-19-17-33,2-2 1,-1-2 0,2-1 0,0-3-1,1-1 1,0-1 0,0-3-1,0-1 1,75-3 0,-15-7 2,-1-4 1,-1-5 0,99-27-1,568-179 169,-11-46-740,-748 263 444,1628-626-7282,-1364 522 4502,25-7-3676,-19 9-4149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5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0 8177,'4'251'3804,"0"-50"-875,-22 209 0,8-324-2367,-13 144 865,20-177-884,3-1-1,9 72 0,-7-105-268,2 1 1,1 0-1,0-1 0,1 0 0,1 0 0,13 23 0,-14-30-101,1-1 0,1 1 0,0-2 0,0 1 0,1-1 0,1 0 0,0-1 0,0 0-1,0-1 1,16 10 0,-2-5 16,0-2 0,0 0 0,1-2 0,0-1 0,1-1 0,0-1 0,49 5 0,-1-6 136,122-8 0,341-65 156,2-51-1149,622-181-2947,-205 50-6266,-478 132-890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8.5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91 10873,'3'-1'348,"0"-1"-1,0 1 1,0-1 0,0 0-1,-1 0 1,1-1-1,-1 1 1,0 0 0,1-1-1,-1 0 1,0 1 0,-1-1-1,1 0 1,0 0 0,-1 0-1,0 0 1,1 0-1,-1 0 1,0-1 0,-1 1-1,1-4 1,0 4 1294,2-17 1357,-3 13-907,-2 7-809,-5 15-394,-7 24-565,-35 176 1264,7-34-1087,5-25-985,7 1 0,-14 204 0,40-301-105,-12 334-6983,17-301 1069,-1-9-4236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8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295 1 10361,'-2'3'224,"0"-1"0,0 1-1,0 0 1,0 0 0,0 0 0,1 0 0,-1 0 0,1 0 0,0 1-1,0-1 1,0 1 0,0-1 0,1 0 0,-1 1 0,1 5-1,4 62 2265,-3-58-2200,4 18 24,1 0 0,2 0 0,1-1 0,1 0 0,1 0 0,2-1 0,30 50 0,143 182 374,80 58-339,3 3-164,-195-224-325,87 152 0,-142-218 53,-3 1 0,0 1 0,18 63 0,-30-82 74,-1-1 1,0 1 0,-1 0-1,0 0 1,-1 0 0,-1 0-1,-1 0 1,0 0 0,-1 0-1,0 0 1,-1 0-1,-5 14 1,-1-9-22,-1 0 0,-1-1 0,0 0 1,-1-1-1,-1 0 0,-1 0 0,-1-2 0,0 0 0,-1-1 0,0 0 0,-22 14 1,-20 10-210,-1-2 0,-76 35 0,-44 6-1392,-251 75 0,283-104-30,-21 3-3669,102-31 159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9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500 1 5469,'-3'1'1008,"-2"1"-853,1 0 0,0 0 0,0 0 1,0 1-1,1 0 0,-1 0 0,1 0 1,-1 0-1,1 0 0,0 1 0,0-1 0,1 1 1,-1 0-1,-3 6 0,-20 26 324,-44 44-16,-31 33-283,28-40-1530,-83 107 0,155-178 1335,-1 0 0,0 0 0,1 1 0,0-1 1,-1 0-1,1 1 0,0-1 0,0 1 0,0-1 1,1 1-1,-1 0 0,0-1 0,1 1 1,0 0-1,0-1 0,0 1 0,0 0 0,0 0 1,0-1-1,1 1 0,-1 0 0,1-1 0,0 1 1,0-1-1,2 6 0,-2-7 11,0 1 1,0-1-1,0 0 1,1 1 0,-1-1-1,0 0 1,0 0-1,1 0 1,-1 0-1,1 0 1,-1 0-1,1 0 1,0-1-1,-1 1 1,1-1-1,-1 1 1,1-1-1,0 1 1,0-1-1,-1 0 1,4 0-1,37-2-87,-41 2 88,34-6-321,-1-3 1,1 0 0,45-21 0,4 0-1393,-22 11 1038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09.4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4520,'97'25'804,"-57"-10"-363,-3 0-201,-20-6-252,13-9-360,0 3-1301,7 6 709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0.9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817 196 5909,'0'-1'44,"1"-3"153,0 1 0,0 0 0,-1 0 0,1-1 0,-1 1 0,0 0 0,0-1 0,0 1 0,0 0 1,-1-1-1,1 1 0,-1 0 0,0 0 0,0-1 0,0 1 0,-1 0 0,1 0 0,-3-4 1,1 3 168,0-1 1,0 1-1,0 0 1,1-1-1,0 0 1,-4-9-1,5 10-275,0 0 0,0 0-1,-1 0 1,0 1 0,0-1 0,0 0-1,0 1 1,-1 0 0,1-1 0,-1 1 0,0 0-1,0 0 1,-3-2 0,4 3-59,-2-2 15,-1 1 1,1 0 0,-1-1-1,0 1 1,0 1-1,0-1 1,0 1 0,0 0-1,-1 0 1,1 0 0,0 1-1,-1 0 1,0 0-1,-6 0 1,-4 1-25,0 1 0,1 1 0,-1 1 0,1 0 0,0 1 0,0 1 0,0 0 0,0 1 0,-21 12 0,-16 12-53,-56 42 0,98-65 14,-41 29-343,-87 81 0,123-103 250,1 2 1,1 0 0,0 0-1,1 1 1,0 1-1,2 0 1,0 0 0,1 1-1,-10 31 1,17-44 43,0 1 1,1-1 0,0 0 0,0 1-1,0-1 1,1 1 0,0-1-1,0 1 1,1-1 0,0 1-1,0-1 1,0 0 0,1 1-1,0-1 1,0 0 0,1 0-1,0 0 1,0 0 0,0-1-1,0 1 1,1-1 0,0 0-1,0 0 1,1 0 0,-1 0-1,1-1 1,0 0 0,8 5-1,-1-1-11,1-1-1,0 0 1,0-1-1,1 0 1,0-2-1,0 1 0,0-1 1,0-1-1,1-1 1,-1 0-1,24 0 1,16-6-2,0-1 1,0-4-1,54-14 1,-40 8 114,-49 10-30,19-3 73,0 1 0,0 1 0,42 1-1,-68 5-64,1 0 0,-1 1-1,0 1 1,1 0 0,-1 1-1,0 1 1,-1-1 0,1 2-1,-1 0 1,1 0 0,-1 1 0,-1 0-1,19 14 1,-13-5-339,-1 0 0,20 25 0,8 8-2784,-14-23 65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1.6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1179 1 5557,'-17'48'464,"-1"4"310,-3-1 1,-1-2-1,-30 48 1,-297 521 5977,208-362-5907,-175 378-1199,143-195-3817,135-318 487,6-5-1839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2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5424,'19'-7'161,"19"-8"454,0 2 1,2 1-1,73-12 0,-37 19-23,139 9 0,76 27-142,-191-19-336,1041 165 231,-748-110-330,1192 189-163,-433-98-16,-703-106 117,1053 73-105,2-132 387,-1463 4-238,409-20 107,-2 37-125,21 53-129,-314-40-221,-128-25 487,0-1-1,0-1 1,42-6 0,-31 2 157,46 2 0,-81 2-238,0 0 0,1 0 0,-1 0 0,1 1 1,-1 0-1,0-1 0,1 1 0,-1 0 0,0 1 0,0-1 1,1 0-1,-1 1 0,0 0 0,-1 0 0,1 0 0,0 0 1,0 0-1,-1 0 0,1 1 0,-1-1 0,0 1 1,0 0-1,0 0 0,0 0 0,0 0 0,-1 0 0,0 0 1,3 7-1,-2-2 60,-1 1 1,0-1-1,-1 1 1,1-1-1,-1 1 0,-1 0 1,0-1-1,0 1 1,-1-1-1,0 1 1,-3 8-1,-15 33 414,-1 0-1,-48 80 1,30-61-205,-373 660 1259,272-508-2584,-203 247 0,34-106-4377,158-187-182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2.6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14 7873,'-28'-13'1073,"27"13"-1001,0 0 0,0 0 0,-1-1 0,1 1 0,0 0 0,0 0 0,0 0 0,0 0 0,0 1 0,-1-1 0,1 0 0,0 0 0,0 1 0,0-1 0,0 0 0,0 1 0,0-1 0,0 1-1,0 0 1,0-1 0,0 1 0,0 0 0,1-1 0,-1 1 0,0 0 0,0 0 0,1 0 0,-2 1 0,-1 0 1202,24 6-912,-1-2 0,1 0-1,0-1 1,0-2 0,23 2-1,-26-2-226,923 86 1298,-665-67-1329,2755 173-1500,-1529-146-209,-670-23 566,687 5-4213,-1077-28 1379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3.0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4415 0 5384,'-18'22'875,"0"-1"0,-33 29-1,-3 2 184,-34 43 537,-103 103 391,-27 5-719,-347 339 514,-708 715-860,689-686-2292,-116 83-2041,356-339-232,33-20-1561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3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37 6945,'-40'-24'640,"27"15"-608,-1 6-4665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5.5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4 9409,'-27'-3'7801,"47"7"-5763,-10-2-1789,0 0 0,0-1 0,0 0-1,0-1 1,-1 0 0,17-2 0,6 0 16,386 18 1196,5 28-974,-274-27-295,410 48 248,619 64 255,146-25 176,0-67 506,-888-53-897,-6-39-1532,-424 53 935,31-5-1552,47-17 1,-81 23-313,-26 4-15806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5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1501 1 11037,'0'0'3484,"-2"1"-1981,-1 0-1289,1 0 0,-1 1 0,1-1 0,0 1-1,-1 0 1,1-1 0,0 1 0,0 0 0,0 0 0,1 0 0,-1 1-1,0-1 1,1 0 0,0 1 0,-1-1 0,1 1 0,0-1 0,0 1-1,0 0 1,1-1 0,-1 1 0,1 0 0,-1-1 0,1 1 0,0 0-1,0 5 1,1 10 23,0 0-1,2 0 0,4 22 1,-2-16 348,79 311 1339,28-5-874,34 117-616,-123-358-482,-3 0 1,-5 2-1,5 101 1,-19-148-106,-1 0-1,-3 0 1,-1 0 0,-15 64-1,10-75 20,-1-1-1,-1 0 1,-2-1-1,-1 0 0,-2-1 1,-28 42-1,15-34-51,-1-1 0,-2-2 0,-2-1 0,-1-1 0,-1-2 0,-75 48 0,20-25-521,-2-3 0,-101 38 0,-177 40-2303,-9-31-1849,215-57 887,11 1-2618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6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831 0 13617,'1'4'215,"1"-1"-1,0 1 1,-1 0-1,0 0 1,0 0-1,0 0 1,-1-1-1,1 1 1,-1 0-1,0 0 0,0 0 1,0 0-1,0 0 1,-1 0-1,0 0 1,0 0-1,0 0 1,-3 7-1,-37 142 4438,5-12-2022,-16 23-1229,-7-2 1,-128 248-1,-28-32-4618,57-135-3632,109-171 701,13-7-3832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6.9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0 13017,'-19'54'2929,"3"1"0,-16 94-1,23-101-1886,3-16-517,1 1 0,2 1 0,1-1 1,1 0-1,8 63 0,-5-81-501,1 0 0,1 0 0,0 0 0,1 0-1,0-1 1,1 0 0,1 0 0,0 0 0,1-1 0,0 0-1,1-1 1,1 0 0,0 0 0,0-1 0,13 10 0,-5-8-222,1 0 1,0-1 0,1-1 0,0-1-1,1-1 1,0-1 0,1 0-1,-1-2 1,1 0 0,1-2-1,-1-1 1,1 0 0,-1-1-1,1-2 1,23-2 0,7-3-142,0-2 0,0-3 0,-1-1 1,-1-3-1,67-28 0,-54 14 28,121-70 0,48-55 377,-71 43 596,-122 82-451,-29 20-129,1 0 0,0 0 0,0 1 0,0 0 0,1 1 0,-1 0 0,21-5 0,-33 11-78,0 0 1,0 0 0,1 0 0,-1 0 0,0 0-1,1 0 1,-1-1 0,0 1 0,0 0-1,1 0 1,-1 0 0,0 0 0,0 0-1,1 0 1,-1 0 0,0 0 0,1 1-1,-1-1 1,0 0 0,0 0 0,1 0-1,-1 0 1,0 0 0,0 0 0,1 0-1,-1 1 1,0-1 0,0 0 0,0 0-1,1 0 1,-1 1 0,0-1 0,0 0 0,0 0-1,0 0 1,1 1 0,-1-1 0,0 0-1,0 0 1,0 1 0,0-1 0,0 0-1,0 1 1,0-1 0,0 0 0,0 0-1,0 1 1,0-1 0,0 0 0,0 0-1,0 1 1,0-1 0,0 0 0,0 1-1,0-1 1,0 0 0,0 0 0,0 1 0,0-1-1,-1 0 1,1 1 0,-16 30 156,-32 36 25,-98 112 117,-117 164-1638,257-334 1221,-2 3-434,0 0 1,1 1-1,-5 13 0,11-24 371,0 0-1,0-1 1,0 1 0,1 0-1,-1 0 1,0 0-1,1-1 1,0 1 0,-1 0-1,1 0 1,0 0-1,0 0 1,0 0 0,0 0-1,0 0 1,1 0-1,-1 0 1,1-1 0,-1 1-1,1 0 1,0 0-1,-1 0 1,1-1 0,0 1-1,0 0 1,0-1-1,0 1 1,1-1-1,-1 1 1,0-1 0,2 2-1,3-2-357,-1 1 0,1-1 0,-1 0 0,1-1 0,-1 0-1,1 0 1,-1 0 0,1 0 0,10-3 0,-10 2-34,46-9-4316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7.2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597 169 7149,'-1'-16'8785,"11"-1"-7048,-8 14-1761,1 0 0,0 0 0,0 1 0,0-1 0,0 0 0,1 1 0,6-4 0,65-25 0,2 4 0,85-19 0,-112 40 147,-30 5-5,-19 2-104,0-1 1,0 1 0,-1-1 0,1 1 0,0-1 0,0 1-1,0 0 1,-1 0 0,1-1 0,0 1 0,-1 0 0,1 0 0,0 0-1,-1 0 1,1-1 0,-1 1 0,0 0 0,1 0 0,-1 0-1,0 0 1,1 0 0,-1 2 0,0-2 25,1 2-19,0 0 1,0 0-1,0 0 0,-1 1 0,1-1 1,-1 0-1,0 0 0,0 0 1,0 1-1,0-1 0,-1 0 1,1 0-1,-1 1 0,0-1 0,0 0 1,0 0-1,0 0 0,-3 4 1,-4 9 34,-1-1 0,-16 19 0,2 0 42,19-28-79,-88 160-92,78-136-302,2 0 0,1 1 0,-14 62 0,19-72 319,0-1 0,-1 1 0,-2-1 0,0-1 0,-1 0 0,0 0 0,-2-1 0,0 0-1,-1-1 1,-21 21 0,-24 21-105,-86 67 0,126-111 105,-343 240-1557,320-229 1381,-8 1-523,42-23 397,26-13 178,174-81-433,255-126-2151,-180 78-1194,-132 71 1264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7.4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5436,'3'1'1156,"3"3"-414,0 0 0,0 1 1,0 0-1,-1 0 0,9 10 1,-10-10-611,-1-1 0,1 0 1,0 0-1,0-1 0,0 1 1,0-1-1,0 0 0,1 0 1,0 0-1,-1-1 0,1 1 1,0-1-1,0 0 0,6 1 1,28 2 340,0-2 1,55-2-1,-51-1-843,-13-9-6085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7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629 0 13897,'-20'15'876,"6"-6"8,0 0 0,1 2-1,0-1 1,1 1-1,0 1 1,-11 14 0,-31 51 3138,-83 157 0,110-179-3459,-123 256 362,25 8-7569,111-264 2719,15-18-2267,13-1-4554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8.0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875 0 13537,'18'12'1077,"0"1"1,-1 1-1,0 0 0,21 25 0,-29-29-641,-1 1 0,-1-1 0,0 1 0,-1 1 1,0-1-1,0 1 0,-2 0 0,1 0 0,2 14 0,-1-2-62,-2 0 0,-1 1 0,-1-1 0,0 1 0,-2-1 0,-1 1 0,-1-1 0,-8 37 0,5-41-258,-1-1 0,0-1 0,-2 1-1,0-1 1,-1 0 0,-1-1 0,0 0-1,-1-1 1,-1 0 0,-1 0 0,-15 14-1,-8 2-38,-1-1-1,-2-2 0,-1-1 1,-1-2-1,-47 21 0,-227 88-2690,315-134 2611,-193 69-4419,80-30-4524,90-29-582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18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 11021,'-24'42'1645,"17"-31"-1192,1-1 0,0 1 0,1 0 0,0 0 0,1 0 0,0 1-1,1-1 1,-3 16 0,4-7-363,0-1-231,1 0 0,0 0 1,1 0-1,1 0 1,6 29-1,-6-47 129,1 0-1,-1 0 1,0-1 0,1 1 0,-1-1-1,0 1 1,1-1 0,-1 0-1,1 0 1,-1 1 0,1-1-1,-1 0 1,3-1 0,-2 1-9,41 4-69,24 3 30,74 30-440,-106-32-53,1 0-1,46-2 1,-24-1-87,-53-1 591,1-1 0,-1 0-1,1-1 1,-1 1 0,1-1-1,-1 0 1,1 0 0,-1-1-1,0 0 1,0 0 0,5-2 0,1-3 323,-2 0 0,1 0 0,14-14 0,-13 10 370,-4 6-421,0 0 0,0 0-1,0 0 1,1 1 0,0 0 0,0 0 0,0 1 0,0 0-1,0 1 1,1 0 0,-1 0 0,1 0 0,11 0 0,11 2-481,0 0 1,45 8-1,23-1-976,-54-7 359,64-8 1,-106 7 703,-6 2-1214,1 0 1051,-1 0 0,1 0 0,-1 0 1,1 0-1,-1 1 0,1-1 0,0 1 0,-3 2 0,-8 4-1812,-7-1-1521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28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1366 0 12133,'0'0'1839,"-4"1"15,-20 7-542,1 0 0,0 1 1,1 2-1,-33 20 0,-84 63 2163,139-93-3469,-123 95 2252,3 5 0,-167 186 0,199-189-2190,-141 209 0,194-251-70,2 2 0,2 1 1,3 1-1,3 2 0,-29 110 0,46-139 2,3 0 0,0 0 0,2 0 1,2 1-1,1-1 0,1 1 0,2-1 0,8 36 0,-6-44-1,2-1 0,1-1 0,0 1-1,2-1 1,1-1 0,0 0 0,2 0 0,1-1-1,0-1 1,2 0 0,27 28 0,-10-20-425,0 0 1,2-2 0,1-2 0,0-1 0,2-2 0,1-2-1,62 23 1,-21-16-1775,0-3 0,162 24 0,-164-37-1071,-1-4 0,100-4 0,-22-15-6684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28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43 12597,'-55'-19'1263,"-14"-4"3047,67 23-4144,0 0 0,-1 0 0,1 0 0,-1 0 0,1 0-1,0 0 1,-1 1 0,1-1 0,0 1 0,-1 0 0,1 0 0,0-1-1,0 2 1,0-1 0,0 0 0,0 0 0,0 1 0,0-1 0,0 1-1,0-1 1,1 1 0,-1 0 0,1 0 0,-1-1 0,-1 5 0,-3 2 221,1 0 0,0 0 0,1 1 0,-1-1 0,-3 16 0,0 10 204,2 1 0,2 0-1,1 0 1,2 0 0,4 39 0,-2-38-263,13 180 653,48 250 0,-35-293-1122,-21-132 40,11 58-186,-16-92 247,-1-6 37,0-1 0,0 1 0,0 0 0,0 0 0,1-1 0,-1 1-1,0 0 1,0-1 0,0 1 0,0 0 0,1-1 0,-1 1 0,0 0 0,1-1 0,-1 1 0,0-1 0,1 1-1,-1 0 1,1-1 0,-1 1 0,1-1 0,-1 1 0,2 0 0,0-1-20,0-1 1,1 1-1,-1 0 0,0 0 1,1-1-1,-1 1 0,0-1 1,0 0-1,0 0 1,1 0-1,-1 0 0,0 0 1,0 0-1,0-1 0,2-1 1,49-33-881,74-65 1,-46 34 12,90-56 0,97-45-414,-187 119 951,46-26-135,60-38-284,-59 28 96,177-123-2483,-294 200 2598,1 0 1,0 1 0,1 0-1,-1 1 1,19-7 0,-22 11 394,-1 0 0,0 1 1,0 0-1,1 0 0,-1 0 1,0 1-1,1 1 0,-1-1 1,0 1-1,16 4 0,108 41 610,-100-33-51,0-1 0,0-2 0,1-1 0,37 6 0,-43-12 95,15 2 1448,77-1-1,-114-4-1789,0 0-1,-1-1 1,1 1-1,0-1 1,-1 0-1,1 0 1,-1 0-1,1-1 1,5-2-1,-8 2 105,2 3-16,4 1-93,-4-2-103,-1 1 0,1-1 0,-1 1 0,1 0 0,-1 0 0,0 1 0,1-1 1,-1 1-1,0 0 0,0-1 0,0 1 0,5 5 0,7 8 0,-1-2 0,2 0 0,0 0 0,0-2 0,1 0-1,1-1 1,0 0 0,0-2 0,1 0 0,0-1 0,31 7 0,-14-6-141,0-2 0,1-1 0,-1-2 0,1-1 0,54-6 0,-60 1 107,-1-1-1,0-2 0,0-2 0,0 0 0,-1-2 0,-1-1 0,37-19 0,-62 28 50,0 0-1,0 0 1,1 1 0,-1 0-1,0 0 1,1 0 0,-1 0 0,7 0-1,-13 21-7,3-17-48,0 0 0,0 0-1,0 0 1,0 0 0,1 0 0,0 0 0,-1 0 0,1 0 0,0-1 0,1 1-1,-1 0 1,0-1 0,1 1 0,-1 0 0,1-1 0,0 0 0,0 1-1,0-1 1,0 0 0,0 0 0,0 0 0,1 0 0,-1-1 0,1 1 0,-1-1-1,1 1 1,0-1 0,5 2 0,0 0-91,0-1-1,1 1 1,-1-1 0,1-1-1,-1 0 1,1 0 0,-1-1-1,1 0 1,10-1 0,16-5-23,-1-2 0,0-1 0,0-2 1,-1-1-1,0-2 0,-1-1 0,-1-1 0,0-2 1,-1-1-1,-1-2 0,46-42 0,154-140 1385,-184 166 166,52-34-1,-92 68-1240,0 0-1,1 0 0,-1 0 0,1 1 1,0-1-1,0 1 0,0 1 0,0-1 0,0 1 1,0 0-1,0 0 0,0 1 0,0 0 1,0 0-1,8 1 0,-9 0-22,0 0 1,-1 1-1,1-1 0,-1 1 1,1 0-1,-1 0 0,0 1 1,0-1-1,0 1 0,0 0 1,0 0-1,-1 0 0,0 1 1,1-1-1,-1 1 0,0-1 1,0 1-1,-1 0 0,1 1 1,1 4-1,12 29-62,-2 1-1,-2 0 1,-2 0 0,9 73 0,-4-29-69,-13-71-337,1-1 1,0 1-1,1 0 1,0-1-1,1 0 1,0 0-1,1-1 1,0 1-1,1-1 0,0 0 1,11 12-1,-9-13-720,0-1 0,1 0 0,0 0-1,13 7 1,-8-6-1934,1-2 0,29 12 0,15 0-9313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29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103 255 11405,'-18'-10'1255,"7"5"-175,1-1 0,0 0 1,0-1-1,0 0 0,1 0 0,-10-10 0,18 16-965,1 0 0,-1 1 0,1-1 0,-1 0 0,1 1 0,0-1 0,-1 0 0,1 0 0,0 1 0,0-1 0,-1 0 0,1 0 0,0 1 1,0-1-1,0 0 0,0 0 0,0 0 0,0 1 0,0-1 0,0 0 0,0 0 0,1 0 0,-1 1 0,0-1 0,0 0 0,1-1 0,1 0 23,-1 0 1,0 1-1,1-1 1,0 0-1,-1 0 1,1 1-1,0-1 1,0 1-1,2-2 1,6-3 159,0 1-1,0 0 1,15-4 0,59-17 503,150-25-1,94 12-2092,-242 31 662,171 7-1,-244 2 638,1 1 0,-1 1 0,0 0 0,0 0 0,25 11 0,-34-13 53,-1 1 0,0-1 0,0 1 0,0 0 0,0 0 0,0 0 0,0 1-1,-1-1 1,1 0 0,-1 1 0,1 0 0,-1 0 0,0-1 0,0 1 0,0 1 0,0-1 0,-1 0-1,1 0 1,-1 1 0,0-1 0,0 0 0,0 1 0,-1-1 0,1 1 0,-1-1 0,0 1 0,0 5-1,-13 89 1232,7-63-1051,1 1 0,2 0 1,1 37-1,4-64-436,-1 0 0,1 0 0,1 0 0,0 0-1,0-1 1,1 0 0,0 1 0,0-1 0,1-1 0,0 1 0,0-1 0,1 0-1,-1 0 1,2 0 0,-1-1 0,1 0 0,14 10 0,2 0-2160,1-1 1,1-2 0,0 0-1,44 15 1,22 4-8276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29.2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21 127 13193,'-20'-15'10539,"24"12"-10476,0 0 1,1 0-1,0 0 0,-1 1 1,1-1-1,0 1 0,0 0 1,0 1-1,0-1 0,1 1 1,-1 0-1,0 0 0,1 0 1,-1 1-1,0 0 0,1 0 1,7 2-1,9-2-39,425 2-1805,60-1-723,114-60-5595,-486 41 4202,4 7-1734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29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2 14605,'-26'0'879,"21"-1"-632,0 1 1,0 0 0,-1 0 0,1 0 0,0 0 0,0 1 0,0 0 0,0 0 0,0 1 0,0-1-1,0 1 1,0 0 0,0 0 0,1 1 0,-1 0 0,-5 4 0,5-4 40,1 0 0,0 1 0,0 0 0,0 0-1,1 0 1,-1 0 0,1 1 0,0-1 0,0 1 0,0 0 0,1 0 0,0 0 0,0 0 0,0 0 0,1 0 0,-1 0 0,1 1 0,0-1 0,1 1 0,-1-1 0,1 1-1,1 5 1,1 15 200,1-1 0,1 0 0,1 0 0,2 0 0,0-1 0,2 0 0,0 0 0,2-1 0,0-1 0,18 26 0,3-1-218,2-3-1,1 0 1,67 61 0,-18-30-270,3-4 0,3-4 0,99 55 0,308 147 0,-325-180 0,-130-69 0,-11-4 0,36 23 0,-58-33 0,0 0 0,-1 1 0,0 0 0,0 0 0,-1 1 0,0 0 0,0 0 0,6 12 0,-10-15 0,-1-1 0,0 1 0,0-1 0,0 1 0,-1 0 0,1 0 0,-1-1 0,0 1 0,-1 0 0,1 0 0,-1 0 0,0 0 0,-1 10 0,-1-8 0,0 1 0,0 0 0,-1 0 0,1-1 0,-2 0 0,1 1 0,-9 12 0,-6 3 0,-1-1 0,0 0 0,-40 33 0,58-54 0,-528 409-166,213-177-3112,71-35-2690,93-59-2512,45-30-3411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0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944 790 14941,'-24'36'1834,"-1"-2"0,-2-1-1,-60 58 1,-8 9 758,-86 126-127,-175 287-1,334-478-2426,-7 7-32,2 2 0,1 2 1,-18 47-1,46-92-18,0-1-1,-1 0 1,1 0-1,0 0 1,0 0-1,0-1 0,-1 1 1,1 0-1,0-1 1,0 1-1,0-1 1,1-1-1,11-6-3,0-2 0,-1 0 0,0-1 0,-1 0 0,0-1-1,0 0 1,-1 0 0,9-16 0,6-4-3,542-566-213,-241 269 96,-283 283 119,697-693 165,-724 723-127,124-102 103,-124 106-87,1 1 1,0 0-1,1 1 0,0 1 1,1 1-1,30-9 1,-43 15-8,0 0 1,1 1-1,-1-1 1,1 2-1,-1-1 1,1 1 0,-1 0-1,1 1 1,0-1-1,-1 2 1,0-1-1,1 1 1,-1 0-1,0 0 1,0 1 0,0 0-1,0 0 1,0 1-1,-1 0 1,0 0-1,0 1 1,0-1-1,0 1 1,-1 0 0,1 1-1,-1 0 1,-1-1-1,8 12 1,1 6 46,-1-1 1,-1 1-1,-1 1 0,-2 0 1,0 1-1,-1-1 1,-1 1-1,2 30 0,7 208 294,-15-261-369,-13 522-207,0-71-4015,13-451 4179,0 62-2277,-2-1 1,-12 78 0,13-138 1235,-8-27-1165,7 17 2179,1-1 1,0 0-1,1 1 1,0-1-1,0 0 0,1 1 1,0-1-1,0 1 1,1-1-1,0 1 0,0-1 1,0 1-1,1 0 1,0 0-1,1 0 1,0 1-1,0-1 0,8-10 1,0 2 2,0 1 0,1 1 0,0-1 1,1 2-1,1 0 0,29-18 0,-8 10 22,1 2-1,1 2 1,65-20-1,127-20-116,175-9 13,5 27 378,-185 19 97,-185 16-304,0 1 0,45 4 0,-65 0-152,-1 1 0,0 0 1,0 2-1,0 0 0,0 1 0,24 12 1,109 61-1520,58 26-556,-179-92 1871,356 151-1802,-281-125 3169,190 42-1,-264-73-132,1-2 0,0-2 1,1-1-1,52-2 0,-77-2-498,0-1 0,-1 0 1,1-1-1,-1 0 0,0 0 1,0 0-1,0-1 0,0-1 1,-1 1-1,0-1 0,0-1 1,9-7-1,37-25-597,-34 27-377,31-17-2606,-13 16-1843,5 8-2988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1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957 11 15733,'2'-11'4410,"-13"19"-2584,-14 22-105,-38 86 2215,20-33-2535,-214 345 2016,-77 139-3125,289-477-1171,-62 175 1,89-206-313,2 1 0,2 1 1,4 0-1,-4 74 1,13-107-356,1-1 1,7 47 0,-3-54-473,0 0 0,9 22 1,27 50-9336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1.6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91 148 13125,'-75'-20'1607,"60"16"-102,41 2 842,46 3-1693,1 4 1,102 19-1,-36-4-480,2059 209-2756,17-144 927,-689-167 1997,-1029 18 1558,508-135 0,-863 163-1355,259-57 998,-336 83-1224,-64 10-298,0-1 0,1 1 1,-1 0-1,0 0 0,0-1 1,1 1-1,-1 0 1,0 0-1,0 0 0,1 1 1,-1-1-1,0 0 0,0 0 1,1 1-1,-1-1 0,0 0 1,0 1-1,0-1 0,0 1 1,0 0-1,0-1 0,0 1 1,0 0-1,0 0 0,0 0 1,0-1-1,0 1 0,0 0 1,0 0-1,-1 0 0,1 0 1,0 1-1,-1-1 0,1 0 1,-1 0-1,1 2 0,-1 1 44,0 0-1,0 0 0,0 0 0,-1-1 0,1 1 0,-1 0 0,0 0 0,-1-1 0,1 1 0,-3 5 1,-8 14 401,-29 40 0,4-8-11,-40 78 592,-81 196 0,-30 158-126,-17 170-335,153-436-1281,-26 234 1,56-81-1097,28 0-851,-5-316 2105,0-41 354,-1 0-1,0-1 1,-1 1-1,-1 0 1,-6 20-1,7-32 144,-1 0 0,0 0 0,0 0 0,0-1 0,-1 1-1,1-1 1,-1 0 0,0 0 0,0 0 0,-1 0 0,1 0 0,-1-1 0,0 1 0,0-1 0,0 0 0,0 0-1,-1-1 1,1 1 0,-1-1 0,0 0 0,1 0 0,-6 1 0,-8 2-5,-1-1 1,1-1-1,-1-1 1,-30 1-1,-79-11-52,102 6 86,-762-102 334,-1-42 552,444 80-552,-885-146 1695,-9 77-1506,248 89-3929,679 40-104,110 8-1732,-12 6-4426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2.4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751 0 14673,'-10'15'754,"0"1"0,1 0 0,0 0-1,1 1 1,1 0 0,1 1-1,-6 24 1,3-6 1105,-2-1 0,-1 0 0,-27 55 0,-65 96 2047,43-82-3254,-203 395-588,207-388-58,36-72-365,3 0-1,1 1 1,2 1 0,-15 63-1,12-5-4333,17-92 3609,0 0 0,0 0-1,1 1 1,0-1 0,0 0 0,0 0 0,1 1-1,0-1 1,1 0 0,2 10 0,12 13-10283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2.6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1 345 15721,'70'-115'2969,"-33"70"-613,13 3-352,11 2-344,6 7-356,10 6-308,13 6-247,10 3-413,21 15-616,6 18-553,7 12-83,7 18-400,-7 19-312,-17 17-480,-10 12-200,-33 13-877,-24 12-1331,-23 11-3505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3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35 987 12665,'-35'10'4503,"68"-17"-1761,71-11-1318,186-9 0,-95 13-1327,502-58-677,-5-28 132,-604 84 434,477-107 1044,-253 45 301,-301 76-1284,-1 0 1,0 1-1,1 0 0,-1 1 0,1 0 0,-1 1 0,1 0 1,-1 1-1,17 5 0,2 3 68,54 26-1,-58-23-27,1-2-1,39 12 1,-55-20-101,10 3-127,-1-2 0,1 0 0,-1-1 0,37 1 0,19-10-276,140-31 0,1 0 247,-154 30 138,285-40-1176,-146 14-186,-66 12 222,153-44 0,-195 35 1628,-1-4 0,-2-4 0,-1-4-1,157-101 1,-224 127-312,1 1-1,1 2 0,0 0 1,1 2-1,0 0 0,52-13 1,-46 17-1639,48-4 1,-59 9-784,0 2 1,23 1-1,17 8-6633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3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4 176 13801,'-3'-12'3513,"6"-3"-513,4 3-448,13-3-468,0 2-472,3 4-247,1 0-521,6 3-548,20-6-632,-13 3-804,0-3-517,-7-12-1287,3 6 44,-13 18-3069,7-9-5168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4.1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888 1 12301,'-83'96'2124,"16"-50"-91,-4 14 7,4 6-144,4 1-188,2 11-284,-2 18-260,-1 16-320,4 15-112,3 5-460,7 10-840,9 3-284,1-7-436,3 1-732,7-9-732,10-10-2925,7 4-4720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4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1 232 11657,'120'-63'1720,"-59"48"-140,6 0-224,3 0-287,4 3-145,-1 0-264,4 0-296,7-3-324,10 2-332,-4 1-424,-3-3-688,-10 0-465,-6 3-2499,-8 6-3369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4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235 287 12005,'-107'-76'2336,"74"31"-135,9 6-57,1 6-436,6 18-356,4-6-268,-1 0-400,14 2-2928,-3 1-392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5.3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0 153 11601,'0'0'1935,"4"0"-102,21-1-795,0-2 0,-1-1 0,30-9 0,28-4-192,124-7 159,231 3 1,-305 17-883,427-14-37,1809-29-2911,-1417 58 295,-445-3 645,-394-7 1305,827-2-6001,-650-4 1379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7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308 570 9965,'0'0'1699,"-1"3"20,-10 28 1573,-11 31 3569,2-25-5034,13-24-1076,1 0 1,0 1-1,0 0 1,-6 27-1,10-34-667,1-3 278,0-2-230,0 0 1,0 1-1,0-1 1,0 0-1,0 1 0,0-1 1,1 1-1,-1 0 0,1-1 1,0 1-1,-1-1 0,2 6 1,3-4 114,-1-1-1,1 1 1,-1 0 0,0 0-1,5 8 1,1-1-247,-5-9 0,3 0 0,23-5 0,-14-3 0,-15 6 0,0 0 0,-1 0 0,1 0 0,0-1 0,-1 1 0,1 0 0,-1 0 0,1-1 0,-1 1 0,1-1 0,-1 1 0,1 0 0,-1-1 0,1 1 0,-1-1 0,1 1 0,-1-1 0,0 0 0,1 1 0,-1-1 0,0 1 0,0-1 0,1 0 0,-1 1 0,0-1 0,0 1 0,0-1 0,0 0 0,0 0 0,-4-6 0,-5-12 0,2 16 0,3 2 0,-4-3 0,1 0 0,-1 1 0,0 0 0,0 0 0,0 1 0,0 0 0,-1 0 0,1 1 0,0 0 0,-16 0 0,-5 0 0,15-1 0,0-1 0,-1 0 0,-15-6 0,-37-11 0,55 18 0,23 6 0,19 6 0,-10-9 0,27-17 0,-12 2 0,72-13 0,128-14 0,-142 26 0,1746-227 0,-985 181 0,-329 26 0,485-83 0,-761 70 0,-215 41 0,0-1 0,0-2 0,54-22 0,-87 31 0,1 0 0,0 1-1,-1-1 1,1 0 0,0 0 0,-1 0-1,1 0 1,-1 0 0,1-1 0,-1 1-1,0 0 1,0-1 0,1 1 0,-1-1-1,0 1 1,0-1 0,0 0 0,-1 1-1,1-1 1,0 0 0,0-2 0,-1 3-32,0-1 0,0 0 1,0 1-1,-1-1 0,1 0 1,0 1-1,-1-1 0,0 1 0,1-1 1,-1 1-1,0-1 0,1 1 1,-1 0-1,0-1 0,0 1 1,0 0-1,0 0 0,0-1 1,-1 1-1,1 0 0,0 0 1,-2-1-1,-9-4-721,0 0 1,-1 1-1,0 0 1,0 1-1,0 0 0,-1 1 1,1 1-1,-18-2 1,-77-5-7478,-18 8-5816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8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 88 12365,'-3'-6'250,"-1"-2"413,1-1 0,0 1 1,0-1-1,1 0 0,0 0 0,-2-21 8439,2 35-7123,-5 26-738,0 0 1,2 0-1,-1 48 1,-1 3-1116,-88 511-126,82-521 0,-60 259 28,7-35-350,64-285 246,-33 178-2855,10 0-3609,23-161 2768,3 52-1,15 21-8624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9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1 731 13933,'123'-77'4573,"13"-6"-1721,220-90-1110,-51 27-1201,-42 20 286,-273 144 813,-30 30-465,-1-2 0,-91 79 1,13-15-123,36-27-188,-141 185 0,219-261-891,-1 0-1,1 1 1,1 0-1,0 0 1,0 0 0,0 1-1,1-1 1,0 1-1,-2 14 1,5-21-10,0 0-1,0-1 1,0 1-1,0 0 1,0 0-1,1 0 1,-1 0 0,0 0-1,1-1 1,0 1-1,-1 0 1,1 0-1,0-1 1,0 1 0,0 0-1,0-1 1,0 1-1,0-1 1,1 1-1,-1-1 1,0 0 0,1 0-1,-1 1 1,1-1-1,-1 0 1,1 0-1,0 0 1,-1-1 0,1 1-1,0 0 1,2 0-1,7 2-220,-1-1-1,1 0 0,0 0 0,14-1 1,-20 0 161,47 0-955,0-3-1,101-15 1,106-36-1643,-166 32 1588,482-127-4646,-286 70 4646,-254 69 1144,172-52 1071,-178 51-547,0-2-1,-1-1 0,-1-1 0,48-33 0,-68 41-292,0-1 0,0 0 0,0 0 0,-1-1 1,0 0-1,-1 0 0,8-15 0,-9 16-160,0 0-1,0 0 1,0 0-1,1 1 1,0-1 0,0 1-1,1 0 1,0 1-1,0 0 1,9-7-1,1 4-64,-1 1-1,1 1 0,0 1 0,0 0 0,0 1 0,31-4 0,93-1-26,-120 9-11,368-16-216,-354 13 158,-1-2 1,0-1-1,39-12 0,96-39-567,-12 4-122,-79 30 393,19-6-144,156-28 0,-236 55 481,52-8-9,1 2 0,0 3 0,74 5 0,142 8-4470,-37-3-447,67 35 4722,-223-17 2884,-48-12-500,-38-8-2065,1-1 1,0 0 0,0-1 0,0 0 0,8 1-1,-11-2-517,0-1 0,0 1 0,0-1 0,0 0 0,0 0-1,-1 0 1,6-2 0,10-8-3479,9-3-1967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9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1 383 16834,'2'-3'4814,"-3"2"-4742,16 2 2454,29 6-1032,-20-3-256,143 12 2969,81-2-2663,-118-7-1506,236 9-824,0-16-1,512-65 1,-537 3-3053,-281 47 2358,0-3 1,-1-3-1,84-41 1,-121 51 193,0-2 1,-1-1-1,0 0 1,-2-1 0,0-1-1,30-32 1,4-22-7372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39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433 13 13753,'-16'-5'768,"-3"-1"220,4 5 3333,14 5-2077,-4 17-847,1 1 0,2-1 0,0 1 0,2 33 0,2-20-412,2-1-1,11 42 0,10 16-620,41 95 0,-63-179-337,152 371-27,59 165 0,-198-496 0,-3 0 0,-2 0 0,-2 1 0,6 98 0,-15-119 0,-1 0 0,-1 0 0,-1 0 0,-2 0 0,-1 0 0,-1-1 0,-1 0 0,-1 0 0,-2-1 0,-16 31 0,6-22-243,-1-2 0,-2 0 0,-1-1 1,-2-1-1,-1-1 0,-39 31 0,35-35-688,0-2-1,-2-1 1,-1-2-1,-1-1 1,-1-2-1,-45 16 1,-156 40-9832,141-40-37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0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235 172 17870,'-20'-51'6096,"9"36"-3200,1-3-587,-10 9-321,4-3-380,-8 3-1608,-16-3 0,27 9 0,-11-6 0,4 0-904,0-3-2424,3 0-589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1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756 1676 13613,'-14'42'16624,"8"-29"-14342,0 2-2036,10-10-233,-3-5-14,1 1 0,-1 0 0,0-1 1,1 1-1,-1 0 0,0 0 0,0 0 1,1 0-1,-1 0 0,0 0 0,0 1 1,0-1-1,0 2 0,14 35 1,-13-35 0,-1-1 0,1 1 0,0-1 0,0 0 0,-1 0 0,1 1 0,1-1 0,-1-1 0,0 1 0,0 0 0,1 0 0,-1-1 0,1 0 0,-1 1 0,1-1 0,0 0 0,0 0 0,-1 0 0,1-1 0,0 1 0,0-1 0,0 1 0,0-1 0,0 0 0,4-1 0,6 0 0,-1-1 0,1 0 0,-1-1 0,16-5 0,-27 8 0,25-11 0,0 0 0,0-2 0,-1-1 0,0-1 0,29-23 0,-19 13 0,246-191 0,-123 90 0,-21 16 0,-6-6 0,-4-6 0,-6-5 0,-6-5 0,185-275 0,-259 346 0,-22 34 0,0-1 0,-2-1 0,-1 0 0,-1-1 0,11-32 0,-25 59 0,-1 0 0,1 1 0,0-1 0,-1 0 0,1 0 0,-1 0 0,0 0 0,0 0 0,0 0 0,-1 0 0,1 0 0,-1 0 0,1 0 0,-1 1 0,0-1 0,-2-4 0,2 6 0,-1-1 0,1 0 0,0 1 0,-1-1 0,0 1 0,1-1 0,-1 1 0,0 0 0,0 0 0,1 0 0,-1 0 0,0 0 0,0 0 0,0 0 0,0 1 0,-1-1 0,1 1 0,0 0 0,0-1 0,0 1 0,0 0 0,0 0 0,-4 1 0,-7 0 0,1 0 0,-1 2 0,0-1 0,1 2 0,-1 0 0,-17 8 0,-74 42 0,22-4 0,1 4 0,4 4 0,1 3 0,4 3 0,2 4 0,3 2 0,-71 98 0,65-66 0,4 3 0,5 3 0,4 2 0,5 3 0,-46 140 0,71-162 0,3 1 0,5 1 0,3 2 0,5-1 0,4 2 0,4 0 0,5 0 0,3 0 0,29 180 0,43 37 0,-35-165 0,-35-130 0,0-1 0,-1 1 0,-1 0 0,-1-1 0,0 1 0,-1 0 0,-1 0 0,-7 34 0,5-40 0,0-1 0,-1 0 0,-1 0 0,0 0 0,0-1 0,-1 1 0,0-2 0,-1 1 0,0 0 0,-1-1 0,0-1 0,0 1 0,-1-1 0,-15 11 0,-3-2 0,0 0 0,-1-2 0,0-2 0,-1 0 0,-1-2 0,-31 8 0,-193 34 0,201-44 0,-399 46-27,394-49-78,41-3-331,0-1 0,0-1 1,1-1-1,-1 0 0,0-1 0,0-1 0,-19-4 1,35 6 304,0 0 0,0 0 0,0 0 0,0-1 1,0 1-1,1 0 0,-1 0 0,0-1 0,0 1 1,0-1-1,1 1 0,-1-1 0,0 1 0,1-1 1,-1 1-1,0-1 0,1 1 0,-1-1 0,1 0 1,-1 1-1,1-1 0,-1 0 0,1 0 0,-1 1 1,1-1-1,0 0 0,-1 0 0,1 0 0,0 1 0,0-1 1,0 0-1,0 0 0,0 0 0,0 0 0,0 0 1,0 0-1,0 1 0,0-1 0,0 0 0,0 0 1,1 0-1,-1 0 0,0 1 0,0-1 0,1 0 1,-1 0-1,1 1 0,-1-1 0,1 0 0,0-1 1,3-2-913,-1-1 1,0 1 0,1 0-1,0 0 1,0 0 0,9-6-1,49-21-11154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2.2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678 632 15441,'-16'1'1047,"0"0"715,1 0 9092,12 4-9535,-141 247 817,-86 161-1869,165-283-297,-61 175 1,108-253 29,-17 93 0,31-123 0,1 0 0,1 0 0,1 0 0,1 0 0,1 0 0,1 0 0,5 25 0,-5-39 0,0 0 0,1-1 0,0 1 0,0-1 0,1 1 0,-1-1 0,2 0 0,-1-1 0,1 1 0,0-1 0,0 1 0,1-2 0,9 9 0,-7-8 0,1 0 0,0-1 0,0 0 0,0 0 0,0-1 0,1-1 0,0 1 0,-1-2 0,18 4 0,-4-4 0,0 0 0,0-2 0,1 0 0,-1-2 0,0 0 0,0-2 0,0-1 0,38-12 0,-20 1-15,-1-1-1,-1-2 1,-1-2 0,-1-2 0,-1-1-1,-1-1 1,-1-2 0,50-52 0,-29 19-262,-2-2 1,-4-2 0,72-122 0,-81 114 182,-4-2 1,-3-2-1,-3-1 1,-4-1-1,-3-1 1,-3-1 0,-4-1-1,-4-1 1,-3 0-1,-4 0 1,-3-1-1,-4 1 1,-24-157-1,21 211 77,-2 0 0,0 1 0,-2 0 1,-1 0-1,-1 1 0,-2 0 0,0 1 0,-23-32 0,29 48 12,-1 0 1,0 0-1,0 1 0,0 0 0,-1 1 0,0 0 0,-1 0 1,0 1-1,-20-10 0,21 13 4,0 0 0,0 0 0,-1 1 0,1 1 0,0-1 1,-1 1-1,1 1 0,-1 0 0,1 0 0,-1 1 0,1 0 0,-1 1 0,-13 4 0,1 1 6,0 1 0,1 2-1,0 0 1,1 1-1,0 1 1,0 0-1,2 2 1,0 1-1,0 0 1,-18 21 0,-3 8 15,2 2 0,-57 91 0,64-88-6,2 1 0,-27 69-1,46-96-4,1 1-1,1 0 1,1 0-1,1 0 0,2 1 1,0-1-1,2 47 1,2-46-1,2-1 1,0 0-1,2 1 1,1-2-1,1 1 1,0-1-1,16 31 1,-15-39-3,0 0-1,1-1 1,1 0 0,0-1 0,1 0 0,1-1 0,0 0 0,0-1 0,1 0 0,1-1 0,22 13-1,-10-8 4,1-3-1,0 0 1,1-1 0,33 7-1,117 17 12,-115-24-24,110 32 0,-157-38 0,0 1-1,-1 1 0,0 1 1,0 0-1,-1 1 1,0 0-1,18 17 1,-23-18 23,-1 0 0,-1 1 1,1 0-1,-2 0 0,1 1 1,-1 0-1,-1 0 0,1 0 1,-2 1-1,1 0 0,3 18 0,-3-5 51,-2-1-1,-1 1 0,-1-1 0,0 1 1,-2 0-1,-1-1 0,-1 1 0,-1-1 0,-1 1 1,-1-1-1,-1-1 0,-1 1 0,-13 24 1,-4 4 56,-3-2 0,-1 0 1,-3-2-1,-52 60 0,2-17 91,-157 135-1,-114 56-111,290-233-135,-165 118-620,62-47-2580,151-107-210,29-18-632,-11 5 3880,36-18-6635,15-12-4498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2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410 23 13417,'0'-1'302,"0"0"0,0 1-1,0-1 1,0 0 0,0 0-1,0 0 1,0 0 0,-1 0-1,1 1 1,0-1 0,0 0-1,-1 0 1,1 0 0,0 1-1,-1-1 1,1 0 0,-1 0-1,1 1 1,-1-1 0,0 1 0,1-1-1,-1 0 1,1 1 0,-1-1-1,0 1 1,0-1 0,1 1-1,-1 0 1,0-1 0,0 1-1,0 0 1,1-1 0,-1 1-1,0 0 1,0 0 0,0 0-1,0 0 1,1 0 0,-2 0-1,-16 7-34,16-5-78,0 1 0,-1 0 0,1 1 0,0-1 0,1 0-1,-1 0 1,1 1 0,-1-1 0,1 1 0,0-1 0,-1 8 0,-3 7 138,-114 277 2817,42-117-1967,-23 113-1067,85-235-112,3 1-1,2 0 1,-2 75 0,12-105 2,1-1 0,1 1 0,2-1 0,0 0 0,2 0 0,0 0 0,2-1 0,1 0 0,1 0 0,2-1 0,0 0 0,1-1 0,1-1 0,1 0 0,1-1 0,1 0 0,1-2 0,1 0 0,0-1 0,31 21 0,-10-10 0,1-3 0,2-1 0,0-2 0,2-2 0,47 15 0,-51-23-490,0-2 1,46 6-1,226 26-6559,-132-33-1437,-42-12-4293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2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19 17142,'10'3'3476,"0"-24"7485,10 24-9773,4 0-1188,-28 21 0,4-3-1204,-10-6-2176,-7 21-201,1 3-3643,-18-5-7170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3.7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71 450 7009,'-16'-3'7436,"-7"11"-1514,5 0-2932,5-4 2037,30-3 868,-1 0-7434,422 13 1568,-38-1-31,1122 51 2,2-35 0,158-52 0,-10-79 0,-1171 41 0,-376 39 0,236-75 0,-319 83 0,65-34 0,-96 42 0,0 0 0,-1-1 0,1 0 0,-2 0 0,1-1 0,-1 0 0,0-1 0,-1 0 0,0-1 0,9-13 0,-16 21 2,0 0 0,0-1 0,0 1-1,0 0 1,-1 0 0,1-1 0,-1 1 0,0 0 0,1-1 0,-1 1-1,0 0 1,-1-1 0,1 1 0,0 0 0,-1-1 0,1 1 0,-1 0-1,1-1 1,-1 1 0,0 0 0,0 0 0,0 0 0,-3-4 0,1 2-112,1 1 1,-1-1 0,0 1-1,0-1 1,-1 1 0,1 0 0,-1 0-1,1 1 1,-1-1 0,0 1-1,-4-3 1,-3 1-1169,0 1 0,0 0-1,0 0 1,-20-1 0,-21 0-7123,-4 1-5323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2548 68 7289,'0'-17'871,"1"13"-547,-1 1 1,0-1-1,0 0 0,0 0 1,0 1-1,-1-1 1,0 0-1,1 1 1,-1-1-1,-4-8 3930,2 12-2643,-1-1-1370,0 1 0,1 0 1,-1 0-1,0 0 0,0 1 1,1-1-1,-1 1 0,1 0 0,-1 0 1,1 0-1,-1 1 0,1-1 0,-1 1 1,1 0-1,0 0 0,0 0 1,-4 3-1,-5 6 572,0 0 0,-18 24-1,18-20-326,-43 56 2549,-84 150 0,53-79-1406,-332 470-1130,298-442-466,-165 233-33,-176 252 0,28 15 0,206-252-298,96-135-4668,117-252 2888,-9 35 0,19-55 920,2 1 0,-1-1 1,2 0-1,-1 1 0,2-1 0,0 17 1,2-17-1295,0 0 0,0-1 1,1 1-1,6 13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4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81 115 9529,'-11'-5'552,"8"4"-372,1 0 1,-1 0-1,1 0 0,-1 0 1,1-1-1,0 1 0,0-1 1,0 0-1,0 1 0,0-1 1,0 0-1,0 0 0,1 0 1,-1 0-1,-1-3 1,2 2 1567,-32-11 3298,56 4-4788,0 0 0,0 2-1,1 1 1,1 1 0,-1 1-1,1 1 1,38-1 0,386-5 441,6 30-480,-309-12-166,936 53 166,-282-8-145,-628-41-61,820 63 29,1143 69 15,-1388-134 66,-525-20-128,294-52-1,-440 47-148,-1-3-1,114-44 0,-132 38-1689,94-54 0,-146 75 1521,-1 0-1,1 1 1,0 0-1,1-1 1,-1 2-1,0-1 1,1 1-1,-1-1 1,1 1-1,-1 1 1,1-1-1,-1 1 1,8 0-1,-2 2-305,0 1-1,0 0 1,0 0 0,18 9-1,5 1-1179,8-5-2136,-18-3 1200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5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1055 387 5881,'-1'-9'457,"-1"-1"0,2 1 0,-1 0 1,1 0-1,0-1 0,1 1 1,2-11-1,-2 15-166,0 0-1,1-1 1,-1 1-1,1 0 1,1 0 0,-1 1-1,1-1 1,-1 0-1,1 1 1,1-1-1,-1 1 1,1 0 0,6-6-1,84-55 3218,-30 23-1300,-53 35-1951,1-1-1,1 2 1,-1-1-1,1 2 0,0 0 1,15-4-1,81-13 397,-72 17-187,38-12 0,-45 8-84,-15 6 155,-1-1-1,25-11 1,-27 30 282,-10-11-702,0 1 0,-1 0 0,0-1 0,0 1 0,-1 0 0,1 0 1,-1-1-1,0 1 0,0 0 0,0 0 0,-2 5 0,-15 60 785,11-46-552,-180 556 4071,107-350-4246,-188 551-175,2-90 0,77-224 0,-211 644-2659,292-803-905,-13 37-7110,61-164-2212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6.0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1220 0 9117,'-5'8'379,"0"1"1,1-1-1,0 1 1,0 0-1,1 0 1,-2 9-1,-45 226 6872,-33 238-1289,38-205-4262,2-37-914,-11-3 0,-143 395-1,-274 370-6587,423-916 4562,-51 92-2141,40-57-2838,19-30-3198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6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166 405 11813,'-40'29'779,"24"-18"-230,2 0 0,-1 1 0,1 0 0,-15 19 0,23-25 35,1 1 1,1-1 0,-1 1 0,1 1-1,1-1 1,-6 15 0,8-21-519,1 0 1,0 0-1,0 0 1,0 0 0,0 0-1,0 0 1,0 0-1,0 0 1,0 0-1,0 0 1,0 0-1,0 0 1,1 0-1,-1 0 1,0 0 0,1 0-1,-1 0 1,1 0-1,-1 0 1,1 0-1,1 2 1,23 16 709,-12-12-512,1-1-1,20 5 0,-34-11-256,58 15 358,1-3 1,0-2-1,98 2 0,-101-8-247,587 25-519,0-27 0,1044-133 0,366-193-1747,-1672 244 1210,-18-24-1935,-326 91 1541,55-30 1,-40 13-4008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8.2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13337,'57'-24'2960,"-23"8"-1648,1 2 1,0 2-1,71-15 1,96 0 1035,242-1 0,-436 28-2280,7-1 129,1 1-1,0 1 1,22 4 0,-35-5-113,1 1 0,0 0 0,-1 0 1,1 0-1,-1 1 0,1-1 0,-1 1 0,0 0 1,1 0-1,-1 0 0,0 1 0,0-1 1,0 1-1,-1-1 0,1 1 0,-1 0 0,1 0 1,-1 0-1,3 6 0,-2-2 119,-1 0 0,0 1 0,0-1 0,0 1 0,-1 0 0,0 0 0,-1 0 0,1-1 0,-2 1 0,1 0 0,-3 14 0,-4 9 477,-16 48 0,18-62-597,-232 605 16,217-574-92,-8 19-7,-44 111 0,54-129 65,-15 68 1,29-96-1013,0 1 1,1 22 0,3-30-1010,0 0 0,1 0 0,0 0 0,5 15 0,2-9-4712,7-7-3959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8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1 192 9573,'23'-14'1363,"1"1"-1,0 1 1,1 1 0,45-13 0,7 11 40,2 3 1,94 2-1,-83 4-794,-62 3-443,0 0 0,0 2-1,1 1 1,-1 2 0,-1 0 0,36 11 0,-60-14-142,-1 0 0,1 0 0,-1 1 0,0-1 0,1 0 0,-1 1 1,0-1-1,0 1 0,0 0 0,0 0 0,0 0 0,0 0 0,0 0 1,-1 0-1,1 1 0,-1-1 0,0 0 0,1 1 0,-1-1 0,0 1 0,0-1 1,-1 1-1,1 0 0,0-1 0,-1 1 0,0 4 0,0 3 50,0 0-1,-2 0 1,1 0-1,-1 0 1,-5 14-1,4-12 9,-23 64 323,18-55-316,0 1 1,2 0 0,0 1 0,-4 33 0,10-50-76,0 1 0,0-1 0,0 1 0,1-1-1,0 0 1,0 1 0,0-1 0,1 0 0,0 0 0,0 0-1,1 0 1,0 0 0,0 0 0,0-1 0,0 0-1,1 1 1,0-1 0,0 0 0,1-1 0,7 8 0,-2-5 8,1 0 1,-1-1-1,1 0 1,0-1 0,0 0-1,1-1 1,-1 0-1,1-1 1,0 0 0,0-1-1,0 0 1,0-1-1,0 0 1,1-1-1,-1 0 1,0-1 0,0-1-1,17-3 1,-18 2 28,0 0 1,-1 0 0,1-1-1,-1-1 1,0 1 0,0-2-1,0 1 1,-1-2-1,10-6 1,-13 7 1,0 1 1,0-1 0,-1 0-1,0-1 1,0 1-1,-1-1 1,1 0-1,-1 0 1,-1 0-1,0-1 1,0 1-1,0-1 1,2-9-1,-2-2-13,-1 1-1,-1-1 0,-1 1 1,0-1-1,-1 1 0,-1-1 0,-1 1 1,-1 0-1,-7-22 0,-3-2-252,-1 0 0,-37-66 0,48 99-123,-1 0 0,-1 1 0,0 0 0,0 0 1,0 1-1,-1-1 0,0 1 0,0 1 0,-9-7 0,14 11 15,0 1-1,-1 0 1,1 0-1,0 0 1,-1 0-1,1 0 1,-1 0-1,1 1 1,-1-1-1,1 1 0,-1-1 1,0 1-1,-2 0 1,3 0-102,0 1 0,0-1 0,0 0 0,1 1 0,-1-1 0,0 1 0,0 0 0,1-1 0,-1 1 0,0 0 0,1 0 0,-1 0 0,1 0 0,-1 0 0,1 1 0,-1-1 0,1 0 0,0 1 0,-2 2 0,-7 11-6407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9.3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325 228 10901,'-24'0'1944,"0"1"0,0 1 0,-23 6 0,33-4-1264,0 0 1,-1 0-1,1 2 0,1 0 0,-24 13 1,26-10-385,0-1 1,1 1 0,1 1-1,0 0 1,0 0-1,0 1 1,2 0 0,-11 18-1,17-26-272,0-1-1,0 1 1,0-1-1,1 1 1,-1-1-1,1 1 1,0-1-1,0 1 1,0-1-1,0 1 1,0 0-1,0-1 1,1 1-1,-1-1 1,1 1-1,0-1 1,-1 1-1,1-1 1,0 0-1,1 1 1,-1-1-1,0 0 1,1 0-1,-1 0 1,1 0-1,0 0 1,3 3-1,0 0 16,0-1 0,0 0 1,1 0-1,0 0 0,-1-1 0,1 0 0,1 0 0,-1 0 1,8 1-1,-6-1-18,0-1-1,1 0 1,-1 0 0,0-1 0,1 0 0,-1-1 0,0 0-1,1 0 1,-1-1 0,1 0 0,-1 0 0,16-5-1,-12 1-15,0 0-1,0 0 0,0-1 1,-1-1-1,0 0 0,0 0 1,-1-1-1,0 0 0,0-1 1,-1-1-1,0 1 0,0-1 1,10-17-1,-11 13-13,-1-1 1,0 0-1,-1 0 0,-1-1 1,0 0-1,-1 0 1,0 0-1,1-25 0,-4 30-15,-1 1-1,0-1 0,0 1 1,-1-1-1,-1 1 0,1 0 1,-2-1-1,1 1 1,-2 0-1,1 0 0,-1 1 1,-1-1-1,1 1 0,-8-10 1,9 15-126,-1 0 0,1 0 0,-1 0 0,0 0-1,0 1 1,-1 0 0,1 0 0,-1 0 0,0 0 0,0 1 0,1 0 0,-2 0 0,1 0 0,0 0 0,0 1 0,0 0 0,-1 0 0,1 0 0,-1 1 0,1 0 0,0 0 0,-1 0 0,1 1 0,-1-1-1,-5 3 1,3-1-391,1 0 0,0 0 0,0 1 0,0 0 0,0 0 0,0 1 0,-10 7 0,12-7-255,0 0-1,0 1 1,1-1-1,-1 1 1,1 0 0,0 0-1,0 0 1,1 1-1,-4 5 1,-4 22-6388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49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577 9 13141,'0'-1'174,"-1"1"-1,0-1 0,1 0 1,-1 1-1,0-1 0,1 1 1,-1-1-1,0 1 1,0-1-1,1 1 0,-1-1 1,0 1-1,0-1 1,0 1-1,0 0 0,1 0 1,-1 0-1,0-1 0,0 1 1,0 0-1,0 0 1,0 0-1,0 0 0,0 0 1,0 1-1,1-1 1,-1 0-1,0 0 0,0 0 1,0 1-1,0-1 0,-1 1 1,0 1 274,0 1-1,-1-1 1,1 1 0,0-1 0,1 1 0,-1 0-1,-2 5 1,-4 5-270,-108 161 4615,-4-3-3316,5-9-1311,83-112-1332,1 2 0,3 1 0,-27 72-1,49-113 456,2 0 0,0 1-1,1 0 1,0 0 0,0 0 0,2 0-1,-1 23 1,2-32 487,1-1-1,-1 0 1,1 0-1,0 0 0,-1 0 1,2 1-1,-1-1 1,0 0-1,0-1 1,1 1-1,0 0 1,0 0-1,-1-1 1,1 1-1,3 2 1,-2-3 85,1 1 1,-1-1-1,1 0 1,-1 0 0,1 0-1,0-1 1,-1 0-1,1 1 1,0-1 0,0 0-1,0-1 1,0 1-1,0-1 1,0 0 0,5 0-1,4-1-14,0 0 1,1-1-1,-1 0 0,0-1 1,17-6-1,67-31 1667,2 1 2259,-95 38-2863,-4 4-65,0 7-492,-1-1 0,0 1 0,-1 0-1,0 0 1,0-1 0,-1 1 0,0-1 0,-1 0 0,-6 11-1,-12 43 1561,46-41-1034,-21-22-844,-1 0 0,1 0-1,-1 1 1,1-2 0,-1 1 0,1 0 0,-1 0-1,1-1 1,-1 1 0,1-1 0,-1 0 0,1 0-1,-1 0 1,0 0 0,3-2 0,0 1-1,1-1 0,-1-1 0,0 1 0,-1-1 0,1 0 1,-1 0-1,1 0 0,-1 0 0,0-1 0,-1 0 0,4-6 0,1-3-25,0-1-1,8-25 0,-10 23-376,1 1 0,9-17 0,-14 28 160,1 0 0,-1 0 0,0 0-1,0 0 1,0 0 0,-1 0-1,0-1 1,0 1 0,0 0 0,-1-10-1,0 12-96,0 1 0,-1-1 0,1 1 0,-1-1 0,1 1-1,-1-1 1,0 1 0,0 0 0,0-1 0,-2-2 0,2 3-163,-1 0 1,1 1-1,0 0 1,-1-1-1,1 1 0,-1 0 1,0-1-1,1 1 1,-1 0-1,0 0 1,1 1-1,-1-1 0,0 0 1,0 1-1,-2-1 1,-13-3-8651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0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81 13129,'25'-30'2901,"-20"22"-925,1 0-1,0 1 1,0 0-1,17-14 6108,-24 31-7444,-4 9-623,0 1 0,-2-2 0,0 1 0,-1-1 1,-1 0-1,-17 26 0,-4 5 96,-84 128-1413,49-94-2324,43-59 82,-30 26-1,15-17-3247,3 0-4300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0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303 1 10589,'-17'19'584,"8"-8"-56,0-1 1,0-1 0,-1 1 0,0-1 0,-16 10 0,9-6 624,1 1 0,1 0-1,0 1 1,-17 23 0,-25 25 640,51-56-1519,0-1 1,1 1 0,-1 1 0,1-1 0,1 1 0,-1 0-1,1 0 1,1 0 0,-1 0 0,1 1 0,1-1-1,0 1 1,0 0 0,0 0 0,1 15 0,2-21-215,0 1 0,0-1 0,0 1 1,1-1-1,0 1 0,-1-1 0,2 0 1,-1 0-1,0 0 0,0 0 0,1-1 0,-1 1 1,1 0-1,5 3 0,-7-6-53,7 6 72,0-1 0,1 1 0,-1-2 0,1 1 0,0-1 0,1-1 1,-1 0-1,1 0 0,-1-1 0,1 0 0,13 1 0,9-1 50,1-1-1,34-4 1,20-5-75,0-4 0,87-24 1,163-69-3027,-96 0-2517,-86 25-3540,-91 48 795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0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 8649,'17'-9'5920,"-10"-3"-6328,-1-3-696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7.9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506 1353 8573,'23'-9'1037,"-16"6"3608,-20 15 2009,0-5-3025,9-3-4265,-2 10 8528,6-5-6919,0-8-973,0-1 0,0 1 0,0-1 0,0 1 0,0 0 0,0-1 0,0 1 0,1-1 0,-1 1 0,0-1 0,0 1 0,0 0 0,1-1 0,-1 1 0,0-1 0,1 1 0,-1-1 0,0 1 0,1-1 0,-1 0 0,1 1 0,0 0 0,2-2 0,1-1 0,0 1 0,-1 0 0,1-1 0,-1 0 0,0 0 0,0 0 0,0 0 0,0 0 0,5-5 0,0 1 0,29-19 0,-12 9 0,-1-2 0,-1 0 0,-1-1 0,37-39 0,-34 25 0,-2-1 0,0-2 0,-3 0 0,-1-1 0,-1 0 0,-3-2 0,12-42 0,0-19 0,22-169 0,-37 181 0,-4-1 0,-7-159 0,-1 242 0,-1 0 0,1 0 0,-1 0 0,0 0 0,-1 0 0,0 1 0,0-1 0,-4-9 0,4 13 0,1 0 0,-1 0 0,1 0 0,-1 0 0,0 1 0,0-1 0,0 0 0,0 1 0,0 0 0,0-1 0,0 1 0,-1 0 0,1 0 0,0 0 0,-1 0 0,1 1 0,0-1 0,-1 1 0,1-1 0,-1 1 0,1 0 0,-1 0 0,-4 0 0,-2 1 0,0 1 0,0-1 0,1 1 0,-1 1 0,0 0 0,1 0 0,0 0 0,0 1 0,0 1 0,0-1 0,0 1 0,1 0 0,0 1 0,0 0 0,-8 8 0,-9 14 0,0 0 0,-29 46 0,39-54 0,-50 80 0,4 3 0,5 2 0,4 2 0,-40 126 0,79-197 0,1 2 0,2-1 0,2 1 0,2 0 0,1 1 0,2 0 0,1-1 0,2 1 0,2-1 0,2 1 0,1-1 0,2 0 0,1-1 0,2 0 0,2 0 0,2-1 0,0-1 0,3 0 0,26 39 0,4-6 0,95 106 0,73 46 0,-129-134 0,-86-86 0,108 120 0,-99-109 0,-1 2 0,-1-1 0,0 1 0,-1 1 0,0-1 0,-1 1 0,0 1 0,4 19 0,-9-27 0,0 0 0,-1 0 0,1 0 0,-2 0 0,1 0 0,-1 1 0,0-1 0,0 0 0,-1 0 0,0-1 0,0 1 0,-1 0 0,1 0 0,-2-1 0,1 0 0,-1 0 0,0 0 0,0 0 0,0 0 0,-1-1 0,0 0 0,-8 7 0,-6 4 0,-1 0 0,-1-2 0,-1 0 0,0-2 0,-24 11 0,-46 17 0,-183 54 0,-106-6 0,247-70-32,132-18-56,-1 1 0,1-1 1,-1 0-1,0-1 0,1 1 0,-1 0 1,1-1-1,-1 1 0,1-1 0,-1 0 1,1 0-1,-3-1 0,4 1-58,0 0 1,0 1-1,0-1 0,0 0 0,0 0 0,0 0 1,0 0-1,0 0 0,1 0 0,-1 0 0,0 0 1,1 0-1,-1-1 0,1 1 0,-1 0 0,1 0 0,-1-3 1,1 1-185,0 0-1,0 1 1,0-1 0,0 0 0,1 0 0,-1 0 0,1 0 0,0 1 0,0-1-1,0 0 1,0 1 0,0-1 0,1 1 0,-1-1 0,1 1 0,-1-1 0,1 1 0,3-3-1,3-2-1527,0 0 0,0 0-1,13-7 1,37-18-10422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9.1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49 13861,'-61'-40'3007,"49"32"4332,18 19-3730,-5-11-3532,-1 1 1,1-1-1,-1 1 0,1 0 0,-1-1 0,1 1 1,-1 0-1,1-1 0,-1 1 0,0 0 0,1-1 1,-1 1-1,0 0 0,1 0 0,-1 0 0,0-1 1,0 1-1,0 0 0,0 0 0,0 0 0,0 1 1,-2 4 310,0-1 1,0 1 0,0 0 0,-1-1 0,-4 7-1,-5 10 239,-37 88-363,-34 78-227,66-144-40,2 1 1,-11 59-1,23-89 3,2 0 0,-1 0 0,2 0 0,0 0 0,0 0 0,2 0 0,-1 0 0,2-1 0,0 1 0,1 0 0,1-1 0,0 0 0,1 0 0,0 0 0,1-1 0,1 0 0,0 0 0,0-1 0,1 0 0,1-1 0,0 1 0,1-2 0,0 0 0,0 0 0,1-1 0,1 0 0,-1-1 0,1-1 0,1 0 0,-1 0 0,1-2 0,28 9 0,-16-8-33,0 0 1,0-2-1,1-1 0,0-1 1,-1-2-1,1 0 0,-1-2 1,1-1-1,-1 0 0,0-3 1,34-10-1,-30 6-141,-1-2 0,0-1 0,-1-2 0,0 0 0,-1-2-1,-1-1 1,-1-1 0,0-2 0,25-27 0,-25 22 107,-2-2-1,0 0 1,-3-2 0,30-54-1,-48 82 95,-1-1 0,1 1 0,-1-1 0,0 1 0,0-1 0,0 0 0,-1 1 0,1-1 0,0 0 0,-1 0 0,0 0-1,0 1 1,0-1 0,0 0 0,0 0 0,0 1 0,-1-1 0,1 0 0,-1 0 0,0 1 0,0-1 0,0 0 0,0 1-1,-1-1 1,1 1 0,-2-3 0,1 3 20,-1 1-1,1-1 0,0 1 0,0-1 1,-1 1-1,1 0 0,0 0 1,-1 0-1,0 0 0,1 0 0,-1 1 1,1-1-1,-1 1 0,0 0 1,1 0-1,-1-1 0,0 2 0,1-1 1,-1 0-1,0 1 0,1-1 1,-1 1-1,1 0 0,-1 0 0,1 0 1,-1 0-1,-3 2 0,-7 5-16,0 0 0,1 0 0,0 1-1,1 0 1,0 1 0,0 0 0,1 1 0,1 0-1,0 1 1,0 0 0,1 0 0,0 1-1,2 0 1,-9 20 0,13-29-30,1 0 1,0 0-1,-1 0 1,2 0-1,-1 0 1,0 0-1,1 0 0,0 0 1,0 0-1,0 0 1,0 0-1,1 0 0,-1 0 1,1 0-1,0 0 1,1-1-1,-1 1 1,1 0-1,-1 0 0,1-1 1,0 1-1,4 4 1,-3-4-9,1 1 1,-1-1-1,1 0 1,0 0-1,1-1 1,-1 1-1,1-1 1,-1 0-1,1 0 1,0 0-1,0-1 1,0 0-1,0 0 1,1 0-1,7 1 1,30 1-359,-1-1-1,1-2 1,0-2 0,0-2-1,61-13 1,-51 11 234,-1 2-1,94 7 1,-97-2-485,0-2 0,1-2 0,52-10 0,-82 10 374,187-33-1525,-183 29 1666,0-1 0,0-2 0,-1 0 0,0-1 0,0-1-1,27-19 1,-36 21 382,-1-1 0,0 0 0,0 0 0,-1-2 0,0 1 0,-1-1 0,-1-1 0,0 0 1,10-17-1,-16 15 341,-14 20 262,8-3-837,-1 1 0,0-1-1,1 1 1,0 0 0,0-1-1,0 1 1,0 0 0,0 0-1,-2 5 1,3-3-101,-1 1 1,1-1-1,1 0 0,-1 1 1,1-1-1,0 0 0,0 1 1,0-1-1,1 0 0,0 1 1,0-1-1,0 0 0,1 0 1,-1 0-1,1 0 0,1 0 1,-1 0-1,1 0 0,-1-1 1,1 0-1,1 1 0,-1-1 1,1 0-1,3 3 0,1 0-179,0 0-1,1-1 1,0-1-1,0 0 0,0 0 1,0 0-1,1-1 1,-1-1-1,16 4 1,-6-4-52,1-1 1,0-1-1,0-1 0,0 0 1,-1-2-1,33-6 1,114-37-387,-111 28 532,-17 6 78,5-2 80,49-20 0,-75 19 23,-16 13-30,-1 0 1,1 0-1,0 0 0,0 0 1,0 0-1,0 0 1,0 1-1,0-1 0,0 0 1,0 1-1,1-1 1,-1 0-1,1 0 0,-8-17 236,6 16-225,-1 1 0,1-1 1,0 0-1,-1 1 0,0-1 0,1 1 0,-1-1 0,0 1 1,0 0-1,0-1 0,0 1 0,0 0 0,0-1 0,0 1 0,-1 0 1,1 0-1,0 0 0,-1 0 0,1 0 0,-1 0 0,1 1 1,-1-1-1,1 0 0,-3 0 0,1 1 9,-1-1 1,1 1-1,0 0 1,0 0-1,-1 0 1,1 1-1,0-1 0,-1 1 1,1 0-1,0 0 1,0 0-1,-3 2 0,0-1 7,0 1 0,0 0 1,0 1-1,0-1 0,1 1 0,0 0 0,0 1 0,0-1 0,0 1 0,1 0 0,-1 0 0,-6 12 0,11-16-44,-1 0 0,1 1 0,-1-1 0,1 1-1,0-1 1,-1 1 0,1-1 0,0 1 0,0-1 0,0 1 0,0-1 0,1 1 0,-1-1-1,0 1 1,1-1 0,-1 0 0,1 1 0,-1-1 0,1 1 0,-1-1 0,1 0 0,0 1-1,1 0 1,-1 0-52,5-1-266,14-5-3,1-1 0,-1-1-1,38-16 1,-43 13 319,0 2 0,1 0 0,0 1 0,0 1 0,0 0 0,1 1 0,0 1 0,0 0 0,0 1 0,0 1 0,0 1 0,0 1 0,0 0 0,24 5 0,-28-4-172,1 0-1,-1 0 0,1-2 0,-1 0 0,1 0 0,-1-1 0,0-1 0,21-4 1,6-6-1809,54-23 0,-27 10-13,-56 21 1733,149-58-3082,-135 50 3093,0-1 0,0-1 1,-1-1-1,24-20 0,90-90 1332,-49 37 3272,-78 75-3438,-3 5 2505,-15 25-1159,-30 63 521,19-44-2296,1 0 0,-19 65-1,31-84-1102,-11 59-1909,15-38-1160,9-1-3676,-1-23-2145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9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1 5573,'-41'12'8216,"41"-12"-8188,0 1 1,0 0 0,0 0 0,0 0 0,0-1-1,-1 1 1,1 0 0,0 0 0,0-1-1,-1 1 1,1 0 0,-1-1 0,1 1 0,-1 0-1,1-1 1,-1 1 0,1-1 0,-1 1 0,-1 0-1,2-1-1,0 1-1,-1-1 1,1 0-1,0 0 0,-1 1 1,1-1-1,0 0 1,-1 1-1,1-1 0,0 1 1,0-1-1,-1 0 1,1 1-1,0-1 0,0 1 1,0-1-1,-1 0 1,1 1-1,0-1 1,0 1-1,0-1 0,0 1 1,0-1-1,0 1 1,0-1-1,0 1 0,0-1 1,0 0-1,0 1 1,0-1-1,1 1 0,-1-1 1,0 1-1,0-1 1,0 1-1,1-1 0,-1 0 1,0 1-1,0-1 1,1 0-1,-1 1 0,0-1 1,1 0-1,-1 1 1,0-1-1,1 0 1,-1 0-1,1 1 0,0-1 1,9 12 5550,-12-10-4277,0 1-989,-1 0-1,1 1 1,0 0-1,-1-1 0,2 1 1,-1 0-1,0 0 1,1 0-1,0 0 1,0 0-1,0 0 1,0 0-1,1 0 1,0 0-1,0 1 1,0-1-1,0 0 1,0 0-1,1 0 1,0 0-1,1 6 1,51 177 2088,-47-166-2354,-2 1 1,0-1 0,-1 1 0,-2 0-1,0 0 1,-1 0 0,-2 0 0,0 0-1,-1 0 1,-1 0 0,-1-1 0,-12 33-1,9-33-105,-1-1-1,-1-1 1,0 0-1,-24 32 1,28-43 53,0-1 1,0 0 0,-1 0 0,0-1-1,0 0 1,0 0 0,-1-1 0,0 0-1,0 0 1,0 0 0,0-1 0,-1-1 0,-15 5-1,23-7 3,1-1-1,-1 0 0,0 0 0,0 1 1,0-1-1,1 0 0,-1 0 1,0 0-1,0 0 0,0 0 1,1 0-1,-1 0 0,0 0 0,0 0 1,0 0-1,0 0 0,1 0 1,-1-1-1,0 1 0,-1-1 0,2 0 6,0-1-1,0 1 0,0-1 0,0 1 0,0-1 0,0 1 0,0-1 0,1 1 0,-1 0 0,0-1 0,1 1 0,-1-1 0,2 0 0,2-11 8,2 1 1,0-1-1,0 1 0,1 1 0,0 0 0,1 0 0,13-14 0,74-70-252,-70 71 59,38-35-1053,2 3 0,3 3 0,108-65 0,-160 109 1001,33-21-1258,102-44 0,-112 59 927,1 1 0,0 3 0,60-10 0,-98 20 583,1 1 0,-1-1 0,1 1 0,-1 0 0,1 0 1,0 0-1,-1 0 0,1 0 0,-1 1 0,1-1 0,-1 1 1,1-1-1,-1 1 0,1 0 0,-1 0 0,1 0 0,-1 1 0,0-1 1,0 0-1,3 3 0,-3-2 45,-1 1 0,1-1 0,-1 1 1,1-1-1,-1 1 0,0-1 0,0 1 0,0-1 0,-1 1 0,1 0 1,-1 0-1,1-1 0,-1 1 0,0 0 0,0 5 0,-2 8 432,-1 0-1,0 1 0,-1-1 1,-12 29-1,-1-1-35,4-11 215,1 0 0,-8 39-1,18-56-1147,-1-1-1,1 29 0,3-29-796,0 0 0,0-1 0,7 24 0,23 62-16501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4:59.8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11385,'0'0'6157,"23"6"-5809,1 0-996,6 9-925,-3 3-1047,-7 1-1168,23 14-2489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0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23 217 10121,'0'13'735,"1"0"0,-2 0 0,0 0 1,0 0-1,-6 20 0,3-17 141,1 1 0,0-1 0,1 0 0,1 1 0,1-1 0,1 18 0,-1-29-785,1 1-1,0-1 1,0 1-1,0-1 1,0 1-1,1-1 0,0 0 1,0 0-1,0 0 1,1 0-1,0 0 1,0 0-1,0-1 0,0 1 1,1-1-1,0 0 1,0 0-1,0 0 1,0 0-1,8 4 0,-10-7-80,0 1-1,1-1 1,-1 0-1,1-1 1,-1 1-1,0 0 1,1-1-1,0 1 1,-1-1-1,1 0 1,-1 0-1,1 0 1,0 0-1,-1 0 1,1 0-1,-1-1 1,1 1-1,-1-1 1,1 0-1,-1 0 1,1 0-1,-1 0 1,0 0-1,0 0 0,1-1 1,-1 1-1,0-1 1,0 0-1,0 1 1,2-4-1,1-1 20,0-1-1,0 0 0,0 0 1,-1 0-1,-1-1 0,1 1 1,-1-1-1,0 0 0,3-15 1,-3 9 33,3-7 79,-2-1-1,-1 1 1,-1-1 0,0 0 0,-2-23 0,-1 15 168,-1-25 482,-9-60 1,10 109-999,0-1-1,1 1 1,0 0 0,1-12 0,11-22-5053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3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434 279 17462,'-1'-29'1163,"-1"1"464,2 1 5065,6 34-3225,0 1-2798,-4-3-539,-1 0-1,0 1 0,-1-1 1,1 0-1,-1 0 1,0 0-1,0 0 0,-1 1 1,1-1-1,-1 0 1,-1 0-1,-2 8 0,1 0-124,-67 256-5,-121 300 0,141-435 0,-42 176 0,81-260 0,2-1 0,2 1 0,3 0 0,2 1 0,1-1 0,4 1 0,9 61 0,-9-95 0,2 1 0,-1 0 0,2-1 0,0 0 0,1 0 0,1-1 0,1 0 0,0 0 0,12 16 0,-13-23 0,0 0 0,1 0 0,0-1 0,0 0 0,1 0 0,0-1 0,0 0 0,0-1 0,1 0 0,0-1 0,0 0 0,1-1 0,-1 0 0,19 3 0,-13-4 0,1-1 0,0 0 0,-1-2 0,1 0 0,0-1 0,-1 0 0,1-2 0,17-4 0,-9 0 0,-1-1 0,0-2 0,-1 0 0,43-26 0,-27 10 0,-1-2 0,-1-2 0,-2-1 0,-1-2 0,47-58 0,-40 37-102,-2-2-1,-3-2 1,-3-1-1,-2-2 1,-3-1-1,-2-1 1,-4-1 0,17-70-1,-21 48 66,-2-1-1,-5-1 0,-4 0 1,-3 0-1,-12-157 1,-1 169 256,-4 0 0,-20-75 0,19 106-121,-2 0 0,-2 0 0,-2 2 0,-35-60 0,47 91-98,-1 1 0,-1 0 0,1 0 0,-2 1 0,1 0 0,-1 1 0,-1 0 0,0 0 0,0 1 0,-1 1 0,-12-7 0,18 12 0,0-1 0,1 1 0,-1 0 0,0 0 0,0 1 0,-1-1 0,1 1 0,0 1 0,0-1 0,0 1 0,-1 0 0,1 1 0,0-1 0,0 1 0,0 1 0,-1-1 0,1 1 0,1 0 0,-1 0 0,0 1 0,0-1 0,1 1 0,0 1 0,-1-1 0,1 1 0,-8 7 0,0 3 0,1 1 0,0-1 0,2 2 0,-1-1 0,2 2 0,0-1 0,1 1 0,1 1 0,0-1 0,-7 34 0,0 10 0,-10 122 0,18 215 0,31 1 0,-20-330 0,8 89 0,13 247 0,-25-307 0,-4-1 0,-17 110 0,11-156 0,-2-1 0,-2-1 0,-36 88 0,37-109 0,-2-1 0,0 0 0,-2-1 0,-1 0 0,-1-2 0,-2 0 0,-36 36 0,25-39-380,25-18-823,24-16-262,336-232-7646,9 8 4881,33-22 3981,63-60 7022,-410 286-4493,-48 33-2193,0 0 0,0 0 0,0 1-1,0-1 1,0 0 0,0 0 0,0 1-1,0-1 1,0 1 0,0-1 0,0 1-1,-1 0 1,1-1 0,0 1 0,0 0-1,-1-1 1,1 1 0,0 0 0,0 1 0,1 0 117,1 1-88,0 1-1,-1-1 1,1 1 0,-1-1-1,0 1 1,0 0 0,0 0 0,-1 0-1,1 0 1,-1 1 0,2 7-1,2 53 619,-3-35-584,1 14 151,3 0 1,1 0-1,24 76 0,-26-105-319,0-1-1,1 0 1,1 0-1,0 0 1,1-1 0,1 0-1,0 0 1,1-1-1,0 0 1,0-1-1,1 0 1,1-1 0,0 0-1,14 8 1,-21-16-12,-1 1 0,1-2 1,0 1-1,0 0 0,0-1 1,0 0-1,0 0 0,0-1 1,0 0-1,0 1 0,0-1 0,0-1 1,9-1-1,2-1-55,0-1 0,28-11 0,3-3-143,-1-3 0,50-29 1,-70 34 194,1 2 0,1 1 0,0 1 1,0 2-1,2 1 0,-1 0 1,1 3-1,0 0 0,0 2 0,0 1 1,47 2-1,80 20-142,-118-12-408,-1-2 0,1-1 0,1-2 0,-1-2 0,66-7 1,-7-15-390,51-6 192,-131 26 759,0 1 1,0 0-1,0 2 0,0 0 0,0 1 1,26 7-1,30 9-978,112 12-1,-130-25-1515,0-2-1,94-9 0,-94 1-1655,-2 1-2135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3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4 157 13321,'-3'-66'9077,"6"51"-7757,17-6-380,-3 14-1348,0-2-740,-1-3-1008,-6 0-232,4-3-3153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5.4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 11929,'-4'1'452,"0"0"-1,0 1 0,0 0 1,0 0-1,0 0 1,1 1-1,-1-1 1,-6 6-1,-16 11 2906,25-18-3223,0-1 1,0 1-1,-1 0 0,1 0 0,0-1 1,0 1-1,0 0 0,0 0 0,0 0 0,0 0 1,0 0-1,0 0 0,0 1 0,1-1 1,-1 0-1,0 0 0,1 1 0,-1-1 1,1 0-1,-1 0 0,1 1 0,0-1 0,0 1 1,-1-1-1,1 0 0,0 1 0,0-1 1,0 1-1,0-1 0,1 0 0,-1 3 1,2-1-15,-1 0 0,0-1 1,1 1-1,-1 0 1,1-1-1,0 0 1,0 1-1,0-1 0,0 0 1,0 0-1,0 0 1,1 0-1,-1 0 1,5 2-1,18 9 295,1-1 0,0-2 0,0 0-1,43 9 1,119 15 460,-165-31-777,527 48 1048,-267-42-838,198-4 160,-75-10 207,-322 2-489,391-29 809,-464 30-1454,0 0 0,0-1 0,14-6-1,-13 5-444,-8 3-1037,9-24-11166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5.6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777 15 14025,'-25'-6'2514,"0"2"-1,-45 0 3458,77 14-5026,-5-9-480,135 174 5816,178 236-6228,-67-59-53,-203-279 0,-3 3 0,62 158 0,-92-199 0,-1 1 0,-3 0 0,0 0 0,-2 0 0,-2 1 0,-2 0 0,-1 0 0,-4 42 0,-1-48 0,-1 0 0,-2 0 0,-1 0 0,-1-1 0,-1 0 0,-2-1 0,-1 0 0,-2-1 0,-32 49 0,5-23 0,-2-2 0,-2-1 0,-3-3 0,-1-2 0,-3-3 0,-71 47 0,-21 1 0,-203 93 0,103-73-1284,119-66-2748,-1-11-5837,50-20-4729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6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384 769 17010,'-1'-1'121,"0"1"0,0-1 0,0 1 0,0 0 0,1-1 0,-1 1 0,0 0-1,0-1 1,0 1 0,0 0 0,0 0 0,0 0 0,0 0 0,0 0 0,0 0 0,0 0 0,0 0 0,0 1 0,0-1 0,0 0 0,0 1 0,-2 0 0,3 1 123,-1 0 0,1 1-1,-1-1 1,1 0-1,0 1 1,0-1 0,0 0-1,0 1 1,1-1-1,0 4 1,8 186 7506,-16 3-5188,-37 195-2651,42-375 161,-25 168-72,-8-2 0,-73 218 0,51-210 0,56-184 0,-13 27 0,13-31 0,1-1 0,-1 1 0,1 0 0,-1-1 0,0 1 0,1 0 0,-1-1 0,0 1 0,0-1 0,1 1 0,-1-1 0,0 0 0,0 1 0,0-1 0,0 0 0,1 1 0,-1-1 0,0 0 0,0 0 0,0 0 0,0 0 0,0 0 0,0 0 0,0 0 0,0 0 0,0 0 0,1 0 0,-1-1 0,0 1 0,0 0 0,0 0 0,0-1 0,0 1 0,0-1 0,-2-1 0,0 0 0,1 0 0,0 0 0,-1 0 0,1 0 0,0 0 0,0 0 0,0-1 0,1 1 0,-1-1 0,0 1 0,1-1 0,0 0 0,0 1 0,-1-1 0,2 0 0,-2-5 0,-1-6 0,1-1 0,-1-21 0,2 19 0,-1-45 0,2 0 0,15-101 0,35-123 0,-46 265 0,145-647 0,-92 463 0,101-239 0,-115 345 0,3 2 0,66-101 0,-102 183 0,1-1 0,0 1 0,1 1 0,0 0 0,1 1 0,28-22 0,-36 32 0,0-1 0,0 1 0,0 1 0,0-1 0,0 1 0,0 0 0,1 0 0,-1 1 0,1-1 0,0 1 0,-1 0 0,1 1 0,0-1 0,-1 1 0,1 0 0,0 1 0,0 0 0,-1-1 0,1 2 0,-1-1 0,1 1 0,-1 0 0,1 0 0,-1 0 0,0 1 0,5 3 0,2 2 0,0 1 0,-1 0 0,0 0 0,-1 1 0,0 1 0,0 0 0,-1 0 0,-1 1 0,9 14 0,7 19 0,23 61 0,-36-81 0,40 108 0,-5 2 0,-7 2 0,-5 1 0,22 209 0,-32-80 0,-17 388 0,-16-428-19,3 392-345,6-617 306,14 129-2824,1-69-1058,-11-49 1256,1-1 0,11 20 0,16 9-11784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6.7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1113 14949,'-15'-2'-209,"-1"-1"4810,43-2-861,422-17-714,-241 17-3411,625-43-2821,-4-62-1115,-727 91 4026,-1-5 1,-1-4-1,-1-4 0,141-68 1,-194 77 677,-1-2 0,-1-2 1,-2-2-1,-1-2 0,-1-2 1,-2-1-1,-1-2 0,-2-2 1,-2-1-1,-1-1 1,28-47-1,-47 60 414,0 0 0,-2 0 0,11-36 0,-13 34 877,1 0 1,20-39-1,-28 65 55,-6 136-1317,-7 0 1,-5-1 0,-35 135-1,-126 380-662,145-542 355,-98 303-253,70-237-3962,35-92-1295,13-27-1667,4 1-5976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6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232 48 14725,'4'-5'282,"-1"2"19,-1-1 1,1 1-1,0 0 1,0 0 0,0 0-1,0 0 1,0 1 0,1-1-1,-1 1 1,1 0 0,0 0-1,-1 0 1,1 1 0,0-1-1,0 1 1,0 0-1,0 0 1,0 0 0,1 1-1,-1-1 1,6 1 0,14 1 294,1 2 1,-1 0-1,0 2 1,0 1 0,0 0-1,-1 2 1,0 1-1,43 23 1,-39-18-359,-1 2-1,-1 1 1,0 2 0,-2 0 0,0 1-1,40 46 1,-56-57-200,-1 0 0,0 0 0,0 0 0,0 1 0,-2 0 0,1 0 0,-1 0 1,-1 1-1,1 0 0,-2-1 0,0 1 0,1 13 0,-2-15-25,-1 0 1,-1-1-1,0 1 1,0-1-1,0 1 1,-1-1-1,-1 1 1,1-1-1,-1 0 1,-1 0-1,0 0 1,0 0-1,0-1 1,-1 0-1,-10 13 1,0-4 3,-1 0 0,-1-1 0,0-1 0,-1-1 0,-37 22 0,-105 41-511,120-58 208,-209 79-2391,86-41-2356,139-48 3782,1 1-5094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7.1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393 1 16221,'-7'4'253,"-4"2"401,0 0-1,1 1 1,-18 16-1,24-18-301,0 0-1,0 0 1,0 0-1,1 1 1,0 0-1,0-1 1,0 1-1,1 0 1,0 0-1,-2 9 1,-16 64 3216,-35 133 1748,-15 110-4388,-1 91-928,52-291-156,-14 96 247,19-72-3330,11-113 1247,0 13-2952,2-6-4439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7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443 24 10293,'90'-20'2155,"-87"19"-1931,1 0 1,0 1-1,0-1 1,0 1-1,0 0 1,0 0-1,-1 0 1,1 0-1,0 1 1,0-1-1,0 1 1,0 0-1,3 2 0,10 3 467,0-2-50,-1 1 1,0 1-1,0 0 1,20 12 0,-28-13-394,0 0 0,0 1 0,-1-1 1,0 2-1,0-1 0,0 1 0,-1 0 1,0 0-1,0 1 0,4 8 0,-8-12-138,0 0 1,0 0-1,0 0 0,-1 0 0,0 1 0,0-1 0,0 1 0,-1-1 0,1 0 0,-1 1 0,0-1 0,0 1 0,-1 4 0,-2 3 290,1 0-1,-9 21 0,10-28-293,-4 7 86,-1 1 1,0-1 0,-1 0 0,0-1-1,0 0 1,-2 0 0,1 0 0,-1-1-1,-13 11 1,-7 3 281,-61 40 1,-159 69 496,90-54-1714,56-31-1531,36-23-4578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7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 13941,'5'-3'413,"0"1"0,0 1-1,0-1 1,0 1 0,0-1 0,0 2-1,1-1 1,-1 0 0,0 1-1,1 0 1,-1 0 0,0 1-1,0 0 1,1 0 0,-1 0 0,9 3-1,5 4 112,1 1-1,-1 1 1,-1 0-1,0 1 1,0 2-1,-1-1 1,-1 2-1,0 0 0,-1 1 1,18 23-1,-22-24-469,0 0 0,-2 0-1,0 1 1,0 0-1,-1 1 1,-1-1 0,-1 2-1,0-1 1,-1 1-1,-1-1 1,0 1 0,-2 1-1,2 21 1,-4-24-117,-1 1-1,0-1 1,-1 0 0,0 0 0,-1 0-1,-1 0 1,-1-1 0,0 1 0,-1-1-1,0 0 1,-1-1 0,-1 1-1,0-1 1,0-1 0,-2 0 0,-11 13-1,4-6-20,4-3 27,-2 0 0,0-1 0,-22 18 0,34-32 137,26-12 318,25-18-114,-1-2 0,60-52 1,-69 51 44,1 1 1,1 3 0,83-44 0,-119 70-284,0 0 1,1 0-1,-1 1 0,0-1 0,1 1 1,-1 1-1,1-1 0,0 0 0,-1 1 1,1 0-1,-1 0 0,1 1 1,-1-1-1,6 2 0,-7-1-22,0 0 1,0 0-1,0 1 0,0-1 1,-1 1-1,1 0 0,-1 0 1,1 0-1,-1 0 0,1 0 0,-1 1 1,0-1-1,0 0 0,0 1 1,-1 0-1,1 0 0,0-1 1,-1 1-1,0 0 0,0 0 0,1 4 1,4 15 94,-2 0-1,3 39 1,-5-40-73,0-1 0,1 1 1,11 36-1,-11-51-76,-1 0 1,1 0-1,0 0 1,0 0 0,0-1-1,1 0 1,0 1-1,0-1 1,1-1-1,-1 1 1,1-1 0,0 0-1,0 0 1,0 0-1,1 0 1,9 4-1,-3-3-70,0-1 0,0-1 0,0 1 0,0-2 0,1 0 0,-1 0 0,1-1 0,-1-1 0,1 0 0,0-1 0,-1 0 0,1-1 0,-1 0 0,0-1 0,0 0 0,0-1 0,0 0 0,22-12 0,-24 10 113,1 0 0,-1 0 1,0-1-1,-1 0 0,1-1 0,-1 0 0,-1 0 0,0-1 0,0 0 1,-1-1-1,0 0 0,0 0 0,-1 0 0,-1-1 0,0 1 1,0-1-1,-1-1 0,0 1 0,-1-1 0,2-12 0,-3-3 78,0 1 0,-2-1 0,-1 0 0,-1 0 0,-2 0 0,0 1 0,-2-1 0,-1 1 0,-1 1 0,-1-1 0,-1 1-1,-1 1 1,-1 0 0,-2 0 0,0 2 0,-1-1 0,-26-27 0,39 48-263,0 0-1,0 0 1,0 1 0,-1-1-1,1 0 1,-1 1 0,1 0-1,-1 0 1,1 0 0,-1 0-1,1 0 1,-1 0 0,0 0-1,0 1 1,1 0 0,-4-1-1,-2 0-632,8 2 570,-1 0 1,0 0-1,0-1 0,1 1 1,-1 0-1,0 0 0,1 0 1,-1 0-1,1 0 0,-1 0 1,1 0-1,0 0 0,-1 0 1,1 0-1,0 0 0,0 0 1,0 0-1,-1 0 0,1 0 1,0 0-1,1 2 0,-1-2-325,1 34-6076,13-1-4296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8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475 22 11913,'-20'-4'447,"-24"-3"2036,-47-3 0,76 10-1844,0 0-1,1 1 1,-1 0 0,1 1-1,-1 1 1,1 0 0,-21 8-1,20-5-265,0 1 0,1 0-1,0 1 1,0 1 0,0 0-1,1 0 1,-16 16 0,24-19-408,-1-1 0,1 1 0,1 0 0,-1 1 1,1-1-1,0 1 0,1 0 0,-1 0 0,1 0 1,1 0-1,-1 1 0,1-1 0,1 1 0,-1-1 1,1 1-1,0-1 0,1 14 0,1-10-184,-1 4-456,1 0 1,1-1 0,4 18-1,-6-30 607,0 0 0,1 0-1,-1 0 1,1 0 0,0 0 0,-1 0-1,1 0 1,0 0 0,0 0 0,0 0-1,1 0 1,-1-1 0,0 1-1,1 0 1,-1-1 0,1 1 0,-1-1-1,1 1 1,0-1 0,0 0 0,0 0-1,0 0 1,-1 0 0,1 0-1,0 0 1,1-1 0,-1 1 0,0 0-1,3-1 1,2 0 319,0-1 0,-1 0-1,1-1 1,0 0 0,0 0-1,-1 0 1,1-1 0,-1 1-1,0-2 1,10-6 0,15-6 1924,-27 14-1192,-1 2-150,1-1-687,1 1-1,-1 0 0,1 1 0,-1-1 0,0 1 0,1-1 1,-1 1-1,0 1 0,1-1 0,-1 1 0,6 2 0,48 31 302,-9-5-795,127 46-4559,-138-63-385,48 9 1,-32-13-4650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8.6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1 426 9929,'37'-86'1870,"-32"75"-863,-2-1-1,1 0 1,1-16-1,4-7 7341,-8 39-7699,12 152 1092,-11-132-1607,-1-11-113,1 0 0,0 0 0,7 22 0,-8-32-88,0 0 0,0 1 0,1-1-1,0 0 1,-1 0 0,1 0 0,0 0-1,0 0 1,1-1 0,-1 1 0,1-1-1,-1 1 1,1-1 0,0 0 0,0 0-1,0 0 1,0 0 0,0-1 0,4 2-1,-3-2 16,1 0 1,-1-1-1,1 1 0,0-1 0,-1 0 0,1-1 0,0 1 0,-1-1 0,1 0 0,-1 0 0,1 0 0,-1-1 1,1 1-1,-1-1 0,0 0 0,6-4 0,8-5-82,0-1 0,20-17 0,-11 5 313,-1-2 0,-2-1 0,-1-1 1,-1-1-1,-1-1 0,32-64 1,-42 75 104,-2 0 1,0-1-1,-2 0 0,0 0 1,-1-1-1,-1 0 1,-1 0-1,0 0 0,-1-23 1,-20 62 161,11-7-382,1 0 0,0 1 1,0-1-1,1 1 0,0 0 1,1 1-1,1-1 0,-2 24 1,2-6 12,3 1 0,5 49 0,-5-73-119,0-1 0,0 1 0,1-1 0,-1 0 1,1 1-1,1-1 0,-1 0 0,1 0 0,0 0 0,0-1 0,1 1 1,0-1-1,0 1 0,0-1 0,0-1 0,1 1 0,0-1 1,0 1-1,0-1 0,1-1 0,-1 1 0,1-1 0,8 4 1,-3-3-164,1 0 1,-1 0 0,1-1 0,0-1-1,-1 0 1,25 0 0,-3-3-77,38-6 0,27 0 530,-86 8-174,-1 1-1,1 0 1,-1 1 0,0 0-1,0 1 1,0 1 0,-1-1 0,1 2-1,-1-1 1,0 1 0,13 12 0,-4-6 28,33 17 0,-35-22-204,1 0 0,0-2 0,0 0 0,0-1 1,1 0-1,0-2 0,-1 0 0,1-1 0,0-1 1,0-1-1,25-4 0,-16 0 227,-1-2 1,-1-1-1,1 0 0,-1-2 1,-1-1-1,0-2 1,26-16-1,36-17 2364,-86 45-2427,0 0-1,0 1 1,0 0-1,1-1 1,-1 1-1,0 0 1,0-1-1,1 1 0,-1 0 1,0 0-1,1 0 1,-1 0-1,0 0 1,0 0-1,1 1 1,-1-1-1,0 0 0,0 1 1,1-1-1,-1 1 1,0-1-1,0 1 1,0-1-1,0 1 1,0 0-1,0 0 0,0-1 1,0 1-1,0 0 1,0 0-1,1 2 1,1 1 43,0-1 1,-1 1-1,0 0 1,0 0-1,0 0 1,2 7-1,13 34-107,30 62-1,-44-103-197,0 1 1,0 0-1,1-1 1,-1 0-1,1 0 0,0 0 1,0 0-1,0-1 0,1 1 1,-1-1-1,1 0 1,0 0-1,0-1 0,0 0 1,0 1-1,0-2 0,1 1 1,-1-1-1,0 1 1,1-1-1,-1-1 0,9 1 1,-2 0-86,-1-1 1,1-1 0,0 0-1,-1 0 1,1-1 0,-1-1-1,1 0 1,-1 0 0,16-8-1,-16 4 137,1 0 1,-1-2-1,0 1 0,-1-1 0,0-1 0,-1 1 0,0-2 0,10-13 1,-3 3 12,-4 7-44,0-1 1,17-32 0,-23 38-266,-1 0 0,1 0 0,0 1 0,14-14 0,17-10-8333,-18 19-514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8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30 11817,'-20'-30'6517,"43"36"-6177,1-3-664,-8 9-940,18 6-545,-7 4-2623,3 2-3429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9.4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1122 236 7065,'3'-3'328,"-1"0"0,1 0 0,-1 0 0,0 0 0,0-1 0,0 1 0,0-1 0,-1 0 0,1 1 0,-1-1 0,0 0 0,0 0 0,-1 0 1,1 0-1,-1 0 0,1 0 0,-1 0 0,-1 0 0,0-7 0,0 0 679,-1 1 0,0 0 1,-1 0-1,0-1 0,0 2 0,-6-11 0,7 15-824,0 1-1,-1-1 0,1 1 1,-1 0-1,0 0 0,-1 0 1,1 0-1,-1 0 0,1 1 1,-1-1-1,0 1 0,0 0 0,-7-4 1,8 6 436,1 0-60,-2-1-444,1 0-1,0 0 1,-1 0 0,1 1-1,-1 0 1,1 0-1,-1 0 1,0 0 0,0 0-1,1 1 1,-1-1 0,0 1-1,0 0 1,0 0 0,1 1-1,-1-1 1,0 1 0,0 0-1,1 0 1,-1 0 0,1 0-1,-1 1 1,1-1 0,-1 1-1,1 0 1,-4 3 0,-11 7 62,0 1 1,1 1 0,0 0 0,2 1-1,-1 1 1,2 1 0,0 0 0,-19 31 0,12-10-111,1 0 1,2 1 0,-19 62 0,35-95-96,1 1 0,0 0 1,0 0-1,0-1 0,1 1 0,0 0 0,0 0 1,0 0-1,1 0 0,0 0 0,1-1 0,0 1 0,3 9 1,-4-15 26,0 0 0,0-1 1,0 1-1,0-1 0,0 1 0,0-1 1,0 1-1,0-1 0,0 1 1,0-1-1,0 0 0,0 1 1,0-1-1,0 0 0,1 0 1,-1 0-1,0 0 0,0 0 0,2 0 1,-2 0-1,4 0 22,-1 0 0,1-1 0,-1 1 0,1-1 0,-1 0 0,0 0 0,1 0 0,-1-1 0,0 1 0,0-1 0,0 0 0,0 0 0,0 0 0,0-1 0,-1 0 0,5-3 0,8-8 234,-1-1 1,15-18-1,-21 24-99,77-97 2222,-86 106-2376,0 0 0,0 1 0,0-1 0,0 0 1,0 0-1,1 0 0,-1 0 0,0 0 0,0 0 0,0 1 0,0-1 0,0 0 1,0 0-1,0 0 0,0 0 0,0 0 0,0 0 0,1 1 0,-1-1 0,0 0 1,0 0-1,0 0 0,0 0 0,0 0 0,0 0 0,1 0 0,-1 0 0,0 0 0,0 0 1,0 0-1,0 0 0,0 0 0,1 0 0,-1 0 0,0 0 0,0 0 0,0 0 1,0 0-1,0 0 0,1 0 0,-1 0 0,0 0 0,0 0 0,0 0 0,0 0 1,0 0-1,1 0 0,-1 0 0,0 0 0,0-1 0,0 1 0,0 0 0,0 0 1,0 0-1,0 0 0,0 0 0,1 0 0,-1 0 0,0-1 0,0 1 0,0 0 0,0 0 1,0 0-1,0 0 0,0 0 0,0-1 0,0 1 0,0 0 0,0 0 0,1 12-20,-1-9 28,-2 25-10,0 0 0,-2 0 0,-8 33 0,-29 87 0,11-46 0,-186 560 0,141-495-1570,-134 217-1,200-369 1233,-17 29-612,-3-1 1,-42 48-1,51-67 568,-1-2 0,-2-1 0,0 0-1,-49 31 1,68-49 360,0 0 0,0-1-1,-1 0 1,1 0 0,-1 0 0,1-1-1,-1 0 1,0 0 0,0 0-1,0 0 1,1-1 0,-8 1 0,11-1 38,0-1 1,0 1-1,0 0 1,0 0-1,0-1 0,0 1 1,0 0-1,0-1 1,0 1-1,0-1 1,0 1-1,0-1 1,0 0-1,0 1 1,1-1-1,-1 0 1,0 0-1,0 0 1,1 1-1,-1-1 1,0-2-1,0 1 26,0 0-1,1-1 1,-1 1-1,1 0 1,0 0-1,0-1 1,0 1 0,0 0-1,0 0 1,1-1-1,-1 1 1,0 0-1,1 0 1,1-4-1,6-14 149,0-1 0,2 1 0,0 1-1,2 0 1,0 0 0,1 1 0,17-18-1,117-113 309,-135 138-483,42-37-249,3 3 0,2 2 0,92-52 0,205-83-4886,-290 147 417,111-35 0,-51 34-4106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9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24 8665,'-24'0'1688,"8"-12"-3280,2 0-956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0.5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574 761 10037,'-35'1'521,"12"0"94,1 0-1,-1 2 1,-32 7 0,7 4 572,1 1 1,0 3 0,2 2-1,0 1 1,-79 52 0,118-68-1002,-1-1 1,1 1-1,-1 1 1,1-1 0,1 1-1,-9 10 1,13-15-134,0 1 0,0 0 0,0 0 1,0-1-1,0 1 0,1 0 0,-1 0 0,1 0 1,-1 0-1,1 0 0,0 0 0,0 0 0,0 0 0,0 0 1,0 0-1,0 0 0,0 0 0,1 0 0,-1 0 1,1 0-1,-1 0 0,1 0 0,0 0 0,0-1 1,0 1-1,0 0 0,0 0 0,0-1 0,0 1 1,0-1-1,1 1 0,1 1 0,4 4 66,1-1 0,-1 0 0,1-1 0,0 0 0,0 0 0,1-1 0,-1 1 0,18 4 0,87 20 403,-102-27-474,214 34 531,86-8-75,87-7-114,84-7-62,76-10-86,69-9-74,1606-80 216,-1-75-948,-419-18-208,-18-97 372,-1423 197 183,-62-2-308,-222 55-405,-2-4-1,160-77 0,-221 92-134,46-33 1,-66 43 598,0 0 1,0 0-1,-1 0 1,1-1-1,-1 0 1,0 0-1,0 0 1,-1 0-1,1-1 0,-1 1 1,-1-1-1,1 0 1,-1 0-1,3-8 1,-5 8-654,0 0-1,0-1 1,0 1 0,-1 0-1,0 0 1,0-1 0,-1 1 0,-3-10-1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4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237 138 10425,'-24'-11'3430,"0"-1"0,-27-20 0,30 18-658,-1 1 0,0 1 0,-31-12 0,40 18-1949,7 2-700,8 1-105,12 0-18,-1 1 0,1 1 0,0 1 0,-1 0 0,24 2 0,5 1 0,650 38 0,-2 29 0,-515-52 0,1370 132 0,-1526-148-54,264 17-2778,-268-19 1630,1-1 0,-1 0 0,20-4-1,-2-4-8418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4.4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1775 130 12669,'-23'-15'740,"15"10"-326,1-1 0,-1 1 0,1-1-1,0-1 1,0 1 0,1-1 0,0 0 0,-8-12 0,11 14 70,0 1 1,-1 0 0,1 0 0,-1 0 0,0 1 0,0-1-1,0 1 1,0 0 0,-1 0 0,1 0 0,-6-2-1,9 5-353,0 0-1,0-1 1,0 1-1,-1 0 1,1 0-1,0 0 1,0-1-1,0 1 0,-1 1 1,1-1-1,0 0 1,0 0-1,0 0 1,-1 1-1,1-1 0,0 0 1,0 1-1,0-1 1,0 1-1,0 0 1,0-1-1,-2 2 1,-15 15 741,17-14-767,-1 0 0,1 0 0,0-1 0,0 1 0,0 0 0,0 0-1,1 0 1,-1 0 0,1 0 0,0 0 0,0 0 0,0 6 0,9 39 702,5 1-264,2-1 1,1 0 0,42 75 0,91 129 290,-83-146-544,202 381 153,-201-339-408,72 225 0,-108-265-57,-5 2-1,24 215 1,-45-237 27,-4 1 1,-3-1-1,-5 0 1,-22 118-1,8-118-5,-3 0 0,-5-2 0,-3 0 0,-4-2 0,-4-2 0,-3-2 0,-4-1 0,-3-3 0,-3-1 0,-4-3 0,-2-3 0,-4-2 0,-2-3 0,-93 71 0,21-34 35,-291 164 0,-175 33-269,157-82-4882,418-203 3692,-13 9-1199,12-3-5140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4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71 106 14613,'-43'-15'2205,"36"-3"-297,0 6 1792,0-9-4260,1 0-1368,22 12-5621,1-1-1856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6.0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1318 11377,'-60'-16'2927,"48"11"-2061,0 2 0,0-1 0,-22-2 0,-24 9 2187,55-2-2084,7 0-536,22 6-259,0 0 0,0-2 0,0-2 0,0 0-1,1-1 1,41-4 0,-28 2-65,674-37 392,-563 26-453,2062-236-658,-1667 159 53,388-77-991,-436 69 372,213-63-1415,-16-37-944,-403 87 1595,-238 84 626,-1-2-1,-1-2 1,53-40-1,-36 14-2584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6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30 119 8453,'-3'-33'10471,"-12"-14"-9799,4 9-4776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6.9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87 323 11361,'9'-3'-103,"-4"-8"8252,-16 16-6679,9-4-1413,0 1-1,1-1 0,-1 1 0,0 0 1,0 0-1,1 0 0,-1 0 1,1 0-1,0 0 0,0 0 1,0 0-1,0 1 0,0-1 0,0 0 1,0 3-1,-7 42 198,5-26-117,-7 36 132,-26 160 351,30-164-517,2 1 1,3 58 0,3-84-54,1-1 0,1 1 0,1-1 0,2 0 0,16 43 0,-15-51 15,1 0 0,1 0 0,1-1-1,0 0 1,2-1 0,0-1 0,1 0-1,23 21 1,-24-25 37,2-1-1,0 0 1,0-1-1,1-1 1,0 0-1,0-1 1,1-1 0,0 0-1,23 5 1,-15-7 45,0-1 1,0 0 0,0-2 0,1-2 0,-1 0-1,26-4 1,11-6 99,-1-2 0,-1-4-1,-1-2 1,96-42 0,274-160 160,-21-35-622,-191 117-419,17-13-474,124-75-1375,40 19-4026,-232 136-605,-112 53 218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17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549 1 11173,'-53'99'3309,"-4"-1"0,-108 140-1,-58 80-1544,216-305-1722,-1 1 0,2-1 0,0 1-1,1 1 1,0-1 0,1 1 0,1-1-1,-2 20 1,4-28-32,1 0 1,-1 1-1,2-1 0,-1 0 0,1 1 1,0-1-1,0 0 0,1 0 0,-1 0 1,1 0-1,1 0 0,-1 0 0,1-1 1,0 1-1,0-1 0,1 0 0,0 0 1,0 0-1,0 0 0,0-1 0,1 1 1,6 4-1,3 0-4,1 0 0,0-1 0,1-1 1,0 0-1,0-1 0,1-1 0,-1 0 0,1-1 1,0-1-1,1-1 0,-1 0 0,29-1 0,7-4-402,0-2 0,95-21 0,193-64-4621,-116 17-2409,-105 34 486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25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188 0 9393,'-1'0'140,"0"1"1,0-1-1,0 0 0,0 0 1,0 1-1,0-1 0,0 0 1,0 1-1,0-1 0,0 1 1,1-1-1,-1 1 0,0 0 1,0-1-1,1 1 0,-1 0 1,0 0-1,1-1 0,-1 1 1,1 0-1,-1 0 0,1 0 1,-1 0-1,1 0 0,-1 0 1,1-1-1,0 1 0,-1 2 1,-5 37 3049,4-23-2959,-4 15 865,-21 59 0,2-7-226,-12 45-23,-14 68 34,46-171-758,1-1 1,2 0 0,1 1-1,1-1 1,5 49-1,-2-60-63,0 0 0,1 0 0,0 0 0,1 0 0,1-1 0,0 0 0,1 0 0,0-1 0,1 0 0,15 19 0,-9-16-13,0-1 1,1 0-1,1-1 1,0-1 0,1 0-1,32 17 1,-1-8 18,1-1 1,1-3-1,0-2 0,1-2 1,57 6-1,64 4-33,2-7 0,207-9-1,353-62-507,492-154-3265,-14-76-5736,-1185 278 9147,345-84-6571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26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275 0 8969,'-15'18'5203,"11"-14"-4908,0 0 1,0-1-1,0 1 1,-1-1 0,1 0-1,-10 5 1,13-7-266,0 0 0,0 0 0,0 0 0,0 0 0,0 0 0,0 0 0,0 1 0,1-1 0,-1 0 0,1 0 0,-1 1 0,1-1 0,-1 0 0,1 0 0,-1 3 0,-5 13 377,-3 8 15,1 1 1,1 0 0,-7 50-1,14-73-302,0 1-38,0-1-1,-1 1 1,1-1-1,-1 1 0,0-1 1,0 0-1,-2 6 1,2-5 272,-5 18-49,2 0-1,0 1 1,0 23 0,-7 44 209,-7 12-74,-8 39-15,11-80-274,-8 33 345,-21 164 1,43-244-350,1 1 0,0-1 0,0 0 0,2 0 0,0 1 0,0-1 0,1 0 0,1-1-1,1 1 1,-1-1 0,11 20 0,-9-24-71,-1 0-1,2-1 0,-1 1 1,1-1-1,0 0 0,1-1 1,0 0-1,0 0 0,1-1 0,-1 1 1,1-2-1,1 0 0,-1 0 1,1 0-1,0-1 0,13 3 1,4 0-27,1-2 0,0 0 0,1-2 0,45-1 1,119-15-658,-36-8-757,236-64 0,148-85-2134,1054-460-8818,-1324 512 7479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2.2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372 1191 7325,'-59'1'793,"24"1"1133,-56-5 0,80 1-1286,-9 1 656,1-1 0,-1-2 1,1 0-1,-21-7 0,36 9-1001,-1 1 0,1-1 0,0 0 0,1-1 0,-1 1-1,0 0 1,1-1 0,-1 0 0,1 0 0,-5-6 0,7 7-161,-1 0 1,1-1-1,0 1 0,0 0 0,0-1 0,0 0 0,0 1 1,0-1-1,1 0 0,-1 1 0,1-1 0,0 0 0,0 1 0,0-1 1,0 0-1,0 0 0,0 1 0,2-5 0,1-2 14,0 0 0,1 0-1,0 1 1,0 0-1,1 0 1,0 0 0,0 0-1,1 1 1,0 0-1,1 0 1,-1 0 0,1 1-1,0 0 1,12-7-1,15-9 177,0 2 0,43-18 0,71-26 326,280-80 0,173 1-175,1004-158-25,-1057 205-994,-346 59-23,245-41-2439,-258 59-2709,-186 19 4507,-6 4-403,-20 19-4013,-20 19-3412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2.4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643 0 9761,'-39'40'2528,"2"2"-1,2 1 1,-56 91 0,-66 157 237,110-190-2488,4 1 0,-38 138 0,-18 224-2811,93-424 1578,2-1 0,0 63 1,4-91 306,1 1 1,0-1 0,1 1-1,0-1 1,1 0 0,0 0-1,1 0 1,0 0-1,1 0 1,0-1 0,1 0-1,0 0 1,11 15-1,21 9-5356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2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10049,'15'31'644,"-9"-22"-206,-1 1-1,-1 0 1,1 1-1,-2-1 1,1 1-1,-1 0 1,-1 0-1,2 20 1,-3 19 1100,2 0 1,15 80 0,0-28-855,-12-59-580,2 0 0,2-1 0,26 72 0,-25-87-271,-5-11-58,0 0 0,2 0 1,0 0-1,11 15 0,-17-28 157,0 0 1,0-1-1,0 1 1,0 0-1,1-1 0,-1 0 1,1 0-1,0 0 1,-1 0-1,1 0 0,0 0 1,0-1-1,0 1 1,1-1-1,-1 0 0,0 0 1,0 0-1,1 0 1,-1-1-1,0 1 0,1-1 1,-1 0-1,1 0 1,-1 0-1,0 0 1,7-2-1,0-1-102,0-1 0,1 0 0,-1 0-1,-1-1 1,1-1 0,-1 1 0,0-2 0,0 1 0,0-1 0,13-15 0,4-7-458,39-57 1,-23 27 322,-12 21 112,60-75 349,-74 96 118,0 0 1,1 2-1,1 0 0,21-14 0,-35 27-178,0 0 1,0 0-1,0 1 0,0-1 1,0 1-1,0 0 0,0 0 0,1 1 1,-1-1-1,0 1 0,0 0 1,1 0-1,-1 0 0,0 1 0,6 1 1,1 0 98,1 2 0,-1-1 0,0 1 0,12 7 0,4 5 169,0 2 0,-1 1-1,-1 1 1,-1 1-1,40 46 1,34 29 161,-87-86-438,5 3 19,-1 0 1,34 20-1,-46-31-95,0 0-1,0 0 1,1-1-1,-1 1 1,1-1-1,-1 0 1,1 0-1,-1 0 1,1 0-1,0-1 1,-1 1-1,1-1 1,0 0 0,-1 0-1,1 0 1,0-1-1,-1 1 1,1-1-1,-1 0 1,1 0-1,-1 0 1,5-3-1,-6 4-11,-1-1 0,0 0-1,1 0 1,-1 0 0,0 0-1,0-1 1,0 1 0,0 0 0,0 0-1,0-1 1,0 1 0,0-1-1,0 1 1,-1 0 0,1-1 0,0 0-1,-1 1 1,0-1 0,1 1-1,-1-3 1,0 1 1,0-1 1,0 1-1,0-1 0,-1 1 1,1-1-1,-1 1 0,0-1 1,-3-6-1,0 0 5,-2-1 1,1 1-1,-1 0 1,-1 1-1,-7-9 1,-17-15-30,-1 2-1,-1 1 1,-59-41 0,-119-64-1639,167 110 642,-43-28-1919,36 15-2678,34 24-1073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3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1 12605,'-8'6'2571,"16"-8"-497,-5 1-234,-5 136 4758,0 43-4591,1 20-1608,-8 0 1,-38 209-1,-73 118-8463,80-395 1356,3-5-4429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3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95 681 12981,'-7'-154'3688,"5"101"-2158,1 35-1005,0 0 0,1 0 0,1-1 0,1 1 0,0 0-1,8-28 1,6-1 194,3 1-1,1 1 0,2 0 1,38-54-1,-58 95-678,0 1 0,1 0 0,0 0 0,-1 0 0,1 0 0,0 0 0,0 1 0,1-1 0,-1 1 0,7-3 0,-8 4-32,-1 1-1,0-1 0,0 1 1,0 0-1,1 0 1,-1 0-1,0 0 0,0 0 1,1 0-1,-1 0 1,0 0-1,0 1 0,1-1 1,-1 0-1,0 1 0,0-1 1,0 1-1,1-1 1,-1 1-1,0-1 0,0 1 1,0 0-1,0 0 1,0-1-1,0 1 0,-1 0 1,1 0-1,0 0 0,0 0 1,0 0-1,-1 0 1,1 0-1,0 3 0,12 20 19,-2 0 0,-1 1 1,-1 1-1,0-1 0,4 30 0,15 140-33,-21-112 19,-4 0 0,-3 1 0,-5-1 0,-2 0 0,-22 89 0,4-64-75,-5-1 0,-4-1 0,-65 134 0,-60 80-3592,153-308 3109,3-4 61,-1-1-1,1 0 1,0 1 0,-2 11 0,4-17-180,1 1 1,0-1 0,0 1 0,0-1-1,0 1 1,0 0 0,0-1 0,1 1-1,-1-1 1,3 5 0,6 14-8544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3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97 10857,'-43'-54'1500,"19"33"-212,7 12-280,-6 3-360,0 0-148,-8 9-536,-19 6-572,17 6-520,-11 12-1084,-6 0-1260,3-3-1889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3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3683 0 10641,'-29'12'273,"9"-5"6,0 0 0,0 2-1,1 0 1,0 2-1,1 0 1,0 1-1,0 0 1,2 2-1,-23 22 1,-25 39 1117,3 3 0,4 3 0,-63 116 1,-115 281 2101,-65 256-431,25 22-1379,92-249-928,-474 1172 282,100-284-1192,97 39 259,233-396-75,52 7-1759,125-668 683,26-74-82,23-94 69,3-168 645,2 0 1,17 70 0,-18-97 266,2 0 0,-1 0 0,2 0 1,0 0-1,0-1 0,2 0 0,11 17 0,-17-27 94,1 0-1,-1 0 0,1 0 1,0 0-1,0-1 1,0 1-1,0-1 1,0 0-1,1 0 0,-1 0 1,1 0-1,-1 0 1,1-1-1,0 1 1,-1-1-1,1 0 0,0 0 1,0-1-1,0 1 1,0-1-1,0 0 0,0 0 1,0 0-1,0-1 1,-1 1-1,1-1 1,0 0-1,0 0 0,0 0 1,6-3-1,-1-1-76,0 0 0,0-1 0,0 1 0,-1-2 0,0 1 0,0-1 0,9-11 0,5-8-340,20-31-1,3-12-300,-4-1 0,35-82 1,55-163-784,-31 70 829,26-23-384,286-447 0,242-198-1295,-161 322-1425,-227 317 1277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4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1 494 8493,'4'-8'220,"0"0"0,1 1 0,0-1 0,1 1 0,0 0 0,0 0 0,0 0 0,1 1 0,0 0 0,0 1 0,1-1 0,-1 1 0,1 1 0,16-8 0,46-11 620,1 2 0,104-15 0,152-6-33,-289 38-714,2367-164 1079,-466 109-1006,-1258 42-225,-85 8 159,34 0-132,-605 8 16,1-1 11,48 5-1,-68-3 8,0 1-1,1 0 1,-1 1-1,0-1 1,0 1-1,0 1 1,0-1-1,0 1 1,0 0-1,0 0 1,-1 1-1,9 6 1,3 8 93,-1 1 0,-1 1 0,0 0 1,-2 1-1,0 0 0,-1 1 0,13 34 0,-2 9 270,24 101 0,2 138 368,-39-175-498,-5-1 0,-17 172 0,11-281-217,-10 104 85,-5-1 0,-38 144 1,-149 452 270,-43-7-393,59-180-134,33-60-488,-140 742 1,167-124-1746,98-761 1487,25-289 776,-55 418-1349,47-400 1276,-3-1 1,-2 0 0,-2 0 0,-3-2 0,-50 92 0,51-111 128,-2 0 0,-2-2-1,0 0 1,-2-2 0,-2-1 0,-47 39 0,70-65 52,0 0 0,0-1 0,0 1 0,-12 3 0,7-2-55,10-5 41,0 0 1,0 0-1,1 0 0,-1-1 0,0 1 1,0 0-1,0 0 0,0 0 0,0-1 1,0 1-1,1-1 0,-1 1 0,0 0 1,0-1-1,0 0 0,1 1 0,-1-1 1,0 1-1,1-1 0,-1 0 0,0 0 1,0 0-86,-1-1-116,0 1 0,1 0 0,-1-1 0,1 1 1,-1-1-1,1 0 0,0 1 0,-1-1 0,1 0 0,0 0 0,0 0 0,0 0 0,0 0 0,1 0 0,-1 0 1,1 0-1,-1-4 0,1 5 180,-10-35-4097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5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21 856 12185,'-7'-25'570,"2"-1"-1,-3-38 1,8 61-484,0-1 0,0 1 1,1 0-1,-1-1 0,1 1 0,0-1 0,0 1 0,0 0 1,0-1-1,1 1 0,0 0 0,-1 0 0,1 0 1,0 0-1,0 1 0,5-6 0,0 2 97,0 0 1,1 1-1,0 0 0,12-7 1,-8 6-6,25-14 286,1 2 1,66-21 0,93-16 256,-193 54-707,781-148 1282,12 61-904,428 2-595,12 29-1515,-999 46 1204,910-34-2313,54-4-3471,-653 25 571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6.7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0 233 5869,'31'-33'1496,"-15"18"-128,18-13 40,-4 7-272,3 0-132,8-3-108,16 3-156,10 0-136,16 6 44,11-6-304,7 9-172,12 12-684,8 3-592,3 15-1020,-3 3-1376,9 3-1961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8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682 1 12309,'0'0'3484,"-2"3"-1793,-12 21 804,2 1 0,-16 44 1,-118 306 2461,105-278-4429,-215 506 459,189-412-1789,-13 112-1786,70-264 1682,1 0 0,2 1 0,2 0 0,0 57 0,5-97 898,0 31-1967,5 37 1,7-4-3843,7 4-4947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8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729 29 11945,'-22'-26'1857,"21"26"-1769,0 0 1,0-1-1,1 1 0,-1 0 0,0-1 1,0 1-1,1 0 0,-1 0 1,0 0-1,0 0 0,0 0 0,1 0 1,-1 0-1,0 0 0,0 0 0,0 0 1,0 0-1,1 0 0,-1 1 1,0-1-1,0 0 0,1 1 0,-1-1 1,0 0-1,0 1 0,1-1 1,-1 1-1,1-1 0,-2 2 0,2-2 150,-2 1-153,1 0 0,0-1 0,-1 1 0,1 0 0,0 1 0,0-1 0,0 0 0,0 0 0,0 0 0,0 1 0,0-1 0,0 0 0,1 1 0,-1-1 0,0 1 0,1-1 0,-1 1 0,1-1 0,0 1 0,-1-1 0,1 1 0,0-1 0,0 2 0,1 43 622,0-33-478,5 40 554,24 94 1,-17-91-466,7 71 0,-15-66-190,-4 0 0,-2 0 0,-2 0 0,-14 71 0,7-85-89,-1-1-1,-3 0 0,-2-1 1,-1-1-1,-45 81 0,23-62-210,-4-2-1,-93 104 1,-118 90-3683,248-250 3712,-14 15-1232,0 1 1,1 0 0,-26 41-1,44-61 1147,0 0-1,1 0 0,-1-1 0,0 1 0,1 0 0,-1 0 0,1 0 0,-1 0 0,1 0 0,0 0 0,-1 1 0,1-1 0,0 0 0,0 0 0,0 0 0,-1 2 0,17 8-5619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9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230 58 10289,'3'1'1851,"13"3"58,-16-4-1878,0 0 0,0 0 0,1 0-1,-1 0 1,0 0 0,0 0 0,0 0 0,0 0-1,0 0 1,1 0 0,-1 0 0,0 0 0,0 0-1,0 0 1,0 0 0,0 1 0,0-1 0,1 0-1,-1 0 1,0 0 0,0 0 0,0 0 0,0 0-1,0 0 1,0 0 0,0 0 0,0 1 0,0-1-1,1 0 1,-1 0 0,0 0 0,0 0 0,0 0-1,0 1 1,0-1 0,0 0 0,0 0 0,0 0-1,0 0 1,0 0 0,0 1 0,0-1 0,0 0-1,0 0 1,0 0 0,0 0 0,0 0 0,0 0-1,0 1 1,-1-1 0,1 0 0,0 0 0,0 0-1,0 0 1,0 0 0,0 1 0,-4 12 640,0 0 1,-1 0 0,-1-1 0,0 0-1,-12 18 1,-46 57 1433,40-57-1465,-31 51 1,43-61-472,2 0 0,0 1 0,1 0 0,-11 41 0,18-55-160,1-1 0,0 1 0,1 0 0,-1 0 0,1-1 0,1 1 0,-1 0 0,1 0 0,0-1 0,1 1 0,-1 0 0,1-1 0,1 1 0,-1-1 0,1 0 0,0 0 0,1 0 0,0 0 0,-1-1 0,10 10 0,-7-9-42,1 0-1,-1-1 1,1 1 0,0-2-1,0 1 1,1-1 0,0 0-1,-1-1 1,1 1 0,0-2 0,1 1-1,-1-1 1,0 0 0,1-1-1,-1 0 1,14 0 0,-7-1-37,0-1 1,1 0-1,-1-1 1,0-1-1,0 0 0,0-1 1,0-1-1,19-9 1,-2-2-151,1-2 0,52-41 0,53-55-205,-136 112 420,33-28-88,-19 14 46,0 2-1,2 0 1,0 0 0,32-17 0,-44 28 47,0 0 1,0 1-1,0 0 0,0 0 1,1 1-1,-1 0 1,1 0-1,-1 0 0,1 1 1,-1 0-1,1 0 1,0 0-1,-1 1 0,1 0 1,-1 0-1,0 1 0,1 0 1,-1 0-1,0 1 1,8 3-1,-9-3 3,0 0-1,0 0 1,-1 0 0,1 0 0,-1 1-1,0 0 1,0-1 0,0 2 0,0-1-1,-1 0 1,0 1 0,0 0 0,0-1-1,0 1 1,-1 0 0,1 1-1,-2-1 1,1 0 0,2 11 0,-3-5 24,1-1 1,0 0-1,1 0 0,0 0 1,0 0-1,1 0 1,0-1-1,1 0 1,0 0-1,0 0 1,1 0-1,1-1 1,-1 0-1,1 0 1,0-1-1,1 0 0,0 0 1,0-1-1,0 0 1,1 0-1,18 9 1,0-3 20,1-1 0,-1-2 1,2-1-1,-1 0 0,1-3 1,0 0-1,0-2 0,0 0 1,1-3-1,-1 0 0,0-2 1,1-1-1,-1-1 0,0-2 1,39-13-1,-7-3 36,-1-3 1,-2-3-1,80-50 0,-97 54-69,1 2-1043,1 3 1,1 2-1,1 1 0,0 3 0,50-8 1,-89 19 909,210-53-3917,-174 44 3421,0-2 0,61-28-1,76-50 261,-62 31 542,-23 16 69,39-20 7078,-156 75-5544,12-4-1369,11-7-420,-20 9 227,1 1 0,1 1 0,0 0 0,1 1 0,0 1 0,0 1 0,-28 30 0,31-26-233,1 0 0,1 1-1,0 0 1,1 1-1,2 0 1,0 1 0,0 0-1,-9 43 1,16-55-187,0 0 0,1 1 0,0-1 0,1 1 0,0-1 0,0 1 0,1-1 0,0 1 0,1-1 0,0 0-1,0 0 1,1 1 0,0-2 0,1 1 0,0 0 0,0-1 0,1 1 0,0-1 0,0-1 0,1 1 0,0-1 0,1 0 0,12 12 0,-9-12-136,1-1-1,-1 0 1,1 0-1,0-1 1,0 0-1,1 0 1,-1-2-1,1 1 1,20 2-1,-10-3-159,2-1 0,-1-1-1,0-1 1,27-3 0,-32 0 143,0 0 0,0-2 1,0 0-1,-1-1 0,26-12 1,80-50-2816,-90 48 1961,44-27-1811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49.9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1 7281,'-7'1'308,"-1"0"1,1 1-1,0 0 1,-1 0-1,1 1 1,0 0-1,0 0 1,1 1-1,-1 0 1,1 0-1,0 0 1,0 1-1,0 0 1,0 0-1,1 1 1,0-1-1,0 1 1,1 0-1,-1 0 1,1 1-1,1 0 1,-5 10-1,-1 2 212,2 2-1,-6 25 1,-13 36 531,-2-17-673,-3 0 1,-2-3 0,-82 114 0,10-39 394,101-132-553,0 0 1,0-1-1,-1 1 0,-8 7 1,8-11 211,21-18-349,141-117-3152,-44 53-3641,-31 27-1418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0.2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556 0 10461,'65'16'2198,"-65"-17"-2126,1 1-1,-1 0 0,1 0 1,-1 0-1,1 0 1,-1 0-1,1 0 1,-1 1-1,1-1 1,0 0-1,-1 0 0,1 0 1,-1 0-1,1 1 1,-1-1-1,0 0 1,1 0-1,-1 1 0,1-1 1,-1 0-1,1 1 1,-1-1-1,0 1 1,1-1-1,-1 0 1,0 1-1,1-1 0,-1 1 1,0-1-1,0 1 1,1-1-1,-1 1 1,0-1-1,0 1 0,0-1 1,0 1-1,0 0 1,0-1-1,0 1 1,0-1-1,0 1 1,0-1-1,0 1 0,0-1 1,0 1-1,0-1 1,-1 2-1,1 0 421,-1 10 164,0 1 0,0-1 0,-1 1 0,-1-1 0,0 1 0,-1-1 0,0 0 1,-1-1-1,-8 15 0,-116 182 2088,36-64-2307,26-34-1343,-88 156-2001,114-187-2503,-45 122-1,60-116-3293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0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69 559 6473,'12'-71'726,"-9"41"-245,2 0 1,2 0 0,0 1-1,2 0 1,1 0 0,14-27-1,-13 34 180,0 1 0,2 0 0,0 0 0,2 2 0,0 0 0,1 0 0,24-21 0,-31 32-432,1 0 1,1 1-1,-1 0 0,1 1 1,0 0-1,1 0 1,-1 1-1,1 1 1,0 0-1,0 1 0,1 0 1,-1 1-1,0 0 1,1 1-1,21 1 0,-18 1-95,0 0 0,0 2 0,-1 0 0,1 0 0,-1 2 0,0 0 0,0 1 0,0 0 1,-1 1-1,0 0 0,19 15 0,-16-9-28,-1 1 0,0 1 0,-1 0 0,0 1 0,-2 0 0,0 2 0,19 32 0,-13-14-34,-3 1 1,0 1 0,-3 0-1,-1 0 1,-2 2-1,-2-1 1,-1 1 0,2 68-1,-8-30-25,-4-1-1,-4 1 1,-19 92-1,-1-46-14,-54 144-1,50-191-18,-3-1-1,-3-2 1,-4-2-1,-2-1 1,-97 118-1,74-115-440,-82 72 0,112-112-75,-31 27-694,33-32-697,-52 58 0,83-84 1571,0 1 0,0 0 0,1 0 0,-1 0 0,1 0 0,0 0 0,1 0 0,-1 0 0,1 1 0,-2 5 0,3-7-123,0-1 1,-1 1-1,1 0 1,1-1 0,-1 1-1,0 0 1,1-1 0,-1 1-1,1-1 1,0 1-1,1 2 1,4 10-4291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0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483 1 10929,'-64'78'1764,"37"-33"-264,1-3-300,-5 4-220,-2-4-135,-4 12-253,0 3-280,-93 157-3297,79-138-1399,4-4-3385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0.8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0 317 9245,'117'-180'1768,"-63"116"-380,-4 25-216,-3 15-188,-4 15-156,14 12-412,0 21-104,7 12-468,-4 22-380,1 23-340,-11 18-260,-10 16-416,-27 9-1928,-19 14-1913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1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67 11665,'-30'-6'2488,"16"-12"3733,35 12-3637,29 0-444,10 6-484,27 0-335,17 0-277,27 0-260,16 0-532,21 0-560,16 0-964,7-6-585,13-6-923,10 6-1252,17 6-1885,31-6-5088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1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276 247 14421,'-188'-100'5313,"178"95"-4279,0-1 1,0 0-1,0 0 1,1-1 0,-15-14-1,22 20-819,1-1 0,0 1-1,-1-1 1,1 1 0,0-1 0,0 0-1,0 0 1,0 0 0,0 1-1,1-1 1,-1 0 0,1 0 0,-1 0-1,1 0 1,-1 0 0,1 0 0,0-3-1,1 3-144,-1 0-1,1 0 0,0 0 0,0 0 1,0 0-1,0 0 0,0 0 0,0 0 1,1 1-1,-1-1 0,1 0 0,-1 1 1,1-1-1,-1 1 0,1-1 1,0 1-1,0 0 0,0 0 0,0 0 1,2-1-1,9-3 87,1 0 0,0 1 0,-1 0-1,2 2 1,-1-1 0,0 2 0,0 0 0,23 1 0,-29 0-137,528 19 51,2 40-1413,-258-26-328,-39-5-48,467 46-3259,2-42-6426,-505-37 2750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1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1890 190 7273,'-117'-88'2023,"96"70"-454,-1 2 0,-43-24 1,54 35-1016,0 1 1,0 0-1,0 1 0,0 0 0,-1 0 1,1 1-1,-14 0 0,20 1-363,0 1-1,1-1 1,-1 1-1,0 0 0,0 1 1,1-1-1,-1 1 1,1 0-1,-1 0 0,0 1 1,1-1-1,0 1 1,-1 0-1,1 0 0,0 1 1,0-1-1,0 1 1,0 0-1,1 0 0,-1 0 1,1 0-1,0 1 1,0-1-1,0 1 0,0 0 1,1 0-1,-1 0 1,1 0-1,0 0 0,0 1 1,1-1-1,-1 0 1,-1 9-1,0 5 166,0 0 1,2 0 0,0 0-1,1 0 1,1 0-1,0 0 1,7 29 0,96 330 2158,-4-24-1393,-84-274-974,-4 1 1,-3 0-1,-3 0 1,-4 1-1,-10 99 1,1-126-138,-1-1 1,-3 1-1,-3-1 1,-2-1-1,-2-1 0,-2 0 1,-2-2-1,-49 80 1,31-72-183,-2-2 1,-3-2 0,-1-2 0,-3-2 0,-88 68 0,21-31-1260,-209 115 1,52-65-1495,100-54-583,9 9-4629,81-35-2829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1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238 142 17278,'4'-33'2868,"-18"12"-580,7-3-408,1 6-372,-4 2-388,0 1-295,-7 6-541,-3 3-780,-4 6-553,1 0-991,0 0-1052,-24 12-3233,6 15-5740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3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233 439 9217,'-27'-8'1962,"-1"0"1,2-2-1,-30-15 0,41 19-658,-7-2 630,17 7-1313,-1-1 0,0 0 0,1 0 0,0 0 0,-1-1 0,-6-5 0,11 7-504,0 0 1,-1 0 0,1 0 0,0 0 0,0 0 0,1-1 0,-1 1 0,0 0 0,0-1 0,1 1 0,-1 0 0,1-1-1,-1 1 1,1-1 0,-1 1 0,1-1 0,0 1 0,0-1 0,0 0 0,0 1 0,0-1 0,0 1 0,0-1 0,0 1-1,1-1 1,-1 1 0,1-1 0,-1 1 0,1-1 0,0-1 0,2-3 22,0 1 0,1-1 0,-1 1 0,1 0 0,0 0-1,0 0 1,1 1 0,-1-1 0,1 1 0,0 0 0,0 0 0,0 1 0,8-5 0,12-4 286,47-17 0,-69 28-406,89-29 473,2 5-1,178-25 1,199 7-341,354 8-26,6 24-1555,-569 9-426,-248 2 1701,87-2-2195,-1 4 0,112 18-1,-208-19 1995,-1 0-1,1 0 0,-1 0 0,1 0 0,-1 0 0,1 1 1,3 2-1,-6-4 270,-1 0 0,0 1 0,1-1 0,-1 0 0,0 1 0,1-1 0,-1 0 0,0 1 0,1-1 0,-1 0 0,0 1-1,0-1 1,1 1 0,-1-1 0,0 0 0,0 1 0,0-1 0,0 1 0,0-1 0,1 1 0,-1-1 0,0 1 0,0-1 0,0 1 0,-1 0-80,1 0 1,-1-1-1,1 1 0,-1 0 0,1 0 1,-1 0-1,1-1 0,-1 1 0,0 0 0,1-1 1,-1 1-1,0 0 0,1-1 0,-1 1 1,0-1-1,-1 1 0,-44 17-4454,-15 0-2368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4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2144 488 7557,'25'-7'1903,"-24"6"-1803,-1 1-1,1 0 0,-1 0 1,1-1-1,-1 1 0,1-1 1,-1 1-1,1 0 0,-1-1 1,0 1-1,1-1 0,-1 1 1,0-1-1,1 1 0,-1-1 1,0 1-1,1-1 1,-1 1-1,0-1 0,0 0 1,0 1-1,1-1 0,-1 1 1,0-1-1,0 0 0,0 1 1,0-1-1,0 0 0,0-1 336,2-4-62,1 0 0,-1 1 0,1 0 0,0 0 0,1 0 0,-1 0 0,1 0 0,0 1 0,0 0 0,0-1 0,9-4 0,8-7 646,33-18-1,-8 6-90,59-43 564,140-105 2366,-196 130-2529,-48 46-1315,-1 0 0,0-1-1,0 1 1,0-1 0,1 1 0,-1-1 0,0 1 0,0-1 0,0 0-1,0 1 1,0-1 0,0 1 0,0-1 0,0 1 0,0-1 0,0 1-1,0-1 1,0 1 0,-1-1 0,1 1 0,0-1 0,0 1 0,0-1-1,-1 1 1,1-1 0,0 1 0,-1-1 0,1 1 0,0 0 0,-1-1-1,1 1 1,0 0 0,-1-1 0,1 1 0,-1 0 0,1-1 0,-1 1 0,-1-2 7,-1 1 1,1 0-1,0-1 1,-1 1-1,1 0 1,-1 0-1,1 1 1,-1-1 0,1 0-1,-1 1 1,1 0-1,-1-1 1,-5 1-1,-40 6 229,43-5-223,-89 18 578,1 4 1,-166 65 0,-166 112 379,35 32-449,281-156-268,-141 126 1,219-173-242,0 1 1,3 1-1,0 1 1,2 2-1,-27 46 1,44-64-52,0 1 0,1 0 0,1 1-1,0 0 1,2 0 0,0 0 0,1 1 0,1-1 0,0 1 0,2 0-1,0 0 1,1 0 0,1 0 0,4 20 0,1-13-53,1-1 0,1 0 0,2 0-1,0-1 1,2 0 0,0-1 0,2-1 0,0 0 0,2-1 0,0 0 0,22 20 0,24 20-413,139 103 0,105 49-845,-265-178 1112,-39-34 216,-1 0 0,0 0-1,0 0 1,0 0 0,0 0 0,0 0 0,0 0-1,0 0 1,0 0 0,0 0 0,-1 1 0,1-1-1,0 0 1,-1 0 0,1 1 0,-1-1 0,0 1-1,1-1 1,-1 0 0,0 1 0,0-1-1,0 1 1,0-1 0,0 1 0,0-1 0,0 1-1,0-1 1,0 0 0,-1 1 0,1-1 0,-1 0-1,1 1 1,-1-1 0,0 0 0,1 1 0,-1-1-1,0 0 1,0 0 0,0 0 0,0 0 0,0 0-1,0 0 1,0 0 0,0 0 0,-2 1 0,-2 2-3,0-1 1,-1 0 0,1-1 0,-1 1 0,1-1-1,-1 0 1,0-1 0,0 1 0,-11 0 0,-250-4-38,-4-23-77,182 16 9,-555-50-5237,639 58 5160,-30-3-1109,-43-9 0,64 9-671,0 0 0,1-1-1,-18-9 1,10 2-6516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4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489 359 12541,'-2'2'1877,"-29"16"-178,2 0 0,0 2-1,1 2 1,-29 28 0,26-18-902,1 0-1,2 2 1,-26 41 0,30-36-593,1 1 1,2 0-1,2 2 0,1 0 0,3 1 1,1 1-1,-13 77 0,23-96-159,2-1-1,0 0 1,2 1-1,1-1 1,0 0-1,2 1 1,1-1-1,8 28 1,-8-41-95,-1 0 0,1 0 1,1-1-1,0 0 1,0 0-1,1 0 0,1-1 1,-1 0-1,1 0 0,1-1 1,0 1-1,0-2 1,0 1-1,1-1 0,0 0 1,1-1-1,-1 0 0,1-1 1,19 8-1,-16-9-15,-1-1 0,1-1 0,-1 0-1,1 0 1,0-2 0,0 1 0,0-1 0,-1-1 0,1-1-1,0 0 1,-1 0 0,1-1 0,-1-1 0,0 0-1,0 0 1,21-12 0,-4-1-41,0 0 1,-1-2-1,0-2 0,-2 0 0,29-31 0,-17 13 10,-1-2 0,-3-1 1,-1-2-1,-2-1 0,-2-1 0,-2-2 0,-2-1 0,-3 0 0,32-105 0,-36 87 17,-3-1 0,10-105 0,-23 141 45,-1-1 1,-1 0-1,-2 1 1,-1-1-1,-2 1 1,-1 0-1,-17-51 1,20 73 26,-1 0 0,-1 0 1,0 0-1,0 1 1,-1 0-1,0 0 1,-1 0-1,0 1 0,0 0 1,0 0-1,-1 0 1,-18-12-1,21 17 11,0 0 0,-1 1 0,0-1 1,1 1-1,-1 0 0,0 0 0,0 1 0,0 0 0,0 0 0,0 0 0,0 1 0,0 0 0,0 0 0,0 1 0,-1-1 0,1 1 1,0 0-1,1 1 0,-1 0 0,0 0 0,0 0 0,1 0 0,-1 1 0,-6 4 0,2-1 29,1 1 0,-1 0 0,2 0-1,-1 0 1,1 1 0,0 1 0,0-1-1,1 1 1,1 0 0,-1 1 0,-6 13 0,6-7-14,1 0 1,0 0 0,1 1 0,0 0 0,2 0-1,-3 30 1,4 6 44,3 1-1,3 0 1,17 91-1,23 68-24,8 49-31,-49-243-6,-2 1-1,0-1 1,-1 0-1,-1 0 1,-1 0 0,0 0-1,-2 0 1,0 0-1,-1-1 1,-1 1 0,-1-1-1,0-1 1,-1 1 0,-1-1-1,-1-1 1,0 0-1,-1 0 1,-1-1 0,0 0-1,-1-1 1,-1 0-1,0-2 1,-1 1 0,0-2-1,-18 11 1,-29 12-629,-1-2 0,-2-3 0,-69 20 0,112-41 216,6-2-75,-4 0-866,0 2-1,0 0 1,-26 17-1,36-14-3670,13 0-2980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4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488 18 8693,'0'0'157,"1"-1"1,-1 0-1,0 1 0,1-1 1,-1 0-1,0 0 1,0 1-1,0-1 1,1 0-1,-1 0 0,0 1 1,0-1-1,0 0 1,0 0-1,0 1 0,0-1 1,-1 0-1,1 0 1,0 1-1,0-1 1,-1-1-1,0 2-11,0 0 1,-1 0-1,1 0 0,0 1 0,0-1 1,0 0-1,0 1 0,-1-1 0,1 1 1,0-1-1,0 1 0,0 0 0,0-1 1,-2 3-1,-9 6 463,1 1-1,-1 0 1,2 0 0,-1 2 0,1-1-1,1 1 1,-15 26 0,3 0 206,-26 65 1,-129 415 1024,165-484-1773,-5 18-43,-60 222 85,68-235-441,1 0-1,2 1 1,2 0-1,2 0 1,4 41 0,-2-67-156,1 0 1,1 0 0,0 0-1,1-1 1,8 20 0,-9-26-415,1 0 0,0 1 0,0-2 0,1 1 0,0 0 1,9 8-1,28 20-7774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5.0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10009,'0'0'2276,"4"-18"-260,-1 3 3953,7 3-5665,3-6-476,11 21-588,3 0-884,-4-9-905,27 6-1939,-16 12-3489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6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34 289 7777,'0'-2'139,"0"0"0,-1 1 0,1-1 0,-1 0 0,0 1 1,0-1-1,1 1 0,-1-1 0,0 1 0,0-1 0,0 1 1,0-1-1,-1 1 0,1 0 0,0 0 0,-1 0 0,1 0 0,0 0 1,-1 0-1,1 0 0,-1 0 0,0 0 0,-2 0 0,2 0 845,0-20 695,2 19-1625,0 1-1,-1-1 0,1 0 0,0 0 0,0 0 1,0 1-1,0-1 0,0 0 0,0 0 0,1 1 0,-1-1 1,0 0-1,1 0 0,0 1 0,-1-1 0,1 0 1,0 1-1,0-1 0,0 1 0,0-1 0,0 1 1,0-1-1,0 1 0,0 0 0,1 0 0,-1 0 1,1-1-1,1 0 0,7-6 79,1 1 1,-1 1-1,1 0 0,1 0 0,-1 1 1,22-7-1,84-13 312,-108 23-415,430-49 657,19 30-355,-341 17-241,304-10 125,69 2-3,67 4-50,2189 37 390,2 70-866,-2623-94 250,2220 52-3476,-1903-62 2079,-70-14-675,-67-7-1367,-53-1-1464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7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2497 11741,'7'-15'269,"64"-148"3118,-1-45 1143,27-71-1809,-51 169-2029,95-247 952,79-250-380,15-44 876,-192 545-1620,-39 133-115,1 68 27,-14 170-1,-35 100-69,19-212-257,-7-2-1,-71 204 0,-161 271-414,108-326-570,-126 282-5318,276-567 5806,-2 4-651,1-1 1,1 1-1,-6 29 1,11-47 839,1 0-1,-1 0 0,1 1 1,0-1-1,0 0 1,-1 1-1,1-1 1,0 0-1,0 1 0,0-1 1,1 0-1,-1 0 1,0 1-1,0-1 1,1 0-1,-1 0 0,1 1 1,-1-1-1,1 0 1,-1 0-1,1 0 1,0 0-1,-1 1 0,1-1 1,0 0-1,0-1 1,0 1-1,0 0 1,0 0-1,0 0 0,0 0 1,0-1-1,0 1 1,0 0-1,1-1 1,-1 1-1,0-1 0,0 0 1,2 1-1,37 4-7570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104 470 10149,'1'-1'115,"0"0"0,1-1-1,-1 1 1,0 0 0,1 0 0,-1 1 0,0-1 0,1 0-1,-1 0 1,1 1 0,0-1 0,-1 1 0,1-1 0,-1 1 0,1-1-1,0 1 1,-1 0 0,1 0 0,0 0 0,-1 0 0,1 0-1,3 1 1,-4 0-16,0 0 0,0 0 0,0 0 0,0 0 0,0 0 0,0 1 0,0-1 0,0 0-1,0 0 1,-1 1 0,1-1 0,0 1 0,-1-1 0,1 0 0,-1 1 0,0-1 0,1 1 0,-1-1-1,0 1 1,0-1 0,0 1 0,0 0 0,0-1 0,0 1 0,0-1 0,-1 1 0,1-1 0,0 0 0,-2 3-1,-17 77 2423,-31 82-1,-14 56-1214,58-188-1193,0 0 0,2 1 0,1-1 0,2 1 0,3 33 0,-2-56-111,1 0 0,0 0 0,1 0 0,0 0 0,0-1 0,1 1 1,0-1-1,0 1 0,1-1 0,0 0 0,1-1 0,0 1 0,0-1 0,0 0 0,1 0 0,0 0 0,0-1 0,1 0 0,0 0 0,0-1 1,0 1-1,1-2 0,0 1 0,0-1 0,0 0 0,0-1 0,0 0 0,16 4 0,-1-3-77,1 0-1,-1-2 1,0 0-1,1-2 1,-1 0-1,0-2 1,1 0-1,37-10 1,-30 3-16,-1-1 1,0-1-1,-1-2 0,0-1 1,-1-1-1,0-1 1,36-29-1,-44 28 44,0-1 0,-1-1 0,0-1-1,-2 0 1,0-1 0,-2-1 0,0-1 0,-1 0 0,13-33 0,-10 12-1,-3 0 1,-1-1 0,-3-1-1,-1 1 1,-2-2 0,-3 1-1,-1-62 1,-8-16-47,-31-185-1,11 192 12,24 115 84,0-1 1,1 1-1,-1 0 0,0 0 1,0 0-1,0 0 0,0 0 1,0 0-1,0 1 0,-1-1 0,1 0 1,-3-1-1,4 2 0,-1 1 0,0-1 0,1 1 1,-1-1-1,0 1 0,0 0 0,1-1 0,-1 1 0,0 0 0,0 0 0,0 0 0,1-1 0,-1 1 0,0 0 0,0 0 1,0 0-1,0 0 0,1 0 0,-1 1 0,0-1 0,0 0 0,-1 1 0,0 0 3,0 0-1,0 0 0,0 1 0,0-1 1,0 1-1,1 0 0,-1 0 1,0-1-1,1 1 0,-1 0 1,1 0-1,0 1 0,-1-1 1,1 0-1,0 0 0,1 0 1,-1 1-1,0-1 0,0 4 1,-6 36 28,3 0 1,1 82 0,2-18 93,-5-26-77,-2 0 0,-5 0-1,-3-1 1,-3-1 0,-3-1 0,-4-1 0,-48 98-1,-5-18 16,-115 170 0,-73 74-1196,259-388 771,0 2 0,1-1 0,1 1 0,-6 18 0,12-31 287,-1 0 0,1 0-1,0-1 1,0 1 0,0 0-1,-1 0 1,1 0 0,0 0-1,0 0 1,0 0-1,0-1 1,0 1 0,1 0-1,-1 0 1,0 0 0,0 0-1,1 0 1,-1-1 0,0 1-1,1 0 1,-1 0 0,1 0-1,-1-1 1,1 1 0,-1 0-1,1-1 1,-1 1-1,1 0 1,0-1 0,0 1-1,-1-1 1,1 1 0,0-1-1,0 0 1,-1 1 0,1-1-1,0 1 1,0-1 0,0 0-1,0 0 1,-1 0 0,2 1-1,3-1-298,-1 1-1,1-1 0,0 0 1,-1 0-1,1 0 0,6-2 1,33-13-3498,8-6-1692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8.1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5040,'54'0'1916,"-34"0"-1161,1 0 1,29 4-1,202 54-1968,-160-35 935,-65-16 344,1 0 1,-1 2-1,-1 1 1,0 1-1,0 2 1,40 26-1,-61-35-18,1 0-1,-1 1 1,0-1-1,-1 1 1,1 1-1,-1-1 1,0 1-1,0-1 1,-1 1-1,1 0 1,-1 1-1,-1-1 1,1 0 0,-1 1-1,1 7 1,0 4-154,-1-1 1,-1 1 0,0-1-1,-4 31 1,6 37-3188,-3-61 1140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9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326 842 5477,'-7'16'3237,"7"-16"-3159,19-26 4462,3-5-2201,7-8 200,37-64 0,-40 60-1625,212-281 3521,-86 128-3092,-139 179-1204,0-3 39,2 1 0,19-20-1,-52 57-151,1 1-1,0 0 0,2 2 1,0 0-1,-17 33 0,7-6 19,-29 82-1,39-80-56,1 1 1,3 0-1,2 1 1,3 0-1,1 0 1,5 89-1,53 313-1520,-38-358 975,-6-31 86,-3 1 1,-4 117-1,-6-139 296,-1-1 0,-2 0 0,-2 0 0,-1-1 0,-20 49 0,20-69 136,-1 0-1,-1 0 1,-1-1-1,-1-1 1,0 0-1,-2-1 1,0 0-1,-1-1 1,-1-1-1,-1-1 1,0-1-1,-1 0 1,-29 15-1,13-11-5,0-1 0,0-2 0,-2-2-1,0-1 1,-1-2 0,0-1 0,-58 6-1,87-15-238,0 0 0,0-1 0,0 0 0,0 0 0,-17-4-1,26 4 142,-1 0 0,1-1-1,-1 1 1,0-1 0,1 0-1,-1 1 1,1-1-1,-1 0 1,1 0 0,0 0-1,-1 0 1,1 0-1,0 0 1,0-1 0,0 1-1,0 0 1,0 0-1,-1-2 1,1 1-93,1 0 1,-1 0-1,1-1 0,0 1 1,0 0-1,-1 0 0,1 0 1,1 0-1,-1 0 0,0 0 1,1 0-1,-1 0 1,1 0-1,-1 0 0,1 0 1,0 0-1,0 0 0,2-3 1,43-71-10595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9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372 624 10033,'-4'11'527,"0"1"0,1 1 0,0-1 0,-2 17 0,4-16-22,-1 0 0,-1-1 1,0 1-1,-6 13 0,-94 195 3080,-73 189-1970,160-359-1459,-12 68 0,23-93-116,2 0 1,0 0-1,2 1 0,4 39 1,-2-56-40,1 1 0,0-1 0,1 0 1,0 0-1,0 0 0,1 0 0,1 0 0,0-1 0,0 0 1,0 0-1,1 0 0,1-1 0,0 1 0,0-1 0,0-1 1,1 0-1,0 0 0,0 0 0,1-1 0,0 0 0,0-1 1,0 0-1,14 5 0,-6-4-50,1 0 0,-1-1-1,1-1 1,0-1 0,1 0 0,-1-2 0,1 0-1,-1-1 1,0 0 0,1-2 0,-1 0 0,31-8 0,-11-2-143,-1-2 1,0-1 0,-1-2-1,0-1 1,-2-2 0,0-2 0,-1-1-1,-1-1 1,-2-2 0,52-55 0,-26 16-118,-4-1 1,-2-3-1,-3-3 1,40-83-1,-52 85 174,-3-1 0,-3-1 0,30-122 0,-45 132 88,-2-1-1,-4 0 0,-2 0 0,-5-118 0,-3 149 86,-2 1 0,-1-1-1,-2 1 1,-1 0 0,-23-58-1,24 74 21,0 0-1,-2 0 1,0 0-1,0 1 0,-18-19 1,20 26-3,-1-1 0,0 1 1,0 0-1,-1 1 0,0 0 1,0 0-1,0 1 0,-1 0 1,-15-5-1,16 8 14,-1 0 0,1 0 0,-1 1 1,0 0-1,1 1 0,-1 0 0,0 0 0,0 1 1,1 0-1,-1 1 0,1 0 0,-1 1 0,1 0 1,0 0-1,0 1 0,0 0 0,0 1 1,1 0-1,0 0 0,-10 8 0,-2 3 123,0 1-1,1 1 1,1 1-1,0 1 1,2 0 0,-21 33-1,19-22-47,2 0-1,1 1 0,2 0 1,1 1-1,1 1 0,2 0 1,1 0-1,2 1 1,1-1-1,2 1 0,2 38 1,3-10-50,3 0 1,3-1-1,3 0 0,2 0 1,29 80-1,25 42 61,53 179-33,-111-324-114,-1 1 1,-2 0-1,-2 0 1,-1 1-1,-2-1 1,-2 0-1,-9 54 1,5-65-7,-2-2 1,-1 1-1,-2-1 1,0 0-1,-2-1 1,-1 0-1,0-1 1,-29 38 0,11-24-24,-2 0 1,-1-3-1,-3 0 1,-40 30-1,-81 59-1166,53-46-2339,105-78 3389,1-1 0,-1 1 0,0 0 0,1 0 0,-1-1 0,0 1 1,1 0-1,-1-1 0,1 1 0,-1 0 0,1-1 0,-1 1 0,1-1 1,0 1-1,-1 0 0,1-1 0,0 0 0,-1 1 0,1-1 0,0 1 1,1-1-1,1 2-192,1-1 1,-1 0-1,1-1 1,-1 1-1,1-1 1,-1 1-1,1-1 1,-1 0-1,1 0 1,-1-1-1,1 1 1,-1-1 0,1 0-1,-1 1 1,0-2-1,1 1 1,5-3-1,48-18-5391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59.8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501 0 7857,'-1'0'240,"0"0"0,0 1 0,-1-1 0,1 0 0,0 1 0,0-1 0,0 0 1,0 1-1,0-1 0,-1 1 0,1 0 0,0-1 0,0 1 0,0 0 0,1-1 0,-1 1 1,0 0-1,0 0 0,0 0 0,1 0 0,-1 0 0,0 0 0,1 0 0,-1 1 0,-12 35 656,9-23-214,-229 630 4498,224-622-5107,-175 455 1139,174-444-1106,2-1 0,-6 53 1,13-71-76,1-1 0,0 1 0,0-1 0,2 0 0,-1 1-1,2-1 1,0 0 0,0 0 0,2 0 0,6 15 0,-3-11 5,0-1-1,1 0 0,1 0 1,1-1-1,0 0 0,1-1 1,1-1-1,24 22 0,-17-20-170,1-1 0,1-1 0,0 0 1,0-2-1,2-1 0,-1-1 0,1 0 0,0-2 0,1-1 0,43 5 0,-32-7-960,0-3-1,54-3 1,-46-2-2576,72-17-1,-42 1-4110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0.6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3955 136 5609,'-37'-25'381,"19"12"-95,0 1-1,-1 0 0,0 2 0,0 0 0,-1 1 1,-23-6-1,6 6 268,-1 1 1,0 2 0,0 2 0,-1 2-1,1 1 1,-50 6 0,-4 5 506,-133 33 1,78-3-397,1 6 0,3 6-1,-177 92 1,-379 271 1067,503-279-934,-283 257-1,372-290-482,4 5 1,5 4-1,-146 218 1,177-221-159,4 1 0,5 4 0,6 2 0,4 2 0,-56 216 0,86-255-99,4 1 1,3 0 0,4 1-1,3 0 1,4 0 0,3 0 0,4 0-1,3-1 1,4 0 0,26 86-1,-15-91-33,2-2-1,4-1 0,3-1 0,3-2 0,3-2 1,3-1-1,2-2 0,4-2 0,2-3 0,3-2 1,2-2-1,2-2 0,3-4 0,78 50 0,-47-43 15,2-4-1,2-4 0,125 42 1,-121-57-53,134 27 0,277 27-45,-360-71 12,0-6 0,264-16 0,-155-15-61,510-108-1,-451 47 40,356-143-1,-125-22-29,-405 168 67,222-163 0,-269 167 11,-4-5 0,155-171-1,-185 175 2,-4-3 0,-3-3 0,-3-2 0,44-97 0,-69 120 16,-3-1-1,-3-2 1,-3 0 0,-2-2 0,9-73 0,-21 90 1,-2 0 0,-2 0 0,-2-1 1,-2 1-1,-2 0 0,-3 1 0,-22-85 0,8 70-3,-3 1 0,-3 1 0,-2 1 0,-3 2 0,-2 1 0,-3 2 0,-2 1 0,-50-53 0,25 39 4,-2 3 0,-3 4 0,-3 2 0,-2 4 1,-105-60-1,76 60-151,-2 5 0,-3 5 0,-1 4 0,-2 5 0,-209-39 0,193 58-988,-1 5 0,-1 5 1,0 7-1,-254 31 1,96 22-3760,16 20-2683,268-72 7470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1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1136 7861,'-7'0'605,"-1"0"0,0 0-1,0 1 1,0 0 0,0 0 0,0 1 0,1 0 0,-1 0 0,-13 6 0,19-7 736,-18 2 1214,9-2-511,26-7 51,-1 0-2095,845-272 4476,20 70-3827,597-94-162,-218 47-151,-797 155-1297,-441 97-1831,-29 9-1993,-5 1 4674,-94 42-9559,91-39 3080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2.0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 10473,'12'-25'1703,"-10"20"1340,1 4-1722,1 0-1096,0 0 1,0 0 0,0 0 0,1 1-1,-1-1 1,0 1 0,0 0 0,1 0-1,-1 1 1,0 0 0,7 1 0,46 19 399,-36-12-345,667 325 1817,-35 65-1411,-539-324-538,-4 4-1,-3 6 1,180 184 0,-260-238-71,-1 1-1,-1 1 1,-2 2-1,-1 0 1,-2 1-1,-1 1 1,26 77-1,-38-90-20,0 1-1,-2 1 1,-1-1 0,-1 0-1,-2 1 1,0 0-1,-1-1 1,-2 1 0,0 0-1,-2-1 1,-1 0-1,-1 0 1,-1 0 0,-11 24-1,-1-8 8,-2-1 1,-2 0-1,-2-2 0,-1-1 0,-2-2 0,-38 40 0,-211 180-98,237-220-57,-279 216-1297,92-76-4584,206-159 266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2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235 106 12181,'-67'-39'1796,"46"30"-276,-2-1-295,0-2-233,-4 3-232,7 3-488,6-3-772,-6 0-1052,0 6-805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3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1116 0 6145,'-20'3'878,"0"0"0,0 0 0,1 2 0,-1 1 0,1 0 0,1 1 0,-1 2 0,-19 11 0,-19 14 1170,-59 49-1,45-31-1289,64-47-692,-335 250 2078,283-205-1904,2 2 0,2 2 1,-71 94-1,121-142-204,1 0 0,-1 0 0,2 1 0,-1-1 0,1 1 0,-4 9-1,7-14-24,-1 0-1,1-1 0,0 1 0,0 0 1,-1-1-1,1 1 0,0 0 0,1-1 1,-1 1-1,0 0 0,0-1 0,1 1 0,-1 0 1,1-1-1,-1 1 0,1-1 0,0 1 1,-1-1-1,1 1 0,0-1 0,0 1 1,0-1-1,0 0 0,0 1 0,1-1 1,-1 0-1,0 0 0,0 0 0,1 0 1,-1 0-1,4 1 0,-2-1-3,0 1 0,0-1 0,0-1 0,0 1 0,0 0 0,0-1 0,0 1 0,0-1 0,0 0 0,0 0 0,1-1 0,3 0 0,39-10 22,-45 11-28,47-16 41,0-2 0,86-47 1,82-66 56,-184 111-113,137-91-1,-38 23 165,185-92 1,-314 178-115,0 1 0,0 0 0,1 0 0,-1 1 0,0-1 0,0 0 0,1 1 0,-1-1 1,1 1-1,-1 0 0,0 0 0,1 0 0,-1 0 0,1 0 0,3 1 0,-4 0-8,-1-1 0,0 1 1,1 0-1,-1 0 0,0 0 0,0 0 0,0-1 1,1 2-1,-1-1 0,0 0 0,0 0 0,-1 0 0,1 0 1,0 1-1,0-1 0,0 0 0,-1 1 0,2 2 0,-1 2 41,0 1-1,1-1 0,-2 1 0,1 0 0,-1 0 0,0-1 0,-1 1 1,0 0-1,-1 7 0,-49 164 604,15-61-643,-3 18-530,11-44-1388,4 1 0,-18 138 0,40-211 269,0 0 1,2 1-1,0 0 0,6 32 1,9 4-6895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3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512 1 6289,'-93'31'1330,"47"-17"-64,2 2-1,-1 1 0,-59 34 0,72-30-633,-33 26-1,56-39-548,-1 1 0,1 0 0,0 0 0,1 1 0,0 0 0,1 1 0,-7 13 0,13-23-81,0 0 0,0 0 0,0 1 0,0-1-1,1 0 1,-1 1 0,1-1 0,-1 1 0,1-1-1,-1 1 1,1-1 0,0 1 0,0-1 0,0 1-1,0-1 1,0 1 0,0-1 0,0 1-1,0-1 1,0 1 0,1-1 0,-1 1 0,1-1-1,-1 1 1,1-1 0,0 1 0,-1-1 0,1 0-1,0 1 1,0-1 0,0 0 0,0 0 0,0 0-1,0 0 1,0 0 0,1 0 0,-1 0 0,0 0-1,0 0 1,1-1 0,-1 1 0,1 0 0,-1-1-1,2 1 1,7 2 9,0-1-1,0 0 0,0 0 1,0-1-1,14 0 1,2-2 158,0 0 0,0-2 0,25-7 0,-21 5 422,35-3-1,-61 7-478,1 1 0,0 0 1,0 0-1,0 0 0,0 1 0,-1 0 0,1 0 0,0 0 0,0 0 1,-1 1-1,1-1 0,-1 1 0,0 1 0,1-1 0,-1 0 0,0 1 1,0 0-1,0 0 0,-1 0 0,5 5 0,-4-3 3,-1 1-1,0-1 0,0 1 0,-1-1 1,0 1-1,0 0 0,0 0 1,0 0-1,-1 0 0,0 0 0,-1 0 1,1 0-1,-1 0 0,0 0 1,-1 7-1,-3 23 184,-1 0 0,-2-1 1,-2 0-1,-17 46 0,-65 132-502,1-7-6468,55-113-5751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4.0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251 663 5304,'-86'67'2598,"51"-43"-920,2 2-1,-47 47 1,79-72-1642,-1 1 0,1-1 1,0 1-1,-1 0 1,1-1-1,0 1 1,0 0-1,0 0 0,0 0 1,0 0-1,0-1 1,1 1-1,-1 1 1,1-1-1,-1 0 1,1 0-1,0 0 0,0 0 1,0 2-1,0-2-8,1 0-1,-1-1 0,1 1 1,0 0-1,0-1 0,0 1 1,0-1-1,0 1 1,0-1-1,0 1 0,0-1 1,1 0-1,-1 0 0,0 0 1,1 1-1,-1-1 0,3 1 1,3 1-25,0 0 1,1 0-1,-1 0 0,0-1 1,1 0-1,-1-1 1,1 0-1,14 1 1,-9-3-55,-1 0 1,0 0 0,0-1-1,0-1 1,0 0-1,-1 0 1,1-2 0,17-8-1,-18 8-10,0 0 0,-1-1-1,0-1 1,0 1 0,-1-2 0,0 1-1,0-1 1,0-1 0,-1 1-1,-1-1 1,0-1 0,0 1 0,8-17-1,-7 10 18,0-1 0,-2 0-1,0 0 1,-1 0 0,0-1-1,-2 0 1,0 0 0,1-23-1,-5-9-11,-1 0-1,-3 0 0,-2 0 0,-2 1 1,-2 0-1,-2 0 0,-29-68 0,31 94 34,0 1-1,-1 1 1,-16-21-1,9 13 40,17 25-67,3 10-496,2 0 120,-1 0 0,1 0 1,0-1-1,0 1 0,0-1 0,1 0 1,0 1-1,0-2 0,0 1 1,9 7-1,7 4-3241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4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0 5436,'-27'109'1041,"17"-70"-185,0-3-160,0 0-112,0 3-168,-7 0-124,3 10-240,-2-4-292,2 3-244,1-3-332,-7-8-188,10-1-997,6-12 157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4.3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1 4140,'-43'15'1084,"23"-9"-239,6 6-225,-3 3-124,4-3-336,3 3-96,-3-3-396,-1 3-1733,-3-6 37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4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70 3676,'0'0'3201,"-3"-18"-2985,3 3-312,-14-6-1372,1 6-177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5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2415 1 4668,'-64'22'316,"21"-7"4,1 1 0,1 2 0,0 2-1,-38 25 1,7 4 822,-116 104-1,-48 76 436,215-207-1463,-55 54 249,-505 530 2488,447-451-1980,7 5-1,-117 196 1,167-223-46,-116 273 0,159-314-554,3 1 0,5 1 0,3 2 0,-10 108 0,27-148-154,4 0 0,1 0-1,3 0 1,3 0 0,2-1 0,24 95 0,-19-111-68,1 0-1,2-1 1,2-1 0,1-1-1,2 0 1,2-1 0,1-1-1,1-1 1,55 56 0,-39-52-25,2-1 1,1-2 0,2-2 0,80 43 0,-59-42-62,1-3-1,141 41 0,-82-41-157,1-6-1,1-6 0,221 5 1,-113-25-268,-1-11 0,322-57 0,448-173-748,-144-69 578,-596 193 497,283-175 1,-425 218 134,-3-5 0,132-116 1,-217 166 32,-1-3 0,-2 0 0,-2-2 0,-1-1 0,33-57 0,23-51 152,87-209-1,-158 322-161,-2 0-1,-1-2 1,-1 1-1,-2-1 1,-1-1 0,4-66-1,-10 44 21,-3 0 0,-2-1 1,-2 2-1,-3-1 0,-3 1 0,-2 1 0,-2 0 0,-38-86 0,22 75-12,-3 2 0,-2 1-1,-3 1 1,-3 3 0,-2 1-1,-71-68 1,30 44-20,-3 4-1,-4 4 1,-3 4-1,-3 4 1,-2 4-1,-3 5 1,-3 5-1,-188-64 1,195 85-218,-1 5-1,-2 4 1,0 5-1,-112-5 1,127 19-287,-1 4 0,1 4 0,0 4 1,0 3-1,-97 28 0,113-19-857,1 2-1,2 4 1,-113 61 0,8 18-4043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5.3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1 8277,'-53'0'76,"36"3"-660,-10-6-1660,0 3-297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9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5 10885,'15'-5'4829,"-21"17"1705,-4 4-6361,-6 21 864,0 2 1,3 0 0,1 0 0,-10 62-1,5-26-520,3-14-746,3 1 0,-7 102 0,17-139-596,1 1 1,2 0-1,0-1 1,2 1-1,0-1 1,2 0 0,1 0-1,1-1 1,14 31-1,10 5-4520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114 347 9001,'-13'14'974,"1"1"0,1 0-1,0 0 1,2 1 0,-17 33 0,19-28-570,1 0 0,0 1 1,2 0-1,1 0 0,0 0 0,2 0 0,0 0 1,4 40-1,-2-54-355,1 1 1,-1-1-1,1 1 0,1-1 1,-1 0-1,2 0 1,-1 0-1,1 0 1,0 0-1,0-1 0,7 8 1,-8-11-35,1 1 0,0-1 1,-1 0-1,1-1 0,1 1 1,-1-1-1,1 0 0,-1 0 0,1 0 1,0 0-1,0-1 0,0 0 0,0 0 1,0 0-1,1-1 0,-1 0 1,0 0-1,7 0 0,-3 0-1,-1-1 0,1-1-1,0 0 1,-1 0 0,1-1-1,-1 0 1,0 0 0,1-1 0,-1 0-1,0 0 1,-1-1 0,1 0 0,10-7-1,-9 3-13,1 0 0,-1 0-1,-1-1 1,1 0 0,-1-1-1,-1 0 1,0 0 0,9-18-1,-4 3 9,-1-1-1,-2-1 0,0 0 0,-2 0 1,-1 0-1,-1-1 0,2-47 0,-6 44 0,-1-1-1,-2 1 0,-1 0 1,-1 0-1,-2 0 0,-14-45 1,16 64-9,0-1-1,-1 1 1,0 1 0,-1-1 0,-1 1 0,1 0 0,-2 0 0,0 1 0,0 0 0,-1 0 0,0 1 0,0 0 0,-1 1 0,0 0-1,-1 0 1,0 1 0,0 1 0,-18-8 0,23 12-132,0 0 0,-1 1 1,1-1-1,-1 1 0,1 1 0,0-1 0,-1 1 0,1 1 0,-1-1 0,1 1 1,-1 0-1,1 0 0,0 1 0,0 0 0,0 0 0,0 0 0,0 1 1,0 0-1,0 0 0,1 0 0,-1 1 0,1 0 0,0 0 0,-7 8 1,8-8-357,0 1 0,-1 0 0,2 1 0,-1-1 0,1 1 1,-1 0-1,2 0 0,-1 0 0,1 0 0,0 0 1,0 0-1,0 1 0,1-1 0,0 1 0,0 10 0,5 31-4959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9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765 0 9701,'-4'5'993,"-1"1"1,1-1-1,0 1 1,1 0-1,-1 0 1,-3 12-1,-35 76 1721,20-46-1588,-82 186 1436,-143 300-1603,235-509-1033,-205 473-3701,154-287 723,54-170 1839,2 1 1,2 0-1,0 49 0,5-75-53,1-1-1,5 30 1,14 20-4215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09.9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248 332 9453,'-33'19'1523,"1"2"-1,0 1 1,-46 42 0,68-54-1095,0 1 0,1 0-1,1 0 1,-11 18 0,17-24-360,0-1-1,0 0 1,0 0 0,0 1 0,0-1 0,1 1 0,0 0 0,0-1-1,1 1 1,-1 0 0,1 0 0,0-1 0,0 1 0,0 0 0,3 8-1,-3-10-44,1-1-1,0 1 0,0-1 0,1 0 0,-1 0 0,0 1 0,1-1 1,-1 0-1,1 0 0,0 0 0,0-1 0,-1 1 0,1 0 0,1-1 1,-1 1-1,0-1 0,4 2 0,-1-1 5,0 0-1,1 0 1,-1 0 0,1-1 0,0 0-1,-1 0 1,11 0 0,-3-1 3,0-1 0,-1 0 0,1-1 1,0 0-1,0-1 0,16-7 0,-20 6-21,0 0-1,-1-1 1,0 0-1,0-1 1,0 0-1,-1 0 1,0-1-1,0 0 1,0 0-1,-1 0 1,11-17-1,-9 11-8,-1-1 0,0 1 0,-1-2 0,0 1 0,-1 0 0,6-28 0,-9 28-129,0 0-1,-1-1 1,-1 1 0,0 0 0,-1-1-1,-1 1 1,0 0 0,-1 0 0,0 0 0,-1 0-1,-1 0 1,0 1 0,-1 0 0,0 0-1,-1 0 1,0 1 0,-1 0 0,-1 1 0,0-1-1,0 2 1,-20-19 0,1 5-2396,0 1-1,-38-23 1,22 19-3766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0.4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2497 452 8297,'-374'-248'3463,"326"217"-2634,-2 2 1,0 3-1,-2 1 1,0 3-1,-73-20 0,90 34-511,1 1-1,-1 1 1,0 2-1,0 2 1,0 1-1,0 1 0,0 2 1,0 2-1,-63 14 0,54-5-101,0 2-1,1 1 1,1 2-1,0 3 1,2 0 0,-63 46-1,55-30 13,2 3 0,1 1 0,2 2 0,-56 74 0,45-44 65,4 3 1,-59 118 0,54-77 73,-43 134 0,26-19 163,-71 409-1,39 253 283,95-224-462,18-534-579,7 0 0,61 249 0,-60-323-25,4 0 0,2-1 0,61 111 0,-65-140 41,1-2 0,1 0 0,2-1 0,1-1 0,2-1 0,0-1 0,2-1 0,42 29 0,-52-43 18,1 0-1,1-1 1,-1-1 0,1-1 0,1-1 0,-1-1-1,1 0 1,38 4 0,75 7-1610,165 1 0,-250-19 1292,-1-1-1,0-2 1,88-20-1,16-15-954,281-111 1,122-124-117,-23-53 988,-21-20 625,-428 289 11,291-226 393,202-231 776,-504 447-892,-4-3 0,67-91 0,-69 71 339,88-161 0,-117 179-244,-3-1 0,-4-2 0,22-83-1,-38 106-124,-3-1-1,-1-1 0,-4 0 1,-1 0-1,-5-71 0,-3 82-95,-2 1 0,-1 0-1,-3 0 1,-2 0-1,-1 1 1,-2 1 0,-27-54-1,13 41 9,-3 2-1,-1 1 1,-3 2 0,-1 1-1,-78-76 1,62 76-33,-2 2 1,-2 2-1,-2 3 0,-96-51 1,70 51-123,-1 3 0,-2 5 0,-1 3 0,-1 4 0,-2 4 0,0 4 0,-1 4 0,-98-2 0,104 14-504,-1 4 0,1 4 1,1 3-1,0 4 0,-117 34 0,130-25-1502,1 4-1,2 2 0,-108 61 1,29 7-5465,139-90 6924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3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1170 10189,'0'0'8895,"0"-4"-8199,4-15-363,0 1 1,2 0-1,0-1 1,1 2 0,9-19-1,54-90 281,-32 61-421,13-27-27,-5-1-1,44-123 1,7-120-68,-94 323-92,0-4-7,0 1 0,2-30 0,-5 45 1,0 1 0,0-1 0,0 1 0,0-1 0,1 1 1,-1-1-1,0 0 0,0 1 0,0-1 0,0 1 0,0-1 0,0 1 0,0-1 0,-1 1 0,1-1 0,0 1 0,0-1 0,0 1 0,0-1 0,-1 1 1,1-1-1,0 1 0,0-1 0,-1 1 0,1-1 0,0 1 0,-1-1 0,1 1 0,-1 0 0,1-1 0,0 1 0,-1 0 0,1-1 0,-1 1 0,1 0 1,-1 0-1,1-1 0,-1 1 0,1 0 0,-1 0 0,1 0 0,-1 0 0,0 0 0,1 0 0,-1 0 0,1 0 0,-1 0 0,1 0 0,-1 0 0,1 0 1,-1 0-1,1 0 0,-1 0 0,1 1 0,-1-1 0,1 0 0,-1 0 0,1 1 0,-1-1 0,1 0 0,-1 1 0,-4 2 6,1 0-1,0 1 1,0-1 0,0 1-1,0-1 1,-3 6-1,-2 5 15,-1 1 0,2 0 0,0 0 0,1 0-1,-10 33 1,-15 86 105,31-132-123,-15 86 79,4 0-1,4 1 1,4 111-1,10-78 13,41 222-1,0-113-116,-10-19-81,-26-153-487,-3 0-1,-2 1 1,-4 98 0,1-97-1841,5-34-664,-8-26 2948,1-1 0,-1 0-1,0 1 1,0-1-1,1 0 1,-1 1 0,0-1-1,0 0 1,1 1-1,-1-1 1,0 0 0,1 1-1,-1-1 1,1 0-1,-1 0 1,0 0 0,1 1-1,-1-1 1,1 0-1,-1 0 1,0 0 0,1 0-1,-1 0 1,1 0-1,-1 0 1,1 0 0,-1 0-1,0 0 1,1 0-1,-1 0 1,1 0 0,-1 0-1,1 0 1,-1 0-1,0 0 1,1-1-1,-1 1 1,1 0 0,-1 0-1,1-1 1,12-5-6696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4.4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672 333 10637,'10'-11'-241,"7"-8"5936,-16 19-5628,-11 16 1006,-12 19-87,-126 183 1690,-221 219-1199,352-417-1443,-17 19-175,-57 87 0,82-100-81,9-25 213,0-1 0,0 1 1,0-1-1,0 1 0,1 0 1,-1-1-1,0 1 0,0-1 1,0 1-1,0-1 0,1 1 1,-1-1-1,0 1 0,0-1 1,1 1-1,-1-1 0,0 1 0,1-1 1,-1 0-1,1 1 0,-1-1 1,1 0-1,-1 1 0,1-1 1,1 1-16,1 0 1,-1-1-1,1 1 1,-1-1-1,0 0 1,1 0-1,-1 0 1,1 0-1,-1 0 1,1 0-1,3-2 1,12-2-38,0-2 1,-1 0 0,0-1 0,0-1 0,0 0-1,-1-1 1,0-1 0,-1 0 0,0-2 0,0 1-1,-2-2 1,1 0 0,12-17 0,4-5-24,-3-2 0,0-1 0,-3-1 0,25-54 1,-20 26 20,-3 0 1,-3-2-1,-3-1 0,-3 0 1,-3-1-1,-3-1 1,3-110-1,-13 160 77,-1 1 0,-1-1 0,-1 1 0,0-1 0,-2 1-1,-7-24 1,10 45 0,1-1-1,-1 1 1,0 0-1,1 0 1,-1-1-1,0 1 0,1 0 1,-1 0-1,0 0 1,0 0-1,1 0 1,-1 0-1,0 0 1,0 0-1,1 1 1,-1-1-1,0 0 1,1 0-1,-1 1 1,0-1-1,1 0 1,-1 1-1,0-1 1,1 0-1,-1 1 1,0 0-1,1-1-11,-4 4 32,0-1 1,0 1 0,1 0 0,-1 0-1,1 1 1,0-1 0,0 1 0,1-1 0,0 1-1,-1 0 1,1 0 0,1 0 0,-1 0 0,-1 8-1,-3 19 133,-3 37 0,6-42-71,-11 310 495,14-301-528,-12 336 289,6-310-440,-3 1 1,-2-2 0,-38 115 0,16-75-432,-21 53-4023,50-139 3149,27-25-10878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4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353 0 7129,'-77'166'2912,"24"-58"-398,26-57-1430,3 1 0,-23 69 0,-28 153 570,58-196-1275,-11 125-1,25-171-441,2 1 0,1 0 0,2-1-1,1 1 1,1-1 0,14 53 0,-14-73-159,1 1 0,-1-1 0,2 0 1,0 0-1,0 0 0,1-1 0,1 0 0,0-1 1,0 1-1,1-1 0,0-1 0,1 0 0,0 0 1,0-1-1,1 0 0,0-1 0,1 0 0,-1-1 1,16 6-1,-6-5-1123,0 0 1,0-1-1,34 4 0,13-3-3632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5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1 4604,'-1'0'192,"1"0"-1,-1 0 1,1 0-1,-1 0 0,1 0 1,-1 0-1,1 0 1,-1 0-1,1 0 0,-1 0 1,1 0-1,-1 0 1,1 0-1,0 0 0,-1 0 1,1 0-1,-1 0 1,1 1-1,-1-1 0,1 0 1,-1 0-1,1 1 1,0-1-1,-1 0 0,1 0 1,0 1-1,-1-1 1,1 1-1,0-1 0,-1 0 1,1 1-1,0-1 1,0 1-1,-1-1 0,1 0 1,0 1-1,0-1 1,0 1-1,0-1 0,0 1 1,-1 0-1,-5 31 149,0-5 490,-47 167 2304,16-56-2035,27-103-912,-41 156 568,49-181-827,0 0 0,1 0 0,0 1 0,0-1 1,1 1-1,1-1 0,-1 0 0,2 1 0,-1-1 0,5 14 1,-6-24 61,0 0 1,0 0-1,0 1 1,1-1 0,-1 0-1,0 0 1,0 0 0,0 0-1,0 1 1,0-1-1,0 0 1,0 0 0,0 0-1,0 0 1,1 0-1,-1 0 1,0 1 0,0-1-1,0 0 1,0 0-1,0 0 1,1 0 0,-1 0-1,0 0 1,0 0-1,0 0 1,0 0 0,1 0-1,-1 0 1,0 0 0,0 0-1,0 0 1,0 0-1,1 0 1,-1 0 0,0 0-1,0 0 1,0 0-1,0 0 1,1 0 0,-1 0-1,0 0 1,0 0-1,0 0 1,0-1 0,13 0-188,-1-1 1,0-1-1,1-1 1,-2 1-1,1-2 1,0 0-1,-1 0 1,0-1-1,0 0 1,0-1-1,-1 0 1,17-16-1,160-155-3192,-184 176 3335,24-27-520,2 2 0,0 2 0,2 0 0,39-23 0,-50 39-682,0 1-1,36-10 1,-29 10-889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15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2860,'10'-9'708,"10"18"184,-3-12-3324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0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1 591 12725,'0'0'3162,"2"2"-1880,8 11-326,2-1 1,0 0-1,0-1 1,1 0-1,0-1 1,21 12-1,-18-14-645,0-1-1,1 0 0,-1-1 1,2-1-1,-1-1 0,0 0 0,1-1 1,0-1-1,34 0 0,412-28 1005,4-32-986,-379 46-271,1198-193-991,-1078 169 775,60-11-166,685-107-838,-748 126 994,644-112-624,-835 136 772,55-16-1,-66 19-60,-9 1-50,-62 0-802,1 4-1,-1 3 1,-88 20-1,144-24 144,-1 0 0,0-1 0,0 0 0,1-1 0,-1 0 0,0-1 0,-16-2 0,-1-1-3853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1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254 356 17598,'-5'29'1821,"0"1"0,2 0 0,2 0-1,3 56 1,8 45 2876,-10-99-4241,-1 0 0,-6 35 0,-10 38-456,-33 115 0,6-53 0,-15 45 0,35-146 0,8-26 0,-11 48 0,27-88 0,0 0 0,0 0 0,0 0 0,0 0 0,0 0 0,0 0 0,0 0 0,0 0 0,0 0 0,-1 0 0,1-1 0,0 1 0,0 0 0,0 0 0,0 0 0,0 0 0,0 0 0,0 0 0,0 0 0,0 0 0,0 0 0,0 0 0,0 0 0,0 0 0,-1 0 0,1 0 0,0 0 0,0 0 0,0 0 0,0 0 0,0 0 0,0 0 0,0 0 0,0 0 0,0 0 0,0 0 0,0 0 0,-1 0 0,-1-17 0,1-26 0,11-41 0,3 1 0,30-97 0,-22 95 0,19-79 0,98-259 0,-111 359 0,4 2 0,54-83 0,-58 105 0,2 2 0,1 2 0,2 0 0,51-43 0,-60 61 0,0 0 0,1 1 0,1 2 0,1 1 0,33-14 0,-45 22 0,1 0 0,0 2 0,0 0 0,1 0 0,-1 2 0,1 0 0,-1 0 0,1 2 0,0 0 0,0 0 0,21 5 0,-31-4 0,-1 1 0,1-1 0,-1 1 0,0 0 0,1 1 0,-1-1 0,0 1 0,0 0 0,-1 0 0,1 1 0,-1-1 0,1 1 0,-1 0 0,0 0 0,-1 1 0,1-1 0,-1 1 0,0 0 0,0 0 0,0 0 0,-1 0 0,1 0 0,-1 0 0,-1 1 0,1-1 0,-1 1 0,0-1 0,0 1 0,0 0 0,-1-1 0,0 1 0,0 0 0,-1 0 0,1-1 0,-3 9 0,-2 7 1,-1-1-1,-1-1 1,0 1-1,-1-1 1,-2-1-1,0 1 1,-14 19 0,-99 117-284,84-108 14,-6 4-16,-67 89-1249,102-126 1216,1 0 0,1 1 0,0 0-1,1 0 1,1 0 0,0 1 0,1 0 0,-3 21 0,7-31 192,1 0 0,0 1 0,0-1 1,0 0-1,1 0 0,0 1 0,0-1 0,1 0 0,0 0 1,0 0-1,0-1 0,1 1 0,0 0 0,0-1 1,0 1-1,1-1 0,0 0 0,0 0 0,0-1 0,0 1 1,8 5-1,9 6-322,0 0 0,1-1 0,42 19 0,-62-32 419,388 175-2934,-22-12 2022,-357-159 963,28 14 218,39 27 0,-67-40-90,-2 0 0,1 1 0,-1 0 0,0 1 0,-1 0 0,0 0 0,0 1 0,10 17 0,-16-23-52,0-1 0,0 1 0,-1 0 1,1 0-1,-1 0 0,0 0 1,0 0-1,-1 0 0,1 0 1,-1 0-1,0 0 0,0 0 0,0 0 1,0 0-1,-1 1 0,-1 6 1,-1-5 33,1 0 0,-1-1 0,0 1 0,0-1 0,0 0 0,-1 0 0,0 0 0,0 0 0,0 0 0,-6 4 0,-8 5 228,-1-1 0,0 0 1,-1-1-1,0-1 0,-24 8 1,-56 21 1052,-107 28 0,-113 14 632,146-40-1207,-92 33-1015,313-72-1998,-3-4 1171,0-3 0,51-10 0,94-29-1505,-111 24 1545,450-115-3467,-12-38 4218,-266 60 1697,-216 94-936,-1-2 0,0-1 1,-2-2-1,56-51 0,-82 68-311,0 0-1,0 1 1,-1-2-1,0 1 1,0 0-1,-1-1 1,0 0-1,4-10 0,-7 16-196,1-1-1,-1 1 0,1-1 0,-1 1 0,0-1 1,0 1-1,1-1 0,-1 1 0,0-1 0,0 0 1,-1 1-1,1-1 0,0 1 0,0-1 0,-1 1 1,1-1-1,-1 1 0,0-1 0,1 1 0,-1 0 1,0-1-1,0 1 0,1 0 0,-1 0 0,0-1 1,0 1-1,-1 0 0,1 0 0,0 0 0,0 0 1,0 0-1,-1 1 0,1-1 0,-1 0 0,1 0 1,0 1-1,-1-1 0,1 1 0,-1-1 0,1 1 1,-1 0-1,1 0 0,-1 0 0,0 0 0,1 0 1,-1 0-1,-1 0 0,-5 0-50,1 1 0,-1 0-1,1 0 1,0 0 0,-1 1-1,1 0 1,0 1 0,0 0-1,0 0 1,0 0 0,1 1 0,-1 0-1,-9 8 1,-11 10-2252,-41 43-1,53-49 659,-15 13-1722,30-29 3309,0 0-1,0 0 0,0 1 0,-1-1 1,1 0-1,0 0 0,0 0 1,0 0-1,0 0 0,0 0 1,0 0-1,0 0 0,0 0 0,0 0 1,-1 0-1,1 0 0,0 1 1,0-1-1,0 0 0,0 0 1,0 0-1,0 0 0,0 0 1,0 0-1,0 0 0,0 0 0,0 1 1,0-1-1,0 0 0,0 0 1,0 0-1,0 0 0,0 0 1,0 0-1,0 0 0,0 1 0,0-1 1,0 0-1,0 0 0,0 0 1,0 0-1,0 0 0,0 0 1,0 0-1,1 0 0,-1 1 0,0-1 1,0 0-1,0 0 0,0 0 1,0 0-1,0 0 0,0 0 1,0 0-1,0 0 0,0 0 1,1 0-1,-1 0 0,0 0 0,0 0 1,0 0-1,0 0 0,0 0 1,0 0-1,0 0 0,1 0 1,-1 0-1,0 0 0,0 0 0,10 5 13,1-1-1,0-1 1,-1 1-1,1-2 1,0 0-1,0 0 1,1-1-1,-1 0 1,0-1-1,15-1 0,52-5 1241,-21 2 190,0 2 0,95 8 0,-69 7-390,0 4-1,140 48 1,-144-38-1611,2-3 1,105 15 0,-158-34 268,0-3 0,0 0 1,0-1-1,0-2 0,0-1 1,0-1-1,41-11 0,-63 12 371,1-1 1,-1 0-1,0 0 0,0-1 0,0 0 1,0 0-1,-1 0 0,1-1 0,-1 0 0,-1 0 1,1 0-1,-1-1 0,1 1 0,-1-1 1,3-7-1,7-14 674,-1-1 0,12-36 0,-7 16 697,-14 37-1016,1 0 0,0 1 1,1-1-1,0 1 0,1 0 1,14-16-1,-16 21-273,1 0 0,-1 0 0,1 1 0,1 0 0,-1 0-1,0 1 1,1 0 0,0 0 0,0 0 0,0 1 0,0 0 0,7-1-1,-1 1-38,-1 1 0,0 1-1,0 0 1,1 0 0,-1 1 0,0 1-1,0 0 1,0 0 0,0 2-1,0-1 1,-1 1 0,0 1 0,1 0-1,-1 1 1,-1 0 0,17 12-1,-18-12-59,-1 1-1,1 0 0,-1 1 0,0-1 1,-1 2-1,0-1 0,0 1 0,-1 0 1,0 0-1,0 1 0,-1-1 0,0 1 1,-1 1-1,0-1 0,-1 0 1,0 1-1,-1 0 0,2 16 0,-4-8-35,-1-1 0,-1 0 0,0 0 0,-2 1 0,0-2 0,-1 1 0,0 0 0,-2-1 0,-8 17-1,-7 8-519,-2-1-1,-35 45 0,56-81 156,0 0 0,0 1 0,0 0 0,1-1-1,0 1 1,-3 12 0,1-7-544,3-7-743,24-21-5738,11-5 1486,0-3-3576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5:02.2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1 770 8805,'72'-4'2278,"-1"-3"0,1-3-1,94-26 1,-146 30-1644,0 0-1,0-2 0,32-16 1,-51 23-587,-1 1 0,1-1 0,0 0 0,-1 0 0,1-1 0,-1 1 0,1 0 0,-1 0 0,0 0 0,1 0 0,-1 0 0,0 0 1,0 0-1,0-1 0,0 1 0,0 0 0,0 0 0,0-2 0,0 0 89,0 1-74,0 0 0,1 0 0,-1 0 0,-1 0-1,1 0 1,0 0 0,0 0 0,-1 0 0,1 0 0,-1 1 0,1-1 0,-1 0-1,0 0 1,0 0 0,0 1 0,0-1 0,0 0 0,0 1 0,-3-3 0,1 1 71,0 0 0,0 1-1,-1 0 1,1-1 0,-1 1 0,0 0 0,1 1 0,-1-1 0,-4-1 0,-4 0 176,0 1 1,0 0-1,1 0 0,-1 1 1,0 1-1,-12 0 0,9 2-24,0 1-1,0 0 0,0 1 0,1 0 0,0 1 0,0 1 0,0 0 0,0 1 1,1 0-1,0 1 0,1 1 0,0 0 0,-15 15 0,13-11-96,1 1-1,0 1 1,1 0-1,1 0 1,0 2-1,1-1 1,1 1-1,0 1 1,2-1-1,-7 21 1,12-30-175,0 1 1,0 0-1,1-1 0,0 1 1,0 0-1,1 0 1,1 0-1,-1 0 0,1 0 1,1-1-1,-1 1 0,2 0 1,-1-1-1,1 1 0,0-1 1,1 0-1,0 0 1,0 0-1,1-1 0,0 1 1,0-1-1,10 10 0,-2-5-200,0 0-1,0-1 1,1 0-1,0-1 0,1-1 1,0 0-1,1-1 1,0-1-1,0 0 0,28 7 1,7-1-335,0-3 0,1-1 0,0-3 0,0-3 0,1-1 0,-1-3 0,0-2 0,0-3 0,0-2 0,0-2 0,87-29 0,-118 31 503,0-1 0,0-1-1,-1-1 1,0 0 0,-1-2 0,-1 0 0,0-1 0,-1-1 0,0-1 0,-1 0-1,-1-1 1,19-28 0,-33 43 72,1 0 0,-1-1 0,1 1 0,-1-1 0,0 1 0,0-1 0,0 1 0,-1-1 1,1 0-1,-1 1 0,1-1 0,-1 0 0,0 1 0,0-1 0,0 0 0,0 0 0,-1 1 0,1-1 0,-1 0 0,1 1 0,-1-1 0,0 0 0,0 1 0,0-1 0,-1 1 0,1 0 0,-3-5 0,0 4 54,1-1 1,-1 1-1,1 0 0,-1 0 0,0 0 1,0 0-1,0 1 0,0 0 0,0 0 1,-1 0-1,1 0 0,-1 0 0,0 1 1,-7-1-1,-3 0 70,-1 2 0,1-1 0,-1 2 0,1 0 0,0 1 0,-1 1 0,1 0 0,0 1 0,-22 9 0,11-2-4,-1 1 0,1 1 0,1 2 0,-28 20 0,45-29-131,0 1-1,1 0 1,-1 0 0,2 1 0,-1 0 0,1 0-1,0 1 1,1-1 0,-7 15 0,11-21-52,0-1 1,0 1-1,0-1 1,0 1 0,1 0-1,-1-1 1,1 1-1,-1 0 1,1 0-1,0-1 1,-1 1 0,1 0-1,0 0 1,0 0-1,0-1 1,0 1-1,1 0 1,-1 0 0,0 0-1,1-1 1,-1 1-1,1 0 1,0-1-1,0 1 1,-1 0-1,1-1 1,0 1 0,0-1-1,1 1 1,-1-1-1,0 0 1,0 0-1,1 1 1,-1-1 0,0 0-1,1 0 1,-1 0-1,1 0 1,2 1-1,3 0-86,0 0 1,-1 0-1,1 0 0,1-1 0,-1 0 0,0 0 0,0 0 0,9-2 0,5 0-39,1-2 0,-1 0 0,1-2 0,-1 0 0,0-2 0,-1 0 0,0-1 1,0-1-1,-1-1 0,0 0 0,25-19 0,-22 12 173,-1 0 0,0-2 0,-2 0 0,0-1 0,-1-1 0,0-1 0,-2 0 0,23-44 0,119-320 3096,-93 212-1303,-47 129-1784,1 1 0,3 1 1,33-49-1,-55 91-47,0 1 0,1-1 0,-1 0 0,0 1 0,1-1 0,-1 0 0,1 1 0,-1-1 0,1 1 0,-1-1 0,1 1 0,0-1 0,-1 1 0,1-1 0,0 1 0,-1-1 0,1 1 0,0 0 0,0 0 0,-1-1 0,1 1 0,0 0 0,0 0 0,-1 0 0,1 0 0,0 0 0,0 0 0,-1 0 0,1 0 0,0 0 0,0 0 0,0 0 0,-1 0 0,1 0 0,0 1 0,0-1 0,-1 0 0,1 1 0,0-1 0,-1 0 0,1 1 0,0-1 0,0 2 0,1 0 0,1 1 0,-1 0 0,0-1 0,0 1 0,0 0 0,-1 1 0,4 5 0,-2 3 0,1 0 0,-2 1 0,0-1 0,0 1 0,-1-1 0,-1 1 0,0-1 0,-2 15 0,-18 105 0,17-115 0,-25 99-193,-80 208 0,63-203-2317,31-76-1757,1 0 1,-7 54 0,6 3-9822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1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1 10129,'14'32'1405,"-14"-31"-1309,1 0-1,-1 0 0,1 0 0,-1 0 0,0 0 0,0 0 0,0 0 0,1 0 0,-1 0 1,0 0-1,0 0 0,0 0 0,0 0 0,-1 0 0,1 0 0,0 0 0,0 0 1,0-1-1,-1 1 0,1 0 0,-1 0 0,1 0 0,-1 1 0,-1 3 330,-21 139 4007,8-35-3170,-14 40-253,-18 123-169,45-248-1151,1 1 0,1-1-1,1 0 1,0 0 0,2 1 0,1-2-1,2 1 1,14 42 0,-20-63 134,1 0 0,1-1 1,-1 1-1,0 0 1,1-1-1,-1 1 0,1-1 1,0 1-1,-1-1 0,1 0 1,1 0-1,-1 0 1,0 0-1,0 0 0,1 0 1,-1 0-1,1-1 0,-1 0 1,1 1-1,0-1 1,0 0-1,-1 0 0,1 0 1,0-1-1,0 1 0,0-1 1,0 1-1,0-1 0,0 0 1,0 0-1,0 0 1,0-1-1,0 1 0,0-1 1,0 0-1,-1 0 0,1 0 1,0 0-1,0 0 1,-1 0-1,1-1 0,0 1 1,-1-1-1,0 0 0,1 0 1,-1 0-1,0 0 1,0 0-1,2-3 0,23-35-2887,-2-5-1040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1.8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286 158 4588,'39'-83'1193,"-36"77"-890,0 1 1,0-1 0,0 1-1,1 0 1,0 0 0,0 0 0,0 1-1,1-1 1,0 1 0,0 0 0,0 0-1,0 1 1,0 0 0,1 0 0,6-3-1,-10 6-246,-1-1 0,1 1 0,0 0 0,-1 0 0,1 0-1,0 0 1,0 0 0,-1 0 0,1 0 0,0 1 0,0-1-1,-1 1 1,1-1 0,-1 1 0,1-1 0,1 2 0,4 1 94,-1-1-88,0 0 0,0 1-1,0-1 1,-1 1 0,1 1-1,-1-1 1,0 1-1,0 0 1,0 0 0,-1 0-1,1 1 1,-1-1 0,0 1-1,0 0 1,-1 0 0,0 1-1,0-1 1,0 1-1,0-1 1,-1 1 0,0 0-1,0 0 1,0 0 0,-1 1-1,0-1 1,0 0 0,-1 12-1,0 0 16,-1 0 0,0 0 0,-2 0 0,0 0 0,-1 0 0,-1 0 0,0-1 0,-13 28 0,3-16-25,-1 0 1,-2-1-1,0-1 0,-2 0 0,-25 25 1,-124 109 163,23-25-427,138-128 171,1-2-28,1 0 1,0 0-1,0 1 1,-6 10 0,11-16 50,0 0 0,0 0 1,1 1-1,-1-1 1,0 0-1,1 1 1,-1-1-1,1 0 0,0 1 1,-1-1-1,1 1 1,0-1-1,0 0 1,0 1-1,0-1 0,0 1 1,0-1-1,0 0 1,0 1-1,1-1 1,-1 1-1,0-1 0,1 0 1,-1 1-1,1-1 1,0 0-1,-1 0 1,1 1-1,0-1 0,0 0 1,0 0-1,0 0 1,0 0-1,2 2 1,7 3-79,0 1 1,0-2 0,1 0-1,0 0 1,0-1 0,0 0 0,0 0-1,15 1 1,102 12-873,-97-14 760,13 2-381,0-1 0,0-3 1,0-1-1,0-2 0,82-15 0,-38-10-2443,-48 14 952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2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43 4004,'-14'-6'704,"14"-12"-348,4 0-432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6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282 0 11241,'-10'2'365,"-1"1"0,1-1 0,0 1 0,-1 1 1,1 0-1,1 1 0,-1 0 0,1 0 0,0 1 0,0 0 0,0 0 0,1 1 0,0 0 0,-11 14 0,-4 5 316,2 0 0,1 2 0,-19 35-1,34-52-539,1 0 0,0 0 0,0 0 0,1 0 0,1 1-1,0-1 1,1 1 0,0 0 0,1-1 0,0 1 0,1 0-1,3 19 1,-3-27-109,0-1-1,0 1 1,1-1-1,-1 0 1,1 0-1,0 0 1,0 1-1,0-2 1,0 1-1,0 0 1,1 0-1,0-1 1,-1 1-1,1-1 1,0 0-1,0 0 1,0 0-1,0 0 1,0-1-1,1 1 1,-1-1-1,5 2 1,5 0 22,0 0 1,0 0-1,0-1 0,21 0 0,26-2 50,0-2 1,73-12-1,121-33-388,-144 25-146,481-108-4173,-283 59-1334,-48 14-2405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26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1 136 7209,'80'-18'1128,"-46"3"-160,13 5-208,6 1-236,11 0-212,13 0-332,17-6-296,13-3-544,13 3-2016,11-3-969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4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608 1362 14325,'3'1'1835,"7"1"-406,-1-1 1,1 0-1,0-1 0,-1 0 0,1 0 1,17-3-1,12-13-604,-3-6-149,-2-1 0,0-2 0,-2-1 0,46-48 0,-35 27-85,-2-3 0,47-75 0,-13-3-279,103-245 0,12-72-312,-183 436 0,-5 18 0,-4 23 0,-109 616 0,-46 2 0,137-570 0,-314 1063 0,-49-15 0,354-1046 0,-346 975 0,341-962-505,5 2 1,-26 156-1,53-239-5,0-1 1,1 1-1,0 0 1,3 26-1,-2-38 344,1 0-1,-1-1 1,0 1 0,1 0-1,-1 0 1,1 0 0,0 0-1,0-1 1,-1 1-1,1 0 1,0-1 0,0 1-1,1-1 1,-1 1 0,0-1-1,0 1 1,1-1-1,-1 0 1,1 0 0,-1 0-1,1 0 1,0 0 0,-1 0-1,1 0 1,0 0-1,0 0 1,-1-1 0,1 1-1,0-1 1,0 0-1,0 1 1,0-1 0,0 0-1,0 0 1,-1 0 0,1 0-1,0-1 1,0 1-1,0 0 1,0-1 0,2 0-1,5-2-326,-1 0 0,0-1-1,0 0 1,0 0 0,0-1-1,0 1 1,-1-2 0,0 1-1,0-1 1,-1 0 0,0-1 0,11-12-1,8-14-1064,29-53 0,-42 66 1369,7-11 297,-1-1 0,-2 0 0,-1-2 0,-2 0 0,-1 0 0,-1-1 0,-3-1 0,8-56 0,-12 47 595,-1-1 1,-2 0-1,-3 1 0,-1-1 0,-2 1 1,-2 0-1,-22-72 0,-15-2 1909,-93-172 0,13 31-306,108 221-2103,1-1 1,3 0-1,1-1 0,1 0 1,3-1-1,1 1 0,1-51 0,5 62-198,2 0-1,1 0 0,1 0 1,1 1-1,2-1 0,1 1 0,1 1 1,2 0-1,1 0 0,29-49 1,-22 49-134,0 1 1,2 0-1,1 2 1,1 1-1,1 1 1,27-21 0,-11 15-122,0 2 1,1 2 0,71-32-1,-21 21-368,2 4-1,1 4 1,149-25-1,-133 35-1099,0 4-1,1 6 0,1 4 1,169 17-1,-186 2-2893,-13 5-2629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4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1171 13589,'0'-1'113,"-1"0"-1,1 1 0,-1-1 1,1 0-1,-1 0 0,1 1 1,0-1-1,0 0 0,-1 0 1,1 1-1,0-1 0,0 0 1,0 0-1,0 0 0,0 0 1,0 1-1,0-1 0,0 0 1,0 0-1,0 0 0,0 1 1,1-1-1,-1 0 0,0 0 1,1-1-1,18-20 1338,-9 14-938,0 0 1,22-11-1,46-21 651,242-138 480,-290 159-1520,-1-2 0,-1-1 1,-1-1-1,26-30 0,-52 52-72,0 0 0,0 0-1,1 0 1,-1-1-1,0 1 1,0-1-1,0 1 1,-1 0-1,1-1 1,0 0 0,0 1-1,-1-1 1,1 1-1,-1-1 1,0 0-1,1 0 1,-1 1-1,0-1 1,0 0 0,0 1-1,0-1 1,0 0-1,-1-2 1,0 3-1,1 0-1,-1 0 1,0 0 0,0 0 0,0 0-1,0 1 1,0-1 0,0 0 0,-1 0-1,1 1 1,0-1 0,0 1 0,0-1-1,-1 1 1,1 0 0,0-1-1,-1 1 1,1 0 0,0 0 0,-1 0-1,1 0 1,0 0 0,0 0 0,-1 0-1,1 0 1,0 1 0,-3 0 0,-16 4 310,0 1 0,0 0 0,1 2-1,0 0 1,0 1 0,1 2 0,0-1 0,1 2 0,0 0 0,-28 28 0,4 1 441,1 1 0,-56 81 0,80-101-689,1 0 0,2 1 1,0 1-1,1 0 1,2 1-1,0 0 1,-11 49-1,19-61-113,0 0 0,0-1 0,2 1 0,-1 0 0,2 0 0,0 0 0,0 0 0,1 0 0,1 0 0,0 0 0,1-1-1,0 0 1,1 1 0,0-1 0,1-1 0,0 1 0,1-1 0,9 11 0,-6-10-47,1 0-1,0-1 1,1 0-1,0-1 1,1 0-1,0-1 1,0-1-1,1 0 1,0 0 0,0-2-1,1 0 1,0 0-1,0-2 1,1 1-1,-1-2 1,1 0-1,18 0 1,1-1-426,0-2 0,1-2 0,-1-1 0,-1-2 0,1-1 0,58-18 0,-57 11 84,0-1 0,-1-2 0,-1-1 0,-1-1 0,-1-2 0,51-41 0,-42 26 100,-1-2 1,-2-1 0,-2-3 0,36-50-1,9-32-217,112-228-1,-146 244 1345,-4-2 0,-5-1 0,-4-2 0,19-124 0,-46 195-63,-7 29-296,-5 25 60,-233 889 1910,184-645-5787,27-88-1973,21-115 952,5-23-1303,4-7-4487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5.6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23 446 15373,'-8'-17'1545,"6"13"-812,-1-1 0,1 0 0,0 1 0,1-1 0,-3-8 0,4 11-609,0 1 1,0-1-1,0 1 0,0-1 1,0 1-1,0-1 1,0 1-1,1-1 1,-1 1-1,1-1 0,-1 1 1,1 0-1,0-1 1,-1 1-1,1 0 1,0-1-1,0 1 1,0 0-1,0 0 0,0 0 1,0 0-1,0 0 1,2-1-1,10-7 233,0 1-1,0 0 1,1 1 0,0 0-1,0 2 1,1-1-1,18-3 1,113-18-341,-128 24-117,518-66-6042,-451 63 3671,121 6 0,-183 3 2927,7-1 792,-13-4-440,-14 1 819,-4 4-710,1 1-695,-2 0 1,1 0-1,0 0 0,-1 0 1,1 0-1,-1 0 0,0-1 1,0 1-1,-1-1 0,1 0 1,-6 6-1,-38 27 1352,3-3-314,22-14-940,1 1 0,1 0 1,1 2-1,1 0 1,1 1-1,1 0 0,1 1 1,-13 32-1,24-50-288,1 0-1,0 1 1,0 0-1,1-1 1,0 1 0,0 0-1,1 0 1,-1-1 0,2 1-1,-1 0 1,3 11-1,-3-14-70,2 1 0,-1-1 0,1 0 0,-1 0-1,1 0 1,0-1 0,0 1 0,1 0 0,-1-1-1,1 1 1,0-1 0,0 0 0,0 0 0,0 0-1,0 0 1,1-1 0,0 1 0,-1-1 0,7 3-1,5 1-277,1 0 0,-1 0 0,1-2 0,0 0 0,1 0-1,-1-2 1,1 0 0,-1-1 0,33-2 0,-25-2 35,1-1 0,-1 0 1,0-2-1,0-1 0,-1-1 1,25-13-1,-7 1 80,-1-3-1,-1-1 1,-1-3 0,-1 0 0,-2-2-1,57-61 1,-15-1 1225,-3-3 1,63-109-1,-134 198-952,-1 0 1,1 1-1,0 0 1,1-1-1,-1 1 1,1 0-1,0 1 1,0-1-1,0 1 1,0-1-1,0 1 1,1 1-1,0-1 1,-1 1-1,10-4 1,-8 5-40,1 1 0,-1-1 0,0 1 0,0 1 0,1-1 0,-1 1 0,0 0 0,0 0 0,0 1 1,0 0-1,0 0 0,-1 0 0,8 4 0,9 6-328,0 1 0,-1 0 1,-1 2-1,0 0 0,-1 1 1,28 30-1,-41-41 483,0 0 0,1 0-1,0-1 1,0 0 0,0 0 0,0-1-1,15 5 1,16 9 81,-12-3-682,1-1 0,1-2 0,0 0 0,0-2 0,1-1-1,43 6 1,21-10-4159,156-11 1,-216 5 4523,-4 0 799,36-7-1,-12 1 1100,67-1 1,-63 5 1591,61-10 1,-17-1 1047,-98 14-3982,0 0-716,-2 1-42,0 0 0,1 0-1,-1-1 1,0 1 0,0-1-1,1 1 1,-1-1 0,0 1 0,0-1-1,0 0 1,0 0 0,0 0-1,0 1 1,0-1 0,0 0-1,1-2 1,-2 2-139,0-1 0,0 1 0,-1-1-1,1 0 1,-1 1 0,1-1 0,-1 1 0,0-1-1,1 1 1,-1-1 0,0 1 0,-2-3 0,3 4 377,-14-24-7225,1 2-4588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2.3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405 0 14381,'-23'0'2160,"19"0"1555,2 5-1780,-10 35-326,2 1 0,2 1-1,-3 42 1,-1 3-583,-198 831 1468,175-772-3930,7 1 1,-16 230 0,39-240-2747,15 175 0,4-199-2114,11-12-3900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2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17350,'0'0'4371,"3"5"-3177,4 8-866,1-1 0,0 0 0,1 0 0,0-1 0,1 0 0,19 17 0,81 56 362,-71-56-423,144 103 404,201 155 5,-232-159-407,152 164 1,-244-226-224,-3 3 0,-3 2 0,-4 2 0,-2 3-1,37 80 1,-69-120-29,-2 1-1,-1 0 0,-2 1 1,-1 1-1,-2 0 1,-2 0-1,-2 0 0,-1 1 1,-3 49-1,-3-43 0,-3-1 0,-1 0 0,-2-1 0,-2 1 0,-2-2 0,-2 0 0,-36 72 0,3-28-53,-5-2-1,-3-2 1,-111 125-1,-228 196-1455,-142 89-5268,511-470 6017,10-8-562,0 0 0,0 0 1,2 2-1,0 0 0,-14 20 0,6 12-7348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3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881 1122 12537,'-23'-18'1370,"1"-1"1,-21-24-1,39 39-1054,0 0 0,0 1-1,0-1 1,0 1 0,0 0-1,-1 0 1,1 0 0,-1 1-1,0 0 1,0 0 0,0 0-1,0 0 1,0 1 0,0 0 0,0 0-1,0 0 1,-1 1 0,1-1-1,0 1 1,0 1 0,-1-1-1,1 1 1,-7 1 0,1 1-111,0 1 0,1 0 1,-1 0-1,1 1 1,0 0-1,1 1 0,-1 0 1,1 1-1,-11 10 0,10-8-101,1 0 0,1 1 0,-1-1-1,2 2 1,-1-1 0,1 1 0,-7 18-1,4-10 7,-63 134-405,12-22-710,-101 150-1498,28-52-604,126-215 2662,0 1 1,1 0-1,0 0 1,1 1-1,-6 22 1,13-35-14,5-4 5,20-7 145,0-1 0,-1-2 0,0 0 1,-1-1-1,0-2 0,26-20 1,17-8 250,94-45 2329,3 6 0,256-87 0,-376 153-1424,1 2 1,1 1 0,0 3 0,1 2 0,-1 2 0,94 1 0,-89 4-1067,1-2 0,-1-2 1,1-3-1,-2-2 0,1-2 1,-1-2-1,-1-3 1,-1-1-1,0-3 0,-1-1 1,-1-3-1,63-44 1,-44 19 78,-2-3 0,-2-3 0,-3-2 1,93-119-1,-89 90 572,-4-2 0,-4-3 0,55-126 0,-84 161 74,25-58 2025,103-171 1,-153 284-2496,1 0-1,-1 1 0,1-1 1,-1 0-1,1 1 1,-1-1-1,1 1 1,0-1-1,-1 0 0,1 1 1,0 0-1,0-1 1,0 1-1,-1-1 1,1 1-1,0 0 0,0 0 1,0-1-1,0 1 1,-1 0-1,1 0 1,0 0-1,0 0 0,0 0 1,0 0-1,0 0 1,0 0-1,-1 0 1,1 1-1,0-1 0,0 0 1,0 0-1,0 1 1,-1-1-1,1 1 1,0-1-1,0 1 0,-1-1 1,1 1-1,0-1 1,-1 1-1,1-1 1,-1 1-1,2 1 0,24 31 34,-16-14-70,-1 1 0,-1 0 0,0 1 0,-2 0 0,0 0 0,2 26 0,-1-16 0,91 567 0,-86-514-777,45 153-1,-20-133-4365,7-5-5627,-24-59-1545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3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1 519 12125,'0'-2'5813,"1"-1"-5671,0 1 1,1 0 0,-1-1 0,0 1 0,1 0-1,0 0 1,-1 0 0,1 0 0,0 0-1,0 0 1,0 1 0,0-1 0,0 1 0,0-1-1,1 1 1,-1 0 0,1 0 0,-1 0-1,4-1 1,58-14 590,-43 12-414,541-136 1719,-458 106-1891,-1-4 0,-3-5 0,125-72 0,-88 26-14,-135 87-170,0 21-25,-5-9 51,1 1-1,-1-1 1,0 0 0,-1 0 0,-1 0 0,-6 11-1,-41 61-397,13-21-106,22-31-13,1 0 0,1 1 0,-21 65 0,33-88 512,1 0-1,0 0 1,1 0-1,0 0 0,0 0 1,1 1-1,0-1 1,0 0-1,1 0 1,0 1-1,0-1 1,1 0-1,0 0 0,0 0 1,1 0-1,0-1 1,1 1-1,0-1 1,0 0-1,0 0 0,1 0 1,6 7-1,-5-8 126,1-1 0,0 0 1,0 0-1,0 0 0,0-1 0,1 0 0,0-1 0,-1 0 0,10 3 0,74 16 947,-74-18-949,74 16 359,21 4-1548,2-6-4022,-62-9-522,6 2-3307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3.8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20 682 16758,'-1'0'318,"0"0"0,1 0 1,-1 0-1,0 0 0,0 0 1,0 0-1,0-1 0,1 1 1,-1 0-1,0 0 0,0 0 1,0-1-1,1 1 0,-1 0 1,0-1-1,0 1 0,1-1 1,-1 1-1,0-1 0,1 1 1,-1-1-1,1 0 0,-1 1 1,0-2-1,3-10 4175,4 0-4957,-6 11 441,4-6 312,0 0 0,1 0 0,0 1 0,0-1 0,0 1 0,1 0 0,0 0 0,1 1 0,-1 0 0,1 0 0,0 0 0,12-6-1,14-4-150,59-20-1,-75 29-123,317-90-14,12 21 0,-345 75 0,596-106-153,-126 25-2587,-335 54 1538,91-16-2329,-1 4-3557,66-3-7981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7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20 9053,'0'0'38,"-1"0"1,1 0-1,0 0 1,-1 0-1,1 0 0,0 0 1,-1 0-1,1 0 1,0-1-1,-1 1 0,1 0 1,0 0-1,0 0 1,-1 0-1,1 0 1,0-1-1,-1 1 0,1 0 1,0 0-1,0 0 1,-1-1-1,1 1 0,0 0 1,0 0-1,0-1 1,-1 1-1,1 0 1,0 0-1,0-1 0,0 1 1,0 0-1,0-1 1,0 1-1,-1 0 1,1-1-1,0 1 0,0 0 1,0-1-1,0 1 1,14-7 1758,30 2 763,-38 6-2371,0 0-1,-1 0 1,1 0-1,0 1 1,-1 0-1,0 0 1,1 1-1,-1-1 0,0 1 1,0 0-1,8 7 1,7 7 588,26 28 0,-21-19-384,271 289 2402,-234-246-2351,148 179 922,286 443-1,46 83-773,70-51-1360,187 48-2725,-728-710 2393,-35-31-1100,4 5-5199,-21-20-375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7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127 1188 14557,'-82'101'1692,"76"-94"-1422,1 0 0,0 0 0,1 1 0,0 0 0,0 0 0,1 0 0,0 0 0,0 1 0,0-1 1,2 1-1,-2 10 0,2-4 476,2 1 0,0-1 0,0 0 0,7 25 0,-5-28-480,1 0 0,1-1 0,-1 0 0,2 0 0,-1 0-1,2 0 1,-1-1 0,15 16 0,0-1 75,2-1 0,28 23 0,-21-24-211,1-1 0,1-2 0,1-1 0,1-1 0,0-2 0,1-2 1,1-1-1,43 10 0,1-5-260,2-3 0,140 8 0,-103-18-77,-1-6 0,1-4 0,-1-6-1,209-45 1,-254 36 276,-1-3-1,-2-3 0,92-47 0,-112 45 137,0-1-1,-2-3 1,-2-2 0,-1-2-1,40-41 1,-34 22-30,-2-2 1,-3-2-1,-3-2 1,43-80-1,119-277 389,35-61-5107,-173 380 342,-16 40-1941,9 3-5311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8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446 987 12993,'1'5'344,"-1"-1"-1,0 1 1,0-1 0,0 1-1,-1 0 1,0-1 0,1 1-1,-2-1 1,1 0 0,0 1-1,-1-1 1,0 0-1,0 0 1,0 0 0,0 0-1,-4 4 1,-11 24 1532,-2 15-141,2 1 1,3 0 0,-10 55 0,-10 35 47,-70 153 650,-11 27-1536,109-296-897,-51 210 0,57-228 0,-16 112 0,14-103 0,2 1 0,0-1 0,1 1 0,0-1 0,1 1 0,4 13 0,-6-25 0,1-1 0,-1 0 0,1 1 0,-1-1 0,1 0 0,0 0 0,-1 0 0,1 0 0,0 0 0,0 1 0,0-1 0,0-1 0,0 1 0,0 0 0,0 0 0,0 0 0,0 0 0,0-1 0,0 1 0,1-1 0,-1 1 0,0-1 0,0 1 0,1-1 0,-1 1 0,0-1 0,1 0 0,-1 0 0,0 0 0,1 0 0,-1 0 0,0 0 0,2 0 0,4-1 0,-1-1 0,0 1 0,0-1 0,0 0 0,7-4 0,-4 2 0,-1-1 1,0 0-1,0-1 0,0 0 0,-1 0 1,1 0-1,10-14 0,40-57-20,-42 52-8,48-72-375,88-184-1,23-119-75,-150 341 433,280-644-229,55 28 1636,-349 657-1294,9-14 37,36-45 1,-50 69-103,1 1-1,1-1 1,-1 1-1,1 1 0,0-1 1,1 2-1,-1-1 1,1 1-1,1 0 1,11-4-1,-15 7-1,-1 1 0,0 0 0,1 0 0,-1 0 0,1 1 0,-1 0 0,1 0 0,-1 0 0,1 1 0,-1 0 0,1 0 0,-1 0 0,0 1 0,0 0 0,1 0 0,-1 0 0,0 0 0,-1 1 0,1 0 0,0 0 0,-1 0 0,0 1 0,0 0 0,0-1 0,0 1 0,5 7 0,4 5 0,-2 0 0,0 1 0,-1 0 0,0 1 0,-1 0 0,7 24 0,22 76 0,-5 3 0,-5 1 0,-6 0 0,11 211 0,-43 189 29,-41-2-368,49-504 310,-52 383-4466,33-252 306,1-3-3336,6-22-5710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9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12 474 13413,'-1'-2'175,"0"0"-1,-1 1 0,1-1 0,0 0 1,0 0-1,0 0 0,0 0 1,1 0-1,-1 0 0,1 0 1,-1 0-1,1-1 0,-1 1 1,1 0-1,0 0 0,0 0 0,0-1 1,1 1-1,-1 0 0,0 0 1,1 0-1,-1 0 0,1 0 1,0 0-1,0 0 0,0 0 1,0 0-1,0 0 0,0 0 0,0 0 1,1 0-1,-1 1 0,0-1 1,1 1-1,0-1 0,-1 1 1,1-1-1,3 0 0,3-4-2,1 1-1,0 0 0,0 0 1,0 1-1,0 0 1,1 1-1,14-3 0,76-11 319,-87 16-455,98-14 150,373-43-1921,-328 47 484,174 8 0,-265 7 1264,0 2 1,-1 3 0,0 3-1,-1 2 1,89 33 0,-150-46-3,152 53 616,-127-46-532,0-2 0,0-1 0,53 2 0,16-8-40,0-4 0,116-22-1,190-56 362,3 0 1420,-336 72-1524,263-32 738,-119 34-747,648-29-2112,-444 35 3091,-219 5-2404,334 2-10420,-448-4 11246,-1-4 0,133-23 0,-176 19 263,243-59-3727,-201 43 1413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9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535 1 7549,'0'0'6644,"-3"2"-5372,-11 8-985,0 0 1,0 2 0,1 0 0,0 0-1,1 1 1,1 1 0,0-1 0,1 2-1,1 0 1,0 0 0,0 1-1,2 0 1,0 0 0,1 1 0,-7 29-1,7-21-329,1 0 0,2 1 1,0-1-1,1 1 0,2 0 0,1 0 0,1 0 0,1-1 0,1 1 0,10 34 0,-11-50-16,3 11-74,0-1 0,1 0 0,2 0 1,-1-1-1,2 0 0,1 0 0,0-1 0,21 24 0,-11-19 158,2-1 0,0 0 0,52 34 0,-71-53-3,0-1-1,-1 1 1,1-1-1,-1 1 0,0 0 1,1 0-1,-2 0 1,1 1-1,0-1 0,0 1 1,-1 0-1,0-1 1,0 1-1,0 0 0,0 0 1,1 8-1,-2-6-5,0-1-1,-1 1 1,0-1 0,0 1-1,0-1 1,-1 1-1,0-1 1,0 1-1,0-1 1,-1 0 0,-3 9-1,-6 7 9,0-1-1,-1-1 1,-1 0 0,-1 0-1,-21 20 1,-41 38-208,-3-3 1,-99 71-1,63-54-518,11-1-731,104-90 1408,0 0-1,0 1 1,-1-1 0,1 0-1,0 1 1,0-1 0,0 0-1,0 1 1,0-1 0,0 1-1,0-1 1,0 0 0,0 1 0,0-1-1,0 0 1,0 1 0,0-1-1,0 1 1,0-1 0,0 0-1,0 1 1,0-1 0,0 0 0,1 1-1,-1-1 1,0 0 0,0 1-1,0-1 1,1 0 0,-1 1-1,0-1 1,0 0 0,1 0-1,0 1 1,7 8-217,-5-7 196,-1-1 0,0 0 0,0 0 0,1 0-1,-1 0 1,0 0 0,1 0 0,-1-1 0,1 1 0,-1-1 0,1 0 0,-1 0 0,1 0 0,3 0 0,40-9-447,-42 8 457,182-45-1505,321-88-4141,-352 87 1668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39.8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4404,'10'36'1809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1.5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423 106 13549,'-214'-61'3594,"153"45"971,-82-12 0,139 28-3115,8 0-904,680 49-576,-375-33-1201,979 23-6944,-796-46 720,-470 6 6810,180-5-7104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1.7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1296 0 9177,'-61'10'607,"-63"8"1755,116-18-2022,0 1 1,0 1-1,1-1 0,-1 1 1,1 1-1,-1-1 0,1 1 1,0 1-1,0-1 0,1 1 1,-11 7-1,12-6-91,1-1 1,-1 1-1,1 0 0,0 0 0,1 0 1,-1 0-1,1 1 0,0 0 0,0-1 0,1 1 1,0 0-1,0 0 0,0 1 0,-1 11 1,2-8-7,0 0 1,1 0 0,0 0 0,1 0 0,0 0 0,1 0 0,0 0 0,6 17 0,37 79 1307,-18-49-783,-17-32-521,0-1 0,-2 1 1,-1 1-1,-1-1 0,4 37 0,-9-51-207,-1 0 0,0 0 0,-1 0 0,0 0 0,-1 0 0,0-1 0,0 1 0,-1 0 0,-1-1 0,1 0 0,-2 1 0,0-2 0,0 1 0,0 0 0,-12 13 0,0-4-175,-1 0-1,-1-1 1,0-1 0,-1-1-1,-1-1 1,-1 0-1,-29 13 1,-171 70-2001,175-80 1564,-39 16-688,-161 66-3293,88-23-1825,62-20-1262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1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46 2972,'-90'-45'-884,"93"66"220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1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708 123 12417,'-6'-19'895,"-12"-23"6606,-2 42-4857,15-1-2441,0 1 0,1 0 0,-1 0 0,1 0 0,-1 1-1,1 0 1,-1 0 0,1 0 0,-8 3 0,-13 8 403,2 1 0,0 2 0,0 0 0,-26 25 0,23-20-200,-42 35 683,-81 85 1,118-106-857,2 0-1,1 2 1,1 1 0,-29 57 0,47-78-218,1 1 1,1 0-1,1 0 0,0 1 1,1 0-1,1 0 0,1 0 0,1 0 1,0 1-1,1-1 0,1 0 1,1 1-1,0-1 0,1 1 1,2-1-1,-1 0 0,2 0 1,1-1-1,0 1 0,1-1 1,1 0-1,0-1 0,1 0 0,1 0 1,1-1-1,0-1 0,1 1 1,0-2-1,1 0 0,20 17 1,-11-15-153,0-1 1,0-1 0,1-1 0,1-1-1,0-1 1,0-1 0,1-1-1,0-1 1,1-1 0,-1-2 0,1 0-1,0-2 1,0 0 0,30-4-1,-4-1-209,-2-3-1,1-2 1,-1-2-1,0-2 0,-1-3 1,62-27-1,-58 18 102,-1-2 0,-1-3 0,-2-2 1,-1-2-1,85-76 0,-77 53 38,-2-1-1,-2-4 1,79-122 0,90-208 474,-193 337-147,-25 47-108,15-26 31,29-43 0,-46 76-37,-1 0 0,1-1-1,0 1 1,0 0-1,-1 0 1,1 0-1,0 0 1,-1 0 0,1 0-1,0 0 1,-1 0-1,1 0 1,0 0-1,0 0 1,-1 0 0,1 1-1,0-1 1,-1 0-1,1 1 1,-1-1-1,1 0 1,0 1 0,-1-1-1,1 0 1,-1 1-1,1-1 1,-1 1-1,1 0 1,0 0 8,3 2-1,-1 1-1,0-1 0,0 1 0,-1 0 0,1 0 0,-1 0 0,0 0 0,1 0 0,-2 0 1,1 1-1,-1-1 0,2 9 0,10 68 57,-9-47-54,14 73-838,5-2 0,4 0 0,76 188 0,-99-281 656,2 0 0,0-1 0,0 0 0,1 0 0,0 0 0,1-1 0,0 0 0,0-1 0,1 1 0,1-2 0,0 1 0,0-1 0,0-1 0,1 0 0,0-1 0,0 0 0,1 0 0,0-1 0,0-1 0,0 0 0,23 5 0,-9-6 10,0-1-1,0-1 0,51-4 0,76-22 169,-87 12-33,-32 6 16,-1-2 0,1-2-1,37-16 1,93-56 132,-148 75 73,0 0-1,1 1 1,1 1-1,-1 1 1,1 0-1,-1 1 0,1 1 1,0 1-1,32 0 1,-23 4-29,-1 1 0,0 2 0,38 11 0,-33-7-82,41 5 0,-41-12-507,0-2 0,58-7 0,-66 3-176,-21 3 555,1 1-1,-1-1 1,0 1 0,0 0-1,1-1 1,-1 1-1,0 0 1,1 0-1,-1 1 1,0-1-1,0 0 1,1 1-1,-1-1 1,3 2-1,44 20-1036,-34-14 431,0-2-1,0 0 1,0 0-1,1-2 1,21 5-1,-15-6 121,66 10-2127,-32-9-2460,-51-4 1596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1.2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40 4732,'0'0'208,"-4"-21"-260,4 3-1372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3.2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690 55 10729,'23'-45'1877,"-19"36"2362,-7 13-3317,-83 155 1403,6-11-1543,-55 72-276,-120 217-1439,227-379-651,3 2 0,2 0 0,3 1 0,3 1 0,-18 118 0,25-35-6375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3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0 591 6721,'5'-3'461,"0"-1"0,0 0 0,-1 0-1,1 0 1,-1 0 0,8-10 0,-8 8-10,2-1-1,-1 2 0,1-1 0,11-8 0,130-80 1662,-90 60-1526,-1-2-1,-2-2 1,55-53-1,-84 68-406,-2-1-1,-1-1 0,35-54 1,-56 78-171,0 0 1,0-1 0,0 1-1,0 0 1,0-1-1,0 1 1,-1-1 0,1 1-1,-1-1 1,1 1 0,-1-1-1,1 1 1,-1-1 0,0 0-1,0 1 1,0-1 0,0 0-1,0 1 1,0-1 0,0 1-1,0-1 1,-1 0 0,1 1-1,-1-1 1,1 1-1,-1-1 1,0 1 0,1-1-1,-1 1 1,0-1 0,0 1-1,0 0 1,0 0 0,0-1-1,0 1 1,-1 0 0,1 0-1,0 0 1,-1 0 0,1 0-1,0 1 1,-3-2 0,-3-1 3,1 1 1,-1 0 0,1 1 0,-1-1 0,0 1 0,1 0-1,-1 1 1,-12 0 0,4 2 31,0 1 0,0 0 1,0 1-1,0 1 0,0 0 0,1 1 0,0 0 1,0 1-1,-16 12 0,2-1 38,0 3 0,2 0 0,-27 28-1,43-39-61,1 1 0,0 0 0,1 0 0,0 1-1,0 0 1,1 0 0,1 1 0,0 0-1,1 0 1,1 1 0,-4 15 0,6-19-23,0 0 0,1-1 0,1 1-1,-1 0 1,2 0 0,-1-1 0,1 1 0,1 0 0,0-1 0,0 1 0,1-1 0,0 0-1,0 0 1,1 0 0,1 0 0,10 16 0,-2-8-162,1-1-1,1 0 1,1-1 0,0-1 0,1 0-1,0-1 1,1-1 0,0-1 0,1 0-1,0-1 1,1-2 0,0 0-1,1 0 1,27 4 0,-9-3-161,0-2 0,0-2 0,1-2 0,0-1 0,-1-2 0,77-11 0,-88 6 216,-1-1-1,0-1 1,-1-1 0,0-2-1,0 0 1,-1-2 0,0-1 0,-1-1-1,-1-1 1,0-1 0,-1-1-1,0-1 1,20-23 0,22-24-147,30-25-190,-69 68 298,1 2 0,1 1 0,1 1 0,57-26 0,-67 36 135,0 1 1,0 1-1,1 1 1,0 0-1,0 2 1,0 0-1,0 1 1,1 1-1,31 2 1,-44-1 29,0 1 0,0 1 0,-1-1 0,1 1 0,-1 0 0,1 1 0,-1-1 1,0 1-1,0 0 0,0 1 0,0 0 0,0 0 0,-1 0 0,0 0 0,0 1 0,7 7 0,-9-7 13,0 0-1,0 0 1,0-1-1,-1 2 0,1-1 1,-1 0-1,0 0 1,-1 1-1,1-1 0,-1 1 1,0-1-1,-1 1 1,1 0-1,-1-1 0,0 1 1,-1 0-1,1-1 1,-1 1-1,0-1 0,-3 8 1,-4 11 35,-2-1 0,-1 0 0,-1 0 0,-1-1 1,-19 25-1,18-29-268,1 1-1,2 0 1,-1 1 0,2 1 0,1 0 0,-11 36 0,17-44-134,-4 31-3311,9-19-124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4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262 373 9561,'20'-42'2097,"-17"37"-1718,-1 1 1,1 0-1,0-1 1,-1 0 0,0 0-1,0 1 1,-1-1-1,1 0 1,-1-1-1,0 1 1,-1 0-1,1 0 1,-1-10 0,-29-92 2942,5 66-2435,23 39-838,0 1 0,0-1 0,0 1 0,-1-1 0,1 1 0,-1 0 0,1-1 0,-1 1 0,1 0 0,-1 0 0,0 0 1,1 0-1,-1 0 0,0 1 0,0-1 0,1 1 0,-1-1 0,0 1 0,0-1 0,0 1 0,0 0 0,0 0 0,-3 0 0,-23-6 62,-35-18 312,42 17-121,-35-17 1,30 5 214,24 17-174,4 1-292,-1 1-1,1 0 1,0 0-1,0-1 1,0 1 0,-1 0-1,1 1 1,0-1-1,0 0 1,0 0 0,2 1-1,2 0 47,13 2 15,1 1 0,-1 1 0,-1 0 0,1 2 0,-1 0-1,0 0 1,0 2 0,28 18 0,-24-11 154,-1 1-1,0 1 1,-1 0-1,-1 2 1,31 40-1,-29-31 31,-2 2 1,-1 0-1,-1 1 0,-2 0 1,-1 1-1,-2 1 0,-1 0 1,-2 1-1,-1 0 0,3 37 1,-8-24-128,-3-1 0,-1 1 0,-3 0 0,-2-1 0,-1 0 0,-3 0 0,-2-1 0,-30 75 0,-8-6-1887,-5-2 1,-74 113-1,-2-22-5235,85-133 975,-11 11-5396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5.2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0 351 10809,'46'-25'1942,"0"2"0,53-17 0,-48 21-476,99-40 3084,-152 61-4436,0 0 0,0 0-1,0 0 1,1 1-1,-1-1 1,1 1-1,-1-1 1,1 1 0,0 0-1,-1 3 1,-4 7 243,-6 9 67,4-8-85,1 0 0,0 1 0,-7 22-1,13-32-268,-1 1-1,1-1 1,1 0-1,-1 0 1,1 0-1,0 0 0,0 1 1,1-1-1,-1 0 1,1 0-1,0 0 1,1 0-1,-1 0 1,1 0-1,3 5 0,1 2 19,2 0 0,-1-1 0,2-1 0,-1 1 0,2-1 0,-1-1 0,1 0-1,0 0 1,1-1 0,16 10 0,10 4 85,78 32-1,-70-36-120,0-2 1,1-2-1,1-2 1,0-2-1,0-2 0,1-2 1,0-2-1,0-3 1,84-7-1,-120 5-45,0-2-1,0 1 1,0-2 0,-1 1-1,1-2 1,-1 1 0,0-1-1,0-1 1,-1 0-1,13-10 1,-18 12-10,-1 0 1,1 0-1,-1-1 0,0 0 0,0 0 0,0 0 1,-1 0-1,0-1 0,0 1 0,0-1 1,-1 1-1,1-1 0,-1 0 0,-1 0 0,1-1 1,-1 1-1,0 0 0,-1 0 0,1 0 1,-1-1-1,-1-9 0,-5-16-328,-1-1 0,-2 1 0,-1 1 0,-1 0 0,-26-51 0,19 46-1642,2-2 0,2 0-1,-10-40 1,19 36-4158,9 7-3871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5.3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11721,'0'0'6437,"24"-12"-5165,19 0-264,7 15-272,11-3-360,9 0-364,10-3-616,7 0-796,4 6-716,-1-6-3053,1-3-4120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6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1007 42 9581,'-22'-27'2619,"9"17"1318,-6 7-2165,15 2-801,2 0 778,-3 1-284,-8 0-906,0 1 0,0 0 0,0 1 0,0 0 0,0 1 0,1 1 0,-22 8 0,-22 18 260,2 2 0,-82 65 0,111-78-687,-9 6-2,0 2 1,2 2-1,2 1 1,0 1-1,-31 44 0,51-61-160,-1 2-1,2-1 0,0 1 0,1 1 0,1 0 0,0 0 1,2 0-1,0 1 0,0 0 0,2 0 0,0 0 0,1 0 0,1 0 1,3 37-1,6-13-450,1 0-1,3-1 1,1 0 0,26 52 0,-18-44-124,-2 1 0,14 61 0,-30-98 479,-1 1 0,-1 0-1,1 0 1,-2 0-1,-2 23 1,2-32 104,-1 0 1,0 0-1,0 0 0,0 0 0,-1 0 1,0 0-1,0-1 0,0 1 0,0 0 1,-1-1-1,0 0 0,0 1 0,0-1 1,0 0-1,-1-1 0,1 1 0,-1-1 1,-8 6-1,2-3-4,-2-1 0,1 0 0,-1-1 1,1 0-1,-1 0 0,0-2 0,0 1 1,-1-2-1,-15 1 0,2-1 34,1-2 1,0-1-1,-40-8 0,18-6 200,46 16-197,-1-1 0,0 0 0,0 0-1,1 1 1,-1-1 0,0-1 0,1 1 0,-1 0-1,1 0 1,0 0 0,-1-1 0,1 1-1,0-1 1,0 1 0,0-1 0,0 0 0,0 1-1,0-1 1,0 0 0,0 0 0,0-3 0,3 0 2,0-1 1,1 1-1,0 0 1,0 0-1,0 0 1,0 0 0,1 1-1,0-1 1,0 1-1,8-7 1,12-9-66,2 2 1,0 0 0,1 1-1,31-13 1,5-5-261,109-69-3683,274-216 0,-286 191 2172,98-82 3691,-250 204-1595,-7 5-118,1 0-1,0 0 0,0 1 1,0-1-1,0 0 0,0 1 1,1-1-1,-1 1 0,0 0 1,1-1-1,-1 1 0,1 0 1,2 0-1,-17 17 1479,-18 21-601,-59 52 1,62-65-832,1 1 1,1 2 0,1 0 0,-30 47-1,40-51-116,1 0 0,1 1 0,1 0 0,-13 41-1,22-58-79,1-1 0,-1 1 0,1 0 0,1 0 0,-1-1 0,1 1 0,0 0 0,1 0 0,-1 0 0,1-1 0,1 1-1,-1 0 1,1-1 0,0 1 0,1-1 0,0 0 0,0 0 0,0 0 0,1 0 0,-1 0 0,1-1 0,1 0 0,6 8-1,-4-7-13,0-1 0,0 0-1,0 0 1,1 0-1,-1-1 1,1 0-1,0 0 1,0-1-1,1 0 1,-1-1-1,0 0 1,1 0-1,0 0 1,-1-1-1,1-1 1,0 0-1,0 0 1,0 0-1,-1-1 1,14-3-1,-13 2 5,0-1 0,0 0 0,0 0 0,0 0 0,-1-1 1,1-1-1,-1 1 0,0-2 0,0 1 0,-1-1 0,0 0 0,0 0 0,0-1 0,-1 0 0,0 0 0,0-1 0,-1 1 0,0-1 0,5-10 0,-2-4-34,0 0 0,-1 0 0,-1-1 0,-1 0 0,-2 0 0,0 0 0,-1 0 0,-2-38 0,-2 30-657,-1 1 0,-2-1 0,-1 1 1,-1 0-1,-22-58 0,6 48-1903,5 17-3641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6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33 8381,'22'-27'2420,"-17"21"1619,-22 21-509,-12 12-2713,1 2 0,1 0 0,-33 49 0,45-56-710,2 0-1,0 1 1,1 0 0,2 1-1,0 1 1,-6 29 0,14-45-91,1 0 1,0 0 0,0 1 0,1-1-1,0 0 1,1 0 0,0 1-1,1-1 1,0 0 0,0 0 0,1 0-1,0-1 1,0 1 0,6 9-1,-8-15-9,16-6 4,-15 2-10,0 1 0,-1 0-1,1-1 1,-1 1-1,1-1 1,-1 0 0,1 0-1,-1 1 1,1-1-1,-1 0 1,1 0 0,-1 0-1,0-1 1,0 1-1,0 0 1,0 0-1,0-1 1,0 1 0,0 0-1,0-1 1,1-2-1,9-38-8,-5 15-5,-3 10-384,0 0 0,-1-1 0,-1 1 0,0 0 0,-3-26 0,-6 11-2999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6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989 1 7901,'-160'186'5689,"-32"42"-507,-205 364-2787,350-519-2813,-64 119-1743,95-156 58,0 1 0,3 0-1,-14 62 1,18-36-5088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6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6 10769,'9'6'948,"-5"-4"361,-6-3 107,-12-12 2749,9 14-2816,-4 1-979,-1 0-1,1 0 0,0 1 0,0 0 0,0 1 0,1 0 0,-1 1 0,1-1 0,0 2 0,0-1 0,0 1 0,-11 12 0,3-1 32,0 0-1,1 1 0,1 1 0,-13 24 1,24-38-336,1 1 0,0-1 1,0 1-1,1 0 0,-1 0 0,1 0 1,1 0-1,-1 0 0,1-1 0,0 1 1,1 10-1,0 1 73,-1-16-118,0 1 0,0 0 0,1 0 0,-1-1 1,0 1-1,1 0 0,-1-1 0,1 1 0,0-1 0,0 1 1,1 2-1,4 13 127,19-43-125,-12-39-985,0 7-899,-2 5-1427,-9 47 2313,0 0 0,0 0 0,1 0 0,0 0-1,0 1 1,4-7 0,4 2-3821,1 4-2563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6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58 8025,'-27'9'2176,"17"-18"3604,-13 6-4379,3 0 1179,3-3-2368,-3-3-712,10-7-1140,3 7-1461,-10 0-1215,0 6-3317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7.9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0 124 14073,'10'7'8496,"5"-4"-5253,21-1-3759,-20-2 1544,463 14 1920,-372-14-2823,682-17-3245,-396-19-1473,-2-26-4730,-228 27-54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8.2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1230 4 12793,'-3'-1'322,"-1"0"1,1 1-1,0-1 0,-1 1 0,1-1 0,-1 1 1,1 0-1,0 0 0,-1 1 0,1-1 0,0 1 1,-1 0-1,1-1 0,0 2 0,-1-1 0,1 0 1,0 1-1,0-1 0,0 1 0,0 0 0,1 0 1,-1 0-1,0 0 0,1 0 0,0 1 0,-1-1 1,1 1-1,0 0 0,0-1 0,0 1 0,1 0 1,-3 5-1,0 1 44,0 1-1,0 0 1,1 0 0,0 0-1,1 0 1,0 0 0,0 1 0,1-1-1,1 18 1,4 16 523,1-1 0,21 77 0,37 83 537,-20-72-772,-12-31-334,-6 1 1,20 155-1,-40-205-323,-3 0 0,-2-1 0,-2 1 0,-2 0 0,-2 0 0,-3-1 0,-18 60 0,8-54-11,-2-1 0,-2-1 0,-3 0 0,-38 56-1,18-41-115,-3-3 0,-80 84 0,-138 100-1134,-17-23-1428,91-87-449,44-33-3572,121-82 717,18-11-3520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8.6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25 11893,'-13'-24'2458,"13"24"-2422,0 0 0,0 0 0,0 0 0,0 0-1,0 0 1,0 1 0,0-1 0,0 0-1,0 0 1,0 0 0,0 0 0,0 0 0,0 0-1,0 0 1,-1 0 0,1 0 0,0 0-1,0 0 1,0 0 0,0 0 0,0 1 0,0-1-1,0 0 1,0 0 0,0 0 0,0 0-1,-1 0 1,1 0 0,0 0 0,0 0 0,0 0-1,0 0 1,0 0 0,0 0 0,0 0-1,0 0 1,-1 0 0,1 0 0,0 0 0,0 0-1,0-1 1,0 1 0,0 0 0,0 0-1,0 0 1,0 0 0,0 0 0,0 0 0,-1 0-1,1 0 1,0 0 0,0 0 0,0 0-1,0 0 1,0 0 0,0-1 0,0 1 0,0 0-1,0 0 1,0 0 0,0 0 0,5 38 2815,-1-14-2681,6 83 949,-5 1 0,-10 128 0,0 24-802,-1-123-531,0 9-502,6-139 645,1-1-1,0 0 1,0 1-1,0-1 0,1 0 1,-1 0-1,2 0 0,-1 0 1,1 0-1,-1 0 1,2-1-1,4 7 0,-6-9 48,0 0 0,1-1-1,-1 0 1,1 1-1,-1-1 1,1 0-1,0 0 1,0-1-1,0 1 1,0-1-1,0 1 1,1-1 0,-1 0-1,0 0 1,1-1-1,-1 1 1,0-1-1,1 1 1,-1-1-1,1 0 1,-1 0 0,1-1-1,-1 1 1,4-1-1,38-10-4,59-23-1,31-7 893,-130 40-796,1 0 1,0 0-1,0 1 1,0 0-1,0 0 1,0 0 0,-1 1-1,1 0 1,0 0-1,0 1 1,-1-1-1,8 4 1,4 3 459,0 1 0,23 16 0,-29-17-293,0-1 0,0 0-1,1-1 1,-1 0 0,1 0-1,1-2 1,16 5 0,-6-5-12,-1-1 1,1-1 0,40-3 0,-54 1-170,-1-1 0,1 0 0,-1-1 0,1 0 0,-1 0 0,0-1 0,0 0 0,0-1 0,0 1 0,-1-2 0,1 1 0,12-10 1,-18 12-45,-1 0 0,1 0 0,-1 0 0,0 0 0,1 0 0,-1 0 0,0 0 0,0 0 0,0-1 0,-1 1 1,1 0-1,0-1 0,-1 1 0,0 0 0,1-1 0,-1 1 0,0-1 0,0 1 0,0 0 0,-1-1 1,1 1-1,0-1 0,-2-3 0,0 0 3,0 0 1,0 0-1,-1 1 1,0-1-1,0 1 1,0 0-1,0 0 1,-7-7-1,-13-10-289,-1 1 0,-1 1 1,0 1-1,-2 1 0,0 2 0,-1 1 0,0 0 0,-1 3 0,-46-15 0,64 24-612,1 0 0,-1 1 0,0 0 0,-14 0 0,10 1-654,10 1-1420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8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10 10253,'-3'-9'14785,"-4"20"-15806,-7 7 1631,-1-1 1,-23 21-1,19-20-156,-33 41 0,41-44-362,-66 99 461,66-94-868,0 0 0,2 2 0,0-1 0,-7 28 0,-3 29-1041,18-74 1047,6-8-2680,-4 2 2635,1 0-1,0 0 0,0 0 1,-1 0-1,1 0 1,-1-1-1,0 1 0,1-1 1,-1 1-1,1-3 1,-2 1-462,0 1 1,-1-1 0,1 0 0,-1 1 0,1-1-1,-1 1 1,0 0 0,-2-5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36:49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528 84 10189,'0'0'2223,"-4"1"-199,-33 15 79,1 1 0,0 2 0,1 1 0,-58 45 0,64-41-1631,0 1 0,2 1 0,1 2-1,1 1 1,1 0 0,2 2 0,1 1 0,-33 67 0,48-87-399,2 1 1,-1-1-1,1 1 1,1 0-1,1 1 1,0-1-1,0 0 0,1 1 1,1-1-1,0 1 1,1-1-1,5 26 1,-3-29-60,-1-1 1,2 0-1,-1 0 1,1 0-1,1-1 1,-1 1-1,2-1 1,-1 0-1,1-1 1,0 1-1,1-1 1,-1 0-1,1 0 1,1-1-1,-1 0 1,1-1-1,0 1 1,15 6-1,-9-6-33,1 0 0,-1-1-1,1 0 1,0-1 0,0-1 0,0 0-1,1-1 1,-1-1 0,1 0 0,-1-1-1,1-1 1,-1 0 0,25-6 0,-28 4 13,0-1 0,-1 1 0,0-2 0,0 0 1,0 0-1,-1-1 0,0 0 0,0-1 1,0 0-1,-1-1 0,0 1 0,0-2 0,-1 0 1,0 0-1,-1 0 0,0-1 0,0 0 1,6-12-1,-4 1 14,-1 1 0,0-1 1,-1-1-1,-2 1 1,0-1-1,-1 0 0,1-34 1,-4 11-8,-2 0 0,-15-89 0,11 99-20,-2-11-184,-19-65 0,18 85-737,-2 2 1,0-1-1,-15-23 0,24 45 500,0 1 0,-1 0 0,1-1 0,-1 1 0,0 0 0,0 0 0,0 0 0,0 0 0,0 1 0,-4-3-1,-14-1-6726,-8 14-3776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2.8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3 3128,'-43'-3'2754,"42"4"-2720,0-1 1,1 0 0,-1 1-1,0-1 1,1 0-1,-1 1 1,0-1-1,1 1 1,-1-1-1,0 1 1,1 0 0,-1-1-1,1 1 1,-1 0-1,1-1 1,-1 1-1,1 0 1,0-1-1,-1 1 1,1 1 0,-1-1-7,1 0 1,0 0 0,-1 0-1,1 0 1,-1 0 0,1 0-1,-1 0 1,0 0-1,1 0 1,-1 0 0,0-1-1,0 1 1,0 0 0,1-1-1,-1 1 1,0 0 0,0-1-1,0 1 1,0-1 0,0 1-1,-2-1 1,-25 5 570,26-4 595,-2-1-775,-32-3 479,32 3 670,4 1-1490,0 0-1,0-1 0,-1 1 0,1 0 0,0-1 1,-1 1-1,1 0 0,0-1 0,-1 1 0,1-1 1,-1 1-1,1-1 0,-1 1 0,1-1 0,-1 1 1,1-1-1,-1 0 0,1 1 0,-1-1 0,0 0 0,1 1 1,-2-1-1,-4 5 1039,17 3-237,-8-7-657,1 0 1,-1 0-1,1 1 1,-1 0-1,0 0 1,0 0-1,0 0 0,0 0 1,0 1-1,0-1 1,-1 1-1,1 0 1,-1 0-1,1 0 1,-1 0-1,0 0 1,3 7-1,-4-7-7,2 1-1,-1-1 1,0 0-1,1 1 1,0-1-1,-1-1 1,1 1-1,0 0 0,1-1 1,-1 1-1,0-1 1,7 4-1,50 20 2358,-50-22-2156,20 6 64,1-2 0,0-1 1,0-1-1,0-1 0,38 0 0,166-8 316,-191 2-651,853-49 703,8 1-679,-506 36-117,253-10 81,-303 17-14,-301 6-310,57-1 405,-36-4-3036,-65 5 1701,9-6-2314,-12 5 3051,0 1-1,0-1 1,0 1-1,0-1 0,0 0 1,0 1-1,0-1 1,0 0-1,-1 0 0,1 1 1,0-1-1,0 0 1,-1 0-1,1 0 0,-1 0 1,1 0-1,-1 0 0,1 0 1,-1 0-1,1 0 1,-1 0-1,0 0 0,0 0 1,0 0-1,0-1 1,1 1-1,-1 0 0,-1-2 1,2-18-8734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3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148 121 8877,'-5'-9'268,"4"5"71,-1 0 1,0 0 0,0 1 0,0-1 0,-1 0 0,1 1 0,-1-1 0,0 1 0,0 0 0,0 0 0,-1 0 0,1 0 0,-1 1 0,1 0 0,-1-1-1,-7-2 1,4 2 405,0 0-1,-1-1 1,2 0-1,-1 0 1,-12-10-1,-11-7 1279,27 19-615,27 14-173,216 142 183,-78-48-1072,189 137 74,-305-205-401,-2 1 0,-1 3 0,-3 1 0,-1 2-1,39 59 1,-66-87-17,-2 1 0,0 0 0,-1 0 0,0 1-1,-2 0 1,0 0 0,-1 1 0,-1-1 0,-1 1 0,-1 1 0,0-1-1,-2 0 1,0 1 0,-2-1 0,0 1 0,-1-1 0,-1 0 0,-9 34-1,-7-3-429,-2-1-1,-2-1 1,-45 71-1,-3 7-3525,66-119 3257,-5 16-1209,7-5-3896,5 4-3529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3.6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1 137 11873,'0'0'7647,"0"3"-6875,2 33-55,1 0 0,3-1 0,0 1 0,3-1-1,0 0 1,23 50 0,-20-53-581,89 213 731,-91-222-766,-7-15 96,0 0 0,1 0 0,0 0 0,0-1 0,0 0 0,7 8 0,-9-14-155,-1 1 0,1-1 1,-1 0-1,1 1 0,0-1 1,0 0-1,-1 0 0,1 0 0,0 0 1,0-1-1,0 1 0,0 0 1,0-1-1,0 1 0,0-1 1,1 0-1,-1 0 0,0 0 0,0 0 1,0 0-1,0 0 0,0-1 1,0 1-1,0-1 0,0 1 0,0-1 1,0 0-1,0 1 0,0-1 1,2-2-1,10-6 51,-1-1-1,0 0 1,-1-1-1,0-1 1,-1 0 0,0 0-1,15-23 1,-20 27-74,113-170-42,-38 53-1337,-52 82 407,88-119-2379,-52 87-663,9 7-3449,-25 33-2329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3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332 1 7465,'-1'2'1946,"-66"87"5858,-26 57-5536,15-22-1560,52-83-394,-39 85 0,64-123-35,6-5 36,10-3-119,1-1 0,-2 0 0,1-1 0,0 0 0,-1-2 0,-1 1 0,24-20 0,79-66 3083,-114 93-3259,0-1 1,0 0 0,-1 1-1,1-1 1,0 1 0,0 0-1,0 0 1,1 0 0,-1 0-1,0 0 1,0 0 0,0 1-1,1-1 1,-1 1 0,0-1-1,1 1 1,-1 0 0,0 0-1,1 0 1,-1 0-1,0 0 1,1 1 0,-1-1-1,0 1 1,1-1 0,-1 1-1,0 0 1,0 0 0,0 0-1,0 0 1,0 0 0,0 1-1,0-1 1,0 0 0,0 1-1,0 0 1,-1-1 0,1 1-1,-1 0 1,1 0 0,-1 0-1,2 4 1,10 14-953,-1 0 1,-1 1-1,14 35 0,-12-24-2841,21 36-1,-14-35-1278,9 10-2786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4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10809,'5'-1'140,"7"0"960,-1 1 0,24 1 0,-31 0-949,-1-1-1,0 1 0,1 0 1,-1 0-1,0 0 0,1 0 1,-1 1-1,0-1 0,0 1 1,0 0-1,0 0 0,-1 0 1,1 0-1,0 0 1,3 5-1,2 5 58,1 0-1,-2 1 1,0 0 0,0 1-1,-2 0 1,1 0 0,-2 0-1,0 0 1,3 21 0,-2-4-25,-2 1 0,-2 0 1,-2 47-1,-5-32-21,-1-1 1,-25 80-1,14-58 337,14-34 216,5-34-674,0 0 1,0 0-1,1 0 0,-1 0 1,0-1-1,0 1 1,0-1-1,0 1 0,0-1 1,0 1-1,1-1 1,-1 1-1,0-1 0,1-1 1,28-21 221,-1-2 0,38-40 1,17-15-87,-49 51-124,1 2-1,2 1 1,1 2-1,77-35 1,-102 53-44,1 1 0,0 1 0,0 0 1,0 1-1,21-2 0,-30 4-6,1 1 1,-1 0-1,0 0 0,0 1 0,0-1 1,0 1-1,0 0 0,0 1 0,-1-1 1,1 1-1,0 1 0,-1-1 0,1 1 1,-1 0-1,0 0 0,9 7 0,-6-2-19,1 1-1,-1 0 1,-1 1-1,0 0 0,0 0 1,-1 1-1,0 0 1,-1 0-1,7 20 0,4 41-1875,-14-63 1140,-1 0-1,0 0 1,-1 0 0,0 0-1,-1 1 1,-1 8 0,0 6-4214,10 1-2887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4.4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 5617,'10'-12'1584,"7"27"-1348,3-3-508,-7-3-1813,11 9-11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4.9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215 545 4788,'-4'4'187,"1"0"-1,-1-1 0,0 0 0,0 0 0,0 0 0,0-1 0,-1 1 0,1-1 0,-1 0 0,1 0 0,-1 0 0,-6 1 0,2 0 283,0 0 0,0 1 0,1 1-1,-13 7 1,-13 7 341,29-16-674,-1 0-1,1 0 1,-1 1 0,1 0-1,0 0 1,1 0 0,-1 1-1,1-1 1,0 1 0,0 0-1,-5 9 1,8-12 190,11 7 236,-3-6-466,-1-1 0,1 0 1,-1 0-1,1 0 0,0-1 1,-1 0-1,1-1 1,0 1-1,0-1 0,0 0 1,7-2-1,18 2 160,-3 0-388,0-1 1,0-1 0,0-1-1,0-2 1,-1-1 0,0-1-1,0-2 1,0 0 0,45-24 0,-20 5-20,-1-3 0,-1-2 1,77-65-1,72-104 1614,-142 139 488,112-97 0,-168 159-1896,0-1 0,0 0 0,0 1-1,0 0 1,0-1 0,0 1 0,0 0 0,1 0-1,-1 0 1,0 0 0,1 0 0,-1 1 0,0-1-1,1 1 1,-1-1 0,1 1 0,-1 0-1,1 0 1,-1 0 0,5 1 0,-4 0-14,-1 0 0,0 0 0,0 1 0,0-1 0,0 1 0,-1-1 0,1 1 0,0 0 0,-1-1 0,1 1 0,-1 0 0,1 0 0,-1 0 0,0 0 0,0 0 0,0 1 1,1 2-1,3 9 90,-2 0 0,0 0 1,0 1-1,-1-1 0,0 22 1,-12 213 972,0-35-614,10-182-448,5 207 211,-1-191-205,1-1 1,24 91-1,-25-126-43,-1-1 0,2 1 0,-1-1 0,2 0 0,8 14 0,-12-22-8,1 0-1,-1 1 0,1-1 1,0 0-1,0 0 1,0-1-1,0 1 0,0-1 1,1 1-1,-1-1 1,1 0-1,0 0 0,-1-1 1,1 1-1,0-1 0,0 0 1,0 0-1,0 0 1,8 0-1,-6-1 1,0 0 1,1 0-1,-1-1 1,0 0-1,0 0 1,1 0-1,-1-1 1,0 0-1,0 0 1,-1-1-1,1 0 0,9-5 1,-7 2 2,-1 0 1,1-1 0,-1 0-1,0 0 1,0 0-1,-1-1 1,8-13-1,-3 3 36,-2-1 0,0-1-1,-1 1 1,0-1-1,-2-1 1,-1 1 0,4-26-1,-8 40-56,-1 1 1,0-1-1,0 0 1,0 0-1,-1 1 0,1-1 1,-1 1-1,-1-1 1,-3-10-1,4 13-462,14 12-9281,-9-5 7981,13 10-5661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25.2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1 106 5905,'3'-1'1720,"18"-6"1125,39-7-1,70-2 145,-36 6-1631,80-28 1349,-98 20-1081,-71 17-889,-22 10 672,-28 22-279,-6 3 101,-60 52-1,97-73-1108,1-1 1,1 1-1,0 1 0,1 1 0,0-1 0,1 2 0,1-1 0,0 1 0,-6 18 1,12-29-114,2 0 0,-1 0 0,0 1 0,1-1 0,0 1 0,1-1 0,-1 1 0,1-1 0,0 1 0,0-1 0,0 1 1,1-1-1,0 1 0,0-1 0,1 0 0,-1 1 0,1-1 0,0 0 0,1 0 0,5 9 0,-3-8-140,0 0 0,1 0 0,0 0 1,0-1-1,0 0 0,1 0 0,0 0 0,0-1 0,0 0 0,0 0 0,1-1 0,-1 0 0,14 3 1,12 2-647,0-1 1,67 5-1,72-9-1710,-150-3 2136,75-2-1954,137-23-1,92-37-6522,-238 44 3108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2.6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30 3984,'0'0'930,"10"-9"512,33-12 5810,-40 23-6961,3 2-163,-1-1 0,1 0 1,0 0-1,0-1 1,1 1-1,-1-1 1,0 0-1,1-1 1,8 1-1,64 1 427,-30-2-207,571 26 1346,-397-18-1036,164 3-334,72 12-423,-56 21 73,23-5 215,-288-31-147,-88-9 144,-39 0-3541,-1-1-3627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4.2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1 208 4356,'0'0'8053,"3"0"-7754,71 5 1779,-69-5-1963,1 1 0,-1-2 0,1 1 0,-1-1 0,1 0 0,-1 0 0,0 0 0,11-4-1,-4 1 57,155-45 731,-58 25-879,-47 12-5,12 3 202,-17 3-146,64-6 47,14-2 54,382-35 133,-494 48-290,274-11-145,326 0-33,-399 26 193,-118-6-131,180 19 244,128 35-55,-313-44-97,77 9 91,-134-19-100,115 15-20,464 40-131,-210-23 205,574 34 1070,-807-71-1033,621 21 860,-75 28-367,-430-31-478,-127-12-58,177-12 0,-253-2-37,309-32 103,-311 25-118,-87 12 62,0-1-13,66-10-789,-67 11-389,-13-19-14594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5.1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43 9117,'19'-8'1783,"-18"8"-1629,-1-1 0,0 0 1,0 0-1,1 0 1,-1 0-1,0 0 0,0 1 1,0-1-1,0 0 1,0 0-1,0 0 0,0 0 1,-1 0-1,1 1 1,0-1-1,0 0 0,-1 0 1,1 0-1,0 0 1,-2-1-1,-2-13 6357,3 17-6111,-108 197 1509,95-171-1728,3-5-139,0 1 0,1 0 0,2 0 0,0 1 0,2 0 1,1 0-1,1 1 0,0-1 0,2 28 0,3-44-64,1 1 0,0-1-1,0 1 1,1-1 0,0 0-1,1 0 1,0 0 0,1 0-1,-1-1 1,2 0 0,-1 0-1,1 0 1,0 0 0,12 9-1,-14-13-5,1 0 0,1 0 0,-1-1 0,1 0 0,-1 0 0,1 0 0,0-1 0,0 1 0,0-1 0,0-1 0,0 1-1,1-1 1,-1-1 0,0 1 0,1-1 0,11-1 0,-4 0 0,0 0-1,-1-2 1,1 0-1,-1 0 1,0-1-1,21-9 1,0-6-2,-1-2 0,0-1 1,-2-1-1,41-39 0,-12 10 270,-16 10 143,-12 9-155,-30 32-198,0 1 0,0 0 0,0-1 0,0 1 0,0 0 0,0 0 0,0 0 0,0 1 0,0-1 1,0 0-1,0 1 0,0-1 0,0 1 0,0-1 0,0 1 0,0 0 0,2 2 0,1 2 64,0 0 1,-1 1-1,0 0 0,0 0 0,0 0 0,4 11 0,1 0 35,6 10-16,1-1 0,2-1 0,0 0 0,2-1 0,33 31 0,-43-46-64,1 0-1,0-1 0,0 0 0,1-1 1,0 0-1,19 6 0,-23-10-23,1 0 0,-1-1 0,1 0 0,0 0 0,-1-1-1,1-1 1,0 1 0,0-1 0,0-1 0,0 0 0,8-1-1,-13 1-24,0 1 0,0-1-1,-1 0 1,1 0 0,0-1-1,-1 1 1,1-1-1,0 1 1,-1-1 0,0 0-1,1 0 1,-1-1 0,0 1-1,0-1 1,-1 0-1,1 1 1,0-1 0,-1 0-1,0-1 1,1 1 0,2-6-1,-3 2-4,-1-1 0,1 1-1,-1 0 1,-1-1 0,1 1 0,-1 0-1,0-1 1,-1 1 0,0-1 0,-3-12-1,0 9-119,0-1-1,0 1 0,-1 1 0,0-1 0,-1 1 0,0 0 1,-1 0-1,0 0 0,-16-16 0,18 22-486,1 1-1,-1-1 0,0 1 1,0 0-1,-1 0 1,1 0-1,-7-1 0,1-1-1519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6.1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1 476 9669,'10'-8'2442,"-11"13"1160,0-3-3371,0 1 1,0-1-1,0 1 0,1-1 1,-1 1-1,1 0 0,0-1 1,0 1-1,0 3 0,3 35 397,-3 44 0,0-38-444,3 64 697,-3-108-484,3 2-3,-2-3-366,0-1 0,0 1 0,0-1 0,0 0 1,1 0-1,-1 1 0,0-1 0,0 0 0,1 0 0,-1 0 0,1 0 1,-1-1-1,1 1 0,-1 0 0,1-1 0,-1 1 0,1-1 0,0 1 1,-1-1-1,1 0 0,3 1 0,1-2 19,0 0 0,0 0 0,0 0 0,0 0 0,0-1 1,11-5-1,63-27 125,84-32-13,-143 59-158,0 1 0,0 2 0,0 0 0,0 1 0,1 1 0,22 0 0,-30 3-8,0 1-1,0 0 1,-1 1 0,1 0 0,-1 1 0,0 0-1,0 2 1,0-1 0,0 1 0,-1 1 0,0 0 0,-1 1-1,1 0 1,-2 1 0,1 0 0,13 16 0,-18-19-26,13 13-695,30 39 1,-34-37-474,1-2 0,0 0-1,2-1 1,0-1-1,1 0 1,1-1 0,24 15-1,-37-27 800,1-1 1,-1 1-1,1-1 0,0 0 0,-1-1 0,1 0 0,0 0 0,10 1 0,-12-3 446,0 1 0,0-1-1,0 0 1,0-1-1,0 1 1,-1-1-1,1-1 1,0 1 0,-1-1-1,1 0 1,-1 0-1,1 0 1,-1-1 0,0 0-1,0 0 1,0 0-1,0-1 1,7-7-1,0-1 281,-1-1 0,-1-1-1,0 0 1,-1 0-1,0-1 1,11-28 0,-3-1 1245,10-52 1,6-15 1532,-21 54-1632,-31 62-1200,8 1-224,0 0 0,0 0 0,1 2 0,0-1-1,0 1 1,1 1 0,0-1 0,1 2 0,-8 9 0,-3 2-2,-7 9-40,1 1-1,2 2 1,-26 46 0,45-73-91,1 0 0,0 0 0,1 1 1,-1-1-1,1 1 0,1 0 0,-2 8 1,5-13-12,0 1 0,0-1 0,0 0 0,0 0 0,1 0 1,-1 0-1,1 0 0,4 2 0,-4-4 68,1 0 0,-1-1 0,0 1 0,0-1 0,0 0 1,1 0-1,-1 0 0,0 0 0,0 0 0,0-1 0,-1 1 0,1-1 0,5-4 0,37-29-282,-40 30 264,28-28-308,-1-1 0,-2-2-1,42-65 1,-71 100 353,41-67-377,62-136 0,-49 89 231,-4-9 245,-35 81 89,29-56 0,-43 97-141,-1 0-1,-1 1 0,1-1 0,0 0 0,0 0 1,-1 0-1,1 0 0,-1 0 0,0 0 0,1 0 1,-1-2-1,-5 2 353,-6 14-200,-7 12 29,2 2 0,1 0 0,1 1 0,2 1 0,0 0 0,-13 51 0,16-44-147,2-1 1,2 1-1,0 1 1,3-1 0,3 55-1,0-73-64,1 0 0,1 0 1,0 0-1,1 0 0,1 0 0,1-1 0,8 17 0,-9-23 4,1-1 1,0 0-1,0 0 1,1 0-1,0-1 1,0 0 0,1-1-1,0 1 1,0-1-1,1-1 1,-1 0-1,15 8 1,-13-10-38,0 0 0,0 0 0,0-1 0,0 0 0,1-1 0,-1 0 0,1-1 0,-1 0 0,1 0 1,-1-1-1,1-1 0,0 0 0,-1 0 0,0-1 0,1 0 0,14-6 0,4-2-86,-1-2 0,-1-2 0,0 0-1,35-25 1,43-32 1415,-74 52-735,-29 18-356,-2 4-7,-6 24 5,0 5 184,-4 55 1,9-77-558,1 1 0,1-1 1,0 1-1,0-1 0,1 1 1,0-1-1,1 0 0,0 0 1,8 15-1,-9-22-78,0 0-1,0 0 0,0 0 1,1 0-1,-1 0 1,1-1-1,5 4 1,-1 0-675,0-4-202,3-2 786,-1 0 0,1-1-1,-1-1 1,0 1 0,0-1 0,1-1 0,-1 1 0,-1-2 0,1 1 0,0-1 0,-1-1 0,0 1 0,0-1 0,0-1-1,-1 0 1,12-11 0,10-13-803,28-39 0,-34 38 1827,-2-2 1,-1 0 0,16-38-1,-35 68-271,11-14-64,-24 19-8688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6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36 3404,'-10'-15'928,"4"3"461,-14 6-1722,-1 3-1259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6.6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 10461,'5'8'192,"1"1"306,-1 0-1,1 0 1,-2 1 0,1 0 0,-1 0-1,-1 0 1,0 0 0,0 1 0,-1-1-1,1 20 1,-8 90 3578,-15 63-2089,18-170-1842,-10 52-292,-3 0 0,-3-1 0,-42 97 0,5-11-4414,27-88 68,18-42 1823,-5 17-4370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6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52 7849,'6'-6'1481,"0"1"0,0 0 0,1 0 0,0 1 0,-1 0 0,15-6 0,12 3-853,70 2 112,1 5 1,0 4-1,182 31 0,-252-28-564,40 13 0,-61-16-132,-1 0 0,-1 2 0,1-1 1,-1 2-1,0-1 0,14 11 0,-22-13-78,1 0-1,0 0 1,-1 0-1,0 0 1,0 1-1,0 0 0,-1-1 1,1 1-1,-1 0 1,0 0-1,0 0 1,-1 0-1,0 0 1,0 1-1,0-1 1,0 0-1,-1 1 1,0-1-1,0 0 1,-1 9-1,-2 9-1340,-1-1 0,-1 1-1,-10 27 1,11-36 73,-3 19-3389,3 2-2572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7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6717,'0'0'736,"20"6"-116,0 0-132,-17 9-284,4-3-372,10 6-368,-1 3-568,-2 0-925,2 10 85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7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120 200 5901,'-59'100'2592,"50"-85"-2170,-28 59 2142,34-67-2378,0 1 1,1 0-1,0 1 1,0-1 0,1 0-1,0 1 1,0-1-1,1 12 1,2-9-54,-1-1 0,1 0 0,1 0 0,-1 0-1,2 0 1,0-1 0,0 1 0,0-1 0,1 0 0,1 0 0,-1-1 0,1 1 0,1-1 0,10 10 0,-12-13-7,1 0 0,0 0 1,-1-1-1,1 0 0,1 0 1,-1-1-1,1 1 0,-1-2 1,1 1-1,0-1 0,0 0 1,0 0-1,0 0 0,0-1 1,1-1-1,-1 1 0,0-1 1,0 0-1,1-1 0,-1 1 1,9-3-1,-10 1-10,0 0 0,0-1 1,0 0-1,0 0 0,-1 0 0,1 0 0,-1-1 1,0 0-1,0 0 0,0-1 0,0 1 0,-1-1 1,0 0-1,0 0 0,0-1 0,-1 1 0,4-8 1,-1 2 24,-1 0 0,0 0 0,-1 0 0,-1-1 0,0 0 0,0 0 0,-1 0 1,1-16-1,-1-15-5,-2 0 1,-2-1-1,-2 1 1,-1 0-1,-16-56 1,-4 4-2019,14 36-3914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7.6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15 10077,'8'-12'1688,"-6"9"-194,4 16 818,-1 7-1773,-1 1 0,-1 0 0,-1 0 0,-1 1 0,-1-1 0,-3 26-1,1-21-411,0 29 177,-2-1 0,-3 0-1,-2 0 1,-17 56 0,26-109-276,-1 0 0,1 0 0,0-1 0,0 1 0,0 0 0,0 0 0,0 0 0,1-1 0,-1 1 0,0 0 0,0 0 0,0-1 0,1 1 0,-1 0 0,0 0 0,1-1 0,-1 1 1,0 0-1,1-1 0,-1 1 0,1-1 0,-1 1 0,1 0 0,0-1 0,-1 1 0,1-1 0,0 0 0,-1 1 0,1-1 0,0 1 0,1-1 0,16 7 247,-15-7-249,0 0 0,0 0 1,-1-1-1,1 1 0,0-1 1,-1 1-1,1-1 0,-1 0 1,1 0-1,-1 0 1,1-1-1,-1 1 0,4-3 1,6-3 46,37-22 369,69-54 1,35-22 983,-135 95-1179,1 0 1,1 1-1,-1 0 0,2 2 1,-1 1-1,32-6 1,-45 10-204,0 2 0,1-1 1,-1 1-1,0 0 1,0 1-1,1 0 0,-1 0 1,0 0-1,0 1 0,0 0 1,0 1-1,0-1 0,-1 1 1,1 0-1,-1 1 0,10 7 1,-5-2-132,0 0-1,-1 1 1,0 1 0,-1 0 0,0 0 0,-1 1 0,11 19-1,96 180-5824,-96-177 2480,2 0 0,46 57 0,-21-37-4078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37.7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71 166 9053,'24'-48'2372,"-31"33"-148,0-1-232,-3-2-211,4 0 1351,2 3-1920,-2 3 972,-5 0-3460,1 0-528,-6 18-6253,-1 0-1772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47.3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244 1 13645,'-10'17'1607,"1"1"0,1 1 0,0-1 1,-8 35-1,-9 83 2872,8-27-2348,-27 104 72,0-43-1671,0 1-1396,37-138 78,2 1 0,1-1 0,1 42 0,4-49-41,6 93-4119,-5-106 2702,0 0-1,2 0 1,8 23 0,7 1-7040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47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28 12389,'-23'-12'4105,"36"3"-3253,0 3-76,-13 33-2657,4 3-43,-1 0-2196,14 21-3093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48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367 1098 9845,'92'-90'2087,"-37"38"347,90-111 0,-86 79-1855,-4-3 0,78-166 1,-3-99 1748,-129 351-2290,-1 0-1,0 1 1,1-1 0,-1 0 0,0 1-1,1-1 1,-1 0 0,0 0 0,0 1-1,0-1 1,0 0 0,0 0 0,0 1-1,0-1 1,0 0 0,0 0 0,0 1-1,0-1 1,0 0 0,-1-1 0,-16 10 692,9-3-546,2 1-1,-1 0 1,1 0-1,-1 1 1,2-1-1,-1 1 1,1 0-1,0 1 1,0-1-1,-3 9 1,-7 18 495,-13 39 0,21-51-402,-90 277 2403,36-103-1381,15-56-513,-259 835 1233,72 16-2079,176-500 60,56-460-23,0-1 1,2 0-1,1 1 0,10 49 1,-10-73-117,0 0 1,0 0 0,1 0-1,0 0 1,0 0 0,1-1-1,0 0 1,0 0 0,0 0-1,1 0 1,-1 0 0,2-1-1,10 10 1,-11-12-59,0 0 1,0 0-1,0 0 1,0-1-1,1 0 1,-1 0-1,0 0 1,1-1-1,0 0 0,-1 0 1,1 0-1,0 0 1,0-1-1,0 0 1,-1 0-1,1-1 1,0 0-1,6-1 0,1-2-156,0 0-1,-1-1 1,0 0-1,0-1 1,0-1-1,-1 1 1,0-2-1,0 0 1,-1 0-1,0 0 1,0-2-1,-1 1 1,-1-1-1,15-20 1,-8 6 31,0-1 0,-1-1 1,-2 0-1,-1 0 0,14-51 1,-21 62 368,0-1 0,-2 1 1,0-1-1,-1 0 0,0 0 1,-1 1-1,-1-1 0,-1 0 0,-6-27 1,2 20 146,-2 1 1,0 0 0,-1 0 0,-2 1-1,-23-37 1,-9 0 566,-3 2 0,-2 2 0,-66-57-1,112 110-747,-40-38 401,-66-68 446,97 95-797,1 0 1,1-1-1,0 0 0,0-1 1,2 0-1,-1 0 0,-5-17 1,11 24-138,1 0 1,0-1-1,0 1 0,0 0 1,1 0-1,0-1 1,0 1-1,1 0 1,0 0-1,0-1 1,0 1-1,1 0 0,1 0 1,-1 0-1,1 1 1,0-1-1,0 1 1,1-1-1,0 1 1,0 0-1,9-10 0,4-2-396,0 1 1,1 1-1,1 0 0,0 1 0,26-15 0,9-2-1525,64-28 0,4 11-4046,-16 12-2734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0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1 9457,'0'0'6022,"-2"3"-4701,-34 49-78,3 2 1,2 0 0,-37 92 0,35-72-814,-17 36 129,-36 123 1,68-174-455,3 2 0,2 0 0,-8 119 0,20-159-120,1 1 1,1 0-1,2 0 0,0-1 0,0 1 0,2-1 0,1 0 1,1 0-1,12 26 0,-14-37-30,0 0 1,0-1-1,1 0 0,1 0 1,0 0-1,0-1 0,0 0 1,1 0-1,0-1 0,1 0 1,-1-1-1,1 0 0,1 0 1,-1 0-1,1-1 0,0-1 1,0 0-1,1 0 0,-1-1 1,12 2-1,-10-3-6,-1-1 0,1 0 1,0-1-1,0 0 0,0-1 0,0 0 0,-1-1 0,1 0 0,20-7 1,-15 2-23,-1 0 1,1-1 0,-1-1-1,-1 0 1,25-20 0,2-8-91,-2-2 0,-2-1 1,37-52-1,-64 77 127,6-6-11,113-132-4,-124 146 75,0 1 0,0 0-1,1 1 1,12-9 0,-16 12-3,0 1 0,0-1 1,0 1-1,0 0 0,-1 0 0,2 1 0,-1-1 1,0 0-1,0 1 0,0 0 0,0 0 1,0 0-1,0 0 0,0 0 0,0 1 0,5 0 1,-3 1 9,1 0 1,0 1 0,-1-1-1,1 1 1,-1 0 0,0 1 0,0-1-1,0 1 1,0 0 0,-1 0 0,0 1-1,0-1 1,0 1 0,0 0-1,-1 0 1,1 0 0,2 7 0,5 12 113,0 1 0,12 45 1,-8-23-24,53 154 187,-65-195-296,-1 0 0,2 1 0,-1-2 0,1 1 0,-1 0 0,2-1 1,-1 1-1,0-1 0,1-1 0,0 1 0,0-1 0,1 1 0,9 4 0,-12-7-14,0 0 0,0 0 0,1-1 0,-1 0 0,1 0 0,-1 0 0,1 0 0,0 0 0,-1-1 0,1 1 0,-1-1 0,1 0 0,0 0 0,0-1 0,-1 1 0,1-1 0,-1 1 0,1-1 0,-1-1 0,1 1 0,-1 0 0,1-1 0,-1 1 0,0-1 0,0 0-1,0 0 1,4-4 0,-1 1-30,-1 0 0,1 0 0,-1 0 0,0-1 0,-1 0 0,0 0 0,0-1 0,0 1 0,4-11 0,-5 12 1,6-13-116,0-1 0,-1 0 1,-1-1-1,-1 0 0,-1 0 0,4-26 1,-8 31 82,0 0 0,-1 0 0,-1 0 1,-1 0-1,0 0 0,-7-24 1,6 30 32,0 0 1,-1 0-1,-1 0 1,1 0 0,-2 1-1,1 0 1,-1 0 0,0 0-1,-1 1 1,0-1 0,-8-5-1,-7-4-1,0 2 0,-1 1-1,-1 0 1,-1 2 0,1 1-1,-30-9 1,51 19-22,6 2-136,-1 1 101,1-1 0,0 0 0,0 0 0,-1 0-1,1-1 1,0 1 0,0-1 0,4 1-1,37 2-753,134 4-902,-168-8 1724,-1 2 1,1-1-1,0 1 0,-1 1 0,1 0 0,-1 0 1,1 0-1,-1 2 0,0-1 0,0 1 0,11 7 1,-7-3 133,0 1 1,-1 0 0,-1 1-1,0 0 1,0 1-1,13 18 1,9 22 341,-28-42-373,0 0 0,0-1 1,1 0-1,0 0 1,0 0-1,14 13 0,-14-17-56,0 1 0,0-2 0,1 1-1,-1 0 1,1-1 0,0-1 0,-1 1 0,1-1-1,1 0 1,-1 0 0,0-1 0,0 0-1,1 0 1,-1-1 0,11-1 0,8-2 99,-1-1 1,0-1-1,30-11 1,-37 10-13,0 1-1,1 0 1,0 1 0,0 1-1,0 1 1,33 0 0,144 40 366,-93-14-386,-41-12-159,105 5 0,-135-16-30,0-1 0,0-2 0,0-1-1,0-1 1,36-11 0,-52 9 89,0 0-1,-1-1 1,0 0 0,-1-2-1,1 0 1,22-19 0,-34 26 31,-1 0 0,0-1 0,1 1 0,-1-1 0,0 0 0,-1 0 1,1 0-1,0 0 0,-1 0 0,0 0 0,0 0 0,0 0 0,0 0 0,0-1 0,0 1 0,-1 0 0,0-1 1,0 1-1,0 0 0,0-1 0,0 1 0,-1-4 0,0-7 57,1 13-79,0 1 1,-1-1 0,1 0-1,-1 1 1,1-1-1,-1 1 1,1-1 0,-1 1-1,1-1 1,-1 1 0,1 0-1,-1-1 1,0 1 0,1 0-1,-1-1 1,1 1 0,-1 0-1,0 0 1,1-1-1,-1 1 1,0 0 0,0 0-1,1 0 1,-1 0 0,0 0-1,1 0 1,-2 0 0,-18 0 62,16 1-53,-1 0 0,0 0 0,0 1 0,0-1 0,1 1 0,-1 0 0,1 0 0,-1 0 0,1 1 0,0 0 0,0 0 0,-7 7 0,-4 4-66,-23 31 0,13-15-183,21-26 90,1 0-1,-1 0 1,1 1 0,0-1-1,0 1 1,1 0 0,-1-1 0,1 1-1,0 1 1,0-1 0,0 6-1,1-8-297,4-3-650,1 0 1006,0 0 0,0-1-1,0 1 1,-1-1 0,1 0 0,0 0 0,0 0 0,0 0 0,-1 0 0,1-1 0,0 0 0,-1 0 0,0 0 0,1 0 0,-1-1 0,0 1 0,0-1 0,5-5 0,51-53-312,-3-2 1,88-130 0,66-157 325,-150 231 373,14-23 698,-37 69-424,-16 28 785,-73 137 1101,-83 218-798,106-231-1448,5 2 0,-16 85 0,35-136-147,1 0-1,2 1 0,1-1 0,5 53 1,-2-65-57,1 0 0,1-1 0,0 0 0,1 0 0,1 0 0,1 0 0,0-1 1,1 0-1,15 22 0,-18-31-15,1 0 1,0 0 0,0 0-1,0-1 1,1 0-1,0-1 1,0 1 0,1-1-1,-1 0 1,1-1-1,0 0 1,15 5 0,-11-5-30,-1-2 0,1 1 0,0-1 0,1-1 0,-1-1 0,0 1 0,0-2 0,18-2 0,2-3-55,-1-2 0,0-1 0,0-2 0,-1-1 0,0-1 0,32-20 0,179-120 1686,-206 129-964,-34 25-600,0-1 0,0 1 0,0-1 0,0 1 0,0 0 0,0-1 0,0 1 0,0 0 0,0-1 0,0 1 0,-1 0 0,1 0 0,0 0 0,0 0 0,0 1 0,0-1 34,2 4-46,0-1 0,0 1 0,0 0 0,-1 0 0,0 0 0,0 0 0,0 1 0,0-1 0,-1 0 0,0 1 0,1 10 0,1 67-3481,-3-76 2556,-2 11-5420,1-12 4093,-2 10-6885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0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6029,'0'0'992,"16"9"-356,1 0-368,-10 10-784,0-4-1633,6 6-127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0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6 14321,'0'0'195,"0"0"-1,0-1 0,0 1 1,0 0-1,-1 0 0,1-1 1,0 1-1,-1-1 1166,1 0-1165,-1 1-1,1 0 0,0 0 0,0 0 1,-1 0-1,1-1 0,0 1 1,0 0-1,-1 0 0,1 0 1,0 0-1,-1 0 0,1 0 1,0 0-1,0 0 0,-1 0 1,1 0-1,0 0 0,-1 0 1,1 0-1,0 0 0,-1 0 1,1 0-1,0 0 0,0 0 1,-1 1-1,1-1 0,0 0 1,-2 1 1165,2-1-1166,0 1 0,0-1 1,-10 25 3075,-1 44-2893,10-62 461,-88 462 2329,29-237-7361,-5-2-6283,54-187 4705,12-3-3268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0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0 129 11309,'1'-3'2245,"-1"0"-2049,1 0 1,0-1-1,0 1 0,0 0 1,0 0-1,0 0 1,1 0-1,0 0 0,-1 0 1,1 0-1,0 0 1,0 1-1,1-1 0,-1 1 1,0-1-1,1 1 1,0 0-1,-1 0 0,1 0 1,0 1-1,0-1 0,0 0 1,0 1-1,0 0 1,0 0-1,5-1 0,30-10 537,1 1-1,0 3 1,50-6-1,136-1 316,-18 17-397,-169 1-572,0 1 1,0 2-1,47 14 1,-77-18-16,0 1 1,0 0-1,0 0 0,-1 0 1,1 1-1,-1 0 1,0 0-1,0 1 0,0 0 1,-1 0-1,0 1 1,0 0-1,0 0 0,-1 0 1,1 1-1,-2 0 0,1 0 1,-1 0-1,0 0 1,0 1-1,-1-1 0,0 1 1,0 0-1,-1 0 1,0 0-1,-1 1 0,0-1 1,0 0-1,0 0 1,-1 1-1,-1-1 0,0 9 1,-5 19-135,-1 0 1,-17 50-1,11-46-1517,-8 54 0,19-84 933,1 0 1,0 0 0,1 0-1,0 0 1,2 13 0,-1-18-140,0-1 1,0 0 0,0 1 0,1-1 0,0 0 0,-1 0 0,2 0 0,-1 0 0,3 4 0,17 18-6928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0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 4144,'37'-18'660,"-30"3"-472,-1 3-268,15 12-1600,12 9 1432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1.0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72 229 8101,'-16'33'2999,"-21"59"0,33-77-2232,0-1 0,0 1 0,2 0-1,0 0 1,0 0 0,2 0-1,0 19 1,2-20-411,-2-7-189,0 0 0,1 0 0,0 0 0,0 0-1,1 0 1,0 0 0,0-1 0,1 1 0,-1 0 0,2-1-1,-1 0 1,9 12 0,-7-11 55,2 1-1,-1-1 1,1-1 0,0 1-1,0-1 1,14 8 0,-19-12-180,0-1 1,1 0-1,-1-1 1,0 1-1,1 0 1,-1-1-1,1 1 1,-1-1-1,0 0 1,1 1 0,-1-1-1,1 0 1,-1-1-1,1 1 1,-1 0-1,1-1 1,-1 0-1,1 1 1,-1-1-1,0 0 1,0 0 0,1 0-1,-1 0 1,0-1-1,0 1 1,0-1-1,0 1 1,0-1-1,-1 0 1,1 1-1,2-4 1,1-2 13,0-1 1,0 1-1,0-1 1,-1 0-1,-1 0 1,1 0-1,-1-1 1,-1 1-1,0-1 1,0 1-1,0-1 1,-1 0-1,0-12 1,-1-18 81,-7-68 1,5 82-101,-17-95 142,11 76-641,2 1 1,-2-51-1,3 53-2104,5 37 482,5 24-6602,7 8-573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1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8985,'50'-10'2534,"-47"9"-2206,-1 1-1,1 0 0,0-1 1,-1 1-1,1 0 1,0 1-1,-1-1 1,1 0-1,0 1 1,-1-1-1,1 1 0,-1 0 1,1 0-1,2 1 1,3 1 490,-6-2-661,1 0-1,-1 0 1,1 0-1,-1 1 1,0-1 0,0 1-1,0-1 1,1 1 0,-1 0-1,-1 0 1,1 0 0,0 0-1,0 0 1,-1 0-1,1 1 1,-1-1 0,2 4-1,-1 0 38,0 0 0,0 1 0,0-1 0,-1 1 0,0-1 0,1 13 0,-2-1-28,-1 0-1,0 0 1,-2 0-1,-4 21 1,-1-13 36,-17 38-1,6-16 15,-24 41 58,41-86-58,8-5-185,0 0 0,-1 0-1,1 0 1,0-1 0,-1 0 0,0 0 0,0-1 0,0 1 0,8-8 0,54-54 507,12-9 107,18 4 503,-84 62-988,0 1 1,0 1 0,1 0-1,0 1 1,26-7-1,-34 11-115,1 1-1,-1-1 0,0 1 1,1 1-1,-1-1 0,0 1 1,0 1-1,1-1 0,-1 1 0,0 0 1,0 0-1,-1 1 0,1-1 1,0 1-1,-1 1 0,0-1 0,1 1 1,-1 0-1,-1 0 0,1 0 1,-1 1-1,7 7 0,3 11-164,-1 1 0,-1 0 0,-2 0 1,0 1-1,12 50 0,-10-36-701,-6-19-425,-1 1-1,-1-1 1,0 1 0,0 33-1,1 14-6065,2-22-2605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2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40 361 9541,'-2'-2'389,"-1"1"-1,0-1 1,1 0 0,-1 0 0,1 0 0,0 0-1,-1-1 1,1 1 0,0-1 0,0 1-1,1-1 1,-1 0 0,1 1 0,-1-1-1,1 0 1,0 0 0,0 0 0,0 0 0,0 0-1,1-1 1,-1-2 0,0 0 257,1 1 0,0 0 0,0-1 0,0 1 0,0 0 0,1-1 0,0 1 0,0 0 0,1-1 0,-1 1 0,1 0 0,3-6 0,3-3-85,1 1-1,1-1 0,0 2 0,0-1 1,1 1-1,1 1 0,0 0 0,1 0 1,23-14-1,-14 13-335,-1 0 0,2 2 0,-1 1 0,2 1 0,43-11 0,-11 10-823,0 3 0,0 2 1,0 2-1,110 11 0,6 20-6003,-58-1-1707,-5 2-4255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3.3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38 217 12913,'0'-1'145,"1"1"-1,-1 0 1,0-1-1,1 1 1,-1-1-1,0 1 1,1 0-1,-1-1 1,0 1 0,1-1-1,-1 1 1,0-1-1,0 1 1,0-1-1,0 1 1,1-1-1,-1 1 1,0-1-1,0 1 1,0-1-1,0 1 1,0-1 0,0 1-1,0-1 1,0 0-1,-1 1 1,1-1-1,0 1 1,0-1-1,0 1 1,0-1-1,-1 1 1,1 0-1,0-1 1,-1 1 0,1-1-1,0 1 1,-1-1-1,1 1 1,0 0-1,-1-1 1,-22-9 1811,16 8-871,7 1-951,-1 1-1,0-1 0,1 0 0,-1 1 0,0-1 0,1 0 1,-1 0-1,1 1 0,0-1 0,-1 0 0,1 0 1,0 0-1,-1 0 0,1 0 0,0 0 0,0 0 1,0 1-1,0-1 0,0 0 0,0 0 0,0 0 1,0-2-1,0 1 280,0-1-285,0-1 0,1 1 0,-1 0 0,1-1 0,0 1 0,0 0-1,0 0 1,0 0 0,0-1 0,1 1 0,0 1 0,-1-1 0,1 0 0,0 0 0,0 1 0,1-1 0,-1 1 0,0-1 0,1 1 0,-1 0 0,1 0 0,0 0 0,0 1 0,4-3 0,5-3 73,1 0 1,0 1-1,1 0 1,20-5-1,36-4-998,1 4-1,102-5 1,-74 9-1818,-30 2-2838,73 4 0,-17 7-5358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5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0 218 6541,'0'-5'356,"0"0"1,1-1 0,0 1-1,0 0 1,0 0 0,0 0-1,1 0 1,-1 0 0,2 0-1,-1 0 1,0 0 0,1 1-1,0-1 1,0 1 0,5-6-1,0-1 444,-3 4 35,-1-1 0,1 0-1,-1 0 1,-1 0 0,0-1-1,4-13 1,-1-30 6042,2 70-5088,-1-7-1408,0 5 33,-1 0 0,-1 1 0,0 0 0,-1 0-1,2 30 1,2 98 1304,-7-87-1308,1 110-290,-29 239 0,-5-163-2687,11-145-734,0 4-1831,17-35-2280,7-18-3980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6:55.3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25 10605,'10'2'-546,"6"1"5983,-29-2-636,12 0-4557,0-1 1,0 0-1,0 0 0,-1 0 0,1 0 1,0 0-1,0 0 0,0 0 0,0-1 0,0 1 1,0 0-1,0-1 0,0 1 0,0-1 1,0 1-1,0-1 0,0 1 0,0-1 1,0 1-1,1-1 0,-1 0 0,0 0 0,0 1 1,1-1-1,-1 0 0,0 0 0,1 0 1,-1 0-1,0-1 0,-4-14-5629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0.5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30 4704,'-4'6'16297,"4"-5"-16296,0 0 0,0 0 0,0-1 1,0 1-1,0 0 0,-1 0 1,1 0-1,0 0 0,0-1 0,-1 1 1,1 0-1,-1 0 0,1-1 1,-1 1-1,1 0 0,-1-1 0,1 1 1,-1 0-1,-1 0 0,2-1 0,0 0 0,-1 1 0,1-1 0,0 0 0,-1 0 0,1 1 0,0-1-1,-1 0 1,1 1 0,0-1 0,0 0 0,0 1 0,-1-1 0,1 1 0,0-1-1,0 0 1,0 1 0,0-1 0,0 1 0,0-1 0,-1 1 0,1-1 0,0 0 0,0 1-1,1-1 1,-1 1 0,0-1 0,0 1 0,0-1 0,0 0 0,0 1 0,0-1 0,0 1-1,1-1 1,-1 0 0,0 1 0,0-1 0,1 1 0,-1-1 0,0 0 0,0 1-1,1-1 1,-1 0 0,0 0 0,1 1 0,-1-1 0,1 0 0,-1 0 0,1 1 0,9 10 93,-7-10-103,0-1 1,0 1 0,0 0 0,0 0 0,-1 0 0,1 1 0,0-1 0,0 1 0,-1-1 0,1 1 0,-1 0-1,1 0 1,-1 0 0,0 0 0,0 1 0,0-1 0,2 3 0,-2-3 152,-1-2-182,0 0 42,0 0 0,0-1 0,0 1 0,0 0 0,0-1 0,0 1 0,0-1 0,0 0 0,0 1 0,-1-1 0,1 0 0,0 1 0,1-2 0,-1 1-5,-1 0 1,1 0-1,0 0 0,0 1 1,-1-1-1,1 0 0,0 1 1,0-1-1,0 1 0,0-1 1,0 1-1,0-1 1,0 1-1,2-1 0,-11-9-23,8 9 20,0 1 1,0-1 0,0 0 0,-1 1 0,1-1 0,0 1-1,0-1 1,-1 0 0,1 1 0,0-1 0,-1 1 0,1-1-1,-1 1 1,1-1 0,-1 1 0,1-1 0,-1 1 0,1-1 0,-1 1-1,0 0 1,1-1 0,-1 1 0,1 0 0,-1-1 0,0 1-1,0 0 1,-36 5-84,34-5 36,-14 4-328,11-2 381,0-1 0,-1 1 0,1-1 0,0 0 0,-12-1 1,7 1-26,8-1 28,-2 0 11,-40 3-8,41-3-58,6 2-520,0 0 527,1 0 0,-1-1 1,1 1-1,-1-1 1,1 0-1,-1 0 0,1 0 1,0 0-1,5 1 0,-3-1 8,1 0-1,0-1 1,-1 1-1,1-1 0,-1 0 1,1-1-1,0 1 1,-1-1-1,10-3 0,-13 3 199,-7 0-296,1 0 97,-12-2 141,13 4-31,12 4-45,-6-4-16,1 0-1,0 0 0,-1 0 0,1 0 1,0-1-1,0 1 0,-1-1 0,1 0 1,0 0-1,0-1 0,0 1 1,-1-1-1,1 0 0,0 0 0,-1 0 1,5-2-1,9-4 91,0-1-1,16-10 1,-16 9 38,-16 7-121,1 1 0,0 0 0,-1-1-1,1 1 1,-1-1 0,1 0 0,-1 1 0,1-1 0,-1 0 0,0 0 0,1-2 0,8-11-32,-10 14 18,1 1 0,0-1 0,0 0 0,-1 0 0,1 1 0,0-1 0,-1 0 0,1 0 0,0 0 0,-1 0 0,1 0 0,-1 0 0,0 0 0,1 0 0,-1 0 0,0 0 0,0 0 0,1-1 0,-19-4 62,10 5-72,6 2-2,0-1 0,-1 0 1,1 1-1,-1-1 0,1 1 1,0 0-1,-1 0 1,1 0-1,0 0 0,0 0 1,0 0-1,0 0 0,0 1 1,-3 2-1,-6 3 47,-5 0-40,14-5-103,-1 0-21,1 0-1,-1 0 1,1 0 0,-1 0-1,0-1 1,1 1 0,-1-1-1,0 1 1,0-1 0,0 0-1,0 0 1,0-1 0,0 1-1,-1-1 1,-5 1 0,5-1-885,-1-1 1,0 0-1,1 0 1,-1 0-1,1 0 1,-1-1-1,-5-2 1,-8-5-6256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3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609 72 8405,'27'-48'16423,"-31"28"-16181,3 20-230,1 0 1,0-1-1,0 1 1,-1 0-1,1 0 1,0-1-1,0 1 1,-1 0-1,1 0 1,0 0-1,-1-1 1,1 1-1,0 0 1,-1 0-1,1 0 1,-1 0-1,1 0 1,0 0-1,-1 0 0,1 0 1,-1 0-1,1 0 1,0 0-1,-1 0 1,1 0-1,0 0 1,-1 0-1,-3 1 92,1 1 0,0 0 0,0 0 0,-1 0-1,1 0 1,-5 5 0,-1 1 82,-30 19 544,-29 24 335,34-20-540,-11 7 117,3 3-1,-44 53 1,75-80-563,1 0 1,0 0-1,1 1 1,1 0-1,0 0 0,1 1 1,1 0-1,0 0 0,1 1 1,1 0-1,1 0 1,-2 18-1,5-17-48,1-1 1,1 0-1,0 0 0,1 0 1,1 0-1,1 0 0,0-1 1,1 0-1,1 0 0,0 0 1,12 17-1,11 15-167,74 88-1,-14-34-163,37 47-94,-104-118 321,-1 0-1,-2 1 1,18 38 0,-33-58 67,0 1 0,-1-1 0,0 1 0,0-1 0,-2 1 0,0 0 0,0 0 0,-1 0 0,-1 0 0,0 1 0,-3 21 0,1-25 38,0 1-1,-1-1 1,0 1 0,-1-1-1,0 0 1,-1 0 0,0-1-1,-1 1 1,0-1 0,0 0-1,-1-1 1,0 0 0,0 0-1,-13 11 1,-1-3 82,-1-1 0,-1-1-1,0 0 1,0-2 0,-1-1 0,-29 9-1,-157 36 468,165-47-1165,-79 6 0,121-15 332,0 1 1,1-1-1,-1 0 1,0 0 0,1 0-1,-1 0 1,0 0-1,1-1 1,-1 1-1,0-1 1,1 0-1,-1 0 1,1 0-1,-1 0 1,1 0-1,0 0 1,-1-1 0,1 1-1,0-1 1,0 0-1,0 1 1,0-1-1,-2-3 1,3 2-200,0 1 0,1 0 1,-1-1-1,1 1 0,0-1 0,0 1 1,0-1-1,0 1 0,0-1 0,0 1 1,0 0-1,1-1 0,0 1 0,-1-1 1,1 1-1,0 0 0,0 0 0,0-1 1,0 1-1,1 0 0,-1 0 0,1 0 1,2-3-1,28-28-11049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3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51 148 14885,'-50'-30'2665,"50"15"-257,6-6-428,18-9-380,6 15-332,7 0-260,13 3-412,20 3-440,14 9-684,13 9-240,-3 3-564,10 6-752,3 3-572,4 6-3061,-4 6-4780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4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300 90 8777,'2'12'1685,"-4"-18"-162,-4-21 6097,5 24-6900,-4-27 566,4 27-63,-1 1-903,1 0-177,0 1 0,0 0 1,0 0-1,0 0 0,0 0 0,0 0 0,0 0 0,-1 0 1,1 0-1,0 0 0,-1 0 0,1 1 0,-1-1 0,1 1 0,-1-1 1,1 1-1,-1-1 0,1 1 0,-1 0 0,1 0 0,-3 0 1,3 0-68,0 1 0,0-1 0,0 1 0,-1-1 0,1 1 0,0 0 0,0 0 0,0 0 0,0-1 0,0 1 0,0 0 1,0 0-1,1 0 0,-1 0 0,0 0 0,0 1 0,1-1 0,-1 0 0,1 0 0,-1 0 0,1 1 0,-1-1 1,1 0-1,0 1 0,0-1 0,-1 0 0,1 3 0,-4 15 465,-1 0 0,-1 0 0,-13 29 0,3-8 92,-26 59 522,-10 27-774,31-66-379,3-1 1,3 2-1,2 0 0,-8 111 0,21-144-5,0-1 0,2 1 0,1-1 0,1 0-1,13 43 1,-11-52-10,1 1-1,1-1 0,1 0 1,0 0-1,1-1 0,1 0 1,1-1-1,22 24 0,-26-32-163,0 0 0,1 0 0,0-1 0,0 0 0,13 6 0,-17-10 81,0-1-1,-1 1 0,1-2 0,0 1 1,1 0-1,-1-1 0,0 0 0,0 0 1,1-1-1,-1 1 0,0-1 1,0 0-1,11-2 0,-6 0-32,-1-1-1,1 0 1,-1 0-1,1-1 1,-1 0-1,0-1 1,-1 0-1,1 0 1,-1-1 0,0 0-1,9-9 1,-7 4-100,0 0 0,0-1 0,-1 0 0,0-1 0,-1 0 0,12-26 1,-10 14 3,-2 0 1,0-1 0,-1 0 0,-2 0 0,0-1-1,-2 1 1,-1-1 0,-2-34 0,-3 26 89,-1 0 0,-2 0 0,-2 1 0,-1 0 0,-20-51 0,-85-152-193,90 190 289,19 38 42,0-1-1,1 1 1,0-1 0,1 0-1,0 0 1,1-1-1,0 1 1,1 0-1,0-1 1,0 1 0,2-16-1,-1 20-14,1 1 0,1-1 0,-1 1 0,1-1 0,0 1 0,0 0 1,0 0-1,1 0 0,0 0 0,0 0 0,0 1 0,0-1 0,1 1 0,0 0 0,0 0 0,0 0 0,0 1 0,1-1 0,-1 1 0,1 0 0,0 0 0,9-3 0,12-5-115,1 2 1,0 1-1,0 1 0,42-4 0,-9 4-248,63 2-1,-71 6 112,-1 2 0,81 14 0,-108-12 200,-1 1-1,0 1 0,0 1 1,0 0-1,-2 2 0,1 1 1,34 23-1,-48-28 78,0 1 0,0 0 0,0 0 1,-1 1-1,0 0 0,-1 1 0,1-1 0,-2 1 1,10 19-1,-9-13 45,0 1 0,-1 0 1,-1 0-1,-1 0 0,3 29 1,-4 4 95,-3 0 1,-2 0-1,-11 59 1,-6 6 101,9-59-93,-7 105-1,18-142-130,0 0 0,1 0 0,1 0-1,1 0 1,1 0 0,0 0 0,1-1 0,1 1 0,15 29-1,-18-40-20,1-1-1,0-1 1,1 1-1,-1-1 0,1 1 1,0-1-1,1-1 1,-1 1-1,1-1 1,0 0-1,0 0 0,0 0 1,0-1-1,9 3 1,-11-4-14,1-1 0,-1 1 1,1-1-1,0 0 1,-1 0-1,1-1 1,0 0-1,0 1 1,0-2-1,0 1 0,-1 0 1,1-1-1,0 0 1,0 0-1,-1-1 1,1 1-1,-1-1 1,1 0-1,-1 0 0,0 0 1,0-1-1,5-3 1,2-4-11,0-1 0,-1-1-1,0 0 1,-1 0 0,0-1 0,-1 0 0,0-1 0,-1 0 0,-1 0 0,0 0 0,4-17 0,5-24-46,14-96-1,-11-41-7,-1 6-7,-12 151 34,1 1 1,3-1 0,14-39-1,-18 62-10,1 0 0,0 0 1,1 0-1,0 0 0,1 1 0,0 1 1,1-1-1,0 1 0,1 1 0,-1 0 0,13-8 1,-15 11 10,1 1 0,-1 1 0,1-1 0,0 1 0,1 1 0,-1-1 0,1 1 0,0 1 0,-1 0 0,1 0 0,0 0 0,0 1 1,0 1-1,0-1 0,0 2 0,0-1 0,11 3 0,-9-1 19,1 1 0,-1 0-1,0 0 1,-1 1 0,1 1 0,-1 0 0,1 0-1,-1 1 1,-1 0 0,1 1 0,-1 0-1,-1 0 1,1 1 0,-1 0 0,0 1 0,-1 0-1,0 0 1,-1 1 0,1-1 0,-2 1 0,1 1-1,5 15 1,-4-4 60,-1-1 0,-1 1 0,-1 0 0,-1 0 0,1 37-1,-10 117 513,0-87-219,3-13-165,-2 181 447,7-217-520,1-1 1,2 0-1,2 0 0,16 53 1,-17-76-62,0 0 0,0-1 0,2 1 0,0-1 0,1-1 1,0 0-1,1 0 0,1-1 0,0 0 0,13 11 0,-18-18-22,0-1-1,1 0 1,0 0 0,0-1-1,0 0 1,0 0-1,1-1 1,0 0 0,0 0-1,-1-1 1,1 0-1,1 0 1,-1-1 0,0 0-1,0 0 1,1-1-1,-1 0 1,0 0-1,0-1 1,0 0 0,1-1-1,7-2 1,3-3-10,0-1-1,-1 0 1,0-2 0,-1 0-1,0 0 1,-1-2 0,0 0 0,-1-1-1,0-1 1,-1 0 0,0 0-1,-1-2 1,19-29 0,-5 1-6,-2-1-1,-2-1 1,-2-1 0,18-57-1,-29 72 15,-1 0-1,-1-1 0,-2 0 0,-1 0 0,-2 0 0,-1 0 0,-4-50 0,-1 59-15,0-1 0,-2 1 1,-1-1-1,0 2 0,-2-1 0,-1 1 0,-1 0 0,-1 0 0,0 2 0,-26-37 1,20 37-73,0 1 0,-2 0 1,0 1-1,-1 1 0,-1 1 1,0 0-1,-1 2 1,-1 1-1,-1 0 0,0 2 1,0 1-1,-44-14 1,41 18-1042,-1 0 0,-45-4 0,44 9-1241,0 1 0,-46 5 0,-6 7-6938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6.1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31 226 17470,'21'-29'2241,"25"-52"9621,-29 51-9536,-1 2-3458,14-17 1132,-20 33 0,-14 22-219,-1 0 1,0 0-1,-9 14 1,-42 42-6417,13-23-2149,0-5-4706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6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0 177 20198,'2'-2'3566,"30"-17"4264,30-22-6657,12-24-1173,-72 64-3,0 0 0,-1 0-1,1 0 1,-1 0 0,0 0 0,1 0 0,-1-1-1,0 1 1,0 0 0,0-1 0,0 1 0,0-1-1,0 1 1,0-1 0,0 1 0,-1-1 0,1 0 0,0 0-1,-1-1 1,1-2-198,-1 4-212,-1 1 0,0-1 0,1 0-1,-1 0 1,0 0 0,0 1 0,1-1 0,-1 0-1,0 1 1,0-1 0,0 1 0,0-1 0,0 1-1,0-1 1,-2 0 0,-11-3-8148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08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69 129 3144,'1'-3'787,"4"-32"936,-4 31-356,-1 1-809,3-63 1944,-4 65-2473,0-1 0,0 1 0,0 0 1,0 0-1,0 0 0,0 0 0,0 0 0,0 0 0,0 0 0,0 0 1,-1 0-1,1 1 0,0-1 0,-1 0 0,1 1 0,0-1 1,-1 1-1,1 0 0,-1-1 0,1 1 0,-3 0 0,1 0-191,0 1 0,1 0 0,-1 0 0,1 0 0,-1 0 0,1 0 0,0 1 0,0-1 0,-1 1-1,1-1 1,0 1 0,0 0 0,0 0 0,0 0 0,1 0 0,-1 0 0,1 0 0,-1 1 0,1-1 0,0 0 0,0 1-1,0-1 1,0 1 0,0-1 0,0 1 0,1 0 0,-1-1 0,1 4 0,1 23-2876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1.3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80 16093,'13'-1'639,"-8"1"-213,0-1 0,0 0 1,1 0-1,-1 0 0,0 0 1,0-1-1,10-5 9797,15-2-7948,-18-19-6290,-11 26 3471,1 0-1,-1 0 0,1 0 1,-1 1-1,1-1 1,0 0-1,-1 1 0,1-1 1,0 1-1,0-1 0,0 1 1,0 0-1,0 0 1,0 0-1,1 0 0,-1 0 1,0 1-1,0-1 0,1 0 1,-1 1-1,1 0 1,-1 0-1,0 0 0,1 0 1,-1 0-1,0 0 0,5 1 1,31 2-9422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1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39 14733,'0'0'7601,"-2"-2"-6018,-16-17 3671,26 15-11452,9-7 4489,-2 8-6817,5 3-1228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2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15 14445,'-5'1'217,"2"-1"207,-1 0 0,1 0 0,-1 0 0,0 0 0,1 0 0,-1-1 0,1 0 0,-1 0 0,1 1 0,-1-2 0,1 1 0,-14-9 12447,21 11-13063,0 1-1,0-1 1,0 0 0,0 1 0,0 0-1,5 3 1,5 3-1920,18 2-3988,-14-6-1286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3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488 58 10533,'1'-5'446,"0"-1"1,0 1-1,1 0 0,0 0 1,0 0-1,0 0 0,1 0 0,-1 0 1,6-6 4515,-8 34-3179,-1 16-832,-2 1-1,-2-1 0,-1 0 0,-22 71 1,4-12 107,-287 963 2733,203-645-10670,98-374 5307,9-35 1253,-3 10-1549,0 1 1,1-1 0,1 0-1,1 20 1,6 17-7938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3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31 11789,'-20'-11'1077,"16"4"93,8 5-937,-1 1 1,0 0-1,1-1 0,-1 1 0,0 0 0,1 0 1,-1 1-1,1-1 0,4 1 0,7-1 82,1 0-1,-1 1 1,0 1 0,1 0-1,-1 1 1,0 1 0,0 0-1,24 10 1,117 52 368,-156-65-682,45 22-74,67 45 1,-89-51-7,-1 0 0,-1 2-1,-1 0 1,28 33 0,-44-46 66,1 1 0,-1-1 0,-1 1 0,1 0 0,-1 0 0,0 0 0,0 1 0,0-1 0,-1 1 0,0 0-1,0 0 1,-1-1 0,0 1 0,0 0 0,-1 0 0,0 0 0,0 0 0,0 0 0,-1 0 0,0 0 0,-1 0 0,-3 10 0,1-6 42,-1-1 0,-1 0 0,0 0 0,0 0-1,0-1 1,-2 0 0,1 0 0,-1-1 0,0 0 0,-1 0 0,1-1 0,-2 0 0,-10 6 0,-15 7 56,-2 0-1,-58 21 1,-81 17-2415,173-57 2245,-69 16-6796,53-8-541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4.0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10957,'14'3'411,"0"0"-1,0 1 1,0 0-1,-1 1 1,1 0-1,-1 2 1,0-1 0,-1 1-1,0 1 1,0 0-1,0 1 1,-1 1 0,-1-1-1,1 2 1,15 20-1,-19-22-350,0 1 0,-1 0-1,0 0 1,-1 0-1,0 1 1,-1 0 0,0-1-1,-1 2 1,0-1 0,0 0-1,-1 1 1,-1-1-1,0 1 1,-1-1 0,0 1-1,0 0 1,-1-1 0,-1 1-1,0-1 1,-5 14-1,1-7 0,-1-1-1,-1 0 0,-1 0 0,-1-1 0,0 0 0,-1-1 0,0 0 1,-1 0-1,-15 12 0,25-25 16,7-3-26,23-4-82,1-3 0,-1 0 0,0-2 0,32-15 0,1 0-96,-1 1-4,21-9 348,2 4-1,126-28 1,-204 56-149,0 0 0,0 0 0,0 1-1,0 0 1,1 0 0,-1 0 0,0 1 0,0-1-1,0 1 1,0 0 0,0 1 0,0-1 0,0 1-1,0 0 1,0 0 0,7 6 0,-10-6-65,1 0-1,-1 0 1,0 0 0,0 1-1,0-1 1,-1 1 0,1 0-1,0-1 1,-1 1 0,0 0 0,0 0-1,0 0 1,0 0 0,0 0-1,0 0 1,-1 0 0,1 0-1,-1 0 1,0 1 0,0-1-1,0 0 1,-1 0 0,1 0-1,-1 0 1,0 0 0,-1 6 0,-6 11-570,0-1 0,0 0 0,-2 0 0,-16 23 0,-13 26-7771,32-51 1733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4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4872,'0'0'689,"7"-12"-597,3 0-1005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5.9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677 0 11473,'0'0'2040,"-3"4"-28,-6 4-1351,2 1 0,0 0 0,0 1 1,0-1-1,1 1 0,1 1 0,0-1 1,-6 17-1,-27 101 3037,30-97-2985,-43 167 2424,-80 264 512,73-298-3629,-124 337-1216,140-381-964,-1 5-1855,8-44-1659,22-50-683,5-10-3950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6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64 927 10481,'-6'0'429,"0"0"-1,0-1 1,0 0 0,0 0-1,0 0 1,0-1 0,0 0 0,-7-3-1,10 3 1201,6 3-250,30 7-415,0-1-1,0-2 1,65 2-1,106-12-691,-119-2-487,0-4 0,0-3 0,-1-4 0,-1-4 0,-1-3 0,116-53 0,-132 45 153,-2-3-1,-1-2 0,-2-3 0,81-73 0,200-219 1172,-240 229-257,-89 90-731,-8 7 13,1 1 0,0 0 1,0 0-1,1 1 0,0 0 0,7-5 0,-13 10-115,-1 0 0,0-1 0,1 1 0,-1 0 0,0 0 0,1 0 0,-1 0 0,0 0 0,1 0 0,-1-1 0,0 1 0,1 0 0,-1 0 0,0 0 0,1 0 0,-1 0 0,1 0 0,-1 0 0,0 0 0,1 1 0,-1-1 0,0 0 0,1 0 0,-1 0 0,0 0 0,1 0 0,-1 0 0,0 1 0,1-1 0,-1 0 0,0 0 0,0 1 0,1-1 0,-1 0 0,0 0 0,0 1 0,1-1 0,-1 0-1,0 1 1,0-1 0,0 0 0,1 1 0,1 23 500,-10 29 92,-8 1-96,-1-1 1,-38 78-1,24-58-246,-300 679 794,313-716-1245,13-27 48,1-1 0,0 0 0,0 1 0,1 0 0,0-1 0,1 1 0,-1 1 0,2-1 0,-1 0-1,1 10 1,1-18 100,0 0 1,0 1-1,0-1 0,0 0 0,0 1 0,1-1 0,-1 0 0,0 0 0,1 1 0,-1-1 0,1 0 0,0 0 0,-1 0 0,1 0 0,0 0 0,-1 0 0,1 0 1,0 0-1,0 0 0,0 0 0,0 0 0,0 0 0,0 0 0,0-1 0,0 1 0,0-1 0,3 2 0,-1-2-17,0 1-1,0-1 1,0 1 0,0-1-1,1 0 1,-1-1 0,0 1-1,0 0 1,0-1 0,0 0-1,4-1 1,10-4-173,0-1 1,-1-1-1,18-11 0,-23 13 133,26-17-139,2 2 0,0 1 0,44-14 1,-62 27 298,0 0 0,1 1 1,-1 1-1,1 1 0,0 1 0,0 1 1,0 1-1,1 1 0,27 3 1,-22 1 235,-1 1 1,0 1 0,0 2 0,-1 1-1,0 1 1,-1 1 0,26 15 0,-31-16-370,0-1 1,0-1 0,1 0 0,0-2 0,0 0 0,0-2-1,1 0 1,0-2 0,0 0 0,-1-1 0,1-1-1,0-1 1,0-1 0,0-2 0,-1 0 0,1 0-1,-1-2 1,0-1 0,-1-1 0,0 0 0,29-18 0,-4-3-200,-1-3 0,-2-2 0,-1-2 0,53-60 0,-21 24 351,-72 71-63,1 0 0,-1 0 0,0 0 0,0-1 0,0 1 0,0 0-1,-1-1 1,1 1 0,0-1 0,0 1 0,-1-1 0,1 0 0,-1 1-1,1-3 1,-1 4-7,-1 0 0,1-1 1,0 1-1,0-1 0,0 1 0,0 0 0,-1-1 0,1 1 0,0 0 0,0-1 0,-1 1 0,1 0 0,0-1 0,-1 1 1,1 0-1,0-1 0,-1 1 0,1 0 0,-1 0 0,1 0 0,0-1 0,-1 1 0,1 0 0,-1 0 0,1 0 0,0 0 1,-1 0-1,1 0 0,-1 0 0,1 0 0,-1 0 0,0 0 0,-5 0 130,-1 1 0,0 0 0,0 0 0,1 0-1,-10 4 1,-9 5 171,0 1-1,1 2 0,1 0 1,0 1-1,0 2 0,2 0 1,-35 34-1,50-44-260,0 0 0,0 1 0,0 0 0,1 0 0,0 1 0,1-1 0,0 1 0,0 0 0,-3 10 0,6-16-61,0 1 0,0-1 0,1 1 0,-1 0-1,1-1 1,-1 1 0,1-1 0,0 1 0,0 0 0,0-1-1,0 1 1,1 0 0,-1-1 0,1 1 0,0 0 0,-1-1 0,1 1-1,0-1 1,1 0 0,-1 1 0,0-1 0,1 0 0,-1 0-1,1 1 1,0-1 0,-1 0 0,1-1 0,0 1 0,0 0-1,1-1 1,-1 1 0,0-1 0,3 2 0,6 2-104,0-1 1,1 0-1,-1 0 0,1-1 1,0-1-1,24 2 0,-5-2-275,50-5-1,-50-1 252,-1-1 0,1-1 0,-1-2 0,-1-1 0,0-1 0,51-26 1,155-107-160,-128 73 537,-99 64-177,0 1 0,1 0 0,0 1 1,0 0-1,0 0 0,0 1 0,1 0 0,-1 1 0,1 0 1,0 0-1,0 1 0,0 0 0,0 1 0,0 0 0,-1 1 0,1 0 1,0 0-1,0 1 0,-1 0 0,1 1 0,-1 0 0,1 0 1,-1 1-1,0 1 0,-1-1 0,13 10 0,16 12 163,-23-14-183,2 0 1,-1-1-1,2-1 1,-1-1-1,1 0 1,1-1-1,-1-1 0,31 9 1,20-3 103,89 31-1,-123-32 54,-1 1 0,0 3 0,-1 0 0,42 29-1,-56-32-725,83 57-213,-66-47-4269,2-1-5448,-3-2 913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9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7393,'34'3'1612,"-14"3"-280,0 0-488,-3 0-60,3 3-220,0 0-416,0 3-468,4 0-488,-8 6-2592,4 0-1765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9.2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9429,'0'0'452,"-3"-18"-400,0 3-652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7.0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1 0 1380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7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1064 697 11985,'-1'-7'184,"-1"-2"1019,0 0 1,0 0 0,-1 0-1,-1 0 1,-6-13 0,9 20-1022,0 1 0,0-1 1,0 1-1,0-1 1,0 1-1,0 0 1,-1-1-1,1 1 1,0 0-1,-1 0 1,1 0-1,-1 0 1,1 0-1,-1 0 1,1 1-1,-1-1 1,0 0-1,1 1 1,-1 0-1,0-1 1,0 1-1,0 0 0,1 0 1,-1 0-1,0 0 1,0 0-1,1 0 1,-1 0-1,0 0 1,0 1-1,1-1 1,-1 1-1,0 0 1,1-1-1,-1 1 1,0 0-1,1 0 1,-3 1-1,-39 25 1324,1 1 0,-45 39 0,-74 78 52,67-57-1374,94-88-184,-195 192 0,-4 26 0,120-126 0,46-37 0,26-43 0,-1 5-25,1 0-1,0 0 0,-6 26 1,12-41-64,1 1 1,-1-1-1,1 1 0,0-1 1,0 1-1,0-1 1,0 1-1,0-1 0,1 1 1,-1-1-1,1 1 0,-1-1 1,1 1-1,0-1 0,0 1 1,0-1-1,0 0 1,0 0-1,1 1 0,-1-1 1,1 0-1,-1 0 0,1-1 1,0 1-1,0 0 0,2 1 1,1 1-98,0-1 0,0 0 0,0 0 0,1-1 0,-1 1 1,1-1-1,-1 0 0,1-1 0,0 1 0,7 0 0,6-1-153,1-1-1,-1-1 0,1 0 1,-1-2-1,0 0 1,0-1-1,0-1 1,27-10-1,5-6-654,85-48 0,-72 29 605,-1-2 0,-2-3 0,-2-3 0,-2-2 0,70-81 0,-40 27 465,-4-4 1,77-132-1,147-361 3376,-253 484-2167,-23 50 120,-29 64-722,-4 7-62,-37 123 765,8-23-915,-165 615 72,186-674-1099,-8 87 0,17-110 206,0-1 1,2 0-1,1 0 1,0 1-1,2-1 1,7 27-1,-9-43 212,0 1 1,0-1-1,0 1 0,0-1 1,1 0-1,0 0 0,0 0 0,1-1 1,-1 1-1,1-1 0,0 1 0,0-1 1,0 0-1,1-1 0,7 6 1,-6-6-3,0-1 1,1 1 0,-1-1 0,0 0-1,1-1 1,-1 0 0,1 0 0,-1 0-1,1 0 1,-1-1 0,1-1 0,0 1-1,8-2 1,23-6-406,-1-2-1,69-26 0,20-7 393,-108 38 228,1 1 0,-1 1 0,1 1 0,0 1 0,22 1 0,-15 2 74,1 1 0,-1 2 0,0 0 0,0 2 0,26 10 0,2 6 332,61 34-1,-100-48-418,27 15 124,1-2 0,1-2 1,0-2-1,67 19 0,-106-36-173,1-1-1,0 1 1,0-1-1,0 0 1,0-1-1,-1 1 1,1-1 0,0 0-1,0-1 1,-1 1-1,11-5 1,-13 4-4,0 1 18,0 0 1,-1 0-1,1-1 0,-1 1 0,1-1 1,-1 1-1,1-1 0,-1 0 0,0 0 0,0 0 1,0 0-1,0 0 0,0-1 0,-1 1 0,1-1 1,-1 1-1,1-1 0,-1 0 0,0 1 0,0-1 1,0 0-1,-1 0 0,1 1 0,0-6 1,0-4 97,-1 1 0,0-1 0,-1 1 0,-4-20 1,2 13-52,-1-7 28,-2 0 0,-1 0 0,-1 1-1,0 0 1,-2 0 0,-1 1 0,-21-33 0,9 22-224,-1 1-1,-1 1 1,-59-56 0,63 70-509,0 0 1,-1 2-1,-33-19 0,-13 4-2896,56 27 1676,1 0 0,-1 1 0,-22-2 0,-17 5-8298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8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606 1 13641,'-2'3'2775,"-25"36"1486,2 2 0,-24 52 1,22-41-2712,-184 417 533,112-233-3744,77-193-1064,-33 50 1,-14 29-8906,49-72 521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8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0 165 11525,'10'-10'372,"1"0"1,0 1-1,0 0 1,1 0-1,-1 1 1,2 1-1,-1 0 0,1 1 1,0 0-1,1 1 1,14-4-1,50-9 1227,128-13 0,81 13-683,-256 17-824,19-1 68,66 6 0,-103-3-105,-1 1 1,1 0 0,-1 0 0,0 1-1,1 1 1,-2 0 0,1 1-1,0 0 1,-1 1 0,17 12 0,-22-13-10,-1 0 0,0 0 1,0 1-1,-1-1 1,0 1-1,0 0 0,0 1 1,-1-1-1,1 1 1,-2-1-1,1 1 0,-1 0 1,0 0-1,0 0 1,-1 0-1,0 1 1,0-1-1,-1 0 0,0 0 1,-1 14-1,-3 11 116,-1-1-1,-1 1 0,-16 41 1,18-58-97,-50 142 164,-6 19-89,51-144-197,1 2 0,1-1 0,-1 44 0,7-73 11,1 0 0,-1 1 0,1-1 0,1 0 0,-1 1 0,0-1-1,1 0 1,0 0 0,0 1 0,0-1 0,1 0 0,0 0-1,-1 0 1,1-1 0,0 1 0,1 0 0,4 5 0,-5-7 11,1 0 0,0-1 0,0 1 0,0-1 1,-1 0-1,1 0 0,1 0 0,-1 0 0,0 0 0,0-1 1,0 0-1,0 1 0,0-1 0,1 0 0,-1 0 0,0-1 1,0 1-1,0-1 0,0 1 0,0-1 0,0 0 0,0 0 1,0-1-1,4-1 0,33-16-94,-1-2 0,0-1 0,-2-2 0,49-42 1,-51 38 230,2 1 1,0 2 0,1 2 0,68-31-1,-91 49-23,1 1-1,0 0 1,0 1-1,0 0 0,0 2 1,0 0-1,1 0 1,-1 2-1,0 0 1,0 1-1,0 0 0,0 2 1,0 0-1,16 6 1,13 8 144,-1 1 1,-1 3 0,58 39 0,-56-36 1385,-43-24 82,0 2-1484,3 8-337,-1 0-1,0 0 1,-1 0 0,0 0 0,-1 0 0,2 20 0,-3-20-931,0 0 0,-1 0 1,-1 0-1,-1 12 0,-12 4-7821,16-10 257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8.9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6481,'42'-20'1450,"-42"19"-1375,1 1 0,0-1 0,0 1 0,0-1 0,0 1 0,0 0 0,-1 0 0,1-1 0,0 1 1,0 0-1,0 0 0,0 0 0,0 0 0,0 0 0,0 0 0,0 0 0,1 1 0,5-1 340,-4-1-336,-1 1 0,0 0-1,1 0 1,-1 0 0,1 0-1,-1 1 1,0-1 0,1 1-1,-1 0 1,0-1 0,0 1 0,0 0-1,1 0 1,-1 0 0,0 0-1,0 1 1,0-1 0,-1 1-1,1-1 1,0 1 0,1 2-1,4 4-76,0 1-1,-1 0 1,-1 1-1,0-1 1,0 1-1,0 0 0,-2 1 1,6 20-1,-5-10-212,-1 1 0,-1-1 1,-1 39-1,-5 23-71,-20 117 1,-21-14 3340,42-176-2237,-3 9-31,5-9 3425,17-13-3096,12-5-852,1 1 1,-1 2-1,1 1 0,0 2 0,52 1 0,-72 1-212,0 1 0,1 0 0,-1 1 1,0 0-1,0 0 0,0 1 0,0 0 0,-1 1 0,1-1 0,-1 2 0,0-1 0,0 1 0,0 1 0,-1-1 0,1 1 0,-1 1 0,-1-1 0,1 1 0,-1 0 0,-1 1 0,10 14 0,-12-15 82,0 1 0,-1 0 0,1-1-1,-2 1 1,1 0 0,-1 0-1,0 0 1,-1 0 0,0 0-1,0 1 1,0-1 0,-1 0-1,-1 0 1,1 0 0,-1-1 0,-1 1-1,1 0 1,-1-1 0,-6 12-1,-5 6 240,-1 0-1,0 0 0,-2-1 0,-21 22 1,-144 139 978,82-89-1419,87-84-113,-2 3-230,0 0-1,2 0 0,0 2 1,-20 30-1,30-43 30,0 1 0,1 0 0,0-1 0,-1 1 0,1 0 0,1 0 0,-1 0 0,-1 9 0,3-12 229,0 0 0,1 0 0,-1 0 0,0 0 0,1 0 0,-1-1 0,1 1 0,-1 0 0,1 0 0,0-1 0,0 1 0,0 0 0,0-1 0,0 1 0,0-1 0,0 1 0,0-1 0,1 0 0,-1 1 0,0-1 0,1 0 0,0 0 0,-1 0 0,1 0 0,-1 0 0,5 1 0,1 0-662,0 0 0,1 0 1,0-1-1,-1 0 0,1-1 0,0 1 1,0-1-1,-1-1 0,11-1 0,37-6-7269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20.9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31 144 6069,'-28'5'1614,"28"-5"-1555,0 0 0,0 0 0,0 0 0,0 0-1,0-1 1,0 1 0,0 0 0,0 0 0,0 0-1,0 0 1,0 0 0,0 0 0,0-1 0,0 1-1,0 0 1,0 0 0,0 0 0,0 0 0,0 0-1,0 0 1,0 0 0,0-1 0,0 1 0,0 0-1,0 0 1,0 0 0,-1 0 0,1 0 0,0 0-1,0 0 1,0 0 0,0 0 0,0-1 0,0 1-1,0 0 1,0 0 0,0 0 0,-1 0 0,1 0-1,0 0 1,0 0 0,16-20 4583,-13 15-1962,7-13 1097,-7 13-3479,1 1-1,0-1 1,0 0 0,0 1-1,1 0 1,-1 0 0,1 1-1,0-1 1,0 1-1,0 0 1,1 0 0,-1 0-1,10-2 1,-13 4-248,26-9 294,0 1 1,0 2-1,1 1 1,0 1-1,0 1 0,40 1 1,-51 1-244,547 5 1171,8 45-804,-505-41-416,1345 149 295,-519-54-720,848 83-1952,-107-12-3179,-547-52-4179,-631-67 432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19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0 345 11881,'15'-10'855,"-11"8"-534,-1 0 0,1 0 1,-1 0-1,1 0 0,-1-1 0,0 0 0,0 1 0,0-1 1,-1 0-1,1 0 0,-1-1 0,1 1 0,-1-1 1,0 1-1,2-7 0,-1-2 530,0 0 1,1 1-1,1-1 1,0 1-1,0 0 0,1 0 1,1 1-1,7-11 0,-6 11-484,0 1-1,1 0 0,0 0 1,0 1-1,1 0 0,0 1 0,1 0 1,12-6-1,8-1-19,0 1-1,1 1 1,1 2-1,-1 1 1,45-5-1,180-7 443,328 40 95,8 42-691,-501-51-205,361 41 12,-262-29 3,1859 200-1638,1127 70-3039,-1137-198 2663,-1418-102 1492,-467-2-1056,293-57 0,-435 64 1360,123-31-2456,-114 27 1139,0-1 0,0-1 0,33-19-1,-39 17-1394,-1 0 0,21-20-1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21.6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16 316 13441,'-16'-120'3761,"16"117"-3650,1 0 1,-1 0-1,1 1 1,0-1-1,0 0 1,0 0-1,0 1 1,0-1 0,0 0-1,1 1 1,-1-1-1,1 1 1,0 0-1,0-1 1,0 1-1,0 0 1,0 0 0,0 0-1,0 1 1,1-1-1,2-1 1,9-6 218,1 1 0,22-10 0,-33 17-269,30-13 232,1 2 0,0 1 0,46-8-1,114-7 242,-181 24-501,544-19 734,7 46-742,-186 1-289,182 26-596,488 67-1474,-441-41 473,685 97-6868,-900-118 2524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21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15985,'124'13'1329,"23"5"-261,27-3-292,20 6-260,21 3 8,43 6-152,40 3-208,33 9-220,28 4-300,13 2-600,16 0-436,21-3-545,3 1-2751,-14-4-3677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47:22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1 121 9385,'40'-45'1316,"14"27"-324,23 3-216,20 3-176,23-1-112,28 1-104,39 6-84,44 6-32,34 6-208,26 3-276,24 3-320,30 4-272,27 2-388,13-3-2276,4 3-1885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22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783 260 10093,'-13'-64'2911,"8"48"-1493,2 0 1,-3-28-1,4 24 1623,-1 1 1,-10-38-1,8 40-1324,5 17-1687,0 0 0,0 0 0,0-1-1,0 1 1,0 0 0,0 0 0,0-1 0,0 1 0,0 0 0,0 0 0,0-1 0,0 1-1,0 0 1,0 0 0,0 0 0,0-1 0,0 1 0,-1 0 0,1 0 0,0 0 0,0-1-1,0 1 1,0 0 0,-1 0 0,1 0 0,0 0 0,0 0 0,0-1 0,-1 1-1,1 0 1,0 0 0,0 0 0,0 0 0,-1 0 0,1 0 0,0 0 0,0 0 0,-1 0-1,1 0 1,0 0 0,0 0 0,-1 0 0,1 0 0,0 0 0,0 0 0,0 0 0,-1 0-1,1 0 1,0 0 0,0 0 0,-1 0 0,1 1 0,0-1 0,0 0 0,0 0 0,-1 0-1,-13 20 1064,-16 43 177,24-50-962,-234 438-11,97-193-301,130-234 4,-56 104 0,-71 187 0,125-273 0,2 1 0,1 0 0,3 1 0,1 0 0,2 0 0,3 1 0,1-1 0,8 86 0,-3-107 0,1-1-1,2 0 1,0 0-1,1 0 1,2-1-1,0 0 1,1 0-1,1-1 1,0-1-1,2 0 1,17 20-1,-10-17 3,0-1 0,2-1-1,0-1 1,1-1-1,1-1 1,1-1-1,0-1 1,30 13-1,-19-13-8,0-1 0,1-2-1,0-1 1,1-2 0,0-2-1,0-2 1,1-1-1,0-1 1,0-3 0,-1-1-1,1-2 1,0-1 0,57-15-1,-57 6-169,0-1-1,-1-2 0,-1-2 1,-1-1-1,-1-2 1,0-1-1,-2-2 0,55-50 1,-27 14 201,-2-3 0,-4-2 0,57-86 0,-71 84 727,37-78 1,-70 128-688,-6 13-61,0 0 1,0 0-1,0 0 0,-1 0 1,0 0-1,0 0 0,0 0 1,0-7-1,-12 31-3,-4 19 0,12-27 0,1 0 0,0 0 0,-1 21 0,1 106 0,2-118 0,2 1 0,1-1 0,0 0 0,2 0 0,0 0 0,1 0 0,1-1 0,1 0 0,1 0 0,1-1 0,21 31 0,-21-35 0,1 1 0,1-1 0,0-1 0,1 0 0,1-1 0,0-1 0,1 0 0,0 0 0,1-2 0,0 0 0,0-1 0,1 0 0,1-2 0,-1 0 0,1 0 0,0-2 0,27 5 0,-25-7 0,0-1 0,1-1 0,-1-1 0,1 0 0,-1-2 0,0 0 0,1-1 0,-1-2 0,-1 0 0,1 0 0,-1-2 0,0-1 0,0 0 0,-1-1 0,32-22 0,-13 2 0,-2-1 0,-1-2 0,-2-2 0,34-44 0,1 0 0,-51 62 0,3 7 0,-18 9 0,1 0 0,-1 0 0,1 0 0,0 1 0,-1-1 0,1 0 0,-1 1 0,1-1 0,-1 1 0,1 0 0,-1-1 0,0 1 0,1 0 0,-1 0 0,0 0 0,0 0 0,1 0 0,-1 0 0,0 1 0,0-1 0,0 0 0,0 0 0,-1 1 0,2 1 0,18 45 0,-12-25 0,8 16 0,-9-18 0,2-1 0,0 0 0,0-1 0,2 0 0,0-1 0,26 32 0,-36-49 0,0 0 0,0 0 0,0 0 0,0 0 0,1 0 0,-1 0 0,0 0 0,0 0 0,0 0 0,1-1 0,-1 1 0,0 0 0,1-1 0,-1 1 0,1-1 0,-1 0 0,1 1 0,-1-1 0,1 0 0,-1 0 0,0 0 0,1 0 0,-1 0 0,1 0 0,-1 0 0,1-1 0,-1 1 0,1 0 0,-1-1 0,1 1 0,-1-1 0,2-1 0,-2 2 0,4-3 0,-1 0 0,0 0 0,0 0 0,0 0 0,-1 0 0,1-1 0,-1 0 0,0 0 0,0 0 0,4-6 0,26-55 0,-33 64 0,24-46 0,-5 10 0,-2 0 0,-1-1 0,13-48 0,-26 72-51,-3 12-286,-3 26-5008,3 11 756,4-13-3407,2-4-3469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24.5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1596 10297,'0'0'2142,"-4"0"14,-20 1 138,5 1 4280,16-23-3055,2 13-3149,0 1-1,1-1 0,0 1 1,1 0-1,0-1 0,0 1 1,1-1-1,-1 1 0,1 0 1,1 0-1,3-9 0,7-9 205,25-39 0,-29 49-416,137-189-108,-22 34-53,-13-6 3,128-275 0,-216 404 0,-3-1 0,-1-1 0,15-66 0,-33 109 0,0 0 0,0 1 0,-1-1 0,0 0 0,0 0 0,-1 0 0,1 0 0,-1 1 0,-1-1 0,-2-9 0,3 12 0,0 1 0,0-1 0,-1 1 0,1-1 0,-1 1 0,1 0 0,-1-1 0,0 1 0,1 0 0,-1 0 0,0 0 0,-1 1 0,1-1 0,0 0 0,0 1 0,-1 0 0,1-1 0,-1 1 0,1 0 0,-1 0 0,1 0 0,-1 1 0,0-1 0,-5 0 0,-3 1 0,-1 0 0,1 1 0,-1 0 0,1 1 0,-1 1 0,1 0 0,0 0 0,0 1 0,-20 10 0,7-1 0,0 1 0,0 1 0,-23 20 0,1 5 0,1 2 0,2 2 0,-46 61 0,36-34 0,-71 128 0,96-147 0,3 1 0,1 1 0,3 2 0,2 0 0,3 0 0,-9 61 0,20-81 0,1 0 0,2 0 0,2 0 0,1 1 0,2-1 0,1 0 0,2-1 0,1 1 0,2-1 0,2-1 0,15 35 0,4-6 18,2-2 0,4-1 1,1-1-1,82 94 0,-13-37-713,122 102 0,-193-187 280,73 71-791,-94-88 1030,-1 2-1,-1-1 1,0 1 0,-1 1-1,11 23 1,-20-36 154,0 0 1,-1 1 0,1-1 0,-1 1 0,0-1 0,0 1-1,0-1 1,-1 1 0,1 0 0,-1-1 0,0 1 0,0 0-1,-1-1 1,0 1 0,-1 5 0,0-4 33,-1 0 1,1-1-1,-1 0 1,0 1-1,-1-1 1,1 0-1,-1 0 0,0-1 1,0 1-1,-1-1 1,-7 6-1,-9 6 116,-2-1 0,1-2-1,-2 0 1,-35 14-1,-106 32 308,150-54-408,-247 64 357,102-30-208,67-16-95,-85 26 64,175-48-336,10-2-174,74-18-406,-2-3 0,0-3 1,-2-4-1,-1-3 0,-2-4 0,89-56 1,-130 71 580,140-95-553,-143 93 643,0-1 1,-1-2-1,33-37 1,-54 53 91,-1 0 1,0-1 0,0 0-1,6-15 1,-12 24 14,0 1 1,0-1-1,0 0 1,-1 0-1,1 0 1,-1 0-1,0 0 1,1 0-1,-1 0 0,0 0 1,0 0-1,0 0 1,-1 0-1,1 0 1,-1-2-1,1 3 1,-1 0 1,0 0-1,0 0 0,0 0 1,0 0-1,1 0 0,-1 0 0,0 1 1,0-1-1,-1 0 0,1 1 0,0-1 1,0 1-1,0-1 0,0 1 1,0-1-1,-1 1 0,1 0 0,0 0 1,0-1-1,-1 1 0,1 0 0,0 0 1,0 0-1,-1 1 0,1-1 1,-2 1-1,-1-1 10,0 0 0,0 1 0,0 0 0,0 0 0,0 0 0,0 1 0,0 0 1,0-1-1,0 1 0,1 0 0,-1 1 0,1-1 0,-1 1 0,1-1 0,0 1 0,0 0 0,0 0 1,1 0-1,-1 1 0,1-1 0,0 1 0,-3 4 0,3-3-7,-1 1 1,2-1-1,-1 0 0,0 0 1,1 1-1,0-1 0,0 1 1,1-1-1,0 1 0,0 0 1,0-1-1,0 1 0,1-1 1,0 1-1,3 9 0,-2-9-14,1 1 0,0-1 0,0 1 0,1-1 0,0 0-1,0 0 1,0-1 0,1 1 0,0-1 0,0 0 0,0 0 0,8 5-1,-4-4-33,0 0-1,1-1 0,-1-1 0,1 1 1,0-1-1,1-1 0,15 4 0,-7-4-9,-1-1-1,1 0 0,0-1 0,0-2 1,0 1-1,0-2 0,-1-1 0,35-8 0,-18-1 18,0-2 0,0-1 0,-2-2 0,54-35-1,116-101-7,-132 97 41,58-48 17,215-152 905,-271 208-382,44-25 685,-115 71-1147,1 1 0,-1 0 0,1-1-1,-1 1 1,1 0 0,-1 0 0,1 1 0,0-1 0,0 0-1,-1 1 1,1 0 0,0-1 0,0 1 0,-1 0 0,1 1-1,0-1 1,2 1 0,-3 0-26,0 0 1,-1-1-1,1 1 0,-1 1 0,1-1 1,-1 0-1,1 0 0,-1 0 0,0 1 1,0-1-1,1 1 0,-1-1 1,0 1-1,0-1 0,-1 1 0,1 0 1,0-1-1,0 1 0,0 2 1,1 10 130,1 0 1,-2 0-1,0 0 1,-1 0 0,-1 20-1,0-8-145,1-17-184,0 0 0,0 0 0,1 0-1,1 0 1,-1 0 0,1-1 0,1 1 0,0 0 0,0-1-1,1 0 1,0 0 0,0 0 0,9 12 0,-7-13-285,1 0-1,0 0 1,0-1 0,1 0 0,0 0-1,0-1 1,0 0 0,0-1 0,1 0-1,0 0 1,0 0 0,15 3 0,1-2-1755,1 0 1,-1-2-1,1-1 1,33-1-1,0-1-5941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25.0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 8101,'3'-18'1921,"-3"15"-125,2 5-131,48 52 4547,-40-44-5937,1-2 0,0 1 0,0-1 0,1-1 1,0 0-1,18 8 0,-10-8-201,0 0 0,0-2 0,1 0 0,35 2 1,83-2-194,-135-5 93,16 1-44,-20-1 71,1 0 1,-1 0-1,1 0 1,-1 0 0,1 0-1,-1 0 1,1 0-1,-1 0 1,1 1 0,-1-1-1,1 0 1,-1 0-1,1 0 1,-1 0 0,1 1-1,-1-1 1,0 0-1,1 1 1,-1-1 0,1 0-1,-1 1 1,0-1-1,1 0 1,-1 1 0,0-1-1,1 0 1,-1 1-1,0-1 1,0 1 0,0-1-1,1 1 1,-1-1-1,0 1 1,0-1 0,0 1-1,0-1 1,0 1-1,0-1 1,0 1-1,0-1 1,0 1 0,0 0-1,-12 20 133,6-11-96,3-5-14,-1 0 1,1 0 0,-1 0 0,0-1 0,-1 0-1,1 1 1,-1-1 0,1-1 0,-9 6-1,6-4-10,0 0 0,1 0-1,0 0 1,-9 10 0,5-2 34,0 0 1,-15 28-1,26-39-46,0 1 0,0 0 0,0-1 0,0 1 0,0-1 0,1 1 0,-1-1 0,1 0 1,-1 1-1,1-1 0,0 0 0,2 2 0,-1-2-11,0-1 0,1 1 0,-1-1 0,0 1 0,0-1 0,1 0 1,-1-1-1,0 1 0,1-1 0,-1 1 0,1-1 0,-1 0 0,5 0 0,47-7-51,-41 4 51,9 0 184,-1-2 1,1-1-1,-2-1 1,1-1-1,-1 0 1,0-2-1,-1 0 1,0-2-1,0 0 1,-1-1-1,30-28 1,-45 38-115,0 0 1,0 0-1,1 1 1,-1-1-1,0 1 1,1 0-1,0 0 1,-1 1-1,1-1 1,0 1-1,0 0 1,0 1-1,0-1 1,0 1-1,0 0 1,0 0-1,0 0 0,0 1 1,8 1-1,1 2-20,0 0-1,-1 0 0,1 2 0,-1 0 0,20 11 0,-21-10-25,0 1-1,-1-1 1,0 2 0,-1-1 0,0 2-1,0-1 1,-1 1 0,10 14-1,-16-20-10,-1 0 0,1 0-1,-1 0 1,0 1-1,0-1 1,0 1 0,-1 0-1,0 0 1,0-1 0,0 1-1,0 0 1,-1 0 0,0 0-1,0 0 1,0 0-1,0 0 1,-1 0 0,0-1-1,0 1 1,0 0 0,-1 0-1,1-1 1,-1 1-1,0-1 1,-5 8 0,-6 6-267,-1-1 0,0 0 1,-1 0-1,-23 18 0,-29 31-4547,79-41-5127,15 6 2868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25.1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63 9341,'-3'-48'13101,"-14"39"-17677,4 3-737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1008 8373,'26'30'11452,"-17"-21"-11711,-8-8 317,-1 0 1,1-1-1,0 1 1,0-1-1,0 1 1,0-1-1,0 1 1,0-1-1,0 1 1,0-1-1,0 0 1,0 0-1,0 0 1,1 0-1,-1 1 1,0-2-1,0 1 1,2 0-1,1 0 124,3 0-8,0 0 1,0 0 0,0 0 0,0-1-1,0 0 1,0-1 0,-1 0 0,1 0-1,-1 0 1,1 0 0,11-8 0,4-3 618,36-28 1,-44 29-409,-1 0 0,-1 0 0,0-2 0,-1 1 0,0-2 0,17-29 1,42-102 1275,-69 142-1626,36-85 372,-5-2 0,-3-1 0,19-111 0,-39 146-229,14-60 148,-4 62-87,-19 55-234,0 0-1,0 0 1,0 0 0,0 0-1,0 0 1,0 1-1,0-1 1,0 0-1,0 0 1,0 0 0,0 0-1,0 0 1,0 0-1,0 0 1,0 0-1,0 0 1,1 0 0,-1 1-1,0-1 1,0 0-1,0 0 1,0 0 0,0 0-1,0 0 1,0 0-1,0 0 1,0 0-1,0 0 1,1 0 0,-1 0-1,0 0 1,0 0-1,0 0 1,0 0-1,0 0 1,0 0 0,0 0-1,0 0 1,1 0-1,-1 0 1,0 0 0,0 0-1,0 0 1,0 0-1,0 0 1,0 0-1,0 0 1,0 0 0,0 0-1,0 0 1,1 0-1,-1-1 1,12 23 207,-2 0-1,0 0 1,-1 1 0,10 40 0,15 107-34,-24-118-197,-3-15 19,42 271 0,-40-209 0,-6 155 0,-16-19 0,-9-33 0,13-146 0,6-34-2,2-10-1,0-1 1,-2 0-1,1 0 1,-1 1-1,-1-1 1,0-1-1,0 1 1,-10 16-1,10-48-645,4 5 469,2 0 1,0 0-1,1 0 1,1 1 0,0-1-1,1 1 1,9-20 0,-1-1-117,77-202-1072,10 4-1,134-225 1,-224 442 1385,112-178 925,-122 193-909,1 1 0,0-1 0,0 1 0,0 0 0,0 0 0,0-1 0,0 1 0,0 0 0,0 0 0,0 0 0,1 0 0,-1 0 0,0 1 0,1-1 0,-1 0 0,1 1 0,-1-1 0,0 1 0,1-1 0,0 1 0,-1-1 0,1 1 0,-1 0 0,1 0 0,-1 0 0,1 0 0,0 0 0,-1 0 0,1 0 0,-1 1 0,1-1 0,-1 1 0,1-1 0,-1 1 0,1-1 0,-1 1 0,0 0 0,1 0 0,-1 0 0,0-1 0,1 1 0,-1 1 0,0-1 0,0 0 0,1 1 0,3 4 56,0 0 0,-1 1 0,1-1 0,-2 1 0,1 0 0,-1 0 0,4 11 0,11 48 409,17 127 1,-22-110-333,4 24-1013,5-1-1,4-1 0,43 108 1,-54-177-1352,2 0 0,36 56 1,-61-119 855,3 3 1183,-16-15 137,-1 0-1,-1 2 0,-2 1 1,-2 1-1,-51-52 1,48 58 412,15 14 190,-25-31-1,39 45-552,0 0-1,0-1 1,0 1-1,1 0 1,-1 0-1,0-1 1,1 1-1,-1 0 1,1-1-1,-1 1 1,1 0-1,0-1 1,0 1-1,-1-1 1,1 1-1,0 0 1,0-1-1,1 1 0,-1-1 1,0 1-1,0 0 1,1-1-1,-1 1 1,1-1-1,-1 1 1,1 0-1,-1 0 1,1-1-1,0 1 1,0 0-1,-1 0 1,1 0-1,0 0 1,0 0-1,0 0 1,2-2-1,1 0 15,0 1 0,1-1 0,-1 1 0,0-1 0,1 1 0,-1 1 0,1-1 0,0 1 0,7-2 0,14 0 67,-1 1 0,1 2 1,-1 0-1,41 6 0,-39-3-55,201 20 245,124 22 96,-275-45-332,-79-4-36,-3-9-16,5 10-9,-1 1 0,1 0 0,-1 0 1,0 0-1,0 0 0,0 0 1,0 0-1,0 0 0,-1 0 0,1 0 1,0 0-1,-1 1 0,1-1 1,-1 1-1,0-1 0,0 1 1,1-1-1,-1 1 0,0 0 0,0 0 1,0 0-1,-1 0 0,1 0 1,0 1-1,0-1 0,-3 0 0,-29-8-120,-1 2-1,1 2 0,-54-3 0,77 9-1199,0 0 0,0 0-1,-16 4 1,43 3-6055,1-2 65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3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21 7501,'-1'-1'97,"1"1"1,0 0-1,-1 0 0,1-1 1,-1 1-1,1 0 1,0-1-1,0 1 1,-1 0-1,1-1 1,0 1-1,0 0 1,-1-1-1,1 1 0,0-1 1,0 1-1,0-1 1,0 1-1,0 0 1,-1-1-1,1 1 1,0-1-1,0 1 0,0-1 1,0 1-1,0-1 1,0 1-1,1 0 1,-1-1-1,0 1 1,0-1-1,0 1 1,0-1-1,0 1 0,1 0 1,-1-1-1,0 1 1,0-1-1,1 1 1,-1 0-1,0-1 1,1 1-1,-1 0 0,0-1 1,1 1-1,-1 0 1,0 0-1,1-1 1,-1 1-1,1 0 1,1-1 269,0 1 1,0 0 0,-1 0 0,1 0-1,0 0 1,0 0 0,0 0 0,0 0-1,0 0 1,-1 1 0,4 0 0,-1 1-133,1 1 0,-1-1 0,1 1 0,-1 0 0,0 0 0,0 0 0,-1 0 0,1 1 0,-1 0 0,0 0 0,1 0 0,2 6 0,2 3 262,0 1 0,10 26 1,0 8 284,-5-10-315,2-1 0,2 0 1,1-1-1,25 38 1,-41-71-450,0-1 0,1 0 0,-1 1 0,0-1 0,0 0 0,1-1 0,-1 1 0,1 0 0,0-1 0,-1 1 0,1-1 0,0 0 0,0 0 0,0 0 0,0 0 0,4 0 0,3 0 29,1 0 1,0-1-1,14-1 1,4 0-30,-14 0-47,1-1 0,-1 0 0,22-7 0,28-4-515,-14 9-990,1 2 0,101 8 0,-100 0-1134,61-2 0,-41-8-2488,-23 0-1170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5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28 12985,'-3'-25'2533,"-4"23"-389,-7 11 2961,8 9-831,2 2-3250,1 1 0,0-1 0,2 1 0,2 37 0,-1 1-507,-2 122-428,-17 278-89,3-328-7,1-29-1022,6 1-1,3 108 0,18-38-4197,0-60-3644,0-30-3718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5.3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72 668 11093,'-11'-34'530,"-7"-25"1723,-19-103 0,35 146-1600,0 0 0,1 0-1,0 0 1,2 0 0,0 0-1,0 0 1,2 0-1,0 0 1,9-26 0,-7 30-355,1 0 0,0 1 0,0-1 0,1 1 0,1 1 1,0 0-1,0 0 0,1 0 0,1 1 0,-1 1 0,1-1 1,14-7-1,-3 3-170,1 1-1,0 2 1,1 0 0,0 1 0,0 1 0,1 2 0,0 0-1,0 1 1,0 2 0,1 0 0,0 2 0,-1 0-1,26 4 1,8 3-524,0 2 0,0 3 1,-2 2-1,78 29 0,-79-22-292,-1 2 1,-2 3-1,0 1 1,-2 4-1,68 51 0,-90-59-83,-1 2-1,-2 1 0,0 1 0,21 31 0,-30-35-257,-2 0 0,0 1-1,-2 0 1,-1 1 0,0 0 0,7 30-1,7 70-7017,-25-123 7926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5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465 1299 4856,'61'-97'1451,"-54"85"-907,0-1 0,-1 0 0,0 0 1,6-27-1,7-12 1622,-15 41-1427,1 1 1,-1-1 0,-1 1-1,0-1 1,0 0 0,1-20-1,-4 26-537,0 0-1,0 0 0,0 1 1,-1-1-1,1 0 0,-1 0 1,-1 1-1,1-1 0,-1 1 1,1-1-1,-1 1 1,-1 0-1,1-1 0,0 1 1,-1 0-1,0 0 0,-6-6 1,6 8-144,0 0 0,1 0 0,-1 1 0,0-1 0,0 1 0,0 0 0,0-1 0,0 1 0,0 1 0,0-1 0,-1 0 0,1 1 0,0 0 0,0-1 0,-1 1 0,1 1 0,0-1 0,0 0 0,0 1 0,-1 0 0,1-1 0,0 1 0,-4 2 0,-5 2 36,1-1 0,0 2-1,0-1 1,0 2-1,-10 7 1,-10 11 82,1 1 1,1 2-1,2 0 0,-40 54 1,30-29-95,2 1 0,-30 64 1,1 29-177,55-123 24,2 1 0,0 0 0,2 0 0,-3 29 0,7-46 24,1 0-1,0 0 1,1-1 0,0 1 0,0 0 0,1-1 0,2 11-1,-3-17 32,0 1 0,-1 0 0,1-1 0,0 1-1,0 0 1,0-1 0,0 0 0,1 1 0,-1-1 0,0 1-1,1-1 1,-1 0 0,0 0 0,1 0 0,-1 0 0,1 0-1,0 0 1,-1 0 0,1-1 0,0 1 0,-1-1-1,1 1 1,0-1 0,0 1 0,2-1 0,0 0-5,0 0 1,0 0-1,0 0 1,0-1-1,0 1 1,0-1 0,0 0-1,0 0 1,0-1-1,6-2 1,1-1-8,-1-1 0,1 0 0,-1 0 0,-1-1 0,1-1 0,-1 0 0,-1 0 1,12-14-1,22-29-14,-2-2 1,65-115-1,-28 14 269,-7-3 0,77-251 0,-97 243 309,64-261 2947,-100 377-2073,-14 49-1397,0 0 0,0 0 1,0 0-1,0-1 0,0 1 1,0 0-1,0 0 0,0 0 1,0 0-1,0-1 0,0 1 0,0 0 1,0 0-1,0 0 0,0 0 1,0 0-1,0-1 0,0 1 1,0 0-1,0 0 0,0 0 0,0 0 1,0 0-1,0-1 0,0 1 1,0 0-1,1 0 0,-1 0 1,0 0-1,0 0 0,0 0 0,0 0 1,0 0-1,0 0 0,1-1 1,-1 1-1,0 0 0,0 0 1,0 0-1,0 0 0,0 0 0,1 0 1,-1 0-1,0 0 0,0 0 1,0 0-1,0 0 0,1 0 1,-1 0-1,0 0 0,0 0 1,0 0-1,0 0 0,0 0 0,1 0 1,-1 1-1,0-1 0,0 0 1,0 0-1,1 24 508,-51 296 1783,30-208-1971,-32 166-352,-24 140-3800,44-250 248,-8 58-6547,36-106-804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46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52 15765,'-3'-3'1165,"-10"-12"7211,18 9-4666,11-2-3001,-13 7-234,5-3-149,0 1-1,1 0 0,0 1 1,0 0-1,-1 0 1,19 0-1,61 4-56,-64 0-249,489 55-20,-384-39 0,1203 164 0,-1295-176-281,-39-11-2292,-9-3 1591,-20-8-1696,0 1-1,-37-12 1,9 7-3153,-18-3-6250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0.0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12 16349,'0'1'273,"-1"0"-1,1-1 0,-1 1 0,1-1 0,-1 1 1,1-1-1,-1 0 0,0 1 0,1-1 0,-1 1 1,1-1-1,-1 0 0,0 0 0,1 1 0,-1-1 1,0 0-1,0 0 0,1 0 0,-1 0 0,0 0 1,0 0-1,1 0 0,-1 0 0,0 0 0,1 0 0,-1 0 1,0 0-1,0 0 0,1-1 0,-1 1 0,0 0 1,1 0-1,-1-1 0,1 1 0,-1-1 0,0 1 1,1 0-1,-1-1 0,1 1 0,-1-1 0,1 0 1,-1 1-1,1-1 0,-1 1 0,1-1 0,0 0 0,-1 1 1,1-1-1,0 0 0,0 1 0,-1-1 0,1 0 1,0 1-1,0-1 0,0 0 0,0 0 0,0 1 1,0-1-1,0-1 0,-2 11-184,2-8-88,0 1 0,-1 0-1,1 0 1,0 0 0,0 0 0,0 0 0,0 0 0,0 0 0,1 0 0,-1 0-1,0 0 1,1 0 0,0-1 0,0 3 0,-1 0 0,2 2 0,12 11 0,-3-8 0,-10-9 0,0 1 0,-1-1 0,1 0 0,0 0 0,0 1 0,-1-1 0,1 0 0,0 1 0,-1-1 0,1 1 0,0-1 0,-1 1 0,1-1 0,0 1 0,-1-1 0,1 1 0,-1 0 0,1-1 0,-1 1 0,0 0 0,1-1 0,-1 1 0,0 0 0,1 0 0,-1 0 0,0-1 0,0 1 0,0 0 0,0 0 0,1 0 0,-1-1 0,0 1 0,-1 0 0,1 0 0,0 0 0,0-1 0,0 1 0,0 0 0,-1 0 0,1 0 0,-2 5 0,-122 707 0,18-146 0,98-513 34,-33 278-570,36-258-696,3-1-1,11 111 0,-6-162 467,0 0-1,1-1 1,2 0-1,11 33 0,-13-47 265,-1 0 0,1 0 0,0 0 0,0-1 0,1 1 0,0-1-1,6 6 1,-7-9-134,-1 1 0,1-1 0,0-1 0,1 1-1,-1 0 1,0-1 0,1 0 0,-1 0 0,1 0 0,0-1-1,0 0 1,6 2 0,36-3-8827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0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59 124 13489,'-43'-46'1804,"41"45"-1617,1-1 0,0 0 0,-1 0-1,1 0 1,0 0 0,0 0 0,0 0-1,0 0 1,0 0 0,0 0-1,1-1 1,-1 1 0,1 0 0,-1 0-1,1-1 1,0 1 0,0 0 0,0-1-1,0 1 1,0 0 0,1 0 0,-1-1-1,2-1 1,-2 2-110,1 0-1,0 1 1,0 0-1,0-1 1,0 1 0,0-1-1,0 1 1,0 0 0,1 0-1,-1 0 1,0 0 0,1 0-1,-1 0 1,0 0-1,1 0 1,0 0 0,-1 1-1,1-1 1,-1 0 0,1 1-1,0 0 1,-1-1-1,1 1 1,0 0 0,-1 0-1,4 0 1,8 1 56,0 1-1,0 1 1,0 0 0,0 0-1,-1 1 1,1 1 0,19 10-1,83 56 291,-97-59-366,70 48 258,130 117 0,-173-135-283,-2 2 1,-2 2-1,-2 2 1,41 66 0,-68-95-32,-2 0 0,0 1 0,-2 0 1,0 0-1,-1 1 0,-1 0 1,0 0-1,-2 1 0,2 33 1,-5-39-8,-1 0 1,-1 0 0,-1 0-1,0-1 1,-1 1 0,-1 0-1,0-1 1,-1 0 0,-1 0-1,0 0 1,-1-1 0,0 0 0,-16 22-1,-2-5-29,-1-1-1,-1-2 1,-1-1 0,-1-1-1,-2-1 1,-48 29 0,-215 106-1812,189-107 44,21-10-1345,29-16-1899,0 0-3993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0.5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10781,'-23'78'1184,"23"-50"-236,3 2-208,-6-9-76,-4 0-184,7 0-104,4 3-308,12-6-456,21 9-364,-10-9-352,-10-12-228,20-3-2096,23 0-1825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0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1 136 6153,'80'-33'1200,"-40"17"-232,0 4-240,4 0-84,6 3-212,7 0-268,10 3-236,10 0-300,-3-3-252,0-3-396,3 3-1340,10 6-497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4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496 1074 1952,'-123'-44'584,"112"40"-470,1-1 0,0 0 0,0 0 1,1-1-1,0-1 0,0 1 1,-13-14-1,-4-2 140,-3-2-35,1-1 0,1-1 0,1-1 0,-30-42 0,44 52-186,1-1 0,1 1 0,1-2 0,0 1 0,1-1 0,1-1 0,1 1 0,1-1 0,-5-33-1,8 25 73,1 0-1,1 0 1,1 0-1,2 0 1,9-41-1,47-129 834,-44 141-148,-14 48-601,1 1 1,-1-1-1,2 1 1,-1 0-1,1 0 1,0 0-1,1 0 1,0 0-1,7-9 1,-9 14 272,1 5-288,0 0 1,-1-1-1,1 1 1,-1 1-1,0-1 0,0 0 1,0 1-1,0-1 1,4 6-1,4 15 347,-1 0-1,-1 0 1,-1 1-1,4 29 1,-2-18 51,-1 8-42,-1 0 1,-3 1 0,-1-1-1,-2 1 1,-7 63 0,-48 214 1507,45-274-1697,3 0 0,1 0-1,2 71 1,3-112-305,0-1 0,1 1 1,0 0-1,0 0 0,0-1 0,1 1 0,-1 0 0,1-1 1,1 0-1,3 8 0,-1-3 14,0-1-1,1 0 1,-1 0-1,2 0 1,-1-1-1,1 0 1,1 0 0,-1 0-1,1-1 1,0 0-1,1-1 1,0 0-1,0 0 1,0-1 0,1 0-1,0-1 1,-1 0-1,2-1 1,12 4-1,33 2 86,107 4 0,56-16 33,-143 0-112,1201-72-423,1-53-5307,-838 72 180,8-16-3214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2.4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1039 8805,'-37'27'17241,"38"-28"-17164,-1 0 0,0 0 0,1 0 0,-1 0 0,1-1 0,0 1 0,-1 0 0,1 0 0,0 0 0,0 1-1,-1-1 1,1 0 0,0 0 0,0 0 0,0 1 0,0-1 0,0 0 0,0 1 0,0-1 0,2 0 0,26-12 215,-22 11-157,22-10 97,174-78 1098,-159 68-1109,-1-2 0,64-49 0,-67 42-159,-2-3-1,-1-1 0,-2-2 1,-1-1-1,-2-2 1,29-48-1,-17 20 55,-3-2 1,-3-3-1,46-121 0,-82 187-106,2-3 7,-1 1 0,-1-1 0,1 1 0,-2-1-1,2-11 1,-3 20-16,0-1 1,0 1-1,-1 0 0,1 0 0,0 0 0,0 0 1,-1 0-1,1 0 0,0 0 0,-1 0 0,1 0 1,-1 0-1,1 0 0,-1 0 0,0 0 0,1 0 1,-1 0-1,0 0 0,0 1 0,0-1 0,0 0 1,1 1-1,-1-1 0,0 0 0,0 1 1,0-1-1,0 1 0,0 0 0,-1-1 0,1 1 1,0 0-1,0-1 0,0 1 0,0 0 0,0 0 1,0 0-1,-2 0 0,-3 0 28,-1 1 1,1-1-1,-1 1 1,1 1-1,-12 3 1,-13 7 136,1 2-1,0 1 1,1 2 0,-32 23 0,35-22-66,-40 25-54,2 4-1,2 3 1,3 2 0,1 2 0,4 3 0,-49 65 0,77-86-53,2 2-1,1 1 1,2 0 0,1 2 0,-13 42 0,23-50 9,0 1 0,3 0 0,1 0 0,1 1 0,2-1 1,1 1-1,4 41 0,5-18-2,2 0 0,3 0 0,3-1 0,2 0 0,2-1 0,3-2 0,42 77 0,238 345 0,-284-451 0,51 72 0,73 111 0,-121-174 0,-2 1 0,-2 1 0,-1 0 0,13 46 0,-26-74 0,-1 1 0,0 0 0,-1 1 0,0-1 0,0 0 0,-1 0 0,0 1 0,-1-1 0,0 0 0,-1 0 0,-3 15 0,2-18 0,1 1 0,-1-1 0,0 0 0,-1 0 0,1 0 0,-1-1 0,0 1 0,-1-1 0,1 0 0,-1 0 0,0 0 0,0-1 0,-1 0 0,1 0 0,-1 0 0,-7 3 0,-7 2 0,0-1 0,0-1 0,-1 0 0,0-2 0,-37 5 0,13-5 0,-79-3 0,105-2-14,-132-9-15,125 6-248,1 0-1,1-2 0,-45-15 1,64 19 66,0-1 0,1 0 1,-1 0-1,1-1 1,-1 1-1,1-1 0,0 0 1,0 0-1,0 0 1,0-1-1,1 1 0,0-1 1,-1 0-1,1 0 1,0 0-1,1 0 0,-1-1 1,1 1-1,0-1 1,0 1-1,0-1 0,1 0 1,-1 0-1,1 0 1,0 0-1,1 0 1,-1 0-1,1 0 0,0 0 1,0 0-1,1 0 1,0-5-1,3-5-930,-1 1 0,2 0 1,0 0-1,0 0 0,1 0 1,1 1-1,0 0 0,1 0 0,16-19 1,43-41-9133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2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475 25 13893,'0'-1'259,"0"0"0,0 0 0,0 0 0,0 0 0,-1-1 0,1 1 0,0 0 0,-1 0 0,1 0 0,-1 0 0,1 0 0,-1 0 0,1 0 0,-1 0 0,0 0 0,1 0 0,-1 0 0,0 0 0,-1-1 0,1 1-131,0 1 0,0 0 0,1 0 0,-1-1 0,0 1 0,0 0 0,0 0 0,0 0 0,0 0 0,1 0 0,-1 0 0,0 0 0,0 0 0,0 0 0,0 1 0,0-1 0,1 0 0,-1 0 0,0 1 1,0-1-1,1 1 0,-1-1 0,0 1 0,0-1 0,1 1 0,-1-1 0,1 1 0,-1-1 0,0 1 0,1 0 0,-1-1 0,0 2 0,-2 3 256,0 1-1,0-1 0,0 0 1,1 1-1,0 0 0,0-1 1,0 1-1,0 6 1,-4 11 472,-47 154 3435,4 3-3330,33-122-1051,-26 105 90,-29 140 0,-36 123 0,51-197-365,50-193-920,1 0 0,2 0-1,1 0 1,5 55 0,-2-80 72,1 0 1,0-1 0,6 18-1,9 8-5113,12 1-5490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3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235 249 14421,'-172'-122'5512,"157"113"-4429,-24-19 2852,38 28-3856,0-1-1,1 1 1,-1-1-1,1 1 1,-1-1-1,0 0 1,1 1-1,0-1 1,-1 1-1,1-1 1,-1 0 0,1 0-1,0 1 1,-1-1-1,1 0 1,0 0-1,0 1 1,-1-1-1,1 0 1,0 0-1,0 0 1,0 0-1,0 1 1,0-1-1,0 0 1,0 0-1,1 0 1,-1 1-1,0-1 1,0 0-1,1 0 1,-1 1-1,0-1 1,1 0-1,-1 0 1,1 1-1,-1-1 1,1 1-1,-1-1 1,1 0-1,-1 1 1,1-1-1,0 1 1,-1-1-1,2 0 1,4-3 69,0 0 0,1 1 0,0 0 0,-1 0 0,1 0-1,0 1 1,1 0 0,12-2 0,66-3-378,-68 7 120,527 18-5839,-170 1 332,-319-19 4954,-1-2 0,64-12 0,31-19 2694,-144 30-1909,0 1 1,0 1-1,0-1 0,1 1 1,-1 0-1,0 1 1,1-1-1,-1 1 0,1 1 1,-1-1-1,0 1 1,1 0-1,-1 1 1,0-1-1,0 1 0,0 0 1,0 1-1,0-1 1,0 1-1,6 5 1,22 20 69,-1 2 0,-2 1 0,-1 2 0,-1 1 0,35 54 0,-30-34-76,-2 2-1,-3 1 0,26 74 0,-43-99-43,-2 1 1,-1 0-1,-2 0 0,-1 1 0,-2-1 1,-1 1-1,-2 44 0,-1-77-16,0 14-115,0-15 72,0 1-1,0-1 1,0 0 0,0 0-1,0 1 1,0-1-1,0 0 1,0 0 0,0 1-1,0-1 1,0 0 0,0 0-1,1 1 1,-1-1-1,0 0 1,0 0 0,0 0-1,0 1 1,0-1-1,1 0 1,-1 0 0,0 0-1,0 0 1,0 0-1,1 1 1,-1-1 0,0 0-1,0 0 1,1 0 0,-1 0-1,0 0 1,0 0-1,1 0 1,-1 0 0,0 0-1,0 0 1,1 0-1,-1 0 1,0 0 0,0 0-1,1 0 1,-1 0-1,0 0 1,0 0 0,0 0-1,1 0 1,-1 0 0,0-1-1,0 1 1,1 0-1,-1 0 1,0 0 0,0 0-1,0 0 1,0-1-1,1 1 1,-1 0 0,0 0-1,0 0 1,0-1-1,0 1 1,0 0 0,1 0-1,-1-1 1,0 1-1,65-61 280,76-66 360,-113 105-300,0 1-1,2 1 1,45-23-1,-51 31-72,1 1 0,0 2 0,0 0 0,31-6 0,-48 13-220,0 1 0,-1 0 0,1 1 1,1 0-1,-1 0 0,0 0 0,-1 1 1,1 0-1,0 1 0,0 0 0,0 0 1,-1 1-1,1 0 0,-1 0 0,0 1 1,0-1-1,0 2 0,8 5 0,-5-1-25,0 1 0,0 0 0,-1 0 0,-1 0 0,14 23 0,29 64-1707,-24-42-477,18 29-6258,-38-78 4445,4-4 2260,-7-2 290,13 8-4988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3.2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1 462 5845,'40'-154'628,"-30"103"-48,10 6-184,0 6-76,-3-1-88,10 7-228,6 0-308,1 6-592,-4 3-1101,13 9 173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3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247 188 5300,'0'0'1793,"0"-3"1,1-4-1034,0 1-1,0-1 1,1 1 0,0-1 0,0 1 0,0 0-1,5-9 1,-2 6 190,-1 0-1,-1-1 1,4-14-1,-6 22-812,-1-1 0,1 0 1,-1 0-1,1 0 0,-1 0 0,0 0 0,0 0 0,0 0 1,-1 0-1,1 0 0,-1 0 0,0 0 0,1 0 0,-1 0 1,-1 0-1,1 1 0,0-1 0,-1 0 0,-1-2 1,1 3-108,0 1 0,0 0 0,0-1 0,-1 1 0,1 0 0,0 0 0,0 0 0,-1 0 0,1 1 0,-1-1 0,1 1 0,-1-1 0,1 1 0,-1 0 0,1 0 0,-1 0 0,1 0 0,-1 1 0,1-1 0,-1 1 0,1-1 0,0 1 0,-5 2 0,-10 3-6,0 2 1,1 0 0,-1 0-1,2 2 1,-29 21-1,5-3-385,35-25 263,0 0 1,1 0 0,-1 0 0,1 1-1,-1 0 1,1-1 0,0 1 0,0 0-1,1 1 1,-1-1 0,1 0 0,0 1-1,0-1 1,-2 9 0,3-11 79,1 0 0,0-1-1,0 1 1,-1 0 0,1 0 0,1-1 0,-1 1 0,0 0 0,0 0 0,1-1 0,-1 1 0,0 0 0,1-1-1,0 1 1,-1-1 0,1 1 0,0 0 0,0-1 0,0 0 0,0 1 0,0-1 0,0 1 0,0-1-1,1 0 1,-1 0 0,0 0 0,1 0 0,-1 0 0,1 0 0,-1 0 0,1 0 0,-1-1 0,1 1 0,0-1-1,-1 1 1,1-1 0,0 1 0,0-1 0,-1 0 0,1 0 0,2 0 0,8 0-13,0 0 1,-1-2-1,1 1 1,0-1-1,-1-1 0,1 0 1,-1-1-1,20-8 1,20-6 237,-29 12-68,0 0 1,0 2-1,1 1 1,0 0-1,29 2 0,-42 1-90,0 1 0,0 0 0,0 0-1,0 1 1,0 1 0,0 0-1,-1 0 1,1 1 0,-1 0-1,0 0 1,0 1 0,-1 1-1,1-1 1,11 11 0,-8-2 3,1 0 1,-2 1 0,0 0 0,-1 1-1,0 0 1,-1 0 0,-1 1 0,-1 0 0,0 1-1,-1 0 1,-1 0 0,-1 0 0,3 19-1,-1 16 18,-2 0-1,-3 0 1,-6 69-1,-1-67-30,-2-1-1,-3 0 1,-2 0-1,-3-1 1,-2-1-1,-2-1 0,-2-1 1,-2 0-1,-3-2 1,-44 62-1,61-97 54,0 0 1,0-1-1,-1 0 0,0 0 1,-1-1-1,-1-1 0,0 0 1,0-1-1,-22 12 1,33-20-55,1 0 0,-1 0 0,0 0 0,1 0 1,-1 0-1,0 0 0,0-1 0,0 1 0,0-1 1,1 0-1,-1 1 0,0-1 0,0 0 1,0 0-1,0 0 0,0 0 0,0 0 0,0-1 1,0 1-1,1-1 0,-1 1 0,0-1 0,0 0 1,0 1-1,1-1 0,-1 0 0,1 0 1,-3-2-1,2 1-6,1 0 1,0 0-1,0-1 1,0 1-1,0 0 1,0-1-1,0 1 1,1-1 0,-1 1-1,1-1 1,0 1-1,-1-1 1,1 1-1,0-1 1,0 1-1,1-1 1,-1 1-1,1-1 1,0-3-1,3-6 6,0 0 0,0 0-1,1 1 1,1-1 0,0 1-1,10-14 1,52-62-453,-46 62 224,86-92-3459,199-167-1,-240 226 1791,59-45-3225,7 10-2757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3.8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28 11337,'-31'-12'7189,"18"3"-6065,-4 3 1240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4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54 509 16041,'-9'-22'1019,"8"17"-680,-1 1-1,0-1 0,0 1 1,0-1-1,-1 1 0,1 0 1,-1 0-1,0 0 1,-1 0-1,1 1 0,-4-4 1,5 5-155,1 0 0,0 1 0,0-1 0,0 0 1,0 0-1,1 0 0,-1 1 0,0-1 0,1 0 1,-1 0-1,1 0 0,0 0 0,-1 0 1,1 0-1,0 0 0,0 0 0,0-1 0,1 1 1,-1 0-1,0 0 0,1 1 0,1-5 0,18-40 1625,-15 36-1510,2 1-1,-1 1 1,1-1 0,1 1 0,0 0-1,0 1 1,0-1 0,12-6 0,3-1 111,0 2 1,31-13 0,-6 6 24,0 2-1,90-20 1,109-4-89,-236 40-341,660-61 51,8 42-556,-639 21 420,1517 12-7824,-1486-10 7127,211 12-6315,-254-9 1876,-16 6-3029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4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406 0 11373,'-84'48'2204,"50"-27"-168,1-5-139,3 8-121,3 3-180,0 9-264,-3 3-388,-4 12-96,4 1-108,4 2-232,9 6-596,7 7-340,-4-4-408,8 3-608,2-9-752,4-5-584,10 5-2405,14 0-4128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5.1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22 306 11301,'19'-12'508,"-11"7"-147,0 0-1,1 0 0,0 1 0,-1 0 1,2 1-1,-1-1 0,0 2 0,17-3 0,-3-1 568,1 0-1,-1-1 0,30-14 0,6-2 24,-2 2 95,-1-3 1,101-57-1,-139 69-223,-1-1 0,16-15-1,-33 28-811,0 0 0,0 0 0,0 0 0,-1 0 0,1 0 0,0 0 0,0 0 0,0 0 0,0 0 0,0 0 0,0 0 0,0 0 0,0 0 0,0 0 0,-1 0 0,1 0 1,0 0-1,0 0 0,0 0 0,0 0 0,0 0 0,0 0 0,0 0 0,0 0 0,0 0 0,0 0 0,-1 0 0,1 0 0,0 0 0,0 0 0,0-1 0,0 1 0,0 0 0,0 0 0,0 0 0,0 0 0,0 0 0,0 0 0,0 0 0,0 0 0,0 0 0,0 0 0,0 0 0,0-1 0,0 1 0,0 0 0,0 0 0,0 0 0,0 0 0,0 0 0,0 0 0,0 0 0,0 0 0,0 0 0,0-1 0,0 1 0,0 0 0,0 0 0,0 0 0,0 0 0,0 0 0,0 0 0,0 0 0,0 0 0,0 0 0,0 0 0,0 0 0,0-1 0,1 1 0,-7-2 122,0 0-1,1 1 1,-1-1-1,0 1 1,0 0-1,0 0 1,0 1-1,0 0 1,0 0-1,0 0 0,0 1 1,0 0-1,0 0 1,0 0-1,0 1 1,1 0-1,-10 4 1,-11 6 249,0 1 0,-33 24-1,47-30-259,-30 21 110,1 1 0,2 2-1,1 2 1,2 1 0,-33 40-1,51-53-218,2 0 0,0 2 0,1 0 0,2 0 0,0 1 0,1 1 0,2 0 0,1 1 0,0 0 0,-8 49 0,16-64-173,-1 0 0,2 0 1,0 0-1,0 0 0,1 0 0,0 0 0,0 0 0,2-1 0,-1 1 0,1-1 1,1 1-1,0-1 0,0 0 0,1 0 0,0-1 0,1 1 0,0-1 0,1 0 0,0-1 1,0 1-1,0-2 0,1 1 0,1-1 0,11 9 0,2-2-551,0-1 0,1-1-1,0-1 1,1-1 0,1-1 0,-1-1-1,1-1 1,0-1 0,52 4-1,-31-6-443,0-3-1,0-2 0,0-1 0,80-16 0,-92 10 825,-1-1-1,0-2 1,0-1-1,-1-2 0,53-31 1,-29 9 1406,-3-2 0,54-48 0,-57 39 884,-38 34-1411,0 0 1,1 1 0,1 0-1,0 1 1,1 1 0,0 0-1,0 1 1,18-8-1,-20 14-321,1 0-1,0 0 0,-1 1 0,1 1 1,0 0-1,0 1 0,18 3 0,102 19 475,-91-14-555,39 8-92,284 43-1421,-63-37-475,-299-22 1664,-8 1-42,-162 46 340,10-4-2,134-36-134,-292 99-281,10 27-5630,242-97 1041,12 0-2863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5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1 13753,'7'72'2584,"-20"-11"129,-11-13-417,8-3-308,6-3-320,3 3-348,-3 10-299,-7 2-189,7 3-308,-3-2-272,9-1-708,4 3-728,7-3-665,-4-5-1199,4-7-3569,-4-3-6196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5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61 164 14669,'-60'-40'5813,"63"19"-3621,17-6-340,17 15-472,10-3-336,17 9-307,6 0-413,17 3-716,20-3-533,7 3-603,3-6-844,7-3-816,4 9-2641,2 6-4964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6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1023 859 6925,'29'-212'3779,"-26"181"-2893,-1 0 1,-1 1-1,-2-1 0,-1 0 0,-1 0 0,-10-37 0,-58-177 4173,65 227-4710,1 3 63,0 0 0,-1 0 0,-1 0 0,0 0 0,-1 1 1,-15-18-1,23 31-381,-1 0 1,1 1 0,-1-1-1,1 0 1,-1 1-1,0-1 1,1 1 0,-1-1-1,0 1 1,1-1-1,-1 1 1,0 0 0,0-1-1,1 1 1,-1 0 0,0 0-1,0-1 1,0 1-1,1 0 1,-1 0 0,0 0-1,0 0 1,0 0 0,0 0-1,1 0 1,-1 0-1,-2 1 1,-19 14 334,16-10-223,-6 5 29,0 2 0,1-1 1,1 1-1,0 1 1,0 0-1,-12 24 0,-42 98 814,48-96-731,-187 524 2118,46 17-1223,-72 523-917,184-771-319,-4 456 1,50-643-928,6 0 0,37 202 1,-25-255-1267,43 123 0,-37-146-1114,3-2-1,48 83 1,1-28-8473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7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282 305 9813,'-16'-15'611,"8"8"20,0 0 1,1-1-1,0 0 1,1 0 0,0 0-1,-9-16 1,15 23-518,-1-1 0,1 1 0,0-1 0,0 1 0,0-1 0,0 1 0,0-1 0,0 1 0,0-1 0,0 1 0,0-1 0,1 1 0,-1-1 0,1 1 0,-1 0 0,1-1 0,-1 1 0,3-3 0,-2 1 145,2-2-160,0 0 0,0 1 1,0-1-1,0 1 0,1 0 0,0 0 0,-1 0 0,2 1 0,-1-1 0,0 1 1,1 0-1,-1 0 0,9-3 0,8-4 95,1 2 0,22-5 0,-40 11-170,90-22 287,1 4 0,143-11 0,200 11 59,-160 19-254,673 13 58,-944-12-173,853 31 78,600 76-248,-3 33-97,-739-69 51,186 2 165,-2-59 26,-555-41 68,-282 17-24,0-3 1,-1-3-1,71-27 1,-131 41 68,0 2 54,11 1-68,0 1 1,-1 0 0,1 1-1,0 1 1,-1 0 0,0 1-1,0 0 1,-1 1 0,1 1 0,14 9-1,3 4 55,-1 2-1,0 1 1,26 27-1,-36-30-11,0 0-1,-2 2 1,0 0-1,27 47 1,4 10 433,-5 2 0,-3 3 0,53 152 0,-56-93 233,-7 1 0,20 242 1,-39-180-144,-20 277 1,-16-240-388,-10-2-1,-11-1 0,-83 257 1,-296 677 186,17-268-368,-37-21-350,423-846 233,-18 38-106,-92 173-233,90-180 204,-71 92 0,49-95 68,61-65 110,0 0 1,0 0 0,0 0 0,-1-1 0,1 1-1,0-1 1,-1 0 0,1 1 0,-1-1-1,1 0 1,-1-1 0,1 1 0,-1 0 0,0-1-1,1 1 1,-1-1 0,0 0 0,1 0-1,-1 0 1,0 0 0,1 0 0,-1-1 0,0 1-1,-4-2 1,3 0-5,-1 0 0,0 0 1,1 0-1,-1 0 0,1-1 0,0 0 0,0 0 0,0 0 0,0-1 1,1 1-1,-7-8 0,-9-19-2,2-1 0,0 0 0,2-1 0,2-1 0,-11-39 0,15 45-67,-6-19-106,-1 0-1,-3 1 1,-31-55-1,-63-71-266,94 149 338,0 0 0,-1 1 0,0 1 0,-2 1 0,-28-19 0,-7 3-38,-1 2-1,-2 3 1,-69-25-1,-197-51-94,-553-82-145,810 176 362,-1522-225-964,-12 62 282,-26 68-369,1610 106 1045,-297-9-652,-98-6-498,284 5-1199,-150-32 0,184 18-2550,21-1-2955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7:57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304 4 9173,'-22'-3'1550,"18"3"-43,3 4 100,-11 58 831,-3-1 0,-2-1 0,-39 90 0,22-63-1195,26-65-1020,-93 284 2017,90-263-2191,3 1-1,1 1 1,2-1-1,2 1 1,4 53 0,5-22-1009,3-1-1,37 145 1,-29-165-1055,31 67 0,-28-79-2250,51 78 0,-15-41-4897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5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1 185 5280,'0'0'1561,"4"-12"1439,-3 8-2759,1 1 1,0 0 0,0-1-1,0 1 1,1 0-1,-1 0 1,1 1-1,0-1 1,0 0-1,-1 1 1,2 0 0,-1-1-1,4-1 1,49-22 1231,-53 25-1372,53-19 693,0 3-1,1 2 1,95-12-1,181 2 160,908 56 144,1 82-815,786 159-1414,-1197-133-1051,-526-93-487,-301-46 2003,-9 1-66,-30 4-626,0-2 0,-71-3 0,37-2-915,-29 4-1309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05.4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0 184 11165,'20'-30'3512,"-10"15"-2164,17-12-167,3 12-193,4-3-184,6 3-264,14-3-24,9 6-112,14-3-120,14 5-288,6 1-368,3 12-680,11 3-596,3 1-545,16 11-2307,11-3-3489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1.8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1745 284 11609,'-3'-16'418,"1"5"77,-1 0 0,0-1 1,0 1-1,-1 0 1,-1 1-1,-9-18 1,4 10 274,5 8-190,0 0 0,-1 0 0,0 1 0,-1 0 0,0 0 0,0 0 0,-1 1 0,0 0 0,0 0 0,-18-11 0,11 11-172,0 1-1,0 1 0,-1 0 1,1 1-1,-1 1 0,0 1 1,-1 0-1,1 1 0,0 0 0,-1 2 1,1 0-1,-1 1 0,-29 5 1,3 3 150,1 1 1,0 3 0,1 1-1,-42 22 1,14-2-214,1 3 0,2 3 0,2 3 0,-83 71-1,51-28-393,-156 183 0,211-218 49,3 1 0,1 2 0,3 1 0,3 1 0,1 2 0,4 2 0,2 0 0,3 1 0,-19 87 0,34-110 0,1 0 0,1 0 0,3 1 0,1-1 0,1 0 0,3 1 0,13 63 0,-10-75 0,2 0 0,0 0 0,2-1 0,1 0 0,1 0 0,1-2 0,1 0 0,1 0 0,1-2 0,39 40 0,-30-38-188,1-2-1,1-1 1,1-1 0,1-1-1,0-2 1,60 25 0,-40-24-624,1-1 0,1-3 0,93 13 0,-101-22 212,1-2 0,0-3 0,0-1 0,0-2 0,-1-2 1,1-2-1,-1-1 0,68-24 0,-61 13-12,-2-2-1,0-3 1,-1-1 0,-1-3-1,-2-1 1,73-62 0,-48 31 753,-4-3 0,-2-3 0,-3-3 0,61-88 0,-47 50 2046,-72 104-1718,-3 10-307,1 1 1,-1-1-1,0 1 1,-1 0-1,1-1 1,-2 1-1,1-1 1,-1 1-1,0-1 1,-6 13-1,-7 33 372,13-43-473,-2 12 51,1 0 0,1 0 1,1 0-1,1 0 0,3 25 0,14 56 233,-14-93-343,0 0 1,0 0-1,1 0 1,0 0-1,1-1 0,0 1 1,0-1-1,1-1 1,0 1-1,1-1 1,0 0-1,0 0 0,1-1 1,0 0-1,15 10 1,-12-9-77,1-1 0,1 0 0,-1-1 0,1-1 1,0 0-1,0-1 0,1 0 0,-1-1 0,1 0 1,0-1-1,0-1 0,0 0 0,-1-1 0,1 0 0,16-3 1,-7 0-11,0-1 1,-1-1 0,1-1 0,-2-1 0,1-1 0,-1-1-1,0 0 1,29-19 0,9-15 128,92-86-1,-111 93 333,-35 32-362,1 0 1,0 0-1,0 0 0,0 0 0,0 1 0,1 0 1,-1 1-1,1-1 0,0 1 0,0 1 1,-1-1-1,1 1 0,14-1 0,6 3 19,0 0-1,38 7 0,-40-4 3,-1-2 0,31 1-1,79-4 816,-130 1-507,-2 2-322,0 0-1,0 0 1,0 0 0,0 1-1,0-1 1,-1 0 0,1 1 0,-1 0-1,0-1 1,2 6 0,-1 0-48,-1 0 1,-1 0 0,1 0-1,-2 11 1,0-3-189,-1-5-98,2 0 0,-1 0 0,1 0-1,1 0 1,0 0 0,1 0 0,0 0 0,4 14-1,-4-20-67,1 0-1,-1 0 1,1 0-1,0-1 1,0 1-1,0-1 1,0 0-1,1 0 0,4 4 1,16 11-6204,-2-2-2598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2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272 296 10057,'19'-210'10385,"-18"145"-7331,2 48-2867,-3 14 182,1 6-196,0 4-144,-1-1 0,1 1 0,-1-1 0,0 1 0,-1-1 0,0 1 0,0-1 0,0 0 1,-4 12-1,-1 3 339,2 1 0,-2 31 1,1-14-18,1 18 256,1 0 0,10 108 0,-2-103-450,-3 0-1,-6 62 1,-2-82-131,-2-1-1,-1 0 0,-2-1 1,-32 76-1,16-58-1073,-3-1 0,-55 79 0,36-82-3260,46-51 2016,17-33-13370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2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 9725,'-3'57'2296,"-7"-24"-204,-14 18-284,8-18-291,9 4-141,0 2-520,-3 0-148,0 3-152,-3 6-180,3-8-276,3 2-384,-3 0-404,7-21-796,-1 9-416,-16 12-825,3-33-1399,7 16-3097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3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 8493,'44'-12'1038,"1"1"-1,1 2 1,0 3 0,0 1 0,0 2 0,64 5-1,-27 4-249,89 18 0,-138-18-595,-1 3-1,0 0 0,0 3 1,-1 0-1,44 25 1,-68-33-113,-1 1 1,-1-1 0,1 1-1,-1 1 1,0-1 0,0 1-1,-1 1 1,1-1-1,-1 1 1,-1-1 0,1 1-1,-1 1 1,-1-1 0,1 0-1,-1 1 1,3 13 0,-3-8 34,-1-1 1,-1 0 0,0 1 0,0 0 0,-1-1 0,-1 1-1,0-1 1,-1 1 0,-1-1 0,-4 17 0,-4 3 67,-11 46 181,20-72-315,1 1 1,0 0-1,0 0 0,1 0 1,0-1-1,0 1 1,0 0-1,3 11 1,-2-16-41,-1 0 1,1 0-1,-1-1 1,1 1 0,0 0-1,-1 0 1,1-1-1,0 1 1,0 0 0,1-1-1,-1 1 1,0-1 0,0 0-1,1 1 1,-1-1-1,1 0 1,-1 0 0,1 0-1,-1 0 1,1 0-1,0 0 1,0 0 0,-1 0-1,1-1 1,0 1-1,0-1 1,0 1 0,0-1-1,-1 0 1,1 0-1,0 0 1,0 0 0,0 0-1,0 0 1,0 0-1,0-1 1,0 1 0,0-1-1,-1 1 1,1-1-1,0 0 1,0 0 0,1-1-1,4-1-1,1-1 1,-1 0-1,-1 0 0,1-1 1,0 0-1,-1 0 0,0 0 0,0-1 1,6-8-1,-4 2 6,0 0 0,-1-1 1,-1 1-1,0-1 0,0-1 0,-2 1 0,6-25 0,-2-6 39,2-52-1,2-15-23,-10 101-29,0 0-1,0 1 1,1-1 0,1 1 0,-1-1 0,2 1 0,-1 0 0,7-9-1,-8 14-3,0-1-1,1 1 1,0 0-1,0 0 0,0 1 1,0-1-1,0 1 1,1 0-1,-1 0 0,1 0 1,0 1-1,0 0 1,0 0-1,0 0 1,1 0-1,-1 1 0,10-2 1,2 1-5,1 1 0,0 1 0,-1 1 0,21 2 0,-30-2 4,-1 0 0,0 1 0,0 0-1,1 0 1,-1 0 0,-1 1 0,1 0-1,0 1 1,-1-1 0,1 1 0,-1 0-1,0 1 1,8 8 0,-9-7-1,0 1-1,0 0 1,-1 0 0,0 0 0,-1 1 0,0-1 0,0 1 0,0 0 0,2 12-1,-5-17-5,2 1 6,-2-2-12,0 0 1,1 1-1,0-1 1,0 1-1,0-1 1,0 0-1,0 1 1,0-1-1,1 0 1,-1 0-1,0 0 1,1 0-1,0 0 1,0 0-1,-1-1 1,1 1-1,0-1 1,0 1-1,1-1 1,-1 1-1,0-1 1,0 0-1,1 0 1,-1 0-1,0-1 1,1 1-1,-1 0 1,1-1-1,-1 0 1,4 1-1,18 1-165,1 0-1,45-3 1,2 0 36,11 4 8,74 5 656,-146-8-568,0 0 0,-1-1 1,1-1-1,-1 0 0,0 0 0,1-1 1,-1 0-1,0-1 0,18-9 1,-12 6-134,0 1 1,29-8 0,45-10-35,-56 13 1004,55-8-1,-73 13-206,-15 5-534,-1 1 0,1-1 0,0 0 0,0 1 1,0 0-1,0-1 0,0 1 0,0-1 0,0 1 0,0 0 1,0 0-1,0 0 0,0-1 0,0 1 0,0 0 0,0 0 1,0 0-1,0 1 0,0-1 0,0 0 0,2 1 0,18 10 122,-14-7-520,-1 0-1,1 0 1,0-1 0,0 0-1,0-1 1,14 4 0,10-2-1197,35 4-5653,-20 1-2355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3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16 12653,'-8'-15'4916,"23"29"2192,7 8-6613,47 38 398,-4 2 1,-1 3-1,64 87 0,-102-116-808,-1 0 1,-2 2 0,-2 1-1,-2 0 1,-1 2 0,-2 0-1,-1 0 1,13 73-1,-24-88-60,-2 0-1,-1 1 1,-1-1-1,-1 1 1,-1-1-1,-2 0 1,0 1-1,-2-2 1,-1 1-1,-1-1 0,-1 0 1,-12 24-1,15-40-5,0 1-1,-1 0 1,0-1 0,0 0-1,-1-1 1,0 0-1,0 0 1,-1-1-1,0 0 1,-12 7-1,19-13 3,0 0 0,-1 0 0,1 0 0,0 0 0,-1 0 0,1 0 0,-1-1 0,1 0 0,-1 1 0,1-1 0,-1 0 0,1 0 0,-1 0 0,1 0 0,-1-1 0,1 1 0,0-1 0,-1 1 0,1-1 0,-1 0 0,1 0 0,0 0 0,0 0 0,0-1 0,-1 1-1,1 0 1,0-1 0,0 0 0,1 1 0,-1-1 0,0 0 0,1 0 0,-1 0 0,1 0 0,-1 0 0,1 0 0,0 0 0,0-1 0,0 1 0,0 0 0,1-1 0,-1 1 0,0-1 0,1-3 0,-2-7 19,2 0 1,0 0-1,0-1 0,1 1 1,1 0-1,0 0 1,1 0-1,1 0 1,0 1-1,0-1 0,1 1 1,13-23-1,10-11-47,59-77 1,-85 121 2,76-96-1205,5 4 0,4 3-1,121-97 1,-110 111-4836,160-97 1,-110 93-5535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3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0 14409,'0'0'1773,"-2"2"-187,-3 3-1121,1 1 1,0-1 0,0 1 0,0 0-1,1 0 1,0 0 0,0 1 0,1-1 0,0 1-1,-2 8 1,-2 10 455,-5 41 1,9-21-685,0-1 1,3 0 0,9 57 0,31 133-2693,-38-219 2219,10 56-1261,33 139-7242,-38-188 4763,1-8-1822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4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2 482 8733,'-1'-157'1153,"1"144"-748,0 0 0,1-1 0,1 1 0,0 0 0,1-1 0,0 1 0,10-24 0,-2 8 680,-8 20-832,0-1 0,1 1-1,0 0 1,0 0 0,1 1-1,0-1 1,1 1 0,0 0-1,0 0 1,1 1 0,0 0-1,0 0 1,1 1 0,-1 0-1,1 0 1,1 1 0,-1-1-1,1 2 1,0 0 0,0 0-1,0 0 1,1 1 0,-1 0-1,1 1 1,0 0 0,-1 1-1,15-1 1,9 4-73,0 1 1,-1 1-1,0 2 0,0 1 0,39 14 1,150 69 92,-138-51-430,-18-8-361,70 23-1,-127-52 621,0 0 0,0 0-1,0-1 1,0 0 0,0 0-1,0-1 1,0 0 0,0 0-1,0-1 1,0 0 0,0 0-1,-1-1 1,1 0 0,0-1-1,-1 0 1,1 0 0,-1 0-1,0-1 1,0 0 0,0 0 0,-1-1-1,1 0 1,8-9 0,-10 9 286,0 0 1,0 0 0,0 0 0,1 1 0,0 0 0,-1 0 0,2 1 0,-1-1 0,8-2 0,-11 5-338,1 1 0,-1-1-1,0 1 1,1 0 0,-1 0-1,0 0 1,1 1 0,-1-1-1,0 1 1,0 0 0,0 0-1,1 0 1,-1 0 0,0 0-1,0 1 1,0-1 0,-1 1-1,1 0 1,0 0 0,-1 0-1,5 4 1,13 11 62,174 137-2457,-165-133 1666,1-3 0,1 0 0,0-2-1,1-1 1,35 11 0,-51-22 589,0-1 0,0 0 0,0-1 1,0-1-1,0 0 0,1-1 0,-1-1 0,0-1 0,0 0 0,0-1 0,0 0 1,0-2-1,-1 0 0,0 0 0,0-2 0,0 0 0,-1 0 0,0-2 1,0 1-1,-1-2 0,0 0 0,-1 0 0,22-24 0,-13 11 321,-12 15-98,-1 0 1,-1-1-1,1 1 1,-2-1-1,1-1 1,-1 1-1,0-1 1,-1 0-1,0-1 1,5-17-1,-9 25-35,-18 1 47,16 2-144,-1-1 1,1 1-1,0 0 1,-1 0-1,1 0 0,-1 0 1,1 0-1,0 0 1,-1 0-1,1 0 0,0 0 1,-1 0-1,1 1 1,-1-1-1,1 1 0,0-1 1,0 1-1,-1-1 1,1 1-1,-2 1 0,-4 4-246,1 0-1,0 1 0,0-1 1,0 1-1,1 0 1,0 1-1,0-1 0,1 1 1,-5 13-1,-12 17-2350,15-25 1730,5-11 321,1 1 388,0-1 238,-1 0 0,1 0 1,0 0-1,0 0 0,0 0 1,0 0-1,1 0 0,-1-1 1,0 1-1,1 0 0,0 0 1,-1 0-1,1 0 0,0-1 0,0 1 1,0 0-1,0-1 0,0 1 1,0 0-1,0-1 0,1 0 1,-1 1-1,0-1 0,1 0 1,-1 1-1,1-1 0,0 0 1,-1 0-1,1 0 0,0-1 0,0 1 1,0 0-1,-1-1 0,4 1 1,92 53 2103,-61-37-2783,2-2 0,67 18 1,83 6-7400,-169-35 6612,45 8-5388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4.7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11709,'25'7'1287,"0"0"-1,0-2 1,1 0 0,-1-2-1,35 0 1,32 4 1391,880 148 3911,-186-25-5000,-636-105-835,-65-10 83,165 9-1,-246-24-1188,20 5-3925,10 2-83,-10 0-4394,1 1-3231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5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461 853 8805,'0'0'4786,"-11"-9"-239,11 9-4340,0-1-1,0 1 0,0 0 0,0-1 0,0 1 1,-1 0-1,1-1 0,0 1 0,0 0 0,0-1 1,0 1-1,0-1 0,0 1 0,0 0 1,0-1-1,0 1 0,1 0 0,-1-1 0,0 1 1,0 0-1,0-1 0,0 1 0,0 0 0,1-1 1,-1 1-1,0 0 0,0 0 0,0-1 1,1 1-1,-1 0 0,0 0 0,0-1 0,1 1 1,-1 0-1,0 0 0,1 0 0,0-1 0,23-15 2681,42-17-3050,-48 24 1105,16-9-747,0-2 1,-1-1-1,-2-1 1,0-2-1,-1-1 1,-2-1-1,-1-2 1,-1 0-1,-1-2 0,-1-1 1,-2-1-1,-1-1 1,-2-1-1,-1 0 1,13-38-1,-12 20-195,23-104 0,-34 126 0,4-18 0,-12 47 0,-1-7 0,-12 13 0,0 6 0,1 0 0,0 0 0,1 1 0,0 1 0,0 0 0,1 0 0,1 1 0,-10 19 0,-16 49 0,3 2 0,-33 135 0,16-47 0,19-82 0,-4 0 0,-3-2 0,-75 126 0,76-157 0,-2-2 0,-2-2 0,-3-1 0,-1-3 0,-96 81 0,104-100 0,1 0 0,-1-1 0,-62 36 0,83-58-4,14-9-27,11-6-212,13-7-871,1 2 0,-1 1 0,2 1 0,26-8 0,17-8-1261,181-91-8554,-107 54 298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6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885 26 13021,'-2'-1'137,"-3"-3"368,0 1 0,1 0 0,-1 0-1,0 1 1,0-1 0,-11-3-1,13 6-85,1 0 0,0 0 0,-1 0-1,1 0 1,-1 0 0,1 0 0,0 0 0,-1 1-1,1-1 1,-1 1 0,1 0 0,0 0-1,0 0 1,0 0 0,-1 0 0,1 0 0,0 1-1,0-1 1,0 0 0,1 1 0,-4 3-1,-14 17 909,0 1 0,2 1-1,1 1 1,-21 41 0,15-25-1163,-77 149-99,77-143-65,-100 221 0,-135 357 0,156-338-310,68-162-2929,16-39-1851,13-30-2219,3 0-6526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6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41 283 12965,'-34'-123'3024,"31"99"-191,0-3-601,16 6-440,17-10-368,7 13-296,17 6-464,29 0-688,21 3-524,10 3-372,10 6-620,10 0-676,-3 0-272,-1 6-2981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6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8677,'0'0'1923,"0"3"-62,-1 6-1074,0 1 0,0 0 0,1 0 1,1 0-1,-1 0 0,2 0 0,-1 0 0,6 17 0,20 69 1750,67 283 2101,-80-304-4312,-3 2 0,-3-1 1,-3 80-1,-5-126-199,-1 10-1,-6 52 0,5-82-32,1 0-1,-2 0 1,1 0 0,-2 0-1,1 0 1,-1-1 0,0 1 0,-1-1-1,0-1 1,-8 12 0,11-18 1098,0-7-574,-1 0-531,1-1 0,0 1-1,1-1 1,-1 0 0,1 0 0,0 0 0,1 1 0,-1-1 0,1 0 0,0 0 0,1 0-1,-1 0 1,1 0 0,2-8 0,5-13 23,18-48-1,-24 73-109,23-54-243,3 1 0,3 1 0,1 2 0,3 1 0,2 2 0,2 2 0,3 1 0,82-72-1,-95 94-658,1 1-1,2 1 0,0 1 0,1 2 0,0 1 0,2 2 0,0 2 0,1 0 0,0 3 0,1 1 0,0 2 0,52-6 0,-46 12-3166,88 4 0,-56 9-3650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16.6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48 215 11601,'0'0'1992,"-24"-12"40,4 0 5533,17-7-5489,3 1-436,3 0-367,4 0-173,0 0-320,-1 0-488,8 0-712,-1 3-1040,-6-12-1113,0 6-543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0.6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376 1 13729,'-13'0'1249,"10"0"-882,1 0-1,-1-1 1,1 1 0,-1 1-1,0-1 1,1 0 0,-1 1-1,1-1 1,-4 2-1,5-1-186,0 0-1,-1 0 1,1 0-1,0 0 0,0 0 1,0 0-1,0 1 1,0-1-1,1 0 1,-1 1-1,0-1 0,1 0 1,-1 1-1,1-1 1,-1 1-1,1-1 0,-1 1 1,1-1-1,0 3 1,-20 142 7564,11-67-6349,-20 79 0,-10-8-1395,-88 411 0,89-373-216,-10 61 799,44-213-1654,1 0 1,2 0 0,1-1 0,10 71 0,3-60-5347,14 9-11965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1.0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878 130 11217,'26'-78'2040,"-25"75"-1840,0 0-1,1 0 1,-1 0 0,1 1-1,-1-1 1,1 0 0,0 1-1,0-1 1,0 1 0,0-1-1,1 1 1,-1 0-1,0 0 1,1 0 0,0 0-1,-1 1 1,1-1 0,0 1-1,0-1 1,0 1 0,0 0-1,0 0 1,0 1-1,0-1 1,4 0 0,0 1 6,1-1 1,-1 2-1,1-1 1,-1 1-1,1 0 1,-1 0-1,0 1 1,11 3 0,-8-1-114,-1 0 0,0 1 0,1 0 0,-1 0 0,-1 1 0,1 0 0,-1 0 0,0 1 0,-1 0 0,1 1 0,-1-1 0,8 14 0,-7-10-30,-1 2 0,-1-1 0,0 1 0,0 0 0,-2 0 1,1 0-1,-2 1 0,4 22 0,-5-15-29,-1-1-1,0 1 1,-2 0-1,0-1 1,-1 1-1,-1-1 0,-1 0 1,-1 0-1,-1 0 1,0 0-1,-2-1 1,-19 35-1,0-12-2,-2-2-1,-2-1 0,-1-1 0,-3-2 1,0-2-1,-47 35 0,-256 163 75,205-148-84,85-52-31,-141 97-20,155-104-130,2 2-1,0 2 1,-33 39-1,63-66 131,1-1-1,0 0 1,0 1-1,0-1 1,0 1-1,0 0 0,0-1 1,0 1-1,1-1 1,-1 1-1,1 0 1,-1 0-1,1-1 1,0 1-1,-1 0 0,1 0 1,0 0-1,0-1 1,0 1-1,0 0 1,1 0-1,-1 0 1,0-1-1,1 1 0,0 0 1,-1-1-1,1 1 1,0 0-1,0-1 1,-1 1-1,1-1 1,0 1-1,1-1 0,0 2 1,3 2-59,-1-1 0,1 0-1,0 0 1,0 0 0,1-1 0,-1 0 0,10 4 0,4 0-149,1-2 0,1 0 0,-1-1 1,0-1-1,1-1 0,29-1 0,-44 0 180,351-11-2275,1-28 1433,-148 8 1346,-74 9 1497,195-5-1,-324 27-1749,-1-1 0,0 1 0,0 0-1,0 0 1,0 1 0,-1 0 0,1 0-1,0 0 1,-1 1 0,1-1 0,-1 1-1,0 1 1,0-1 0,0 1 0,0 0-1,-1 0 1,1 0 0,-1 1 0,0-1-1,0 1 1,-1 0 0,5 8 0,-6-9-74,0 0 0,0 0 0,-1 0 0,1 0 0,-1 1 0,0-1 1,0 0-1,0 1 0,-1-1 0,0 1 0,1-1 0,-2 1 1,1-1-1,0 1 0,-1-1 0,0 0 0,-2 7 0,0 5 166,-30 142 1362,-1 2-784,29-128-1012,2-1 0,1 1 0,2 33 0,1-50-315,1 0 0,0 0 0,1 0 0,1-1 0,1 1 0,0-1 0,1 0 0,0-1 0,16 26 0,-21-36 191,1-1-1,-1 0 1,1 0 0,-1-1-1,1 1 1,0 0 0,0 0 0,0-1-1,0 1 1,0-1 0,0 0-1,0 1 1,1-1 0,-1 0 0,0 0-1,1-1 1,-1 1 0,1 0-1,-1-1 1,1 1 0,-1-1 0,1 0-1,-1 0 1,1 0 0,-1 0 0,1-1-1,-1 1 1,1 0 0,-1-1-1,1 0 1,-1 0 0,0 0 0,1 0-1,-1 0 1,0 0 0,0 0-1,0-1 1,0 1 0,0-1 0,0 1-1,0-1 1,0 0 0,-1 0-1,1 0 1,0 0 0,-1 0 0,0 0-1,0 0 1,1-1 0,-1 1-1,-1 0 1,2-4 0,11-36-6164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1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5020,'0'0'3365,"10"13"-3721,7-1-764,0 6-2805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1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5020,'-10'15'2526,"13"-6"762,-1-8-2817,0 0-1,1-1 1,-1 1 0,0 0-1,1-1 1,-1 0 0,1 1 0,-1-1-1,3 0 1,11 1-968,9 2 1514,1-1-295,0 1 0,0 1 0,0 2-1,-1 0 1,39 16 0,-58-19-628,11 6 166,0 0 0,1-2 0,0 0 0,0-1 0,37 7 0,-4-7-84,0-2 0,101-5 1,-113 1-42,30-4 391,-66 4-465,0-1 0,-1 1 1,1 0-1,0 0 0,0 0 0,0 0 0,0 0 0,-1 0 0,1 1 0,0 0 1,0-1-1,2 2 0,-3-1-5,-1 0 0,0-1 0,0 1 0,0 0 0,0 0 0,0 0 0,0 0 0,0 0 0,0 0 0,0 0 0,-1 0 0,1 0 0,0 1 0,-1-1 0,1 0 0,-1 0 0,1 1 0,0 1 0,0 5 218,-1 1 1,0-1-1,0 1 0,-1-1 0,0 0 1,-4 16-1,3-16-268,1 0 0,-1 1 0,2-1 0,-1 0 0,1 1 0,1 9 0,0-13-258,1 0 0,-1 0-1,1 1 1,0-1 0,1-1 0,0 1 0,-1 0-1,1-1 1,1 1 0,-1-1 0,1 0-1,-1 0 1,1 0 0,8 6 0,-3-5-1175,0 0 1,-1 0-1,1 0 1,1-1-1,-1-1 1,1 0-1,15 4 1,23 4-7452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2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275 253 11717,'86'-169'3900,"-66"126"-1224,-2 2 3027,-33 56-4336,4-6-1089,-35 44 522,2 2 0,-69 115 0,77-114-593,17-25-156,0 0 1,2 1-1,2 1 0,1 0 1,1 1-1,2 0 0,-7 41 1,15-61-216,1 0 0,1 1 0,0-1 0,1 1 0,0-1 0,1 1 0,1-1 0,0 0 0,1 0 0,1 1 0,0-2 1,1 1-1,0 0 0,1-1 0,1 0 0,0-1 0,0 1 0,2-1 0,-1-1 0,16 16 0,-14-17-58,1 0 0,1 0 0,0-2-1,0 1 1,1-1 0,0-1 0,0 0-1,1-1 1,-1-1 0,1 0 0,1-1-1,-1 0 1,1-1 0,-1-1 0,1 0-1,0-1 1,0 0 0,0-1 0,0-1-1,28-6 1,29-15 200,-49 13 84,37-7 0,21 3-733,1 3 1,0 5 0,0 3-1,104 10 1,-89-2 49,-92-5 653,1 1 1,0 0-1,-1 0 1,1 0 0,-1 1-1,9 4 1,2 2-25,116 41-5092,-101-40 1986,17 8-2650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2.3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39 112 15457,'-2'0'256,"-1"0"0,1 0-1,0 0 1,0 0 0,-1 0-1,1-1 1,0 1 0,0-1-1,0 1 1,-1-1 0,1 0-1,0 0 1,-2-1 0,3 1-55,0-1 0,1 1 0,-1 0 0,1 0 0,-1 0 0,1-1 0,0 1 0,-1 0 0,1-1 1,0 1-1,0 0 0,0 0 0,0-1 0,0 1 0,0 0 0,0-1 0,1 1 0,-1 0 0,0-1 1,1 1-1,-1 0 0,1 0 0,-1 0 0,1-1 0,-1 1 0,2-1 0,0-1 90,0-1-1,0 1 0,0 0 0,1 0 1,-1 0-1,1 0 0,-1 1 0,1-1 1,0 1-1,0 0 0,0 0 0,0 0 1,1 0-1,-1 0 0,1 0 0,-1 1 1,8-2-1,6-2 309,1 2 1,27-4-1,-33 6-330,122-7 197,238 16 0,-232-1-423,828 44-7048,-323 10-5456,-406-29 2178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3.4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79 296 6693,'31'-13'1965,"-31"13"-1918,0 0-1,1 0 1,-1 0 0,0 0-1,0 0 1,1 0 0,-1 0-1,0 0 1,0 0 0,1 0-1,-1 0 1,0 0 0,0-1-1,1 1 1,-1 0 0,0 0-1,0 0 1,0 0 0,1 0-1,-1-1 1,0 1 0,0 0-1,0 0 1,0 0-1,0-1 1,1 1 0,-1 0-1,0 0 1,0-1 0,0 1-1,0 0 1,0 0 0,0-1-1,0 1 1,0 0 0,0 0-1,0 0 1,0-1 0,0 1-1,0-8 781,0 1-1,0 0 1,1 0-1,0 0 1,1 0-1,-1 0 1,1 0-1,5-10 1,4-11 1530,10-32-1,-8 21-680,-12 36-508,-1-1-700,0-31 255,0 31 317,0 2-1012,-6-23 27,6 22 1435,1 8-1007,4 10-9,-1 1 0,-1-1 0,0 1 0,0 31 0,-5 75 222,1-76-802,-2 52 106,-5 0 0,-4-1 0,-4 0 0,-52 171 0,26-112-3140,12-38-5824,24-93 2188,7-4-4127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3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0 223 12905,'64'-96'2204,"-37"60"-235,20 3-241,13 6-468,4 8-256,13 10-232,20 6-160,13 9-360,14 13-280,0-1-424,-3 18-492,-1 9-588,-9 15-412,-14 7-417,-23 5-2127,-17 12-3485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3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 7497,'-54'60'2032,"44"-51"1872,30 9-2064,4-6-339,9-3-309,38 3-284,-1-9-392,24 6-408,16-2-612,14-4-580,7-3-581,9 0-535,-2-10-1848,-4 4-2965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4.4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178 386 8709,'-16'-7'10604,"-2"4"-4553,-23 8-3363,-14 12-6231,36-9 4507,-10 14-2053,36-4 793,-5-15 277,0 1 0,0-1 0,1 0 0,-1 0 0,1 0 0,0 0 0,0 0 0,0 0 0,0-1 0,0 0 0,0 1 0,4 1 0,51 24-69,-29-14 38,-18-8 34,-1-1 1,1-1-1,0 0 1,1 0-1,-1-1 1,1 0-1,-1-1 1,1 0-1,0-1 1,0 0 0,0-1-1,-1-1 1,1 0-1,0 0 1,0-1-1,-1 0 1,20-7-1,93-38 184,-84 31 470,0 1 0,57-13 0,-47 18 376,1 3 0,99-3 1,-122 11-724,1 1 1,-1 2-1,0 0 1,0 2-1,-1 1 1,50 20-1,-29-4 3,-2 2 0,59 41 0,42 25-1201,-132-84 690,0 0 1,0-2-1,1 1 0,0-2 1,-1 0-1,2-1 0,-1-1 1,0 0-1,0-1 0,1-1 0,-1-1 1,0 0-1,1-1 0,-1 0 1,0-2-1,23-7 0,-4-2 54,0-2 0,-1-1 0,-1-1-1,0-2 1,-1-2 0,47-40 0,-58 45 116,164-145-149,-126 103 550,19-19 1558,122-92 1,-190 161-1610,1 1 1,0 0-1,18-8 0,-25 13-198,0 1-1,0-1 1,0 1-1,0 0 0,0 0 1,0 1-1,0-1 1,1 1-1,-1 0 0,0 0 1,0 1-1,1-1 0,-1 1 1,0 0-1,6 1 1,-5 0-89,-1 0 1,1 0 0,0 1 0,-1 0 0,1-1 0,-1 1-1,0 1 1,0-1 0,0 0 0,0 1 0,0 0 0,5 8-1,-5-5-17,0 1 0,-1-1 0,1 1 0,-1-1 0,-1 1 0,0 0 0,0 0 0,1 10 0,-1 6 9,0 1 0,-1 0 0,-5 42 0,-19 77-400,-2 30-6303,23-136 1207,-9 45 0,-6-92 3638,13 5 1987,0 0-1,0-1 1,0 0 0,1 0-1,-1 0 1,1 0 0,0-1-1,1 1 1,-1-1 0,-1-9-1,-13-24 1672,-94-149 11812,111 187-13523,0 0 0,-1 0 0,1 0 1,0 0-1,0 0 0,0 0 0,0 0 0,0-1 0,0 1 1,0 0-1,0 0 0,0 0 0,0 0 0,1 0 1,-1 0-1,0 0 0,1 0 0,-1 0 0,1 0 1,0-2-1,1 0 178,-1 1-250,0 0-1,0 0 1,1 0 0,-1 0-1,0 0 1,1 1-1,0-1 1,-1 0 0,1 1-1,0-1 1,0 1 0,-1 0-1,1 0 1,0-1 0,1 1-1,-1 1 1,0-1 0,0 0-1,0 0 1,0 1-1,1-1 1,-1 1 0,0 0-1,0 0 1,1 0 0,-1 0-1,3 0 1,15 1-258,-1 0 0,25 4 0,-29-2-53,372 73-9744,-235-42 1689,-57-13-2142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4.6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10669,'37'-21'4224,"-37"2"-2327,0 1 3647,3 0-4052,4 6 1460,6 0-3600,8 6-548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5.0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56 11365,'-3'1'237,"1"-1"1,0 0-1,0 1 0,-1-1 1,1 0-1,0 0 0,0 0 1,-1 0-1,1-1 0,0 1 1,0 0-1,0-1 0,-1 0 1,1 0-1,0 1 0,0-1 1,0 0-1,0-1 0,0 1 1,0 0-1,1 0 0,-1-1 1,0 1-1,1-1 0,-1 0 1,1 1-1,-2-4 0,0 3 1927,50-4-95,86-8-218,172 3-1,1052 87-1284,-883-43-1009,1202 61-1212,1-47 482,-1119-49 946,-13-38-222,-368 10-278,-145 23-215,-1-2 1,0-1-1,37-18 0,-66 27 532,0 0 0,0 1 1,0-1-1,0 0 0,0 0 0,0-1 1,0 1-1,-1 0 0,1-1 0,0 1 1,-1-1-1,1 1 0,1-3 0,-3 2-174,0 1 0,0 0 0,0-1-1,0 1 1,0-1 0,-1 1 0,1 0-1,0-1 1,-1 1 0,1 0 0,-1 0-1,1-1 1,-1 1 0,0 0 0,-1-2-1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8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34 13025,'5'-21'2121,"-5"20"-2026,0 0 0,0 1 1,-1-1-1,1 1 0,0-1 1,0 1-1,-1-1 0,1 1 1,0-1-1,0 1 1,-1-1-1,1 1 0,-1-1 1,1 1-1,0 0 0,-1-1 1,1 1-1,-1 0 0,1-1 1,-1 1-1,1 0 0,-1 0 1,1-1-1,-1 1 1,0 0-1,1 0 0,-1 0 1,-3-1 1987,10 1-42,195 10 2819,108 28-3662,-154-17-692,484 45-1527,3-19-3302,-225-33-559,-139-15-1450,-38-4-2630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8.2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480 63 10537,'-4'-9'428,"3"4"382,-1 1 0,1 0-1,-1 0 1,0 0 0,-1 0 0,1 0 0,-1 0 0,1 0 0,-1 1 0,0 0 0,0-1-1,-4-2 1,7 6-782,0 0-1,0 0 1,0 0-1,0 0 1,-1 0-1,1 0 1,0 0-1,0 0 1,0 0-1,0 0 1,0 0-1,0 0 1,0 0-1,0 0 0,-1 0 1,1 0-1,0 0 1,0 0-1,0 0 1,0 0-1,0 0 1,0 0-1,0 0 1,-1 0-1,1 0 1,0 0-1,0 0 1,0 0-1,0 0 1,0 0-1,0 0 1,0 0-1,0 0 1,0 0-1,-1 0 0,1 0 1,0 0-1,0 0 1,0 1-1,0-1 1,0 0-1,0 0 1,0 0-1,0 0 1,0 0-1,0 0 1,0 0-1,0 0 1,0 1-1,0-1 1,0 0-1,0 0 1,0 0-1,0 0 1,0 0-1,0 0 1,0 0-1,0 0 0,0 1 1,0-1-1,0 0 1,0 0-1,0 0 1,0 0-1,0 0 1,-7 28 1213,1 0 0,1 1 0,2-1 0,0 53 0,2-43-408,0-3-167,-2 45-227,-2-1 0,-4 0 0,-27 111 0,26-151-439,-54 172 0,-62 76-1223,25-105-8268,74-142 2321,-3-3-4729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8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40 295 12469,'-38'-60'5011,"38"60"-4967,0 0 0,0-1 1,0 1-1,0 0 0,0 0 1,0 0-1,0 0 0,-1 0 1,1 0-1,0 0 1,0-1-1,0 1 0,0 0 1,0 0-1,0 0 0,0 0 1,0 0-1,0-1 0,0 1 1,0 0-1,0 0 0,0 0 1,0 0-1,0 0 1,0-1-1,0 1 0,0 0 1,0 0-1,0 0 0,0 0 1,0 0-1,0-1 0,0 1 1,0 0-1,0 0 0,0 0 1,1 0-1,-1 0 1,0 0-1,0-1 0,0 1 1,0 0-1,0 0 0,0 0 1,0 0-1,0 0 0,1 0 1,-1 0-1,6-6 314,0 1 0,0 0 0,1 0 0,0 0 0,0 1 0,0 0-1,0 1 1,1-1 0,-1 2 0,1-1 0,11-2 0,13-1 297,52-4 1,-50 7-313,323-16 741,-108 8-1690,-62 1-47,354-37-714,-441 34 1156,-52 8 162,0-2-1,-1-2 1,61-19-1,-84 19 53,-22 9 84,-14 5-36,6-2-36,1-1 0,-1 2 0,1-1-1,0 0 1,0 1 0,1 0 0,-1 0 0,1 0 0,0 1-1,0 0 1,0-1 0,0 1 0,1 1 0,0-1 0,0 0-1,0 1 1,1 0 0,0-1 0,0 1 0,0 0 0,1 0-1,-1 6 1,1-5-6,0 0 1,1 0-1,0 1 0,0-1 0,1 0 0,0 0 1,0 0-1,0 0 0,1 0 0,0 0 1,1-1-1,-1 1 0,1-1 0,0 1 0,1-1 1,0 0-1,0 0 0,7 8 0,21 17-182,2-2 0,1-1-1,61 38 1,-81-58 46,0 0 0,0-2 0,1 1 0,0-2 0,1 0 0,-1-1 0,1 0 0,31 2 0,-16-5 28,-1-1 1,0-1 0,58-10-1,-57 4 268,-25 5-116,0 0 1,1 0-1,-1 1 0,1 0 0,-1 1 0,1-1 0,-1 1 0,13 2 0,-4 2-14,-1 1 0,0 0 0,0 1 0,28 15 0,57 41-226,-65-39-195,-8-6-1355,58 28 0,-73-40 1237,1 0 0,0-1 0,0-1 0,0 0 0,0-1 0,1 0 0,15 0 0,-26-2 488,0-1 0,0 1 1,0-1-1,0 1 0,0-1 0,0 0 1,0 0-1,5-3 0,-2 2 132,-5 1-75,0 1 0,0-1 0,0 0 0,0 1 0,0-1 0,-1 0 0,1 0 0,0 1 0,-1-1 0,1 0 0,0 0 0,-1 0 0,1 0 0,-1 0 0,0 0 0,1 0 0,-1 0 0,1-2 0,0 0 138,1 1-48,-1 0-1,0 0 0,0 0 0,0 0 1,0 0-1,-1 0 0,1 0 0,-1-1 1,1 1-1,-1 0 0,0 0 0,1 0 1,-1 0-1,0-1 0,0 1 0,-1 0 1,1 0-1,0 0 0,-1-1 0,0 1 1,1 0-1,-3-4 0,2 6-98,0 0 1,0-1-1,0 1 0,0 0 1,0-1-1,0 1 0,0 0 1,0 0-1,0 0 0,0 0 1,0 0-1,0 0 0,0 0 1,0 0-1,0 1 0,0-1 1,0 0-1,-1 1 0,2-1 3,-8 2-12,1-1 0,0 1 0,0 1-1,0-1 1,0 1 0,1 1 0,-1-1 0,1 1 0,0 0 0,0 0 0,0 1 0,0 0 0,1 0 0,-8 9-1,5-4-758,1 1-1,0 0 1,0 0-1,1 1 1,0 0-1,1 0 1,-4 16-1,-3-2-5063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9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89 6609,'13'-18'960,"-10"13"-427,0-1-1,1 1 1,0 0-1,0 0 1,0 1-1,1-1 1,-1 1-1,1 0 1,0 0-1,0 1 1,1-1-1,-1 1 1,8-3-1,-10 5-306,1-1 1,0 1-1,0 0 0,-1 0 1,1 0-1,0 1 1,0-1-1,0 1 0,0 0 1,0 0-1,0 1 0,0-1 1,0 1-1,-1 0 0,1 0 1,0 0-1,0 0 1,4 3-1,-3-1-75,-1 0 1,1 0-1,-1 1 0,0 0 1,0 0-1,0 0 0,0 0 1,-1 1-1,1 0 1,-1-1-1,3 8 0,4 11 66,-1 1-1,0 0 1,-2 1-1,5 36 1,-11-57-165,33 186-118,-13-73-2933,2 2-6801,-14-73 3373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29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6 163 7117,'0'-1'112,"-1"1"1,1-1 0,-1 0 0,1 1 0,-1-1 0,1 0-1,0 1 1,-1-1 0,1 0 0,0 0 0,0 1 0,-1-1-1,1 0 1,0 0 0,0 0 0,0 1 0,0-1 0,0 0-1,0 0 1,0 0 0,0 1 0,0-1 0,1 0 0,-1 0-1,0 0 1,1 0 0,16-27 2340,-10 21-1602,0-1 0,0 1 0,1 1 1,13-11-1,-2 7-504,-1 0 0,1 2 0,0 0 0,1 1 0,26-7 0,-22 10-1182,-1 0 0,1 2-1,0 0 1,33 3-1,-52-1 627,0 0 1,0 0-1,0 1 0,-1 0 0,1 0 0,0 0 0,0 1 0,-1-1 0,1 1 0,-1 0 0,1 1 0,-1-1 1,0 1-1,0 0 0,0 0 0,0 0 0,-1 0 0,1 1 0,-1-1 0,6 9 0,-6-8 139,0 1 0,0-1 0,0 0 0,1 0 0,-1 0-1,1 0 1,0-1 0,0 1 0,0-1 0,1 0 0,-1 0 0,1-1-1,0 0 1,-1 1 0,9 1 0,-5-2-340,0-1-1,1 1 1,-1-2-1,1 1 1,-1-1 0,1-1-1,-1 1 1,14-4 0,2-1-2181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3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18834,'-1'0'140,"1"0"0,-1 1 0,1-1 0,-1 1 0,1-1 1,-1 0-1,1 1 0,-1-1 0,1 1 0,0-1 0,-1 1 0,1-1 0,0 1 1,-1 0-1,1-1 0,0 1 0,0-1 0,-1 1 0,1 0 0,0-1 0,0 1 1,0 0-1,0-1 0,0 1 0,0-1 0,0 1 0,0 0 0,0-1 1,1 2-1,7 24 2232,-1-5-963,-6-1-564,0 0 0,-2 0 0,0 0 0,-1 1 0,-1-1 0,-7 25 0,3-13-828,-2 36-1,-2 262-16,11-212 21,4 95-1499,-2-178 81,5 90-6289,-4-84 435,8-3-4741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3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13913,'7'42'3627,"10"60"1874,-13-79-4802,2 0 0,1-1 0,1 1 0,16 32 0,0-14-511,1-1 0,2-1 0,2-1 0,1-2-1,2-1 1,2-1 0,1-2 0,1-1 0,47 30 0,-31-28-725,1-2 1,2-2 0,1-3 0,1-2 0,0-3 0,99 22 0,-127-36 328,0-2-1,1-1 1,-1-2 0,1-1-1,-1-1 1,1-1-1,0-2 1,56-12 0,-71 11 218,0-1 0,0 0 0,-1-1-1,1-1 1,-1 0 0,-1-1 0,1-1 0,-1 0 0,-1-1 0,0 0 0,0-1 0,-1 0 0,0 0 0,-1-2 0,-1 1 0,0-1 0,0-1 0,9-19 0,86-217 4732,-79 205-3545,-23 43-139,12 17-54,-11-10-937,0 0 0,0 0 0,-1 0 0,0 1 0,0-1 0,0 0 0,-1 1 0,1 8 0,4 55 358,-3-31-192,11 64-703,29 110-1,-41-204 264,1 0-1,0 0 1,0 0 0,0-1 0,1 1-1,0-1 1,1 0 0,0 0-1,0 0 1,0-1 0,1 1 0,0-1-1,0-1 1,0 1 0,1-1 0,0 0-1,0-1 1,0 1 0,0-1 0,1-1-1,0 0 1,12 4 0,-12-5-104,0 0-1,0 0 1,1-1 0,-1 0 0,1-1-1,-1 0 1,1 0 0,-1-1 0,17-3-1,-16 2 101,5-1-119,-1 0 0,1-1 0,-1-1 1,0 0-1,19-11 0,60-41-667,-28 16 1217,-46 30 45,0 0 1,1 1-1,1 1 0,-1 1 1,1 0-1,1 2 0,-1 0 1,1 1-1,32-2 0,70-5-185,226-52 0,-321 57-128,-9 1 38,0 2 0,0-1-1,1 2 1,-1 1 0,1 0 0,0 2 0,31 2-1,87 20 51,78 9-231,-165-27-263,0-1 0,66-6 1,-103 2 367,253-27-896,-256 27 1105,1 1 0,-1 1 0,0 0 0,0 1 0,0 0 0,0 0 1,0 1-1,0 1 0,-1 0 0,12 6 0,26 8 35,-21-10-708,1-2-1,0 0 1,0-2 0,33 1 0,118-11-9411,-120 3 3592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4.1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37 13693,'-34'-36'8568,"38"36"-5190,10 0-2459,-7 0-176,167 5 3686,94 18-3400,-65-6-1021,1079 60 25,-733-61-3236,-528-16 2109,79 0-163,-64-2-2909,4-2-4908,-18 1-1948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4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0 142 16906,'15'-16'828,"38"-45"2442,-22 16 2792,-26 37-2580,1 4-2614,-2 2-287,-3 1-481,0 1-80,-1 0-1,0-1 1,0 1 0,1 0 0,-1-1-1,0 1 1,1 0 0,-1 0 0,0-1 0,1 1-1,-1 0 1,0 0 0,1 0 0,-1-1 0,1 1-1,-1 0 1,0 0 0,1 0 0,-1 0-1,1 0 1,-1 0 0,0 0 0,1 0 0,-1 0-1,1 0 1,-1 0 0,0 0 0,1 0 0,0 0-1,1 6-12,0 0 0,0 0 1,0 0-1,0 1 0,-1-1 0,0 0 0,-1 0 0,1 1 0,-1 7 0,0-6-1,1 124-6,-28 238 0,17-281 0,-14 114 153,-5 56-4168,22-172-1395,4-31-1535,-1 8-6621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4.9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0 154 13373,'0'-90'3121,"10"78"-369,4-3-580,19-6-412,11 9-468,13 9-144,17 6-288,19 6-384,11 6-716,20 9-456,13 3-368,4 6-568,-4 3-864,-6 1-572,3 11-2209,-13 9-4220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5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1 517 9541,'1'0'142,"0"0"0,-1 0 1,1 0-1,-1 0 0,1 0 1,-1 0-1,1 0 0,0 0 0,-1-1 1,1 1-1,-1 0 0,1 0 0,-1 0 1,1 0-1,-1-1 0,1 1 1,-1 0-1,1-1 0,-1 1 0,1 0 1,-1-1-1,1 1 0,-1-1 1,0 1-1,1 0 0,-1-1 0,1 0 1,-11-9 4124,4 4-3989,20-5 2510,3 0-2062,1 1 0,0 0 0,0 2 0,30-11 0,83-17 142,-94 27-526,-1 2-924,0 2 0,69-1 1,-46 3-1011,-39 3 248,-1 1 0,33 6 0,-8-1-964,-25-3 1262,-1 1 0,1 0 0,-1 2-1,0 0 1,20 11 0,-35-16 706,-1-1 80,1 0 246,-1-1 0,0 1 0,0-1 0,0 0 0,0 1 0,0-1 0,0 0 0,0 0 0,0 0 0,0 0 0,-1-1 0,1 1 0,2-3 0,24-27 481,-7 8 359,31-14 1537,-42 31-1546,-1 0 0,1-1-1,-1 0 1,11-11 0,-16 15-493,-1 0-1,1 0 1,0 0-1,-1 0 0,1 1 1,1 0-1,-1 0 1,0 0-1,0 0 1,1 1-1,-1-1 0,1 1 1,-1 1-1,1-1 1,0 0-1,9 1 1,-4 22 453,-2 15-241,-7-31-471,-1 0-1,2 1 0,-1-1 0,1-1 0,-1 1 0,2 0 0,3 7 1,0-4-20,0 0 0,1-1 1,0 1-1,1-2 0,0 1 1,0-1-1,13 9 0,-15-13-52,-1 0-1,1 0 0,0-1 0,0 0 0,1 0 0,-1-1 0,0 1 0,1-1 1,-1 0-1,1-1 0,-1 0 0,1 0 0,12-2 0,61-9-36,-13 1 56,87-2 0,-40 13 145,32 0-475,161-19 0,-259 12 350,-1-2 0,-1-2 0,0-3 0,0-1 1,-1-2-1,-1-2 0,61-35 0,207-122 6131,-186 113-3583,-122 60-2580,-1 0 0,0 1 0,1-1 0,0 1 0,-1 0 0,1 0 0,0 0 0,-1 0 0,1 1 0,0-1 0,0 1 0,0 0 0,-1 0 0,1 0 0,0 1 0,0-1 0,0 1 0,-1 0 0,1 0 0,0 1 0,-1-1 0,1 1 0,-1-1 0,0 1 0,1 0 0,-1 0 0,0 1 0,0-1 0,0 1 0,-1-1 0,1 1 0,-1 0 0,1 0 0,-1 0 0,0 0 0,0 1 0,0-1 0,2 6 0,9 23 0,-5-15 0,-1 0 0,0 0 0,-2 0 0,0 1 0,-1 0 0,0 0 0,0 21 0,-3-27-919,0 0-1,0 0 1,1 1-1,8 22 1,-6-22-1565,1-1 1,0 0-1,1 0 1,9 15-1,11 6-10284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5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 12289,'10'-12'4125,"13"3"-2621,24 0-416,0 12-440,7 0-720,19 3-860,14 3-800,1 3-809,5 3-1591,15 0-3129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35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93 14585,'-51'-57'13462,"55"39"-14223,2 0-451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6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426 696 6689,'-4'5'893,"-6"11"9965,8-20-10584,0 1-1,0 0 1,-1 0-1,1 0 1,-1 1-1,0-1 1,1 0-1,-1 1 1,-1 0-1,-3-3 1,-28-21 938,33 24-1012,-1-2 39,0 0-239,1 1 87,0-1 1,-1 1-1,0 0 1,0 0 0,0 0-1,0 1 1,0-1-1,0 1 1,-7-4 0,7 4 106,-22-17-289,16 14 200,1-1 850,-1-2-476,0 2 0,0-1 0,-16-7 0,22 13-258,-20-3 1295,15 1 1463,17 9-1979,-9-5-1000,1-1 0,-1 1 0,0-1 0,0 0 0,1 1 0,-1-1 0,1 0 0,-1 0 0,0 1 0,1-1 0,-1 0 0,1 0 0,-1 1 0,0-1 0,1 0 0,-1 0 0,1 0 0,-1 0 0,1 0 0,-1 0 0,1 0 0,-1 0 0,1 0 0,-1 0 0,1 0 0,-1 0 0,1 0 0,-1 0 0,0 0 0,1 0 0,-1-1 0,1 1 0,-1 0 0,1 0 0,-1-1 0,0 1 0,1 0 0,-1 0 0,0-1 0,1 1 0,-1 0 0,0-1 0,1 1 0,-1-1 0,0 1 0,0 0 0,1-1 0,-1 1 0,0-1 0,0 1 0,0-1 0,0 1 0,1 0 0,-1-1 0,0 1 0,0-1 0,0 1 0,0-1 0,0 1 0,0-1 0,0 1 0,-1-1 0,3-3 0,3-16 0,-2-8 0,4-9 0,-8 32 0,1 3 0,0 1 0,0-1 0,0 0 0,0 1 0,0-1 0,0 1 0,0-1 0,1 1 0,-1-1 0,1 1 0,-1-1 0,1 1 0,0-1 0,-1 1 0,1 0 0,0-1 0,1-1 0,7-10 0,-20 32 0,2 1 0,0 0 0,1 0 0,-5 26 0,-21 50 0,-2-14 0,3 2 0,-25 102 0,51-154 0,2 0 0,1 0 0,0 58 0,5-69 0,1-1 0,0 1 0,2-1 0,0 0 0,2 0 0,14 37 0,-17-51 0,1 0 0,-1-1 0,1 0 0,0 0 0,0 0 0,0 0 0,1 0 0,0-1 0,0 0 0,0 0 0,8 5 0,-7-7 0,0 1 0,1-1 0,-1-1 0,1 1 0,-1-1 0,1 0 0,0 0 0,-1-1 0,1 0 0,0 0 0,-1-1 0,14-2 0,-7 2 0,11-4 0,1 0 0,-1-2 0,0 0 0,-1-2 0,0-1 0,23-12 0,-2 1 0,52-22 0,-21 16 0,-69 24 0,1 1 0,0 1 0,0-1 0,0 1 0,0 0 0,0 1 0,1-1 0,-1 2 0,12 0 0,-7 1 0,5 0 0,0 1 0,0 1 0,-1 0 0,1 1 0,22 11 0,73 44 0,-5-2 0,-76-45 0,1-1 0,0-1 0,1-2 0,0-1 0,1-2 0,52 4 0,-68-9 0,0-1 0,0-1 0,0 0 0,-1-1 0,1-1 0,0 0 0,-1-2 0,1 0 0,-1-1 0,-1 0 0,1-2 0,-1 0 0,0-1 0,15-11 0,-22 12 0,0-1 0,-1 1 0,0-2 0,0 1 0,-1-1 0,0 0 0,-1-1 0,0 1 0,-1-1 0,0-1 0,-1 1 0,0-1 0,5-23 0,-3-4 0,-1 0 0,0-78 0,-15-66 52,4 121-974,3 1-1,7-99 0,2 103-121,-2 13-1347,15-70-1,-15 101 1920,0 0 0,0 1 0,1-1 1,1 1-1,0 0 0,0 0 0,1 0 0,1 1 0,15-17 0,-5 10 54,1 1 0,1 0 0,1 2 0,0 0 0,42-21 0,121-41 1240,-143 61 9,-40 16-736,0-1 0,0 1 1,0-1-1,1 1 0,-1 0 1,0 0-1,1-1 0,-1 1 0,0 0 1,1 0-1,-1 0 0,0 0 1,1 1-1,-1-1 0,0 0 1,0 0-1,1 1 0,-1-1 1,0 1-1,0-1 0,1 1 0,-1 0 1,0-1-1,0 1 0,0 0 1,0 0-1,0 0 0,0 0 1,0 0-1,0 0 0,0 0 0,-1 0 1,1 0-1,0 0 0,-1 0 1,1 0-1,-1 1 0,1-1 1,-1 0-1,1 0 0,-1 1 1,0 1-1,2 3 207,-1 1-1,0-1 1,0 1 0,-1 0-1,0-1 1,0 1 0,-2 7 0,-17 84 2993,-34 99 0,-18 79-2165,66-241-1146,0 0-1,2 0 1,2 0-1,1 0 1,2 0-1,7 37 1,-9-64 16,2-1 0,-1 1 0,1-1 0,0 0 0,1 0 0,0 0 0,0 0 0,0-1 0,1 1 0,0-1 0,0 1 0,1-1 0,-1-1 0,1 1 0,1-1 0,-1 0 0,1 0 0,0 0 0,0-1 0,0 0 0,1 0 0,-1 0 0,1-1 0,0 0 0,0-1 0,0 1 0,0-1 0,1-1 0,-1 1 0,0-1 0,1 0 0,-1-1 0,11 0 0,13-3 0,1 0 0,-2-2 0,1-1 0,-1-1 0,32-13 0,7-1 0,-48 17 0,0 0 0,0 1 0,0 2 0,1 0 0,-1 1 0,0 1 0,1 1 0,-1 1 0,0 0 0,0 2 0,-1 1 0,1 0 0,-1 2 0,32 16 0,102 47 0,-147-68 0,49 22 0,84 26 0,-104-44 0,1-1 0,1-1 0,37-1 0,26 2 0,-82-2 0,0 0 0,24 8 0,21 5 0,-31-11 0,-22-4 0,0 1 0,0-2 0,0 1 0,0-2 0,23 0 0,-19-4 0,0 0 0,0-1 0,0 0 0,0-1 0,-1-1 0,0 0 0,0-1 0,22-17 0,311-275-493,-168 138-121,43-17 248,-102 85 204,-90 67 37,-27 25 71,17 8-31,-19-5 83,1 0 1,-1 0-1,1 0 0,-1 1 0,1-1 0,-1 0 0,1 1 1,-1-1-1,0 1 0,0-1 0,0 1 0,0-1 1,0 1-1,0 0 0,0 0 0,-1-1 0,1 1 1,-1 0-1,1 0 0,-1 0 0,0 0 0,1 3 0,-2 50-12,0-37 11,0 16-418,1 1 1,2 0 0,2 0-1,1-1 1,10 36 0,33 110-4727,-1-7-3394,-39-124 5586,-8-46 2899,0-1 0,0 1 0,0-1 0,-1 1 0,1-1 1,-1 1-1,0-1 0,0 1 0,1-1 0,-2 0 0,1 1 0,0-1 0,0 0 0,-3 3 0,2-3 1052,-1-3 66,-25-14 1595,28 14-2526,0 0 0,-1 0 0,1 0 0,0 0 1,-1 0-1,1 0 0,0-1 0,0 1 0,0 0 0,0 0 0,0 0 0,0 0 0,0 0 0,0 0 0,1 0 0,-1 0 0,1-2 1,-1 1 194,2-6-94,-1 1 0,1-1 0,0 1 1,0 0-1,1 0 0,0 0 0,0 0 0,1 0 0,0 1 0,0-1 0,0 1 0,1 0 0,0 1 0,0-1 0,1 1 0,-1 0 0,1 0 0,0 0 0,12-6 0,4-1 191,0 1-1,1 0 0,0 2 1,39-11-1,-23 11-80,0 2 0,57-3 0,-63 7-198,0 0 0,-1-2 0,57-16 0,-11-17 974,-75 37-740,-26 14 100,-16 12 141,0 2-1,2 1 0,2 2 1,-33 34-1,60-56-475,0 0 0,0 1 0,1 0 0,0 1-1,0-1 1,-9 19 0,15-25-138,0 0 0,0 0-1,0 0 1,0 0 0,1 1-1,-1-1 1,1 0-1,0 0 1,-1 0 0,1 0-1,1 0 1,-1 1 0,0-1-1,1 0 1,0 0 0,0 0-1,0 0 1,0 0 0,0 0-1,0 0 1,1-1 0,0 1-1,-1 0 1,1-1 0,0 1-1,0-1 1,0 1 0,1-1-1,3 3 1,13 10-5,1-1 0,1-2 1,-1 0-1,2 0 0,0-2 0,31 10 0,143 33-14,-183-50 10,330 58-2627,-258-53 609,0-4 0,91-6 1,-152 0 702,0-2 0,-1 0 0,46-15 0,20-16-6314,-42 16-528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6.5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62 187 11025,'-19'-12'2301,"-11"-8"5978,17 11-5176,14 9-2939,-1-1 0,0 0 0,0 1 0,1-1 0,-1 0 0,0 1 0,1-1 0,-1 1 0,1-1 0,-1 1 1,0-1-1,1 1 0,-1-1 0,1 1 0,0-1 0,-1 1 0,1-1 0,-1 1 0,1 0 0,1-1 0,-2 1-66,11-7 328,1 1 0,0 1 0,0 0 0,1 0 0,-1 2 1,20-5-1,87-8 383,-78 12-689,352-28-1323,-74 9-3271,-263 12-636,-56 11 5043,0 0 1,0 0-1,0 0 1,1 0-1,-1 0 1,0 0-1,0 0 0,0 0 1,0 0-1,0 0 1,1 0-1,-1 0 1,0 0-1,0 0 1,0 0-1,0 0 0,0 0 1,1 0-1,-1 0 1,0 0-1,0 0 1,0 0-1,0 0 1,0-1-1,1 1 0,-1 0 1,0 0-1,0 0 1,0 0-1,0 0 1,0 0-1,0 0 1,0-1-1,0 1 0,1 0 1,-1 0-1,0 0 1,0 0-1,0 0 1,0-1-1,0 1 1,0 0-1,0 0 1,0 0-1,0 0 0,0 0 1,0-1-1,0 1 1,0 0-1,0 0 1,0 0-1,0 0 1,0-1-1,0 1 0,0 0 1,0 0-1,-1 0 1,1 0-1,0 0 1,0 0-1,0-1 1,0 1-1,0 0 0,-27-3-4581,-23 2-4836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7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1 113 11073,'3'-7'790,"0"0"0,-1 0-1,0 0 1,0 0 0,0 0 0,-1 0 0,0-1-1,0 1 1,-1-19 7004,0 23-6213,6-16 514,-3 26-629,-2 45-28,-1-25-1269,-1 354-143,-1-286-86,9 141-3540,0-94-1881,-8-2-6295,1-116 2927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7.2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1 418 10465,'-1'-34'1682,"2"0"0,1 0 0,1 1 1,14-54-1,-14 77-1258,1 1 0,0 0 1,0 0-1,1 0 0,0 0 1,1 1-1,0 0 0,0 0 1,1 0-1,0 1 0,10-8 1,-5 6-141,0 1 0,0 0 0,1 1 0,0 0 0,0 1 1,1 0-1,14-3 0,4 1-206,0 2 1,0 1 0,1 1-1,0 2 1,-1 1 0,41 4-1,-12 3-792,0 2 0,103 28-1,-132-26 0,0 1 0,-1 1-1,0 2 1,-1 1 0,0 2-1,43 32 1,-61-40 233,0 1-1,-2 0 1,1 1 0,-1 0 0,10 14-1,-16-18-62,0-1 0,0 1-1,-1 0 1,0 0 0,0 1-1,0-1 1,-1 1 0,0-1-1,-1 1 1,1 0 0,-1 13 0,-8 47-6675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7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1 9581,'-67'33'1700,"50"-24"2824,14 6-3263,0 0 895,19 0-1396,1 3-144,27-12-160,29 3-276,4-9-328,10 0-292,7 3-492,13-3-496,1-3-428,-5-3-577,-5 0-1603,-1 3-2941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7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469 55 7861,'-7'-30'11499,"8"28"-11151,0 0 0,1 0 1,-1 1-1,0-1 0,0 0 1,-1 0-1,1 0 0,0 0 1,-1 0-1,2-3 0,-24 11-161,1 0-1,1 2 0,-1 0 0,-32 20 1,-9 2-8,39-17-152,0 0 0,0 2 1,2 0-1,-1 1 1,2 1-1,0 2 1,2-1-1,0 2 1,1 1-1,-24 37 1,14-2 100,27-53-121,-1 0 0,1 0 1,0 1-1,0-1 0,0 0 1,1 1-1,-1-1 0,1 0 1,-1 0-1,1 0 0,0 0 1,3 5-1,-4-6-3,1-1 1,0 1 0,0-1-1,0 1 1,0-1-1,1 1 1,-1-1-1,0 1 1,1-1-1,-1 0 1,0 0-1,1 0 1,0 0 0,-1 0-1,1 0 1,0 0-1,-1-1 1,1 1-1,0 0 1,0-1-1,-1 0 1,1 1-1,0-1 1,0 0 0,3 0-1,5 0 20,0-1 0,1 0 0,15-3 0,-2 0 8,30-3 41,-30 3-69,0 1 0,-1 2 0,40 1 0,-43 4-11,0 0 1,-1 0 0,1 2 0,24 11-1,-10-4 87,-7-2-156,0 2 1,-1 1 0,0 2-1,-2 0 1,1 1 0,39 38-1,-47-39-114,-10-8 134,1-1 0,0 0 0,0-1 0,15 9 0,-20-13 50,-1-1-1,1 0 1,1 0-1,-1 0 0,0 0 1,0 0-1,0 0 1,0-1-1,0 0 0,1 0 1,-1 0-1,0 0 0,0 0 1,1 0-1,-1-1 1,0 0-1,0 1 0,0-1 1,6-3-1,46-25-36,-1-3-1,93-70 1,-40 25-19,198-117 32,-217 145 89,144-58 1,-226 105 6,0 0 0,-1 0 1,1 1-1,0 0 0,0 0 1,0 0-1,0 1 0,7-1 1,-12 1-33,1 0 1,-1 1-1,0-1 1,0 0-1,1 0 1,-1 1-1,0-1 1,0 0-1,0 1 0,1-1 1,-1 1-1,0-1 1,0 1-1,0 0 1,0 0-1,0-1 1,0 1-1,0 0 1,-1 0-1,1 0 1,0 0-1,0 0 1,-1 0-1,1 0 1,0 0-1,-1 0 0,1 1 1,-1-1-1,1 0 1,-1 0-1,0 0 1,0 1-1,1-1 1,-1 0-1,0 0 1,0 1-1,0 1 1,-2 9 157,0-1-1,0 1 1,-1 0 0,0-1 0,-1 0 0,-7 16 0,-40 69 592,20-40-478,11-17-174,2 1 0,2 1 0,1 1 0,-10 51 0,22-76-363,1 1 0,0-1 0,1 1-1,1-1 1,1 1 0,1-1-1,7 34 1,-7-40-170,1 0-1,0-1 1,1 1-1,0-1 1,0 0-1,1 0 1,1 0-1,0-1 0,0 1 1,1-2-1,0 1 1,16 15-1,-12-15-1161,0-1-1,0 0 1,1 0-1,1-1 1,16 7-1,21 5-7978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8.1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33 8493,'47'-33'13240,"-63"39"-15675,-4 12-7431,13-6 3418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8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66 131 10917,'70'-58'2264,"-67"56"-1962,1 0 0,-1-1 0,0 1-1,0-1 1,0 1 0,0-1 0,0 0-1,0 0 1,-1 0 0,1-1 0,-1 1-1,0 0 1,0-1 0,0 0 0,-1 1 0,1-1-1,-1 0 1,1-5 0,0 2 216,-1 7-412,-1 0 0,1 0 0,0-1 0,-1 1 0,1 0 0,0 0 0,-1 0 0,1 0 0,0 0 0,0 0 0,-1 0 0,1 0 0,0 0 0,-1 0 0,1 0-1,0 0 1,-1 1 0,1-1 0,0 0 0,-1 0 0,1 1 0,-1-1 0,1 0 0,-1 1 0,1-1 0,0 1 0,-1-1 0,1 1 0,0 0 116,4 3 34,0 0 0,-1 0 0,1 0-1,-1 1 1,0 0 0,0 0 0,0 0 0,-1 0 0,0 1-1,0-1 1,0 1 0,-1 0 0,1 0 0,1 7 0,2 10 510,-1 1 0,3 35 1,-1 56 610,-4 0 0,-22 206 0,-65 226-1627,83-540 271,-109 466-21,65-298-1269,16-3-5927,28-166 5938,1-1-1,0 0 1,0 0-1,0 1 1,0-1-1,1 0 1,2 9-1,-3-12 748,7 26-10228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8.7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97 115 13009,'-8'-8'876,"0"-1"-1,0 1 1,-1 1-1,-1 0 1,1 0-1,-1 1 1,-11-6-1,21 12-665,-1 0 0,0 0 0,1 0 0,-1 0 0,0-1-1,1 1 1,-1 0 0,0-1 0,1 1 0,-1 0 0,1-1 0,-1 1 0,1-1 0,-1 1-1,1-1 1,-1 1 0,1-1 0,0 1 0,-1-1 0,1 1 0,0-1 0,-1 0 0,1 1-1,0-1 1,0 1 0,-1-1 0,1 0 0,0 1 0,0-1 0,0 0 0,0 1 0,0-1-1,0 0 1,0 1 0,0-1 0,0-1 0,9-8-282,-6 7 148,0 1 1,0 0-1,0 0 1,0 0 0,0 0-1,1 1 1,-1-1-1,1 1 1,-1 0 0,1 0-1,0 0 1,-1 0-1,5 1 1,55-1 198,-41 2-274,87 5-2105,157 28 1,105 43-7350,-264-53 5155,16 3-3815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8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0 148 8341,'26'-30'2068,"-25"28"-1771,0 1 1,0-1-1,0 1 1,0-1-1,0 1 1,0-1-1,-1 1 1,1-1-1,0 0 1,-1 1-1,0-1 1,1 0-1,-1 0 1,0 1-1,0-5 1,1 2 603,-1 1 641,0-1-156,-16-71 2612,16 73-3629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1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30 860 10941,'-4'-81'2578,"1"52"-1004,5-15 770,-1 37-1822,0 0 0,0 0 0,-1-1 1,0 1-1,0 0 0,-2-10 1,-5-14 1915,1 10-250,2 0 0,0 0 0,-1-33 1,10 75-1695,1-6-505,5 43 11,7 93 0,-11-77 0,9 281 0,-26 1 0,-23 317-179,32-653-868,5-35-1059,-3 2 1830,0 0 0,0-1-1,-3-15 1,1-13-150,9-112-777,41-231 0,-34 295 985,143-788-439,-92 628 1133,-48 194-193,3 1-1,37-70 0,-53 115-177,1 1 1,0 0-1,0 0 1,1 0-1,0 0 1,15-13-1,-18 19-52,-1 1 0,1-1 1,0 1-1,-1 0 0,1 0 0,0 0 0,1 0 1,-1 1-1,0 0 0,0-1 0,1 2 0,-1-1 1,0 0-1,1 1 0,-1 0 0,1 0 0,-1 0 0,1 1 1,6 1-1,2 2 54,-1 0 1,1 1-1,-1 1 1,0 0-1,-1 0 1,0 1 0,0 1-1,0 0 1,-1 0-1,0 1 1,10 13-1,7 8 157,-1 2 1,31 51-1,-11-5-12,-4 2 0,-3 2 0,46 141 0,50 270-2433,-121-435 1501,34 205-4186,-21-104-4617,-11-84-1162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2.2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1034 10013,'-9'-30'582,"6"24"-389,0-1 0,1 0 0,0 0 0,0-1 0,1 1 0,0 0 0,0-1 0,0 1 0,1 0 0,1-1 0,-1 1 0,3-13 1,0 10 20,1 1 1,0-1 0,0 1-1,1-1 1,0 2 0,0-1-1,1 0 1,0 1 0,1 0 0,0 1-1,0-1 1,0 1 0,15-10-1,9-4 130,2 1-1,46-22 0,-74 39-329,452-187-179,16 36-1340,-357 118 1132,487-148-1203,-508 157 1549,69-24 754,-118 28 378,-15 5 1505,-37 39-1011,-37 82 1277,-23 76 600,34-98-2230,-31 120-1,49-139-901,2 0 1,-3 75-1,14-109-286,1 1-1,1-1 1,2 0-1,1 0 0,1 0 1,1 0-1,13 34 1,-15-53-142,0-1 1,0 1 0,1 0 0,0-1-1,1 0 1,0 0 0,0-1 0,1 1-1,0-1 1,0-1 0,0 0 0,1 0-1,0 0 1,0-1 0,1 0 0,-1 0-1,1-1 1,0 0 0,0-1-1,1 0 1,-1 0 0,1-1 0,-1 0-1,16 0 1,-5 0-152,0-2 1,0 0-1,0-2 0,-1 0 1,1-1-1,-1-1 0,1 0 1,-1-2-1,0 0 0,-1-1 1,26-14-1,-15 3-21,0-1 0,-1-2 0,0 0 0,-2-2 1,40-45-1,100-146-653,-114 143 679,-15 17 242,-25 35 29,0 1-1,2 0 1,0 0 0,1 1 0,29-25 0,-41 41-25,0-1 0,-1 1 0,1 1 0,0-1 0,1 0 0,-1 1 0,0-1 0,0 1 0,0 0 0,0 0 0,0 0 0,0 1 0,0-1 0,0 1 0,0 0 0,0-1 0,0 1 0,0 1-1,0-1 1,4 3 0,67 43 184,-51-32-164,0 0 0,47 22-1,-41-23-86,0 1-1,-1 2 0,40 31 1,-9-7 189,-51-37-140,0 0 1,0 0-1,1-1 0,-1 0 1,1 0-1,0-1 0,16 2 1,-2 0 1,3 0 6,0-1 0,1-1-1,0-1 1,0-1 0,-1-2 0,1-1 0,-1 0 0,1-2 0,49-17-1,-48 12-4,0-2 0,-2-1 0,1-1-1,-2-1 1,25-20 0,-28 19-9,1 0 0,1 2 1,0 1-1,0 1 0,52-18 0,16 11-561,144-12 0,-210 29 216,12-5-529,-1-1 0,1-2-1,63-26 1,-56 20 383,-37 14 57,-1 0 0,1 1 0,0 0-1,-1 1 1,1 0 0,0 0 0,-1 0 0,1 1-1,13 3 1,-4-1-3628,0 0-2082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8:42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16 158 14601,'-5'-10'647,"3"7"-410,1 0 0,-1 1 0,1-1-1,0 0 1,0 0 0,0 0 0,1 0 0,-1-4-1,1 6-113,0-1 0,0 1 0,1 0 0,-1 0 0,0 0 0,1 0 0,-1-1 0,1 1 0,-1 0 0,1 0 0,0 0 0,0 0-1,-1 0 1,1 1 0,0-1 0,0 0 0,0 0 0,0 0 0,0 1 0,0-1 0,0 0 0,0 1 0,0-1 0,0 1 0,0 0 0,2-1 0,24-10 1549,1 2 1,0 1 0,35-5 0,90-7 678,-114 15-1846,154-13 335,2 8 1,380 30-1,-544-17-1291,0 1-1,-1 1 1,1 2-1,-1 1 1,38 15-1,-65-21 196,1 0 0,-1 0 0,1 0 0,-1 0-1,0 1 1,0 0 0,0-1 0,0 1 0,0 0 0,0 0 0,-1 1 0,3 3-1,-4-4-125,0-1 0,0 0 1,0 1-1,0-1 0,-1 0 0,1 1 0,-1-1 0,1 1 0,-1 2 0,0-3-580,0 1-1,-1 0 1,1-1 0,-1 1 0,1-1 0,-1 1 0,0-1 0,0 0 0,-2 5 0,-5 8-9342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03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2668,'23'66'724,"-13"-39"-192,0 0-108,1 0-80,-5 0 0,8-2-136,2 17-44,1-15-47,-7-12-45,-3 9-32,6 6 56,-3-9-156,0 0-165,0-5-243,0-1-380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08.2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610 607 9569,'-6'28'1166,"2"1"0,1-1 0,2 56 0,-3 27 1192,-42 166 462,22-150-2102,-91 314 726,80-324-1193,-60 166 326,-28 38-219,66-174-256,-30 88 316,78-194-225,8-37-103,2-10 39,10-52-72,31-202 3,-25 85 27,40-362 162,-18 229-79,49-348 529,-77 587-512,108-577 1650,-115 629-1746,0 1 1,1 0-1,0 0 0,2 0 0,0 1 1,16-27-1,-22 40-64,0 0 1,1 0-1,-1 1 1,1-1-1,0 0 1,0 0-1,-1 1 1,1-1-1,0 1 1,0 0-1,1 0 1,-1-1-1,0 1 1,0 1-1,1-1 1,-1 0-1,0 0 1,1 1-1,-1 0 1,0-1-1,4 1 1,-2 0 10,-1 1 1,1 0 0,0 0 0,-1 0 0,1 0-1,-1 1 1,1 0 0,-1-1 0,1 1 0,-1 0-1,0 0 1,4 4 0,6 7 108,0 0 0,-1 1 0,0 0-1,16 26 1,15 34 230,-2 2-1,-4 1 0,-3 2 0,-4 2 0,36 148 1,45 434 186,-103-600-605,14 111-283,43 281-2407,-64-453 2683,53 251-4328,-1-93-5670,-23-87-1737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09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1235 14325,'0'0'108,"-1"-1"-1,0 1 1,1-1 0,-1 1-1,0-1 1,1 0-1,-1 1 1,0-1-1,1 0 1,-1 1-1,1-1 1,-1 0-1,1 0 1,0 0 0,-1 1-1,1-1 1,0 0-1,0 0 1,-1 0-1,1 0 1,0 0-1,0 0 1,0 1 0,0-3-1,8-27 1342,-1 17-888,0 0 0,15-20 0,-11 20-323,1 0 0,1 0 1,0 1-1,0 0 0,1 2 1,1-1-1,22-11 0,121-52 450,-135 64-603,770-280-22,-673 250-252,1006-306-2550,-1103 339 2680,96-24-260,-103 29 264,-1 0 0,1 0 0,0 2 0,0 0 0,24 3 0,-54 30-606,-4-8-381,17-22 537,2 18-649,3-1 850,-4-20 300,0 0-1,0 0 1,0 1-1,0-1 1,0 0 0,0 0-1,0 0 1,0 0-1,0 0 1,1 1-1,-1-1 1,0 0-1,0 0 1,0 0 0,0 0-1,0 0 1,0 1-1,0-1 1,0 0-1,0 0 1,1 0 0,-1 0-1,0 0 1,0 0-1,0 0 1,0 0-1,0 1 1,1-1 0,-1 0-1,0 0 1,0 0-1,0 0 1,0 0-1,0 0 1,1 0 0,-1 0-1,0 0 1,0 0-1,0 0 1,0 0-1,1 0 1,-1 0-1,0 0 1,0 0 0,0 0-1,0 0 1,0 0-1,1 0 1,-1-1-1,0 1 1,0 0 0,0 0-1,0 0 1,24-4-187,-12 2 234,1 0 0,-1-1 0,0 0-1,0 0 1,16-8 0,53-31 2397,-79 41-2050,2-17 271,-3 16-580,-1 1 0,0-1 0,1 0 0,-1 1 0,0-1 0,0 0 0,0 1 0,0-1 0,-1 0 0,1 1 1,0-1-1,-1 1 0,1-1 0,-1 0 0,0-1 0,-3-9 153,3 9 1235,-3 6-1392,1-1 0,-1 1 0,1-1 0,0 1 0,0 0 0,0 1-1,-5 5 1,7-4 6,-1 0-1,1 1 0,0-1 0,0 1 0,0 9 1,-1 11 117,-1-7-142,-3 12 354,-2 55 0,8-42-345,-2-16 10,2-1-1,1 1 1,1 0 0,1-1 0,14 52-1,-14-71-67,2 0 0,-1-1 0,1 1 0,0-1 0,0 0 0,7 7 0,-9-11-9,-3-2-2,1-1 1,-1 0-1,0 1 1,0-1-1,0 0 0,1 1 1,-1-1-1,0 0 1,0 0-1,1 0 0,-1 1 1,0-1-1,1 0 1,-1 0-1,0 0 1,0 1-1,1-1 0,-1 0 1,0 0-1,1 0 1,-1 0-1,1 0 0,-1 0 1,0 0-1,1 0 1,-1 0-1,0 0 1,1 0-1,21-2-110,0 0 1,0-2-1,-1-1 0,1 0 1,-1-2-1,29-12 1,-22 7 56,0 1 0,1 1 1,0 2-1,1 0 1,-1 3-1,1 0 0,1 2 1,41 0-1,-19 3 253,0-4 0,0-1 0,0-3 0,73-20 0,-97 19-165,1 1 0,-1 2 0,33-3 0,-56 8-39,1 1-1,0 1 1,0 0 0,-1-1-1,1 2 1,0-1-1,-1 1 1,1 0-1,11 6 1,0 2 78,-1 0 0,16 14 0,-24-17 22,1 1-1,1-1 1,-1-1 0,1 1-1,1-2 1,-1 0 0,1 0-1,19 5 1,-10-8-36,1-1 0,-1 0 0,1-1 0,-1-2 0,0 0-1,0-1 1,0-1 0,0-2 0,0 1 0,31-15 0,-2-3-30,0-2 0,84-57 0,-106 64-35,2 1 0,0 2 0,44-17-1,98-22-570,-148 47 500,35-9-158,-14 4 106,65-26-1,-100 34 145,1 0 1,0 1-1,1 0 0,-1 0 0,0 1 0,21-1 1,-25 3 25,0 0 0,0 1 1,-1 0-1,1 0 0,0 0 1,-1 1-1,1-1 1,-1 2-1,0-1 0,1 1 1,-1 0-1,11 7 0,36 34 285,-37-30-351,1 0 0,0-1 0,34 19 0,-41-27-104,0-2 0,0 1 0,0-2-1,0 1 1,0-1 0,1-1 0,-1 0 0,0 0 0,1-1 0,-1 0 0,1-1-1,-1 0 1,1-1 0,-1 0 0,17-6 0,11-6-392,0-2 0,63-36 0,3-1-677,80-18-433,-37 16 508,6-3 1755,216-52-1,-353 107-324,1-1 0,0 2 0,0 0-1,33 2 1,-41 0-178,0 1-1,-1 1 1,1 0-1,0 0 1,-1 0-1,0 1 1,0 0-1,0 1 1,0 0-1,0 0 1,8 7-1,-10-6-73,0 1-1,0 0 1,-1 0 0,0 1-1,0-1 1,0 1 0,-1 0-1,0 1 1,2 7 0,-2-7-160,0 0 0,0-1 1,0 1-1,1-1 1,0 0-1,0 0 1,1-1-1,0 1 1,8 6-1,0-2-999,1-1-1,0-1 0,0 0 1,1-1-1,22 8 0,-32-14 644,0 0 0,0 1 1,0 0-1,-1 0 0,1 0 0,-1 1 0,6 4 0,-9-6-270,-1 16 427,-2-16 373,1-1-1,-1 1 1,1 0 0,-1 0 0,1 0-1,-1-1 1,0 1 0,0 0 0,0-1-1,0 1 1,0-1 0,0 1-1,0-1 1,0 0 0,-1 1 0,1-1-1,-1 0 1,1 0 0,-1 0-1,1 0 1,-1 0 0,1 0 0,-3 1-1,-53 22 2255,32-14-1241,14-5-676,6-2 18,1-1 0,0 0-1,-1 0 1,0 0 0,1-1 0,-1 0-1,0 0 1,0 0 0,1 0-1,-11 0 1,9-1-614,-9-3 3783,14 3-3505,1-1 0,0 1 1,0-1-1,0 1 0,0-1 1,0 1-1,0-1 0,0 1 0,0-1 1,0 1-1,1-1 0,-1 1 1,0-1-1,0 1 0,0-1 0,0 1 1,1 0-1,-1-1 0,0 1 1,1-1-1,-1 1 0,0 0 0,1-1 1,-1 1-1,0 0 0,1-1 1,-1 1-1,1 0 0,-1-1 0,0 1 1,1 0-1,-1 0 0,1 0 1,0-1-1,10-6 182,0-1 0,0 2-1,0 0 1,1 0 0,0 1 0,23-7 0,82-15 396,347-34-1804,7 34-5154,-451 27 5146,0-2 0,1 0 0,-1-1 0,24-7 0,-17 0-4197,-1 10-2946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0.2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261 70 12473,'-157'11'4132,"128"-10"-3437,-27 0 5599,37-2-762,64 1-4133,670 2 870,837-5-5591,-964-21-1854,-201-9-4690,-201 10-1580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0.4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1280 6 11221,'0'1'126,"-1"0"1,1-1-1,-1 1 1,1 0-1,-1-1 1,1 1-1,-1-1 1,0 1-1,0-1 0,1 1 1,-1-1-1,0 1 1,0-1-1,1 0 1,-1 1-1,0-1 1,0 0-1,0 0 0,1 0 1,-1 0-1,0 1 1,0-1-1,0 0 1,0 0-1,0-1 1,0 1-1,1 0 0,-1 0 1,0 0-1,0 0 1,0-1-1,1 1 1,-1 0-1,0-1 1,0 1-1,1-1 0,-1 1 1,0-1-1,0 1 1,1-1-1,-1 0 1,1 1-1,-1-1 1,1 0-1,-1 1 0,1-1 1,-1 0-1,1 1 1,-1-1-1,0-3 2064,1 10-36,1 20-1051,1 1 0,2-1 0,1 1 0,1-1 0,17 46 0,65 130 1657,-49-120-1874,1 11-555,51 170 0,-77-206-340,-2 1-1,-2 0 1,-3 1 0,-1 86 0,-8-85 9,-4-1 0,-1 0 0,-3 0 0,-3-1 0,-2 0 0,-3-1 0,-2-1 0,-3-1 0,-2-1 0,-2-1 0,-3-1 0,-2-2 0,-39 48 0,-1-13 0,-4-3 0,-3-4 0,-4-3 0,-3-4 0,-114 74 0,-209 109-2924,373-235 1260,0-2-1,-43 14 1,50-22-3340,-45 8 1,41-13-6856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0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131 100 15397,'-57'-21'2605,"37"9"-293,3 0-380,-3 6-376,4 0 436,22-15-6568,8 0 1980,22 27-2961,-2 0-4524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4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684 1394 7109,'-17'24'19309,"-3"-49"-17915,-38 3-1239,56 21-97,-16-2-80,2 0 44,13 3-7,-23-5 350,0 2 33,0 0 1,-40 2-1,59 1-439,4 0 485,4-4-430,1 1 1,-1-1-1,1 1 1,0 0-1,0 0 1,1 0-1,-1 0 1,1 0-1,-1 0 1,1 0-1,6-3 1,1-4 8,79-90 8,-3-3-1,-6-4 1,132-232 0,-139 192-48,62-177 1,-82 188-32,-34 91-5,-16 49 158,2 20 87,-1 1 1,-1-1-1,-1 1 0,-2-1 0,0 1 0,-5 31 0,4-31-39,-73 997 908,-35-1-1147,18-378 86,-32 234 0,116-822-8,-21 194 25,24-196-52,3 1 0,8 80-1,-6-126-116,1 0-1,-1 0 1,1 1 0,1-1-1,0-1 1,0 1-1,0 0 1,1-1-1,0 0 1,0 1-1,8 8 1,-10-14 27,0 0 1,1 1-1,-1-1 1,1 0-1,-1 0 0,1 0 1,0-1-1,0 1 0,0 0 1,0-1-1,0 0 1,0 0-1,0 0 0,0 0 1,0 0-1,1-1 1,-1 0-1,0 1 0,1-1 1,-1 0-1,0 0 0,0-1 1,1 1-1,-1-1 1,0 0-1,0 0 0,0 0 1,0 0-1,4-2 0,6-4-304,-2 0-1,1 0 1,-1-1-1,0 0 1,-1-1-1,1-1 0,-2 1 1,16-21-1,59-97-2158,-73 109 2257,18-32-518,-2-1 1,-2-1 0,32-99 0,-47 115 793,-1 0-1,-2-1 1,-2 0-1,-1 0 1,-1 0-1,-3 0 1,-3-39-1,1 60 174,-1-1 0,-1 1 0,0 0 0,0 0 0,-2 1 0,0 0 1,-1-1-1,-1 2 0,-11-19 0,6 15 90,-1 1 1,0 1 0,-1 0 0,-1 0 0,-1 2-1,-22-16 1,-7 1 271,-1 2-1,-2 2 1,0 2-1,-97-30 1,24 21 381,-231-33 0,197 41-513,141 22-310,8 2-12,0-1-1,0 0 1,0 0-1,0-1 0,0 0 1,0 0-1,0-1 1,0 0-1,1 0 0,-1 0 1,1-1-1,0 0 1,-7-6-1,12 9-22,0 0-1,0 0 1,1 0 0,-1-1-1,1 1 1,-1 0 0,1-1-1,0 1 1,-1 0 0,1-1-1,0 1 1,0 0 0,0-1-1,0 1 1,0 0-1,0-1 1,0 1 0,0 0-1,1-1 1,-1 1 0,0 0-1,1 0 1,-1-1 0,1 1-1,0 0 1,-1 0 0,1 0-1,0-1 1,0 1-1,-1 0 1,1 0 0,1-1-1,4-6 7,4-8-15,0 1-1,1 1 1,1 0-1,1 0 1,26-22-1,83-54-111,-69 53 61,337-255-1621,-14-16 0,427-452 0,-302 227-3492,-453 481 4974,-3-3 0,-2-1 0,-2-3 0,-3-1 0,43-90 0,-75 135 550,-1 3 59,0 0 1,0 1-1,1 0 0,1 0 0,0 1 0,0 0 0,1 0 0,10-9 0,-18 18-379,0 1 0,1 0 0,-1-1-1,0 1 1,1 0 0,-1 0 0,0-1 0,1 1 0,-1 0-1,0 0 1,1-1 0,-1 1 0,0 0 0,1 0 0,-1 0-1,1 0 1,-1 0 0,0 0 0,1 0 0,-1 0-1,1 0 1,-1 0 0,0 0 0,1 0 0,-1 0 0,1 0-1,-1 0 1,0 0 0,1 0 0,-1 0 0,0 1-1,1-1 1,8 14 722,-2 31 105,-6-37-716,2 29 578,-2 1 1,-4 52 0,0-24 70,-96 977 5249,68-785-5520,12 114-52,18-311-435,0-40-41,1 0 0,1 1 1,1-1-1,1 0 0,8 33 0,-10-50-32,1 0 0,-1 0 0,0 0 0,1 0 0,0-1 0,0 1 0,0 0-1,0-1 1,1 0 0,-1 0 0,1 0 0,0 0 0,0 0 0,0 0 0,0-1-1,1 1 1,-1-1 0,1 0 0,-1 0 0,1 0 0,0 0 0,-1-1 0,1 0-1,0 1 1,0-2 0,0 1 0,0 0 0,0-1 0,1 1 0,-1-1 0,0-1 0,0 1-1,0 0 1,0-1 0,0 0 0,4-1 0,7-2-175,0-1 0,-1 0 1,0-1-1,0-1 0,0 0 0,17-12 0,74-63-863,-3 3 367,188-114-335,-266 176 1719,27-25 1,-16 12 25,-27 22-526,-1 0 0,0-1 0,-1 1 0,0-1 0,-1-1 0,7-13 0,-11 20-142,1 0-13,-1-1-1,1 1 0,-1-1 0,0 1 1,0-1-1,-1 0 0,1 1 0,-1-1 0,0 0 1,1 0-1,-2 1 0,1-1 0,0 0 0,-2-4 1,0 1 0,0 0-1,-1 0 1,0 0 0,0 0 0,0 0 0,-8-10 0,0 2-232,-2 0 0,1 1 0,-2 1 0,-26-22 0,20 18-405,11 10 138,1 0 1,-1 0 0,0 1 0,0 0 0,-1 0-1,1 1 1,-1 0 0,-1 1 0,1 0-1,-20-4 1,19 6-671,-24-3-333,11 3-7246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5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706 260 11081,'-3'1'441,"0"-1"0,-1 1 0,1-1 0,0 0 0,0-1 0,0 1 0,0 0 0,-6-3 0,6 3-239,1-1 0,0 0 0,-1 1 0,1 0 1,0-1-1,-1 1 0,1 0 0,-1 0 1,1 0-1,0 1 0,-1-1 0,1 0 0,0 1 1,-1 0-1,1-1 0,0 1 0,0 0 1,-4 2-1,-9 7 375,0 2 1,1-1-1,0 2 1,-19 22-1,-46 65 764,43-53-993,-111 151 499,-68 72-1868,160-199 528,91-97 407,-9 4 174,1 1 0,1 2 0,1 1 0,0 1 0,2 1 0,0 2 0,0 1-1,2 2 1,-1 1 0,1 2 0,0 1 0,1 1 0,0 2 0,42 1 0,-26 1 10,0-2 1,0-2 0,78-20 0,-42 2-392,96-41 1,-122 39 328,0-3 0,-2-3 1,-2-2-1,-1-2 0,-1-3 1,-3-3-1,-1-1 1,81-90-1,-68 57 1047,100-105 2352,-163 179-3381,1 1 0,-1-1 0,1 1 0,0 0 0,0 0 0,-1-1 0,1 1 0,0 1-1,0-1 1,0 0 0,0 0 0,0 1 0,0-1 0,0 1 0,0-1 0,1 1 0,-1 0 0,0 0-1,0 0 1,0 0 0,0 0 0,0 1 0,0-1 0,0 1 0,1-1 0,-1 1 0,0 0 0,-1-1-1,1 1 1,0 0 0,0 1 0,0-1 0,0 0 0,-1 0 0,1 1 0,-1-1 0,1 1 0,-1-1-1,2 3 1,4 4 35,-1 0 1,0 1-1,0-1 0,-1 1 0,0 0 0,6 16 0,7 33-453,-14-42-429,1 0 0,1 1 0,0-2 0,12 22 0,-11-26-719,0 0 0,16 16 0,7 0-7980,-13-12-636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5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67 152 14605,'-40'-12'3081,"13"9"5063,47 3-6203,0-3-373,14-3-328,33-3-232,0 3-224,7-4-388,9 1-396,4-3-304,14 3-1140,9-3-376,1-6-709,6 3-771,7 3-3580,0-3-6626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5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81 227 13665,'-53'-27'2416,"26"21"9718,57 0-10750,24-3-300,3-3-204,13 3-312,14-3-576,13-3-504,3-4-928,7 1-304,101-33-4293,-104 24-572,0 12-6188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6.4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786 468 11673,'-39'-52'4328,"14"37"-1636,18 11-1947,5 3 474,-4 1-181,-6 2-820,1 1-1,-1 0 0,1 1 0,-1 0 1,1 0-1,1 1 0,-1 1 0,1-1 1,0 2-1,0 0 0,0 0 0,1 0 1,-8 10-1,-18 19 365,-55 72 1,75-88-500,-110 131 425,55-69-497,-66 102 0,110-145-320,-20 35-521,44-72 771,1 1 0,0-1 0,0 0 0,1 1 0,-1-1 0,0 1 0,1-1 0,0 1 0,-1-1 0,1 1 0,0-1 0,0 4 0,1-5 36,-1-1-1,0 1 0,0 0 0,0-1 0,1 1 0,-1-1 0,0 1 0,0-1 0,1 1 0,-1-1 0,0 1 1,1-1-1,-1 1 0,1-1 0,-1 1 0,1-1 0,-1 0 0,1 1 0,-1-1 0,1 0 0,0 1 0,1-1-19,-1 1 0,0-1-1,1 0 1,-1 0 0,1 0-1,-1 0 1,1 0 0,-1 0-1,0-1 1,1 1 0,-1 0-1,1-1 1,1 0 0,26-12-192,-1 0 0,0-2 0,-1-2 0,-1 0 0,0-2 0,-2 0 0,0-2 0,-1-1 0,24-29 0,8-16 98,-2-3 0,50-89 1,20-85 84,-69 125 206,3-11 133,-38 81 18,2 0 1,40-65 0,-60 114-296,-1-1 1,0 1 0,0 0 0,0-1 0,0 1 0,0 0-1,1-1 1,-1 1 0,0 0 0,0-1 0,1 1-1,-1 0 1,0-1 0,1 1 0,-1 0 0,0 0-1,1-1 1,-1 1 0,0 0 0,1 0 0,-1 0 0,0 0-1,1-1 1,-1 1 0,1 0 0,-1 0 0,0 0-1,1 0 1,-1 0 0,1 0 0,-1 0 0,0 0-1,1 0 1,-1 0 0,1 0 0,-1 0 0,0 1-1,1-1 1,-1 0 0,0 0 0,1 0 0,-1 0 0,1 1-1,11 21 364,6 48 139,-15-54-383,3 7 40,31 106 614,-30-110-700,0-1 1,2 0-1,0-1 1,21 29-1,-17-28-225,1-1-1,0 0 1,1-1-1,1-1 1,1-1-1,0 0 1,0-1-1,2-1 1,-1 0-1,2-2 1,-1 0 0,42 14-1,121 39-1957,-61-20 1050,-102-37 896,0 0 0,0-2 0,1 0 0,-1-1 0,1-1 0,0 0 0,0-2 0,0 0 0,0-2 0,-1 0 0,1-1 0,0-1 0,-1-1 0,0 0 0,27-13 0,96-37 1687,-123 49-1945,0 2-1,33-5 0,-4 2-1110,95-7-2148,4-1 2116,-125 11 3286,1-1 0,23-9 0,-43 13 287,14-10-1493,-10 5-3581,-32-12-3240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8.0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12465,'0'0'5600,"0"4"-4265,-21 186 4565,16 99-3585,3-90-1641,0-120-587,0 185-549,26 94-2926,-19-312 2260,3 1 0,1-1 0,21 59 0,-19-74-850,2 0-1,1-2 1,19 30 0,16 15-7139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8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175 106 7821,'-122'-63'1773,"85"40"-647,21 4 4918,31 34-4026,201 167 632,11 9-1716,-199-163-839,0 1-1,-2 2 1,-1 0-1,-2 2 1,26 47-1,-40-63-59,-1 1 0,-1-1 0,-1 1 0,0 1 0,-1-1 0,-1 1 0,-1 0-1,-1-1 1,0 23 0,-3-18-38,0 0 0,-2 0 0,-1 0-1,-1 0 1,0-1 0,-2 0 0,-10 22 0,-67 125-885,-6 13-1416,82-160 1011,1-1 0,0 1-1,1 1 1,2-1 0,0 1 0,-1 38-1,10 1-6734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8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6 181 9297,'-2'4'354,"1"-1"1,0 1 0,1 0-1,-1-1 1,1 1 0,-1 0-1,1 0 1,0-1-1,1 1 1,-1 0 0,1 0-1,-1-1 1,1 1-1,2 5 1,24 53 1064,51 88-1,-21-46-1093,-45-82-513,27 33 0,-23-32-44,-13-19 215,0-1 1,0 1 0,0 0 0,0-1 0,1 1 0,-1-1 0,1 0 0,0 0 0,0-1-1,0 1 1,0-1 0,1 0 0,-1 0 0,1 0 0,-1-1 0,1 1 0,0-1 0,-1 0-1,1-1 1,0 1 0,0-1 0,-1 0 0,1 0 0,0 0 0,0-1 0,0 0 0,-1 0-1,1 0 1,7-3 0,9-4 44,1-2 0,-1-1 0,-1 0 0,36-27-1,-20 13 164,124-70 661,-125 77-582,0 1-1,66-21 1,-83 33-140,0 1 0,1 1 1,-1 0-1,1 1 0,0 1 0,22 2 0,-32 0-302,0 0 1,0 0-1,0 1 0,0 0 0,0 0 1,-1 1-1,1 1 0,-1-1 0,0 1 0,0 1 1,0-1-1,-1 1 0,1 1 0,11 10 1,-17-13-54,1 0 1,0 0 0,0-1 0,0 0 0,1 1 0,-1-1-1,1 0 1,-1 0 0,1-1 0,0 1 0,-1-1-1,1 0 1,0 0 0,0 0 0,0 0 0,7 0 0,-4-2 39,-1 1 1,0-1-1,1 0 1,-1-1 0,0 1-1,0-1 1,0 0 0,0-1-1,10-5 1,-3 0 145,-1 0 0,0-1 0,0 0 0,-1-1 0,-1-1 0,0 1 0,0-2 0,13-18 0,-13 13 121,-1-1 0,-1 0-1,-1 0 1,0 0-1,-1-1 1,-1 0-1,4-35 1,-1-77-1499,-9 117 685,0 11 376,1 1 0,0-1 0,0 1 0,0-1 0,0 1 0,0-1-1,0 1 1,2-5 0,9-14-2965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9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 7785,'14'8'2049,"-18"-3"1133,-10 9-1436,-9 22 592,-35 76-1,57-112-2327,-16 37 364,1-1 1,2 2-1,2 0 0,1 0 1,2 1-1,-6 63 0,14-92-365,1 1 0,0-1 1,0 1-1,1 0 0,1-1 0,-1 1 0,2-1 0,-1 0 0,2 0 0,-1 0 0,1 0 0,1 0 0,0-1 0,0 0 0,1 0 0,0 0 1,1-1-1,-1 0 0,2 0 0,-1 0 0,1-1 0,0 0 0,1-1 0,13 9 0,0-3-230,0-1 0,1-1 0,0 0 0,0-2 0,48 10-1,127 10-1677,-170-25 1618,547 57-3699,-519-52 3539,-1-3 0,1-3 1,0-1-1,0-4 0,-1-1 0,102-23 1,-97 11 492,4-2 1896,2 3 1,105-11-1,-163 25-1425,0 0 0,0-1 1,0 0-1,0-1 0,0 1 0,-1-1 0,1-1 1,-1 0-1,9-5 0,-1 0 1044,25-26 3375,141-45-7944,-126 57 1556,176-61-5929,-139 52 1759,12 1-3321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9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1 136 14289,'0'-7'629,"0"-1"1,0 0-1,1 1 0,0-1 0,0 1 0,4-12 0,-3 16-374,-1 0 1,1 0-1,-1 0 0,1 0 0,0 0 0,1 1 0,-1-1 1,0 1-1,1-1 0,-1 1 0,1 0 0,0 0 0,-1 0 1,1 0-1,0 0 0,1 1 0,-1-1 0,4 0 0,13-5 200,0 2 0,1 0-1,0 2 1,0 0-1,25 0 1,114 6 611,-148-2-996,894 94 1449,-794-80-1667,185 25-846,631 73-7128,-613-93 1911,-254-22 3884,-14-6-814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9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915 226 8765,'-139'-85'2091,"120"72"-783,-27-24 0,-14-8 1818,47 37-2346,0 0 0,0 1 0,-27-10-1,36 16-600,0 0 0,0 0-1,0 0 1,0 1 0,0-1-1,0 1 1,0 0-1,0 0 1,1 0 0,-1 1-1,0-1 1,0 1 0,0 0-1,0 0 1,0 1 0,1-1-1,-1 1 1,0 0-1,-5 3 1,-1 3 269,2 0 1,-1 1-1,1 0 0,0 0 1,0 0-1,1 1 0,1 0 1,0 1-1,0-1 0,1 1 0,-8 21 1,0 13 1079,-15 79-1,23-98-1140,-13 76 181,1-8-525,-46 152 1,-53 46-2199,24-106-6321,67-134 1266,7 0-4732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19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85 14617,'-21'-52'2441,"5"43"-109,-4 3 1208,10-3-2384,-1 0-236,-5 21-12917,-1 3 1972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2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284 189 14573,'0'-3'-332,"-1"-12"4402,-12 30 512,-5 21-3811,1 0 0,2 1 1,2 0-1,-16 74 0,9-32-318,-48 215 375,19-74-533,35-152-940,2 0 0,4 0 0,2 1 0,5 92 0,2-152 458,-1 1 0,1-1 0,1 0 0,3 14 0,-5-22 168,1 1 0,-1-1 0,0 0 0,1 1-1,-1-1 1,1 0 0,0 1 0,-1-1 0,1 0 0,0 0 0,0 0 0,0 0 0,0 0-1,0 1 1,0-2 0,0 1 0,0 0 0,0 0 0,1 0 0,-1 0 0,0-1 0,0 1-1,1-1 1,-1 1 0,0-1 0,1 1 0,-1-1 0,1 0 0,-1 0 0,1 0 0,-1 1-1,0-1 1,1-1 0,-1 1 0,1 0 0,-1 0 0,3-1 0,5-3-6,-1 1 1,0-1 0,0-1-1,-1 0 1,1 0-1,-1 0 1,0-1 0,-1 0-1,1 0 1,-1-1 0,0 1-1,-1-2 1,6-7-1,10-19 37,28-60 1,-39 73-4,226-532 739,-43 90 1282,-178 429-1773,1 0-1,3 2 1,0 0-1,33-41 1,-45 65-180,1-1 1,0 1 0,0 0-1,0 1 1,1 0-1,0 0 1,1 1 0,0 0-1,-1 1 1,2 0-1,-1 0 1,1 1-1,-1 0 1,1 1 0,0 1-1,0-1 1,1 2-1,20-1 1,-18 3 16,1 1 0,-1 0-1,1 1 1,-1 1 0,0 0 0,0 1-1,0 0 1,-1 2 0,0-1 0,0 2 0,0-1-1,-1 2 1,19 16 0,-1 2 127,-1 2 1,-1 2-1,41 59 0,-15-9 206,-3 4-1,63 144 1,52 195 176,-125-298-800,-6 2 0,25 165 0,-5 266-4020,-50-291-204,-9-94-4110,-2-62-3472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3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1820 11069,'0'-3'327,"0"0"0,0 1 1,0-1-1,1 0 0,-1 0 0,1 1 0,-1-1 0,1 1 1,0-1-1,0 0 0,0 1 0,0 0 0,1-1 0,-1 1 1,0 0-1,1-1 0,2-2 0,1 2-144,0-1 1,0 1-1,0 0 0,0 0 1,1 0-1,-1 1 0,7-2 0,26-7 245,1 2 0,0 1-1,1 2 1,68-1 0,-69 5-271,354-20 589,494-45-233,-689 40-468,350-97 1,-439 91 100,-2-6-1,-2-4 1,-1-5-1,161-101 0,-104 29 265,-125 82-302,-65 38-61,13 5-32,1 0-1,-1 0 0,1 2 1,0-1-1,1 2 1,0 0-1,0 1 1,-14 12-1,-102 94-25,102-89 1,-459 452-2816,428-415 1591,3 2 0,-59 90 0,115-153 1215,-1-1 1,1 0-1,-1 0 1,1 0-1,-1 1 1,1-1-1,0 0 1,0 1 0,0-1-1,0 0 1,0 0-1,0 1 1,0-1-1,0 0 1,0 1 0,0-1-1,1 0 1,-1 0-1,0 1 1,1-1-1,0 0 1,-1 0-1,1 0 1,-1 0 0,1 0-1,0 0 1,0 0-1,0 0 1,0 0-1,0 0 1,0 0 0,0 0-1,0 0 1,0-1-1,0 1 1,0 0-1,0-1 1,0 1-1,1-1 1,-1 0 0,0 1-1,0-1 1,1 0-1,1 1 1,7-2-8,0 0 0,0-1 0,0 0 0,0 0 0,-1-1 0,1-1 0,10-4 0,-3 1 11,32-14 43,0-1-1,-2-3 0,0-2 0,-2-2 0,-1-1 0,-2-3 1,50-49-1,-23 12-28,-4-3 1,-3-3-1,57-90 1,-69 84-184,-3-2 1,-4-3 0,-3-1 0,-5-1-1,-3-2 1,32-157 0,-58 220 123,-2 1 0,1-30 1,-5 49 44,1 0 1,-2 0-1,1 0 0,-1 0 1,-1 0-1,1 0 1,-1 0-1,-1 1 1,1-1-1,-2 0 1,-4-8-1,7 14 17,0 1 0,-1 0 1,1-1-1,-1 1 0,1 0 0,-1 0 1,1 0-1,-1 0 0,0 0 0,0 1 1,1-1-1,-1 1 0,0-1 0,0 1 1,0-1-1,0 1 0,1 0 0,-1 0 1,0 0-1,0 0 0,0 0 0,0 0 1,0 1-1,0-1 0,1 0 0,-3 2 1,-44 16 74,40-14-51,0 1 0,1 0 1,-1 1-1,1 0 0,0 0 0,1 1 1,-10 11-1,-34 57 20,41-60-39,-16 29 38,2 0 0,2 2 0,2 1-1,3 0 1,1 1 0,2 1 0,3 0-1,2 0 1,1 1 0,4 0 0,1 0 0,2 0-1,10 71 1,-4-90-38,2-1 0,0 0 0,3-1 0,0 0 0,21 38 0,-24-52-8,0 0 1,2-1-1,0 0 1,0-1-1,2 0 1,-1-1-1,2 0 0,-1-1 1,29 20-1,-17-17-32,0 0 0,1-2 0,0-1 0,49 15-1,-36-17 28,-1-2-1,1-1 0,1-1 0,-1-3 0,1-1 0,-1-1 0,0-3 0,1-1 1,-1-2-1,0-1 0,-1-2 0,59-23 0,-50 14 129,-2-1-1,-1-3 1,-1-1 0,0-3 0,-2-1-1,-1-2 1,-2-1 0,0-3-1,51-59 1,-56 53 6,-2-2 0,-2-1-1,-1-1 1,21-48 0,-34 58-86,0 0 1,-2-1-1,-2 0 0,-1-1 1,-1 0-1,4-54 1,-11 72-27,-1-1-1,-1 1 1,0 0 0,-1 0 0,-1 0 0,0 0 0,-2 1 0,-8-25 0,11 36-16,-1-1 0,1 1 1,-1 1-1,0-1 0,0 0 0,0 1 0,0-1 1,-1 1-1,0 0 0,0 0 0,0 0 0,0 1 0,-1 0 1,0-1-1,1 2 0,-1-1 0,0 0 0,0 1 1,0 0-1,-1 0 0,1 1 0,0-1 0,-1 1 0,1 0 1,-1 1-1,0-1 0,1 1 0,-1 0 0,-7 2 1,1 0-41,0 1 1,0 0-1,0 1 1,0 0 0,1 1-1,0 0 1,0 1-1,0 1 1,1-1 0,0 2-1,0-1 1,-10 11-1,-4 6-249,1 1-1,1 1 1,-23 35-1,29-39 60,-14 22-433,-31 57 0,55-89 536,0 1-1,0-1 1,2 1-1,-1 1 1,2-1-1,0 0 0,0 1 1,1-1-1,0 28 1,2-39 104,0 1 1,0-1-1,1 1 0,-1-1 0,1 1 1,-1-1-1,1 0 0,0 1 1,0-1-1,0 1 0,0-1 1,0 0-1,1 0 0,-1 0 1,3 3-1,-3-4 4,1 0 0,-1 0-1,1 0 1,-1 0 0,1 0-1,0 0 1,-1-1 0,1 1-1,0 0 1,0-1 0,-1 0-1,1 1 1,0-1 0,0 0 0,0 0-1,2 0 1,5-1-37,-1 0-1,1-1 1,0-1-1,-1 1 1,1-1-1,12-7 1,-2 1 30,0-2 0,-1 0 1,0-1-1,28-25 0,60-67 719,-52 48-165,89-93 1152,21-20 494,-25 32-405,206-188 3204,-326 309-4326,2 1 1,33-20-1,-51 34-571,0-1 0,0 1 0,0 0 0,0 1 0,0-1-1,0 0 1,0 1 0,0 0 0,1 0 0,-1 0 0,0 0 0,0 0-1,0 0 1,0 1 0,0-1 0,0 1 0,0 0 0,0 0 0,0 0-1,0 1 1,-1-1 0,1 1 0,0-1 0,-1 1 0,1 0-1,3 3 1,0 1 17,0-1 0,-1 1 0,0 0 0,0 0 0,0 1-1,-1 0 1,1 0 0,5 14 0,0 9 127,-1 1 1,-1-1-1,4 43 0,3 96 147,-11-105-363,34 341-3172,-20-282 908,13 69-2952,-22-154 1835,18 49-1,15 10-5631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3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1 287 14661,'43'-78'2145,"-16"42"-201,16 8-288,14-2-492,10 9-160,20 6-196,24-3-516,30 6-368,23-3-268,37 3-668,27 3-632,19 0-556,25 9-3293,2-3-4428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4.1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2672 9701,'0'0'8815,"2"-3"-7284,43-51 2023,60-58 0,13-13-2298,1-23-478,153-250 0,55-192-461,-276 485-312,-4-2 0,51-173 0,-78 208-11,-4-1 1,-3-1-1,-4 0 1,-2-1 0,-4-81-1,-4 128 1,-9-49 1,8 67-8,0 1 1,-1 0 0,0-1 0,0 1-1,-1 0 1,0 1 0,-1-1 0,-9-13-1,13 20 13,0 1-1,-1-1 1,1 0-1,0 0 1,-1 1-1,1-1 1,-1 1-1,0-1 1,1 1-1,-1 0 1,0 0-1,0-1 1,0 1-1,0 0 1,0 1-1,0-1 0,0 0 1,0 1-1,0-1 1,0 1-1,-1-1 1,1 1-1,0 0 1,0 0-1,0 0 1,-1 0-1,1 1 1,0-1-1,0 1 1,0-1-1,0 1 1,0-1-1,0 1 1,0 0-1,0 0 1,0 0-1,0 0 0,0 1 1,0-1-1,-2 3 1,-3 3 7,1 0-1,-1 0 1,2 1-1,-1-1 1,1 1 0,0 0-1,1 1 1,-6 15-1,-2 13 41,1 2 0,2-1 0,2 1 0,-4 71 0,12 164 78,63 297 5,48-4-14,-34-192-67,-53-241-53,9 178-1,-31-252-42,-3 0 0,-3 0 0,-3-1 0,-2 0 0,-23 86-1,16-99-191,-2-1 0,-2-1-1,-2-1 1,-2-1-1,-41 58 1,42-68-235,-1-1-1,-31 32 1,39-48 120,0-1-1,-1-1 0,-1 0 1,-25 13-1,34-21 2,-1-1 0,1 0 0,-1 0-1,0-1 1,0 0 0,0-1 0,-1 0 0,-16 1-1,25-3 262,0 0 0,0 1 0,0-1 0,-1 0 0,1 0 0,0 0 0,0 0-1,0 0 1,0-1 0,0 1 0,0 0 0,0 0 0,0-1 0,0 1-1,0 0 1,0-1 0,1 1 0,-1-1 0,0 1 0,0-1 0,0 0 0,0 1-1,1-1 1,-2-1 0,2 0-72,-1 0 0,1 0 0,-1 0 0,1-1 0,0 1 0,0 0 0,0 0 0,0 0 0,0-1 0,1 1 0,0-4 0,2-7-356,0 0 1,1 1-1,1-1 0,0 1 0,1 0 0,0 0 1,8-11-1,8-9-2030,36-39 0,28-23-3820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7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825 136 12777,'18'-61'2080,"-17"57"-1810,-1 0-1,1 1 1,-1-1 0,1 0-1,-1 1 1,0-1-1,0 0 1,-1 1-1,1-1 1,-1 0-1,1 1 1,-1-1-1,-2-3 1,-2-12 5049,4 19-5184,-1 1 0,0 0 0,1 0 0,-1 0 0,1 0 0,-1 0 0,1 0 0,-1 1 0,1-1-1,0 0 1,-1 1 0,0 2 0,-3 1 155,-5 8 99,-1 2 1,2-1-1,0 1 0,-12 30 0,-9 13 416,-252 403 2687,-22 37-2962,276-447-530,2 2 0,-23 67 0,42-99 0,1 0 0,0 1 0,2 0 0,1-1 0,0 1 0,2 0 0,0 1 0,5 42 0,-2-54-1,0 0-1,1-1 1,0 1 0,1-1 0,0 0-1,1 0 1,0 0 0,1-1 0,-1 1-1,2-1 1,11 13 0,-7-11 5,1 0 1,0-1 0,0-1 0,1 0-1,1 0 1,-1-2 0,21 10-1,3-4-129,1-1 0,0-1 0,0-2-1,1-2 1,62 3 0,-67-8-131,0-2 0,40-5 1,179-27-1211,-213 26 1104,-1-2-1,1-1 1,58-24-1,-79 26 218,12-4-179,0-1-1,-1-2 1,-1-1-1,0-2 1,50-37 0,-68 44 205,1 0 1,-2 0 0,0-2 0,0 1 0,-1-1 0,0 0 0,-1-1 0,0 0 0,-2-1 0,1 1 0,-1-1 0,-1 0 0,-1-1 0,0 1 0,2-16 0,-1-10-45,-3 20 57,1 0 0,1 1-1,8-26 1,-10 39 81,1 0 1,0 0 0,0 0 0,0 0-1,1 1 1,0-1 0,0 1 0,0 0-1,0 0 1,1 1 0,0-1 0,0 1-1,0 0 1,8-4 0,0 2 7,0 0 1,0 1 0,1 0-1,0 1 1,0 0 0,0 2-1,0-1 1,1 2 0,-1 0-1,1 0 1,24 4 0,-19-1 96,0 1 0,0 0 0,-1 2-1,1 0 1,-1 1 0,0 2 0,34 17 0,-33-13 137,-1 1-1,-1 1 0,0 1 1,-1 0-1,-1 1 1,0 1-1,-1 1 1,-1 0-1,-1 1 0,0 0 1,-2 1-1,0 0 1,10 27-1,-12-23-66,-1 0 0,-2 0 0,0 1 0,-1 0 0,-2 0 0,-1 0 0,0 0 0,-2 0 0,-1 1 1,-1-1-1,-10 48 0,2-35-197,-1-1 0,-2-1 0,-35 68 0,-13 25-2083,55-113 1185,0 0 1,1 1-1,0 0 0,2-1 0,0 1 1,-1 22-1,9-3-5397,5-5-4098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7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0 930 8201,'5'0'2316,"33"1"898,-13 0-1339,40-3 0,8-8-737,-2-3 0,102-32 0,-137 32-1008,0 0-1,-2-3 0,0-1 1,-1-1-1,0-2 1,44-35-1,-61 41-87,0-1 1,-1 0-1,0-1 0,-1-1 0,-1-1 0,11-19 0,-23 35-37,0 1 0,0-1 0,0 1 0,0-1 0,0 0 0,-1 1 0,1-1 0,0 0 0,-1 1 0,0-1 0,1 0 0,-1 0-1,0 1 1,0-1 0,0 0 0,0 0 0,0 0 0,0 1 0,0-1 0,-1 0 0,1 0 0,-1 1 0,1-1 0,-1 0 0,0 1 0,0-1 0,1 0 0,-1 1 0,0-1 0,-1 1 0,1 0 0,0-1 0,0 1 0,-2-2-1,-1 1 17,0 0 0,0 0-1,0 0 1,0 0 0,0 0-1,-1 1 1,1 0 0,0 0-1,-1 0 1,1 1 0,0-1-1,-6 1 1,-3 1 82,0 0 0,0 1 1,0 1-1,0 0 0,0 1 0,0 0 0,1 1 1,0 0-1,0 1 0,-21 13 0,0 4 341,1 2 0,-36 35 0,51-44-243,1 1 0,1 0 0,0 1 1,2 0-1,-22 39 0,30-49-151,1 0 1,1 0-1,0 0 0,0 1 1,0-1-1,1 1 0,0-1 1,1 1-1,0 0 0,0 0 1,1-1-1,0 1 0,0 0 1,1 0-1,1 0 0,-1-1 1,1 1-1,5 12 0,-3-14-35,1 0 0,-1 0 0,1 0-1,1-1 1,-1 0 0,1 0 0,0 0-1,1-1 1,-1 0 0,1 0 0,0 0-1,1-1 1,-1 0 0,11 3-1,5 3-169,0-2 0,1-1 0,38 7-1,-10-6-251,0-3-1,1-2 1,94-8-1,-62-4-242,129-31 0,-185 32 549,-1 2-1,1 0 1,0 2 0,0 1 0,1 2 0,-1 1 0,42 4 0,0 3 81,0-3-1,1-3 0,73-10 1,55 1 26,-177 9 7,0 1 1,1 0-1,-1 2 0,37 11 0,88 40 131,-96-34-54,95 25 0,-84-33-135,0-2 0,109 4 0,-147-15 31,1 0 0,0-2 0,-1-1 0,1-1 0,-1-1 0,0-1 0,-1-1 0,1-2 0,37-18-1,-52 22 12,-1-2 0,1 1 0,-1-1 0,-1-1 0,1 1 0,-1-1-1,7-11 1,-10 14-3,-1-1-1,0 1 0,-1-1 0,1 0 1,-1-1-1,0 1 0,-1 0 0,0-1 1,0 0-1,0 1 0,-1-1 1,0 0-1,1-7 0,-6 30 76,3-15-73,1 0-1,-1 0 1,1 0 0,-1 0 0,1 0-1,0 0 1,0 0 0,0 0 0,-1 0-1,1 0 1,0 0 0,0 0 0,0 0-1,1 1 1,-1-1 0,0 0 0,0 0-1,1 0 1,-1 0 0,0 0 0,1 0-1,-1 0 1,2 1 0,-1 0-26,0 0 1,0-1 0,1 0-1,-1 1 1,1-1 0,-1 1-1,1-1 1,-1 0-1,1 0 1,0 0 0,0 0-1,-1 0 1,1-1 0,0 1-1,0 0 1,0-1-1,0 1 1,0-1 0,0 0-1,0 0 1,0 0 0,0 0-1,0 0 1,0 0 0,0 0-1,0 0 1,0-1-1,0 1 1,-1-1 0,1 0-1,0 1 1,3-3 0,7-3-150,0 0 0,-1 0 0,20-15 0,-31 21 174,28-24-118,0-1-1,-2-1 0,40-53 0,-24 28 94,168-206 524,-158 192-267,133-183 1326,-69 91 1129,-101 137-1978,1 1-1,28-26 1,-43 45-628,0 1-1,0-1 1,1 1 0,-1-1-1,0 1 1,0-1-1,0 1 1,0 0 0,0 0-1,0-1 1,0 1-1,0 0 1,-1 0 0,1 0-1,0 0 1,0 0 0,-1 0-1,1 0 1,0 2-1,1 1 26,0 0-1,0 1 1,0-1-1,-1 1 0,1 0 1,-1-1-1,-1 1 1,1 0-1,0-1 1,-1 1-1,-1 9 0,-10 56 668,6-42-502,-31 151 730,-6 87-920,39-239-499,-7 45-1149,1 93 0,10-137 50,1-1 0,7 34 1,-4-40-833,1 0 1,0 0-1,15 30 1,12 10-9707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8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8 124 11925,'-7'-27'2300,"30"12"-288,14 0-187,17 9-425,3-3-196,10 6-352,13 0-420,17-1-404,10 4-684,14-3-680,16-6-348,11-3-1013,16 3-1847,10 0-3533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4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1 491 9253,'138'-206'1927,"23"-13"4171,-136 188-4536,-22 26-1049,2 0 0,-1 0-1,0 0 1,1 1-1,6-5 1,-11 9-488,0-1 0,0 1 0,0 0 0,0 0 0,0 0 1,0 0-1,1 0 0,-1 0 0,0 0 0,0 0 0,0 0 0,0 0 0,0 0 0,0 0 0,0 0 1,1 0-1,-1 0 0,0 0 0,0 0 0,0 0 0,0 0 0,0 0 0,0 0 0,0 0 0,1 0 0,-1 0 1,0 0-1,0 0 0,0 0 0,0 0 0,0 0 0,0 0 0,0 0 0,0 0 0,0 0 0,1 0 1,-1 0-1,0 1 0,0-1 0,0 0 0,0 0 0,0 0 0,0 0 0,0 0 0,0 0 0,0 0 0,0 0 1,0 1-1,0-1 0,0 0 0,0 0 0,0 0 0,0 0 0,0 0 0,0 0 0,0 0 0,0 1 0,5 6 266,-1 1 0,-1 1 0,0-1 0,0 0 0,0 1 0,-1-1 0,-1 1-1,1 0 1,-1 0 0,-1 13 0,-1 14 239,-7 47 1,4-49-185,-47 361 1481,-40 482-2009,86-746-817,-11 243-4090,7-71-5208,18-168 43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4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0 349 11413,'271'-135'3208,"-200"103"-1693,1 3 1,131-33-1,157-8 102,-328 65-1519,-2-1-43,0 2 1,-1 1 0,1 1 0,0 1 0,0 2 0,31 5 0,-56-5-56,0 0 1,0 0-1,0 1 1,0 0 0,0 0-1,0 0 1,-1 1-1,1-1 1,-1 1 0,0 0-1,0 0 1,0 1-1,0 0 1,0-1 0,-1 1-1,1 0 1,-1 0-1,0 1 1,0-1 0,-1 1-1,0 0 1,1-1-1,-1 1 1,-1 0 0,1 0-1,-1 0 1,0 0-1,1 8 1,0 23-22,0 0 0,-3-1 1,-9 72-1,4-59-284,0 67 0,7-92 177,1 0 0,1-1 0,1 1 0,1-1 0,0 0 0,14 31-1,-16-45-11,0-1 0,0 0-1,1-1 1,0 1-1,0-1 1,0 0-1,1 0 1,0 0-1,0 0 1,1-1 0,-1 0-1,1 0 1,0 0-1,1-1 1,-1 0-1,1 0 1,-1-1-1,1 1 1,1-2 0,-1 1-1,0-1 1,15 3-1,-3-4-142,0-1-1,-1-1 0,1 0 1,0-2-1,-1 0 0,34-10 1,94-42-532,-129 48 747,255-98-144,-208 85 221,2 3 0,76-10 0,-22 11-974,187 2 0,-280 14 734,304 10-5020,-210 0 2230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4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97 8149,'0'0'4219,"5"0"-3272,10-2-412,-6 0-376,1 1 0,-1 0 0,1 1 0,15 1 0,227 16-3643,-235-16 3309,0-2 1,1 0-1,-1-1 0,0 0 1,1-2-1,29-9 0,-44 11 1059,-6-21 104,0 15-1025,0 1 0,-1-1 0,0 1 1,-7-9-1,11 15-148,-1 0 1,0 1 0,1-1-1,-1 0 1,0 1-1,1-1 1,-1 1-1,0-1 1,0 1 0,0-1-1,0 1 1,0 0-1,1-1 1,-1 1 0,0 0-1,0 0 1,0 0-1,0-1 1,-2 1 0,-1 0-775,-16-6-3036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9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805 5 12873,'-2'-1'156,"0"1"0,0-1 0,1 0 0,-1 1 0,0-1 0,0 1 0,0 0 0,0-1 0,0 1 0,0 0 0,1 0 0,-1 0 0,0 1 0,0-1 0,0 0 0,-2 2 0,1-1 300,1 1 0,-1 0 0,1 0 1,-1 0-1,1 1 0,0-1 0,0 1 1,-2 2-1,-9 10 705,-9 13 283,2 0 1,0 1-1,-17 37 1,-44 104 572,32-62-1253,-206 466-2806,139-304-2756,113-265 4684,-93 230-9254,61-122-677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29.9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9345,'57'-75'5183,"-55"72"-4933,1 0 1,-1 1-1,1-1 0,0 1 0,0 0 1,0 0-1,0 0 0,0 0 1,1 0-1,-1 1 0,0-1 0,1 1 1,-1 0-1,1 0 0,0 1 1,5-2-1,-3 2-122,0 0-1,0 1 1,0 0-1,1-1 1,-1 2 0,0-1-1,0 1 1,-1 0 0,8 3-1,0 2-59,0 0 0,-1 0-1,0 2 1,-1-1 0,1 1-1,-2 1 1,18 19 0,-15-14-29,-2 0 0,1 0 1,-2 1-1,0 1 0,-1 0 1,-1 0-1,-1 0 1,0 1-1,-1 0 0,-1 1 1,-1-1-1,0 1 1,0 23-1,-2 33-75,-15 148 1,12-217 51,5-7 18,7-3-23,0 0-1,0-1 0,-1 0 1,1 0-1,18-14 0,50-43 80,-40 29-60,52-33 202,173-98 0,-228 145-104,1 1 0,1 2 0,0 2 0,69-16 0,-94 27-70,-1 1 1,1 0 0,-1 1-1,1 1 1,0 0 0,-1 1-1,26 4 1,-31-4-15,0 1-1,0 1 1,0-1 0,0 1-1,0 0 1,-1 0 0,1 1 0,-1 0-1,0 0 1,0 1 0,-1-1 0,1 1-1,-1 1 1,0-1 0,5 7-1,-2 1 25,-1 1-1,0 0 0,-1 0 0,0 0 0,-1 1 0,0 0 0,-2 0 0,0 0 0,0 1 0,0 23 0,-2 21 20,-9 83 0,4-101-65,-30 248-865,5-57-1527,18-1-3398,18-145 831,11-2-2680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0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425 1 13045,'-21'22'1067,"-2"-1"0,0-1 0,-31 21 1,36-28-255,1 2 0,0 0 0,1 1 0,1 1 0,0 0 0,-19 32 0,13-14 234,1 1 0,-26 67-1,27-51-760,2 1 1,3 0-1,-8 62 1,15-62-1450,3-1 0,2 1 1,6 71-1,1-50-1502,-4-38-1761,11 65 1,6-42-3715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0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1 103 6329,'110'-79'1164,"-59"58"-220,2 18-252,1 3-232,9 6-220,1 15-280,0 13-244,-4 14-184,-3 6-204,-20 6-272,-14 7-1209,-19 8-131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0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6321,'26'30'1980,"21"-27"-116,4-6-372,5-12-260,5 3-264,6 3-228,13 3-536,4-7-652,13-2-608,-3 6-1088,3 0-1152,0-9-1577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2.3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0 8501,'0'0'13222,"-1"2"-12852,-7 10-148,1 0-1,0 0 1,1 1-1,1 0 1,0 0-1,0 0 1,-3 20-1,2-10 513,-17 40 0,12-40-344,1 0 1,1 0-1,1 0 0,1 1 1,-5 31-1,11-48-316,0 0 0,1 1 0,0 0 0,0-1 0,1 1 0,0-1 0,0 1 0,0-1 1,1 0-1,0 0 0,1 1 0,0-1 0,0-1 0,0 1 0,1 0 0,0-1 0,0 0 0,1 0 0,0 0 1,0 0-1,10 8 0,2-1 7,0-1 0,1 0-1,1-1 1,0-1 0,0-1 0,1-1 0,38 11 0,7-3-26,78 8-1,153-3-785,-183-17 106,265 5-2424,-164-8-46,0 7-5296,-202-8 7384,79 4-9172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2.7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24 221 9669,'0'0'82,"0"-1"0,-1 1 1,1-1-1,0 1 0,0 0 1,-1-1-1,1 1 0,0 0 1,0-1-1,-1 1 0,1 0 0,0 0 1,-1-1-1,1 1 0,-1 0 1,1 0-1,0 0 0,-1-1 0,1 1 1,-1 0-1,1 0 0,0 0 1,-1 0-1,1 0 0,-1 0 0,1 0 1,0 0-1,-1 0 0,1 0 1,-1 0-1,1 0 0,-1 0 1,1 0-1,0 0 0,-1 1 0,1-1 1,-1 0-1,1 0 0,0 0 1,-1 1-1,1-1 0,0 0 0,-1 0 1,1 1-1,0-1 0,-1 0 1,1 1-1,0-1 0,0 0 0,-1 1 1,1-1-1,0 0 0,0 1 1,-1 0-1,-4 7 1771,13-11 1521,-1-1-3102,0 0-1,1 1 0,-1-1 1,1 2-1,0-1 0,0 1 0,0 0 1,0 1-1,10-1 0,1-1 5,484-55 726,-363 45-2002,-44 3-1954,99-23 1,-155 26 849,-34 6 1721,0 1-1,0-1 1,0-1 0,-1 1 0,1-1 0,-1 0 0,1 0 0,-1 0-1,7-4 1,-10 4-496,-22-21-396,9 16 2329,-1 1 0,-1 0-1,-16-5 1,27 10 199,-1 2 123,-3 5-914,0 0 0,0 0 0,0 0 1,1 1-1,-1 0 0,2 0 0,-1 0 0,1 0 0,-6 14 0,-9 15 261,4-8-216,2 1-1,-17 48 1,-6 18-153,-6-13-723,23-46-1246,1 0 0,2 0 0,-17 60 0,23-56-3268,0-4-2899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3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25 8989,'5'-6'556,"-4"5"-353,0 0 0,1 0 0,-1 0-1,0 0 1,0-1 0,0 1-1,-1 0 1,1-1 0,0 1-1,0-1 1,-1 1 0,1-2-1,20 6 2227,39 5 428,-58-7-2769,0 0 0,0 1 0,0-1 0,0 0 0,0 1 0,0-1 0,0 1 0,-1 0 0,1 0 0,0 0 0,2 3 1,-2-1 90,0-2-119,0 1 0,0 0 0,-1-1 0,1 1-1,-1 0 1,0 0 0,0 0 0,0 0 0,0 0 0,-1 0 0,1 0 0,-1 1 0,0-1 0,0 0 0,0 0 0,0 0 0,0 0 0,-1 0 0,1 1 0,-1-1 0,-1 3 0,1-1-42,2-2-7,-1 0 0,1 0 0,0 0 0,1-1 0,-1 1 0,0 0 0,1-1 0,-1 1 0,1-1 0,4 5 1,0-4-202,1 1 1,0-1 0,0-1-1,1 1 1,-1-1 0,0-1 0,1 1-1,-1-1 1,15 0 0,-18-1 29,25 1-560,0-1-1,1-2 1,54-11 0,27-2-294,-45 8 558,-1-3 0,66-20-1,8-2-1883,-55 15-1953,-29 8 1066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4.4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1667 8253,'-29'-19'1906,"-6"-6"2132,34 22-3809,-1 1 0,0-1 0,1 0 0,0 1 1,0-1-1,0 0 0,0 0 0,0 0 1,0 0-1,1 0 0,0 1 0,-1-1 0,1 0 1,0 0-1,0 0 0,1 0 0,0-5 0,1-4 169,0 1 0,1 0-1,6-16 1,0 9-25,0 0 1,1 0-1,0 1 0,1 0 1,1 1-1,16-16 0,93-85 873,-51 60-799,2 3 0,107-61 1,171-72-44,-313 168-410,806-362-2410,-433 205-1112,-2-5-4612,-215 98-304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4.7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259 169 10865,'-3'-30'2274,"3"28"-1976,-1 1 0,1-1 0,-1 0 0,0 1 0,0-1 0,0 1 0,0-1 0,0 1 0,0-1 0,0 1 0,0 0 1,-1-1-1,1 1 0,-2-1 0,-5-2 4961,4 5-5092,0-1 0,-1 1 1,1 0-1,1 0 0,-1 1 0,0-1 0,0 1 0,0 0 0,1 0 0,-1 0 0,1 0 0,-1 0 0,-3 5 0,0 1 99,0 1 1,0 0-1,1 0 1,-7 13-1,-5 11 163,2 1 0,2 1-1,-19 65 1,-13 115 192,42-181-563,2-1 1,0 1-1,3 0 1,0 0-1,3 0 1,11 54-1,-12-77-71,0-1 0,1 1-1,0-1 1,0 0 0,1 0 0,1 0-1,-1-1 1,2 0 0,-1 0-1,1 0 1,1-1 0,-1 0 0,1 0-1,1-1 1,-1 0 0,1-1-1,1 0 1,-1 0 0,1-1 0,0 0-1,0-1 1,0 0 0,1 0-1,20 3 1,-18-5-1,-1 0-1,1-1 1,0 0-1,0-1 1,0-1 0,0 0-1,0-1 1,0 0-1,0-1 1,-1-1-1,1 0 1,-1 0-1,0-1 1,0-1 0,-1 0-1,0 0 1,0-1-1,0-1 1,-1 0-1,10-9 1,-4-1-18,-2 0 0,0-1-1,0 0 1,-2-2 0,-1 1 0,0-1-1,-2-1 1,0 1 0,-1-2 0,6-29 0,-3-4-163,-2 0 0,-2 0 0,-1-63 1,-6 84 16,-1 0 1,-2 1 0,-1-1 0,-12-46 0,11 61-28,-2-1 0,-1 2 0,0-1 1,-1 1-1,-1 0 0,-1 0 1,0 2-1,-20-23 0,25 32-15,-2 1-1,1 0 1,-1 1 0,0 0-1,0 0 1,-16-8-1,21 12 60,-1 1 0,0 0 0,1 0 0,-1 0 0,0 0 0,1 0 0,-1 1 0,0 0 0,0-1 0,0 2 0,1-1 0,-1 0 0,0 1 0,0-1 0,1 1 0,-1 0 0,0 1 0,-3 1 0,1 0-199,-1 0 1,1 0 0,-1 1 0,1 0 0,1 1 0,-1-1-1,-8 9 1,9-7-538,-1 0 0,1 1 0,0-1-1,0 1 1,1 0 0,0 0 0,-5 12-1,-2 25-6252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5.0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1 570 12873,'0'-36'2300,"10"12"133,3 3-149,7-3-360,10-13-320,0 10-332,7-3-212,10-3-264,3 0-244,14-6-520,3 0-660,7 2-236,9-2-592,5 0-532,-1 0-588,0 0-3257,0 5-4968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09:35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1334 0 3504,'-28'8'2813,"22"-7"629,6 0-3356,0-1 1,0 1 0,-1-1-1,1 1 1,0-1-1,-1 1 1,1-1 0,-1 0-1,1 1 1,0-1-1,-1 1 1,1-1-1,-1 0 1,1 0 0,-1 1-1,1-1 1,-1 0-1,1 0 1,-1 0 0,0 1-1,1-1 1,-1 0-1,0 0 1,0 0 114,-1 1 0,1-1 0,0 1-1,-1-1 1,1 1 0,0 0 0,0-1 0,-1 1 0,1 0 0,0 0 0,0 0 0,-2 2 0,-88 148 5317,-29 89-2150,-183 371 151,-42-20-5832,79-140-4997,187-302 1753,13 0-3133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21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3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1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3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3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8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40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28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47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28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D2AF2A6-C5AB-425E-94C3-20C02093D80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C2357D3-61FA-48B5-A97A-115BB53F0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528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.xml"/><Relationship Id="rId21" Type="http://schemas.openxmlformats.org/officeDocument/2006/relationships/image" Target="../media/image74.png"/><Relationship Id="rId42" Type="http://schemas.openxmlformats.org/officeDocument/2006/relationships/customXml" Target="../ink/ink85.xml"/><Relationship Id="rId47" Type="http://schemas.openxmlformats.org/officeDocument/2006/relationships/image" Target="../media/image87.png"/><Relationship Id="rId63" Type="http://schemas.openxmlformats.org/officeDocument/2006/relationships/image" Target="../media/image95.png"/><Relationship Id="rId68" Type="http://schemas.openxmlformats.org/officeDocument/2006/relationships/customXml" Target="../ink/ink98.xml"/><Relationship Id="rId84" Type="http://schemas.openxmlformats.org/officeDocument/2006/relationships/customXml" Target="../ink/ink106.xml"/><Relationship Id="rId89" Type="http://schemas.openxmlformats.org/officeDocument/2006/relationships/image" Target="../media/image108.png"/><Relationship Id="rId16" Type="http://schemas.openxmlformats.org/officeDocument/2006/relationships/customXml" Target="../ink/ink72.xml"/><Relationship Id="rId11" Type="http://schemas.openxmlformats.org/officeDocument/2006/relationships/image" Target="../media/image69.png"/><Relationship Id="rId32" Type="http://schemas.openxmlformats.org/officeDocument/2006/relationships/customXml" Target="../ink/ink80.xml"/><Relationship Id="rId37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customXml" Target="../ink/ink93.xml"/><Relationship Id="rId74" Type="http://schemas.openxmlformats.org/officeDocument/2006/relationships/customXml" Target="../ink/ink101.xml"/><Relationship Id="rId79" Type="http://schemas.openxmlformats.org/officeDocument/2006/relationships/image" Target="../media/image103.png"/><Relationship Id="rId5" Type="http://schemas.openxmlformats.org/officeDocument/2006/relationships/image" Target="../media/image66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../media/image77.png"/><Relationship Id="rId30" Type="http://schemas.openxmlformats.org/officeDocument/2006/relationships/customXml" Target="../ink/ink79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64" Type="http://schemas.openxmlformats.org/officeDocument/2006/relationships/customXml" Target="../ink/ink96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68.xml"/><Relationship Id="rId51" Type="http://schemas.openxmlformats.org/officeDocument/2006/relationships/image" Target="../media/image89.png"/><Relationship Id="rId72" Type="http://schemas.openxmlformats.org/officeDocument/2006/relationships/customXml" Target="../ink/ink100.xml"/><Relationship Id="rId80" Type="http://schemas.openxmlformats.org/officeDocument/2006/relationships/customXml" Target="../ink/ink104.xml"/><Relationship Id="rId85" Type="http://schemas.openxmlformats.org/officeDocument/2006/relationships/image" Target="../media/image106.png"/><Relationship Id="rId3" Type="http://schemas.openxmlformats.org/officeDocument/2006/relationships/image" Target="../media/image65.png"/><Relationship Id="rId12" Type="http://schemas.openxmlformats.org/officeDocument/2006/relationships/customXml" Target="../ink/ink70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59" Type="http://schemas.openxmlformats.org/officeDocument/2006/relationships/image" Target="../media/image93.png"/><Relationship Id="rId67" Type="http://schemas.openxmlformats.org/officeDocument/2006/relationships/image" Target="../media/image97.png"/><Relationship Id="rId20" Type="http://schemas.openxmlformats.org/officeDocument/2006/relationships/customXml" Target="../ink/ink74.xml"/><Relationship Id="rId41" Type="http://schemas.openxmlformats.org/officeDocument/2006/relationships/image" Target="../media/image84.png"/><Relationship Id="rId54" Type="http://schemas.openxmlformats.org/officeDocument/2006/relationships/customXml" Target="../ink/ink91.xml"/><Relationship Id="rId62" Type="http://schemas.openxmlformats.org/officeDocument/2006/relationships/customXml" Target="../ink/ink95.xml"/><Relationship Id="rId70" Type="http://schemas.openxmlformats.org/officeDocument/2006/relationships/customXml" Target="../ink/ink99.xml"/><Relationship Id="rId75" Type="http://schemas.openxmlformats.org/officeDocument/2006/relationships/image" Target="../media/image101.png"/><Relationship Id="rId83" Type="http://schemas.openxmlformats.org/officeDocument/2006/relationships/image" Target="../media/image105.png"/><Relationship Id="rId88" Type="http://schemas.openxmlformats.org/officeDocument/2006/relationships/customXml" Target="../ink/ink10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78.xml"/><Relationship Id="rId36" Type="http://schemas.openxmlformats.org/officeDocument/2006/relationships/customXml" Target="../ink/ink82.xml"/><Relationship Id="rId49" Type="http://schemas.openxmlformats.org/officeDocument/2006/relationships/image" Target="../media/image88.png"/><Relationship Id="rId57" Type="http://schemas.openxmlformats.org/officeDocument/2006/relationships/image" Target="../media/image92.png"/><Relationship Id="rId10" Type="http://schemas.openxmlformats.org/officeDocument/2006/relationships/customXml" Target="../ink/ink69.xml"/><Relationship Id="rId31" Type="http://schemas.openxmlformats.org/officeDocument/2006/relationships/image" Target="../media/image79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60" Type="http://schemas.openxmlformats.org/officeDocument/2006/relationships/customXml" Target="../ink/ink94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103.xml"/><Relationship Id="rId81" Type="http://schemas.openxmlformats.org/officeDocument/2006/relationships/image" Target="../media/image104.png"/><Relationship Id="rId86" Type="http://schemas.openxmlformats.org/officeDocument/2006/relationships/customXml" Target="../ink/ink107.xml"/><Relationship Id="rId4" Type="http://schemas.openxmlformats.org/officeDocument/2006/relationships/customXml" Target="../ink/ink66.xml"/><Relationship Id="rId9" Type="http://schemas.openxmlformats.org/officeDocument/2006/relationships/image" Target="../media/image68.png"/><Relationship Id="rId13" Type="http://schemas.openxmlformats.org/officeDocument/2006/relationships/image" Target="../media/image70.png"/><Relationship Id="rId18" Type="http://schemas.openxmlformats.org/officeDocument/2006/relationships/customXml" Target="../ink/ink73.xml"/><Relationship Id="rId39" Type="http://schemas.openxmlformats.org/officeDocument/2006/relationships/image" Target="../media/image83.png"/><Relationship Id="rId34" Type="http://schemas.openxmlformats.org/officeDocument/2006/relationships/customXml" Target="../ink/ink81.xml"/><Relationship Id="rId50" Type="http://schemas.openxmlformats.org/officeDocument/2006/relationships/customXml" Target="../ink/ink89.xml"/><Relationship Id="rId55" Type="http://schemas.openxmlformats.org/officeDocument/2006/relationships/image" Target="../media/image91.png"/><Relationship Id="rId76" Type="http://schemas.openxmlformats.org/officeDocument/2006/relationships/customXml" Target="../ink/ink102.xml"/><Relationship Id="rId7" Type="http://schemas.openxmlformats.org/officeDocument/2006/relationships/image" Target="../media/image67.png"/><Relationship Id="rId71" Type="http://schemas.openxmlformats.org/officeDocument/2006/relationships/image" Target="../media/image99.png"/><Relationship Id="rId2" Type="http://schemas.openxmlformats.org/officeDocument/2006/relationships/customXml" Target="../ink/ink65.xml"/><Relationship Id="rId29" Type="http://schemas.openxmlformats.org/officeDocument/2006/relationships/image" Target="../media/image78.png"/><Relationship Id="rId24" Type="http://schemas.openxmlformats.org/officeDocument/2006/relationships/customXml" Target="../ink/ink76.xml"/><Relationship Id="rId40" Type="http://schemas.openxmlformats.org/officeDocument/2006/relationships/customXml" Target="../ink/ink84.xml"/><Relationship Id="rId45" Type="http://schemas.openxmlformats.org/officeDocument/2006/relationships/image" Target="../media/image86.png"/><Relationship Id="rId66" Type="http://schemas.openxmlformats.org/officeDocument/2006/relationships/customXml" Target="../ink/ink97.xml"/><Relationship Id="rId87" Type="http://schemas.openxmlformats.org/officeDocument/2006/relationships/image" Target="../media/image107.png"/><Relationship Id="rId61" Type="http://schemas.openxmlformats.org/officeDocument/2006/relationships/image" Target="../media/image94.png"/><Relationship Id="rId82" Type="http://schemas.openxmlformats.org/officeDocument/2006/relationships/customXml" Target="../ink/ink105.xml"/><Relationship Id="rId19" Type="http://schemas.openxmlformats.org/officeDocument/2006/relationships/image" Target="../media/image7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.xml"/><Relationship Id="rId21" Type="http://schemas.openxmlformats.org/officeDocument/2006/relationships/image" Target="../media/image118.png"/><Relationship Id="rId42" Type="http://schemas.openxmlformats.org/officeDocument/2006/relationships/customXml" Target="../ink/ink129.xml"/><Relationship Id="rId47" Type="http://schemas.openxmlformats.org/officeDocument/2006/relationships/image" Target="../media/image131.png"/><Relationship Id="rId63" Type="http://schemas.openxmlformats.org/officeDocument/2006/relationships/image" Target="../media/image139.png"/><Relationship Id="rId68" Type="http://schemas.openxmlformats.org/officeDocument/2006/relationships/customXml" Target="../ink/ink142.xml"/><Relationship Id="rId7" Type="http://schemas.openxmlformats.org/officeDocument/2006/relationships/image" Target="../media/image111.png"/><Relationship Id="rId71" Type="http://schemas.openxmlformats.org/officeDocument/2006/relationships/image" Target="../media/image143.png"/><Relationship Id="rId2" Type="http://schemas.openxmlformats.org/officeDocument/2006/relationships/customXml" Target="../ink/ink109.xml"/><Relationship Id="rId16" Type="http://schemas.openxmlformats.org/officeDocument/2006/relationships/customXml" Target="../ink/ink116.xml"/><Relationship Id="rId29" Type="http://schemas.openxmlformats.org/officeDocument/2006/relationships/image" Target="../media/image122.png"/><Relationship Id="rId11" Type="http://schemas.openxmlformats.org/officeDocument/2006/relationships/image" Target="../media/image113.png"/><Relationship Id="rId24" Type="http://schemas.openxmlformats.org/officeDocument/2006/relationships/customXml" Target="../ink/ink120.xml"/><Relationship Id="rId32" Type="http://schemas.openxmlformats.org/officeDocument/2006/relationships/customXml" Target="../ink/ink124.xml"/><Relationship Id="rId37" Type="http://schemas.openxmlformats.org/officeDocument/2006/relationships/image" Target="../media/image126.png"/><Relationship Id="rId40" Type="http://schemas.openxmlformats.org/officeDocument/2006/relationships/customXml" Target="../ink/ink128.xml"/><Relationship Id="rId45" Type="http://schemas.openxmlformats.org/officeDocument/2006/relationships/image" Target="../media/image130.png"/><Relationship Id="rId53" Type="http://schemas.openxmlformats.org/officeDocument/2006/relationships/image" Target="../media/image134.png"/><Relationship Id="rId58" Type="http://schemas.openxmlformats.org/officeDocument/2006/relationships/customXml" Target="../ink/ink137.xml"/><Relationship Id="rId66" Type="http://schemas.openxmlformats.org/officeDocument/2006/relationships/customXml" Target="../ink/ink141.xml"/><Relationship Id="rId5" Type="http://schemas.openxmlformats.org/officeDocument/2006/relationships/image" Target="../media/image110.png"/><Relationship Id="rId61" Type="http://schemas.openxmlformats.org/officeDocument/2006/relationships/image" Target="../media/image138.png"/><Relationship Id="rId19" Type="http://schemas.openxmlformats.org/officeDocument/2006/relationships/image" Target="../media/image117.png"/><Relationship Id="rId14" Type="http://schemas.openxmlformats.org/officeDocument/2006/relationships/customXml" Target="../ink/ink115.xml"/><Relationship Id="rId22" Type="http://schemas.openxmlformats.org/officeDocument/2006/relationships/customXml" Target="../ink/ink119.xml"/><Relationship Id="rId27" Type="http://schemas.openxmlformats.org/officeDocument/2006/relationships/image" Target="../media/image121.png"/><Relationship Id="rId30" Type="http://schemas.openxmlformats.org/officeDocument/2006/relationships/customXml" Target="../ink/ink123.xml"/><Relationship Id="rId35" Type="http://schemas.openxmlformats.org/officeDocument/2006/relationships/image" Target="../media/image125.png"/><Relationship Id="rId43" Type="http://schemas.openxmlformats.org/officeDocument/2006/relationships/image" Target="../media/image129.png"/><Relationship Id="rId48" Type="http://schemas.openxmlformats.org/officeDocument/2006/relationships/customXml" Target="../ink/ink132.xml"/><Relationship Id="rId56" Type="http://schemas.openxmlformats.org/officeDocument/2006/relationships/customXml" Target="../ink/ink136.xml"/><Relationship Id="rId64" Type="http://schemas.openxmlformats.org/officeDocument/2006/relationships/customXml" Target="../ink/ink140.xml"/><Relationship Id="rId69" Type="http://schemas.openxmlformats.org/officeDocument/2006/relationships/image" Target="../media/image142.png"/><Relationship Id="rId8" Type="http://schemas.openxmlformats.org/officeDocument/2006/relationships/customXml" Target="../ink/ink112.xml"/><Relationship Id="rId51" Type="http://schemas.openxmlformats.org/officeDocument/2006/relationships/image" Target="../media/image133.png"/><Relationship Id="rId3" Type="http://schemas.openxmlformats.org/officeDocument/2006/relationships/image" Target="../media/image109.png"/><Relationship Id="rId12" Type="http://schemas.openxmlformats.org/officeDocument/2006/relationships/customXml" Target="../ink/ink114.xml"/><Relationship Id="rId17" Type="http://schemas.openxmlformats.org/officeDocument/2006/relationships/image" Target="../media/image116.png"/><Relationship Id="rId25" Type="http://schemas.openxmlformats.org/officeDocument/2006/relationships/image" Target="../media/image120.png"/><Relationship Id="rId33" Type="http://schemas.openxmlformats.org/officeDocument/2006/relationships/image" Target="../media/image124.png"/><Relationship Id="rId38" Type="http://schemas.openxmlformats.org/officeDocument/2006/relationships/customXml" Target="../ink/ink127.xml"/><Relationship Id="rId46" Type="http://schemas.openxmlformats.org/officeDocument/2006/relationships/customXml" Target="../ink/ink131.xml"/><Relationship Id="rId59" Type="http://schemas.openxmlformats.org/officeDocument/2006/relationships/image" Target="../media/image137.png"/><Relationship Id="rId67" Type="http://schemas.openxmlformats.org/officeDocument/2006/relationships/image" Target="../media/image141.png"/><Relationship Id="rId20" Type="http://schemas.openxmlformats.org/officeDocument/2006/relationships/customXml" Target="../ink/ink118.xml"/><Relationship Id="rId41" Type="http://schemas.openxmlformats.org/officeDocument/2006/relationships/image" Target="../media/image128.png"/><Relationship Id="rId54" Type="http://schemas.openxmlformats.org/officeDocument/2006/relationships/customXml" Target="../ink/ink135.xml"/><Relationship Id="rId62" Type="http://schemas.openxmlformats.org/officeDocument/2006/relationships/customXml" Target="../ink/ink139.xml"/><Relationship Id="rId70" Type="http://schemas.openxmlformats.org/officeDocument/2006/relationships/customXml" Target="../ink/ink1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.xml"/><Relationship Id="rId15" Type="http://schemas.openxmlformats.org/officeDocument/2006/relationships/image" Target="../media/image115.png"/><Relationship Id="rId23" Type="http://schemas.openxmlformats.org/officeDocument/2006/relationships/image" Target="../media/image119.png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49" Type="http://schemas.openxmlformats.org/officeDocument/2006/relationships/image" Target="../media/image132.png"/><Relationship Id="rId57" Type="http://schemas.openxmlformats.org/officeDocument/2006/relationships/image" Target="../media/image136.png"/><Relationship Id="rId10" Type="http://schemas.openxmlformats.org/officeDocument/2006/relationships/customXml" Target="../ink/ink113.xml"/><Relationship Id="rId31" Type="http://schemas.openxmlformats.org/officeDocument/2006/relationships/image" Target="../media/image123.png"/><Relationship Id="rId44" Type="http://schemas.openxmlformats.org/officeDocument/2006/relationships/customXml" Target="../ink/ink130.xml"/><Relationship Id="rId52" Type="http://schemas.openxmlformats.org/officeDocument/2006/relationships/customXml" Target="../ink/ink134.xml"/><Relationship Id="rId60" Type="http://schemas.openxmlformats.org/officeDocument/2006/relationships/customXml" Target="../ink/ink138.xml"/><Relationship Id="rId65" Type="http://schemas.openxmlformats.org/officeDocument/2006/relationships/image" Target="../media/image140.png"/><Relationship Id="rId4" Type="http://schemas.openxmlformats.org/officeDocument/2006/relationships/customXml" Target="../ink/ink110.xml"/><Relationship Id="rId9" Type="http://schemas.openxmlformats.org/officeDocument/2006/relationships/image" Target="../media/image112.png"/><Relationship Id="rId13" Type="http://schemas.openxmlformats.org/officeDocument/2006/relationships/image" Target="../media/image114.png"/><Relationship Id="rId18" Type="http://schemas.openxmlformats.org/officeDocument/2006/relationships/customXml" Target="../ink/ink117.xml"/><Relationship Id="rId39" Type="http://schemas.openxmlformats.org/officeDocument/2006/relationships/image" Target="../media/image127.png"/><Relationship Id="rId34" Type="http://schemas.openxmlformats.org/officeDocument/2006/relationships/customXml" Target="../ink/ink125.xml"/><Relationship Id="rId50" Type="http://schemas.openxmlformats.org/officeDocument/2006/relationships/customXml" Target="../ink/ink133.xml"/><Relationship Id="rId55" Type="http://schemas.openxmlformats.org/officeDocument/2006/relationships/image" Target="../media/image13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1.png"/><Relationship Id="rId21" Type="http://schemas.openxmlformats.org/officeDocument/2006/relationships/image" Target="../media/image153.png"/><Relationship Id="rId42" Type="http://schemas.openxmlformats.org/officeDocument/2006/relationships/customXml" Target="../ink/ink164.xml"/><Relationship Id="rId63" Type="http://schemas.openxmlformats.org/officeDocument/2006/relationships/image" Target="../media/image174.png"/><Relationship Id="rId84" Type="http://schemas.openxmlformats.org/officeDocument/2006/relationships/customXml" Target="../ink/ink185.xml"/><Relationship Id="rId16" Type="http://schemas.openxmlformats.org/officeDocument/2006/relationships/customXml" Target="../ink/ink151.xml"/><Relationship Id="rId107" Type="http://schemas.openxmlformats.org/officeDocument/2006/relationships/image" Target="../media/image196.png"/><Relationship Id="rId11" Type="http://schemas.openxmlformats.org/officeDocument/2006/relationships/image" Target="../media/image148.png"/><Relationship Id="rId32" Type="http://schemas.openxmlformats.org/officeDocument/2006/relationships/customXml" Target="../ink/ink159.xml"/><Relationship Id="rId37" Type="http://schemas.openxmlformats.org/officeDocument/2006/relationships/image" Target="../media/image161.png"/><Relationship Id="rId53" Type="http://schemas.openxmlformats.org/officeDocument/2006/relationships/image" Target="../media/image169.png"/><Relationship Id="rId58" Type="http://schemas.openxmlformats.org/officeDocument/2006/relationships/customXml" Target="../ink/ink172.xml"/><Relationship Id="rId74" Type="http://schemas.openxmlformats.org/officeDocument/2006/relationships/customXml" Target="../ink/ink180.xml"/><Relationship Id="rId79" Type="http://schemas.openxmlformats.org/officeDocument/2006/relationships/image" Target="../media/image182.png"/><Relationship Id="rId102" Type="http://schemas.openxmlformats.org/officeDocument/2006/relationships/customXml" Target="../ink/ink194.xml"/><Relationship Id="rId123" Type="http://schemas.openxmlformats.org/officeDocument/2006/relationships/image" Target="../media/image204.png"/><Relationship Id="rId128" Type="http://schemas.openxmlformats.org/officeDocument/2006/relationships/customXml" Target="../ink/ink207.xml"/><Relationship Id="rId5" Type="http://schemas.openxmlformats.org/officeDocument/2006/relationships/image" Target="../media/image145.png"/><Relationship Id="rId90" Type="http://schemas.openxmlformats.org/officeDocument/2006/relationships/customXml" Target="../ink/ink188.xml"/><Relationship Id="rId95" Type="http://schemas.openxmlformats.org/officeDocument/2006/relationships/image" Target="../media/image190.png"/><Relationship Id="rId22" Type="http://schemas.openxmlformats.org/officeDocument/2006/relationships/customXml" Target="../ink/ink154.xml"/><Relationship Id="rId27" Type="http://schemas.openxmlformats.org/officeDocument/2006/relationships/image" Target="../media/image156.png"/><Relationship Id="rId43" Type="http://schemas.openxmlformats.org/officeDocument/2006/relationships/image" Target="../media/image164.png"/><Relationship Id="rId48" Type="http://schemas.openxmlformats.org/officeDocument/2006/relationships/customXml" Target="../ink/ink167.xml"/><Relationship Id="rId64" Type="http://schemas.openxmlformats.org/officeDocument/2006/relationships/customXml" Target="../ink/ink175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118" Type="http://schemas.openxmlformats.org/officeDocument/2006/relationships/customXml" Target="../ink/ink202.xml"/><Relationship Id="rId80" Type="http://schemas.openxmlformats.org/officeDocument/2006/relationships/customXml" Target="../ink/ink183.xml"/><Relationship Id="rId85" Type="http://schemas.openxmlformats.org/officeDocument/2006/relationships/image" Target="../media/image185.png"/><Relationship Id="rId12" Type="http://schemas.openxmlformats.org/officeDocument/2006/relationships/customXml" Target="../ink/ink149.xml"/><Relationship Id="rId17" Type="http://schemas.openxmlformats.org/officeDocument/2006/relationships/image" Target="../media/image151.png"/><Relationship Id="rId33" Type="http://schemas.openxmlformats.org/officeDocument/2006/relationships/image" Target="../media/image159.png"/><Relationship Id="rId38" Type="http://schemas.openxmlformats.org/officeDocument/2006/relationships/customXml" Target="../ink/ink162.xml"/><Relationship Id="rId59" Type="http://schemas.openxmlformats.org/officeDocument/2006/relationships/image" Target="../media/image172.png"/><Relationship Id="rId103" Type="http://schemas.openxmlformats.org/officeDocument/2006/relationships/image" Target="../media/image194.png"/><Relationship Id="rId108" Type="http://schemas.openxmlformats.org/officeDocument/2006/relationships/customXml" Target="../ink/ink197.xml"/><Relationship Id="rId124" Type="http://schemas.openxmlformats.org/officeDocument/2006/relationships/customXml" Target="../ink/ink205.xml"/><Relationship Id="rId129" Type="http://schemas.openxmlformats.org/officeDocument/2006/relationships/image" Target="../media/image207.png"/><Relationship Id="rId54" Type="http://schemas.openxmlformats.org/officeDocument/2006/relationships/customXml" Target="../ink/ink170.xml"/><Relationship Id="rId70" Type="http://schemas.openxmlformats.org/officeDocument/2006/relationships/customXml" Target="../ink/ink178.xml"/><Relationship Id="rId75" Type="http://schemas.openxmlformats.org/officeDocument/2006/relationships/image" Target="../media/image180.png"/><Relationship Id="rId91" Type="http://schemas.openxmlformats.org/officeDocument/2006/relationships/image" Target="../media/image188.png"/><Relationship Id="rId96" Type="http://schemas.openxmlformats.org/officeDocument/2006/relationships/customXml" Target="../ink/ink1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23" Type="http://schemas.openxmlformats.org/officeDocument/2006/relationships/image" Target="../media/image154.png"/><Relationship Id="rId28" Type="http://schemas.openxmlformats.org/officeDocument/2006/relationships/customXml" Target="../ink/ink157.xml"/><Relationship Id="rId49" Type="http://schemas.openxmlformats.org/officeDocument/2006/relationships/image" Target="../media/image167.png"/><Relationship Id="rId114" Type="http://schemas.openxmlformats.org/officeDocument/2006/relationships/customXml" Target="../ink/ink200.xml"/><Relationship Id="rId119" Type="http://schemas.openxmlformats.org/officeDocument/2006/relationships/image" Target="../media/image202.png"/><Relationship Id="rId44" Type="http://schemas.openxmlformats.org/officeDocument/2006/relationships/customXml" Target="../ink/ink165.xml"/><Relationship Id="rId60" Type="http://schemas.openxmlformats.org/officeDocument/2006/relationships/customXml" Target="../ink/ink173.xml"/><Relationship Id="rId65" Type="http://schemas.openxmlformats.org/officeDocument/2006/relationships/image" Target="../media/image175.png"/><Relationship Id="rId81" Type="http://schemas.openxmlformats.org/officeDocument/2006/relationships/image" Target="../media/image183.png"/><Relationship Id="rId86" Type="http://schemas.openxmlformats.org/officeDocument/2006/relationships/customXml" Target="../ink/ink186.xml"/><Relationship Id="rId130" Type="http://schemas.openxmlformats.org/officeDocument/2006/relationships/customXml" Target="../ink/ink208.xml"/><Relationship Id="rId13" Type="http://schemas.openxmlformats.org/officeDocument/2006/relationships/image" Target="../media/image149.png"/><Relationship Id="rId18" Type="http://schemas.openxmlformats.org/officeDocument/2006/relationships/customXml" Target="../ink/ink152.xml"/><Relationship Id="rId39" Type="http://schemas.openxmlformats.org/officeDocument/2006/relationships/image" Target="../media/image162.png"/><Relationship Id="rId109" Type="http://schemas.openxmlformats.org/officeDocument/2006/relationships/image" Target="../media/image197.png"/><Relationship Id="rId34" Type="http://schemas.openxmlformats.org/officeDocument/2006/relationships/customXml" Target="../ink/ink160.xml"/><Relationship Id="rId50" Type="http://schemas.openxmlformats.org/officeDocument/2006/relationships/customXml" Target="../ink/ink168.xml"/><Relationship Id="rId55" Type="http://schemas.openxmlformats.org/officeDocument/2006/relationships/image" Target="../media/image170.png"/><Relationship Id="rId76" Type="http://schemas.openxmlformats.org/officeDocument/2006/relationships/customXml" Target="../ink/ink181.xml"/><Relationship Id="rId97" Type="http://schemas.openxmlformats.org/officeDocument/2006/relationships/image" Target="../media/image191.png"/><Relationship Id="rId104" Type="http://schemas.openxmlformats.org/officeDocument/2006/relationships/customXml" Target="../ink/ink195.xml"/><Relationship Id="rId120" Type="http://schemas.openxmlformats.org/officeDocument/2006/relationships/customXml" Target="../ink/ink203.xml"/><Relationship Id="rId125" Type="http://schemas.openxmlformats.org/officeDocument/2006/relationships/image" Target="../media/image205.png"/><Relationship Id="rId7" Type="http://schemas.openxmlformats.org/officeDocument/2006/relationships/image" Target="../media/image146.png"/><Relationship Id="rId71" Type="http://schemas.openxmlformats.org/officeDocument/2006/relationships/image" Target="../media/image178.png"/><Relationship Id="rId92" Type="http://schemas.openxmlformats.org/officeDocument/2006/relationships/customXml" Target="../ink/ink189.xml"/><Relationship Id="rId2" Type="http://schemas.openxmlformats.org/officeDocument/2006/relationships/customXml" Target="../ink/ink144.xml"/><Relationship Id="rId29" Type="http://schemas.openxmlformats.org/officeDocument/2006/relationships/image" Target="../media/image157.png"/><Relationship Id="rId24" Type="http://schemas.openxmlformats.org/officeDocument/2006/relationships/customXml" Target="../ink/ink155.xml"/><Relationship Id="rId40" Type="http://schemas.openxmlformats.org/officeDocument/2006/relationships/customXml" Target="../ink/ink163.xml"/><Relationship Id="rId45" Type="http://schemas.openxmlformats.org/officeDocument/2006/relationships/image" Target="../media/image165.png"/><Relationship Id="rId66" Type="http://schemas.openxmlformats.org/officeDocument/2006/relationships/customXml" Target="../ink/ink176.xml"/><Relationship Id="rId87" Type="http://schemas.openxmlformats.org/officeDocument/2006/relationships/image" Target="../media/image186.png"/><Relationship Id="rId110" Type="http://schemas.openxmlformats.org/officeDocument/2006/relationships/customXml" Target="../ink/ink198.xml"/><Relationship Id="rId115" Type="http://schemas.openxmlformats.org/officeDocument/2006/relationships/image" Target="../media/image200.png"/><Relationship Id="rId131" Type="http://schemas.openxmlformats.org/officeDocument/2006/relationships/image" Target="../media/image208.png"/><Relationship Id="rId61" Type="http://schemas.openxmlformats.org/officeDocument/2006/relationships/image" Target="../media/image173.png"/><Relationship Id="rId82" Type="http://schemas.openxmlformats.org/officeDocument/2006/relationships/customXml" Target="../ink/ink184.xml"/><Relationship Id="rId19" Type="http://schemas.openxmlformats.org/officeDocument/2006/relationships/image" Target="../media/image152.png"/><Relationship Id="rId14" Type="http://schemas.openxmlformats.org/officeDocument/2006/relationships/customXml" Target="../ink/ink150.xml"/><Relationship Id="rId30" Type="http://schemas.openxmlformats.org/officeDocument/2006/relationships/customXml" Target="../ink/ink158.xml"/><Relationship Id="rId35" Type="http://schemas.openxmlformats.org/officeDocument/2006/relationships/image" Target="../media/image160.png"/><Relationship Id="rId56" Type="http://schemas.openxmlformats.org/officeDocument/2006/relationships/customXml" Target="../ink/ink171.xml"/><Relationship Id="rId77" Type="http://schemas.openxmlformats.org/officeDocument/2006/relationships/image" Target="../media/image181.png"/><Relationship Id="rId100" Type="http://schemas.openxmlformats.org/officeDocument/2006/relationships/customXml" Target="../ink/ink193.xml"/><Relationship Id="rId105" Type="http://schemas.openxmlformats.org/officeDocument/2006/relationships/image" Target="../media/image195.png"/><Relationship Id="rId126" Type="http://schemas.openxmlformats.org/officeDocument/2006/relationships/customXml" Target="../ink/ink206.xml"/><Relationship Id="rId8" Type="http://schemas.openxmlformats.org/officeDocument/2006/relationships/customXml" Target="../ink/ink147.xml"/><Relationship Id="rId51" Type="http://schemas.openxmlformats.org/officeDocument/2006/relationships/image" Target="../media/image168.png"/><Relationship Id="rId72" Type="http://schemas.openxmlformats.org/officeDocument/2006/relationships/customXml" Target="../ink/ink179.xml"/><Relationship Id="rId93" Type="http://schemas.openxmlformats.org/officeDocument/2006/relationships/image" Target="../media/image189.png"/><Relationship Id="rId98" Type="http://schemas.openxmlformats.org/officeDocument/2006/relationships/customXml" Target="../ink/ink192.xml"/><Relationship Id="rId121" Type="http://schemas.openxmlformats.org/officeDocument/2006/relationships/image" Target="../media/image203.png"/><Relationship Id="rId3" Type="http://schemas.openxmlformats.org/officeDocument/2006/relationships/image" Target="../media/image144.png"/><Relationship Id="rId25" Type="http://schemas.openxmlformats.org/officeDocument/2006/relationships/image" Target="../media/image155.png"/><Relationship Id="rId46" Type="http://schemas.openxmlformats.org/officeDocument/2006/relationships/customXml" Target="../ink/ink166.xml"/><Relationship Id="rId67" Type="http://schemas.openxmlformats.org/officeDocument/2006/relationships/image" Target="../media/image176.png"/><Relationship Id="rId116" Type="http://schemas.openxmlformats.org/officeDocument/2006/relationships/customXml" Target="../ink/ink201.xml"/><Relationship Id="rId20" Type="http://schemas.openxmlformats.org/officeDocument/2006/relationships/customXml" Target="../ink/ink153.xml"/><Relationship Id="rId41" Type="http://schemas.openxmlformats.org/officeDocument/2006/relationships/image" Target="../media/image163.png"/><Relationship Id="rId62" Type="http://schemas.openxmlformats.org/officeDocument/2006/relationships/customXml" Target="../ink/ink174.xml"/><Relationship Id="rId83" Type="http://schemas.openxmlformats.org/officeDocument/2006/relationships/image" Target="../media/image184.png"/><Relationship Id="rId88" Type="http://schemas.openxmlformats.org/officeDocument/2006/relationships/customXml" Target="../ink/ink187.xml"/><Relationship Id="rId111" Type="http://schemas.openxmlformats.org/officeDocument/2006/relationships/image" Target="../media/image198.png"/><Relationship Id="rId132" Type="http://schemas.openxmlformats.org/officeDocument/2006/relationships/customXml" Target="../ink/ink209.xml"/><Relationship Id="rId15" Type="http://schemas.openxmlformats.org/officeDocument/2006/relationships/image" Target="../media/image150.png"/><Relationship Id="rId36" Type="http://schemas.openxmlformats.org/officeDocument/2006/relationships/customXml" Target="../ink/ink161.xml"/><Relationship Id="rId57" Type="http://schemas.openxmlformats.org/officeDocument/2006/relationships/image" Target="../media/image171.png"/><Relationship Id="rId106" Type="http://schemas.openxmlformats.org/officeDocument/2006/relationships/customXml" Target="../ink/ink196.xml"/><Relationship Id="rId127" Type="http://schemas.openxmlformats.org/officeDocument/2006/relationships/image" Target="../media/image206.png"/><Relationship Id="rId10" Type="http://schemas.openxmlformats.org/officeDocument/2006/relationships/customXml" Target="../ink/ink148.xml"/><Relationship Id="rId31" Type="http://schemas.openxmlformats.org/officeDocument/2006/relationships/image" Target="../media/image158.png"/><Relationship Id="rId52" Type="http://schemas.openxmlformats.org/officeDocument/2006/relationships/customXml" Target="../ink/ink169.xml"/><Relationship Id="rId73" Type="http://schemas.openxmlformats.org/officeDocument/2006/relationships/image" Target="../media/image179.png"/><Relationship Id="rId78" Type="http://schemas.openxmlformats.org/officeDocument/2006/relationships/customXml" Target="../ink/ink182.xml"/><Relationship Id="rId94" Type="http://schemas.openxmlformats.org/officeDocument/2006/relationships/customXml" Target="../ink/ink190.xml"/><Relationship Id="rId99" Type="http://schemas.openxmlformats.org/officeDocument/2006/relationships/image" Target="../media/image192.png"/><Relationship Id="rId101" Type="http://schemas.openxmlformats.org/officeDocument/2006/relationships/image" Target="../media/image193.png"/><Relationship Id="rId122" Type="http://schemas.openxmlformats.org/officeDocument/2006/relationships/customXml" Target="../ink/ink204.xml"/><Relationship Id="rId4" Type="http://schemas.openxmlformats.org/officeDocument/2006/relationships/customXml" Target="../ink/ink145.xml"/><Relationship Id="rId9" Type="http://schemas.openxmlformats.org/officeDocument/2006/relationships/image" Target="../media/image147.png"/><Relationship Id="rId26" Type="http://schemas.openxmlformats.org/officeDocument/2006/relationships/customXml" Target="../ink/ink156.xml"/><Relationship Id="rId47" Type="http://schemas.openxmlformats.org/officeDocument/2006/relationships/image" Target="../media/image166.png"/><Relationship Id="rId68" Type="http://schemas.openxmlformats.org/officeDocument/2006/relationships/customXml" Target="../ink/ink177.xml"/><Relationship Id="rId89" Type="http://schemas.openxmlformats.org/officeDocument/2006/relationships/image" Target="../media/image187.png"/><Relationship Id="rId112" Type="http://schemas.openxmlformats.org/officeDocument/2006/relationships/customXml" Target="../ink/ink199.xml"/><Relationship Id="rId133" Type="http://schemas.openxmlformats.org/officeDocument/2006/relationships/image" Target="../media/image20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2.xml"/><Relationship Id="rId21" Type="http://schemas.openxmlformats.org/officeDocument/2006/relationships/image" Target="../media/image219.png"/><Relationship Id="rId42" Type="http://schemas.openxmlformats.org/officeDocument/2006/relationships/customXml" Target="../ink/ink230.xml"/><Relationship Id="rId47" Type="http://schemas.openxmlformats.org/officeDocument/2006/relationships/image" Target="../media/image232.png"/><Relationship Id="rId63" Type="http://schemas.openxmlformats.org/officeDocument/2006/relationships/image" Target="../media/image240.png"/><Relationship Id="rId68" Type="http://schemas.openxmlformats.org/officeDocument/2006/relationships/customXml" Target="../ink/ink243.xml"/><Relationship Id="rId84" Type="http://schemas.openxmlformats.org/officeDocument/2006/relationships/customXml" Target="../ink/ink251.xml"/><Relationship Id="rId89" Type="http://schemas.openxmlformats.org/officeDocument/2006/relationships/image" Target="../media/image253.png"/><Relationship Id="rId16" Type="http://schemas.openxmlformats.org/officeDocument/2006/relationships/customXml" Target="../ink/ink217.xml"/><Relationship Id="rId107" Type="http://schemas.openxmlformats.org/officeDocument/2006/relationships/image" Target="../media/image262.png"/><Relationship Id="rId11" Type="http://schemas.openxmlformats.org/officeDocument/2006/relationships/image" Target="../media/image214.png"/><Relationship Id="rId32" Type="http://schemas.openxmlformats.org/officeDocument/2006/relationships/customXml" Target="../ink/ink225.xml"/><Relationship Id="rId37" Type="http://schemas.openxmlformats.org/officeDocument/2006/relationships/image" Target="../media/image227.png"/><Relationship Id="rId53" Type="http://schemas.openxmlformats.org/officeDocument/2006/relationships/image" Target="../media/image235.png"/><Relationship Id="rId58" Type="http://schemas.openxmlformats.org/officeDocument/2006/relationships/customXml" Target="../ink/ink238.xml"/><Relationship Id="rId74" Type="http://schemas.openxmlformats.org/officeDocument/2006/relationships/customXml" Target="../ink/ink246.xml"/><Relationship Id="rId79" Type="http://schemas.openxmlformats.org/officeDocument/2006/relationships/image" Target="../media/image248.png"/><Relationship Id="rId102" Type="http://schemas.openxmlformats.org/officeDocument/2006/relationships/customXml" Target="../ink/ink260.xml"/><Relationship Id="rId5" Type="http://schemas.openxmlformats.org/officeDocument/2006/relationships/image" Target="../media/image211.png"/><Relationship Id="rId90" Type="http://schemas.openxmlformats.org/officeDocument/2006/relationships/customXml" Target="../ink/ink254.xml"/><Relationship Id="rId95" Type="http://schemas.openxmlformats.org/officeDocument/2006/relationships/image" Target="../media/image256.png"/><Relationship Id="rId22" Type="http://schemas.openxmlformats.org/officeDocument/2006/relationships/customXml" Target="../ink/ink220.xml"/><Relationship Id="rId27" Type="http://schemas.openxmlformats.org/officeDocument/2006/relationships/image" Target="../media/image222.png"/><Relationship Id="rId43" Type="http://schemas.openxmlformats.org/officeDocument/2006/relationships/image" Target="../media/image230.png"/><Relationship Id="rId48" Type="http://schemas.openxmlformats.org/officeDocument/2006/relationships/customXml" Target="../ink/ink233.xml"/><Relationship Id="rId64" Type="http://schemas.openxmlformats.org/officeDocument/2006/relationships/customXml" Target="../ink/ink241.xml"/><Relationship Id="rId69" Type="http://schemas.openxmlformats.org/officeDocument/2006/relationships/image" Target="../media/image243.png"/><Relationship Id="rId80" Type="http://schemas.openxmlformats.org/officeDocument/2006/relationships/customXml" Target="../ink/ink249.xml"/><Relationship Id="rId85" Type="http://schemas.openxmlformats.org/officeDocument/2006/relationships/image" Target="../media/image251.png"/><Relationship Id="rId12" Type="http://schemas.openxmlformats.org/officeDocument/2006/relationships/customXml" Target="../ink/ink215.xml"/><Relationship Id="rId17" Type="http://schemas.openxmlformats.org/officeDocument/2006/relationships/image" Target="../media/image217.png"/><Relationship Id="rId33" Type="http://schemas.openxmlformats.org/officeDocument/2006/relationships/image" Target="../media/image225.png"/><Relationship Id="rId38" Type="http://schemas.openxmlformats.org/officeDocument/2006/relationships/customXml" Target="../ink/ink228.xml"/><Relationship Id="rId59" Type="http://schemas.openxmlformats.org/officeDocument/2006/relationships/image" Target="../media/image238.png"/><Relationship Id="rId103" Type="http://schemas.openxmlformats.org/officeDocument/2006/relationships/image" Target="../media/image260.png"/><Relationship Id="rId108" Type="http://schemas.openxmlformats.org/officeDocument/2006/relationships/customXml" Target="../ink/ink263.xml"/><Relationship Id="rId54" Type="http://schemas.openxmlformats.org/officeDocument/2006/relationships/customXml" Target="../ink/ink236.xml"/><Relationship Id="rId70" Type="http://schemas.openxmlformats.org/officeDocument/2006/relationships/customXml" Target="../ink/ink244.xml"/><Relationship Id="rId75" Type="http://schemas.openxmlformats.org/officeDocument/2006/relationships/image" Target="../media/image246.png"/><Relationship Id="rId91" Type="http://schemas.openxmlformats.org/officeDocument/2006/relationships/image" Target="../media/image254.png"/><Relationship Id="rId96" Type="http://schemas.openxmlformats.org/officeDocument/2006/relationships/customXml" Target="../ink/ink2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2.xml"/><Relationship Id="rId15" Type="http://schemas.openxmlformats.org/officeDocument/2006/relationships/image" Target="../media/image216.png"/><Relationship Id="rId23" Type="http://schemas.openxmlformats.org/officeDocument/2006/relationships/image" Target="../media/image220.png"/><Relationship Id="rId28" Type="http://schemas.openxmlformats.org/officeDocument/2006/relationships/customXml" Target="../ink/ink223.xml"/><Relationship Id="rId36" Type="http://schemas.openxmlformats.org/officeDocument/2006/relationships/customXml" Target="../ink/ink227.xml"/><Relationship Id="rId49" Type="http://schemas.openxmlformats.org/officeDocument/2006/relationships/image" Target="../media/image233.png"/><Relationship Id="rId57" Type="http://schemas.openxmlformats.org/officeDocument/2006/relationships/image" Target="../media/image237.png"/><Relationship Id="rId106" Type="http://schemas.openxmlformats.org/officeDocument/2006/relationships/customXml" Target="../ink/ink262.xml"/><Relationship Id="rId10" Type="http://schemas.openxmlformats.org/officeDocument/2006/relationships/customXml" Target="../ink/ink214.xml"/><Relationship Id="rId31" Type="http://schemas.openxmlformats.org/officeDocument/2006/relationships/image" Target="../media/image224.png"/><Relationship Id="rId44" Type="http://schemas.openxmlformats.org/officeDocument/2006/relationships/customXml" Target="../ink/ink231.xml"/><Relationship Id="rId52" Type="http://schemas.openxmlformats.org/officeDocument/2006/relationships/customXml" Target="../ink/ink235.xml"/><Relationship Id="rId60" Type="http://schemas.openxmlformats.org/officeDocument/2006/relationships/customXml" Target="../ink/ink239.xml"/><Relationship Id="rId65" Type="http://schemas.openxmlformats.org/officeDocument/2006/relationships/image" Target="../media/image241.png"/><Relationship Id="rId73" Type="http://schemas.openxmlformats.org/officeDocument/2006/relationships/image" Target="../media/image245.png"/><Relationship Id="rId78" Type="http://schemas.openxmlformats.org/officeDocument/2006/relationships/customXml" Target="../ink/ink248.xml"/><Relationship Id="rId81" Type="http://schemas.openxmlformats.org/officeDocument/2006/relationships/image" Target="../media/image249.png"/><Relationship Id="rId86" Type="http://schemas.openxmlformats.org/officeDocument/2006/relationships/customXml" Target="../ink/ink252.xml"/><Relationship Id="rId94" Type="http://schemas.openxmlformats.org/officeDocument/2006/relationships/customXml" Target="../ink/ink256.xml"/><Relationship Id="rId99" Type="http://schemas.openxmlformats.org/officeDocument/2006/relationships/image" Target="../media/image258.png"/><Relationship Id="rId101" Type="http://schemas.openxmlformats.org/officeDocument/2006/relationships/image" Target="../media/image259.png"/><Relationship Id="rId4" Type="http://schemas.openxmlformats.org/officeDocument/2006/relationships/customXml" Target="../ink/ink211.xml"/><Relationship Id="rId9" Type="http://schemas.openxmlformats.org/officeDocument/2006/relationships/image" Target="../media/image213.png"/><Relationship Id="rId13" Type="http://schemas.openxmlformats.org/officeDocument/2006/relationships/image" Target="../media/image215.png"/><Relationship Id="rId18" Type="http://schemas.openxmlformats.org/officeDocument/2006/relationships/customXml" Target="../ink/ink218.xml"/><Relationship Id="rId39" Type="http://schemas.openxmlformats.org/officeDocument/2006/relationships/image" Target="../media/image228.png"/><Relationship Id="rId109" Type="http://schemas.openxmlformats.org/officeDocument/2006/relationships/image" Target="../media/image263.png"/><Relationship Id="rId34" Type="http://schemas.openxmlformats.org/officeDocument/2006/relationships/customXml" Target="../ink/ink226.xml"/><Relationship Id="rId50" Type="http://schemas.openxmlformats.org/officeDocument/2006/relationships/customXml" Target="../ink/ink234.xml"/><Relationship Id="rId55" Type="http://schemas.openxmlformats.org/officeDocument/2006/relationships/image" Target="../media/image236.png"/><Relationship Id="rId76" Type="http://schemas.openxmlformats.org/officeDocument/2006/relationships/customXml" Target="../ink/ink247.xml"/><Relationship Id="rId97" Type="http://schemas.openxmlformats.org/officeDocument/2006/relationships/image" Target="../media/image257.png"/><Relationship Id="rId104" Type="http://schemas.openxmlformats.org/officeDocument/2006/relationships/customXml" Target="../ink/ink261.xml"/><Relationship Id="rId7" Type="http://schemas.openxmlformats.org/officeDocument/2006/relationships/image" Target="../media/image212.png"/><Relationship Id="rId71" Type="http://schemas.openxmlformats.org/officeDocument/2006/relationships/image" Target="../media/image244.png"/><Relationship Id="rId92" Type="http://schemas.openxmlformats.org/officeDocument/2006/relationships/customXml" Target="../ink/ink255.xml"/><Relationship Id="rId2" Type="http://schemas.openxmlformats.org/officeDocument/2006/relationships/customXml" Target="../ink/ink210.xml"/><Relationship Id="rId29" Type="http://schemas.openxmlformats.org/officeDocument/2006/relationships/image" Target="../media/image223.png"/><Relationship Id="rId24" Type="http://schemas.openxmlformats.org/officeDocument/2006/relationships/customXml" Target="../ink/ink221.xml"/><Relationship Id="rId40" Type="http://schemas.openxmlformats.org/officeDocument/2006/relationships/customXml" Target="../ink/ink229.xml"/><Relationship Id="rId45" Type="http://schemas.openxmlformats.org/officeDocument/2006/relationships/image" Target="../media/image231.png"/><Relationship Id="rId66" Type="http://schemas.openxmlformats.org/officeDocument/2006/relationships/customXml" Target="../ink/ink242.xml"/><Relationship Id="rId87" Type="http://schemas.openxmlformats.org/officeDocument/2006/relationships/image" Target="../media/image252.png"/><Relationship Id="rId61" Type="http://schemas.openxmlformats.org/officeDocument/2006/relationships/image" Target="../media/image239.png"/><Relationship Id="rId82" Type="http://schemas.openxmlformats.org/officeDocument/2006/relationships/customXml" Target="../ink/ink250.xml"/><Relationship Id="rId19" Type="http://schemas.openxmlformats.org/officeDocument/2006/relationships/image" Target="../media/image218.png"/><Relationship Id="rId14" Type="http://schemas.openxmlformats.org/officeDocument/2006/relationships/customXml" Target="../ink/ink216.xml"/><Relationship Id="rId30" Type="http://schemas.openxmlformats.org/officeDocument/2006/relationships/customXml" Target="../ink/ink224.xml"/><Relationship Id="rId35" Type="http://schemas.openxmlformats.org/officeDocument/2006/relationships/image" Target="../media/image226.png"/><Relationship Id="rId56" Type="http://schemas.openxmlformats.org/officeDocument/2006/relationships/customXml" Target="../ink/ink237.xml"/><Relationship Id="rId77" Type="http://schemas.openxmlformats.org/officeDocument/2006/relationships/image" Target="../media/image247.png"/><Relationship Id="rId100" Type="http://schemas.openxmlformats.org/officeDocument/2006/relationships/customXml" Target="../ink/ink259.xml"/><Relationship Id="rId105" Type="http://schemas.openxmlformats.org/officeDocument/2006/relationships/image" Target="../media/image261.png"/><Relationship Id="rId8" Type="http://schemas.openxmlformats.org/officeDocument/2006/relationships/customXml" Target="../ink/ink213.xml"/><Relationship Id="rId51" Type="http://schemas.openxmlformats.org/officeDocument/2006/relationships/image" Target="../media/image234.png"/><Relationship Id="rId72" Type="http://schemas.openxmlformats.org/officeDocument/2006/relationships/customXml" Target="../ink/ink245.xml"/><Relationship Id="rId93" Type="http://schemas.openxmlformats.org/officeDocument/2006/relationships/image" Target="../media/image255.png"/><Relationship Id="rId98" Type="http://schemas.openxmlformats.org/officeDocument/2006/relationships/customXml" Target="../ink/ink258.xml"/><Relationship Id="rId3" Type="http://schemas.openxmlformats.org/officeDocument/2006/relationships/image" Target="../media/image210.png"/><Relationship Id="rId25" Type="http://schemas.openxmlformats.org/officeDocument/2006/relationships/image" Target="../media/image221.png"/><Relationship Id="rId46" Type="http://schemas.openxmlformats.org/officeDocument/2006/relationships/customXml" Target="../ink/ink232.xml"/><Relationship Id="rId67" Type="http://schemas.openxmlformats.org/officeDocument/2006/relationships/image" Target="../media/image242.png"/><Relationship Id="rId20" Type="http://schemas.openxmlformats.org/officeDocument/2006/relationships/customXml" Target="../ink/ink219.xml"/><Relationship Id="rId41" Type="http://schemas.openxmlformats.org/officeDocument/2006/relationships/image" Target="../media/image229.png"/><Relationship Id="rId62" Type="http://schemas.openxmlformats.org/officeDocument/2006/relationships/customXml" Target="../ink/ink240.xml"/><Relationship Id="rId83" Type="http://schemas.openxmlformats.org/officeDocument/2006/relationships/image" Target="../media/image250.png"/><Relationship Id="rId88" Type="http://schemas.openxmlformats.org/officeDocument/2006/relationships/customXml" Target="../ink/ink25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6.xml"/><Relationship Id="rId117" Type="http://schemas.openxmlformats.org/officeDocument/2006/relationships/image" Target="../media/image321.png"/><Relationship Id="rId21" Type="http://schemas.openxmlformats.org/officeDocument/2006/relationships/image" Target="../media/image273.png"/><Relationship Id="rId42" Type="http://schemas.openxmlformats.org/officeDocument/2006/relationships/customXml" Target="../ink/ink284.xml"/><Relationship Id="rId47" Type="http://schemas.openxmlformats.org/officeDocument/2006/relationships/image" Target="../media/image286.png"/><Relationship Id="rId63" Type="http://schemas.openxmlformats.org/officeDocument/2006/relationships/image" Target="../media/image294.png"/><Relationship Id="rId68" Type="http://schemas.openxmlformats.org/officeDocument/2006/relationships/customXml" Target="../ink/ink297.xml"/><Relationship Id="rId84" Type="http://schemas.openxmlformats.org/officeDocument/2006/relationships/customXml" Target="../ink/ink305.xml"/><Relationship Id="rId89" Type="http://schemas.openxmlformats.org/officeDocument/2006/relationships/image" Target="../media/image307.png"/><Relationship Id="rId112" Type="http://schemas.openxmlformats.org/officeDocument/2006/relationships/customXml" Target="../ink/ink319.xml"/><Relationship Id="rId16" Type="http://schemas.openxmlformats.org/officeDocument/2006/relationships/customXml" Target="../ink/ink271.xml"/><Relationship Id="rId107" Type="http://schemas.openxmlformats.org/officeDocument/2006/relationships/image" Target="../media/image316.png"/><Relationship Id="rId11" Type="http://schemas.openxmlformats.org/officeDocument/2006/relationships/image" Target="../media/image268.png"/><Relationship Id="rId32" Type="http://schemas.openxmlformats.org/officeDocument/2006/relationships/customXml" Target="../ink/ink279.xml"/><Relationship Id="rId37" Type="http://schemas.openxmlformats.org/officeDocument/2006/relationships/image" Target="../media/image281.png"/><Relationship Id="rId53" Type="http://schemas.openxmlformats.org/officeDocument/2006/relationships/image" Target="../media/image289.png"/><Relationship Id="rId58" Type="http://schemas.openxmlformats.org/officeDocument/2006/relationships/customXml" Target="../ink/ink292.xml"/><Relationship Id="rId74" Type="http://schemas.openxmlformats.org/officeDocument/2006/relationships/customXml" Target="../ink/ink300.xml"/><Relationship Id="rId79" Type="http://schemas.openxmlformats.org/officeDocument/2006/relationships/image" Target="../media/image302.png"/><Relationship Id="rId102" Type="http://schemas.openxmlformats.org/officeDocument/2006/relationships/customXml" Target="../ink/ink314.xml"/><Relationship Id="rId5" Type="http://schemas.openxmlformats.org/officeDocument/2006/relationships/image" Target="../media/image265.png"/><Relationship Id="rId90" Type="http://schemas.openxmlformats.org/officeDocument/2006/relationships/customXml" Target="../ink/ink308.xml"/><Relationship Id="rId95" Type="http://schemas.openxmlformats.org/officeDocument/2006/relationships/image" Target="../media/image310.png"/><Relationship Id="rId22" Type="http://schemas.openxmlformats.org/officeDocument/2006/relationships/customXml" Target="../ink/ink274.xml"/><Relationship Id="rId27" Type="http://schemas.openxmlformats.org/officeDocument/2006/relationships/image" Target="../media/image276.png"/><Relationship Id="rId43" Type="http://schemas.openxmlformats.org/officeDocument/2006/relationships/image" Target="../media/image284.png"/><Relationship Id="rId48" Type="http://schemas.openxmlformats.org/officeDocument/2006/relationships/customXml" Target="../ink/ink287.xml"/><Relationship Id="rId64" Type="http://schemas.openxmlformats.org/officeDocument/2006/relationships/customXml" Target="../ink/ink295.xml"/><Relationship Id="rId69" Type="http://schemas.openxmlformats.org/officeDocument/2006/relationships/image" Target="../media/image297.png"/><Relationship Id="rId113" Type="http://schemas.openxmlformats.org/officeDocument/2006/relationships/image" Target="../media/image319.png"/><Relationship Id="rId118" Type="http://schemas.openxmlformats.org/officeDocument/2006/relationships/customXml" Target="../ink/ink322.xml"/><Relationship Id="rId80" Type="http://schemas.openxmlformats.org/officeDocument/2006/relationships/customXml" Target="../ink/ink303.xml"/><Relationship Id="rId85" Type="http://schemas.openxmlformats.org/officeDocument/2006/relationships/image" Target="../media/image305.png"/><Relationship Id="rId12" Type="http://schemas.openxmlformats.org/officeDocument/2006/relationships/customXml" Target="../ink/ink269.xml"/><Relationship Id="rId17" Type="http://schemas.openxmlformats.org/officeDocument/2006/relationships/image" Target="../media/image271.png"/><Relationship Id="rId33" Type="http://schemas.openxmlformats.org/officeDocument/2006/relationships/image" Target="../media/image279.png"/><Relationship Id="rId38" Type="http://schemas.openxmlformats.org/officeDocument/2006/relationships/customXml" Target="../ink/ink282.xml"/><Relationship Id="rId59" Type="http://schemas.openxmlformats.org/officeDocument/2006/relationships/image" Target="../media/image292.png"/><Relationship Id="rId103" Type="http://schemas.openxmlformats.org/officeDocument/2006/relationships/image" Target="../media/image314.png"/><Relationship Id="rId108" Type="http://schemas.openxmlformats.org/officeDocument/2006/relationships/customXml" Target="../ink/ink317.xml"/><Relationship Id="rId54" Type="http://schemas.openxmlformats.org/officeDocument/2006/relationships/customXml" Target="../ink/ink290.xml"/><Relationship Id="rId70" Type="http://schemas.openxmlformats.org/officeDocument/2006/relationships/customXml" Target="../ink/ink298.xml"/><Relationship Id="rId75" Type="http://schemas.openxmlformats.org/officeDocument/2006/relationships/image" Target="../media/image300.png"/><Relationship Id="rId91" Type="http://schemas.openxmlformats.org/officeDocument/2006/relationships/image" Target="../media/image308.png"/><Relationship Id="rId96" Type="http://schemas.openxmlformats.org/officeDocument/2006/relationships/customXml" Target="../ink/ink3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6.xml"/><Relationship Id="rId23" Type="http://schemas.openxmlformats.org/officeDocument/2006/relationships/image" Target="../media/image274.png"/><Relationship Id="rId28" Type="http://schemas.openxmlformats.org/officeDocument/2006/relationships/customXml" Target="../ink/ink277.xml"/><Relationship Id="rId49" Type="http://schemas.openxmlformats.org/officeDocument/2006/relationships/image" Target="../media/image287.png"/><Relationship Id="rId114" Type="http://schemas.openxmlformats.org/officeDocument/2006/relationships/customXml" Target="../ink/ink320.xml"/><Relationship Id="rId119" Type="http://schemas.openxmlformats.org/officeDocument/2006/relationships/image" Target="../media/image322.png"/><Relationship Id="rId10" Type="http://schemas.openxmlformats.org/officeDocument/2006/relationships/customXml" Target="../ink/ink268.xml"/><Relationship Id="rId31" Type="http://schemas.openxmlformats.org/officeDocument/2006/relationships/image" Target="../media/image278.png"/><Relationship Id="rId44" Type="http://schemas.openxmlformats.org/officeDocument/2006/relationships/customXml" Target="../ink/ink285.xml"/><Relationship Id="rId52" Type="http://schemas.openxmlformats.org/officeDocument/2006/relationships/customXml" Target="../ink/ink289.xml"/><Relationship Id="rId60" Type="http://schemas.openxmlformats.org/officeDocument/2006/relationships/customXml" Target="../ink/ink293.xml"/><Relationship Id="rId65" Type="http://schemas.openxmlformats.org/officeDocument/2006/relationships/image" Target="../media/image295.png"/><Relationship Id="rId73" Type="http://schemas.openxmlformats.org/officeDocument/2006/relationships/image" Target="../media/image299.png"/><Relationship Id="rId78" Type="http://schemas.openxmlformats.org/officeDocument/2006/relationships/customXml" Target="../ink/ink302.xml"/><Relationship Id="rId81" Type="http://schemas.openxmlformats.org/officeDocument/2006/relationships/image" Target="../media/image303.png"/><Relationship Id="rId86" Type="http://schemas.openxmlformats.org/officeDocument/2006/relationships/customXml" Target="../ink/ink306.xml"/><Relationship Id="rId94" Type="http://schemas.openxmlformats.org/officeDocument/2006/relationships/customXml" Target="../ink/ink310.xml"/><Relationship Id="rId99" Type="http://schemas.openxmlformats.org/officeDocument/2006/relationships/image" Target="../media/image312.png"/><Relationship Id="rId101" Type="http://schemas.openxmlformats.org/officeDocument/2006/relationships/image" Target="../media/image313.png"/><Relationship Id="rId4" Type="http://schemas.openxmlformats.org/officeDocument/2006/relationships/customXml" Target="../ink/ink265.xml"/><Relationship Id="rId9" Type="http://schemas.openxmlformats.org/officeDocument/2006/relationships/image" Target="../media/image267.png"/><Relationship Id="rId13" Type="http://schemas.openxmlformats.org/officeDocument/2006/relationships/image" Target="../media/image269.png"/><Relationship Id="rId18" Type="http://schemas.openxmlformats.org/officeDocument/2006/relationships/customXml" Target="../ink/ink272.xml"/><Relationship Id="rId39" Type="http://schemas.openxmlformats.org/officeDocument/2006/relationships/image" Target="../media/image282.png"/><Relationship Id="rId109" Type="http://schemas.openxmlformats.org/officeDocument/2006/relationships/image" Target="../media/image317.png"/><Relationship Id="rId34" Type="http://schemas.openxmlformats.org/officeDocument/2006/relationships/customXml" Target="../ink/ink280.xml"/><Relationship Id="rId50" Type="http://schemas.openxmlformats.org/officeDocument/2006/relationships/customXml" Target="../ink/ink288.xml"/><Relationship Id="rId55" Type="http://schemas.openxmlformats.org/officeDocument/2006/relationships/image" Target="../media/image290.png"/><Relationship Id="rId76" Type="http://schemas.openxmlformats.org/officeDocument/2006/relationships/customXml" Target="../ink/ink301.xml"/><Relationship Id="rId97" Type="http://schemas.openxmlformats.org/officeDocument/2006/relationships/image" Target="../media/image311.png"/><Relationship Id="rId104" Type="http://schemas.openxmlformats.org/officeDocument/2006/relationships/customXml" Target="../ink/ink315.xml"/><Relationship Id="rId7" Type="http://schemas.openxmlformats.org/officeDocument/2006/relationships/image" Target="../media/image266.png"/><Relationship Id="rId71" Type="http://schemas.openxmlformats.org/officeDocument/2006/relationships/image" Target="../media/image298.png"/><Relationship Id="rId92" Type="http://schemas.openxmlformats.org/officeDocument/2006/relationships/customXml" Target="../ink/ink309.xml"/><Relationship Id="rId2" Type="http://schemas.openxmlformats.org/officeDocument/2006/relationships/customXml" Target="../ink/ink264.xml"/><Relationship Id="rId29" Type="http://schemas.openxmlformats.org/officeDocument/2006/relationships/image" Target="../media/image277.png"/><Relationship Id="rId24" Type="http://schemas.openxmlformats.org/officeDocument/2006/relationships/customXml" Target="../ink/ink275.xml"/><Relationship Id="rId40" Type="http://schemas.openxmlformats.org/officeDocument/2006/relationships/customXml" Target="../ink/ink283.xml"/><Relationship Id="rId45" Type="http://schemas.openxmlformats.org/officeDocument/2006/relationships/image" Target="../media/image285.png"/><Relationship Id="rId66" Type="http://schemas.openxmlformats.org/officeDocument/2006/relationships/customXml" Target="../ink/ink296.xml"/><Relationship Id="rId87" Type="http://schemas.openxmlformats.org/officeDocument/2006/relationships/image" Target="../media/image306.png"/><Relationship Id="rId110" Type="http://schemas.openxmlformats.org/officeDocument/2006/relationships/customXml" Target="../ink/ink318.xml"/><Relationship Id="rId115" Type="http://schemas.openxmlformats.org/officeDocument/2006/relationships/image" Target="../media/image320.png"/><Relationship Id="rId61" Type="http://schemas.openxmlformats.org/officeDocument/2006/relationships/image" Target="../media/image293.png"/><Relationship Id="rId82" Type="http://schemas.openxmlformats.org/officeDocument/2006/relationships/customXml" Target="../ink/ink304.xml"/><Relationship Id="rId19" Type="http://schemas.openxmlformats.org/officeDocument/2006/relationships/image" Target="../media/image272.png"/><Relationship Id="rId14" Type="http://schemas.openxmlformats.org/officeDocument/2006/relationships/customXml" Target="../ink/ink270.xml"/><Relationship Id="rId30" Type="http://schemas.openxmlformats.org/officeDocument/2006/relationships/customXml" Target="../ink/ink278.xml"/><Relationship Id="rId35" Type="http://schemas.openxmlformats.org/officeDocument/2006/relationships/image" Target="../media/image280.png"/><Relationship Id="rId56" Type="http://schemas.openxmlformats.org/officeDocument/2006/relationships/customXml" Target="../ink/ink291.xml"/><Relationship Id="rId77" Type="http://schemas.openxmlformats.org/officeDocument/2006/relationships/image" Target="../media/image301.png"/><Relationship Id="rId100" Type="http://schemas.openxmlformats.org/officeDocument/2006/relationships/customXml" Target="../ink/ink313.xml"/><Relationship Id="rId105" Type="http://schemas.openxmlformats.org/officeDocument/2006/relationships/image" Target="../media/image315.png"/><Relationship Id="rId8" Type="http://schemas.openxmlformats.org/officeDocument/2006/relationships/customXml" Target="../ink/ink267.xml"/><Relationship Id="rId51" Type="http://schemas.openxmlformats.org/officeDocument/2006/relationships/image" Target="../media/image288.png"/><Relationship Id="rId72" Type="http://schemas.openxmlformats.org/officeDocument/2006/relationships/customXml" Target="../ink/ink299.xml"/><Relationship Id="rId93" Type="http://schemas.openxmlformats.org/officeDocument/2006/relationships/image" Target="../media/image309.png"/><Relationship Id="rId98" Type="http://schemas.openxmlformats.org/officeDocument/2006/relationships/customXml" Target="../ink/ink312.xml"/><Relationship Id="rId3" Type="http://schemas.openxmlformats.org/officeDocument/2006/relationships/image" Target="../media/image264.png"/><Relationship Id="rId25" Type="http://schemas.openxmlformats.org/officeDocument/2006/relationships/image" Target="../media/image275.png"/><Relationship Id="rId46" Type="http://schemas.openxmlformats.org/officeDocument/2006/relationships/customXml" Target="../ink/ink286.xml"/><Relationship Id="rId67" Type="http://schemas.openxmlformats.org/officeDocument/2006/relationships/image" Target="../media/image296.png"/><Relationship Id="rId116" Type="http://schemas.openxmlformats.org/officeDocument/2006/relationships/customXml" Target="../ink/ink321.xml"/><Relationship Id="rId20" Type="http://schemas.openxmlformats.org/officeDocument/2006/relationships/customXml" Target="../ink/ink273.xml"/><Relationship Id="rId41" Type="http://schemas.openxmlformats.org/officeDocument/2006/relationships/image" Target="../media/image283.png"/><Relationship Id="rId62" Type="http://schemas.openxmlformats.org/officeDocument/2006/relationships/customXml" Target="../ink/ink294.xml"/><Relationship Id="rId83" Type="http://schemas.openxmlformats.org/officeDocument/2006/relationships/image" Target="../media/image304.png"/><Relationship Id="rId88" Type="http://schemas.openxmlformats.org/officeDocument/2006/relationships/customXml" Target="../ink/ink307.xml"/><Relationship Id="rId111" Type="http://schemas.openxmlformats.org/officeDocument/2006/relationships/image" Target="../media/image318.png"/><Relationship Id="rId15" Type="http://schemas.openxmlformats.org/officeDocument/2006/relationships/image" Target="../media/image270.png"/><Relationship Id="rId36" Type="http://schemas.openxmlformats.org/officeDocument/2006/relationships/customXml" Target="../ink/ink281.xml"/><Relationship Id="rId57" Type="http://schemas.openxmlformats.org/officeDocument/2006/relationships/image" Target="../media/image291.png"/><Relationship Id="rId106" Type="http://schemas.openxmlformats.org/officeDocument/2006/relationships/customXml" Target="../ink/ink31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8.png"/><Relationship Id="rId18" Type="http://schemas.openxmlformats.org/officeDocument/2006/relationships/customXml" Target="../ink/ink331.xml"/><Relationship Id="rId26" Type="http://schemas.openxmlformats.org/officeDocument/2006/relationships/customXml" Target="../ink/ink335.xml"/><Relationship Id="rId39" Type="http://schemas.openxmlformats.org/officeDocument/2006/relationships/image" Target="../media/image341.png"/><Relationship Id="rId21" Type="http://schemas.openxmlformats.org/officeDocument/2006/relationships/image" Target="../media/image332.png"/><Relationship Id="rId34" Type="http://schemas.openxmlformats.org/officeDocument/2006/relationships/customXml" Target="../ink/ink339.xml"/><Relationship Id="rId42" Type="http://schemas.openxmlformats.org/officeDocument/2006/relationships/customXml" Target="../ink/ink343.xml"/><Relationship Id="rId7" Type="http://schemas.openxmlformats.org/officeDocument/2006/relationships/image" Target="../media/image325.png"/><Relationship Id="rId2" Type="http://schemas.openxmlformats.org/officeDocument/2006/relationships/customXml" Target="../ink/ink323.xml"/><Relationship Id="rId16" Type="http://schemas.openxmlformats.org/officeDocument/2006/relationships/customXml" Target="../ink/ink330.xml"/><Relationship Id="rId29" Type="http://schemas.openxmlformats.org/officeDocument/2006/relationships/image" Target="../media/image3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5.xml"/><Relationship Id="rId11" Type="http://schemas.openxmlformats.org/officeDocument/2006/relationships/image" Target="../media/image327.png"/><Relationship Id="rId24" Type="http://schemas.openxmlformats.org/officeDocument/2006/relationships/customXml" Target="../ink/ink334.xml"/><Relationship Id="rId32" Type="http://schemas.openxmlformats.org/officeDocument/2006/relationships/customXml" Target="../ink/ink338.xml"/><Relationship Id="rId37" Type="http://schemas.openxmlformats.org/officeDocument/2006/relationships/image" Target="../media/image340.png"/><Relationship Id="rId40" Type="http://schemas.openxmlformats.org/officeDocument/2006/relationships/customXml" Target="../ink/ink342.xml"/><Relationship Id="rId45" Type="http://schemas.openxmlformats.org/officeDocument/2006/relationships/image" Target="../media/image344.png"/><Relationship Id="rId5" Type="http://schemas.openxmlformats.org/officeDocument/2006/relationships/image" Target="../media/image324.png"/><Relationship Id="rId15" Type="http://schemas.openxmlformats.org/officeDocument/2006/relationships/image" Target="../media/image329.png"/><Relationship Id="rId23" Type="http://schemas.openxmlformats.org/officeDocument/2006/relationships/image" Target="../media/image333.png"/><Relationship Id="rId28" Type="http://schemas.openxmlformats.org/officeDocument/2006/relationships/customXml" Target="../ink/ink336.xml"/><Relationship Id="rId36" Type="http://schemas.openxmlformats.org/officeDocument/2006/relationships/customXml" Target="../ink/ink340.xml"/><Relationship Id="rId10" Type="http://schemas.openxmlformats.org/officeDocument/2006/relationships/customXml" Target="../ink/ink327.xml"/><Relationship Id="rId19" Type="http://schemas.openxmlformats.org/officeDocument/2006/relationships/image" Target="../media/image331.png"/><Relationship Id="rId31" Type="http://schemas.openxmlformats.org/officeDocument/2006/relationships/image" Target="../media/image337.png"/><Relationship Id="rId44" Type="http://schemas.openxmlformats.org/officeDocument/2006/relationships/customXml" Target="../ink/ink344.xml"/><Relationship Id="rId4" Type="http://schemas.openxmlformats.org/officeDocument/2006/relationships/customXml" Target="../ink/ink324.xml"/><Relationship Id="rId9" Type="http://schemas.openxmlformats.org/officeDocument/2006/relationships/image" Target="../media/image326.png"/><Relationship Id="rId14" Type="http://schemas.openxmlformats.org/officeDocument/2006/relationships/customXml" Target="../ink/ink329.xml"/><Relationship Id="rId22" Type="http://schemas.openxmlformats.org/officeDocument/2006/relationships/customXml" Target="../ink/ink333.xml"/><Relationship Id="rId27" Type="http://schemas.openxmlformats.org/officeDocument/2006/relationships/image" Target="../media/image335.png"/><Relationship Id="rId30" Type="http://schemas.openxmlformats.org/officeDocument/2006/relationships/customXml" Target="../ink/ink337.xml"/><Relationship Id="rId35" Type="http://schemas.openxmlformats.org/officeDocument/2006/relationships/image" Target="../media/image339.png"/><Relationship Id="rId43" Type="http://schemas.openxmlformats.org/officeDocument/2006/relationships/image" Target="../media/image343.png"/><Relationship Id="rId8" Type="http://schemas.openxmlformats.org/officeDocument/2006/relationships/customXml" Target="../ink/ink326.xml"/><Relationship Id="rId3" Type="http://schemas.openxmlformats.org/officeDocument/2006/relationships/image" Target="../media/image323.png"/><Relationship Id="rId12" Type="http://schemas.openxmlformats.org/officeDocument/2006/relationships/customXml" Target="../ink/ink328.xml"/><Relationship Id="rId17" Type="http://schemas.openxmlformats.org/officeDocument/2006/relationships/image" Target="../media/image330.png"/><Relationship Id="rId25" Type="http://schemas.openxmlformats.org/officeDocument/2006/relationships/image" Target="../media/image334.png"/><Relationship Id="rId33" Type="http://schemas.openxmlformats.org/officeDocument/2006/relationships/image" Target="../media/image338.png"/><Relationship Id="rId38" Type="http://schemas.openxmlformats.org/officeDocument/2006/relationships/customXml" Target="../ink/ink341.xml"/><Relationship Id="rId20" Type="http://schemas.openxmlformats.org/officeDocument/2006/relationships/customXml" Target="../ink/ink332.xml"/><Relationship Id="rId41" Type="http://schemas.openxmlformats.org/officeDocument/2006/relationships/image" Target="../media/image342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7.xml"/><Relationship Id="rId21" Type="http://schemas.openxmlformats.org/officeDocument/2006/relationships/image" Target="../media/image354.png"/><Relationship Id="rId42" Type="http://schemas.openxmlformats.org/officeDocument/2006/relationships/customXml" Target="../ink/ink365.xml"/><Relationship Id="rId47" Type="http://schemas.openxmlformats.org/officeDocument/2006/relationships/image" Target="../media/image367.png"/><Relationship Id="rId63" Type="http://schemas.openxmlformats.org/officeDocument/2006/relationships/image" Target="../media/image375.png"/><Relationship Id="rId68" Type="http://schemas.openxmlformats.org/officeDocument/2006/relationships/customXml" Target="../ink/ink378.xml"/><Relationship Id="rId84" Type="http://schemas.openxmlformats.org/officeDocument/2006/relationships/customXml" Target="../ink/ink386.xml"/><Relationship Id="rId89" Type="http://schemas.openxmlformats.org/officeDocument/2006/relationships/image" Target="../media/image388.png"/><Relationship Id="rId16" Type="http://schemas.openxmlformats.org/officeDocument/2006/relationships/customXml" Target="../ink/ink352.xml"/><Relationship Id="rId107" Type="http://schemas.openxmlformats.org/officeDocument/2006/relationships/image" Target="../media/image397.png"/><Relationship Id="rId11" Type="http://schemas.openxmlformats.org/officeDocument/2006/relationships/image" Target="../media/image349.png"/><Relationship Id="rId32" Type="http://schemas.openxmlformats.org/officeDocument/2006/relationships/customXml" Target="../ink/ink360.xml"/><Relationship Id="rId37" Type="http://schemas.openxmlformats.org/officeDocument/2006/relationships/image" Target="../media/image362.png"/><Relationship Id="rId53" Type="http://schemas.openxmlformats.org/officeDocument/2006/relationships/image" Target="../media/image370.png"/><Relationship Id="rId58" Type="http://schemas.openxmlformats.org/officeDocument/2006/relationships/customXml" Target="../ink/ink373.xml"/><Relationship Id="rId74" Type="http://schemas.openxmlformats.org/officeDocument/2006/relationships/customXml" Target="../ink/ink381.xml"/><Relationship Id="rId79" Type="http://schemas.openxmlformats.org/officeDocument/2006/relationships/image" Target="../media/image383.png"/><Relationship Id="rId102" Type="http://schemas.openxmlformats.org/officeDocument/2006/relationships/customXml" Target="../ink/ink395.xml"/><Relationship Id="rId5" Type="http://schemas.openxmlformats.org/officeDocument/2006/relationships/image" Target="../media/image346.png"/><Relationship Id="rId90" Type="http://schemas.openxmlformats.org/officeDocument/2006/relationships/customXml" Target="../ink/ink389.xml"/><Relationship Id="rId95" Type="http://schemas.openxmlformats.org/officeDocument/2006/relationships/image" Target="../media/image391.png"/><Relationship Id="rId22" Type="http://schemas.openxmlformats.org/officeDocument/2006/relationships/customXml" Target="../ink/ink355.xml"/><Relationship Id="rId27" Type="http://schemas.openxmlformats.org/officeDocument/2006/relationships/image" Target="../media/image357.png"/><Relationship Id="rId43" Type="http://schemas.openxmlformats.org/officeDocument/2006/relationships/image" Target="../media/image365.png"/><Relationship Id="rId48" Type="http://schemas.openxmlformats.org/officeDocument/2006/relationships/customXml" Target="../ink/ink368.xml"/><Relationship Id="rId64" Type="http://schemas.openxmlformats.org/officeDocument/2006/relationships/customXml" Target="../ink/ink376.xml"/><Relationship Id="rId69" Type="http://schemas.openxmlformats.org/officeDocument/2006/relationships/image" Target="../media/image378.png"/><Relationship Id="rId80" Type="http://schemas.openxmlformats.org/officeDocument/2006/relationships/customXml" Target="../ink/ink384.xml"/><Relationship Id="rId85" Type="http://schemas.openxmlformats.org/officeDocument/2006/relationships/image" Target="../media/image386.png"/><Relationship Id="rId12" Type="http://schemas.openxmlformats.org/officeDocument/2006/relationships/customXml" Target="../ink/ink350.xml"/><Relationship Id="rId17" Type="http://schemas.openxmlformats.org/officeDocument/2006/relationships/image" Target="../media/image352.png"/><Relationship Id="rId33" Type="http://schemas.openxmlformats.org/officeDocument/2006/relationships/image" Target="../media/image360.png"/><Relationship Id="rId38" Type="http://schemas.openxmlformats.org/officeDocument/2006/relationships/customXml" Target="../ink/ink363.xml"/><Relationship Id="rId59" Type="http://schemas.openxmlformats.org/officeDocument/2006/relationships/image" Target="../media/image373.png"/><Relationship Id="rId103" Type="http://schemas.openxmlformats.org/officeDocument/2006/relationships/image" Target="../media/image395.png"/><Relationship Id="rId108" Type="http://schemas.openxmlformats.org/officeDocument/2006/relationships/customXml" Target="../ink/ink398.xml"/><Relationship Id="rId54" Type="http://schemas.openxmlformats.org/officeDocument/2006/relationships/customXml" Target="../ink/ink371.xml"/><Relationship Id="rId70" Type="http://schemas.openxmlformats.org/officeDocument/2006/relationships/customXml" Target="../ink/ink379.xml"/><Relationship Id="rId75" Type="http://schemas.openxmlformats.org/officeDocument/2006/relationships/image" Target="../media/image381.png"/><Relationship Id="rId91" Type="http://schemas.openxmlformats.org/officeDocument/2006/relationships/image" Target="../media/image389.png"/><Relationship Id="rId96" Type="http://schemas.openxmlformats.org/officeDocument/2006/relationships/customXml" Target="../ink/ink3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7.xml"/><Relationship Id="rId15" Type="http://schemas.openxmlformats.org/officeDocument/2006/relationships/image" Target="../media/image351.png"/><Relationship Id="rId23" Type="http://schemas.openxmlformats.org/officeDocument/2006/relationships/image" Target="../media/image355.png"/><Relationship Id="rId28" Type="http://schemas.openxmlformats.org/officeDocument/2006/relationships/customXml" Target="../ink/ink358.xml"/><Relationship Id="rId36" Type="http://schemas.openxmlformats.org/officeDocument/2006/relationships/customXml" Target="../ink/ink362.xml"/><Relationship Id="rId49" Type="http://schemas.openxmlformats.org/officeDocument/2006/relationships/image" Target="../media/image368.png"/><Relationship Id="rId57" Type="http://schemas.openxmlformats.org/officeDocument/2006/relationships/image" Target="../media/image372.png"/><Relationship Id="rId106" Type="http://schemas.openxmlformats.org/officeDocument/2006/relationships/customXml" Target="../ink/ink397.xml"/><Relationship Id="rId10" Type="http://schemas.openxmlformats.org/officeDocument/2006/relationships/customXml" Target="../ink/ink349.xml"/><Relationship Id="rId31" Type="http://schemas.openxmlformats.org/officeDocument/2006/relationships/image" Target="../media/image359.png"/><Relationship Id="rId44" Type="http://schemas.openxmlformats.org/officeDocument/2006/relationships/customXml" Target="../ink/ink366.xml"/><Relationship Id="rId52" Type="http://schemas.openxmlformats.org/officeDocument/2006/relationships/customXml" Target="../ink/ink370.xml"/><Relationship Id="rId60" Type="http://schemas.openxmlformats.org/officeDocument/2006/relationships/customXml" Target="../ink/ink374.xml"/><Relationship Id="rId65" Type="http://schemas.openxmlformats.org/officeDocument/2006/relationships/image" Target="../media/image376.png"/><Relationship Id="rId73" Type="http://schemas.openxmlformats.org/officeDocument/2006/relationships/image" Target="../media/image380.png"/><Relationship Id="rId78" Type="http://schemas.openxmlformats.org/officeDocument/2006/relationships/customXml" Target="../ink/ink383.xml"/><Relationship Id="rId81" Type="http://schemas.openxmlformats.org/officeDocument/2006/relationships/image" Target="../media/image384.png"/><Relationship Id="rId86" Type="http://schemas.openxmlformats.org/officeDocument/2006/relationships/customXml" Target="../ink/ink387.xml"/><Relationship Id="rId94" Type="http://schemas.openxmlformats.org/officeDocument/2006/relationships/customXml" Target="../ink/ink391.xml"/><Relationship Id="rId99" Type="http://schemas.openxmlformats.org/officeDocument/2006/relationships/image" Target="../media/image393.png"/><Relationship Id="rId101" Type="http://schemas.openxmlformats.org/officeDocument/2006/relationships/image" Target="../media/image394.png"/><Relationship Id="rId4" Type="http://schemas.openxmlformats.org/officeDocument/2006/relationships/customXml" Target="../ink/ink346.xml"/><Relationship Id="rId9" Type="http://schemas.openxmlformats.org/officeDocument/2006/relationships/image" Target="../media/image348.png"/><Relationship Id="rId13" Type="http://schemas.openxmlformats.org/officeDocument/2006/relationships/image" Target="../media/image350.png"/><Relationship Id="rId18" Type="http://schemas.openxmlformats.org/officeDocument/2006/relationships/customXml" Target="../ink/ink353.xml"/><Relationship Id="rId39" Type="http://schemas.openxmlformats.org/officeDocument/2006/relationships/image" Target="../media/image363.png"/><Relationship Id="rId109" Type="http://schemas.openxmlformats.org/officeDocument/2006/relationships/image" Target="../media/image398.png"/><Relationship Id="rId34" Type="http://schemas.openxmlformats.org/officeDocument/2006/relationships/customXml" Target="../ink/ink361.xml"/><Relationship Id="rId50" Type="http://schemas.openxmlformats.org/officeDocument/2006/relationships/customXml" Target="../ink/ink369.xml"/><Relationship Id="rId55" Type="http://schemas.openxmlformats.org/officeDocument/2006/relationships/image" Target="../media/image371.png"/><Relationship Id="rId76" Type="http://schemas.openxmlformats.org/officeDocument/2006/relationships/customXml" Target="../ink/ink382.xml"/><Relationship Id="rId97" Type="http://schemas.openxmlformats.org/officeDocument/2006/relationships/image" Target="../media/image392.png"/><Relationship Id="rId104" Type="http://schemas.openxmlformats.org/officeDocument/2006/relationships/customXml" Target="../ink/ink396.xml"/><Relationship Id="rId7" Type="http://schemas.openxmlformats.org/officeDocument/2006/relationships/image" Target="../media/image347.png"/><Relationship Id="rId71" Type="http://schemas.openxmlformats.org/officeDocument/2006/relationships/image" Target="../media/image379.png"/><Relationship Id="rId92" Type="http://schemas.openxmlformats.org/officeDocument/2006/relationships/customXml" Target="../ink/ink390.xml"/><Relationship Id="rId2" Type="http://schemas.openxmlformats.org/officeDocument/2006/relationships/customXml" Target="../ink/ink345.xml"/><Relationship Id="rId29" Type="http://schemas.openxmlformats.org/officeDocument/2006/relationships/image" Target="../media/image358.png"/><Relationship Id="rId24" Type="http://schemas.openxmlformats.org/officeDocument/2006/relationships/customXml" Target="../ink/ink356.xml"/><Relationship Id="rId40" Type="http://schemas.openxmlformats.org/officeDocument/2006/relationships/customXml" Target="../ink/ink364.xml"/><Relationship Id="rId45" Type="http://schemas.openxmlformats.org/officeDocument/2006/relationships/image" Target="../media/image366.png"/><Relationship Id="rId66" Type="http://schemas.openxmlformats.org/officeDocument/2006/relationships/customXml" Target="../ink/ink377.xml"/><Relationship Id="rId87" Type="http://schemas.openxmlformats.org/officeDocument/2006/relationships/image" Target="../media/image387.png"/><Relationship Id="rId61" Type="http://schemas.openxmlformats.org/officeDocument/2006/relationships/image" Target="../media/image374.png"/><Relationship Id="rId82" Type="http://schemas.openxmlformats.org/officeDocument/2006/relationships/customXml" Target="../ink/ink385.xml"/><Relationship Id="rId19" Type="http://schemas.openxmlformats.org/officeDocument/2006/relationships/image" Target="../media/image353.png"/><Relationship Id="rId14" Type="http://schemas.openxmlformats.org/officeDocument/2006/relationships/customXml" Target="../ink/ink351.xml"/><Relationship Id="rId30" Type="http://schemas.openxmlformats.org/officeDocument/2006/relationships/customXml" Target="../ink/ink359.xml"/><Relationship Id="rId35" Type="http://schemas.openxmlformats.org/officeDocument/2006/relationships/image" Target="../media/image361.png"/><Relationship Id="rId56" Type="http://schemas.openxmlformats.org/officeDocument/2006/relationships/customXml" Target="../ink/ink372.xml"/><Relationship Id="rId77" Type="http://schemas.openxmlformats.org/officeDocument/2006/relationships/image" Target="../media/image382.png"/><Relationship Id="rId100" Type="http://schemas.openxmlformats.org/officeDocument/2006/relationships/customXml" Target="../ink/ink394.xml"/><Relationship Id="rId105" Type="http://schemas.openxmlformats.org/officeDocument/2006/relationships/image" Target="../media/image396.png"/><Relationship Id="rId8" Type="http://schemas.openxmlformats.org/officeDocument/2006/relationships/customXml" Target="../ink/ink348.xml"/><Relationship Id="rId51" Type="http://schemas.openxmlformats.org/officeDocument/2006/relationships/image" Target="../media/image369.png"/><Relationship Id="rId72" Type="http://schemas.openxmlformats.org/officeDocument/2006/relationships/customXml" Target="../ink/ink380.xml"/><Relationship Id="rId93" Type="http://schemas.openxmlformats.org/officeDocument/2006/relationships/image" Target="../media/image390.png"/><Relationship Id="rId98" Type="http://schemas.openxmlformats.org/officeDocument/2006/relationships/customXml" Target="../ink/ink393.xml"/><Relationship Id="rId3" Type="http://schemas.openxmlformats.org/officeDocument/2006/relationships/image" Target="../media/image345.png"/><Relationship Id="rId25" Type="http://schemas.openxmlformats.org/officeDocument/2006/relationships/image" Target="../media/image356.png"/><Relationship Id="rId46" Type="http://schemas.openxmlformats.org/officeDocument/2006/relationships/customXml" Target="../ink/ink367.xml"/><Relationship Id="rId67" Type="http://schemas.openxmlformats.org/officeDocument/2006/relationships/image" Target="../media/image377.png"/><Relationship Id="rId20" Type="http://schemas.openxmlformats.org/officeDocument/2006/relationships/customXml" Target="../ink/ink354.xml"/><Relationship Id="rId41" Type="http://schemas.openxmlformats.org/officeDocument/2006/relationships/image" Target="../media/image364.png"/><Relationship Id="rId62" Type="http://schemas.openxmlformats.org/officeDocument/2006/relationships/customXml" Target="../ink/ink375.xml"/><Relationship Id="rId83" Type="http://schemas.openxmlformats.org/officeDocument/2006/relationships/image" Target="../media/image385.png"/><Relationship Id="rId88" Type="http://schemas.openxmlformats.org/officeDocument/2006/relationships/customXml" Target="../ink/ink388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1.xml"/><Relationship Id="rId21" Type="http://schemas.openxmlformats.org/officeDocument/2006/relationships/image" Target="../media/image408.png"/><Relationship Id="rId42" Type="http://schemas.openxmlformats.org/officeDocument/2006/relationships/customXml" Target="../ink/ink419.xml"/><Relationship Id="rId47" Type="http://schemas.openxmlformats.org/officeDocument/2006/relationships/image" Target="../media/image421.png"/><Relationship Id="rId63" Type="http://schemas.openxmlformats.org/officeDocument/2006/relationships/image" Target="../media/image429.png"/><Relationship Id="rId68" Type="http://schemas.openxmlformats.org/officeDocument/2006/relationships/customXml" Target="../ink/ink432.xml"/><Relationship Id="rId84" Type="http://schemas.openxmlformats.org/officeDocument/2006/relationships/customXml" Target="../ink/ink440.xml"/><Relationship Id="rId89" Type="http://schemas.openxmlformats.org/officeDocument/2006/relationships/image" Target="../media/image442.png"/><Relationship Id="rId16" Type="http://schemas.openxmlformats.org/officeDocument/2006/relationships/customXml" Target="../ink/ink406.xml"/><Relationship Id="rId11" Type="http://schemas.openxmlformats.org/officeDocument/2006/relationships/image" Target="../media/image403.png"/><Relationship Id="rId32" Type="http://schemas.openxmlformats.org/officeDocument/2006/relationships/customXml" Target="../ink/ink414.xml"/><Relationship Id="rId37" Type="http://schemas.openxmlformats.org/officeDocument/2006/relationships/image" Target="../media/image416.png"/><Relationship Id="rId53" Type="http://schemas.openxmlformats.org/officeDocument/2006/relationships/image" Target="../media/image424.png"/><Relationship Id="rId58" Type="http://schemas.openxmlformats.org/officeDocument/2006/relationships/customXml" Target="../ink/ink427.xml"/><Relationship Id="rId74" Type="http://schemas.openxmlformats.org/officeDocument/2006/relationships/customXml" Target="../ink/ink435.xml"/><Relationship Id="rId79" Type="http://schemas.openxmlformats.org/officeDocument/2006/relationships/image" Target="../media/image437.png"/><Relationship Id="rId5" Type="http://schemas.openxmlformats.org/officeDocument/2006/relationships/image" Target="../media/image400.png"/><Relationship Id="rId90" Type="http://schemas.openxmlformats.org/officeDocument/2006/relationships/customXml" Target="../ink/ink443.xml"/><Relationship Id="rId95" Type="http://schemas.openxmlformats.org/officeDocument/2006/relationships/image" Target="../media/image445.png"/><Relationship Id="rId22" Type="http://schemas.openxmlformats.org/officeDocument/2006/relationships/customXml" Target="../ink/ink409.xml"/><Relationship Id="rId27" Type="http://schemas.openxmlformats.org/officeDocument/2006/relationships/image" Target="../media/image411.png"/><Relationship Id="rId43" Type="http://schemas.openxmlformats.org/officeDocument/2006/relationships/image" Target="../media/image419.png"/><Relationship Id="rId48" Type="http://schemas.openxmlformats.org/officeDocument/2006/relationships/customXml" Target="../ink/ink422.xml"/><Relationship Id="rId64" Type="http://schemas.openxmlformats.org/officeDocument/2006/relationships/customXml" Target="../ink/ink430.xml"/><Relationship Id="rId69" Type="http://schemas.openxmlformats.org/officeDocument/2006/relationships/image" Target="../media/image432.png"/><Relationship Id="rId80" Type="http://schemas.openxmlformats.org/officeDocument/2006/relationships/customXml" Target="../ink/ink438.xml"/><Relationship Id="rId85" Type="http://schemas.openxmlformats.org/officeDocument/2006/relationships/image" Target="../media/image440.png"/><Relationship Id="rId12" Type="http://schemas.openxmlformats.org/officeDocument/2006/relationships/customXml" Target="../ink/ink404.xml"/><Relationship Id="rId17" Type="http://schemas.openxmlformats.org/officeDocument/2006/relationships/image" Target="../media/image406.png"/><Relationship Id="rId25" Type="http://schemas.openxmlformats.org/officeDocument/2006/relationships/image" Target="../media/image410.png"/><Relationship Id="rId33" Type="http://schemas.openxmlformats.org/officeDocument/2006/relationships/image" Target="../media/image414.png"/><Relationship Id="rId38" Type="http://schemas.openxmlformats.org/officeDocument/2006/relationships/customXml" Target="../ink/ink417.xml"/><Relationship Id="rId46" Type="http://schemas.openxmlformats.org/officeDocument/2006/relationships/customXml" Target="../ink/ink421.xml"/><Relationship Id="rId59" Type="http://schemas.openxmlformats.org/officeDocument/2006/relationships/image" Target="../media/image427.png"/><Relationship Id="rId67" Type="http://schemas.openxmlformats.org/officeDocument/2006/relationships/image" Target="../media/image431.png"/><Relationship Id="rId20" Type="http://schemas.openxmlformats.org/officeDocument/2006/relationships/customXml" Target="../ink/ink408.xml"/><Relationship Id="rId41" Type="http://schemas.openxmlformats.org/officeDocument/2006/relationships/image" Target="../media/image418.png"/><Relationship Id="rId54" Type="http://schemas.openxmlformats.org/officeDocument/2006/relationships/customXml" Target="../ink/ink425.xml"/><Relationship Id="rId62" Type="http://schemas.openxmlformats.org/officeDocument/2006/relationships/customXml" Target="../ink/ink429.xml"/><Relationship Id="rId70" Type="http://schemas.openxmlformats.org/officeDocument/2006/relationships/customXml" Target="../ink/ink433.xml"/><Relationship Id="rId75" Type="http://schemas.openxmlformats.org/officeDocument/2006/relationships/image" Target="../media/image435.png"/><Relationship Id="rId83" Type="http://schemas.openxmlformats.org/officeDocument/2006/relationships/image" Target="../media/image439.png"/><Relationship Id="rId88" Type="http://schemas.openxmlformats.org/officeDocument/2006/relationships/customXml" Target="../ink/ink442.xml"/><Relationship Id="rId91" Type="http://schemas.openxmlformats.org/officeDocument/2006/relationships/image" Target="../media/image443.png"/><Relationship Id="rId96" Type="http://schemas.openxmlformats.org/officeDocument/2006/relationships/customXml" Target="../ink/ink4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1.xml"/><Relationship Id="rId15" Type="http://schemas.openxmlformats.org/officeDocument/2006/relationships/image" Target="../media/image405.png"/><Relationship Id="rId23" Type="http://schemas.openxmlformats.org/officeDocument/2006/relationships/image" Target="../media/image409.png"/><Relationship Id="rId28" Type="http://schemas.openxmlformats.org/officeDocument/2006/relationships/customXml" Target="../ink/ink412.xml"/><Relationship Id="rId36" Type="http://schemas.openxmlformats.org/officeDocument/2006/relationships/customXml" Target="../ink/ink416.xml"/><Relationship Id="rId49" Type="http://schemas.openxmlformats.org/officeDocument/2006/relationships/image" Target="../media/image422.png"/><Relationship Id="rId57" Type="http://schemas.openxmlformats.org/officeDocument/2006/relationships/image" Target="../media/image426.png"/><Relationship Id="rId10" Type="http://schemas.openxmlformats.org/officeDocument/2006/relationships/customXml" Target="../ink/ink403.xml"/><Relationship Id="rId31" Type="http://schemas.openxmlformats.org/officeDocument/2006/relationships/image" Target="../media/image413.png"/><Relationship Id="rId44" Type="http://schemas.openxmlformats.org/officeDocument/2006/relationships/customXml" Target="../ink/ink420.xml"/><Relationship Id="rId52" Type="http://schemas.openxmlformats.org/officeDocument/2006/relationships/customXml" Target="../ink/ink424.xml"/><Relationship Id="rId60" Type="http://schemas.openxmlformats.org/officeDocument/2006/relationships/customXml" Target="../ink/ink428.xml"/><Relationship Id="rId65" Type="http://schemas.openxmlformats.org/officeDocument/2006/relationships/image" Target="../media/image430.png"/><Relationship Id="rId73" Type="http://schemas.openxmlformats.org/officeDocument/2006/relationships/image" Target="../media/image434.png"/><Relationship Id="rId78" Type="http://schemas.openxmlformats.org/officeDocument/2006/relationships/customXml" Target="../ink/ink437.xml"/><Relationship Id="rId81" Type="http://schemas.openxmlformats.org/officeDocument/2006/relationships/image" Target="../media/image438.png"/><Relationship Id="rId86" Type="http://schemas.openxmlformats.org/officeDocument/2006/relationships/customXml" Target="../ink/ink441.xml"/><Relationship Id="rId94" Type="http://schemas.openxmlformats.org/officeDocument/2006/relationships/customXml" Target="../ink/ink445.xml"/><Relationship Id="rId99" Type="http://schemas.openxmlformats.org/officeDocument/2006/relationships/image" Target="../media/image447.png"/><Relationship Id="rId101" Type="http://schemas.openxmlformats.org/officeDocument/2006/relationships/image" Target="../media/image448.png"/><Relationship Id="rId4" Type="http://schemas.openxmlformats.org/officeDocument/2006/relationships/customXml" Target="../ink/ink400.xml"/><Relationship Id="rId9" Type="http://schemas.openxmlformats.org/officeDocument/2006/relationships/image" Target="../media/image402.png"/><Relationship Id="rId13" Type="http://schemas.openxmlformats.org/officeDocument/2006/relationships/image" Target="../media/image404.png"/><Relationship Id="rId18" Type="http://schemas.openxmlformats.org/officeDocument/2006/relationships/customXml" Target="../ink/ink407.xml"/><Relationship Id="rId39" Type="http://schemas.openxmlformats.org/officeDocument/2006/relationships/image" Target="../media/image417.png"/><Relationship Id="rId34" Type="http://schemas.openxmlformats.org/officeDocument/2006/relationships/customXml" Target="../ink/ink415.xml"/><Relationship Id="rId50" Type="http://schemas.openxmlformats.org/officeDocument/2006/relationships/customXml" Target="../ink/ink423.xml"/><Relationship Id="rId55" Type="http://schemas.openxmlformats.org/officeDocument/2006/relationships/image" Target="../media/image425.png"/><Relationship Id="rId76" Type="http://schemas.openxmlformats.org/officeDocument/2006/relationships/customXml" Target="../ink/ink436.xml"/><Relationship Id="rId97" Type="http://schemas.openxmlformats.org/officeDocument/2006/relationships/image" Target="../media/image446.png"/><Relationship Id="rId7" Type="http://schemas.openxmlformats.org/officeDocument/2006/relationships/image" Target="../media/image401.png"/><Relationship Id="rId71" Type="http://schemas.openxmlformats.org/officeDocument/2006/relationships/image" Target="../media/image433.png"/><Relationship Id="rId92" Type="http://schemas.openxmlformats.org/officeDocument/2006/relationships/customXml" Target="../ink/ink444.xml"/><Relationship Id="rId2" Type="http://schemas.openxmlformats.org/officeDocument/2006/relationships/customXml" Target="../ink/ink399.xml"/><Relationship Id="rId29" Type="http://schemas.openxmlformats.org/officeDocument/2006/relationships/image" Target="../media/image412.png"/><Relationship Id="rId24" Type="http://schemas.openxmlformats.org/officeDocument/2006/relationships/customXml" Target="../ink/ink410.xml"/><Relationship Id="rId40" Type="http://schemas.openxmlformats.org/officeDocument/2006/relationships/customXml" Target="../ink/ink418.xml"/><Relationship Id="rId45" Type="http://schemas.openxmlformats.org/officeDocument/2006/relationships/image" Target="../media/image420.png"/><Relationship Id="rId66" Type="http://schemas.openxmlformats.org/officeDocument/2006/relationships/customXml" Target="../ink/ink431.xml"/><Relationship Id="rId87" Type="http://schemas.openxmlformats.org/officeDocument/2006/relationships/image" Target="../media/image441.png"/><Relationship Id="rId61" Type="http://schemas.openxmlformats.org/officeDocument/2006/relationships/image" Target="../media/image428.png"/><Relationship Id="rId82" Type="http://schemas.openxmlformats.org/officeDocument/2006/relationships/customXml" Target="../ink/ink439.xml"/><Relationship Id="rId19" Type="http://schemas.openxmlformats.org/officeDocument/2006/relationships/image" Target="../media/image407.png"/><Relationship Id="rId14" Type="http://schemas.openxmlformats.org/officeDocument/2006/relationships/customXml" Target="../ink/ink405.xml"/><Relationship Id="rId30" Type="http://schemas.openxmlformats.org/officeDocument/2006/relationships/customXml" Target="../ink/ink413.xml"/><Relationship Id="rId35" Type="http://schemas.openxmlformats.org/officeDocument/2006/relationships/image" Target="../media/image415.png"/><Relationship Id="rId56" Type="http://schemas.openxmlformats.org/officeDocument/2006/relationships/customXml" Target="../ink/ink426.xml"/><Relationship Id="rId77" Type="http://schemas.openxmlformats.org/officeDocument/2006/relationships/image" Target="../media/image436.png"/><Relationship Id="rId100" Type="http://schemas.openxmlformats.org/officeDocument/2006/relationships/customXml" Target="../ink/ink448.xml"/><Relationship Id="rId8" Type="http://schemas.openxmlformats.org/officeDocument/2006/relationships/customXml" Target="../ink/ink402.xml"/><Relationship Id="rId51" Type="http://schemas.openxmlformats.org/officeDocument/2006/relationships/image" Target="../media/image423.png"/><Relationship Id="rId72" Type="http://schemas.openxmlformats.org/officeDocument/2006/relationships/customXml" Target="../ink/ink434.xml"/><Relationship Id="rId93" Type="http://schemas.openxmlformats.org/officeDocument/2006/relationships/image" Target="../media/image444.png"/><Relationship Id="rId98" Type="http://schemas.openxmlformats.org/officeDocument/2006/relationships/customXml" Target="../ink/ink447.xml"/><Relationship Id="rId3" Type="http://schemas.openxmlformats.org/officeDocument/2006/relationships/image" Target="../media/image399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1.xml"/><Relationship Id="rId117" Type="http://schemas.openxmlformats.org/officeDocument/2006/relationships/image" Target="../media/image506.png"/><Relationship Id="rId21" Type="http://schemas.openxmlformats.org/officeDocument/2006/relationships/image" Target="../media/image458.png"/><Relationship Id="rId42" Type="http://schemas.openxmlformats.org/officeDocument/2006/relationships/customXml" Target="../ink/ink469.xml"/><Relationship Id="rId47" Type="http://schemas.openxmlformats.org/officeDocument/2006/relationships/image" Target="../media/image471.png"/><Relationship Id="rId63" Type="http://schemas.openxmlformats.org/officeDocument/2006/relationships/image" Target="../media/image479.png"/><Relationship Id="rId68" Type="http://schemas.openxmlformats.org/officeDocument/2006/relationships/customXml" Target="../ink/ink482.xml"/><Relationship Id="rId84" Type="http://schemas.openxmlformats.org/officeDocument/2006/relationships/customXml" Target="../ink/ink490.xml"/><Relationship Id="rId89" Type="http://schemas.openxmlformats.org/officeDocument/2006/relationships/image" Target="../media/image492.png"/><Relationship Id="rId112" Type="http://schemas.openxmlformats.org/officeDocument/2006/relationships/customXml" Target="../ink/ink504.xml"/><Relationship Id="rId16" Type="http://schemas.openxmlformats.org/officeDocument/2006/relationships/customXml" Target="../ink/ink456.xml"/><Relationship Id="rId107" Type="http://schemas.openxmlformats.org/officeDocument/2006/relationships/image" Target="../media/image501.png"/><Relationship Id="rId11" Type="http://schemas.openxmlformats.org/officeDocument/2006/relationships/image" Target="../media/image453.png"/><Relationship Id="rId32" Type="http://schemas.openxmlformats.org/officeDocument/2006/relationships/customXml" Target="../ink/ink464.xml"/><Relationship Id="rId37" Type="http://schemas.openxmlformats.org/officeDocument/2006/relationships/image" Target="../media/image466.png"/><Relationship Id="rId53" Type="http://schemas.openxmlformats.org/officeDocument/2006/relationships/image" Target="../media/image474.png"/><Relationship Id="rId58" Type="http://schemas.openxmlformats.org/officeDocument/2006/relationships/customXml" Target="../ink/ink477.xml"/><Relationship Id="rId74" Type="http://schemas.openxmlformats.org/officeDocument/2006/relationships/customXml" Target="../ink/ink485.xml"/><Relationship Id="rId79" Type="http://schemas.openxmlformats.org/officeDocument/2006/relationships/image" Target="../media/image487.png"/><Relationship Id="rId102" Type="http://schemas.openxmlformats.org/officeDocument/2006/relationships/customXml" Target="../ink/ink499.xml"/><Relationship Id="rId5" Type="http://schemas.openxmlformats.org/officeDocument/2006/relationships/image" Target="../media/image450.png"/><Relationship Id="rId90" Type="http://schemas.openxmlformats.org/officeDocument/2006/relationships/customXml" Target="../ink/ink493.xml"/><Relationship Id="rId95" Type="http://schemas.openxmlformats.org/officeDocument/2006/relationships/image" Target="../media/image495.png"/><Relationship Id="rId22" Type="http://schemas.openxmlformats.org/officeDocument/2006/relationships/customXml" Target="../ink/ink459.xml"/><Relationship Id="rId27" Type="http://schemas.openxmlformats.org/officeDocument/2006/relationships/image" Target="../media/image461.png"/><Relationship Id="rId43" Type="http://schemas.openxmlformats.org/officeDocument/2006/relationships/image" Target="../media/image469.png"/><Relationship Id="rId48" Type="http://schemas.openxmlformats.org/officeDocument/2006/relationships/customXml" Target="../ink/ink472.xml"/><Relationship Id="rId64" Type="http://schemas.openxmlformats.org/officeDocument/2006/relationships/customXml" Target="../ink/ink480.xml"/><Relationship Id="rId69" Type="http://schemas.openxmlformats.org/officeDocument/2006/relationships/image" Target="../media/image482.png"/><Relationship Id="rId113" Type="http://schemas.openxmlformats.org/officeDocument/2006/relationships/image" Target="../media/image504.png"/><Relationship Id="rId118" Type="http://schemas.openxmlformats.org/officeDocument/2006/relationships/customXml" Target="../ink/ink507.xml"/><Relationship Id="rId80" Type="http://schemas.openxmlformats.org/officeDocument/2006/relationships/customXml" Target="../ink/ink488.xml"/><Relationship Id="rId85" Type="http://schemas.openxmlformats.org/officeDocument/2006/relationships/image" Target="../media/image490.png"/><Relationship Id="rId12" Type="http://schemas.openxmlformats.org/officeDocument/2006/relationships/customXml" Target="../ink/ink454.xml"/><Relationship Id="rId17" Type="http://schemas.openxmlformats.org/officeDocument/2006/relationships/image" Target="../media/image456.png"/><Relationship Id="rId33" Type="http://schemas.openxmlformats.org/officeDocument/2006/relationships/image" Target="../media/image464.png"/><Relationship Id="rId38" Type="http://schemas.openxmlformats.org/officeDocument/2006/relationships/customXml" Target="../ink/ink467.xml"/><Relationship Id="rId59" Type="http://schemas.openxmlformats.org/officeDocument/2006/relationships/image" Target="../media/image477.png"/><Relationship Id="rId103" Type="http://schemas.openxmlformats.org/officeDocument/2006/relationships/image" Target="../media/image499.png"/><Relationship Id="rId108" Type="http://schemas.openxmlformats.org/officeDocument/2006/relationships/customXml" Target="../ink/ink502.xml"/><Relationship Id="rId54" Type="http://schemas.openxmlformats.org/officeDocument/2006/relationships/customXml" Target="../ink/ink475.xml"/><Relationship Id="rId70" Type="http://schemas.openxmlformats.org/officeDocument/2006/relationships/customXml" Target="../ink/ink483.xml"/><Relationship Id="rId75" Type="http://schemas.openxmlformats.org/officeDocument/2006/relationships/image" Target="../media/image485.png"/><Relationship Id="rId91" Type="http://schemas.openxmlformats.org/officeDocument/2006/relationships/image" Target="../media/image493.png"/><Relationship Id="rId96" Type="http://schemas.openxmlformats.org/officeDocument/2006/relationships/customXml" Target="../ink/ink4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1.xml"/><Relationship Id="rId23" Type="http://schemas.openxmlformats.org/officeDocument/2006/relationships/image" Target="../media/image459.png"/><Relationship Id="rId28" Type="http://schemas.openxmlformats.org/officeDocument/2006/relationships/customXml" Target="../ink/ink462.xml"/><Relationship Id="rId49" Type="http://schemas.openxmlformats.org/officeDocument/2006/relationships/image" Target="../media/image472.png"/><Relationship Id="rId114" Type="http://schemas.openxmlformats.org/officeDocument/2006/relationships/customXml" Target="../ink/ink505.xml"/><Relationship Id="rId119" Type="http://schemas.openxmlformats.org/officeDocument/2006/relationships/image" Target="../media/image507.png"/><Relationship Id="rId44" Type="http://schemas.openxmlformats.org/officeDocument/2006/relationships/customXml" Target="../ink/ink470.xml"/><Relationship Id="rId60" Type="http://schemas.openxmlformats.org/officeDocument/2006/relationships/customXml" Target="../ink/ink478.xml"/><Relationship Id="rId65" Type="http://schemas.openxmlformats.org/officeDocument/2006/relationships/image" Target="../media/image480.png"/><Relationship Id="rId81" Type="http://schemas.openxmlformats.org/officeDocument/2006/relationships/image" Target="../media/image488.png"/><Relationship Id="rId86" Type="http://schemas.openxmlformats.org/officeDocument/2006/relationships/customXml" Target="../ink/ink491.xml"/><Relationship Id="rId4" Type="http://schemas.openxmlformats.org/officeDocument/2006/relationships/customXml" Target="../ink/ink450.xml"/><Relationship Id="rId9" Type="http://schemas.openxmlformats.org/officeDocument/2006/relationships/image" Target="../media/image452.png"/><Relationship Id="rId13" Type="http://schemas.openxmlformats.org/officeDocument/2006/relationships/image" Target="../media/image454.png"/><Relationship Id="rId18" Type="http://schemas.openxmlformats.org/officeDocument/2006/relationships/customXml" Target="../ink/ink457.xml"/><Relationship Id="rId39" Type="http://schemas.openxmlformats.org/officeDocument/2006/relationships/image" Target="../media/image467.png"/><Relationship Id="rId109" Type="http://schemas.openxmlformats.org/officeDocument/2006/relationships/image" Target="../media/image502.png"/><Relationship Id="rId34" Type="http://schemas.openxmlformats.org/officeDocument/2006/relationships/customXml" Target="../ink/ink465.xml"/><Relationship Id="rId50" Type="http://schemas.openxmlformats.org/officeDocument/2006/relationships/customXml" Target="../ink/ink473.xml"/><Relationship Id="rId55" Type="http://schemas.openxmlformats.org/officeDocument/2006/relationships/image" Target="../media/image475.png"/><Relationship Id="rId76" Type="http://schemas.openxmlformats.org/officeDocument/2006/relationships/customXml" Target="../ink/ink486.xml"/><Relationship Id="rId97" Type="http://schemas.openxmlformats.org/officeDocument/2006/relationships/image" Target="../media/image496.png"/><Relationship Id="rId104" Type="http://schemas.openxmlformats.org/officeDocument/2006/relationships/customXml" Target="../ink/ink500.xml"/><Relationship Id="rId120" Type="http://schemas.openxmlformats.org/officeDocument/2006/relationships/customXml" Target="../ink/ink508.xml"/><Relationship Id="rId7" Type="http://schemas.openxmlformats.org/officeDocument/2006/relationships/image" Target="../media/image451.png"/><Relationship Id="rId71" Type="http://schemas.openxmlformats.org/officeDocument/2006/relationships/image" Target="../media/image483.png"/><Relationship Id="rId92" Type="http://schemas.openxmlformats.org/officeDocument/2006/relationships/customXml" Target="../ink/ink494.xml"/><Relationship Id="rId2" Type="http://schemas.openxmlformats.org/officeDocument/2006/relationships/customXml" Target="../ink/ink449.xml"/><Relationship Id="rId29" Type="http://schemas.openxmlformats.org/officeDocument/2006/relationships/image" Target="../media/image462.png"/><Relationship Id="rId24" Type="http://schemas.openxmlformats.org/officeDocument/2006/relationships/customXml" Target="../ink/ink460.xml"/><Relationship Id="rId40" Type="http://schemas.openxmlformats.org/officeDocument/2006/relationships/customXml" Target="../ink/ink468.xml"/><Relationship Id="rId45" Type="http://schemas.openxmlformats.org/officeDocument/2006/relationships/image" Target="../media/image470.png"/><Relationship Id="rId66" Type="http://schemas.openxmlformats.org/officeDocument/2006/relationships/customXml" Target="../ink/ink481.xml"/><Relationship Id="rId87" Type="http://schemas.openxmlformats.org/officeDocument/2006/relationships/image" Target="../media/image491.png"/><Relationship Id="rId110" Type="http://schemas.openxmlformats.org/officeDocument/2006/relationships/customXml" Target="../ink/ink503.xml"/><Relationship Id="rId115" Type="http://schemas.openxmlformats.org/officeDocument/2006/relationships/image" Target="../media/image505.png"/><Relationship Id="rId61" Type="http://schemas.openxmlformats.org/officeDocument/2006/relationships/image" Target="../media/image478.png"/><Relationship Id="rId82" Type="http://schemas.openxmlformats.org/officeDocument/2006/relationships/customXml" Target="../ink/ink489.xml"/><Relationship Id="rId19" Type="http://schemas.openxmlformats.org/officeDocument/2006/relationships/image" Target="../media/image457.png"/><Relationship Id="rId14" Type="http://schemas.openxmlformats.org/officeDocument/2006/relationships/customXml" Target="../ink/ink455.xml"/><Relationship Id="rId30" Type="http://schemas.openxmlformats.org/officeDocument/2006/relationships/customXml" Target="../ink/ink463.xml"/><Relationship Id="rId35" Type="http://schemas.openxmlformats.org/officeDocument/2006/relationships/image" Target="../media/image465.png"/><Relationship Id="rId56" Type="http://schemas.openxmlformats.org/officeDocument/2006/relationships/customXml" Target="../ink/ink476.xml"/><Relationship Id="rId77" Type="http://schemas.openxmlformats.org/officeDocument/2006/relationships/image" Target="../media/image486.png"/><Relationship Id="rId100" Type="http://schemas.openxmlformats.org/officeDocument/2006/relationships/customXml" Target="../ink/ink498.xml"/><Relationship Id="rId105" Type="http://schemas.openxmlformats.org/officeDocument/2006/relationships/image" Target="../media/image500.png"/><Relationship Id="rId8" Type="http://schemas.openxmlformats.org/officeDocument/2006/relationships/customXml" Target="../ink/ink452.xml"/><Relationship Id="rId51" Type="http://schemas.openxmlformats.org/officeDocument/2006/relationships/image" Target="../media/image473.png"/><Relationship Id="rId72" Type="http://schemas.openxmlformats.org/officeDocument/2006/relationships/customXml" Target="../ink/ink484.xml"/><Relationship Id="rId93" Type="http://schemas.openxmlformats.org/officeDocument/2006/relationships/image" Target="../media/image494.png"/><Relationship Id="rId98" Type="http://schemas.openxmlformats.org/officeDocument/2006/relationships/customXml" Target="../ink/ink497.xml"/><Relationship Id="rId121" Type="http://schemas.openxmlformats.org/officeDocument/2006/relationships/image" Target="../media/image508.png"/><Relationship Id="rId3" Type="http://schemas.openxmlformats.org/officeDocument/2006/relationships/image" Target="../media/image449.png"/><Relationship Id="rId25" Type="http://schemas.openxmlformats.org/officeDocument/2006/relationships/image" Target="../media/image460.png"/><Relationship Id="rId46" Type="http://schemas.openxmlformats.org/officeDocument/2006/relationships/customXml" Target="../ink/ink471.xml"/><Relationship Id="rId67" Type="http://schemas.openxmlformats.org/officeDocument/2006/relationships/image" Target="../media/image481.png"/><Relationship Id="rId116" Type="http://schemas.openxmlformats.org/officeDocument/2006/relationships/customXml" Target="../ink/ink506.xml"/><Relationship Id="rId20" Type="http://schemas.openxmlformats.org/officeDocument/2006/relationships/customXml" Target="../ink/ink458.xml"/><Relationship Id="rId41" Type="http://schemas.openxmlformats.org/officeDocument/2006/relationships/image" Target="../media/image468.png"/><Relationship Id="rId62" Type="http://schemas.openxmlformats.org/officeDocument/2006/relationships/customXml" Target="../ink/ink479.xml"/><Relationship Id="rId83" Type="http://schemas.openxmlformats.org/officeDocument/2006/relationships/image" Target="../media/image489.png"/><Relationship Id="rId88" Type="http://schemas.openxmlformats.org/officeDocument/2006/relationships/customXml" Target="../ink/ink492.xml"/><Relationship Id="rId111" Type="http://schemas.openxmlformats.org/officeDocument/2006/relationships/image" Target="../media/image503.png"/><Relationship Id="rId15" Type="http://schemas.openxmlformats.org/officeDocument/2006/relationships/image" Target="../media/image455.png"/><Relationship Id="rId36" Type="http://schemas.openxmlformats.org/officeDocument/2006/relationships/customXml" Target="../ink/ink466.xml"/><Relationship Id="rId57" Type="http://schemas.openxmlformats.org/officeDocument/2006/relationships/image" Target="../media/image476.png"/><Relationship Id="rId106" Type="http://schemas.openxmlformats.org/officeDocument/2006/relationships/customXml" Target="../ink/ink501.xml"/><Relationship Id="rId10" Type="http://schemas.openxmlformats.org/officeDocument/2006/relationships/customXml" Target="../ink/ink453.xml"/><Relationship Id="rId31" Type="http://schemas.openxmlformats.org/officeDocument/2006/relationships/image" Target="../media/image463.png"/><Relationship Id="rId52" Type="http://schemas.openxmlformats.org/officeDocument/2006/relationships/customXml" Target="../ink/ink474.xml"/><Relationship Id="rId73" Type="http://schemas.openxmlformats.org/officeDocument/2006/relationships/image" Target="../media/image484.png"/><Relationship Id="rId78" Type="http://schemas.openxmlformats.org/officeDocument/2006/relationships/customXml" Target="../ink/ink487.xml"/><Relationship Id="rId94" Type="http://schemas.openxmlformats.org/officeDocument/2006/relationships/customXml" Target="../ink/ink495.xml"/><Relationship Id="rId99" Type="http://schemas.openxmlformats.org/officeDocument/2006/relationships/image" Target="../media/image497.png"/><Relationship Id="rId101" Type="http://schemas.openxmlformats.org/officeDocument/2006/relationships/image" Target="../media/image498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1.xml"/><Relationship Id="rId117" Type="http://schemas.openxmlformats.org/officeDocument/2006/relationships/image" Target="../media/image566.png"/><Relationship Id="rId21" Type="http://schemas.openxmlformats.org/officeDocument/2006/relationships/image" Target="../media/image518.png"/><Relationship Id="rId42" Type="http://schemas.openxmlformats.org/officeDocument/2006/relationships/customXml" Target="../ink/ink529.xml"/><Relationship Id="rId47" Type="http://schemas.openxmlformats.org/officeDocument/2006/relationships/image" Target="../media/image531.png"/><Relationship Id="rId63" Type="http://schemas.openxmlformats.org/officeDocument/2006/relationships/image" Target="../media/image539.png"/><Relationship Id="rId68" Type="http://schemas.openxmlformats.org/officeDocument/2006/relationships/customXml" Target="../ink/ink542.xml"/><Relationship Id="rId84" Type="http://schemas.openxmlformats.org/officeDocument/2006/relationships/customXml" Target="../ink/ink550.xml"/><Relationship Id="rId89" Type="http://schemas.openxmlformats.org/officeDocument/2006/relationships/image" Target="../media/image552.png"/><Relationship Id="rId112" Type="http://schemas.openxmlformats.org/officeDocument/2006/relationships/customXml" Target="../ink/ink564.xml"/><Relationship Id="rId16" Type="http://schemas.openxmlformats.org/officeDocument/2006/relationships/customXml" Target="../ink/ink516.xml"/><Relationship Id="rId107" Type="http://schemas.openxmlformats.org/officeDocument/2006/relationships/image" Target="../media/image561.png"/><Relationship Id="rId11" Type="http://schemas.openxmlformats.org/officeDocument/2006/relationships/image" Target="../media/image513.png"/><Relationship Id="rId32" Type="http://schemas.openxmlformats.org/officeDocument/2006/relationships/customXml" Target="../ink/ink524.xml"/><Relationship Id="rId37" Type="http://schemas.openxmlformats.org/officeDocument/2006/relationships/image" Target="../media/image526.png"/><Relationship Id="rId53" Type="http://schemas.openxmlformats.org/officeDocument/2006/relationships/image" Target="../media/image534.png"/><Relationship Id="rId58" Type="http://schemas.openxmlformats.org/officeDocument/2006/relationships/customXml" Target="../ink/ink537.xml"/><Relationship Id="rId74" Type="http://schemas.openxmlformats.org/officeDocument/2006/relationships/customXml" Target="../ink/ink545.xml"/><Relationship Id="rId79" Type="http://schemas.openxmlformats.org/officeDocument/2006/relationships/image" Target="../media/image547.png"/><Relationship Id="rId102" Type="http://schemas.openxmlformats.org/officeDocument/2006/relationships/customXml" Target="../ink/ink559.xml"/><Relationship Id="rId123" Type="http://schemas.openxmlformats.org/officeDocument/2006/relationships/image" Target="../media/image569.png"/><Relationship Id="rId5" Type="http://schemas.openxmlformats.org/officeDocument/2006/relationships/image" Target="../media/image510.png"/><Relationship Id="rId90" Type="http://schemas.openxmlformats.org/officeDocument/2006/relationships/customXml" Target="../ink/ink553.xml"/><Relationship Id="rId95" Type="http://schemas.openxmlformats.org/officeDocument/2006/relationships/image" Target="../media/image555.png"/><Relationship Id="rId22" Type="http://schemas.openxmlformats.org/officeDocument/2006/relationships/customXml" Target="../ink/ink519.xml"/><Relationship Id="rId27" Type="http://schemas.openxmlformats.org/officeDocument/2006/relationships/image" Target="../media/image521.png"/><Relationship Id="rId43" Type="http://schemas.openxmlformats.org/officeDocument/2006/relationships/image" Target="../media/image529.png"/><Relationship Id="rId48" Type="http://schemas.openxmlformats.org/officeDocument/2006/relationships/customXml" Target="../ink/ink532.xml"/><Relationship Id="rId64" Type="http://schemas.openxmlformats.org/officeDocument/2006/relationships/customXml" Target="../ink/ink540.xml"/><Relationship Id="rId69" Type="http://schemas.openxmlformats.org/officeDocument/2006/relationships/image" Target="../media/image542.png"/><Relationship Id="rId113" Type="http://schemas.openxmlformats.org/officeDocument/2006/relationships/image" Target="../media/image564.png"/><Relationship Id="rId118" Type="http://schemas.openxmlformats.org/officeDocument/2006/relationships/customXml" Target="../ink/ink567.xml"/><Relationship Id="rId80" Type="http://schemas.openxmlformats.org/officeDocument/2006/relationships/customXml" Target="../ink/ink548.xml"/><Relationship Id="rId85" Type="http://schemas.openxmlformats.org/officeDocument/2006/relationships/image" Target="../media/image550.png"/><Relationship Id="rId12" Type="http://schemas.openxmlformats.org/officeDocument/2006/relationships/customXml" Target="../ink/ink514.xml"/><Relationship Id="rId17" Type="http://schemas.openxmlformats.org/officeDocument/2006/relationships/image" Target="../media/image516.png"/><Relationship Id="rId33" Type="http://schemas.openxmlformats.org/officeDocument/2006/relationships/image" Target="../media/image524.png"/><Relationship Id="rId38" Type="http://schemas.openxmlformats.org/officeDocument/2006/relationships/customXml" Target="../ink/ink527.xml"/><Relationship Id="rId59" Type="http://schemas.openxmlformats.org/officeDocument/2006/relationships/image" Target="../media/image537.png"/><Relationship Id="rId103" Type="http://schemas.openxmlformats.org/officeDocument/2006/relationships/image" Target="../media/image559.png"/><Relationship Id="rId108" Type="http://schemas.openxmlformats.org/officeDocument/2006/relationships/customXml" Target="../ink/ink562.xml"/><Relationship Id="rId54" Type="http://schemas.openxmlformats.org/officeDocument/2006/relationships/customXml" Target="../ink/ink535.xml"/><Relationship Id="rId70" Type="http://schemas.openxmlformats.org/officeDocument/2006/relationships/customXml" Target="../ink/ink543.xml"/><Relationship Id="rId75" Type="http://schemas.openxmlformats.org/officeDocument/2006/relationships/image" Target="../media/image545.png"/><Relationship Id="rId91" Type="http://schemas.openxmlformats.org/officeDocument/2006/relationships/image" Target="../media/image553.png"/><Relationship Id="rId96" Type="http://schemas.openxmlformats.org/officeDocument/2006/relationships/customXml" Target="../ink/ink5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1.xml"/><Relationship Id="rId23" Type="http://schemas.openxmlformats.org/officeDocument/2006/relationships/image" Target="../media/image519.png"/><Relationship Id="rId28" Type="http://schemas.openxmlformats.org/officeDocument/2006/relationships/customXml" Target="../ink/ink522.xml"/><Relationship Id="rId49" Type="http://schemas.openxmlformats.org/officeDocument/2006/relationships/image" Target="../media/image532.png"/><Relationship Id="rId114" Type="http://schemas.openxmlformats.org/officeDocument/2006/relationships/customXml" Target="../ink/ink565.xml"/><Relationship Id="rId119" Type="http://schemas.openxmlformats.org/officeDocument/2006/relationships/image" Target="../media/image567.png"/><Relationship Id="rId44" Type="http://schemas.openxmlformats.org/officeDocument/2006/relationships/customXml" Target="../ink/ink530.xml"/><Relationship Id="rId60" Type="http://schemas.openxmlformats.org/officeDocument/2006/relationships/customXml" Target="../ink/ink538.xml"/><Relationship Id="rId65" Type="http://schemas.openxmlformats.org/officeDocument/2006/relationships/image" Target="../media/image540.png"/><Relationship Id="rId81" Type="http://schemas.openxmlformats.org/officeDocument/2006/relationships/image" Target="../media/image548.png"/><Relationship Id="rId86" Type="http://schemas.openxmlformats.org/officeDocument/2006/relationships/customXml" Target="../ink/ink551.xml"/><Relationship Id="rId4" Type="http://schemas.openxmlformats.org/officeDocument/2006/relationships/customXml" Target="../ink/ink510.xml"/><Relationship Id="rId9" Type="http://schemas.openxmlformats.org/officeDocument/2006/relationships/image" Target="../media/image512.png"/><Relationship Id="rId13" Type="http://schemas.openxmlformats.org/officeDocument/2006/relationships/image" Target="../media/image514.png"/><Relationship Id="rId18" Type="http://schemas.openxmlformats.org/officeDocument/2006/relationships/customXml" Target="../ink/ink517.xml"/><Relationship Id="rId39" Type="http://schemas.openxmlformats.org/officeDocument/2006/relationships/image" Target="../media/image527.png"/><Relationship Id="rId109" Type="http://schemas.openxmlformats.org/officeDocument/2006/relationships/image" Target="../media/image562.png"/><Relationship Id="rId34" Type="http://schemas.openxmlformats.org/officeDocument/2006/relationships/customXml" Target="../ink/ink525.xml"/><Relationship Id="rId50" Type="http://schemas.openxmlformats.org/officeDocument/2006/relationships/customXml" Target="../ink/ink533.xml"/><Relationship Id="rId55" Type="http://schemas.openxmlformats.org/officeDocument/2006/relationships/image" Target="../media/image535.png"/><Relationship Id="rId76" Type="http://schemas.openxmlformats.org/officeDocument/2006/relationships/customXml" Target="../ink/ink546.xml"/><Relationship Id="rId97" Type="http://schemas.openxmlformats.org/officeDocument/2006/relationships/image" Target="../media/image556.png"/><Relationship Id="rId104" Type="http://schemas.openxmlformats.org/officeDocument/2006/relationships/customXml" Target="../ink/ink560.xml"/><Relationship Id="rId120" Type="http://schemas.openxmlformats.org/officeDocument/2006/relationships/customXml" Target="../ink/ink568.xml"/><Relationship Id="rId7" Type="http://schemas.openxmlformats.org/officeDocument/2006/relationships/image" Target="../media/image511.png"/><Relationship Id="rId71" Type="http://schemas.openxmlformats.org/officeDocument/2006/relationships/image" Target="../media/image543.png"/><Relationship Id="rId92" Type="http://schemas.openxmlformats.org/officeDocument/2006/relationships/customXml" Target="../ink/ink554.xml"/><Relationship Id="rId2" Type="http://schemas.openxmlformats.org/officeDocument/2006/relationships/customXml" Target="../ink/ink509.xml"/><Relationship Id="rId29" Type="http://schemas.openxmlformats.org/officeDocument/2006/relationships/image" Target="../media/image522.png"/><Relationship Id="rId24" Type="http://schemas.openxmlformats.org/officeDocument/2006/relationships/customXml" Target="../ink/ink520.xml"/><Relationship Id="rId40" Type="http://schemas.openxmlformats.org/officeDocument/2006/relationships/customXml" Target="../ink/ink528.xml"/><Relationship Id="rId45" Type="http://schemas.openxmlformats.org/officeDocument/2006/relationships/image" Target="../media/image530.png"/><Relationship Id="rId66" Type="http://schemas.openxmlformats.org/officeDocument/2006/relationships/customXml" Target="../ink/ink541.xml"/><Relationship Id="rId87" Type="http://schemas.openxmlformats.org/officeDocument/2006/relationships/image" Target="../media/image551.png"/><Relationship Id="rId110" Type="http://schemas.openxmlformats.org/officeDocument/2006/relationships/customXml" Target="../ink/ink563.xml"/><Relationship Id="rId115" Type="http://schemas.openxmlformats.org/officeDocument/2006/relationships/image" Target="../media/image565.png"/><Relationship Id="rId61" Type="http://schemas.openxmlformats.org/officeDocument/2006/relationships/image" Target="../media/image538.png"/><Relationship Id="rId82" Type="http://schemas.openxmlformats.org/officeDocument/2006/relationships/customXml" Target="../ink/ink549.xml"/><Relationship Id="rId19" Type="http://schemas.openxmlformats.org/officeDocument/2006/relationships/image" Target="../media/image517.png"/><Relationship Id="rId14" Type="http://schemas.openxmlformats.org/officeDocument/2006/relationships/customXml" Target="../ink/ink515.xml"/><Relationship Id="rId30" Type="http://schemas.openxmlformats.org/officeDocument/2006/relationships/customXml" Target="../ink/ink523.xml"/><Relationship Id="rId35" Type="http://schemas.openxmlformats.org/officeDocument/2006/relationships/image" Target="../media/image525.png"/><Relationship Id="rId56" Type="http://schemas.openxmlformats.org/officeDocument/2006/relationships/customXml" Target="../ink/ink536.xml"/><Relationship Id="rId77" Type="http://schemas.openxmlformats.org/officeDocument/2006/relationships/image" Target="../media/image546.png"/><Relationship Id="rId100" Type="http://schemas.openxmlformats.org/officeDocument/2006/relationships/customXml" Target="../ink/ink558.xml"/><Relationship Id="rId105" Type="http://schemas.openxmlformats.org/officeDocument/2006/relationships/image" Target="../media/image560.png"/><Relationship Id="rId8" Type="http://schemas.openxmlformats.org/officeDocument/2006/relationships/customXml" Target="../ink/ink512.xml"/><Relationship Id="rId51" Type="http://schemas.openxmlformats.org/officeDocument/2006/relationships/image" Target="../media/image533.png"/><Relationship Id="rId72" Type="http://schemas.openxmlformats.org/officeDocument/2006/relationships/customXml" Target="../ink/ink544.xml"/><Relationship Id="rId93" Type="http://schemas.openxmlformats.org/officeDocument/2006/relationships/image" Target="../media/image554.png"/><Relationship Id="rId98" Type="http://schemas.openxmlformats.org/officeDocument/2006/relationships/customXml" Target="../ink/ink557.xml"/><Relationship Id="rId121" Type="http://schemas.openxmlformats.org/officeDocument/2006/relationships/image" Target="../media/image568.png"/><Relationship Id="rId3" Type="http://schemas.openxmlformats.org/officeDocument/2006/relationships/image" Target="../media/image509.png"/><Relationship Id="rId25" Type="http://schemas.openxmlformats.org/officeDocument/2006/relationships/image" Target="../media/image520.png"/><Relationship Id="rId46" Type="http://schemas.openxmlformats.org/officeDocument/2006/relationships/customXml" Target="../ink/ink531.xml"/><Relationship Id="rId67" Type="http://schemas.openxmlformats.org/officeDocument/2006/relationships/image" Target="../media/image541.png"/><Relationship Id="rId116" Type="http://schemas.openxmlformats.org/officeDocument/2006/relationships/customXml" Target="../ink/ink566.xml"/><Relationship Id="rId20" Type="http://schemas.openxmlformats.org/officeDocument/2006/relationships/customXml" Target="../ink/ink518.xml"/><Relationship Id="rId41" Type="http://schemas.openxmlformats.org/officeDocument/2006/relationships/image" Target="../media/image528.png"/><Relationship Id="rId62" Type="http://schemas.openxmlformats.org/officeDocument/2006/relationships/customXml" Target="../ink/ink539.xml"/><Relationship Id="rId83" Type="http://schemas.openxmlformats.org/officeDocument/2006/relationships/image" Target="../media/image549.png"/><Relationship Id="rId88" Type="http://schemas.openxmlformats.org/officeDocument/2006/relationships/customXml" Target="../ink/ink552.xml"/><Relationship Id="rId111" Type="http://schemas.openxmlformats.org/officeDocument/2006/relationships/image" Target="../media/image563.png"/><Relationship Id="rId15" Type="http://schemas.openxmlformats.org/officeDocument/2006/relationships/image" Target="../media/image515.png"/><Relationship Id="rId36" Type="http://schemas.openxmlformats.org/officeDocument/2006/relationships/customXml" Target="../ink/ink526.xml"/><Relationship Id="rId57" Type="http://schemas.openxmlformats.org/officeDocument/2006/relationships/image" Target="../media/image536.png"/><Relationship Id="rId106" Type="http://schemas.openxmlformats.org/officeDocument/2006/relationships/customXml" Target="../ink/ink561.xml"/><Relationship Id="rId10" Type="http://schemas.openxmlformats.org/officeDocument/2006/relationships/customXml" Target="../ink/ink513.xml"/><Relationship Id="rId31" Type="http://schemas.openxmlformats.org/officeDocument/2006/relationships/image" Target="../media/image523.png"/><Relationship Id="rId52" Type="http://schemas.openxmlformats.org/officeDocument/2006/relationships/customXml" Target="../ink/ink534.xml"/><Relationship Id="rId73" Type="http://schemas.openxmlformats.org/officeDocument/2006/relationships/image" Target="../media/image544.png"/><Relationship Id="rId78" Type="http://schemas.openxmlformats.org/officeDocument/2006/relationships/customXml" Target="../ink/ink547.xml"/><Relationship Id="rId94" Type="http://schemas.openxmlformats.org/officeDocument/2006/relationships/customXml" Target="../ink/ink555.xml"/><Relationship Id="rId99" Type="http://schemas.openxmlformats.org/officeDocument/2006/relationships/image" Target="../media/image557.png"/><Relationship Id="rId101" Type="http://schemas.openxmlformats.org/officeDocument/2006/relationships/image" Target="../media/image558.png"/><Relationship Id="rId122" Type="http://schemas.openxmlformats.org/officeDocument/2006/relationships/customXml" Target="../ink/ink569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2.xml"/><Relationship Id="rId21" Type="http://schemas.openxmlformats.org/officeDocument/2006/relationships/image" Target="../media/image579.png"/><Relationship Id="rId42" Type="http://schemas.openxmlformats.org/officeDocument/2006/relationships/customXml" Target="../ink/ink590.xml"/><Relationship Id="rId47" Type="http://schemas.openxmlformats.org/officeDocument/2006/relationships/image" Target="../media/image592.png"/><Relationship Id="rId63" Type="http://schemas.openxmlformats.org/officeDocument/2006/relationships/image" Target="../media/image600.png"/><Relationship Id="rId68" Type="http://schemas.openxmlformats.org/officeDocument/2006/relationships/customXml" Target="../ink/ink603.xml"/><Relationship Id="rId16" Type="http://schemas.openxmlformats.org/officeDocument/2006/relationships/customXml" Target="../ink/ink577.xml"/><Relationship Id="rId11" Type="http://schemas.openxmlformats.org/officeDocument/2006/relationships/image" Target="../media/image574.png"/><Relationship Id="rId24" Type="http://schemas.openxmlformats.org/officeDocument/2006/relationships/customXml" Target="../ink/ink581.xml"/><Relationship Id="rId32" Type="http://schemas.openxmlformats.org/officeDocument/2006/relationships/customXml" Target="../ink/ink585.xml"/><Relationship Id="rId37" Type="http://schemas.openxmlformats.org/officeDocument/2006/relationships/image" Target="../media/image587.png"/><Relationship Id="rId40" Type="http://schemas.openxmlformats.org/officeDocument/2006/relationships/customXml" Target="../ink/ink589.xml"/><Relationship Id="rId45" Type="http://schemas.openxmlformats.org/officeDocument/2006/relationships/image" Target="../media/image591.png"/><Relationship Id="rId53" Type="http://schemas.openxmlformats.org/officeDocument/2006/relationships/image" Target="../media/image595.png"/><Relationship Id="rId58" Type="http://schemas.openxmlformats.org/officeDocument/2006/relationships/customXml" Target="../ink/ink598.xml"/><Relationship Id="rId66" Type="http://schemas.openxmlformats.org/officeDocument/2006/relationships/customXml" Target="../ink/ink602.xml"/><Relationship Id="rId74" Type="http://schemas.openxmlformats.org/officeDocument/2006/relationships/customXml" Target="../ink/ink606.xml"/><Relationship Id="rId5" Type="http://schemas.openxmlformats.org/officeDocument/2006/relationships/image" Target="../media/image571.png"/><Relationship Id="rId61" Type="http://schemas.openxmlformats.org/officeDocument/2006/relationships/image" Target="../media/image599.png"/><Relationship Id="rId19" Type="http://schemas.openxmlformats.org/officeDocument/2006/relationships/image" Target="../media/image578.png"/><Relationship Id="rId14" Type="http://schemas.openxmlformats.org/officeDocument/2006/relationships/customXml" Target="../ink/ink576.xml"/><Relationship Id="rId22" Type="http://schemas.openxmlformats.org/officeDocument/2006/relationships/customXml" Target="../ink/ink580.xml"/><Relationship Id="rId27" Type="http://schemas.openxmlformats.org/officeDocument/2006/relationships/image" Target="../media/image582.png"/><Relationship Id="rId30" Type="http://schemas.openxmlformats.org/officeDocument/2006/relationships/customXml" Target="../ink/ink584.xml"/><Relationship Id="rId35" Type="http://schemas.openxmlformats.org/officeDocument/2006/relationships/image" Target="../media/image586.png"/><Relationship Id="rId43" Type="http://schemas.openxmlformats.org/officeDocument/2006/relationships/image" Target="../media/image590.png"/><Relationship Id="rId48" Type="http://schemas.openxmlformats.org/officeDocument/2006/relationships/customXml" Target="../ink/ink593.xml"/><Relationship Id="rId56" Type="http://schemas.openxmlformats.org/officeDocument/2006/relationships/customXml" Target="../ink/ink597.xml"/><Relationship Id="rId64" Type="http://schemas.openxmlformats.org/officeDocument/2006/relationships/customXml" Target="../ink/ink601.xml"/><Relationship Id="rId69" Type="http://schemas.openxmlformats.org/officeDocument/2006/relationships/image" Target="../media/image603.png"/><Relationship Id="rId77" Type="http://schemas.openxmlformats.org/officeDocument/2006/relationships/image" Target="../media/image607.png"/><Relationship Id="rId8" Type="http://schemas.openxmlformats.org/officeDocument/2006/relationships/customXml" Target="../ink/ink573.xml"/><Relationship Id="rId51" Type="http://schemas.openxmlformats.org/officeDocument/2006/relationships/image" Target="../media/image594.png"/><Relationship Id="rId72" Type="http://schemas.openxmlformats.org/officeDocument/2006/relationships/customXml" Target="../ink/ink605.xml"/><Relationship Id="rId3" Type="http://schemas.openxmlformats.org/officeDocument/2006/relationships/image" Target="../media/image570.png"/><Relationship Id="rId12" Type="http://schemas.openxmlformats.org/officeDocument/2006/relationships/customXml" Target="../ink/ink575.xml"/><Relationship Id="rId17" Type="http://schemas.openxmlformats.org/officeDocument/2006/relationships/image" Target="../media/image577.png"/><Relationship Id="rId25" Type="http://schemas.openxmlformats.org/officeDocument/2006/relationships/image" Target="../media/image581.png"/><Relationship Id="rId33" Type="http://schemas.openxmlformats.org/officeDocument/2006/relationships/image" Target="../media/image585.png"/><Relationship Id="rId38" Type="http://schemas.openxmlformats.org/officeDocument/2006/relationships/customXml" Target="../ink/ink588.xml"/><Relationship Id="rId46" Type="http://schemas.openxmlformats.org/officeDocument/2006/relationships/customXml" Target="../ink/ink592.xml"/><Relationship Id="rId59" Type="http://schemas.openxmlformats.org/officeDocument/2006/relationships/image" Target="../media/image598.png"/><Relationship Id="rId67" Type="http://schemas.openxmlformats.org/officeDocument/2006/relationships/image" Target="../media/image602.png"/><Relationship Id="rId20" Type="http://schemas.openxmlformats.org/officeDocument/2006/relationships/customXml" Target="../ink/ink579.xml"/><Relationship Id="rId41" Type="http://schemas.openxmlformats.org/officeDocument/2006/relationships/image" Target="../media/image589.png"/><Relationship Id="rId54" Type="http://schemas.openxmlformats.org/officeDocument/2006/relationships/customXml" Target="../ink/ink596.xml"/><Relationship Id="rId62" Type="http://schemas.openxmlformats.org/officeDocument/2006/relationships/customXml" Target="../ink/ink600.xml"/><Relationship Id="rId70" Type="http://schemas.openxmlformats.org/officeDocument/2006/relationships/customXml" Target="../ink/ink604.xml"/><Relationship Id="rId75" Type="http://schemas.openxmlformats.org/officeDocument/2006/relationships/image" Target="../media/image60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2.xml"/><Relationship Id="rId15" Type="http://schemas.openxmlformats.org/officeDocument/2006/relationships/image" Target="../media/image576.png"/><Relationship Id="rId23" Type="http://schemas.openxmlformats.org/officeDocument/2006/relationships/image" Target="../media/image580.png"/><Relationship Id="rId28" Type="http://schemas.openxmlformats.org/officeDocument/2006/relationships/customXml" Target="../ink/ink583.xml"/><Relationship Id="rId36" Type="http://schemas.openxmlformats.org/officeDocument/2006/relationships/customXml" Target="../ink/ink587.xml"/><Relationship Id="rId49" Type="http://schemas.openxmlformats.org/officeDocument/2006/relationships/image" Target="../media/image593.png"/><Relationship Id="rId57" Type="http://schemas.openxmlformats.org/officeDocument/2006/relationships/image" Target="../media/image597.png"/><Relationship Id="rId10" Type="http://schemas.openxmlformats.org/officeDocument/2006/relationships/customXml" Target="../ink/ink574.xml"/><Relationship Id="rId31" Type="http://schemas.openxmlformats.org/officeDocument/2006/relationships/image" Target="../media/image584.png"/><Relationship Id="rId44" Type="http://schemas.openxmlformats.org/officeDocument/2006/relationships/customXml" Target="../ink/ink591.xml"/><Relationship Id="rId52" Type="http://schemas.openxmlformats.org/officeDocument/2006/relationships/customXml" Target="../ink/ink595.xml"/><Relationship Id="rId60" Type="http://schemas.openxmlformats.org/officeDocument/2006/relationships/customXml" Target="../ink/ink599.xml"/><Relationship Id="rId65" Type="http://schemas.openxmlformats.org/officeDocument/2006/relationships/image" Target="../media/image601.png"/><Relationship Id="rId73" Type="http://schemas.openxmlformats.org/officeDocument/2006/relationships/image" Target="../media/image605.png"/><Relationship Id="rId4" Type="http://schemas.openxmlformats.org/officeDocument/2006/relationships/customXml" Target="../ink/ink571.xml"/><Relationship Id="rId9" Type="http://schemas.openxmlformats.org/officeDocument/2006/relationships/image" Target="../media/image573.png"/><Relationship Id="rId13" Type="http://schemas.openxmlformats.org/officeDocument/2006/relationships/image" Target="../media/image575.png"/><Relationship Id="rId18" Type="http://schemas.openxmlformats.org/officeDocument/2006/relationships/customXml" Target="../ink/ink578.xml"/><Relationship Id="rId39" Type="http://schemas.openxmlformats.org/officeDocument/2006/relationships/image" Target="../media/image588.png"/><Relationship Id="rId34" Type="http://schemas.openxmlformats.org/officeDocument/2006/relationships/customXml" Target="../ink/ink586.xml"/><Relationship Id="rId50" Type="http://schemas.openxmlformats.org/officeDocument/2006/relationships/customXml" Target="../ink/ink594.xml"/><Relationship Id="rId55" Type="http://schemas.openxmlformats.org/officeDocument/2006/relationships/image" Target="../media/image596.png"/><Relationship Id="rId76" Type="http://schemas.openxmlformats.org/officeDocument/2006/relationships/customXml" Target="../ink/ink607.xml"/><Relationship Id="rId7" Type="http://schemas.openxmlformats.org/officeDocument/2006/relationships/image" Target="../media/image572.png"/><Relationship Id="rId71" Type="http://schemas.openxmlformats.org/officeDocument/2006/relationships/image" Target="../media/image604.png"/><Relationship Id="rId2" Type="http://schemas.openxmlformats.org/officeDocument/2006/relationships/customXml" Target="../ink/ink570.xml"/><Relationship Id="rId29" Type="http://schemas.openxmlformats.org/officeDocument/2006/relationships/image" Target="../media/image583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0.xml"/><Relationship Id="rId21" Type="http://schemas.openxmlformats.org/officeDocument/2006/relationships/image" Target="../media/image617.png"/><Relationship Id="rId42" Type="http://schemas.openxmlformats.org/officeDocument/2006/relationships/customXml" Target="../ink/ink628.xml"/><Relationship Id="rId47" Type="http://schemas.openxmlformats.org/officeDocument/2006/relationships/image" Target="../media/image630.png"/><Relationship Id="rId63" Type="http://schemas.openxmlformats.org/officeDocument/2006/relationships/image" Target="../media/image638.png"/><Relationship Id="rId68" Type="http://schemas.openxmlformats.org/officeDocument/2006/relationships/customXml" Target="../ink/ink641.xml"/><Relationship Id="rId16" Type="http://schemas.openxmlformats.org/officeDocument/2006/relationships/customXml" Target="../ink/ink615.xml"/><Relationship Id="rId11" Type="http://schemas.openxmlformats.org/officeDocument/2006/relationships/image" Target="../media/image612.png"/><Relationship Id="rId32" Type="http://schemas.openxmlformats.org/officeDocument/2006/relationships/customXml" Target="../ink/ink623.xml"/><Relationship Id="rId37" Type="http://schemas.openxmlformats.org/officeDocument/2006/relationships/image" Target="../media/image625.png"/><Relationship Id="rId53" Type="http://schemas.openxmlformats.org/officeDocument/2006/relationships/image" Target="../media/image633.png"/><Relationship Id="rId58" Type="http://schemas.openxmlformats.org/officeDocument/2006/relationships/customXml" Target="../ink/ink636.xml"/><Relationship Id="rId74" Type="http://schemas.openxmlformats.org/officeDocument/2006/relationships/customXml" Target="../ink/ink644.xml"/><Relationship Id="rId79" Type="http://schemas.openxmlformats.org/officeDocument/2006/relationships/image" Target="../media/image646.png"/><Relationship Id="rId5" Type="http://schemas.openxmlformats.org/officeDocument/2006/relationships/image" Target="../media/image609.png"/><Relationship Id="rId61" Type="http://schemas.openxmlformats.org/officeDocument/2006/relationships/image" Target="../media/image637.png"/><Relationship Id="rId19" Type="http://schemas.openxmlformats.org/officeDocument/2006/relationships/image" Target="../media/image616.png"/><Relationship Id="rId14" Type="http://schemas.openxmlformats.org/officeDocument/2006/relationships/customXml" Target="../ink/ink614.xml"/><Relationship Id="rId22" Type="http://schemas.openxmlformats.org/officeDocument/2006/relationships/customXml" Target="../ink/ink618.xml"/><Relationship Id="rId27" Type="http://schemas.openxmlformats.org/officeDocument/2006/relationships/image" Target="../media/image620.png"/><Relationship Id="rId30" Type="http://schemas.openxmlformats.org/officeDocument/2006/relationships/customXml" Target="../ink/ink622.xml"/><Relationship Id="rId35" Type="http://schemas.openxmlformats.org/officeDocument/2006/relationships/image" Target="../media/image624.png"/><Relationship Id="rId43" Type="http://schemas.openxmlformats.org/officeDocument/2006/relationships/image" Target="../media/image628.png"/><Relationship Id="rId48" Type="http://schemas.openxmlformats.org/officeDocument/2006/relationships/customXml" Target="../ink/ink631.xml"/><Relationship Id="rId56" Type="http://schemas.openxmlformats.org/officeDocument/2006/relationships/customXml" Target="../ink/ink635.xml"/><Relationship Id="rId64" Type="http://schemas.openxmlformats.org/officeDocument/2006/relationships/customXml" Target="../ink/ink639.xml"/><Relationship Id="rId69" Type="http://schemas.openxmlformats.org/officeDocument/2006/relationships/image" Target="../media/image641.png"/><Relationship Id="rId77" Type="http://schemas.openxmlformats.org/officeDocument/2006/relationships/image" Target="../media/image645.png"/><Relationship Id="rId8" Type="http://schemas.openxmlformats.org/officeDocument/2006/relationships/customXml" Target="../ink/ink611.xml"/><Relationship Id="rId51" Type="http://schemas.openxmlformats.org/officeDocument/2006/relationships/image" Target="../media/image632.png"/><Relationship Id="rId72" Type="http://schemas.openxmlformats.org/officeDocument/2006/relationships/customXml" Target="../ink/ink643.xml"/><Relationship Id="rId80" Type="http://schemas.openxmlformats.org/officeDocument/2006/relationships/customXml" Target="../ink/ink647.xml"/><Relationship Id="rId3" Type="http://schemas.openxmlformats.org/officeDocument/2006/relationships/image" Target="../media/image608.png"/><Relationship Id="rId12" Type="http://schemas.openxmlformats.org/officeDocument/2006/relationships/customXml" Target="../ink/ink613.xml"/><Relationship Id="rId17" Type="http://schemas.openxmlformats.org/officeDocument/2006/relationships/image" Target="../media/image615.png"/><Relationship Id="rId25" Type="http://schemas.openxmlformats.org/officeDocument/2006/relationships/image" Target="../media/image619.png"/><Relationship Id="rId33" Type="http://schemas.openxmlformats.org/officeDocument/2006/relationships/image" Target="../media/image623.png"/><Relationship Id="rId38" Type="http://schemas.openxmlformats.org/officeDocument/2006/relationships/customXml" Target="../ink/ink626.xml"/><Relationship Id="rId46" Type="http://schemas.openxmlformats.org/officeDocument/2006/relationships/customXml" Target="../ink/ink630.xml"/><Relationship Id="rId59" Type="http://schemas.openxmlformats.org/officeDocument/2006/relationships/image" Target="../media/image636.png"/><Relationship Id="rId67" Type="http://schemas.openxmlformats.org/officeDocument/2006/relationships/image" Target="../media/image640.png"/><Relationship Id="rId20" Type="http://schemas.openxmlformats.org/officeDocument/2006/relationships/customXml" Target="../ink/ink617.xml"/><Relationship Id="rId41" Type="http://schemas.openxmlformats.org/officeDocument/2006/relationships/image" Target="../media/image627.png"/><Relationship Id="rId54" Type="http://schemas.openxmlformats.org/officeDocument/2006/relationships/customXml" Target="../ink/ink634.xml"/><Relationship Id="rId62" Type="http://schemas.openxmlformats.org/officeDocument/2006/relationships/customXml" Target="../ink/ink638.xml"/><Relationship Id="rId70" Type="http://schemas.openxmlformats.org/officeDocument/2006/relationships/customXml" Target="../ink/ink642.xml"/><Relationship Id="rId75" Type="http://schemas.openxmlformats.org/officeDocument/2006/relationships/image" Target="../media/image6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0.xml"/><Relationship Id="rId15" Type="http://schemas.openxmlformats.org/officeDocument/2006/relationships/image" Target="../media/image614.png"/><Relationship Id="rId23" Type="http://schemas.openxmlformats.org/officeDocument/2006/relationships/image" Target="../media/image618.png"/><Relationship Id="rId28" Type="http://schemas.openxmlformats.org/officeDocument/2006/relationships/customXml" Target="../ink/ink621.xml"/><Relationship Id="rId36" Type="http://schemas.openxmlformats.org/officeDocument/2006/relationships/customXml" Target="../ink/ink625.xml"/><Relationship Id="rId49" Type="http://schemas.openxmlformats.org/officeDocument/2006/relationships/image" Target="../media/image631.png"/><Relationship Id="rId57" Type="http://schemas.openxmlformats.org/officeDocument/2006/relationships/image" Target="../media/image635.png"/><Relationship Id="rId10" Type="http://schemas.openxmlformats.org/officeDocument/2006/relationships/customXml" Target="../ink/ink612.xml"/><Relationship Id="rId31" Type="http://schemas.openxmlformats.org/officeDocument/2006/relationships/image" Target="../media/image622.png"/><Relationship Id="rId44" Type="http://schemas.openxmlformats.org/officeDocument/2006/relationships/customXml" Target="../ink/ink629.xml"/><Relationship Id="rId52" Type="http://schemas.openxmlformats.org/officeDocument/2006/relationships/customXml" Target="../ink/ink633.xml"/><Relationship Id="rId60" Type="http://schemas.openxmlformats.org/officeDocument/2006/relationships/customXml" Target="../ink/ink637.xml"/><Relationship Id="rId65" Type="http://schemas.openxmlformats.org/officeDocument/2006/relationships/image" Target="../media/image639.png"/><Relationship Id="rId73" Type="http://schemas.openxmlformats.org/officeDocument/2006/relationships/image" Target="../media/image643.png"/><Relationship Id="rId78" Type="http://schemas.openxmlformats.org/officeDocument/2006/relationships/customXml" Target="../ink/ink646.xml"/><Relationship Id="rId81" Type="http://schemas.openxmlformats.org/officeDocument/2006/relationships/image" Target="../media/image647.png"/><Relationship Id="rId4" Type="http://schemas.openxmlformats.org/officeDocument/2006/relationships/customXml" Target="../ink/ink609.xml"/><Relationship Id="rId9" Type="http://schemas.openxmlformats.org/officeDocument/2006/relationships/image" Target="../media/image611.png"/><Relationship Id="rId13" Type="http://schemas.openxmlformats.org/officeDocument/2006/relationships/image" Target="../media/image613.png"/><Relationship Id="rId18" Type="http://schemas.openxmlformats.org/officeDocument/2006/relationships/customXml" Target="../ink/ink616.xml"/><Relationship Id="rId39" Type="http://schemas.openxmlformats.org/officeDocument/2006/relationships/image" Target="../media/image626.png"/><Relationship Id="rId34" Type="http://schemas.openxmlformats.org/officeDocument/2006/relationships/customXml" Target="../ink/ink624.xml"/><Relationship Id="rId50" Type="http://schemas.openxmlformats.org/officeDocument/2006/relationships/customXml" Target="../ink/ink632.xml"/><Relationship Id="rId55" Type="http://schemas.openxmlformats.org/officeDocument/2006/relationships/image" Target="../media/image634.png"/><Relationship Id="rId76" Type="http://schemas.openxmlformats.org/officeDocument/2006/relationships/customXml" Target="../ink/ink645.xml"/><Relationship Id="rId7" Type="http://schemas.openxmlformats.org/officeDocument/2006/relationships/image" Target="../media/image610.png"/><Relationship Id="rId71" Type="http://schemas.openxmlformats.org/officeDocument/2006/relationships/image" Target="../media/image642.png"/><Relationship Id="rId2" Type="http://schemas.openxmlformats.org/officeDocument/2006/relationships/customXml" Target="../ink/ink608.xml"/><Relationship Id="rId29" Type="http://schemas.openxmlformats.org/officeDocument/2006/relationships/image" Target="../media/image621.png"/><Relationship Id="rId24" Type="http://schemas.openxmlformats.org/officeDocument/2006/relationships/customXml" Target="../ink/ink619.xml"/><Relationship Id="rId40" Type="http://schemas.openxmlformats.org/officeDocument/2006/relationships/customXml" Target="../ink/ink627.xml"/><Relationship Id="rId45" Type="http://schemas.openxmlformats.org/officeDocument/2006/relationships/image" Target="../media/image629.png"/><Relationship Id="rId66" Type="http://schemas.openxmlformats.org/officeDocument/2006/relationships/customXml" Target="../ink/ink640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5.png"/><Relationship Id="rId21" Type="http://schemas.openxmlformats.org/officeDocument/2006/relationships/image" Target="../media/image657.png"/><Relationship Id="rId42" Type="http://schemas.openxmlformats.org/officeDocument/2006/relationships/customXml" Target="../ink/ink668.xml"/><Relationship Id="rId63" Type="http://schemas.openxmlformats.org/officeDocument/2006/relationships/image" Target="../media/image678.png"/><Relationship Id="rId84" Type="http://schemas.openxmlformats.org/officeDocument/2006/relationships/customXml" Target="../ink/ink689.xml"/><Relationship Id="rId138" Type="http://schemas.openxmlformats.org/officeDocument/2006/relationships/customXml" Target="../ink/ink716.xml"/><Relationship Id="rId107" Type="http://schemas.openxmlformats.org/officeDocument/2006/relationships/image" Target="../media/image700.png"/><Relationship Id="rId11" Type="http://schemas.openxmlformats.org/officeDocument/2006/relationships/image" Target="../media/image652.png"/><Relationship Id="rId32" Type="http://schemas.openxmlformats.org/officeDocument/2006/relationships/customXml" Target="../ink/ink663.xml"/><Relationship Id="rId53" Type="http://schemas.openxmlformats.org/officeDocument/2006/relationships/image" Target="../media/image673.png"/><Relationship Id="rId74" Type="http://schemas.openxmlformats.org/officeDocument/2006/relationships/customXml" Target="../ink/ink684.xml"/><Relationship Id="rId128" Type="http://schemas.openxmlformats.org/officeDocument/2006/relationships/customXml" Target="../ink/ink711.xml"/><Relationship Id="rId149" Type="http://schemas.openxmlformats.org/officeDocument/2006/relationships/image" Target="../media/image721.png"/><Relationship Id="rId5" Type="http://schemas.openxmlformats.org/officeDocument/2006/relationships/image" Target="../media/image649.png"/><Relationship Id="rId95" Type="http://schemas.openxmlformats.org/officeDocument/2006/relationships/image" Target="../media/image694.png"/><Relationship Id="rId22" Type="http://schemas.openxmlformats.org/officeDocument/2006/relationships/customXml" Target="../ink/ink658.xml"/><Relationship Id="rId27" Type="http://schemas.openxmlformats.org/officeDocument/2006/relationships/image" Target="../media/image660.png"/><Relationship Id="rId43" Type="http://schemas.openxmlformats.org/officeDocument/2006/relationships/image" Target="../media/image668.png"/><Relationship Id="rId48" Type="http://schemas.openxmlformats.org/officeDocument/2006/relationships/customXml" Target="../ink/ink671.xml"/><Relationship Id="rId64" Type="http://schemas.openxmlformats.org/officeDocument/2006/relationships/customXml" Target="../ink/ink679.xml"/><Relationship Id="rId69" Type="http://schemas.openxmlformats.org/officeDocument/2006/relationships/image" Target="../media/image681.png"/><Relationship Id="rId113" Type="http://schemas.openxmlformats.org/officeDocument/2006/relationships/image" Target="../media/image703.png"/><Relationship Id="rId118" Type="http://schemas.openxmlformats.org/officeDocument/2006/relationships/customXml" Target="../ink/ink706.xml"/><Relationship Id="rId134" Type="http://schemas.openxmlformats.org/officeDocument/2006/relationships/customXml" Target="../ink/ink714.xml"/><Relationship Id="rId139" Type="http://schemas.openxmlformats.org/officeDocument/2006/relationships/image" Target="../media/image716.png"/><Relationship Id="rId80" Type="http://schemas.openxmlformats.org/officeDocument/2006/relationships/customXml" Target="../ink/ink687.xml"/><Relationship Id="rId85" Type="http://schemas.openxmlformats.org/officeDocument/2006/relationships/image" Target="../media/image689.png"/><Relationship Id="rId150" Type="http://schemas.openxmlformats.org/officeDocument/2006/relationships/customXml" Target="../ink/ink722.xml"/><Relationship Id="rId12" Type="http://schemas.openxmlformats.org/officeDocument/2006/relationships/customXml" Target="../ink/ink653.xml"/><Relationship Id="rId17" Type="http://schemas.openxmlformats.org/officeDocument/2006/relationships/image" Target="../media/image655.png"/><Relationship Id="rId33" Type="http://schemas.openxmlformats.org/officeDocument/2006/relationships/image" Target="../media/image663.png"/><Relationship Id="rId38" Type="http://schemas.openxmlformats.org/officeDocument/2006/relationships/customXml" Target="../ink/ink666.xml"/><Relationship Id="rId59" Type="http://schemas.openxmlformats.org/officeDocument/2006/relationships/image" Target="../media/image676.png"/><Relationship Id="rId103" Type="http://schemas.openxmlformats.org/officeDocument/2006/relationships/image" Target="../media/image698.png"/><Relationship Id="rId108" Type="http://schemas.openxmlformats.org/officeDocument/2006/relationships/customXml" Target="../ink/ink701.xml"/><Relationship Id="rId124" Type="http://schemas.openxmlformats.org/officeDocument/2006/relationships/customXml" Target="../ink/ink709.xml"/><Relationship Id="rId129" Type="http://schemas.openxmlformats.org/officeDocument/2006/relationships/image" Target="../media/image711.png"/><Relationship Id="rId54" Type="http://schemas.openxmlformats.org/officeDocument/2006/relationships/customXml" Target="../ink/ink674.xml"/><Relationship Id="rId70" Type="http://schemas.openxmlformats.org/officeDocument/2006/relationships/customXml" Target="../ink/ink682.xml"/><Relationship Id="rId75" Type="http://schemas.openxmlformats.org/officeDocument/2006/relationships/image" Target="../media/image684.png"/><Relationship Id="rId91" Type="http://schemas.openxmlformats.org/officeDocument/2006/relationships/image" Target="../media/image692.png"/><Relationship Id="rId96" Type="http://schemas.openxmlformats.org/officeDocument/2006/relationships/customXml" Target="../ink/ink695.xml"/><Relationship Id="rId140" Type="http://schemas.openxmlformats.org/officeDocument/2006/relationships/customXml" Target="../ink/ink717.xml"/><Relationship Id="rId145" Type="http://schemas.openxmlformats.org/officeDocument/2006/relationships/image" Target="../media/image71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0.xml"/><Relationship Id="rId23" Type="http://schemas.openxmlformats.org/officeDocument/2006/relationships/image" Target="../media/image658.png"/><Relationship Id="rId28" Type="http://schemas.openxmlformats.org/officeDocument/2006/relationships/customXml" Target="../ink/ink661.xml"/><Relationship Id="rId49" Type="http://schemas.openxmlformats.org/officeDocument/2006/relationships/image" Target="../media/image671.png"/><Relationship Id="rId114" Type="http://schemas.openxmlformats.org/officeDocument/2006/relationships/customXml" Target="../ink/ink704.xml"/><Relationship Id="rId119" Type="http://schemas.openxmlformats.org/officeDocument/2006/relationships/image" Target="../media/image706.png"/><Relationship Id="rId44" Type="http://schemas.openxmlformats.org/officeDocument/2006/relationships/customXml" Target="../ink/ink669.xml"/><Relationship Id="rId60" Type="http://schemas.openxmlformats.org/officeDocument/2006/relationships/customXml" Target="../ink/ink677.xml"/><Relationship Id="rId65" Type="http://schemas.openxmlformats.org/officeDocument/2006/relationships/image" Target="../media/image679.png"/><Relationship Id="rId81" Type="http://schemas.openxmlformats.org/officeDocument/2006/relationships/image" Target="../media/image687.png"/><Relationship Id="rId86" Type="http://schemas.openxmlformats.org/officeDocument/2006/relationships/customXml" Target="../ink/ink690.xml"/><Relationship Id="rId130" Type="http://schemas.openxmlformats.org/officeDocument/2006/relationships/customXml" Target="../ink/ink712.xml"/><Relationship Id="rId135" Type="http://schemas.openxmlformats.org/officeDocument/2006/relationships/image" Target="../media/image714.png"/><Relationship Id="rId151" Type="http://schemas.openxmlformats.org/officeDocument/2006/relationships/image" Target="../media/image722.png"/><Relationship Id="rId13" Type="http://schemas.openxmlformats.org/officeDocument/2006/relationships/image" Target="../media/image653.png"/><Relationship Id="rId18" Type="http://schemas.openxmlformats.org/officeDocument/2006/relationships/customXml" Target="../ink/ink656.xml"/><Relationship Id="rId39" Type="http://schemas.openxmlformats.org/officeDocument/2006/relationships/image" Target="../media/image666.png"/><Relationship Id="rId109" Type="http://schemas.openxmlformats.org/officeDocument/2006/relationships/image" Target="../media/image701.png"/><Relationship Id="rId34" Type="http://schemas.openxmlformats.org/officeDocument/2006/relationships/customXml" Target="../ink/ink664.xml"/><Relationship Id="rId50" Type="http://schemas.openxmlformats.org/officeDocument/2006/relationships/customXml" Target="../ink/ink672.xml"/><Relationship Id="rId55" Type="http://schemas.openxmlformats.org/officeDocument/2006/relationships/image" Target="../media/image674.png"/><Relationship Id="rId76" Type="http://schemas.openxmlformats.org/officeDocument/2006/relationships/customXml" Target="../ink/ink685.xml"/><Relationship Id="rId97" Type="http://schemas.openxmlformats.org/officeDocument/2006/relationships/image" Target="../media/image695.png"/><Relationship Id="rId104" Type="http://schemas.openxmlformats.org/officeDocument/2006/relationships/customXml" Target="../ink/ink699.xml"/><Relationship Id="rId120" Type="http://schemas.openxmlformats.org/officeDocument/2006/relationships/customXml" Target="../ink/ink707.xml"/><Relationship Id="rId125" Type="http://schemas.openxmlformats.org/officeDocument/2006/relationships/image" Target="../media/image709.png"/><Relationship Id="rId141" Type="http://schemas.openxmlformats.org/officeDocument/2006/relationships/image" Target="../media/image717.png"/><Relationship Id="rId146" Type="http://schemas.openxmlformats.org/officeDocument/2006/relationships/customXml" Target="../ink/ink720.xml"/><Relationship Id="rId7" Type="http://schemas.openxmlformats.org/officeDocument/2006/relationships/image" Target="../media/image650.png"/><Relationship Id="rId71" Type="http://schemas.openxmlformats.org/officeDocument/2006/relationships/image" Target="../media/image682.png"/><Relationship Id="rId92" Type="http://schemas.openxmlformats.org/officeDocument/2006/relationships/customXml" Target="../ink/ink693.xml"/><Relationship Id="rId2" Type="http://schemas.openxmlformats.org/officeDocument/2006/relationships/customXml" Target="../ink/ink648.xml"/><Relationship Id="rId29" Type="http://schemas.openxmlformats.org/officeDocument/2006/relationships/image" Target="../media/image661.png"/><Relationship Id="rId24" Type="http://schemas.openxmlformats.org/officeDocument/2006/relationships/customXml" Target="../ink/ink659.xml"/><Relationship Id="rId40" Type="http://schemas.openxmlformats.org/officeDocument/2006/relationships/customXml" Target="../ink/ink667.xml"/><Relationship Id="rId45" Type="http://schemas.openxmlformats.org/officeDocument/2006/relationships/image" Target="../media/image669.png"/><Relationship Id="rId66" Type="http://schemas.openxmlformats.org/officeDocument/2006/relationships/customXml" Target="../ink/ink680.xml"/><Relationship Id="rId87" Type="http://schemas.openxmlformats.org/officeDocument/2006/relationships/image" Target="../media/image690.png"/><Relationship Id="rId110" Type="http://schemas.openxmlformats.org/officeDocument/2006/relationships/customXml" Target="../ink/ink702.xml"/><Relationship Id="rId115" Type="http://schemas.openxmlformats.org/officeDocument/2006/relationships/image" Target="../media/image704.png"/><Relationship Id="rId131" Type="http://schemas.openxmlformats.org/officeDocument/2006/relationships/image" Target="../media/image712.png"/><Relationship Id="rId136" Type="http://schemas.openxmlformats.org/officeDocument/2006/relationships/customXml" Target="../ink/ink715.xml"/><Relationship Id="rId61" Type="http://schemas.openxmlformats.org/officeDocument/2006/relationships/image" Target="../media/image677.png"/><Relationship Id="rId82" Type="http://schemas.openxmlformats.org/officeDocument/2006/relationships/customXml" Target="../ink/ink688.xml"/><Relationship Id="rId152" Type="http://schemas.openxmlformats.org/officeDocument/2006/relationships/customXml" Target="../ink/ink723.xml"/><Relationship Id="rId19" Type="http://schemas.openxmlformats.org/officeDocument/2006/relationships/image" Target="../media/image656.png"/><Relationship Id="rId14" Type="http://schemas.openxmlformats.org/officeDocument/2006/relationships/customXml" Target="../ink/ink654.xml"/><Relationship Id="rId30" Type="http://schemas.openxmlformats.org/officeDocument/2006/relationships/customXml" Target="../ink/ink662.xml"/><Relationship Id="rId35" Type="http://schemas.openxmlformats.org/officeDocument/2006/relationships/image" Target="../media/image664.png"/><Relationship Id="rId56" Type="http://schemas.openxmlformats.org/officeDocument/2006/relationships/customXml" Target="../ink/ink675.xml"/><Relationship Id="rId77" Type="http://schemas.openxmlformats.org/officeDocument/2006/relationships/image" Target="../media/image685.png"/><Relationship Id="rId100" Type="http://schemas.openxmlformats.org/officeDocument/2006/relationships/customXml" Target="../ink/ink697.xml"/><Relationship Id="rId105" Type="http://schemas.openxmlformats.org/officeDocument/2006/relationships/image" Target="../media/image699.png"/><Relationship Id="rId126" Type="http://schemas.openxmlformats.org/officeDocument/2006/relationships/customXml" Target="../ink/ink710.xml"/><Relationship Id="rId147" Type="http://schemas.openxmlformats.org/officeDocument/2006/relationships/image" Target="../media/image720.png"/><Relationship Id="rId8" Type="http://schemas.openxmlformats.org/officeDocument/2006/relationships/customXml" Target="../ink/ink651.xml"/><Relationship Id="rId51" Type="http://schemas.openxmlformats.org/officeDocument/2006/relationships/image" Target="../media/image672.png"/><Relationship Id="rId72" Type="http://schemas.openxmlformats.org/officeDocument/2006/relationships/customXml" Target="../ink/ink683.xml"/><Relationship Id="rId93" Type="http://schemas.openxmlformats.org/officeDocument/2006/relationships/image" Target="../media/image693.png"/><Relationship Id="rId98" Type="http://schemas.openxmlformats.org/officeDocument/2006/relationships/customXml" Target="../ink/ink696.xml"/><Relationship Id="rId121" Type="http://schemas.openxmlformats.org/officeDocument/2006/relationships/image" Target="../media/image707.png"/><Relationship Id="rId142" Type="http://schemas.openxmlformats.org/officeDocument/2006/relationships/customXml" Target="../ink/ink718.xml"/><Relationship Id="rId3" Type="http://schemas.openxmlformats.org/officeDocument/2006/relationships/image" Target="../media/image648.png"/><Relationship Id="rId25" Type="http://schemas.openxmlformats.org/officeDocument/2006/relationships/image" Target="../media/image659.png"/><Relationship Id="rId46" Type="http://schemas.openxmlformats.org/officeDocument/2006/relationships/customXml" Target="../ink/ink670.xml"/><Relationship Id="rId67" Type="http://schemas.openxmlformats.org/officeDocument/2006/relationships/image" Target="../media/image680.png"/><Relationship Id="rId116" Type="http://schemas.openxmlformats.org/officeDocument/2006/relationships/customXml" Target="../ink/ink705.xml"/><Relationship Id="rId137" Type="http://schemas.openxmlformats.org/officeDocument/2006/relationships/image" Target="../media/image715.png"/><Relationship Id="rId20" Type="http://schemas.openxmlformats.org/officeDocument/2006/relationships/customXml" Target="../ink/ink657.xml"/><Relationship Id="rId41" Type="http://schemas.openxmlformats.org/officeDocument/2006/relationships/image" Target="../media/image667.png"/><Relationship Id="rId62" Type="http://schemas.openxmlformats.org/officeDocument/2006/relationships/customXml" Target="../ink/ink678.xml"/><Relationship Id="rId83" Type="http://schemas.openxmlformats.org/officeDocument/2006/relationships/image" Target="../media/image688.png"/><Relationship Id="rId88" Type="http://schemas.openxmlformats.org/officeDocument/2006/relationships/customXml" Target="../ink/ink691.xml"/><Relationship Id="rId111" Type="http://schemas.openxmlformats.org/officeDocument/2006/relationships/image" Target="../media/image702.png"/><Relationship Id="rId132" Type="http://schemas.openxmlformats.org/officeDocument/2006/relationships/customXml" Target="../ink/ink713.xml"/><Relationship Id="rId153" Type="http://schemas.openxmlformats.org/officeDocument/2006/relationships/image" Target="../media/image723.png"/><Relationship Id="rId15" Type="http://schemas.openxmlformats.org/officeDocument/2006/relationships/image" Target="../media/image654.png"/><Relationship Id="rId36" Type="http://schemas.openxmlformats.org/officeDocument/2006/relationships/customXml" Target="../ink/ink665.xml"/><Relationship Id="rId57" Type="http://schemas.openxmlformats.org/officeDocument/2006/relationships/image" Target="../media/image675.png"/><Relationship Id="rId106" Type="http://schemas.openxmlformats.org/officeDocument/2006/relationships/customXml" Target="../ink/ink700.xml"/><Relationship Id="rId127" Type="http://schemas.openxmlformats.org/officeDocument/2006/relationships/image" Target="../media/image710.png"/><Relationship Id="rId10" Type="http://schemas.openxmlformats.org/officeDocument/2006/relationships/customXml" Target="../ink/ink652.xml"/><Relationship Id="rId31" Type="http://schemas.openxmlformats.org/officeDocument/2006/relationships/image" Target="../media/image662.png"/><Relationship Id="rId52" Type="http://schemas.openxmlformats.org/officeDocument/2006/relationships/customXml" Target="../ink/ink673.xml"/><Relationship Id="rId73" Type="http://schemas.openxmlformats.org/officeDocument/2006/relationships/image" Target="../media/image683.png"/><Relationship Id="rId78" Type="http://schemas.openxmlformats.org/officeDocument/2006/relationships/customXml" Target="../ink/ink686.xml"/><Relationship Id="rId94" Type="http://schemas.openxmlformats.org/officeDocument/2006/relationships/customXml" Target="../ink/ink694.xml"/><Relationship Id="rId99" Type="http://schemas.openxmlformats.org/officeDocument/2006/relationships/image" Target="../media/image696.png"/><Relationship Id="rId101" Type="http://schemas.openxmlformats.org/officeDocument/2006/relationships/image" Target="../media/image697.png"/><Relationship Id="rId122" Type="http://schemas.openxmlformats.org/officeDocument/2006/relationships/customXml" Target="../ink/ink708.xml"/><Relationship Id="rId143" Type="http://schemas.openxmlformats.org/officeDocument/2006/relationships/image" Target="../media/image718.png"/><Relationship Id="rId148" Type="http://schemas.openxmlformats.org/officeDocument/2006/relationships/customXml" Target="../ink/ink721.xml"/><Relationship Id="rId4" Type="http://schemas.openxmlformats.org/officeDocument/2006/relationships/customXml" Target="../ink/ink649.xml"/><Relationship Id="rId9" Type="http://schemas.openxmlformats.org/officeDocument/2006/relationships/image" Target="../media/image651.png"/><Relationship Id="rId26" Type="http://schemas.openxmlformats.org/officeDocument/2006/relationships/customXml" Target="../ink/ink660.xml"/><Relationship Id="rId47" Type="http://schemas.openxmlformats.org/officeDocument/2006/relationships/image" Target="../media/image670.png"/><Relationship Id="rId68" Type="http://schemas.openxmlformats.org/officeDocument/2006/relationships/customXml" Target="../ink/ink681.xml"/><Relationship Id="rId89" Type="http://schemas.openxmlformats.org/officeDocument/2006/relationships/image" Target="../media/image691.png"/><Relationship Id="rId112" Type="http://schemas.openxmlformats.org/officeDocument/2006/relationships/customXml" Target="../ink/ink703.xml"/><Relationship Id="rId133" Type="http://schemas.openxmlformats.org/officeDocument/2006/relationships/image" Target="../media/image713.png"/><Relationship Id="rId16" Type="http://schemas.openxmlformats.org/officeDocument/2006/relationships/customXml" Target="../ink/ink655.xml"/><Relationship Id="rId37" Type="http://schemas.openxmlformats.org/officeDocument/2006/relationships/image" Target="../media/image665.png"/><Relationship Id="rId58" Type="http://schemas.openxmlformats.org/officeDocument/2006/relationships/customXml" Target="../ink/ink676.xml"/><Relationship Id="rId79" Type="http://schemas.openxmlformats.org/officeDocument/2006/relationships/image" Target="../media/image686.png"/><Relationship Id="rId102" Type="http://schemas.openxmlformats.org/officeDocument/2006/relationships/customXml" Target="../ink/ink698.xml"/><Relationship Id="rId123" Type="http://schemas.openxmlformats.org/officeDocument/2006/relationships/image" Target="../media/image708.png"/><Relationship Id="rId144" Type="http://schemas.openxmlformats.org/officeDocument/2006/relationships/customXml" Target="../ink/ink719.xml"/><Relationship Id="rId90" Type="http://schemas.openxmlformats.org/officeDocument/2006/relationships/customXml" Target="../ink/ink692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36.xml"/><Relationship Id="rId117" Type="http://schemas.openxmlformats.org/officeDocument/2006/relationships/image" Target="../media/image781.png"/><Relationship Id="rId21" Type="http://schemas.openxmlformats.org/officeDocument/2006/relationships/image" Target="../media/image733.png"/><Relationship Id="rId42" Type="http://schemas.openxmlformats.org/officeDocument/2006/relationships/customXml" Target="../ink/ink744.xml"/><Relationship Id="rId47" Type="http://schemas.openxmlformats.org/officeDocument/2006/relationships/image" Target="../media/image746.png"/><Relationship Id="rId63" Type="http://schemas.openxmlformats.org/officeDocument/2006/relationships/image" Target="../media/image754.png"/><Relationship Id="rId68" Type="http://schemas.openxmlformats.org/officeDocument/2006/relationships/customXml" Target="../ink/ink757.xml"/><Relationship Id="rId84" Type="http://schemas.openxmlformats.org/officeDocument/2006/relationships/customXml" Target="../ink/ink765.xml"/><Relationship Id="rId89" Type="http://schemas.openxmlformats.org/officeDocument/2006/relationships/image" Target="../media/image767.png"/><Relationship Id="rId112" Type="http://schemas.openxmlformats.org/officeDocument/2006/relationships/customXml" Target="../ink/ink779.xml"/><Relationship Id="rId16" Type="http://schemas.openxmlformats.org/officeDocument/2006/relationships/customXml" Target="../ink/ink731.xml"/><Relationship Id="rId107" Type="http://schemas.openxmlformats.org/officeDocument/2006/relationships/image" Target="../media/image776.png"/><Relationship Id="rId11" Type="http://schemas.openxmlformats.org/officeDocument/2006/relationships/image" Target="../media/image728.png"/><Relationship Id="rId32" Type="http://schemas.openxmlformats.org/officeDocument/2006/relationships/customXml" Target="../ink/ink739.xml"/><Relationship Id="rId37" Type="http://schemas.openxmlformats.org/officeDocument/2006/relationships/image" Target="../media/image741.png"/><Relationship Id="rId53" Type="http://schemas.openxmlformats.org/officeDocument/2006/relationships/image" Target="../media/image749.png"/><Relationship Id="rId58" Type="http://schemas.openxmlformats.org/officeDocument/2006/relationships/customXml" Target="../ink/ink752.xml"/><Relationship Id="rId74" Type="http://schemas.openxmlformats.org/officeDocument/2006/relationships/customXml" Target="../ink/ink760.xml"/><Relationship Id="rId79" Type="http://schemas.openxmlformats.org/officeDocument/2006/relationships/image" Target="../media/image762.png"/><Relationship Id="rId102" Type="http://schemas.openxmlformats.org/officeDocument/2006/relationships/customXml" Target="../ink/ink774.xml"/><Relationship Id="rId5" Type="http://schemas.openxmlformats.org/officeDocument/2006/relationships/image" Target="../media/image725.png"/><Relationship Id="rId90" Type="http://schemas.openxmlformats.org/officeDocument/2006/relationships/customXml" Target="../ink/ink768.xml"/><Relationship Id="rId95" Type="http://schemas.openxmlformats.org/officeDocument/2006/relationships/image" Target="../media/image770.png"/><Relationship Id="rId22" Type="http://schemas.openxmlformats.org/officeDocument/2006/relationships/customXml" Target="../ink/ink734.xml"/><Relationship Id="rId27" Type="http://schemas.openxmlformats.org/officeDocument/2006/relationships/image" Target="../media/image736.png"/><Relationship Id="rId43" Type="http://schemas.openxmlformats.org/officeDocument/2006/relationships/image" Target="../media/image744.png"/><Relationship Id="rId48" Type="http://schemas.openxmlformats.org/officeDocument/2006/relationships/customXml" Target="../ink/ink747.xml"/><Relationship Id="rId64" Type="http://schemas.openxmlformats.org/officeDocument/2006/relationships/customXml" Target="../ink/ink755.xml"/><Relationship Id="rId69" Type="http://schemas.openxmlformats.org/officeDocument/2006/relationships/image" Target="../media/image757.png"/><Relationship Id="rId113" Type="http://schemas.openxmlformats.org/officeDocument/2006/relationships/image" Target="../media/image779.png"/><Relationship Id="rId118" Type="http://schemas.openxmlformats.org/officeDocument/2006/relationships/customXml" Target="../ink/ink782.xml"/><Relationship Id="rId80" Type="http://schemas.openxmlformats.org/officeDocument/2006/relationships/customXml" Target="../ink/ink763.xml"/><Relationship Id="rId85" Type="http://schemas.openxmlformats.org/officeDocument/2006/relationships/image" Target="../media/image765.png"/><Relationship Id="rId12" Type="http://schemas.openxmlformats.org/officeDocument/2006/relationships/customXml" Target="../ink/ink729.xml"/><Relationship Id="rId17" Type="http://schemas.openxmlformats.org/officeDocument/2006/relationships/image" Target="../media/image731.png"/><Relationship Id="rId33" Type="http://schemas.openxmlformats.org/officeDocument/2006/relationships/image" Target="../media/image739.png"/><Relationship Id="rId38" Type="http://schemas.openxmlformats.org/officeDocument/2006/relationships/customXml" Target="../ink/ink742.xml"/><Relationship Id="rId59" Type="http://schemas.openxmlformats.org/officeDocument/2006/relationships/image" Target="../media/image752.png"/><Relationship Id="rId103" Type="http://schemas.openxmlformats.org/officeDocument/2006/relationships/image" Target="../media/image774.png"/><Relationship Id="rId108" Type="http://schemas.openxmlformats.org/officeDocument/2006/relationships/customXml" Target="../ink/ink777.xml"/><Relationship Id="rId54" Type="http://schemas.openxmlformats.org/officeDocument/2006/relationships/customXml" Target="../ink/ink750.xml"/><Relationship Id="rId70" Type="http://schemas.openxmlformats.org/officeDocument/2006/relationships/customXml" Target="../ink/ink758.xml"/><Relationship Id="rId75" Type="http://schemas.openxmlformats.org/officeDocument/2006/relationships/image" Target="../media/image760.png"/><Relationship Id="rId91" Type="http://schemas.openxmlformats.org/officeDocument/2006/relationships/image" Target="../media/image768.png"/><Relationship Id="rId96" Type="http://schemas.openxmlformats.org/officeDocument/2006/relationships/customXml" Target="../ink/ink7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26.xml"/><Relationship Id="rId23" Type="http://schemas.openxmlformats.org/officeDocument/2006/relationships/image" Target="../media/image734.png"/><Relationship Id="rId28" Type="http://schemas.openxmlformats.org/officeDocument/2006/relationships/customXml" Target="../ink/ink737.xml"/><Relationship Id="rId49" Type="http://schemas.openxmlformats.org/officeDocument/2006/relationships/image" Target="../media/image747.png"/><Relationship Id="rId114" Type="http://schemas.openxmlformats.org/officeDocument/2006/relationships/customXml" Target="../ink/ink780.xml"/><Relationship Id="rId119" Type="http://schemas.openxmlformats.org/officeDocument/2006/relationships/image" Target="../media/image782.png"/><Relationship Id="rId44" Type="http://schemas.openxmlformats.org/officeDocument/2006/relationships/customXml" Target="../ink/ink745.xml"/><Relationship Id="rId60" Type="http://schemas.openxmlformats.org/officeDocument/2006/relationships/customXml" Target="../ink/ink753.xml"/><Relationship Id="rId65" Type="http://schemas.openxmlformats.org/officeDocument/2006/relationships/image" Target="../media/image755.png"/><Relationship Id="rId81" Type="http://schemas.openxmlformats.org/officeDocument/2006/relationships/image" Target="../media/image763.png"/><Relationship Id="rId86" Type="http://schemas.openxmlformats.org/officeDocument/2006/relationships/customXml" Target="../ink/ink766.xml"/><Relationship Id="rId4" Type="http://schemas.openxmlformats.org/officeDocument/2006/relationships/customXml" Target="../ink/ink725.xml"/><Relationship Id="rId9" Type="http://schemas.openxmlformats.org/officeDocument/2006/relationships/image" Target="../media/image727.png"/><Relationship Id="rId13" Type="http://schemas.openxmlformats.org/officeDocument/2006/relationships/image" Target="../media/image729.png"/><Relationship Id="rId18" Type="http://schemas.openxmlformats.org/officeDocument/2006/relationships/customXml" Target="../ink/ink732.xml"/><Relationship Id="rId39" Type="http://schemas.openxmlformats.org/officeDocument/2006/relationships/image" Target="../media/image742.png"/><Relationship Id="rId109" Type="http://schemas.openxmlformats.org/officeDocument/2006/relationships/image" Target="../media/image777.png"/><Relationship Id="rId34" Type="http://schemas.openxmlformats.org/officeDocument/2006/relationships/customXml" Target="../ink/ink740.xml"/><Relationship Id="rId50" Type="http://schemas.openxmlformats.org/officeDocument/2006/relationships/customXml" Target="../ink/ink748.xml"/><Relationship Id="rId55" Type="http://schemas.openxmlformats.org/officeDocument/2006/relationships/image" Target="../media/image750.png"/><Relationship Id="rId76" Type="http://schemas.openxmlformats.org/officeDocument/2006/relationships/customXml" Target="../ink/ink761.xml"/><Relationship Id="rId97" Type="http://schemas.openxmlformats.org/officeDocument/2006/relationships/image" Target="../media/image771.png"/><Relationship Id="rId104" Type="http://schemas.openxmlformats.org/officeDocument/2006/relationships/customXml" Target="../ink/ink775.xml"/><Relationship Id="rId120" Type="http://schemas.openxmlformats.org/officeDocument/2006/relationships/customXml" Target="../ink/ink783.xml"/><Relationship Id="rId7" Type="http://schemas.openxmlformats.org/officeDocument/2006/relationships/image" Target="../media/image726.png"/><Relationship Id="rId71" Type="http://schemas.openxmlformats.org/officeDocument/2006/relationships/image" Target="../media/image758.png"/><Relationship Id="rId92" Type="http://schemas.openxmlformats.org/officeDocument/2006/relationships/customXml" Target="../ink/ink769.xml"/><Relationship Id="rId2" Type="http://schemas.openxmlformats.org/officeDocument/2006/relationships/customXml" Target="../ink/ink724.xml"/><Relationship Id="rId29" Type="http://schemas.openxmlformats.org/officeDocument/2006/relationships/image" Target="../media/image737.png"/><Relationship Id="rId24" Type="http://schemas.openxmlformats.org/officeDocument/2006/relationships/customXml" Target="../ink/ink735.xml"/><Relationship Id="rId40" Type="http://schemas.openxmlformats.org/officeDocument/2006/relationships/customXml" Target="../ink/ink743.xml"/><Relationship Id="rId45" Type="http://schemas.openxmlformats.org/officeDocument/2006/relationships/image" Target="../media/image745.png"/><Relationship Id="rId66" Type="http://schemas.openxmlformats.org/officeDocument/2006/relationships/customXml" Target="../ink/ink756.xml"/><Relationship Id="rId87" Type="http://schemas.openxmlformats.org/officeDocument/2006/relationships/image" Target="../media/image766.png"/><Relationship Id="rId110" Type="http://schemas.openxmlformats.org/officeDocument/2006/relationships/customXml" Target="../ink/ink778.xml"/><Relationship Id="rId115" Type="http://schemas.openxmlformats.org/officeDocument/2006/relationships/image" Target="../media/image780.png"/><Relationship Id="rId61" Type="http://schemas.openxmlformats.org/officeDocument/2006/relationships/image" Target="../media/image753.png"/><Relationship Id="rId82" Type="http://schemas.openxmlformats.org/officeDocument/2006/relationships/customXml" Target="../ink/ink764.xml"/><Relationship Id="rId19" Type="http://schemas.openxmlformats.org/officeDocument/2006/relationships/image" Target="../media/image732.png"/><Relationship Id="rId14" Type="http://schemas.openxmlformats.org/officeDocument/2006/relationships/customXml" Target="../ink/ink730.xml"/><Relationship Id="rId30" Type="http://schemas.openxmlformats.org/officeDocument/2006/relationships/customXml" Target="../ink/ink738.xml"/><Relationship Id="rId35" Type="http://schemas.openxmlformats.org/officeDocument/2006/relationships/image" Target="../media/image740.png"/><Relationship Id="rId56" Type="http://schemas.openxmlformats.org/officeDocument/2006/relationships/customXml" Target="../ink/ink751.xml"/><Relationship Id="rId77" Type="http://schemas.openxmlformats.org/officeDocument/2006/relationships/image" Target="../media/image761.png"/><Relationship Id="rId100" Type="http://schemas.openxmlformats.org/officeDocument/2006/relationships/customXml" Target="../ink/ink773.xml"/><Relationship Id="rId105" Type="http://schemas.openxmlformats.org/officeDocument/2006/relationships/image" Target="../media/image775.png"/><Relationship Id="rId8" Type="http://schemas.openxmlformats.org/officeDocument/2006/relationships/customXml" Target="../ink/ink727.xml"/><Relationship Id="rId51" Type="http://schemas.openxmlformats.org/officeDocument/2006/relationships/image" Target="../media/image748.png"/><Relationship Id="rId72" Type="http://schemas.openxmlformats.org/officeDocument/2006/relationships/customXml" Target="../ink/ink759.xml"/><Relationship Id="rId93" Type="http://schemas.openxmlformats.org/officeDocument/2006/relationships/image" Target="../media/image769.png"/><Relationship Id="rId98" Type="http://schemas.openxmlformats.org/officeDocument/2006/relationships/customXml" Target="../ink/ink772.xml"/><Relationship Id="rId121" Type="http://schemas.openxmlformats.org/officeDocument/2006/relationships/image" Target="../media/image783.png"/><Relationship Id="rId3" Type="http://schemas.openxmlformats.org/officeDocument/2006/relationships/image" Target="../media/image724.png"/><Relationship Id="rId25" Type="http://schemas.openxmlformats.org/officeDocument/2006/relationships/image" Target="../media/image735.png"/><Relationship Id="rId46" Type="http://schemas.openxmlformats.org/officeDocument/2006/relationships/customXml" Target="../ink/ink746.xml"/><Relationship Id="rId67" Type="http://schemas.openxmlformats.org/officeDocument/2006/relationships/image" Target="../media/image756.png"/><Relationship Id="rId116" Type="http://schemas.openxmlformats.org/officeDocument/2006/relationships/customXml" Target="../ink/ink781.xml"/><Relationship Id="rId20" Type="http://schemas.openxmlformats.org/officeDocument/2006/relationships/customXml" Target="../ink/ink733.xml"/><Relationship Id="rId41" Type="http://schemas.openxmlformats.org/officeDocument/2006/relationships/image" Target="../media/image743.png"/><Relationship Id="rId62" Type="http://schemas.openxmlformats.org/officeDocument/2006/relationships/customXml" Target="../ink/ink754.xml"/><Relationship Id="rId83" Type="http://schemas.openxmlformats.org/officeDocument/2006/relationships/image" Target="../media/image764.png"/><Relationship Id="rId88" Type="http://schemas.openxmlformats.org/officeDocument/2006/relationships/customXml" Target="../ink/ink767.xml"/><Relationship Id="rId111" Type="http://schemas.openxmlformats.org/officeDocument/2006/relationships/image" Target="../media/image778.png"/><Relationship Id="rId15" Type="http://schemas.openxmlformats.org/officeDocument/2006/relationships/image" Target="../media/image730.png"/><Relationship Id="rId36" Type="http://schemas.openxmlformats.org/officeDocument/2006/relationships/customXml" Target="../ink/ink741.xml"/><Relationship Id="rId57" Type="http://schemas.openxmlformats.org/officeDocument/2006/relationships/image" Target="../media/image751.png"/><Relationship Id="rId106" Type="http://schemas.openxmlformats.org/officeDocument/2006/relationships/customXml" Target="../ink/ink776.xml"/><Relationship Id="rId10" Type="http://schemas.openxmlformats.org/officeDocument/2006/relationships/customXml" Target="../ink/ink728.xml"/><Relationship Id="rId31" Type="http://schemas.openxmlformats.org/officeDocument/2006/relationships/image" Target="../media/image738.png"/><Relationship Id="rId52" Type="http://schemas.openxmlformats.org/officeDocument/2006/relationships/customXml" Target="../ink/ink749.xml"/><Relationship Id="rId73" Type="http://schemas.openxmlformats.org/officeDocument/2006/relationships/image" Target="../media/image759.png"/><Relationship Id="rId78" Type="http://schemas.openxmlformats.org/officeDocument/2006/relationships/customXml" Target="../ink/ink762.xml"/><Relationship Id="rId94" Type="http://schemas.openxmlformats.org/officeDocument/2006/relationships/customXml" Target="../ink/ink770.xml"/><Relationship Id="rId99" Type="http://schemas.openxmlformats.org/officeDocument/2006/relationships/image" Target="../media/image772.png"/><Relationship Id="rId101" Type="http://schemas.openxmlformats.org/officeDocument/2006/relationships/image" Target="../media/image77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6.xml"/><Relationship Id="rId21" Type="http://schemas.openxmlformats.org/officeDocument/2006/relationships/image" Target="../media/image793.png"/><Relationship Id="rId42" Type="http://schemas.openxmlformats.org/officeDocument/2006/relationships/customXml" Target="../ink/ink804.xml"/><Relationship Id="rId47" Type="http://schemas.openxmlformats.org/officeDocument/2006/relationships/image" Target="../media/image806.png"/><Relationship Id="rId63" Type="http://schemas.openxmlformats.org/officeDocument/2006/relationships/image" Target="../media/image814.png"/><Relationship Id="rId68" Type="http://schemas.openxmlformats.org/officeDocument/2006/relationships/customXml" Target="../ink/ink817.xml"/><Relationship Id="rId84" Type="http://schemas.openxmlformats.org/officeDocument/2006/relationships/customXml" Target="../ink/ink825.xml"/><Relationship Id="rId89" Type="http://schemas.openxmlformats.org/officeDocument/2006/relationships/image" Target="../media/image827.png"/><Relationship Id="rId16" Type="http://schemas.openxmlformats.org/officeDocument/2006/relationships/customXml" Target="../ink/ink791.xml"/><Relationship Id="rId107" Type="http://schemas.openxmlformats.org/officeDocument/2006/relationships/image" Target="../media/image836.png"/><Relationship Id="rId11" Type="http://schemas.openxmlformats.org/officeDocument/2006/relationships/image" Target="../media/image788.png"/><Relationship Id="rId32" Type="http://schemas.openxmlformats.org/officeDocument/2006/relationships/customXml" Target="../ink/ink799.xml"/><Relationship Id="rId37" Type="http://schemas.openxmlformats.org/officeDocument/2006/relationships/image" Target="../media/image801.png"/><Relationship Id="rId53" Type="http://schemas.openxmlformats.org/officeDocument/2006/relationships/image" Target="../media/image809.png"/><Relationship Id="rId58" Type="http://schemas.openxmlformats.org/officeDocument/2006/relationships/customXml" Target="../ink/ink812.xml"/><Relationship Id="rId74" Type="http://schemas.openxmlformats.org/officeDocument/2006/relationships/customXml" Target="../ink/ink820.xml"/><Relationship Id="rId79" Type="http://schemas.openxmlformats.org/officeDocument/2006/relationships/image" Target="../media/image822.png"/><Relationship Id="rId102" Type="http://schemas.openxmlformats.org/officeDocument/2006/relationships/customXml" Target="../ink/ink834.xml"/><Relationship Id="rId5" Type="http://schemas.openxmlformats.org/officeDocument/2006/relationships/image" Target="../media/image785.png"/><Relationship Id="rId90" Type="http://schemas.openxmlformats.org/officeDocument/2006/relationships/customXml" Target="../ink/ink828.xml"/><Relationship Id="rId95" Type="http://schemas.openxmlformats.org/officeDocument/2006/relationships/image" Target="../media/image830.png"/><Relationship Id="rId22" Type="http://schemas.openxmlformats.org/officeDocument/2006/relationships/customXml" Target="../ink/ink794.xml"/><Relationship Id="rId27" Type="http://schemas.openxmlformats.org/officeDocument/2006/relationships/image" Target="../media/image796.png"/><Relationship Id="rId43" Type="http://schemas.openxmlformats.org/officeDocument/2006/relationships/image" Target="../media/image804.png"/><Relationship Id="rId48" Type="http://schemas.openxmlformats.org/officeDocument/2006/relationships/customXml" Target="../ink/ink807.xml"/><Relationship Id="rId64" Type="http://schemas.openxmlformats.org/officeDocument/2006/relationships/customXml" Target="../ink/ink815.xml"/><Relationship Id="rId69" Type="http://schemas.openxmlformats.org/officeDocument/2006/relationships/image" Target="../media/image817.png"/><Relationship Id="rId80" Type="http://schemas.openxmlformats.org/officeDocument/2006/relationships/customXml" Target="../ink/ink823.xml"/><Relationship Id="rId85" Type="http://schemas.openxmlformats.org/officeDocument/2006/relationships/image" Target="../media/image825.png"/><Relationship Id="rId12" Type="http://schemas.openxmlformats.org/officeDocument/2006/relationships/customXml" Target="../ink/ink789.xml"/><Relationship Id="rId17" Type="http://schemas.openxmlformats.org/officeDocument/2006/relationships/image" Target="../media/image791.png"/><Relationship Id="rId33" Type="http://schemas.openxmlformats.org/officeDocument/2006/relationships/image" Target="../media/image799.png"/><Relationship Id="rId38" Type="http://schemas.openxmlformats.org/officeDocument/2006/relationships/customXml" Target="../ink/ink802.xml"/><Relationship Id="rId59" Type="http://schemas.openxmlformats.org/officeDocument/2006/relationships/image" Target="../media/image812.png"/><Relationship Id="rId103" Type="http://schemas.openxmlformats.org/officeDocument/2006/relationships/image" Target="../media/image834.png"/><Relationship Id="rId20" Type="http://schemas.openxmlformats.org/officeDocument/2006/relationships/customXml" Target="../ink/ink793.xml"/><Relationship Id="rId41" Type="http://schemas.openxmlformats.org/officeDocument/2006/relationships/image" Target="../media/image803.png"/><Relationship Id="rId54" Type="http://schemas.openxmlformats.org/officeDocument/2006/relationships/customXml" Target="../ink/ink810.xml"/><Relationship Id="rId62" Type="http://schemas.openxmlformats.org/officeDocument/2006/relationships/customXml" Target="../ink/ink814.xml"/><Relationship Id="rId70" Type="http://schemas.openxmlformats.org/officeDocument/2006/relationships/customXml" Target="../ink/ink818.xml"/><Relationship Id="rId75" Type="http://schemas.openxmlformats.org/officeDocument/2006/relationships/image" Target="../media/image820.png"/><Relationship Id="rId83" Type="http://schemas.openxmlformats.org/officeDocument/2006/relationships/image" Target="../media/image824.png"/><Relationship Id="rId88" Type="http://schemas.openxmlformats.org/officeDocument/2006/relationships/customXml" Target="../ink/ink827.xml"/><Relationship Id="rId91" Type="http://schemas.openxmlformats.org/officeDocument/2006/relationships/image" Target="../media/image828.png"/><Relationship Id="rId96" Type="http://schemas.openxmlformats.org/officeDocument/2006/relationships/customXml" Target="../ink/ink8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86.xml"/><Relationship Id="rId15" Type="http://schemas.openxmlformats.org/officeDocument/2006/relationships/image" Target="../media/image790.png"/><Relationship Id="rId23" Type="http://schemas.openxmlformats.org/officeDocument/2006/relationships/image" Target="../media/image794.png"/><Relationship Id="rId28" Type="http://schemas.openxmlformats.org/officeDocument/2006/relationships/customXml" Target="../ink/ink797.xml"/><Relationship Id="rId36" Type="http://schemas.openxmlformats.org/officeDocument/2006/relationships/customXml" Target="../ink/ink801.xml"/><Relationship Id="rId49" Type="http://schemas.openxmlformats.org/officeDocument/2006/relationships/image" Target="../media/image807.png"/><Relationship Id="rId57" Type="http://schemas.openxmlformats.org/officeDocument/2006/relationships/image" Target="../media/image811.png"/><Relationship Id="rId106" Type="http://schemas.openxmlformats.org/officeDocument/2006/relationships/customXml" Target="../ink/ink836.xml"/><Relationship Id="rId10" Type="http://schemas.openxmlformats.org/officeDocument/2006/relationships/customXml" Target="../ink/ink788.xml"/><Relationship Id="rId31" Type="http://schemas.openxmlformats.org/officeDocument/2006/relationships/image" Target="../media/image798.png"/><Relationship Id="rId44" Type="http://schemas.openxmlformats.org/officeDocument/2006/relationships/customXml" Target="../ink/ink805.xml"/><Relationship Id="rId52" Type="http://schemas.openxmlformats.org/officeDocument/2006/relationships/customXml" Target="../ink/ink809.xml"/><Relationship Id="rId60" Type="http://schemas.openxmlformats.org/officeDocument/2006/relationships/customXml" Target="../ink/ink813.xml"/><Relationship Id="rId65" Type="http://schemas.openxmlformats.org/officeDocument/2006/relationships/image" Target="../media/image815.png"/><Relationship Id="rId73" Type="http://schemas.openxmlformats.org/officeDocument/2006/relationships/image" Target="../media/image819.png"/><Relationship Id="rId78" Type="http://schemas.openxmlformats.org/officeDocument/2006/relationships/customXml" Target="../ink/ink822.xml"/><Relationship Id="rId81" Type="http://schemas.openxmlformats.org/officeDocument/2006/relationships/image" Target="../media/image823.png"/><Relationship Id="rId86" Type="http://schemas.openxmlformats.org/officeDocument/2006/relationships/customXml" Target="../ink/ink826.xml"/><Relationship Id="rId94" Type="http://schemas.openxmlformats.org/officeDocument/2006/relationships/customXml" Target="../ink/ink830.xml"/><Relationship Id="rId99" Type="http://schemas.openxmlformats.org/officeDocument/2006/relationships/image" Target="../media/image832.png"/><Relationship Id="rId101" Type="http://schemas.openxmlformats.org/officeDocument/2006/relationships/image" Target="../media/image833.png"/><Relationship Id="rId4" Type="http://schemas.openxmlformats.org/officeDocument/2006/relationships/customXml" Target="../ink/ink785.xml"/><Relationship Id="rId9" Type="http://schemas.openxmlformats.org/officeDocument/2006/relationships/image" Target="../media/image787.png"/><Relationship Id="rId13" Type="http://schemas.openxmlformats.org/officeDocument/2006/relationships/image" Target="../media/image789.png"/><Relationship Id="rId18" Type="http://schemas.openxmlformats.org/officeDocument/2006/relationships/customXml" Target="../ink/ink792.xml"/><Relationship Id="rId39" Type="http://schemas.openxmlformats.org/officeDocument/2006/relationships/image" Target="../media/image802.png"/><Relationship Id="rId34" Type="http://schemas.openxmlformats.org/officeDocument/2006/relationships/customXml" Target="../ink/ink800.xml"/><Relationship Id="rId50" Type="http://schemas.openxmlformats.org/officeDocument/2006/relationships/customXml" Target="../ink/ink808.xml"/><Relationship Id="rId55" Type="http://schemas.openxmlformats.org/officeDocument/2006/relationships/image" Target="../media/image810.png"/><Relationship Id="rId76" Type="http://schemas.openxmlformats.org/officeDocument/2006/relationships/customXml" Target="../ink/ink821.xml"/><Relationship Id="rId97" Type="http://schemas.openxmlformats.org/officeDocument/2006/relationships/image" Target="../media/image831.png"/><Relationship Id="rId104" Type="http://schemas.openxmlformats.org/officeDocument/2006/relationships/customXml" Target="../ink/ink835.xml"/><Relationship Id="rId7" Type="http://schemas.openxmlformats.org/officeDocument/2006/relationships/image" Target="../media/image786.png"/><Relationship Id="rId71" Type="http://schemas.openxmlformats.org/officeDocument/2006/relationships/image" Target="../media/image818.png"/><Relationship Id="rId92" Type="http://schemas.openxmlformats.org/officeDocument/2006/relationships/customXml" Target="../ink/ink829.xml"/><Relationship Id="rId2" Type="http://schemas.openxmlformats.org/officeDocument/2006/relationships/customXml" Target="../ink/ink784.xml"/><Relationship Id="rId29" Type="http://schemas.openxmlformats.org/officeDocument/2006/relationships/image" Target="../media/image797.png"/><Relationship Id="rId24" Type="http://schemas.openxmlformats.org/officeDocument/2006/relationships/customXml" Target="../ink/ink795.xml"/><Relationship Id="rId40" Type="http://schemas.openxmlformats.org/officeDocument/2006/relationships/customXml" Target="../ink/ink803.xml"/><Relationship Id="rId45" Type="http://schemas.openxmlformats.org/officeDocument/2006/relationships/image" Target="../media/image805.png"/><Relationship Id="rId66" Type="http://schemas.openxmlformats.org/officeDocument/2006/relationships/customXml" Target="../ink/ink816.xml"/><Relationship Id="rId87" Type="http://schemas.openxmlformats.org/officeDocument/2006/relationships/image" Target="../media/image826.png"/><Relationship Id="rId61" Type="http://schemas.openxmlformats.org/officeDocument/2006/relationships/image" Target="../media/image813.png"/><Relationship Id="rId82" Type="http://schemas.openxmlformats.org/officeDocument/2006/relationships/customXml" Target="../ink/ink824.xml"/><Relationship Id="rId19" Type="http://schemas.openxmlformats.org/officeDocument/2006/relationships/image" Target="../media/image792.png"/><Relationship Id="rId14" Type="http://schemas.openxmlformats.org/officeDocument/2006/relationships/customXml" Target="../ink/ink790.xml"/><Relationship Id="rId30" Type="http://schemas.openxmlformats.org/officeDocument/2006/relationships/customXml" Target="../ink/ink798.xml"/><Relationship Id="rId35" Type="http://schemas.openxmlformats.org/officeDocument/2006/relationships/image" Target="../media/image800.png"/><Relationship Id="rId56" Type="http://schemas.openxmlformats.org/officeDocument/2006/relationships/customXml" Target="../ink/ink811.xml"/><Relationship Id="rId77" Type="http://schemas.openxmlformats.org/officeDocument/2006/relationships/image" Target="../media/image821.png"/><Relationship Id="rId100" Type="http://schemas.openxmlformats.org/officeDocument/2006/relationships/customXml" Target="../ink/ink833.xml"/><Relationship Id="rId105" Type="http://schemas.openxmlformats.org/officeDocument/2006/relationships/image" Target="../media/image835.png"/><Relationship Id="rId8" Type="http://schemas.openxmlformats.org/officeDocument/2006/relationships/customXml" Target="../ink/ink787.xml"/><Relationship Id="rId51" Type="http://schemas.openxmlformats.org/officeDocument/2006/relationships/image" Target="../media/image808.png"/><Relationship Id="rId72" Type="http://schemas.openxmlformats.org/officeDocument/2006/relationships/customXml" Target="../ink/ink819.xml"/><Relationship Id="rId93" Type="http://schemas.openxmlformats.org/officeDocument/2006/relationships/image" Target="../media/image829.png"/><Relationship Id="rId98" Type="http://schemas.openxmlformats.org/officeDocument/2006/relationships/customXml" Target="../ink/ink832.xml"/><Relationship Id="rId3" Type="http://schemas.openxmlformats.org/officeDocument/2006/relationships/image" Target="../media/image784.png"/><Relationship Id="rId25" Type="http://schemas.openxmlformats.org/officeDocument/2006/relationships/image" Target="../media/image795.png"/><Relationship Id="rId46" Type="http://schemas.openxmlformats.org/officeDocument/2006/relationships/customXml" Target="../ink/ink806.xml"/><Relationship Id="rId67" Type="http://schemas.openxmlformats.org/officeDocument/2006/relationships/image" Target="../media/image816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9.xml"/><Relationship Id="rId21" Type="http://schemas.openxmlformats.org/officeDocument/2006/relationships/image" Target="../media/image846.png"/><Relationship Id="rId42" Type="http://schemas.openxmlformats.org/officeDocument/2006/relationships/customXml" Target="../ink/ink857.xml"/><Relationship Id="rId47" Type="http://schemas.openxmlformats.org/officeDocument/2006/relationships/image" Target="../media/image859.png"/><Relationship Id="rId63" Type="http://schemas.openxmlformats.org/officeDocument/2006/relationships/image" Target="../media/image867.png"/><Relationship Id="rId68" Type="http://schemas.openxmlformats.org/officeDocument/2006/relationships/customXml" Target="../ink/ink870.xml"/><Relationship Id="rId16" Type="http://schemas.openxmlformats.org/officeDocument/2006/relationships/customXml" Target="../ink/ink844.xml"/><Relationship Id="rId11" Type="http://schemas.openxmlformats.org/officeDocument/2006/relationships/image" Target="../media/image841.png"/><Relationship Id="rId24" Type="http://schemas.openxmlformats.org/officeDocument/2006/relationships/customXml" Target="../ink/ink848.xml"/><Relationship Id="rId32" Type="http://schemas.openxmlformats.org/officeDocument/2006/relationships/customXml" Target="../ink/ink852.xml"/><Relationship Id="rId37" Type="http://schemas.openxmlformats.org/officeDocument/2006/relationships/image" Target="../media/image854.png"/><Relationship Id="rId40" Type="http://schemas.openxmlformats.org/officeDocument/2006/relationships/customXml" Target="../ink/ink856.xml"/><Relationship Id="rId45" Type="http://schemas.openxmlformats.org/officeDocument/2006/relationships/image" Target="../media/image858.png"/><Relationship Id="rId53" Type="http://schemas.openxmlformats.org/officeDocument/2006/relationships/image" Target="../media/image862.png"/><Relationship Id="rId58" Type="http://schemas.openxmlformats.org/officeDocument/2006/relationships/customXml" Target="../ink/ink865.xml"/><Relationship Id="rId66" Type="http://schemas.openxmlformats.org/officeDocument/2006/relationships/customXml" Target="../ink/ink869.xml"/><Relationship Id="rId74" Type="http://schemas.openxmlformats.org/officeDocument/2006/relationships/customXml" Target="../ink/ink873.xml"/><Relationship Id="rId79" Type="http://schemas.openxmlformats.org/officeDocument/2006/relationships/image" Target="../media/image875.png"/><Relationship Id="rId5" Type="http://schemas.openxmlformats.org/officeDocument/2006/relationships/image" Target="../media/image838.png"/><Relationship Id="rId61" Type="http://schemas.openxmlformats.org/officeDocument/2006/relationships/image" Target="../media/image866.png"/><Relationship Id="rId19" Type="http://schemas.openxmlformats.org/officeDocument/2006/relationships/image" Target="../media/image845.png"/><Relationship Id="rId14" Type="http://schemas.openxmlformats.org/officeDocument/2006/relationships/customXml" Target="../ink/ink843.xml"/><Relationship Id="rId22" Type="http://schemas.openxmlformats.org/officeDocument/2006/relationships/customXml" Target="../ink/ink847.xml"/><Relationship Id="rId27" Type="http://schemas.openxmlformats.org/officeDocument/2006/relationships/image" Target="../media/image849.png"/><Relationship Id="rId30" Type="http://schemas.openxmlformats.org/officeDocument/2006/relationships/customXml" Target="../ink/ink851.xml"/><Relationship Id="rId35" Type="http://schemas.openxmlformats.org/officeDocument/2006/relationships/image" Target="../media/image853.png"/><Relationship Id="rId43" Type="http://schemas.openxmlformats.org/officeDocument/2006/relationships/image" Target="../media/image857.png"/><Relationship Id="rId48" Type="http://schemas.openxmlformats.org/officeDocument/2006/relationships/customXml" Target="../ink/ink860.xml"/><Relationship Id="rId56" Type="http://schemas.openxmlformats.org/officeDocument/2006/relationships/customXml" Target="../ink/ink864.xml"/><Relationship Id="rId64" Type="http://schemas.openxmlformats.org/officeDocument/2006/relationships/customXml" Target="../ink/ink868.xml"/><Relationship Id="rId69" Type="http://schemas.openxmlformats.org/officeDocument/2006/relationships/image" Target="../media/image870.png"/><Relationship Id="rId77" Type="http://schemas.openxmlformats.org/officeDocument/2006/relationships/image" Target="../media/image874.png"/><Relationship Id="rId8" Type="http://schemas.openxmlformats.org/officeDocument/2006/relationships/customXml" Target="../ink/ink840.xml"/><Relationship Id="rId51" Type="http://schemas.openxmlformats.org/officeDocument/2006/relationships/image" Target="../media/image861.png"/><Relationship Id="rId72" Type="http://schemas.openxmlformats.org/officeDocument/2006/relationships/customXml" Target="../ink/ink872.xml"/><Relationship Id="rId3" Type="http://schemas.openxmlformats.org/officeDocument/2006/relationships/image" Target="../media/image837.png"/><Relationship Id="rId12" Type="http://schemas.openxmlformats.org/officeDocument/2006/relationships/customXml" Target="../ink/ink842.xml"/><Relationship Id="rId17" Type="http://schemas.openxmlformats.org/officeDocument/2006/relationships/image" Target="../media/image844.png"/><Relationship Id="rId25" Type="http://schemas.openxmlformats.org/officeDocument/2006/relationships/image" Target="../media/image848.png"/><Relationship Id="rId33" Type="http://schemas.openxmlformats.org/officeDocument/2006/relationships/image" Target="../media/image852.png"/><Relationship Id="rId38" Type="http://schemas.openxmlformats.org/officeDocument/2006/relationships/customXml" Target="../ink/ink855.xml"/><Relationship Id="rId46" Type="http://schemas.openxmlformats.org/officeDocument/2006/relationships/customXml" Target="../ink/ink859.xml"/><Relationship Id="rId59" Type="http://schemas.openxmlformats.org/officeDocument/2006/relationships/image" Target="../media/image865.png"/><Relationship Id="rId67" Type="http://schemas.openxmlformats.org/officeDocument/2006/relationships/image" Target="../media/image869.png"/><Relationship Id="rId20" Type="http://schemas.openxmlformats.org/officeDocument/2006/relationships/customXml" Target="../ink/ink846.xml"/><Relationship Id="rId41" Type="http://schemas.openxmlformats.org/officeDocument/2006/relationships/image" Target="../media/image856.png"/><Relationship Id="rId54" Type="http://schemas.openxmlformats.org/officeDocument/2006/relationships/customXml" Target="../ink/ink863.xml"/><Relationship Id="rId62" Type="http://schemas.openxmlformats.org/officeDocument/2006/relationships/customXml" Target="../ink/ink867.xml"/><Relationship Id="rId70" Type="http://schemas.openxmlformats.org/officeDocument/2006/relationships/customXml" Target="../ink/ink871.xml"/><Relationship Id="rId75" Type="http://schemas.openxmlformats.org/officeDocument/2006/relationships/image" Target="../media/image87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9.xml"/><Relationship Id="rId15" Type="http://schemas.openxmlformats.org/officeDocument/2006/relationships/image" Target="../media/image843.png"/><Relationship Id="rId23" Type="http://schemas.openxmlformats.org/officeDocument/2006/relationships/image" Target="../media/image847.png"/><Relationship Id="rId28" Type="http://schemas.openxmlformats.org/officeDocument/2006/relationships/customXml" Target="../ink/ink850.xml"/><Relationship Id="rId36" Type="http://schemas.openxmlformats.org/officeDocument/2006/relationships/customXml" Target="../ink/ink854.xml"/><Relationship Id="rId49" Type="http://schemas.openxmlformats.org/officeDocument/2006/relationships/image" Target="../media/image860.png"/><Relationship Id="rId57" Type="http://schemas.openxmlformats.org/officeDocument/2006/relationships/image" Target="../media/image864.png"/><Relationship Id="rId10" Type="http://schemas.openxmlformats.org/officeDocument/2006/relationships/customXml" Target="../ink/ink841.xml"/><Relationship Id="rId31" Type="http://schemas.openxmlformats.org/officeDocument/2006/relationships/image" Target="../media/image851.png"/><Relationship Id="rId44" Type="http://schemas.openxmlformats.org/officeDocument/2006/relationships/customXml" Target="../ink/ink858.xml"/><Relationship Id="rId52" Type="http://schemas.openxmlformats.org/officeDocument/2006/relationships/customXml" Target="../ink/ink862.xml"/><Relationship Id="rId60" Type="http://schemas.openxmlformats.org/officeDocument/2006/relationships/customXml" Target="../ink/ink866.xml"/><Relationship Id="rId65" Type="http://schemas.openxmlformats.org/officeDocument/2006/relationships/image" Target="../media/image868.png"/><Relationship Id="rId73" Type="http://schemas.openxmlformats.org/officeDocument/2006/relationships/image" Target="../media/image872.png"/><Relationship Id="rId78" Type="http://schemas.openxmlformats.org/officeDocument/2006/relationships/customXml" Target="../ink/ink875.xml"/><Relationship Id="rId4" Type="http://schemas.openxmlformats.org/officeDocument/2006/relationships/customXml" Target="../ink/ink838.xml"/><Relationship Id="rId9" Type="http://schemas.openxmlformats.org/officeDocument/2006/relationships/image" Target="../media/image840.png"/><Relationship Id="rId13" Type="http://schemas.openxmlformats.org/officeDocument/2006/relationships/image" Target="../media/image842.png"/><Relationship Id="rId18" Type="http://schemas.openxmlformats.org/officeDocument/2006/relationships/customXml" Target="../ink/ink845.xml"/><Relationship Id="rId39" Type="http://schemas.openxmlformats.org/officeDocument/2006/relationships/image" Target="../media/image855.png"/><Relationship Id="rId34" Type="http://schemas.openxmlformats.org/officeDocument/2006/relationships/customXml" Target="../ink/ink853.xml"/><Relationship Id="rId50" Type="http://schemas.openxmlformats.org/officeDocument/2006/relationships/customXml" Target="../ink/ink861.xml"/><Relationship Id="rId55" Type="http://schemas.openxmlformats.org/officeDocument/2006/relationships/image" Target="../media/image863.png"/><Relationship Id="rId76" Type="http://schemas.openxmlformats.org/officeDocument/2006/relationships/customXml" Target="../ink/ink874.xml"/><Relationship Id="rId7" Type="http://schemas.openxmlformats.org/officeDocument/2006/relationships/image" Target="../media/image839.png"/><Relationship Id="rId71" Type="http://schemas.openxmlformats.org/officeDocument/2006/relationships/image" Target="../media/image871.png"/><Relationship Id="rId2" Type="http://schemas.openxmlformats.org/officeDocument/2006/relationships/customXml" Target="../ink/ink837.xml"/><Relationship Id="rId29" Type="http://schemas.openxmlformats.org/officeDocument/2006/relationships/image" Target="../media/image85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3.png"/><Relationship Id="rId21" Type="http://schemas.openxmlformats.org/officeDocument/2006/relationships/image" Target="../media/image885.png"/><Relationship Id="rId42" Type="http://schemas.openxmlformats.org/officeDocument/2006/relationships/customXml" Target="../ink/ink896.xml"/><Relationship Id="rId63" Type="http://schemas.openxmlformats.org/officeDocument/2006/relationships/image" Target="../media/image906.png"/><Relationship Id="rId84" Type="http://schemas.openxmlformats.org/officeDocument/2006/relationships/customXml" Target="../ink/ink917.xml"/><Relationship Id="rId138" Type="http://schemas.openxmlformats.org/officeDocument/2006/relationships/customXml" Target="../ink/ink944.xml"/><Relationship Id="rId159" Type="http://schemas.openxmlformats.org/officeDocument/2006/relationships/image" Target="../media/image954.png"/><Relationship Id="rId170" Type="http://schemas.openxmlformats.org/officeDocument/2006/relationships/customXml" Target="../ink/ink960.xml"/><Relationship Id="rId107" Type="http://schemas.openxmlformats.org/officeDocument/2006/relationships/image" Target="../media/image928.png"/><Relationship Id="rId11" Type="http://schemas.openxmlformats.org/officeDocument/2006/relationships/image" Target="../media/image880.png"/><Relationship Id="rId32" Type="http://schemas.openxmlformats.org/officeDocument/2006/relationships/customXml" Target="../ink/ink891.xml"/><Relationship Id="rId53" Type="http://schemas.openxmlformats.org/officeDocument/2006/relationships/image" Target="../media/image901.png"/><Relationship Id="rId74" Type="http://schemas.openxmlformats.org/officeDocument/2006/relationships/customXml" Target="../ink/ink912.xml"/><Relationship Id="rId128" Type="http://schemas.openxmlformats.org/officeDocument/2006/relationships/customXml" Target="../ink/ink939.xml"/><Relationship Id="rId149" Type="http://schemas.openxmlformats.org/officeDocument/2006/relationships/image" Target="../media/image949.png"/><Relationship Id="rId5" Type="http://schemas.openxmlformats.org/officeDocument/2006/relationships/image" Target="../media/image877.png"/><Relationship Id="rId95" Type="http://schemas.openxmlformats.org/officeDocument/2006/relationships/image" Target="../media/image922.png"/><Relationship Id="rId160" Type="http://schemas.openxmlformats.org/officeDocument/2006/relationships/customXml" Target="../ink/ink955.xml"/><Relationship Id="rId181" Type="http://schemas.openxmlformats.org/officeDocument/2006/relationships/image" Target="../media/image965.png"/><Relationship Id="rId22" Type="http://schemas.openxmlformats.org/officeDocument/2006/relationships/customXml" Target="../ink/ink886.xml"/><Relationship Id="rId43" Type="http://schemas.openxmlformats.org/officeDocument/2006/relationships/image" Target="../media/image896.png"/><Relationship Id="rId64" Type="http://schemas.openxmlformats.org/officeDocument/2006/relationships/customXml" Target="../ink/ink907.xml"/><Relationship Id="rId118" Type="http://schemas.openxmlformats.org/officeDocument/2006/relationships/customXml" Target="../ink/ink934.xml"/><Relationship Id="rId139" Type="http://schemas.openxmlformats.org/officeDocument/2006/relationships/image" Target="../media/image944.png"/><Relationship Id="rId85" Type="http://schemas.openxmlformats.org/officeDocument/2006/relationships/image" Target="../media/image917.png"/><Relationship Id="rId150" Type="http://schemas.openxmlformats.org/officeDocument/2006/relationships/customXml" Target="../ink/ink950.xml"/><Relationship Id="rId171" Type="http://schemas.openxmlformats.org/officeDocument/2006/relationships/image" Target="../media/image960.png"/><Relationship Id="rId12" Type="http://schemas.openxmlformats.org/officeDocument/2006/relationships/customXml" Target="../ink/ink881.xml"/><Relationship Id="rId33" Type="http://schemas.openxmlformats.org/officeDocument/2006/relationships/image" Target="../media/image891.png"/><Relationship Id="rId108" Type="http://schemas.openxmlformats.org/officeDocument/2006/relationships/customXml" Target="../ink/ink929.xml"/><Relationship Id="rId129" Type="http://schemas.openxmlformats.org/officeDocument/2006/relationships/image" Target="../media/image939.png"/><Relationship Id="rId54" Type="http://schemas.openxmlformats.org/officeDocument/2006/relationships/customXml" Target="../ink/ink902.xml"/><Relationship Id="rId75" Type="http://schemas.openxmlformats.org/officeDocument/2006/relationships/image" Target="../media/image912.png"/><Relationship Id="rId96" Type="http://schemas.openxmlformats.org/officeDocument/2006/relationships/customXml" Target="../ink/ink923.xml"/><Relationship Id="rId140" Type="http://schemas.openxmlformats.org/officeDocument/2006/relationships/customXml" Target="../ink/ink945.xml"/><Relationship Id="rId161" Type="http://schemas.openxmlformats.org/officeDocument/2006/relationships/image" Target="../media/image955.png"/><Relationship Id="rId182" Type="http://schemas.openxmlformats.org/officeDocument/2006/relationships/customXml" Target="../ink/ink966.xml"/><Relationship Id="rId6" Type="http://schemas.openxmlformats.org/officeDocument/2006/relationships/customXml" Target="../ink/ink878.xml"/><Relationship Id="rId23" Type="http://schemas.openxmlformats.org/officeDocument/2006/relationships/image" Target="../media/image886.png"/><Relationship Id="rId119" Type="http://schemas.openxmlformats.org/officeDocument/2006/relationships/image" Target="../media/image934.png"/><Relationship Id="rId44" Type="http://schemas.openxmlformats.org/officeDocument/2006/relationships/customXml" Target="../ink/ink897.xml"/><Relationship Id="rId65" Type="http://schemas.openxmlformats.org/officeDocument/2006/relationships/image" Target="../media/image907.png"/><Relationship Id="rId86" Type="http://schemas.openxmlformats.org/officeDocument/2006/relationships/customXml" Target="../ink/ink918.xml"/><Relationship Id="rId130" Type="http://schemas.openxmlformats.org/officeDocument/2006/relationships/customXml" Target="../ink/ink940.xml"/><Relationship Id="rId151" Type="http://schemas.openxmlformats.org/officeDocument/2006/relationships/image" Target="../media/image950.png"/><Relationship Id="rId172" Type="http://schemas.openxmlformats.org/officeDocument/2006/relationships/customXml" Target="../ink/ink961.xml"/><Relationship Id="rId13" Type="http://schemas.openxmlformats.org/officeDocument/2006/relationships/image" Target="../media/image881.png"/><Relationship Id="rId18" Type="http://schemas.openxmlformats.org/officeDocument/2006/relationships/customXml" Target="../ink/ink884.xml"/><Relationship Id="rId39" Type="http://schemas.openxmlformats.org/officeDocument/2006/relationships/image" Target="../media/image894.png"/><Relationship Id="rId109" Type="http://schemas.openxmlformats.org/officeDocument/2006/relationships/image" Target="../media/image929.png"/><Relationship Id="rId34" Type="http://schemas.openxmlformats.org/officeDocument/2006/relationships/customXml" Target="../ink/ink892.xml"/><Relationship Id="rId50" Type="http://schemas.openxmlformats.org/officeDocument/2006/relationships/customXml" Target="../ink/ink900.xml"/><Relationship Id="rId55" Type="http://schemas.openxmlformats.org/officeDocument/2006/relationships/image" Target="../media/image902.png"/><Relationship Id="rId76" Type="http://schemas.openxmlformats.org/officeDocument/2006/relationships/customXml" Target="../ink/ink913.xml"/><Relationship Id="rId97" Type="http://schemas.openxmlformats.org/officeDocument/2006/relationships/image" Target="../media/image923.png"/><Relationship Id="rId104" Type="http://schemas.openxmlformats.org/officeDocument/2006/relationships/customXml" Target="../ink/ink927.xml"/><Relationship Id="rId120" Type="http://schemas.openxmlformats.org/officeDocument/2006/relationships/customXml" Target="../ink/ink935.xml"/><Relationship Id="rId125" Type="http://schemas.openxmlformats.org/officeDocument/2006/relationships/image" Target="../media/image937.png"/><Relationship Id="rId141" Type="http://schemas.openxmlformats.org/officeDocument/2006/relationships/image" Target="../media/image945.png"/><Relationship Id="rId146" Type="http://schemas.openxmlformats.org/officeDocument/2006/relationships/customXml" Target="../ink/ink948.xml"/><Relationship Id="rId167" Type="http://schemas.openxmlformats.org/officeDocument/2006/relationships/image" Target="../media/image958.png"/><Relationship Id="rId188" Type="http://schemas.openxmlformats.org/officeDocument/2006/relationships/customXml" Target="../ink/ink969.xml"/><Relationship Id="rId7" Type="http://schemas.openxmlformats.org/officeDocument/2006/relationships/image" Target="../media/image878.png"/><Relationship Id="rId71" Type="http://schemas.openxmlformats.org/officeDocument/2006/relationships/image" Target="../media/image910.png"/><Relationship Id="rId92" Type="http://schemas.openxmlformats.org/officeDocument/2006/relationships/customXml" Target="../ink/ink921.xml"/><Relationship Id="rId162" Type="http://schemas.openxmlformats.org/officeDocument/2006/relationships/customXml" Target="../ink/ink956.xml"/><Relationship Id="rId183" Type="http://schemas.openxmlformats.org/officeDocument/2006/relationships/image" Target="../media/image966.png"/><Relationship Id="rId2" Type="http://schemas.openxmlformats.org/officeDocument/2006/relationships/customXml" Target="../ink/ink876.xml"/><Relationship Id="rId29" Type="http://schemas.openxmlformats.org/officeDocument/2006/relationships/image" Target="../media/image889.png"/><Relationship Id="rId24" Type="http://schemas.openxmlformats.org/officeDocument/2006/relationships/customXml" Target="../ink/ink887.xml"/><Relationship Id="rId40" Type="http://schemas.openxmlformats.org/officeDocument/2006/relationships/customXml" Target="../ink/ink895.xml"/><Relationship Id="rId45" Type="http://schemas.openxmlformats.org/officeDocument/2006/relationships/image" Target="../media/image897.png"/><Relationship Id="rId66" Type="http://schemas.openxmlformats.org/officeDocument/2006/relationships/customXml" Target="../ink/ink908.xml"/><Relationship Id="rId87" Type="http://schemas.openxmlformats.org/officeDocument/2006/relationships/image" Target="../media/image918.png"/><Relationship Id="rId110" Type="http://schemas.openxmlformats.org/officeDocument/2006/relationships/customXml" Target="../ink/ink930.xml"/><Relationship Id="rId115" Type="http://schemas.openxmlformats.org/officeDocument/2006/relationships/image" Target="../media/image932.png"/><Relationship Id="rId131" Type="http://schemas.openxmlformats.org/officeDocument/2006/relationships/image" Target="../media/image940.png"/><Relationship Id="rId136" Type="http://schemas.openxmlformats.org/officeDocument/2006/relationships/customXml" Target="../ink/ink943.xml"/><Relationship Id="rId157" Type="http://schemas.openxmlformats.org/officeDocument/2006/relationships/image" Target="../media/image953.png"/><Relationship Id="rId178" Type="http://schemas.openxmlformats.org/officeDocument/2006/relationships/customXml" Target="../ink/ink964.xml"/><Relationship Id="rId61" Type="http://schemas.openxmlformats.org/officeDocument/2006/relationships/image" Target="../media/image905.png"/><Relationship Id="rId82" Type="http://schemas.openxmlformats.org/officeDocument/2006/relationships/customXml" Target="../ink/ink916.xml"/><Relationship Id="rId152" Type="http://schemas.openxmlformats.org/officeDocument/2006/relationships/customXml" Target="../ink/ink951.xml"/><Relationship Id="rId173" Type="http://schemas.openxmlformats.org/officeDocument/2006/relationships/image" Target="../media/image961.png"/><Relationship Id="rId19" Type="http://schemas.openxmlformats.org/officeDocument/2006/relationships/image" Target="../media/image884.png"/><Relationship Id="rId14" Type="http://schemas.openxmlformats.org/officeDocument/2006/relationships/customXml" Target="../ink/ink882.xml"/><Relationship Id="rId30" Type="http://schemas.openxmlformats.org/officeDocument/2006/relationships/customXml" Target="../ink/ink890.xml"/><Relationship Id="rId35" Type="http://schemas.openxmlformats.org/officeDocument/2006/relationships/image" Target="../media/image892.png"/><Relationship Id="rId56" Type="http://schemas.openxmlformats.org/officeDocument/2006/relationships/customXml" Target="../ink/ink903.xml"/><Relationship Id="rId77" Type="http://schemas.openxmlformats.org/officeDocument/2006/relationships/image" Target="../media/image913.png"/><Relationship Id="rId100" Type="http://schemas.openxmlformats.org/officeDocument/2006/relationships/customXml" Target="../ink/ink925.xml"/><Relationship Id="rId105" Type="http://schemas.openxmlformats.org/officeDocument/2006/relationships/image" Target="../media/image927.png"/><Relationship Id="rId126" Type="http://schemas.openxmlformats.org/officeDocument/2006/relationships/customXml" Target="../ink/ink938.xml"/><Relationship Id="rId147" Type="http://schemas.openxmlformats.org/officeDocument/2006/relationships/image" Target="../media/image948.png"/><Relationship Id="rId168" Type="http://schemas.openxmlformats.org/officeDocument/2006/relationships/customXml" Target="../ink/ink959.xml"/><Relationship Id="rId8" Type="http://schemas.openxmlformats.org/officeDocument/2006/relationships/customXml" Target="../ink/ink879.xml"/><Relationship Id="rId51" Type="http://schemas.openxmlformats.org/officeDocument/2006/relationships/image" Target="../media/image900.png"/><Relationship Id="rId72" Type="http://schemas.openxmlformats.org/officeDocument/2006/relationships/customXml" Target="../ink/ink911.xml"/><Relationship Id="rId93" Type="http://schemas.openxmlformats.org/officeDocument/2006/relationships/image" Target="../media/image921.png"/><Relationship Id="rId98" Type="http://schemas.openxmlformats.org/officeDocument/2006/relationships/customXml" Target="../ink/ink924.xml"/><Relationship Id="rId121" Type="http://schemas.openxmlformats.org/officeDocument/2006/relationships/image" Target="../media/image935.png"/><Relationship Id="rId142" Type="http://schemas.openxmlformats.org/officeDocument/2006/relationships/customXml" Target="../ink/ink946.xml"/><Relationship Id="rId163" Type="http://schemas.openxmlformats.org/officeDocument/2006/relationships/image" Target="../media/image956.png"/><Relationship Id="rId184" Type="http://schemas.openxmlformats.org/officeDocument/2006/relationships/customXml" Target="../ink/ink967.xml"/><Relationship Id="rId189" Type="http://schemas.openxmlformats.org/officeDocument/2006/relationships/image" Target="../media/image969.png"/><Relationship Id="rId3" Type="http://schemas.openxmlformats.org/officeDocument/2006/relationships/image" Target="../media/image876.png"/><Relationship Id="rId25" Type="http://schemas.openxmlformats.org/officeDocument/2006/relationships/image" Target="../media/image887.png"/><Relationship Id="rId46" Type="http://schemas.openxmlformats.org/officeDocument/2006/relationships/customXml" Target="../ink/ink898.xml"/><Relationship Id="rId67" Type="http://schemas.openxmlformats.org/officeDocument/2006/relationships/image" Target="../media/image908.png"/><Relationship Id="rId116" Type="http://schemas.openxmlformats.org/officeDocument/2006/relationships/customXml" Target="../ink/ink933.xml"/><Relationship Id="rId137" Type="http://schemas.openxmlformats.org/officeDocument/2006/relationships/image" Target="../media/image943.png"/><Relationship Id="rId158" Type="http://schemas.openxmlformats.org/officeDocument/2006/relationships/customXml" Target="../ink/ink954.xml"/><Relationship Id="rId20" Type="http://schemas.openxmlformats.org/officeDocument/2006/relationships/customXml" Target="../ink/ink885.xml"/><Relationship Id="rId41" Type="http://schemas.openxmlformats.org/officeDocument/2006/relationships/image" Target="../media/image895.png"/><Relationship Id="rId62" Type="http://schemas.openxmlformats.org/officeDocument/2006/relationships/customXml" Target="../ink/ink906.xml"/><Relationship Id="rId83" Type="http://schemas.openxmlformats.org/officeDocument/2006/relationships/image" Target="../media/image916.png"/><Relationship Id="rId88" Type="http://schemas.openxmlformats.org/officeDocument/2006/relationships/customXml" Target="../ink/ink919.xml"/><Relationship Id="rId111" Type="http://schemas.openxmlformats.org/officeDocument/2006/relationships/image" Target="../media/image930.png"/><Relationship Id="rId132" Type="http://schemas.openxmlformats.org/officeDocument/2006/relationships/customXml" Target="../ink/ink941.xml"/><Relationship Id="rId153" Type="http://schemas.openxmlformats.org/officeDocument/2006/relationships/image" Target="../media/image951.png"/><Relationship Id="rId174" Type="http://schemas.openxmlformats.org/officeDocument/2006/relationships/customXml" Target="../ink/ink962.xml"/><Relationship Id="rId179" Type="http://schemas.openxmlformats.org/officeDocument/2006/relationships/image" Target="../media/image964.png"/><Relationship Id="rId15" Type="http://schemas.openxmlformats.org/officeDocument/2006/relationships/image" Target="../media/image882.png"/><Relationship Id="rId36" Type="http://schemas.openxmlformats.org/officeDocument/2006/relationships/customXml" Target="../ink/ink893.xml"/><Relationship Id="rId57" Type="http://schemas.openxmlformats.org/officeDocument/2006/relationships/image" Target="../media/image903.png"/><Relationship Id="rId106" Type="http://schemas.openxmlformats.org/officeDocument/2006/relationships/customXml" Target="../ink/ink928.xml"/><Relationship Id="rId127" Type="http://schemas.openxmlformats.org/officeDocument/2006/relationships/image" Target="../media/image938.png"/><Relationship Id="rId10" Type="http://schemas.openxmlformats.org/officeDocument/2006/relationships/customXml" Target="../ink/ink880.xml"/><Relationship Id="rId31" Type="http://schemas.openxmlformats.org/officeDocument/2006/relationships/image" Target="../media/image890.png"/><Relationship Id="rId52" Type="http://schemas.openxmlformats.org/officeDocument/2006/relationships/customXml" Target="../ink/ink901.xml"/><Relationship Id="rId73" Type="http://schemas.openxmlformats.org/officeDocument/2006/relationships/image" Target="../media/image911.png"/><Relationship Id="rId78" Type="http://schemas.openxmlformats.org/officeDocument/2006/relationships/customXml" Target="../ink/ink914.xml"/><Relationship Id="rId94" Type="http://schemas.openxmlformats.org/officeDocument/2006/relationships/customXml" Target="../ink/ink922.xml"/><Relationship Id="rId99" Type="http://schemas.openxmlformats.org/officeDocument/2006/relationships/image" Target="../media/image924.png"/><Relationship Id="rId101" Type="http://schemas.openxmlformats.org/officeDocument/2006/relationships/image" Target="../media/image925.png"/><Relationship Id="rId122" Type="http://schemas.openxmlformats.org/officeDocument/2006/relationships/customXml" Target="../ink/ink936.xml"/><Relationship Id="rId143" Type="http://schemas.openxmlformats.org/officeDocument/2006/relationships/image" Target="../media/image946.png"/><Relationship Id="rId148" Type="http://schemas.openxmlformats.org/officeDocument/2006/relationships/customXml" Target="../ink/ink949.xml"/><Relationship Id="rId164" Type="http://schemas.openxmlformats.org/officeDocument/2006/relationships/customXml" Target="../ink/ink957.xml"/><Relationship Id="rId169" Type="http://schemas.openxmlformats.org/officeDocument/2006/relationships/image" Target="../media/image959.png"/><Relationship Id="rId185" Type="http://schemas.openxmlformats.org/officeDocument/2006/relationships/image" Target="../media/image967.png"/><Relationship Id="rId4" Type="http://schemas.openxmlformats.org/officeDocument/2006/relationships/customXml" Target="../ink/ink877.xml"/><Relationship Id="rId9" Type="http://schemas.openxmlformats.org/officeDocument/2006/relationships/image" Target="../media/image879.png"/><Relationship Id="rId180" Type="http://schemas.openxmlformats.org/officeDocument/2006/relationships/customXml" Target="../ink/ink965.xml"/><Relationship Id="rId26" Type="http://schemas.openxmlformats.org/officeDocument/2006/relationships/customXml" Target="../ink/ink888.xml"/><Relationship Id="rId47" Type="http://schemas.openxmlformats.org/officeDocument/2006/relationships/image" Target="../media/image898.png"/><Relationship Id="rId68" Type="http://schemas.openxmlformats.org/officeDocument/2006/relationships/customXml" Target="../ink/ink909.xml"/><Relationship Id="rId89" Type="http://schemas.openxmlformats.org/officeDocument/2006/relationships/image" Target="../media/image919.png"/><Relationship Id="rId112" Type="http://schemas.openxmlformats.org/officeDocument/2006/relationships/customXml" Target="../ink/ink931.xml"/><Relationship Id="rId133" Type="http://schemas.openxmlformats.org/officeDocument/2006/relationships/image" Target="../media/image941.png"/><Relationship Id="rId154" Type="http://schemas.openxmlformats.org/officeDocument/2006/relationships/customXml" Target="../ink/ink952.xml"/><Relationship Id="rId175" Type="http://schemas.openxmlformats.org/officeDocument/2006/relationships/image" Target="../media/image962.png"/><Relationship Id="rId16" Type="http://schemas.openxmlformats.org/officeDocument/2006/relationships/customXml" Target="../ink/ink883.xml"/><Relationship Id="rId37" Type="http://schemas.openxmlformats.org/officeDocument/2006/relationships/image" Target="../media/image893.png"/><Relationship Id="rId58" Type="http://schemas.openxmlformats.org/officeDocument/2006/relationships/customXml" Target="../ink/ink904.xml"/><Relationship Id="rId79" Type="http://schemas.openxmlformats.org/officeDocument/2006/relationships/image" Target="../media/image914.png"/><Relationship Id="rId102" Type="http://schemas.openxmlformats.org/officeDocument/2006/relationships/customXml" Target="../ink/ink926.xml"/><Relationship Id="rId123" Type="http://schemas.openxmlformats.org/officeDocument/2006/relationships/image" Target="../media/image936.png"/><Relationship Id="rId144" Type="http://schemas.openxmlformats.org/officeDocument/2006/relationships/customXml" Target="../ink/ink947.xml"/><Relationship Id="rId90" Type="http://schemas.openxmlformats.org/officeDocument/2006/relationships/customXml" Target="../ink/ink920.xml"/><Relationship Id="rId165" Type="http://schemas.openxmlformats.org/officeDocument/2006/relationships/image" Target="../media/image957.png"/><Relationship Id="rId186" Type="http://schemas.openxmlformats.org/officeDocument/2006/relationships/customXml" Target="../ink/ink968.xml"/><Relationship Id="rId27" Type="http://schemas.openxmlformats.org/officeDocument/2006/relationships/image" Target="../media/image888.png"/><Relationship Id="rId48" Type="http://schemas.openxmlformats.org/officeDocument/2006/relationships/customXml" Target="../ink/ink899.xml"/><Relationship Id="rId69" Type="http://schemas.openxmlformats.org/officeDocument/2006/relationships/image" Target="../media/image909.png"/><Relationship Id="rId113" Type="http://schemas.openxmlformats.org/officeDocument/2006/relationships/image" Target="../media/image931.png"/><Relationship Id="rId134" Type="http://schemas.openxmlformats.org/officeDocument/2006/relationships/customXml" Target="../ink/ink942.xml"/><Relationship Id="rId80" Type="http://schemas.openxmlformats.org/officeDocument/2006/relationships/customXml" Target="../ink/ink915.xml"/><Relationship Id="rId155" Type="http://schemas.openxmlformats.org/officeDocument/2006/relationships/image" Target="../media/image952.png"/><Relationship Id="rId176" Type="http://schemas.openxmlformats.org/officeDocument/2006/relationships/customXml" Target="../ink/ink963.xml"/><Relationship Id="rId17" Type="http://schemas.openxmlformats.org/officeDocument/2006/relationships/image" Target="../media/image883.png"/><Relationship Id="rId38" Type="http://schemas.openxmlformats.org/officeDocument/2006/relationships/customXml" Target="../ink/ink894.xml"/><Relationship Id="rId59" Type="http://schemas.openxmlformats.org/officeDocument/2006/relationships/image" Target="../media/image904.png"/><Relationship Id="rId103" Type="http://schemas.openxmlformats.org/officeDocument/2006/relationships/image" Target="../media/image926.png"/><Relationship Id="rId124" Type="http://schemas.openxmlformats.org/officeDocument/2006/relationships/customXml" Target="../ink/ink937.xml"/><Relationship Id="rId70" Type="http://schemas.openxmlformats.org/officeDocument/2006/relationships/customXml" Target="../ink/ink910.xml"/><Relationship Id="rId91" Type="http://schemas.openxmlformats.org/officeDocument/2006/relationships/image" Target="../media/image920.png"/><Relationship Id="rId145" Type="http://schemas.openxmlformats.org/officeDocument/2006/relationships/image" Target="../media/image947.png"/><Relationship Id="rId166" Type="http://schemas.openxmlformats.org/officeDocument/2006/relationships/customXml" Target="../ink/ink958.xml"/><Relationship Id="rId187" Type="http://schemas.openxmlformats.org/officeDocument/2006/relationships/image" Target="../media/image96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889.xml"/><Relationship Id="rId49" Type="http://schemas.openxmlformats.org/officeDocument/2006/relationships/image" Target="../media/image899.png"/><Relationship Id="rId114" Type="http://schemas.openxmlformats.org/officeDocument/2006/relationships/customXml" Target="../ink/ink932.xml"/><Relationship Id="rId60" Type="http://schemas.openxmlformats.org/officeDocument/2006/relationships/customXml" Target="../ink/ink905.xml"/><Relationship Id="rId81" Type="http://schemas.openxmlformats.org/officeDocument/2006/relationships/image" Target="../media/image915.png"/><Relationship Id="rId135" Type="http://schemas.openxmlformats.org/officeDocument/2006/relationships/image" Target="../media/image942.png"/><Relationship Id="rId156" Type="http://schemas.openxmlformats.org/officeDocument/2006/relationships/customXml" Target="../ink/ink953.xml"/><Relationship Id="rId177" Type="http://schemas.openxmlformats.org/officeDocument/2006/relationships/image" Target="../media/image963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82.xml"/><Relationship Id="rId21" Type="http://schemas.openxmlformats.org/officeDocument/2006/relationships/image" Target="../media/image979.png"/><Relationship Id="rId42" Type="http://schemas.openxmlformats.org/officeDocument/2006/relationships/customXml" Target="../ink/ink990.xml"/><Relationship Id="rId47" Type="http://schemas.openxmlformats.org/officeDocument/2006/relationships/image" Target="../media/image992.png"/><Relationship Id="rId63" Type="http://schemas.openxmlformats.org/officeDocument/2006/relationships/image" Target="../media/image1000.png"/><Relationship Id="rId68" Type="http://schemas.openxmlformats.org/officeDocument/2006/relationships/customXml" Target="../ink/ink1003.xml"/><Relationship Id="rId7" Type="http://schemas.openxmlformats.org/officeDocument/2006/relationships/image" Target="../media/image972.png"/><Relationship Id="rId2" Type="http://schemas.openxmlformats.org/officeDocument/2006/relationships/customXml" Target="../ink/ink970.xml"/><Relationship Id="rId16" Type="http://schemas.openxmlformats.org/officeDocument/2006/relationships/customXml" Target="../ink/ink977.xml"/><Relationship Id="rId29" Type="http://schemas.openxmlformats.org/officeDocument/2006/relationships/image" Target="../media/image983.png"/><Relationship Id="rId11" Type="http://schemas.openxmlformats.org/officeDocument/2006/relationships/image" Target="../media/image974.png"/><Relationship Id="rId24" Type="http://schemas.openxmlformats.org/officeDocument/2006/relationships/customXml" Target="../ink/ink981.xml"/><Relationship Id="rId32" Type="http://schemas.openxmlformats.org/officeDocument/2006/relationships/customXml" Target="../ink/ink985.xml"/><Relationship Id="rId37" Type="http://schemas.openxmlformats.org/officeDocument/2006/relationships/image" Target="../media/image987.png"/><Relationship Id="rId40" Type="http://schemas.openxmlformats.org/officeDocument/2006/relationships/customXml" Target="../ink/ink989.xml"/><Relationship Id="rId45" Type="http://schemas.openxmlformats.org/officeDocument/2006/relationships/image" Target="../media/image991.png"/><Relationship Id="rId53" Type="http://schemas.openxmlformats.org/officeDocument/2006/relationships/image" Target="../media/image995.png"/><Relationship Id="rId58" Type="http://schemas.openxmlformats.org/officeDocument/2006/relationships/customXml" Target="../ink/ink998.xml"/><Relationship Id="rId66" Type="http://schemas.openxmlformats.org/officeDocument/2006/relationships/customXml" Target="../ink/ink1002.xml"/><Relationship Id="rId5" Type="http://schemas.openxmlformats.org/officeDocument/2006/relationships/image" Target="../media/image971.png"/><Relationship Id="rId61" Type="http://schemas.openxmlformats.org/officeDocument/2006/relationships/image" Target="../media/image999.png"/><Relationship Id="rId19" Type="http://schemas.openxmlformats.org/officeDocument/2006/relationships/image" Target="../media/image978.png"/><Relationship Id="rId14" Type="http://schemas.openxmlformats.org/officeDocument/2006/relationships/customXml" Target="../ink/ink976.xml"/><Relationship Id="rId22" Type="http://schemas.openxmlformats.org/officeDocument/2006/relationships/customXml" Target="../ink/ink980.xml"/><Relationship Id="rId27" Type="http://schemas.openxmlformats.org/officeDocument/2006/relationships/image" Target="../media/image982.png"/><Relationship Id="rId30" Type="http://schemas.openxmlformats.org/officeDocument/2006/relationships/customXml" Target="../ink/ink984.xml"/><Relationship Id="rId35" Type="http://schemas.openxmlformats.org/officeDocument/2006/relationships/image" Target="../media/image986.png"/><Relationship Id="rId43" Type="http://schemas.openxmlformats.org/officeDocument/2006/relationships/image" Target="../media/image990.png"/><Relationship Id="rId48" Type="http://schemas.openxmlformats.org/officeDocument/2006/relationships/customXml" Target="../ink/ink993.xml"/><Relationship Id="rId56" Type="http://schemas.openxmlformats.org/officeDocument/2006/relationships/customXml" Target="../ink/ink997.xml"/><Relationship Id="rId64" Type="http://schemas.openxmlformats.org/officeDocument/2006/relationships/customXml" Target="../ink/ink1001.xml"/><Relationship Id="rId69" Type="http://schemas.openxmlformats.org/officeDocument/2006/relationships/image" Target="../media/image1003.png"/><Relationship Id="rId8" Type="http://schemas.openxmlformats.org/officeDocument/2006/relationships/customXml" Target="../ink/ink973.xml"/><Relationship Id="rId51" Type="http://schemas.openxmlformats.org/officeDocument/2006/relationships/image" Target="../media/image994.png"/><Relationship Id="rId3" Type="http://schemas.openxmlformats.org/officeDocument/2006/relationships/image" Target="../media/image970.png"/><Relationship Id="rId12" Type="http://schemas.openxmlformats.org/officeDocument/2006/relationships/customXml" Target="../ink/ink975.xml"/><Relationship Id="rId17" Type="http://schemas.openxmlformats.org/officeDocument/2006/relationships/image" Target="../media/image977.png"/><Relationship Id="rId25" Type="http://schemas.openxmlformats.org/officeDocument/2006/relationships/image" Target="../media/image981.png"/><Relationship Id="rId33" Type="http://schemas.openxmlformats.org/officeDocument/2006/relationships/image" Target="../media/image985.png"/><Relationship Id="rId38" Type="http://schemas.openxmlformats.org/officeDocument/2006/relationships/customXml" Target="../ink/ink988.xml"/><Relationship Id="rId46" Type="http://schemas.openxmlformats.org/officeDocument/2006/relationships/customXml" Target="../ink/ink992.xml"/><Relationship Id="rId59" Type="http://schemas.openxmlformats.org/officeDocument/2006/relationships/image" Target="../media/image998.png"/><Relationship Id="rId67" Type="http://schemas.openxmlformats.org/officeDocument/2006/relationships/image" Target="../media/image1002.png"/><Relationship Id="rId20" Type="http://schemas.openxmlformats.org/officeDocument/2006/relationships/customXml" Target="../ink/ink979.xml"/><Relationship Id="rId41" Type="http://schemas.openxmlformats.org/officeDocument/2006/relationships/image" Target="../media/image989.png"/><Relationship Id="rId54" Type="http://schemas.openxmlformats.org/officeDocument/2006/relationships/customXml" Target="../ink/ink996.xml"/><Relationship Id="rId62" Type="http://schemas.openxmlformats.org/officeDocument/2006/relationships/customXml" Target="../ink/ink10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2.xml"/><Relationship Id="rId15" Type="http://schemas.openxmlformats.org/officeDocument/2006/relationships/image" Target="../media/image976.png"/><Relationship Id="rId23" Type="http://schemas.openxmlformats.org/officeDocument/2006/relationships/image" Target="../media/image980.png"/><Relationship Id="rId28" Type="http://schemas.openxmlformats.org/officeDocument/2006/relationships/customXml" Target="../ink/ink983.xml"/><Relationship Id="rId36" Type="http://schemas.openxmlformats.org/officeDocument/2006/relationships/customXml" Target="../ink/ink987.xml"/><Relationship Id="rId49" Type="http://schemas.openxmlformats.org/officeDocument/2006/relationships/image" Target="../media/image993.png"/><Relationship Id="rId57" Type="http://schemas.openxmlformats.org/officeDocument/2006/relationships/image" Target="../media/image997.png"/><Relationship Id="rId10" Type="http://schemas.openxmlformats.org/officeDocument/2006/relationships/customXml" Target="../ink/ink974.xml"/><Relationship Id="rId31" Type="http://schemas.openxmlformats.org/officeDocument/2006/relationships/image" Target="../media/image984.png"/><Relationship Id="rId44" Type="http://schemas.openxmlformats.org/officeDocument/2006/relationships/customXml" Target="../ink/ink991.xml"/><Relationship Id="rId52" Type="http://schemas.openxmlformats.org/officeDocument/2006/relationships/customXml" Target="../ink/ink995.xml"/><Relationship Id="rId60" Type="http://schemas.openxmlformats.org/officeDocument/2006/relationships/customXml" Target="../ink/ink999.xml"/><Relationship Id="rId65" Type="http://schemas.openxmlformats.org/officeDocument/2006/relationships/image" Target="../media/image1001.png"/><Relationship Id="rId4" Type="http://schemas.openxmlformats.org/officeDocument/2006/relationships/customXml" Target="../ink/ink971.xml"/><Relationship Id="rId9" Type="http://schemas.openxmlformats.org/officeDocument/2006/relationships/image" Target="../media/image973.png"/><Relationship Id="rId13" Type="http://schemas.openxmlformats.org/officeDocument/2006/relationships/image" Target="../media/image975.png"/><Relationship Id="rId18" Type="http://schemas.openxmlformats.org/officeDocument/2006/relationships/customXml" Target="../ink/ink978.xml"/><Relationship Id="rId39" Type="http://schemas.openxmlformats.org/officeDocument/2006/relationships/image" Target="../media/image988.png"/><Relationship Id="rId34" Type="http://schemas.openxmlformats.org/officeDocument/2006/relationships/customXml" Target="../ink/ink986.xml"/><Relationship Id="rId50" Type="http://schemas.openxmlformats.org/officeDocument/2006/relationships/customXml" Target="../ink/ink994.xml"/><Relationship Id="rId55" Type="http://schemas.openxmlformats.org/officeDocument/2006/relationships/image" Target="../media/image996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16.xml"/><Relationship Id="rId117" Type="http://schemas.openxmlformats.org/officeDocument/2006/relationships/image" Target="../media/image1061.png"/><Relationship Id="rId21" Type="http://schemas.openxmlformats.org/officeDocument/2006/relationships/image" Target="../media/image1013.png"/><Relationship Id="rId42" Type="http://schemas.openxmlformats.org/officeDocument/2006/relationships/customXml" Target="../ink/ink1024.xml"/><Relationship Id="rId47" Type="http://schemas.openxmlformats.org/officeDocument/2006/relationships/image" Target="../media/image1026.png"/><Relationship Id="rId63" Type="http://schemas.openxmlformats.org/officeDocument/2006/relationships/image" Target="../media/image1034.png"/><Relationship Id="rId68" Type="http://schemas.openxmlformats.org/officeDocument/2006/relationships/customXml" Target="../ink/ink1037.xml"/><Relationship Id="rId84" Type="http://schemas.openxmlformats.org/officeDocument/2006/relationships/customXml" Target="../ink/ink1045.xml"/><Relationship Id="rId89" Type="http://schemas.openxmlformats.org/officeDocument/2006/relationships/image" Target="../media/image1047.png"/><Relationship Id="rId112" Type="http://schemas.openxmlformats.org/officeDocument/2006/relationships/customXml" Target="../ink/ink1059.xml"/><Relationship Id="rId16" Type="http://schemas.openxmlformats.org/officeDocument/2006/relationships/customXml" Target="../ink/ink1011.xml"/><Relationship Id="rId107" Type="http://schemas.openxmlformats.org/officeDocument/2006/relationships/image" Target="../media/image1056.png"/><Relationship Id="rId11" Type="http://schemas.openxmlformats.org/officeDocument/2006/relationships/image" Target="../media/image1008.png"/><Relationship Id="rId32" Type="http://schemas.openxmlformats.org/officeDocument/2006/relationships/customXml" Target="../ink/ink1019.xml"/><Relationship Id="rId37" Type="http://schemas.openxmlformats.org/officeDocument/2006/relationships/image" Target="../media/image1021.png"/><Relationship Id="rId53" Type="http://schemas.openxmlformats.org/officeDocument/2006/relationships/image" Target="../media/image1029.png"/><Relationship Id="rId58" Type="http://schemas.openxmlformats.org/officeDocument/2006/relationships/customXml" Target="../ink/ink1032.xml"/><Relationship Id="rId74" Type="http://schemas.openxmlformats.org/officeDocument/2006/relationships/customXml" Target="../ink/ink1040.xml"/><Relationship Id="rId79" Type="http://schemas.openxmlformats.org/officeDocument/2006/relationships/image" Target="../media/image1042.png"/><Relationship Id="rId102" Type="http://schemas.openxmlformats.org/officeDocument/2006/relationships/customXml" Target="../ink/ink1054.xml"/><Relationship Id="rId123" Type="http://schemas.openxmlformats.org/officeDocument/2006/relationships/image" Target="../media/image1064.png"/><Relationship Id="rId5" Type="http://schemas.openxmlformats.org/officeDocument/2006/relationships/image" Target="../media/image1005.png"/><Relationship Id="rId90" Type="http://schemas.openxmlformats.org/officeDocument/2006/relationships/customXml" Target="../ink/ink1048.xml"/><Relationship Id="rId95" Type="http://schemas.openxmlformats.org/officeDocument/2006/relationships/image" Target="../media/image1050.png"/><Relationship Id="rId22" Type="http://schemas.openxmlformats.org/officeDocument/2006/relationships/customXml" Target="../ink/ink1014.xml"/><Relationship Id="rId27" Type="http://schemas.openxmlformats.org/officeDocument/2006/relationships/image" Target="../media/image1016.png"/><Relationship Id="rId43" Type="http://schemas.openxmlformats.org/officeDocument/2006/relationships/image" Target="../media/image1024.png"/><Relationship Id="rId48" Type="http://schemas.openxmlformats.org/officeDocument/2006/relationships/customXml" Target="../ink/ink1027.xml"/><Relationship Id="rId64" Type="http://schemas.openxmlformats.org/officeDocument/2006/relationships/customXml" Target="../ink/ink1035.xml"/><Relationship Id="rId69" Type="http://schemas.openxmlformats.org/officeDocument/2006/relationships/image" Target="../media/image1037.png"/><Relationship Id="rId113" Type="http://schemas.openxmlformats.org/officeDocument/2006/relationships/image" Target="../media/image1059.png"/><Relationship Id="rId118" Type="http://schemas.openxmlformats.org/officeDocument/2006/relationships/customXml" Target="../ink/ink1062.xml"/><Relationship Id="rId80" Type="http://schemas.openxmlformats.org/officeDocument/2006/relationships/customXml" Target="../ink/ink1043.xml"/><Relationship Id="rId85" Type="http://schemas.openxmlformats.org/officeDocument/2006/relationships/image" Target="../media/image1045.png"/><Relationship Id="rId12" Type="http://schemas.openxmlformats.org/officeDocument/2006/relationships/customXml" Target="../ink/ink1009.xml"/><Relationship Id="rId17" Type="http://schemas.openxmlformats.org/officeDocument/2006/relationships/image" Target="../media/image1011.png"/><Relationship Id="rId33" Type="http://schemas.openxmlformats.org/officeDocument/2006/relationships/image" Target="../media/image1019.png"/><Relationship Id="rId38" Type="http://schemas.openxmlformats.org/officeDocument/2006/relationships/customXml" Target="../ink/ink1022.xml"/><Relationship Id="rId59" Type="http://schemas.openxmlformats.org/officeDocument/2006/relationships/image" Target="../media/image1032.png"/><Relationship Id="rId103" Type="http://schemas.openxmlformats.org/officeDocument/2006/relationships/image" Target="../media/image1054.png"/><Relationship Id="rId108" Type="http://schemas.openxmlformats.org/officeDocument/2006/relationships/customXml" Target="../ink/ink1057.xml"/><Relationship Id="rId54" Type="http://schemas.openxmlformats.org/officeDocument/2006/relationships/customXml" Target="../ink/ink1030.xml"/><Relationship Id="rId70" Type="http://schemas.openxmlformats.org/officeDocument/2006/relationships/customXml" Target="../ink/ink1038.xml"/><Relationship Id="rId75" Type="http://schemas.openxmlformats.org/officeDocument/2006/relationships/image" Target="../media/image1040.png"/><Relationship Id="rId91" Type="http://schemas.openxmlformats.org/officeDocument/2006/relationships/image" Target="../media/image1048.png"/><Relationship Id="rId96" Type="http://schemas.openxmlformats.org/officeDocument/2006/relationships/customXml" Target="../ink/ink10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6.xml"/><Relationship Id="rId23" Type="http://schemas.openxmlformats.org/officeDocument/2006/relationships/image" Target="../media/image1014.png"/><Relationship Id="rId28" Type="http://schemas.openxmlformats.org/officeDocument/2006/relationships/customXml" Target="../ink/ink1017.xml"/><Relationship Id="rId49" Type="http://schemas.openxmlformats.org/officeDocument/2006/relationships/image" Target="../media/image1027.png"/><Relationship Id="rId114" Type="http://schemas.openxmlformats.org/officeDocument/2006/relationships/customXml" Target="../ink/ink1060.xml"/><Relationship Id="rId119" Type="http://schemas.openxmlformats.org/officeDocument/2006/relationships/image" Target="../media/image1062.png"/><Relationship Id="rId44" Type="http://schemas.openxmlformats.org/officeDocument/2006/relationships/customXml" Target="../ink/ink1025.xml"/><Relationship Id="rId60" Type="http://schemas.openxmlformats.org/officeDocument/2006/relationships/customXml" Target="../ink/ink1033.xml"/><Relationship Id="rId65" Type="http://schemas.openxmlformats.org/officeDocument/2006/relationships/image" Target="../media/image1035.png"/><Relationship Id="rId81" Type="http://schemas.openxmlformats.org/officeDocument/2006/relationships/image" Target="../media/image1043.png"/><Relationship Id="rId86" Type="http://schemas.openxmlformats.org/officeDocument/2006/relationships/customXml" Target="../ink/ink1046.xml"/><Relationship Id="rId4" Type="http://schemas.openxmlformats.org/officeDocument/2006/relationships/customXml" Target="../ink/ink1005.xml"/><Relationship Id="rId9" Type="http://schemas.openxmlformats.org/officeDocument/2006/relationships/image" Target="../media/image1007.png"/><Relationship Id="rId13" Type="http://schemas.openxmlformats.org/officeDocument/2006/relationships/image" Target="../media/image1009.png"/><Relationship Id="rId18" Type="http://schemas.openxmlformats.org/officeDocument/2006/relationships/customXml" Target="../ink/ink1012.xml"/><Relationship Id="rId39" Type="http://schemas.openxmlformats.org/officeDocument/2006/relationships/image" Target="../media/image1022.png"/><Relationship Id="rId109" Type="http://schemas.openxmlformats.org/officeDocument/2006/relationships/image" Target="../media/image1057.png"/><Relationship Id="rId34" Type="http://schemas.openxmlformats.org/officeDocument/2006/relationships/customXml" Target="../ink/ink1020.xml"/><Relationship Id="rId50" Type="http://schemas.openxmlformats.org/officeDocument/2006/relationships/customXml" Target="../ink/ink1028.xml"/><Relationship Id="rId55" Type="http://schemas.openxmlformats.org/officeDocument/2006/relationships/image" Target="../media/image1030.png"/><Relationship Id="rId76" Type="http://schemas.openxmlformats.org/officeDocument/2006/relationships/customXml" Target="../ink/ink1041.xml"/><Relationship Id="rId97" Type="http://schemas.openxmlformats.org/officeDocument/2006/relationships/image" Target="../media/image1051.png"/><Relationship Id="rId104" Type="http://schemas.openxmlformats.org/officeDocument/2006/relationships/customXml" Target="../ink/ink1055.xml"/><Relationship Id="rId120" Type="http://schemas.openxmlformats.org/officeDocument/2006/relationships/customXml" Target="../ink/ink1063.xml"/><Relationship Id="rId7" Type="http://schemas.openxmlformats.org/officeDocument/2006/relationships/image" Target="../media/image1006.png"/><Relationship Id="rId71" Type="http://schemas.openxmlformats.org/officeDocument/2006/relationships/image" Target="../media/image1038.png"/><Relationship Id="rId92" Type="http://schemas.openxmlformats.org/officeDocument/2006/relationships/customXml" Target="../ink/ink1049.xml"/><Relationship Id="rId2" Type="http://schemas.openxmlformats.org/officeDocument/2006/relationships/customXml" Target="../ink/ink1004.xml"/><Relationship Id="rId29" Type="http://schemas.openxmlformats.org/officeDocument/2006/relationships/image" Target="../media/image1017.png"/><Relationship Id="rId24" Type="http://schemas.openxmlformats.org/officeDocument/2006/relationships/customXml" Target="../ink/ink1015.xml"/><Relationship Id="rId40" Type="http://schemas.openxmlformats.org/officeDocument/2006/relationships/customXml" Target="../ink/ink1023.xml"/><Relationship Id="rId45" Type="http://schemas.openxmlformats.org/officeDocument/2006/relationships/image" Target="../media/image1025.png"/><Relationship Id="rId66" Type="http://schemas.openxmlformats.org/officeDocument/2006/relationships/customXml" Target="../ink/ink1036.xml"/><Relationship Id="rId87" Type="http://schemas.openxmlformats.org/officeDocument/2006/relationships/image" Target="../media/image1046.png"/><Relationship Id="rId110" Type="http://schemas.openxmlformats.org/officeDocument/2006/relationships/customXml" Target="../ink/ink1058.xml"/><Relationship Id="rId115" Type="http://schemas.openxmlformats.org/officeDocument/2006/relationships/image" Target="../media/image1060.png"/><Relationship Id="rId61" Type="http://schemas.openxmlformats.org/officeDocument/2006/relationships/image" Target="../media/image1033.png"/><Relationship Id="rId82" Type="http://schemas.openxmlformats.org/officeDocument/2006/relationships/customXml" Target="../ink/ink1044.xml"/><Relationship Id="rId19" Type="http://schemas.openxmlformats.org/officeDocument/2006/relationships/image" Target="../media/image1012.png"/><Relationship Id="rId14" Type="http://schemas.openxmlformats.org/officeDocument/2006/relationships/customXml" Target="../ink/ink1010.xml"/><Relationship Id="rId30" Type="http://schemas.openxmlformats.org/officeDocument/2006/relationships/customXml" Target="../ink/ink1018.xml"/><Relationship Id="rId35" Type="http://schemas.openxmlformats.org/officeDocument/2006/relationships/image" Target="../media/image1020.png"/><Relationship Id="rId56" Type="http://schemas.openxmlformats.org/officeDocument/2006/relationships/customXml" Target="../ink/ink1031.xml"/><Relationship Id="rId77" Type="http://schemas.openxmlformats.org/officeDocument/2006/relationships/image" Target="../media/image1041.png"/><Relationship Id="rId100" Type="http://schemas.openxmlformats.org/officeDocument/2006/relationships/customXml" Target="../ink/ink1053.xml"/><Relationship Id="rId105" Type="http://schemas.openxmlformats.org/officeDocument/2006/relationships/image" Target="../media/image1055.png"/><Relationship Id="rId8" Type="http://schemas.openxmlformats.org/officeDocument/2006/relationships/customXml" Target="../ink/ink1007.xml"/><Relationship Id="rId51" Type="http://schemas.openxmlformats.org/officeDocument/2006/relationships/image" Target="../media/image1028.png"/><Relationship Id="rId72" Type="http://schemas.openxmlformats.org/officeDocument/2006/relationships/customXml" Target="../ink/ink1039.xml"/><Relationship Id="rId93" Type="http://schemas.openxmlformats.org/officeDocument/2006/relationships/image" Target="../media/image1049.png"/><Relationship Id="rId98" Type="http://schemas.openxmlformats.org/officeDocument/2006/relationships/customXml" Target="../ink/ink1052.xml"/><Relationship Id="rId121" Type="http://schemas.openxmlformats.org/officeDocument/2006/relationships/image" Target="../media/image1063.png"/><Relationship Id="rId3" Type="http://schemas.openxmlformats.org/officeDocument/2006/relationships/image" Target="../media/image1004.png"/><Relationship Id="rId25" Type="http://schemas.openxmlformats.org/officeDocument/2006/relationships/image" Target="../media/image1015.png"/><Relationship Id="rId46" Type="http://schemas.openxmlformats.org/officeDocument/2006/relationships/customXml" Target="../ink/ink1026.xml"/><Relationship Id="rId67" Type="http://schemas.openxmlformats.org/officeDocument/2006/relationships/image" Target="../media/image1036.png"/><Relationship Id="rId116" Type="http://schemas.openxmlformats.org/officeDocument/2006/relationships/customXml" Target="../ink/ink1061.xml"/><Relationship Id="rId20" Type="http://schemas.openxmlformats.org/officeDocument/2006/relationships/customXml" Target="../ink/ink1013.xml"/><Relationship Id="rId41" Type="http://schemas.openxmlformats.org/officeDocument/2006/relationships/image" Target="../media/image1023.png"/><Relationship Id="rId62" Type="http://schemas.openxmlformats.org/officeDocument/2006/relationships/customXml" Target="../ink/ink1034.xml"/><Relationship Id="rId83" Type="http://schemas.openxmlformats.org/officeDocument/2006/relationships/image" Target="../media/image1044.png"/><Relationship Id="rId88" Type="http://schemas.openxmlformats.org/officeDocument/2006/relationships/customXml" Target="../ink/ink1047.xml"/><Relationship Id="rId111" Type="http://schemas.openxmlformats.org/officeDocument/2006/relationships/image" Target="../media/image1058.png"/><Relationship Id="rId15" Type="http://schemas.openxmlformats.org/officeDocument/2006/relationships/image" Target="../media/image1010.png"/><Relationship Id="rId36" Type="http://schemas.openxmlformats.org/officeDocument/2006/relationships/customXml" Target="../ink/ink1021.xml"/><Relationship Id="rId57" Type="http://schemas.openxmlformats.org/officeDocument/2006/relationships/image" Target="../media/image1031.png"/><Relationship Id="rId106" Type="http://schemas.openxmlformats.org/officeDocument/2006/relationships/customXml" Target="../ink/ink1056.xml"/><Relationship Id="rId10" Type="http://schemas.openxmlformats.org/officeDocument/2006/relationships/customXml" Target="../ink/ink1008.xml"/><Relationship Id="rId31" Type="http://schemas.openxmlformats.org/officeDocument/2006/relationships/image" Target="../media/image1018.png"/><Relationship Id="rId52" Type="http://schemas.openxmlformats.org/officeDocument/2006/relationships/customXml" Target="../ink/ink1029.xml"/><Relationship Id="rId73" Type="http://schemas.openxmlformats.org/officeDocument/2006/relationships/image" Target="../media/image1039.png"/><Relationship Id="rId78" Type="http://schemas.openxmlformats.org/officeDocument/2006/relationships/customXml" Target="../ink/ink1042.xml"/><Relationship Id="rId94" Type="http://schemas.openxmlformats.org/officeDocument/2006/relationships/customXml" Target="../ink/ink1050.xml"/><Relationship Id="rId99" Type="http://schemas.openxmlformats.org/officeDocument/2006/relationships/image" Target="../media/image1052.png"/><Relationship Id="rId101" Type="http://schemas.openxmlformats.org/officeDocument/2006/relationships/image" Target="../media/image1053.png"/><Relationship Id="rId122" Type="http://schemas.openxmlformats.org/officeDocument/2006/relationships/customXml" Target="../ink/ink1064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22.png"/><Relationship Id="rId21" Type="http://schemas.openxmlformats.org/officeDocument/2006/relationships/image" Target="../media/image1074.png"/><Relationship Id="rId42" Type="http://schemas.openxmlformats.org/officeDocument/2006/relationships/customXml" Target="../ink/ink1085.xml"/><Relationship Id="rId63" Type="http://schemas.openxmlformats.org/officeDocument/2006/relationships/image" Target="../media/image1095.png"/><Relationship Id="rId84" Type="http://schemas.openxmlformats.org/officeDocument/2006/relationships/customXml" Target="../ink/ink1106.xml"/><Relationship Id="rId138" Type="http://schemas.openxmlformats.org/officeDocument/2006/relationships/customXml" Target="../ink/ink1133.xml"/><Relationship Id="rId16" Type="http://schemas.openxmlformats.org/officeDocument/2006/relationships/customXml" Target="../ink/ink1072.xml"/><Relationship Id="rId107" Type="http://schemas.openxmlformats.org/officeDocument/2006/relationships/image" Target="../media/image1117.png"/><Relationship Id="rId11" Type="http://schemas.openxmlformats.org/officeDocument/2006/relationships/image" Target="../media/image1069.png"/><Relationship Id="rId32" Type="http://schemas.openxmlformats.org/officeDocument/2006/relationships/customXml" Target="../ink/ink1080.xml"/><Relationship Id="rId37" Type="http://schemas.openxmlformats.org/officeDocument/2006/relationships/image" Target="../media/image1082.png"/><Relationship Id="rId53" Type="http://schemas.openxmlformats.org/officeDocument/2006/relationships/image" Target="../media/image1090.png"/><Relationship Id="rId58" Type="http://schemas.openxmlformats.org/officeDocument/2006/relationships/customXml" Target="../ink/ink1093.xml"/><Relationship Id="rId74" Type="http://schemas.openxmlformats.org/officeDocument/2006/relationships/customXml" Target="../ink/ink1101.xml"/><Relationship Id="rId79" Type="http://schemas.openxmlformats.org/officeDocument/2006/relationships/image" Target="../media/image1103.png"/><Relationship Id="rId102" Type="http://schemas.openxmlformats.org/officeDocument/2006/relationships/customXml" Target="../ink/ink1115.xml"/><Relationship Id="rId123" Type="http://schemas.openxmlformats.org/officeDocument/2006/relationships/image" Target="../media/image1125.png"/><Relationship Id="rId128" Type="http://schemas.openxmlformats.org/officeDocument/2006/relationships/customXml" Target="../ink/ink1128.xml"/><Relationship Id="rId5" Type="http://schemas.openxmlformats.org/officeDocument/2006/relationships/image" Target="../media/image1066.png"/><Relationship Id="rId90" Type="http://schemas.openxmlformats.org/officeDocument/2006/relationships/customXml" Target="../ink/ink1109.xml"/><Relationship Id="rId95" Type="http://schemas.openxmlformats.org/officeDocument/2006/relationships/image" Target="../media/image1111.png"/><Relationship Id="rId22" Type="http://schemas.openxmlformats.org/officeDocument/2006/relationships/customXml" Target="../ink/ink1075.xml"/><Relationship Id="rId27" Type="http://schemas.openxmlformats.org/officeDocument/2006/relationships/image" Target="../media/image1077.png"/><Relationship Id="rId43" Type="http://schemas.openxmlformats.org/officeDocument/2006/relationships/image" Target="../media/image1085.png"/><Relationship Id="rId48" Type="http://schemas.openxmlformats.org/officeDocument/2006/relationships/customXml" Target="../ink/ink1088.xml"/><Relationship Id="rId64" Type="http://schemas.openxmlformats.org/officeDocument/2006/relationships/customXml" Target="../ink/ink1096.xml"/><Relationship Id="rId69" Type="http://schemas.openxmlformats.org/officeDocument/2006/relationships/image" Target="../media/image1098.png"/><Relationship Id="rId113" Type="http://schemas.openxmlformats.org/officeDocument/2006/relationships/image" Target="../media/image1120.png"/><Relationship Id="rId118" Type="http://schemas.openxmlformats.org/officeDocument/2006/relationships/customXml" Target="../ink/ink1123.xml"/><Relationship Id="rId134" Type="http://schemas.openxmlformats.org/officeDocument/2006/relationships/customXml" Target="../ink/ink1131.xml"/><Relationship Id="rId139" Type="http://schemas.openxmlformats.org/officeDocument/2006/relationships/image" Target="../media/image1133.png"/><Relationship Id="rId80" Type="http://schemas.openxmlformats.org/officeDocument/2006/relationships/customXml" Target="../ink/ink1104.xml"/><Relationship Id="rId85" Type="http://schemas.openxmlformats.org/officeDocument/2006/relationships/image" Target="../media/image1106.png"/><Relationship Id="rId12" Type="http://schemas.openxmlformats.org/officeDocument/2006/relationships/customXml" Target="../ink/ink1070.xml"/><Relationship Id="rId17" Type="http://schemas.openxmlformats.org/officeDocument/2006/relationships/image" Target="../media/image1072.png"/><Relationship Id="rId33" Type="http://schemas.openxmlformats.org/officeDocument/2006/relationships/image" Target="../media/image1080.png"/><Relationship Id="rId38" Type="http://schemas.openxmlformats.org/officeDocument/2006/relationships/customXml" Target="../ink/ink1083.xml"/><Relationship Id="rId59" Type="http://schemas.openxmlformats.org/officeDocument/2006/relationships/image" Target="../media/image1093.png"/><Relationship Id="rId103" Type="http://schemas.openxmlformats.org/officeDocument/2006/relationships/image" Target="../media/image1115.png"/><Relationship Id="rId108" Type="http://schemas.openxmlformats.org/officeDocument/2006/relationships/customXml" Target="../ink/ink1118.xml"/><Relationship Id="rId124" Type="http://schemas.openxmlformats.org/officeDocument/2006/relationships/customXml" Target="../ink/ink1126.xml"/><Relationship Id="rId129" Type="http://schemas.openxmlformats.org/officeDocument/2006/relationships/image" Target="../media/image1128.png"/><Relationship Id="rId54" Type="http://schemas.openxmlformats.org/officeDocument/2006/relationships/customXml" Target="../ink/ink1091.xml"/><Relationship Id="rId70" Type="http://schemas.openxmlformats.org/officeDocument/2006/relationships/customXml" Target="../ink/ink1099.xml"/><Relationship Id="rId75" Type="http://schemas.openxmlformats.org/officeDocument/2006/relationships/image" Target="../media/image1101.png"/><Relationship Id="rId91" Type="http://schemas.openxmlformats.org/officeDocument/2006/relationships/image" Target="../media/image1109.png"/><Relationship Id="rId96" Type="http://schemas.openxmlformats.org/officeDocument/2006/relationships/customXml" Target="../ink/ink11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7.xml"/><Relationship Id="rId23" Type="http://schemas.openxmlformats.org/officeDocument/2006/relationships/image" Target="../media/image1075.png"/><Relationship Id="rId28" Type="http://schemas.openxmlformats.org/officeDocument/2006/relationships/customXml" Target="../ink/ink1078.xml"/><Relationship Id="rId49" Type="http://schemas.openxmlformats.org/officeDocument/2006/relationships/image" Target="../media/image1088.png"/><Relationship Id="rId114" Type="http://schemas.openxmlformats.org/officeDocument/2006/relationships/customXml" Target="../ink/ink1121.xml"/><Relationship Id="rId119" Type="http://schemas.openxmlformats.org/officeDocument/2006/relationships/image" Target="../media/image1123.png"/><Relationship Id="rId44" Type="http://schemas.openxmlformats.org/officeDocument/2006/relationships/customXml" Target="../ink/ink1086.xml"/><Relationship Id="rId60" Type="http://schemas.openxmlformats.org/officeDocument/2006/relationships/customXml" Target="../ink/ink1094.xml"/><Relationship Id="rId65" Type="http://schemas.openxmlformats.org/officeDocument/2006/relationships/image" Target="../media/image1096.png"/><Relationship Id="rId81" Type="http://schemas.openxmlformats.org/officeDocument/2006/relationships/image" Target="../media/image1104.png"/><Relationship Id="rId86" Type="http://schemas.openxmlformats.org/officeDocument/2006/relationships/customXml" Target="../ink/ink1107.xml"/><Relationship Id="rId130" Type="http://schemas.openxmlformats.org/officeDocument/2006/relationships/customXml" Target="../ink/ink1129.xml"/><Relationship Id="rId135" Type="http://schemas.openxmlformats.org/officeDocument/2006/relationships/image" Target="../media/image1131.png"/><Relationship Id="rId13" Type="http://schemas.openxmlformats.org/officeDocument/2006/relationships/image" Target="../media/image1070.png"/><Relationship Id="rId18" Type="http://schemas.openxmlformats.org/officeDocument/2006/relationships/customXml" Target="../ink/ink1073.xml"/><Relationship Id="rId39" Type="http://schemas.openxmlformats.org/officeDocument/2006/relationships/image" Target="../media/image1083.png"/><Relationship Id="rId109" Type="http://schemas.openxmlformats.org/officeDocument/2006/relationships/image" Target="../media/image1118.png"/><Relationship Id="rId34" Type="http://schemas.openxmlformats.org/officeDocument/2006/relationships/customXml" Target="../ink/ink1081.xml"/><Relationship Id="rId50" Type="http://schemas.openxmlformats.org/officeDocument/2006/relationships/customXml" Target="../ink/ink1089.xml"/><Relationship Id="rId55" Type="http://schemas.openxmlformats.org/officeDocument/2006/relationships/image" Target="../media/image1091.png"/><Relationship Id="rId76" Type="http://schemas.openxmlformats.org/officeDocument/2006/relationships/customXml" Target="../ink/ink1102.xml"/><Relationship Id="rId97" Type="http://schemas.openxmlformats.org/officeDocument/2006/relationships/image" Target="../media/image1112.png"/><Relationship Id="rId104" Type="http://schemas.openxmlformats.org/officeDocument/2006/relationships/customXml" Target="../ink/ink1116.xml"/><Relationship Id="rId120" Type="http://schemas.openxmlformats.org/officeDocument/2006/relationships/customXml" Target="../ink/ink1124.xml"/><Relationship Id="rId125" Type="http://schemas.openxmlformats.org/officeDocument/2006/relationships/image" Target="../media/image1126.png"/><Relationship Id="rId7" Type="http://schemas.openxmlformats.org/officeDocument/2006/relationships/image" Target="../media/image1067.png"/><Relationship Id="rId71" Type="http://schemas.openxmlformats.org/officeDocument/2006/relationships/image" Target="../media/image1099.png"/><Relationship Id="rId92" Type="http://schemas.openxmlformats.org/officeDocument/2006/relationships/customXml" Target="../ink/ink1110.xml"/><Relationship Id="rId2" Type="http://schemas.openxmlformats.org/officeDocument/2006/relationships/customXml" Target="../ink/ink1065.xml"/><Relationship Id="rId29" Type="http://schemas.openxmlformats.org/officeDocument/2006/relationships/image" Target="../media/image1078.png"/><Relationship Id="rId24" Type="http://schemas.openxmlformats.org/officeDocument/2006/relationships/customXml" Target="../ink/ink1076.xml"/><Relationship Id="rId40" Type="http://schemas.openxmlformats.org/officeDocument/2006/relationships/customXml" Target="../ink/ink1084.xml"/><Relationship Id="rId45" Type="http://schemas.openxmlformats.org/officeDocument/2006/relationships/image" Target="../media/image1086.png"/><Relationship Id="rId66" Type="http://schemas.openxmlformats.org/officeDocument/2006/relationships/customXml" Target="../ink/ink1097.xml"/><Relationship Id="rId87" Type="http://schemas.openxmlformats.org/officeDocument/2006/relationships/image" Target="../media/image1107.png"/><Relationship Id="rId110" Type="http://schemas.openxmlformats.org/officeDocument/2006/relationships/customXml" Target="../ink/ink1119.xml"/><Relationship Id="rId115" Type="http://schemas.openxmlformats.org/officeDocument/2006/relationships/image" Target="../media/image1121.png"/><Relationship Id="rId131" Type="http://schemas.openxmlformats.org/officeDocument/2006/relationships/image" Target="../media/image1129.png"/><Relationship Id="rId136" Type="http://schemas.openxmlformats.org/officeDocument/2006/relationships/customXml" Target="../ink/ink1132.xml"/><Relationship Id="rId61" Type="http://schemas.openxmlformats.org/officeDocument/2006/relationships/image" Target="../media/image1094.png"/><Relationship Id="rId82" Type="http://schemas.openxmlformats.org/officeDocument/2006/relationships/customXml" Target="../ink/ink1105.xml"/><Relationship Id="rId19" Type="http://schemas.openxmlformats.org/officeDocument/2006/relationships/image" Target="../media/image1073.png"/><Relationship Id="rId14" Type="http://schemas.openxmlformats.org/officeDocument/2006/relationships/customXml" Target="../ink/ink1071.xml"/><Relationship Id="rId30" Type="http://schemas.openxmlformats.org/officeDocument/2006/relationships/customXml" Target="../ink/ink1079.xml"/><Relationship Id="rId35" Type="http://schemas.openxmlformats.org/officeDocument/2006/relationships/image" Target="../media/image1081.png"/><Relationship Id="rId56" Type="http://schemas.openxmlformats.org/officeDocument/2006/relationships/customXml" Target="../ink/ink1092.xml"/><Relationship Id="rId77" Type="http://schemas.openxmlformats.org/officeDocument/2006/relationships/image" Target="../media/image1102.png"/><Relationship Id="rId100" Type="http://schemas.openxmlformats.org/officeDocument/2006/relationships/customXml" Target="../ink/ink1114.xml"/><Relationship Id="rId105" Type="http://schemas.openxmlformats.org/officeDocument/2006/relationships/image" Target="../media/image1116.png"/><Relationship Id="rId126" Type="http://schemas.openxmlformats.org/officeDocument/2006/relationships/customXml" Target="../ink/ink1127.xml"/><Relationship Id="rId8" Type="http://schemas.openxmlformats.org/officeDocument/2006/relationships/customXml" Target="../ink/ink1068.xml"/><Relationship Id="rId51" Type="http://schemas.openxmlformats.org/officeDocument/2006/relationships/image" Target="../media/image1089.png"/><Relationship Id="rId72" Type="http://schemas.openxmlformats.org/officeDocument/2006/relationships/customXml" Target="../ink/ink1100.xml"/><Relationship Id="rId93" Type="http://schemas.openxmlformats.org/officeDocument/2006/relationships/image" Target="../media/image1110.png"/><Relationship Id="rId98" Type="http://schemas.openxmlformats.org/officeDocument/2006/relationships/customXml" Target="../ink/ink1113.xml"/><Relationship Id="rId121" Type="http://schemas.openxmlformats.org/officeDocument/2006/relationships/image" Target="../media/image1124.png"/><Relationship Id="rId3" Type="http://schemas.openxmlformats.org/officeDocument/2006/relationships/image" Target="../media/image1065.png"/><Relationship Id="rId25" Type="http://schemas.openxmlformats.org/officeDocument/2006/relationships/image" Target="../media/image1076.png"/><Relationship Id="rId46" Type="http://schemas.openxmlformats.org/officeDocument/2006/relationships/customXml" Target="../ink/ink1087.xml"/><Relationship Id="rId67" Type="http://schemas.openxmlformats.org/officeDocument/2006/relationships/image" Target="../media/image1097.png"/><Relationship Id="rId116" Type="http://schemas.openxmlformats.org/officeDocument/2006/relationships/customXml" Target="../ink/ink1122.xml"/><Relationship Id="rId137" Type="http://schemas.openxmlformats.org/officeDocument/2006/relationships/image" Target="../media/image1132.png"/><Relationship Id="rId20" Type="http://schemas.openxmlformats.org/officeDocument/2006/relationships/customXml" Target="../ink/ink1074.xml"/><Relationship Id="rId41" Type="http://schemas.openxmlformats.org/officeDocument/2006/relationships/image" Target="../media/image1084.png"/><Relationship Id="rId62" Type="http://schemas.openxmlformats.org/officeDocument/2006/relationships/customXml" Target="../ink/ink1095.xml"/><Relationship Id="rId83" Type="http://schemas.openxmlformats.org/officeDocument/2006/relationships/image" Target="../media/image1105.png"/><Relationship Id="rId88" Type="http://schemas.openxmlformats.org/officeDocument/2006/relationships/customXml" Target="../ink/ink1108.xml"/><Relationship Id="rId111" Type="http://schemas.openxmlformats.org/officeDocument/2006/relationships/image" Target="../media/image1119.png"/><Relationship Id="rId132" Type="http://schemas.openxmlformats.org/officeDocument/2006/relationships/customXml" Target="../ink/ink1130.xml"/><Relationship Id="rId15" Type="http://schemas.openxmlformats.org/officeDocument/2006/relationships/image" Target="../media/image1071.png"/><Relationship Id="rId36" Type="http://schemas.openxmlformats.org/officeDocument/2006/relationships/customXml" Target="../ink/ink1082.xml"/><Relationship Id="rId57" Type="http://schemas.openxmlformats.org/officeDocument/2006/relationships/image" Target="../media/image1092.png"/><Relationship Id="rId106" Type="http://schemas.openxmlformats.org/officeDocument/2006/relationships/customXml" Target="../ink/ink1117.xml"/><Relationship Id="rId127" Type="http://schemas.openxmlformats.org/officeDocument/2006/relationships/image" Target="../media/image1127.png"/><Relationship Id="rId10" Type="http://schemas.openxmlformats.org/officeDocument/2006/relationships/customXml" Target="../ink/ink1069.xml"/><Relationship Id="rId31" Type="http://schemas.openxmlformats.org/officeDocument/2006/relationships/image" Target="../media/image1079.png"/><Relationship Id="rId52" Type="http://schemas.openxmlformats.org/officeDocument/2006/relationships/customXml" Target="../ink/ink1090.xml"/><Relationship Id="rId73" Type="http://schemas.openxmlformats.org/officeDocument/2006/relationships/image" Target="../media/image1100.png"/><Relationship Id="rId78" Type="http://schemas.openxmlformats.org/officeDocument/2006/relationships/customXml" Target="../ink/ink1103.xml"/><Relationship Id="rId94" Type="http://schemas.openxmlformats.org/officeDocument/2006/relationships/customXml" Target="../ink/ink1111.xml"/><Relationship Id="rId99" Type="http://schemas.openxmlformats.org/officeDocument/2006/relationships/image" Target="../media/image1113.png"/><Relationship Id="rId101" Type="http://schemas.openxmlformats.org/officeDocument/2006/relationships/image" Target="../media/image1114.png"/><Relationship Id="rId122" Type="http://schemas.openxmlformats.org/officeDocument/2006/relationships/customXml" Target="../ink/ink1125.xml"/><Relationship Id="rId4" Type="http://schemas.openxmlformats.org/officeDocument/2006/relationships/customXml" Target="../ink/ink1066.xml"/><Relationship Id="rId9" Type="http://schemas.openxmlformats.org/officeDocument/2006/relationships/image" Target="../media/image1068.png"/><Relationship Id="rId26" Type="http://schemas.openxmlformats.org/officeDocument/2006/relationships/customXml" Target="../ink/ink1077.xml"/><Relationship Id="rId47" Type="http://schemas.openxmlformats.org/officeDocument/2006/relationships/image" Target="../media/image1087.png"/><Relationship Id="rId68" Type="http://schemas.openxmlformats.org/officeDocument/2006/relationships/customXml" Target="../ink/ink1098.xml"/><Relationship Id="rId89" Type="http://schemas.openxmlformats.org/officeDocument/2006/relationships/image" Target="../media/image1108.png"/><Relationship Id="rId112" Type="http://schemas.openxmlformats.org/officeDocument/2006/relationships/customXml" Target="../ink/ink1120.xml"/><Relationship Id="rId133" Type="http://schemas.openxmlformats.org/officeDocument/2006/relationships/image" Target="../media/image1130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46.xml"/><Relationship Id="rId21" Type="http://schemas.openxmlformats.org/officeDocument/2006/relationships/image" Target="../media/image1143.png"/><Relationship Id="rId42" Type="http://schemas.openxmlformats.org/officeDocument/2006/relationships/customXml" Target="../ink/ink1154.xml"/><Relationship Id="rId47" Type="http://schemas.openxmlformats.org/officeDocument/2006/relationships/image" Target="../media/image1156.png"/><Relationship Id="rId63" Type="http://schemas.openxmlformats.org/officeDocument/2006/relationships/image" Target="../media/image1164.png"/><Relationship Id="rId68" Type="http://schemas.openxmlformats.org/officeDocument/2006/relationships/customXml" Target="../ink/ink1167.xml"/><Relationship Id="rId84" Type="http://schemas.openxmlformats.org/officeDocument/2006/relationships/customXml" Target="../ink/ink1175.xml"/><Relationship Id="rId89" Type="http://schemas.openxmlformats.org/officeDocument/2006/relationships/image" Target="../media/image1177.png"/><Relationship Id="rId16" Type="http://schemas.openxmlformats.org/officeDocument/2006/relationships/customXml" Target="../ink/ink1141.xml"/><Relationship Id="rId107" Type="http://schemas.openxmlformats.org/officeDocument/2006/relationships/image" Target="../media/image1186.png"/><Relationship Id="rId11" Type="http://schemas.openxmlformats.org/officeDocument/2006/relationships/image" Target="../media/image1138.png"/><Relationship Id="rId32" Type="http://schemas.openxmlformats.org/officeDocument/2006/relationships/customXml" Target="../ink/ink1149.xml"/><Relationship Id="rId37" Type="http://schemas.openxmlformats.org/officeDocument/2006/relationships/image" Target="../media/image1151.png"/><Relationship Id="rId53" Type="http://schemas.openxmlformats.org/officeDocument/2006/relationships/image" Target="../media/image1159.png"/><Relationship Id="rId58" Type="http://schemas.openxmlformats.org/officeDocument/2006/relationships/customXml" Target="../ink/ink1162.xml"/><Relationship Id="rId74" Type="http://schemas.openxmlformats.org/officeDocument/2006/relationships/customXml" Target="../ink/ink1170.xml"/><Relationship Id="rId79" Type="http://schemas.openxmlformats.org/officeDocument/2006/relationships/image" Target="../media/image1172.png"/><Relationship Id="rId102" Type="http://schemas.openxmlformats.org/officeDocument/2006/relationships/customXml" Target="../ink/ink1184.xml"/><Relationship Id="rId5" Type="http://schemas.openxmlformats.org/officeDocument/2006/relationships/image" Target="../media/image1135.png"/><Relationship Id="rId90" Type="http://schemas.openxmlformats.org/officeDocument/2006/relationships/customXml" Target="../ink/ink1178.xml"/><Relationship Id="rId95" Type="http://schemas.openxmlformats.org/officeDocument/2006/relationships/image" Target="../media/image1180.png"/><Relationship Id="rId22" Type="http://schemas.openxmlformats.org/officeDocument/2006/relationships/customXml" Target="../ink/ink1144.xml"/><Relationship Id="rId27" Type="http://schemas.openxmlformats.org/officeDocument/2006/relationships/image" Target="../media/image1146.png"/><Relationship Id="rId43" Type="http://schemas.openxmlformats.org/officeDocument/2006/relationships/image" Target="../media/image1154.png"/><Relationship Id="rId48" Type="http://schemas.openxmlformats.org/officeDocument/2006/relationships/customXml" Target="../ink/ink1157.xml"/><Relationship Id="rId64" Type="http://schemas.openxmlformats.org/officeDocument/2006/relationships/customXml" Target="../ink/ink1165.xml"/><Relationship Id="rId69" Type="http://schemas.openxmlformats.org/officeDocument/2006/relationships/image" Target="../media/image1167.png"/><Relationship Id="rId80" Type="http://schemas.openxmlformats.org/officeDocument/2006/relationships/customXml" Target="../ink/ink1173.xml"/><Relationship Id="rId85" Type="http://schemas.openxmlformats.org/officeDocument/2006/relationships/image" Target="../media/image1175.png"/><Relationship Id="rId12" Type="http://schemas.openxmlformats.org/officeDocument/2006/relationships/customXml" Target="../ink/ink1139.xml"/><Relationship Id="rId17" Type="http://schemas.openxmlformats.org/officeDocument/2006/relationships/image" Target="../media/image1141.png"/><Relationship Id="rId33" Type="http://schemas.openxmlformats.org/officeDocument/2006/relationships/image" Target="../media/image1149.png"/><Relationship Id="rId38" Type="http://schemas.openxmlformats.org/officeDocument/2006/relationships/customXml" Target="../ink/ink1152.xml"/><Relationship Id="rId59" Type="http://schemas.openxmlformats.org/officeDocument/2006/relationships/image" Target="../media/image1162.png"/><Relationship Id="rId103" Type="http://schemas.openxmlformats.org/officeDocument/2006/relationships/image" Target="../media/image1184.png"/><Relationship Id="rId20" Type="http://schemas.openxmlformats.org/officeDocument/2006/relationships/customXml" Target="../ink/ink1143.xml"/><Relationship Id="rId41" Type="http://schemas.openxmlformats.org/officeDocument/2006/relationships/image" Target="../media/image1153.png"/><Relationship Id="rId54" Type="http://schemas.openxmlformats.org/officeDocument/2006/relationships/customXml" Target="../ink/ink1160.xml"/><Relationship Id="rId62" Type="http://schemas.openxmlformats.org/officeDocument/2006/relationships/customXml" Target="../ink/ink1164.xml"/><Relationship Id="rId70" Type="http://schemas.openxmlformats.org/officeDocument/2006/relationships/customXml" Target="../ink/ink1168.xml"/><Relationship Id="rId75" Type="http://schemas.openxmlformats.org/officeDocument/2006/relationships/image" Target="../media/image1170.png"/><Relationship Id="rId83" Type="http://schemas.openxmlformats.org/officeDocument/2006/relationships/image" Target="../media/image1174.png"/><Relationship Id="rId88" Type="http://schemas.openxmlformats.org/officeDocument/2006/relationships/customXml" Target="../ink/ink1177.xml"/><Relationship Id="rId91" Type="http://schemas.openxmlformats.org/officeDocument/2006/relationships/image" Target="../media/image1178.png"/><Relationship Id="rId96" Type="http://schemas.openxmlformats.org/officeDocument/2006/relationships/customXml" Target="../ink/ink11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6.xml"/><Relationship Id="rId15" Type="http://schemas.openxmlformats.org/officeDocument/2006/relationships/image" Target="../media/image1140.png"/><Relationship Id="rId23" Type="http://schemas.openxmlformats.org/officeDocument/2006/relationships/image" Target="../media/image1144.png"/><Relationship Id="rId28" Type="http://schemas.openxmlformats.org/officeDocument/2006/relationships/customXml" Target="../ink/ink1147.xml"/><Relationship Id="rId36" Type="http://schemas.openxmlformats.org/officeDocument/2006/relationships/customXml" Target="../ink/ink1151.xml"/><Relationship Id="rId49" Type="http://schemas.openxmlformats.org/officeDocument/2006/relationships/image" Target="../media/image1157.png"/><Relationship Id="rId57" Type="http://schemas.openxmlformats.org/officeDocument/2006/relationships/image" Target="../media/image1161.png"/><Relationship Id="rId106" Type="http://schemas.openxmlformats.org/officeDocument/2006/relationships/customXml" Target="../ink/ink1186.xml"/><Relationship Id="rId10" Type="http://schemas.openxmlformats.org/officeDocument/2006/relationships/customXml" Target="../ink/ink1138.xml"/><Relationship Id="rId31" Type="http://schemas.openxmlformats.org/officeDocument/2006/relationships/image" Target="../media/image1148.png"/><Relationship Id="rId44" Type="http://schemas.openxmlformats.org/officeDocument/2006/relationships/customXml" Target="../ink/ink1155.xml"/><Relationship Id="rId52" Type="http://schemas.openxmlformats.org/officeDocument/2006/relationships/customXml" Target="../ink/ink1159.xml"/><Relationship Id="rId60" Type="http://schemas.openxmlformats.org/officeDocument/2006/relationships/customXml" Target="../ink/ink1163.xml"/><Relationship Id="rId65" Type="http://schemas.openxmlformats.org/officeDocument/2006/relationships/image" Target="../media/image1165.png"/><Relationship Id="rId73" Type="http://schemas.openxmlformats.org/officeDocument/2006/relationships/image" Target="../media/image1169.png"/><Relationship Id="rId78" Type="http://schemas.openxmlformats.org/officeDocument/2006/relationships/customXml" Target="../ink/ink1172.xml"/><Relationship Id="rId81" Type="http://schemas.openxmlformats.org/officeDocument/2006/relationships/image" Target="../media/image1173.png"/><Relationship Id="rId86" Type="http://schemas.openxmlformats.org/officeDocument/2006/relationships/customXml" Target="../ink/ink1176.xml"/><Relationship Id="rId94" Type="http://schemas.openxmlformats.org/officeDocument/2006/relationships/customXml" Target="../ink/ink1180.xml"/><Relationship Id="rId99" Type="http://schemas.openxmlformats.org/officeDocument/2006/relationships/image" Target="../media/image1182.png"/><Relationship Id="rId101" Type="http://schemas.openxmlformats.org/officeDocument/2006/relationships/image" Target="../media/image1183.png"/><Relationship Id="rId4" Type="http://schemas.openxmlformats.org/officeDocument/2006/relationships/customXml" Target="../ink/ink1135.xml"/><Relationship Id="rId9" Type="http://schemas.openxmlformats.org/officeDocument/2006/relationships/image" Target="../media/image1137.png"/><Relationship Id="rId13" Type="http://schemas.openxmlformats.org/officeDocument/2006/relationships/image" Target="../media/image1139.png"/><Relationship Id="rId18" Type="http://schemas.openxmlformats.org/officeDocument/2006/relationships/customXml" Target="../ink/ink1142.xml"/><Relationship Id="rId39" Type="http://schemas.openxmlformats.org/officeDocument/2006/relationships/image" Target="../media/image1152.png"/><Relationship Id="rId34" Type="http://schemas.openxmlformats.org/officeDocument/2006/relationships/customXml" Target="../ink/ink1150.xml"/><Relationship Id="rId50" Type="http://schemas.openxmlformats.org/officeDocument/2006/relationships/customXml" Target="../ink/ink1158.xml"/><Relationship Id="rId55" Type="http://schemas.openxmlformats.org/officeDocument/2006/relationships/image" Target="../media/image1160.png"/><Relationship Id="rId76" Type="http://schemas.openxmlformats.org/officeDocument/2006/relationships/customXml" Target="../ink/ink1171.xml"/><Relationship Id="rId97" Type="http://schemas.openxmlformats.org/officeDocument/2006/relationships/image" Target="../media/image1181.png"/><Relationship Id="rId104" Type="http://schemas.openxmlformats.org/officeDocument/2006/relationships/customXml" Target="../ink/ink1185.xml"/><Relationship Id="rId7" Type="http://schemas.openxmlformats.org/officeDocument/2006/relationships/image" Target="../media/image1136.png"/><Relationship Id="rId71" Type="http://schemas.openxmlformats.org/officeDocument/2006/relationships/image" Target="../media/image1168.png"/><Relationship Id="rId92" Type="http://schemas.openxmlformats.org/officeDocument/2006/relationships/customXml" Target="../ink/ink1179.xml"/><Relationship Id="rId2" Type="http://schemas.openxmlformats.org/officeDocument/2006/relationships/customXml" Target="../ink/ink1134.xml"/><Relationship Id="rId29" Type="http://schemas.openxmlformats.org/officeDocument/2006/relationships/image" Target="../media/image1147.png"/><Relationship Id="rId24" Type="http://schemas.openxmlformats.org/officeDocument/2006/relationships/customXml" Target="../ink/ink1145.xml"/><Relationship Id="rId40" Type="http://schemas.openxmlformats.org/officeDocument/2006/relationships/customXml" Target="../ink/ink1153.xml"/><Relationship Id="rId45" Type="http://schemas.openxmlformats.org/officeDocument/2006/relationships/image" Target="../media/image1155.png"/><Relationship Id="rId66" Type="http://schemas.openxmlformats.org/officeDocument/2006/relationships/customXml" Target="../ink/ink1166.xml"/><Relationship Id="rId87" Type="http://schemas.openxmlformats.org/officeDocument/2006/relationships/image" Target="../media/image1176.png"/><Relationship Id="rId61" Type="http://schemas.openxmlformats.org/officeDocument/2006/relationships/image" Target="../media/image1163.png"/><Relationship Id="rId82" Type="http://schemas.openxmlformats.org/officeDocument/2006/relationships/customXml" Target="../ink/ink1174.xml"/><Relationship Id="rId19" Type="http://schemas.openxmlformats.org/officeDocument/2006/relationships/image" Target="../media/image1142.png"/><Relationship Id="rId14" Type="http://schemas.openxmlformats.org/officeDocument/2006/relationships/customXml" Target="../ink/ink1140.xml"/><Relationship Id="rId30" Type="http://schemas.openxmlformats.org/officeDocument/2006/relationships/customXml" Target="../ink/ink1148.xml"/><Relationship Id="rId35" Type="http://schemas.openxmlformats.org/officeDocument/2006/relationships/image" Target="../media/image1150.png"/><Relationship Id="rId56" Type="http://schemas.openxmlformats.org/officeDocument/2006/relationships/customXml" Target="../ink/ink1161.xml"/><Relationship Id="rId77" Type="http://schemas.openxmlformats.org/officeDocument/2006/relationships/image" Target="../media/image1171.png"/><Relationship Id="rId100" Type="http://schemas.openxmlformats.org/officeDocument/2006/relationships/customXml" Target="../ink/ink1183.xml"/><Relationship Id="rId105" Type="http://schemas.openxmlformats.org/officeDocument/2006/relationships/image" Target="../media/image1185.png"/><Relationship Id="rId8" Type="http://schemas.openxmlformats.org/officeDocument/2006/relationships/customXml" Target="../ink/ink1137.xml"/><Relationship Id="rId51" Type="http://schemas.openxmlformats.org/officeDocument/2006/relationships/image" Target="../media/image1158.png"/><Relationship Id="rId72" Type="http://schemas.openxmlformats.org/officeDocument/2006/relationships/customXml" Target="../ink/ink1169.xml"/><Relationship Id="rId93" Type="http://schemas.openxmlformats.org/officeDocument/2006/relationships/image" Target="../media/image1179.png"/><Relationship Id="rId98" Type="http://schemas.openxmlformats.org/officeDocument/2006/relationships/customXml" Target="../ink/ink1182.xml"/><Relationship Id="rId3" Type="http://schemas.openxmlformats.org/officeDocument/2006/relationships/image" Target="../media/image1134.png"/><Relationship Id="rId25" Type="http://schemas.openxmlformats.org/officeDocument/2006/relationships/image" Target="../media/image1145.png"/><Relationship Id="rId46" Type="http://schemas.openxmlformats.org/officeDocument/2006/relationships/customXml" Target="../ink/ink1156.xml"/><Relationship Id="rId67" Type="http://schemas.openxmlformats.org/officeDocument/2006/relationships/image" Target="../media/image116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E0786A3-10E9-F049-E2F5-C132468F624E}"/>
              </a:ext>
            </a:extLst>
          </p:cNvPr>
          <p:cNvGrpSpPr/>
          <p:nvPr/>
        </p:nvGrpSpPr>
        <p:grpSpPr>
          <a:xfrm>
            <a:off x="1138795" y="500780"/>
            <a:ext cx="4132800" cy="1264320"/>
            <a:chOff x="1138795" y="500780"/>
            <a:chExt cx="4132800" cy="12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06C419-6A31-E45A-F016-8BB0C609FECF}"/>
                    </a:ext>
                  </a:extLst>
                </p14:cNvPr>
                <p14:cNvContentPartPr/>
                <p14:nvPr/>
              </p14:nvContentPartPr>
              <p14:xfrm>
                <a:off x="1138795" y="739460"/>
                <a:ext cx="78840" cy="609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06C419-6A31-E45A-F016-8BB0C609FEC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2675" y="733340"/>
                  <a:ext cx="910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448FCA4-51D5-3E57-339E-BF2942519858}"/>
                    </a:ext>
                  </a:extLst>
                </p14:cNvPr>
                <p14:cNvContentPartPr/>
                <p14:nvPr/>
              </p14:nvContentPartPr>
              <p14:xfrm>
                <a:off x="1171555" y="500780"/>
                <a:ext cx="364320" cy="649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448FCA4-51D5-3E57-339E-BF29425198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5435" y="494660"/>
                  <a:ext cx="37656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A245C1-5C84-7B5D-3348-882EECD4A790}"/>
                    </a:ext>
                  </a:extLst>
                </p14:cNvPr>
                <p14:cNvContentPartPr/>
                <p14:nvPr/>
              </p14:nvContentPartPr>
              <p14:xfrm>
                <a:off x="1717675" y="848180"/>
                <a:ext cx="289800" cy="808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A245C1-5C84-7B5D-3348-882EECD4A7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1555" y="842060"/>
                  <a:ext cx="30204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D4435CE-FC53-75C3-CB86-075EF157AA30}"/>
                    </a:ext>
                  </a:extLst>
                </p14:cNvPr>
                <p14:cNvContentPartPr/>
                <p14:nvPr/>
              </p14:nvContentPartPr>
              <p14:xfrm>
                <a:off x="2289355" y="654860"/>
                <a:ext cx="38880" cy="576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D4435CE-FC53-75C3-CB86-075EF157AA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3235" y="648740"/>
                  <a:ext cx="511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3B80A1-0673-F7C3-41FA-A02D2C925AC6}"/>
                    </a:ext>
                  </a:extLst>
                </p14:cNvPr>
                <p14:cNvContentPartPr/>
                <p14:nvPr/>
              </p14:nvContentPartPr>
              <p14:xfrm>
                <a:off x="2089195" y="757100"/>
                <a:ext cx="1024200" cy="34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3B80A1-0673-F7C3-41FA-A02D2C925A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83075" y="750980"/>
                  <a:ext cx="1036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909296-72D9-CBD0-630C-F3DD9592AF1B}"/>
                    </a:ext>
                  </a:extLst>
                </p14:cNvPr>
                <p14:cNvContentPartPr/>
                <p14:nvPr/>
              </p14:nvContentPartPr>
              <p14:xfrm>
                <a:off x="3269635" y="885260"/>
                <a:ext cx="354960" cy="321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909296-72D9-CBD0-630C-F3DD9592AF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3515" y="879140"/>
                  <a:ext cx="3672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7EE83C-9FD2-2C7C-3057-EBB49A101B9E}"/>
                    </a:ext>
                  </a:extLst>
                </p14:cNvPr>
                <p14:cNvContentPartPr/>
                <p14:nvPr/>
              </p14:nvContentPartPr>
              <p14:xfrm>
                <a:off x="3924475" y="976340"/>
                <a:ext cx="54720" cy="3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7EE83C-9FD2-2C7C-3057-EBB49A101B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8355" y="970220"/>
                  <a:ext cx="66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3CE5D9-DBB9-2A26-29C6-65D663646899}"/>
                    </a:ext>
                  </a:extLst>
                </p14:cNvPr>
                <p14:cNvContentPartPr/>
                <p14:nvPr/>
              </p14:nvContentPartPr>
              <p14:xfrm>
                <a:off x="4090795" y="847820"/>
                <a:ext cx="252000" cy="317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3CE5D9-DBB9-2A26-29C6-65D663646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84675" y="841700"/>
                  <a:ext cx="264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DA60A6-3B73-5D1D-2E7F-C5AFCED683F4}"/>
                    </a:ext>
                  </a:extLst>
                </p14:cNvPr>
                <p14:cNvContentPartPr/>
                <p14:nvPr/>
              </p14:nvContentPartPr>
              <p14:xfrm>
                <a:off x="4463395" y="794180"/>
                <a:ext cx="400680" cy="35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DA60A6-3B73-5D1D-2E7F-C5AFCED683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57275" y="788060"/>
                  <a:ext cx="4129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29ECE5-0142-A4C9-F8F5-1E6544E8DBD2}"/>
                    </a:ext>
                  </a:extLst>
                </p14:cNvPr>
                <p14:cNvContentPartPr/>
                <p14:nvPr/>
              </p14:nvContentPartPr>
              <p14:xfrm>
                <a:off x="4964875" y="736580"/>
                <a:ext cx="306720" cy="1028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29ECE5-0142-A4C9-F8F5-1E6544E8DB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58755" y="730460"/>
                  <a:ext cx="318960" cy="10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2D0E4-9916-4D8F-8C2E-5853DC2F280F}"/>
              </a:ext>
            </a:extLst>
          </p:cNvPr>
          <p:cNvGrpSpPr/>
          <p:nvPr/>
        </p:nvGrpSpPr>
        <p:grpSpPr>
          <a:xfrm>
            <a:off x="5752195" y="695180"/>
            <a:ext cx="803520" cy="762120"/>
            <a:chOff x="5752195" y="695180"/>
            <a:chExt cx="803520" cy="7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C8BACC-E980-F8AE-3606-60060FEA76DB}"/>
                    </a:ext>
                  </a:extLst>
                </p14:cNvPr>
                <p14:cNvContentPartPr/>
                <p14:nvPr/>
              </p14:nvContentPartPr>
              <p14:xfrm>
                <a:off x="5752195" y="983900"/>
                <a:ext cx="498600" cy="78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C8BACC-E980-F8AE-3606-60060FEA76D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46075" y="977780"/>
                  <a:ext cx="510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7E8705-8C61-BAE3-18C7-8FC1662E6C3B}"/>
                    </a:ext>
                  </a:extLst>
                </p14:cNvPr>
                <p14:cNvContentPartPr/>
                <p14:nvPr/>
              </p14:nvContentPartPr>
              <p14:xfrm>
                <a:off x="6237115" y="695180"/>
                <a:ext cx="318600" cy="762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7E8705-8C61-BAE3-18C7-8FC1662E6C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30995" y="689060"/>
                  <a:ext cx="330840" cy="77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BF9B7A4-F69B-8835-901F-966F9D61F962}"/>
                  </a:ext>
                </a:extLst>
              </p14:cNvPr>
              <p14:cNvContentPartPr/>
              <p14:nvPr/>
            </p14:nvContentPartPr>
            <p14:xfrm>
              <a:off x="7020835" y="1237700"/>
              <a:ext cx="42480" cy="33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BF9B7A4-F69B-8835-901F-966F9D61F96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14715" y="123158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F1AC860-84E1-8732-F725-5C6145E75106}"/>
              </a:ext>
            </a:extLst>
          </p:cNvPr>
          <p:cNvGrpSpPr/>
          <p:nvPr/>
        </p:nvGrpSpPr>
        <p:grpSpPr>
          <a:xfrm>
            <a:off x="8631835" y="408620"/>
            <a:ext cx="2909880" cy="893880"/>
            <a:chOff x="8631835" y="408620"/>
            <a:chExt cx="2909880" cy="89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56F42A-7774-8A07-CDD0-694661340FEF}"/>
                    </a:ext>
                  </a:extLst>
                </p14:cNvPr>
                <p14:cNvContentPartPr/>
                <p14:nvPr/>
              </p14:nvContentPartPr>
              <p14:xfrm>
                <a:off x="8788435" y="545780"/>
                <a:ext cx="29880" cy="55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56F42A-7774-8A07-CDD0-694661340F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82315" y="539660"/>
                  <a:ext cx="421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D4A809-17EC-5A06-B90A-B8C8F0332FAF}"/>
                    </a:ext>
                  </a:extLst>
                </p14:cNvPr>
                <p14:cNvContentPartPr/>
                <p14:nvPr/>
              </p14:nvContentPartPr>
              <p14:xfrm>
                <a:off x="8735515" y="408620"/>
                <a:ext cx="494640" cy="158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D4A809-17EC-5A06-B90A-B8C8F0332F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29395" y="402500"/>
                  <a:ext cx="506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1079D0-C5A7-26C9-4322-B20AE04809C4}"/>
                    </a:ext>
                  </a:extLst>
                </p14:cNvPr>
                <p14:cNvContentPartPr/>
                <p14:nvPr/>
              </p14:nvContentPartPr>
              <p14:xfrm>
                <a:off x="8631835" y="1179020"/>
                <a:ext cx="330840" cy="108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1079D0-C5A7-26C9-4322-B20AE04809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5715" y="1172900"/>
                  <a:ext cx="343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C7BCC2-FC54-F332-6C3A-F2C397B3A94B}"/>
                    </a:ext>
                  </a:extLst>
                </p14:cNvPr>
                <p14:cNvContentPartPr/>
                <p14:nvPr/>
              </p14:nvContentPartPr>
              <p14:xfrm>
                <a:off x="9265435" y="1033580"/>
                <a:ext cx="742320" cy="268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C7BCC2-FC54-F332-6C3A-F2C397B3A9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59315" y="1027460"/>
                  <a:ext cx="7545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6424E6F-3615-D815-89CF-51EF8C4CB836}"/>
                    </a:ext>
                  </a:extLst>
                </p14:cNvPr>
                <p14:cNvContentPartPr/>
                <p14:nvPr/>
              </p14:nvContentPartPr>
              <p14:xfrm>
                <a:off x="10293595" y="771140"/>
                <a:ext cx="31320" cy="43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6424E6F-3615-D815-89CF-51EF8C4CB8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87475" y="765020"/>
                  <a:ext cx="435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752267-8543-9816-14DE-B2C84E80CA0D}"/>
                    </a:ext>
                  </a:extLst>
                </p14:cNvPr>
                <p14:cNvContentPartPr/>
                <p14:nvPr/>
              </p14:nvContentPartPr>
              <p14:xfrm>
                <a:off x="10194595" y="632180"/>
                <a:ext cx="933480" cy="583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752267-8543-9816-14DE-B2C84E80CA0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88475" y="626060"/>
                  <a:ext cx="9457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53065B-B6A2-965C-590F-4FA27F77377C}"/>
                    </a:ext>
                  </a:extLst>
                </p14:cNvPr>
                <p14:cNvContentPartPr/>
                <p14:nvPr/>
              </p14:nvContentPartPr>
              <p14:xfrm>
                <a:off x="11313475" y="833060"/>
                <a:ext cx="55800" cy="34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53065B-B6A2-965C-590F-4FA27F7737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307355" y="826940"/>
                  <a:ext cx="680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046AD2-3FB1-8357-4012-87DDFFC15FE5}"/>
                    </a:ext>
                  </a:extLst>
                </p14:cNvPr>
                <p14:cNvContentPartPr/>
                <p14:nvPr/>
              </p14:nvContentPartPr>
              <p14:xfrm>
                <a:off x="11533075" y="939260"/>
                <a:ext cx="8640" cy="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C046AD2-3FB1-8357-4012-87DDFFC15F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26955" y="933140"/>
                  <a:ext cx="2088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6AE173-FDD9-091C-FAEE-BB385185E60C}"/>
              </a:ext>
            </a:extLst>
          </p:cNvPr>
          <p:cNvGrpSpPr/>
          <p:nvPr/>
        </p:nvGrpSpPr>
        <p:grpSpPr>
          <a:xfrm>
            <a:off x="812995" y="2137340"/>
            <a:ext cx="2929680" cy="893520"/>
            <a:chOff x="812995" y="2137340"/>
            <a:chExt cx="2929680" cy="89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0F6EF5-AD7A-5D74-F2DD-2818CE8861F5}"/>
                    </a:ext>
                  </a:extLst>
                </p14:cNvPr>
                <p14:cNvContentPartPr/>
                <p14:nvPr/>
              </p14:nvContentPartPr>
              <p14:xfrm>
                <a:off x="812995" y="2363780"/>
                <a:ext cx="1016640" cy="642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0F6EF5-AD7A-5D74-F2DD-2818CE8861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6875" y="2357660"/>
                  <a:ext cx="10288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56B1B4-4C0D-8A60-8938-0E1778FC66AF}"/>
                    </a:ext>
                  </a:extLst>
                </p14:cNvPr>
                <p14:cNvContentPartPr/>
                <p14:nvPr/>
              </p14:nvContentPartPr>
              <p14:xfrm>
                <a:off x="1966075" y="2218340"/>
                <a:ext cx="43920" cy="812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56B1B4-4C0D-8A60-8938-0E1778FC66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59955" y="2212220"/>
                  <a:ext cx="561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CBF322C-08E8-2999-E801-4A02D17F67E8}"/>
                    </a:ext>
                  </a:extLst>
                </p14:cNvPr>
                <p14:cNvContentPartPr/>
                <p14:nvPr/>
              </p14:nvContentPartPr>
              <p14:xfrm>
                <a:off x="2228875" y="2662220"/>
                <a:ext cx="252360" cy="300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CBF322C-08E8-2999-E801-4A02D17F67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2755" y="2656100"/>
                  <a:ext cx="264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474F58-B320-015D-1AE5-FE82D5FCB841}"/>
                    </a:ext>
                  </a:extLst>
                </p14:cNvPr>
                <p14:cNvContentPartPr/>
                <p14:nvPr/>
              </p14:nvContentPartPr>
              <p14:xfrm>
                <a:off x="2804875" y="2137340"/>
                <a:ext cx="547560" cy="797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474F58-B320-015D-1AE5-FE82D5FCB8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98755" y="2131220"/>
                  <a:ext cx="55980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C961AD-390C-412C-7CA5-DF7296D1C4E6}"/>
                    </a:ext>
                  </a:extLst>
                </p14:cNvPr>
                <p14:cNvContentPartPr/>
                <p14:nvPr/>
              </p14:nvContentPartPr>
              <p14:xfrm>
                <a:off x="3712075" y="2706140"/>
                <a:ext cx="30600" cy="53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C961AD-390C-412C-7CA5-DF7296D1C4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05955" y="2700020"/>
                  <a:ext cx="428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2991F7-82FF-EC42-32E6-2ED333F23673}"/>
              </a:ext>
            </a:extLst>
          </p:cNvPr>
          <p:cNvGrpSpPr/>
          <p:nvPr/>
        </p:nvGrpSpPr>
        <p:grpSpPr>
          <a:xfrm>
            <a:off x="4273675" y="1739180"/>
            <a:ext cx="3180240" cy="1770840"/>
            <a:chOff x="4273675" y="1739180"/>
            <a:chExt cx="3180240" cy="177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586ECAD-A6FA-B6B7-ABC5-6410D3EE6D13}"/>
                    </a:ext>
                  </a:extLst>
                </p14:cNvPr>
                <p14:cNvContentPartPr/>
                <p14:nvPr/>
              </p14:nvContentPartPr>
              <p14:xfrm>
                <a:off x="4273675" y="2192780"/>
                <a:ext cx="1478160" cy="131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586ECAD-A6FA-B6B7-ABC5-6410D3EE6D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67555" y="2186660"/>
                  <a:ext cx="1490400" cy="13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BB3B2B-3E2C-1922-A7EA-E57CE4F8B4E2}"/>
                    </a:ext>
                  </a:extLst>
                </p14:cNvPr>
                <p14:cNvContentPartPr/>
                <p14:nvPr/>
              </p14:nvContentPartPr>
              <p14:xfrm>
                <a:off x="5998795" y="2152820"/>
                <a:ext cx="419400" cy="101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BB3B2B-3E2C-1922-A7EA-E57CE4F8B4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92675" y="2146700"/>
                  <a:ext cx="43164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B0BB9B6-5B66-CB83-8834-73463545D47B}"/>
                    </a:ext>
                  </a:extLst>
                </p14:cNvPr>
                <p14:cNvContentPartPr/>
                <p14:nvPr/>
              </p14:nvContentPartPr>
              <p14:xfrm>
                <a:off x="6742555" y="1739180"/>
                <a:ext cx="101520" cy="902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B0BB9B6-5B66-CB83-8834-73463545D4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6435" y="1733060"/>
                  <a:ext cx="11376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223595-D1D6-04A7-FBA0-F0D5EF13B769}"/>
                    </a:ext>
                  </a:extLst>
                </p14:cNvPr>
                <p14:cNvContentPartPr/>
                <p14:nvPr/>
              </p14:nvContentPartPr>
              <p14:xfrm>
                <a:off x="7076275" y="2170100"/>
                <a:ext cx="377640" cy="495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223595-D1D6-04A7-FBA0-F0D5EF13B7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70155" y="2163980"/>
                  <a:ext cx="389880" cy="50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4AFAA1F-2ACB-E5C5-8BD4-308F9C9D0A47}"/>
              </a:ext>
            </a:extLst>
          </p:cNvPr>
          <p:cNvGrpSpPr/>
          <p:nvPr/>
        </p:nvGrpSpPr>
        <p:grpSpPr>
          <a:xfrm>
            <a:off x="8703115" y="1837820"/>
            <a:ext cx="3322080" cy="956520"/>
            <a:chOff x="8703115" y="1837820"/>
            <a:chExt cx="3322080" cy="95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B7A60BD-0BBC-C53F-297E-FF953FD52098}"/>
                    </a:ext>
                  </a:extLst>
                </p14:cNvPr>
                <p14:cNvContentPartPr/>
                <p14:nvPr/>
              </p14:nvContentPartPr>
              <p14:xfrm>
                <a:off x="8703115" y="2276300"/>
                <a:ext cx="838440" cy="83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B7A60BD-0BBC-C53F-297E-FF953FD520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96995" y="2270180"/>
                  <a:ext cx="850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4FF4C3B-5DED-2D48-C5E2-84FF60B57C21}"/>
                    </a:ext>
                  </a:extLst>
                </p14:cNvPr>
                <p14:cNvContentPartPr/>
                <p14:nvPr/>
              </p14:nvContentPartPr>
              <p14:xfrm>
                <a:off x="9367315" y="1920260"/>
                <a:ext cx="272880" cy="874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4FF4C3B-5DED-2D48-C5E2-84FF60B57C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61195" y="1914140"/>
                  <a:ext cx="28512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CD076A-EF53-17F8-39FF-9124C62FB313}"/>
                    </a:ext>
                  </a:extLst>
                </p14:cNvPr>
                <p14:cNvContentPartPr/>
                <p14:nvPr/>
              </p14:nvContentPartPr>
              <p14:xfrm>
                <a:off x="9829195" y="1837820"/>
                <a:ext cx="285120" cy="874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CD076A-EF53-17F8-39FF-9124C62FB31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23075" y="1831700"/>
                  <a:ext cx="297360" cy="8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543F53-D932-E658-820B-2F19739B1219}"/>
                    </a:ext>
                  </a:extLst>
                </p14:cNvPr>
                <p14:cNvContentPartPr/>
                <p14:nvPr/>
              </p14:nvContentPartPr>
              <p14:xfrm>
                <a:off x="10265875" y="2134460"/>
                <a:ext cx="465480" cy="36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543F53-D932-E658-820B-2F19739B121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59755" y="2128340"/>
                  <a:ext cx="4777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889407-0478-AF41-C447-98DCDF8E4D7C}"/>
                    </a:ext>
                  </a:extLst>
                </p14:cNvPr>
                <p14:cNvContentPartPr/>
                <p14:nvPr/>
              </p14:nvContentPartPr>
              <p14:xfrm>
                <a:off x="10358395" y="2105660"/>
                <a:ext cx="672120" cy="544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889407-0478-AF41-C447-98DCDF8E4D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52275" y="2099540"/>
                  <a:ext cx="68436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92F76A-8981-3B08-6F4D-73E7B8C4EE78}"/>
                    </a:ext>
                  </a:extLst>
                </p14:cNvPr>
                <p14:cNvContentPartPr/>
                <p14:nvPr/>
              </p14:nvContentPartPr>
              <p14:xfrm>
                <a:off x="11145715" y="2113220"/>
                <a:ext cx="879480" cy="39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92F76A-8981-3B08-6F4D-73E7B8C4EE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39595" y="2107100"/>
                  <a:ext cx="89172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AE64B40-5867-7D76-3B05-1CD0CE0C29EB}"/>
              </a:ext>
            </a:extLst>
          </p:cNvPr>
          <p:cNvGrpSpPr/>
          <p:nvPr/>
        </p:nvGrpSpPr>
        <p:grpSpPr>
          <a:xfrm>
            <a:off x="1381435" y="3485900"/>
            <a:ext cx="10852560" cy="3151080"/>
            <a:chOff x="1381435" y="3485900"/>
            <a:chExt cx="10852560" cy="31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F1BAD1-5E79-9BFA-B5B7-60EE852B25E3}"/>
                    </a:ext>
                  </a:extLst>
                </p14:cNvPr>
                <p14:cNvContentPartPr/>
                <p14:nvPr/>
              </p14:nvContentPartPr>
              <p14:xfrm>
                <a:off x="1615075" y="4048220"/>
                <a:ext cx="934920" cy="626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F1BAD1-5E79-9BFA-B5B7-60EE852B25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08955" y="4042100"/>
                  <a:ext cx="94716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A9A9E0-6130-B0AF-E584-108B8C27EE09}"/>
                    </a:ext>
                  </a:extLst>
                </p14:cNvPr>
                <p14:cNvContentPartPr/>
                <p14:nvPr/>
              </p14:nvContentPartPr>
              <p14:xfrm>
                <a:off x="2880115" y="3836900"/>
                <a:ext cx="33120" cy="792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A9A9E0-6130-B0AF-E584-108B8C27EE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73995" y="3830780"/>
                  <a:ext cx="4536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44A242-C252-E84B-CF22-73B68EDFEE08}"/>
                    </a:ext>
                  </a:extLst>
                </p14:cNvPr>
                <p14:cNvContentPartPr/>
                <p14:nvPr/>
              </p14:nvContentPartPr>
              <p14:xfrm>
                <a:off x="3074515" y="4290500"/>
                <a:ext cx="348480" cy="268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44A242-C252-E84B-CF22-73B68EDFEE0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68395" y="4284380"/>
                  <a:ext cx="3607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1FC5B6-36BF-C570-B80D-348D255242C3}"/>
                    </a:ext>
                  </a:extLst>
                </p14:cNvPr>
                <p14:cNvContentPartPr/>
                <p14:nvPr/>
              </p14:nvContentPartPr>
              <p14:xfrm>
                <a:off x="3870115" y="3711980"/>
                <a:ext cx="210240" cy="100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1FC5B6-36BF-C570-B80D-348D255242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3995" y="3705860"/>
                  <a:ext cx="22248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B25270-BDFE-A672-F21A-C45440F34F9A}"/>
                    </a:ext>
                  </a:extLst>
                </p14:cNvPr>
                <p14:cNvContentPartPr/>
                <p14:nvPr/>
              </p14:nvContentPartPr>
              <p14:xfrm>
                <a:off x="5664355" y="4369700"/>
                <a:ext cx="1173600" cy="140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B25270-BDFE-A672-F21A-C45440F34F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8235" y="4363580"/>
                  <a:ext cx="1185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6EF5CD-98AE-E64E-3A6E-543EBB3A1E69}"/>
                    </a:ext>
                  </a:extLst>
                </p14:cNvPr>
                <p14:cNvContentPartPr/>
                <p14:nvPr/>
              </p14:nvContentPartPr>
              <p14:xfrm>
                <a:off x="7938835" y="3736820"/>
                <a:ext cx="391320" cy="606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6EF5CD-98AE-E64E-3A6E-543EBB3A1E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32715" y="3730700"/>
                  <a:ext cx="40356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F850AB-19B2-4AD8-1ED4-F281A02F0A43}"/>
                    </a:ext>
                  </a:extLst>
                </p14:cNvPr>
                <p14:cNvContentPartPr/>
                <p14:nvPr/>
              </p14:nvContentPartPr>
              <p14:xfrm>
                <a:off x="8387755" y="3485900"/>
                <a:ext cx="100800" cy="943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F850AB-19B2-4AD8-1ED4-F281A02F0A4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81635" y="3479780"/>
                  <a:ext cx="113040" cy="9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4D87AB-2152-6C4A-6788-DFD5907E2EE2}"/>
                    </a:ext>
                  </a:extLst>
                </p14:cNvPr>
                <p14:cNvContentPartPr/>
                <p14:nvPr/>
              </p14:nvContentPartPr>
              <p14:xfrm>
                <a:off x="8420875" y="3798380"/>
                <a:ext cx="259200" cy="317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4D87AB-2152-6C4A-6788-DFD5907E2E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14755" y="3792260"/>
                  <a:ext cx="2714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6391B7D-935F-ABA2-F878-64333F363DAA}"/>
                    </a:ext>
                  </a:extLst>
                </p14:cNvPr>
                <p14:cNvContentPartPr/>
                <p14:nvPr/>
              </p14:nvContentPartPr>
              <p14:xfrm>
                <a:off x="8793475" y="3682820"/>
                <a:ext cx="948240" cy="437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6391B7D-935F-ABA2-F878-64333F363D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7355" y="3676700"/>
                  <a:ext cx="9604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F27D32-41F2-5623-903D-C7C6D6656C0F}"/>
                    </a:ext>
                  </a:extLst>
                </p14:cNvPr>
                <p14:cNvContentPartPr/>
                <p14:nvPr/>
              </p14:nvContentPartPr>
              <p14:xfrm>
                <a:off x="8389915" y="4822220"/>
                <a:ext cx="1083960" cy="420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F27D32-41F2-5623-903D-C7C6D6656C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83795" y="4816100"/>
                  <a:ext cx="10962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A01074-9CCF-199E-82D5-6F945EE5D6EC}"/>
                    </a:ext>
                  </a:extLst>
                </p14:cNvPr>
                <p14:cNvContentPartPr/>
                <p14:nvPr/>
              </p14:nvContentPartPr>
              <p14:xfrm>
                <a:off x="9908755" y="4608380"/>
                <a:ext cx="138960" cy="632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A01074-9CCF-199E-82D5-6F945EE5D6E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02635" y="4602260"/>
                  <a:ext cx="15120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282A2B-0127-3A1D-D06A-729F9146E9D3}"/>
                    </a:ext>
                  </a:extLst>
                </p14:cNvPr>
                <p14:cNvContentPartPr/>
                <p14:nvPr/>
              </p14:nvContentPartPr>
              <p14:xfrm>
                <a:off x="9814795" y="4638620"/>
                <a:ext cx="1837440" cy="586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282A2B-0127-3A1D-D06A-729F9146E9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08675" y="4632500"/>
                  <a:ext cx="18496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F935D6-9FDA-4AAF-7DAE-BE56D60CDA24}"/>
                    </a:ext>
                  </a:extLst>
                </p14:cNvPr>
                <p14:cNvContentPartPr/>
                <p14:nvPr/>
              </p14:nvContentPartPr>
              <p14:xfrm>
                <a:off x="11653315" y="4762820"/>
                <a:ext cx="231480" cy="391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F935D6-9FDA-4AAF-7DAE-BE56D60CDA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647195" y="4756700"/>
                  <a:ext cx="2437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FDE8CF1-1D17-3669-41F6-90531019F291}"/>
                    </a:ext>
                  </a:extLst>
                </p14:cNvPr>
                <p14:cNvContentPartPr/>
                <p14:nvPr/>
              </p14:nvContentPartPr>
              <p14:xfrm>
                <a:off x="11956795" y="4729340"/>
                <a:ext cx="277200" cy="500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FDE8CF1-1D17-3669-41F6-90531019F2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950675" y="4723220"/>
                  <a:ext cx="28944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5963D1-6807-C1ED-F5A1-C546C417570A}"/>
                    </a:ext>
                  </a:extLst>
                </p14:cNvPr>
                <p14:cNvContentPartPr/>
                <p14:nvPr/>
              </p14:nvContentPartPr>
              <p14:xfrm>
                <a:off x="1381435" y="6129740"/>
                <a:ext cx="900000" cy="55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5963D1-6807-C1ED-F5A1-C546C417570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75315" y="6123620"/>
                  <a:ext cx="912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1F19E0-246F-6FAE-8368-CE3747E41851}"/>
                    </a:ext>
                  </a:extLst>
                </p14:cNvPr>
                <p14:cNvContentPartPr/>
                <p14:nvPr/>
              </p14:nvContentPartPr>
              <p14:xfrm>
                <a:off x="2132395" y="5525660"/>
                <a:ext cx="413640" cy="111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1F19E0-246F-6FAE-8368-CE3747E418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26275" y="5519540"/>
                  <a:ext cx="42588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B58FB6-896E-41B3-3056-DB433CB2F05D}"/>
                    </a:ext>
                  </a:extLst>
                </p14:cNvPr>
                <p14:cNvContentPartPr/>
                <p14:nvPr/>
              </p14:nvContentPartPr>
              <p14:xfrm>
                <a:off x="3384835" y="5761820"/>
                <a:ext cx="137160" cy="502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B58FB6-896E-41B3-3056-DB433CB2F05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78715" y="5755700"/>
                  <a:ext cx="1494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74A7AB-EE10-A166-B05B-D71634D25A32}"/>
                    </a:ext>
                  </a:extLst>
                </p14:cNvPr>
                <p14:cNvContentPartPr/>
                <p14:nvPr/>
              </p14:nvContentPartPr>
              <p14:xfrm>
                <a:off x="3515515" y="5485340"/>
                <a:ext cx="678240" cy="527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74A7AB-EE10-A166-B05B-D71634D25A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09395" y="5479220"/>
                  <a:ext cx="69048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B2CF199-9F4A-4A94-E259-7BF26A5377D9}"/>
                    </a:ext>
                  </a:extLst>
                </p14:cNvPr>
                <p14:cNvContentPartPr/>
                <p14:nvPr/>
              </p14:nvContentPartPr>
              <p14:xfrm>
                <a:off x="4442875" y="5733380"/>
                <a:ext cx="1199160" cy="353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B2CF199-9F4A-4A94-E259-7BF26A5377D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36755" y="5727260"/>
                  <a:ext cx="12114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83F23F8-037F-AB90-91F4-3A5FB272B871}"/>
                    </a:ext>
                  </a:extLst>
                </p14:cNvPr>
                <p14:cNvContentPartPr/>
                <p14:nvPr/>
              </p14:nvContentPartPr>
              <p14:xfrm>
                <a:off x="6992035" y="5462660"/>
                <a:ext cx="178920" cy="53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83F23F8-037F-AB90-91F4-3A5FB272B87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85915" y="5456540"/>
                  <a:ext cx="1911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F602E34-ED34-D333-C0CA-F072307FFD51}"/>
                    </a:ext>
                  </a:extLst>
                </p14:cNvPr>
                <p14:cNvContentPartPr/>
                <p14:nvPr/>
              </p14:nvContentPartPr>
              <p14:xfrm>
                <a:off x="7182475" y="5462660"/>
                <a:ext cx="656280" cy="609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F602E34-ED34-D333-C0CA-F072307FFD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76355" y="5456540"/>
                  <a:ext cx="6685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F4C917-148E-B15F-A975-012B2949532B}"/>
                    </a:ext>
                  </a:extLst>
                </p14:cNvPr>
                <p14:cNvContentPartPr/>
                <p14:nvPr/>
              </p14:nvContentPartPr>
              <p14:xfrm>
                <a:off x="8086795" y="5754260"/>
                <a:ext cx="216720" cy="34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F4C917-148E-B15F-A975-012B294953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80675" y="5748140"/>
                  <a:ext cx="2289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D4A36F8-B2EF-04A9-A45E-ADF0D21A89DC}"/>
                    </a:ext>
                  </a:extLst>
                </p14:cNvPr>
                <p14:cNvContentPartPr/>
                <p14:nvPr/>
              </p14:nvContentPartPr>
              <p14:xfrm>
                <a:off x="8687275" y="5505860"/>
                <a:ext cx="147600" cy="511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D4A36F8-B2EF-04A9-A45E-ADF0D21A89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81155" y="5499740"/>
                  <a:ext cx="1598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171997C-1601-A6AF-AA16-A70884DE75D7}"/>
                    </a:ext>
                  </a:extLst>
                </p14:cNvPr>
                <p14:cNvContentPartPr/>
                <p14:nvPr/>
              </p14:nvContentPartPr>
              <p14:xfrm>
                <a:off x="8477395" y="5707100"/>
                <a:ext cx="986760" cy="519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171997C-1601-A6AF-AA16-A70884DE75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71275" y="5700980"/>
                  <a:ext cx="9990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78BFF50-7A6D-8367-93A4-552A0EEF7A89}"/>
                    </a:ext>
                  </a:extLst>
                </p14:cNvPr>
                <p14:cNvContentPartPr/>
                <p14:nvPr/>
              </p14:nvContentPartPr>
              <p14:xfrm>
                <a:off x="9854395" y="5624300"/>
                <a:ext cx="495360" cy="659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78BFF50-7A6D-8367-93A4-552A0EEF7A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48275" y="5618180"/>
                  <a:ext cx="50760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913939-FFE2-6707-A6B3-B26F8037CC67}"/>
                    </a:ext>
                  </a:extLst>
                </p14:cNvPr>
                <p14:cNvContentPartPr/>
                <p14:nvPr/>
              </p14:nvContentPartPr>
              <p14:xfrm>
                <a:off x="10651435" y="5767940"/>
                <a:ext cx="825840" cy="441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913939-FFE2-6707-A6B3-B26F8037CC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45315" y="5761820"/>
                  <a:ext cx="8380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8CE7D5-0B93-AD52-CA35-AB312DAB446D}"/>
                    </a:ext>
                  </a:extLst>
                </p14:cNvPr>
                <p14:cNvContentPartPr/>
                <p14:nvPr/>
              </p14:nvContentPartPr>
              <p14:xfrm>
                <a:off x="11606515" y="5678300"/>
                <a:ext cx="502920" cy="569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8CE7D5-0B93-AD52-CA35-AB312DAB44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00395" y="5672180"/>
                  <a:ext cx="5151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B023613-A929-D5B0-0C60-256D161355CD}"/>
                    </a:ext>
                  </a:extLst>
                </p14:cNvPr>
                <p14:cNvContentPartPr/>
                <p14:nvPr/>
              </p14:nvContentPartPr>
              <p14:xfrm>
                <a:off x="12222475" y="6089780"/>
                <a:ext cx="6480" cy="4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B023613-A929-D5B0-0C60-256D161355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216355" y="6083660"/>
                  <a:ext cx="18720" cy="1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4197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5E3F676-8667-3B7E-A49D-83F7FE48304E}"/>
              </a:ext>
            </a:extLst>
          </p:cNvPr>
          <p:cNvGrpSpPr/>
          <p:nvPr/>
        </p:nvGrpSpPr>
        <p:grpSpPr>
          <a:xfrm>
            <a:off x="434995" y="87140"/>
            <a:ext cx="11885040" cy="5799600"/>
            <a:chOff x="434995" y="87140"/>
            <a:chExt cx="11885040" cy="57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D75B43-7871-407A-2BD6-F5146ED92831}"/>
                    </a:ext>
                  </a:extLst>
                </p14:cNvPr>
                <p14:cNvContentPartPr/>
                <p14:nvPr/>
              </p14:nvContentPartPr>
              <p14:xfrm>
                <a:off x="1289275" y="221420"/>
                <a:ext cx="1119240" cy="946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D75B43-7871-407A-2BD6-F5146ED928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3155" y="215300"/>
                  <a:ext cx="1131480" cy="9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CD0126-CB21-B118-8FFF-6FC313B70AB2}"/>
                    </a:ext>
                  </a:extLst>
                </p14:cNvPr>
                <p14:cNvContentPartPr/>
                <p14:nvPr/>
              </p14:nvContentPartPr>
              <p14:xfrm>
                <a:off x="2362795" y="699860"/>
                <a:ext cx="575640" cy="614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CD0126-CB21-B118-8FFF-6FC313B70A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6675" y="693740"/>
                  <a:ext cx="5878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2A9FBF-9147-005C-30DD-FF1B5DD4AB4E}"/>
                    </a:ext>
                  </a:extLst>
                </p14:cNvPr>
                <p14:cNvContentPartPr/>
                <p14:nvPr/>
              </p14:nvContentPartPr>
              <p14:xfrm>
                <a:off x="3138955" y="808220"/>
                <a:ext cx="514080" cy="629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2A9FBF-9147-005C-30DD-FF1B5DD4AB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2835" y="802100"/>
                  <a:ext cx="5263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4A9CB0-645E-C918-9A18-26540ACB0746}"/>
                    </a:ext>
                  </a:extLst>
                </p14:cNvPr>
                <p14:cNvContentPartPr/>
                <p14:nvPr/>
              </p14:nvContentPartPr>
              <p14:xfrm>
                <a:off x="4020595" y="891020"/>
                <a:ext cx="453600" cy="411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4A9CB0-645E-C918-9A18-26540ACB07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4475" y="884900"/>
                  <a:ext cx="4658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BAC515-CF61-E1D7-7673-BA03213F9ED6}"/>
                    </a:ext>
                  </a:extLst>
                </p14:cNvPr>
                <p14:cNvContentPartPr/>
                <p14:nvPr/>
              </p14:nvContentPartPr>
              <p14:xfrm>
                <a:off x="4689475" y="589700"/>
                <a:ext cx="599040" cy="694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4BAC515-CF61-E1D7-7673-BA03213F9E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83355" y="583580"/>
                  <a:ext cx="6112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E3F622-C49B-65B4-86AF-71460D5D68FC}"/>
                    </a:ext>
                  </a:extLst>
                </p14:cNvPr>
                <p14:cNvContentPartPr/>
                <p14:nvPr/>
              </p14:nvContentPartPr>
              <p14:xfrm>
                <a:off x="5201395" y="930620"/>
                <a:ext cx="234360" cy="79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E3F622-C49B-65B4-86AF-71460D5D68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95275" y="924500"/>
                  <a:ext cx="246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8B3FAC-1538-A6B8-2E54-8E51FCF5B027}"/>
                    </a:ext>
                  </a:extLst>
                </p14:cNvPr>
                <p14:cNvContentPartPr/>
                <p14:nvPr/>
              </p14:nvContentPartPr>
              <p14:xfrm>
                <a:off x="6700075" y="749540"/>
                <a:ext cx="1713960" cy="124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8B3FAC-1538-A6B8-2E54-8E51FCF5B0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93955" y="743420"/>
                  <a:ext cx="1726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56771D-58D9-6803-B620-DF0606C70EA8}"/>
                    </a:ext>
                  </a:extLst>
                </p14:cNvPr>
                <p14:cNvContentPartPr/>
                <p14:nvPr/>
              </p14:nvContentPartPr>
              <p14:xfrm>
                <a:off x="8045755" y="298100"/>
                <a:ext cx="505080" cy="1096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56771D-58D9-6803-B620-DF0606C70E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39635" y="291980"/>
                  <a:ext cx="51732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E09304-9974-9E7F-1C15-46385780B8BB}"/>
                    </a:ext>
                  </a:extLst>
                </p14:cNvPr>
                <p14:cNvContentPartPr/>
                <p14:nvPr/>
              </p14:nvContentPartPr>
              <p14:xfrm>
                <a:off x="9060955" y="802460"/>
                <a:ext cx="48600" cy="20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E09304-9974-9E7F-1C15-46385780B8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54835" y="796340"/>
                  <a:ext cx="60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CDCDAC-10B6-7767-DA40-FDB196FB9853}"/>
                    </a:ext>
                  </a:extLst>
                </p14:cNvPr>
                <p14:cNvContentPartPr/>
                <p14:nvPr/>
              </p14:nvContentPartPr>
              <p14:xfrm>
                <a:off x="9388915" y="221780"/>
                <a:ext cx="743040" cy="81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CDCDAC-10B6-7767-DA40-FDB196FB98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82795" y="215660"/>
                  <a:ext cx="75528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7BAB05-DBD7-69D3-3690-8D3DA0A93AC3}"/>
                    </a:ext>
                  </a:extLst>
                </p14:cNvPr>
                <p14:cNvContentPartPr/>
                <p14:nvPr/>
              </p14:nvContentPartPr>
              <p14:xfrm>
                <a:off x="10334275" y="641900"/>
                <a:ext cx="977040" cy="355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7BAB05-DBD7-69D3-3690-8D3DA0A93A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28155" y="635780"/>
                  <a:ext cx="989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E8436E-68CA-316D-8D81-70551111E81F}"/>
                    </a:ext>
                  </a:extLst>
                </p14:cNvPr>
                <p14:cNvContentPartPr/>
                <p14:nvPr/>
              </p14:nvContentPartPr>
              <p14:xfrm>
                <a:off x="9333835" y="1461260"/>
                <a:ext cx="138600" cy="501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E8436E-68CA-316D-8D81-70551111E8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27715" y="1455140"/>
                  <a:ext cx="1508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9A8CF2-1FFE-A7C6-7BE3-DD53D7745E14}"/>
                    </a:ext>
                  </a:extLst>
                </p14:cNvPr>
                <p14:cNvContentPartPr/>
                <p14:nvPr/>
              </p14:nvContentPartPr>
              <p14:xfrm>
                <a:off x="9638035" y="1221140"/>
                <a:ext cx="548280" cy="642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9A8CF2-1FFE-A7C6-7BE3-DD53D7745E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31915" y="1215020"/>
                  <a:ext cx="56052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5EAECE-8806-8639-4501-F88DB7E66B31}"/>
                    </a:ext>
                  </a:extLst>
                </p14:cNvPr>
                <p14:cNvContentPartPr/>
                <p14:nvPr/>
              </p14:nvContentPartPr>
              <p14:xfrm>
                <a:off x="10442995" y="1497260"/>
                <a:ext cx="58320" cy="55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5EAECE-8806-8639-4501-F88DB7E66B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6875" y="1491140"/>
                  <a:ext cx="70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C7FC8D-AB28-BD80-3AF4-24A07CC158D2}"/>
                    </a:ext>
                  </a:extLst>
                </p14:cNvPr>
                <p14:cNvContentPartPr/>
                <p14:nvPr/>
              </p14:nvContentPartPr>
              <p14:xfrm>
                <a:off x="11076235" y="1123220"/>
                <a:ext cx="237600" cy="392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C7FC8D-AB28-BD80-3AF4-24A07CC158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70115" y="1117100"/>
                  <a:ext cx="2498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9112D3-CF0C-2C86-7CE8-E6FF6AF493B9}"/>
                    </a:ext>
                  </a:extLst>
                </p14:cNvPr>
                <p14:cNvContentPartPr/>
                <p14:nvPr/>
              </p14:nvContentPartPr>
              <p14:xfrm>
                <a:off x="11564755" y="1051220"/>
                <a:ext cx="314640" cy="40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9112D3-CF0C-2C86-7CE8-E6FF6AF493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58635" y="1045100"/>
                  <a:ext cx="3268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DB8F50-CB4A-1217-B18C-0B7B3336F621}"/>
                    </a:ext>
                  </a:extLst>
                </p14:cNvPr>
                <p14:cNvContentPartPr/>
                <p14:nvPr/>
              </p14:nvContentPartPr>
              <p14:xfrm>
                <a:off x="10581235" y="1694540"/>
                <a:ext cx="570960" cy="608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DB8F50-CB4A-1217-B18C-0B7B3336F6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75115" y="1688420"/>
                  <a:ext cx="58320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79D2D8-FFCA-8DC2-30A7-A38F8747D968}"/>
                    </a:ext>
                  </a:extLst>
                </p14:cNvPr>
                <p14:cNvContentPartPr/>
                <p14:nvPr/>
              </p14:nvContentPartPr>
              <p14:xfrm>
                <a:off x="11331115" y="1955540"/>
                <a:ext cx="45360" cy="38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79D2D8-FFCA-8DC2-30A7-A38F8747D9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24995" y="1949420"/>
                  <a:ext cx="576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B8B1CA-7640-A83C-1DF1-49D5DD5158DD}"/>
                    </a:ext>
                  </a:extLst>
                </p14:cNvPr>
                <p14:cNvContentPartPr/>
                <p14:nvPr/>
              </p14:nvContentPartPr>
              <p14:xfrm>
                <a:off x="11448475" y="1723340"/>
                <a:ext cx="279360" cy="699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B8B1CA-7640-A83C-1DF1-49D5DD5158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442355" y="1717220"/>
                  <a:ext cx="29160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BD120F-4887-01CF-D792-41A5C4F1DEAB}"/>
                    </a:ext>
                  </a:extLst>
                </p14:cNvPr>
                <p14:cNvContentPartPr/>
                <p14:nvPr/>
              </p14:nvContentPartPr>
              <p14:xfrm>
                <a:off x="11873995" y="2313020"/>
                <a:ext cx="36360" cy="4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BD120F-4887-01CF-D792-41A5C4F1DE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867875" y="2306900"/>
                  <a:ext cx="48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B51FA9-2F86-EF1C-FB90-398A13F67FD4}"/>
                    </a:ext>
                  </a:extLst>
                </p14:cNvPr>
                <p14:cNvContentPartPr/>
                <p14:nvPr/>
              </p14:nvContentPartPr>
              <p14:xfrm>
                <a:off x="6863875" y="2751140"/>
                <a:ext cx="451440" cy="65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B51FA9-2F86-EF1C-FB90-398A13F67F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57755" y="2745020"/>
                  <a:ext cx="46368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25AAAB-8386-B947-0BC2-6614A8C760AC}"/>
                    </a:ext>
                  </a:extLst>
                </p14:cNvPr>
                <p14:cNvContentPartPr/>
                <p14:nvPr/>
              </p14:nvContentPartPr>
              <p14:xfrm>
                <a:off x="7405315" y="3059660"/>
                <a:ext cx="36360" cy="30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25AAAB-8386-B947-0BC2-6614A8C760A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99195" y="3053540"/>
                  <a:ext cx="48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05C6FC-6D57-487A-2000-BF3C1DA84363}"/>
                    </a:ext>
                  </a:extLst>
                </p14:cNvPr>
                <p14:cNvContentPartPr/>
                <p14:nvPr/>
              </p14:nvContentPartPr>
              <p14:xfrm>
                <a:off x="7486315" y="2546660"/>
                <a:ext cx="41400" cy="10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05C6FC-6D57-487A-2000-BF3C1DA843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80195" y="2540540"/>
                  <a:ext cx="53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F10E28-66DB-C9FC-BCB0-44C3325D4255}"/>
                    </a:ext>
                  </a:extLst>
                </p14:cNvPr>
                <p14:cNvContentPartPr/>
                <p14:nvPr/>
              </p14:nvContentPartPr>
              <p14:xfrm>
                <a:off x="7562995" y="2783180"/>
                <a:ext cx="496440" cy="46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F10E28-66DB-C9FC-BCB0-44C3325D42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56875" y="2777060"/>
                  <a:ext cx="5086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4E2D89-A20F-62A3-05D9-1DEB604E86CE}"/>
                    </a:ext>
                  </a:extLst>
                </p14:cNvPr>
                <p14:cNvContentPartPr/>
                <p14:nvPr/>
              </p14:nvContentPartPr>
              <p14:xfrm>
                <a:off x="7942435" y="2561420"/>
                <a:ext cx="737640" cy="535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4E2D89-A20F-62A3-05D9-1DEB604E86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36315" y="2555300"/>
                  <a:ext cx="749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8BC4DF-C4AB-05B9-2382-5E0594198595}"/>
                    </a:ext>
                  </a:extLst>
                </p14:cNvPr>
                <p14:cNvContentPartPr/>
                <p14:nvPr/>
              </p14:nvContentPartPr>
              <p14:xfrm>
                <a:off x="9188395" y="2367380"/>
                <a:ext cx="584280" cy="870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8BC4DF-C4AB-05B9-2382-5E05941985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2275" y="2361260"/>
                  <a:ext cx="596520" cy="88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6B6B24-592F-87C7-3FA4-55E7101D79FB}"/>
                    </a:ext>
                  </a:extLst>
                </p14:cNvPr>
                <p14:cNvContentPartPr/>
                <p14:nvPr/>
              </p14:nvContentPartPr>
              <p14:xfrm>
                <a:off x="9851515" y="2670140"/>
                <a:ext cx="812160" cy="212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6B6B24-592F-87C7-3FA4-55E7101D79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45395" y="2664020"/>
                  <a:ext cx="824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0ED2F5E-223A-A714-A629-4E3D32674C35}"/>
                    </a:ext>
                  </a:extLst>
                </p14:cNvPr>
                <p14:cNvContentPartPr/>
                <p14:nvPr/>
              </p14:nvContentPartPr>
              <p14:xfrm>
                <a:off x="8745235" y="3603620"/>
                <a:ext cx="78840" cy="53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0ED2F5E-223A-A714-A629-4E3D32674C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39115" y="3597500"/>
                  <a:ext cx="910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ACF493-A5F2-167D-449F-39A50F3F0AC9}"/>
                    </a:ext>
                  </a:extLst>
                </p14:cNvPr>
                <p14:cNvContentPartPr/>
                <p14:nvPr/>
              </p14:nvContentPartPr>
              <p14:xfrm>
                <a:off x="9120355" y="3557900"/>
                <a:ext cx="201600" cy="388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ACF493-A5F2-167D-449F-39A50F3F0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14235" y="3551780"/>
                  <a:ext cx="2138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2FEE04-9130-56F7-2555-1A321220A78A}"/>
                    </a:ext>
                  </a:extLst>
                </p14:cNvPr>
                <p14:cNvContentPartPr/>
                <p14:nvPr/>
              </p14:nvContentPartPr>
              <p14:xfrm>
                <a:off x="9455155" y="3273500"/>
                <a:ext cx="382320" cy="73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2FEE04-9130-56F7-2555-1A321220A7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49035" y="3267380"/>
                  <a:ext cx="39456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C9EBAB-B953-EE33-A049-5175A189E504}"/>
                    </a:ext>
                  </a:extLst>
                </p14:cNvPr>
                <p14:cNvContentPartPr/>
                <p14:nvPr/>
              </p14:nvContentPartPr>
              <p14:xfrm>
                <a:off x="9754315" y="3638180"/>
                <a:ext cx="346320" cy="66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C9EBAB-B953-EE33-A049-5175A189E5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48195" y="3632060"/>
                  <a:ext cx="35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3F574D-C62E-285E-936A-EC0C1DFA0202}"/>
                    </a:ext>
                  </a:extLst>
                </p14:cNvPr>
                <p14:cNvContentPartPr/>
                <p14:nvPr/>
              </p14:nvContentPartPr>
              <p14:xfrm>
                <a:off x="10343995" y="3513620"/>
                <a:ext cx="14760" cy="72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3F574D-C62E-285E-936A-EC0C1DFA02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37875" y="3507500"/>
                  <a:ext cx="27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A4CB4EE-887D-1BA4-0CF2-79B419A8C37D}"/>
                    </a:ext>
                  </a:extLst>
                </p14:cNvPr>
                <p14:cNvContentPartPr/>
                <p14:nvPr/>
              </p14:nvContentPartPr>
              <p14:xfrm>
                <a:off x="10918915" y="3026900"/>
                <a:ext cx="1112400" cy="698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A4CB4EE-887D-1BA4-0CF2-79B419A8C3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12795" y="3020780"/>
                  <a:ext cx="112464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BC337D-4420-BDB1-7AD3-3D3192BAA4A7}"/>
                    </a:ext>
                  </a:extLst>
                </p14:cNvPr>
                <p14:cNvContentPartPr/>
                <p14:nvPr/>
              </p14:nvContentPartPr>
              <p14:xfrm>
                <a:off x="10714435" y="3766340"/>
                <a:ext cx="640080" cy="68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BC337D-4420-BDB1-7AD3-3D3192BAA4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08315" y="3760220"/>
                  <a:ext cx="6523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08B540-DA33-0005-D31D-97D69E00D55E}"/>
                    </a:ext>
                  </a:extLst>
                </p14:cNvPr>
                <p14:cNvContentPartPr/>
                <p14:nvPr/>
              </p14:nvContentPartPr>
              <p14:xfrm>
                <a:off x="11562955" y="3819260"/>
                <a:ext cx="269640" cy="54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08B540-DA33-0005-D31D-97D69E00D5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56835" y="3813140"/>
                  <a:ext cx="2818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EBED928-0FB4-3E4C-E9EA-DE967ABC2791}"/>
                    </a:ext>
                  </a:extLst>
                </p14:cNvPr>
                <p14:cNvContentPartPr/>
                <p14:nvPr/>
              </p14:nvContentPartPr>
              <p14:xfrm>
                <a:off x="9557755" y="4593260"/>
                <a:ext cx="2762280" cy="56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EBED928-0FB4-3E4C-E9EA-DE967ABC279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51635" y="4587140"/>
                  <a:ext cx="27745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16472B-80C2-FEA5-E5A0-EDFE2F795213}"/>
                    </a:ext>
                  </a:extLst>
                </p14:cNvPr>
                <p14:cNvContentPartPr/>
                <p14:nvPr/>
              </p14:nvContentPartPr>
              <p14:xfrm>
                <a:off x="7614115" y="3088100"/>
                <a:ext cx="2526480" cy="47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16472B-80C2-FEA5-E5A0-EDFE2F79521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07995" y="3081980"/>
                  <a:ext cx="25387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094D32-2A79-9ACB-BAA2-4FB6E2AD631C}"/>
                    </a:ext>
                  </a:extLst>
                </p14:cNvPr>
                <p14:cNvContentPartPr/>
                <p14:nvPr/>
              </p14:nvContentPartPr>
              <p14:xfrm>
                <a:off x="5341435" y="1721900"/>
                <a:ext cx="2537280" cy="290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094D32-2A79-9ACB-BAA2-4FB6E2AD63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35315" y="1715780"/>
                  <a:ext cx="2549520" cy="29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BC0F6C-8851-C4C9-07AD-D559FEBCECA9}"/>
                    </a:ext>
                  </a:extLst>
                </p14:cNvPr>
                <p14:cNvContentPartPr/>
                <p14:nvPr/>
              </p14:nvContentPartPr>
              <p14:xfrm>
                <a:off x="2704075" y="3218420"/>
                <a:ext cx="867240" cy="2194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BC0F6C-8851-C4C9-07AD-D559FEBCEC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7955" y="3212300"/>
                  <a:ext cx="879480" cy="22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2BAD2A-A23C-F31F-A85A-6E1488A71966}"/>
                    </a:ext>
                  </a:extLst>
                </p14:cNvPr>
                <p14:cNvContentPartPr/>
                <p14:nvPr/>
              </p14:nvContentPartPr>
              <p14:xfrm>
                <a:off x="3535675" y="3722060"/>
                <a:ext cx="433800" cy="581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2BAD2A-A23C-F31F-A85A-6E1488A719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29555" y="3715940"/>
                  <a:ext cx="44604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B32436-3681-0570-111C-193BB09DB803}"/>
                    </a:ext>
                  </a:extLst>
                </p14:cNvPr>
                <p14:cNvContentPartPr/>
                <p14:nvPr/>
              </p14:nvContentPartPr>
              <p14:xfrm>
                <a:off x="4225795" y="3467540"/>
                <a:ext cx="732240" cy="375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B32436-3681-0570-111C-193BB09DB80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19675" y="3461420"/>
                  <a:ext cx="744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669241-BAD5-1274-0334-C08B9BB85B2B}"/>
                    </a:ext>
                  </a:extLst>
                </p14:cNvPr>
                <p14:cNvContentPartPr/>
                <p14:nvPr/>
              </p14:nvContentPartPr>
              <p14:xfrm>
                <a:off x="5320555" y="3544940"/>
                <a:ext cx="11160" cy="76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669241-BAD5-1274-0334-C08B9BB85B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14435" y="3538820"/>
                  <a:ext cx="23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A2F9BE-0364-23E9-2E02-E644D792BB1B}"/>
                    </a:ext>
                  </a:extLst>
                </p14:cNvPr>
                <p14:cNvContentPartPr/>
                <p14:nvPr/>
              </p14:nvContentPartPr>
              <p14:xfrm>
                <a:off x="434995" y="87140"/>
                <a:ext cx="6982920" cy="5799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A2F9BE-0364-23E9-2E02-E644D792BB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8875" y="81020"/>
                  <a:ext cx="6995160" cy="58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F04C06-393C-2082-5793-CA93ABE3558E}"/>
                    </a:ext>
                  </a:extLst>
                </p14:cNvPr>
                <p14:cNvContentPartPr/>
                <p14:nvPr/>
              </p14:nvContentPartPr>
              <p14:xfrm>
                <a:off x="8478475" y="4390220"/>
                <a:ext cx="31680" cy="29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F04C06-393C-2082-5793-CA93ABE3558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72355" y="4384100"/>
                  <a:ext cx="4392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5180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157CF75-9C45-0243-7BF7-A9A3600F7EE5}"/>
              </a:ext>
            </a:extLst>
          </p:cNvPr>
          <p:cNvGrpSpPr/>
          <p:nvPr/>
        </p:nvGrpSpPr>
        <p:grpSpPr>
          <a:xfrm>
            <a:off x="884635" y="605540"/>
            <a:ext cx="2637360" cy="907560"/>
            <a:chOff x="884635" y="605540"/>
            <a:chExt cx="263736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5F8609-CF72-AE61-AC74-106BF4B6031E}"/>
                    </a:ext>
                  </a:extLst>
                </p14:cNvPr>
                <p14:cNvContentPartPr/>
                <p14:nvPr/>
              </p14:nvContentPartPr>
              <p14:xfrm>
                <a:off x="884635" y="605540"/>
                <a:ext cx="850320" cy="907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5F8609-CF72-AE61-AC74-106BF4B603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515" y="599420"/>
                  <a:ext cx="86256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0D8144-ED28-7FAA-DC21-BCF9B127B220}"/>
                    </a:ext>
                  </a:extLst>
                </p14:cNvPr>
                <p14:cNvContentPartPr/>
                <p14:nvPr/>
              </p14:nvContentPartPr>
              <p14:xfrm>
                <a:off x="1679515" y="1028900"/>
                <a:ext cx="408600" cy="455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0D8144-ED28-7FAA-DC21-BCF9B127B2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3395" y="1022780"/>
                  <a:ext cx="4208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D1D5FB-CE5A-F9B4-234B-3BFD1BA25E17}"/>
                    </a:ext>
                  </a:extLst>
                </p14:cNvPr>
                <p14:cNvContentPartPr/>
                <p14:nvPr/>
              </p14:nvContentPartPr>
              <p14:xfrm>
                <a:off x="2397715" y="958340"/>
                <a:ext cx="591120" cy="510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D1D5FB-CE5A-F9B4-234B-3BFD1BA25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1595" y="952220"/>
                  <a:ext cx="6033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6550F3-1586-71CD-9FBD-800B021AF16B}"/>
                    </a:ext>
                  </a:extLst>
                </p14:cNvPr>
                <p14:cNvContentPartPr/>
                <p14:nvPr/>
              </p14:nvContentPartPr>
              <p14:xfrm>
                <a:off x="3132115" y="717860"/>
                <a:ext cx="132840" cy="105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6550F3-1586-71CD-9FBD-800B021AF1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25995" y="711740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28F154-9EF4-CC6A-0613-C7E17C458248}"/>
                    </a:ext>
                  </a:extLst>
                </p14:cNvPr>
                <p14:cNvContentPartPr/>
                <p14:nvPr/>
              </p14:nvContentPartPr>
              <p14:xfrm>
                <a:off x="3314275" y="1047260"/>
                <a:ext cx="207720" cy="309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28F154-9EF4-CC6A-0613-C7E17C4582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8155" y="1041140"/>
                  <a:ext cx="21996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2A89E4-CF42-E3E8-3CC0-E80E8D8855C1}"/>
                  </a:ext>
                </a:extLst>
              </p14:cNvPr>
              <p14:cNvContentPartPr/>
              <p14:nvPr/>
            </p14:nvContentPartPr>
            <p14:xfrm>
              <a:off x="4013395" y="646220"/>
              <a:ext cx="567360" cy="803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2A89E4-CF42-E3E8-3CC0-E80E8D8855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275" y="640100"/>
                <a:ext cx="579600" cy="81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72F68CA-F69A-999C-A16E-0BD50DE7CEB6}"/>
              </a:ext>
            </a:extLst>
          </p:cNvPr>
          <p:cNvGrpSpPr/>
          <p:nvPr/>
        </p:nvGrpSpPr>
        <p:grpSpPr>
          <a:xfrm>
            <a:off x="5189155" y="521660"/>
            <a:ext cx="6733800" cy="2135880"/>
            <a:chOff x="5189155" y="521660"/>
            <a:chExt cx="6733800" cy="21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87AD84-DB95-F525-9A41-567C6F163487}"/>
                    </a:ext>
                  </a:extLst>
                </p14:cNvPr>
                <p14:cNvContentPartPr/>
                <p14:nvPr/>
              </p14:nvContentPartPr>
              <p14:xfrm>
                <a:off x="5189155" y="630020"/>
                <a:ext cx="3960" cy="17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87AD84-DB95-F525-9A41-567C6F1634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83035" y="623900"/>
                  <a:ext cx="16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C72BFD-FDCB-F3D2-8B20-CE5D06131E2A}"/>
                    </a:ext>
                  </a:extLst>
                </p14:cNvPr>
                <p14:cNvContentPartPr/>
                <p14:nvPr/>
              </p14:nvContentPartPr>
              <p14:xfrm>
                <a:off x="5675155" y="1144100"/>
                <a:ext cx="468360" cy="369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C72BFD-FDCB-F3D2-8B20-CE5D06131E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69035" y="1137980"/>
                  <a:ext cx="4806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D5D0D6-F1D7-FA17-802C-F23ABC060940}"/>
                    </a:ext>
                  </a:extLst>
                </p14:cNvPr>
                <p14:cNvContentPartPr/>
                <p14:nvPr/>
              </p14:nvContentPartPr>
              <p14:xfrm>
                <a:off x="5309755" y="529580"/>
                <a:ext cx="101160" cy="1136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D5D0D6-F1D7-FA17-802C-F23ABC0609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03635" y="523460"/>
                  <a:ext cx="113400" cy="11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7542FE-6428-B77D-5D56-0EE9BBB92A63}"/>
                    </a:ext>
                  </a:extLst>
                </p14:cNvPr>
                <p14:cNvContentPartPr/>
                <p14:nvPr/>
              </p14:nvContentPartPr>
              <p14:xfrm>
                <a:off x="6373915" y="1167140"/>
                <a:ext cx="629280" cy="11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7542FE-6428-B77D-5D56-0EE9BBB92A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67795" y="1161020"/>
                  <a:ext cx="641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8FA3AF6-2A75-D5EA-3505-BDE069A8F7F1}"/>
                    </a:ext>
                  </a:extLst>
                </p14:cNvPr>
                <p14:cNvContentPartPr/>
                <p14:nvPr/>
              </p14:nvContentPartPr>
              <p14:xfrm>
                <a:off x="6787915" y="830540"/>
                <a:ext cx="408240" cy="718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8FA3AF6-2A75-D5EA-3505-BDE069A8F7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81795" y="824420"/>
                  <a:ext cx="42048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663EFE-794D-FF9A-2C5F-91846E127CA7}"/>
                    </a:ext>
                  </a:extLst>
                </p14:cNvPr>
                <p14:cNvContentPartPr/>
                <p14:nvPr/>
              </p14:nvContentPartPr>
              <p14:xfrm>
                <a:off x="8142955" y="521660"/>
                <a:ext cx="735120" cy="97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663EFE-794D-FF9A-2C5F-91846E127C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36835" y="515540"/>
                  <a:ext cx="747360" cy="9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E13847-AB51-E845-1C9D-49AE5FBA4B56}"/>
                    </a:ext>
                  </a:extLst>
                </p14:cNvPr>
                <p14:cNvContentPartPr/>
                <p14:nvPr/>
              </p14:nvContentPartPr>
              <p14:xfrm>
                <a:off x="9030715" y="1014140"/>
                <a:ext cx="411480" cy="486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E13847-AB51-E845-1C9D-49AE5FBA4B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24595" y="1008020"/>
                  <a:ext cx="4237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E113C8-8E87-B285-65F7-82CBEF3E4B7C}"/>
                    </a:ext>
                  </a:extLst>
                </p14:cNvPr>
                <p14:cNvContentPartPr/>
                <p14:nvPr/>
              </p14:nvContentPartPr>
              <p14:xfrm>
                <a:off x="9791755" y="798140"/>
                <a:ext cx="29160" cy="702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E113C8-8E87-B285-65F7-82CBEF3E4B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85635" y="792020"/>
                  <a:ext cx="414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F9F262-87EA-D624-04D1-9AA85568EA6B}"/>
                    </a:ext>
                  </a:extLst>
                </p14:cNvPr>
                <p14:cNvContentPartPr/>
                <p14:nvPr/>
              </p14:nvContentPartPr>
              <p14:xfrm>
                <a:off x="9657835" y="1175420"/>
                <a:ext cx="791280" cy="19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F9F262-87EA-D624-04D1-9AA85568EA6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51715" y="1169300"/>
                  <a:ext cx="803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AEB3EF-6981-5248-D3BB-46E74C7FD085}"/>
                    </a:ext>
                  </a:extLst>
                </p14:cNvPr>
                <p14:cNvContentPartPr/>
                <p14:nvPr/>
              </p14:nvContentPartPr>
              <p14:xfrm>
                <a:off x="10574395" y="763580"/>
                <a:ext cx="43920" cy="3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AEB3EF-6981-5248-D3BB-46E74C7FD0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68275" y="757460"/>
                  <a:ext cx="56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FA9793-79A8-754A-EE6C-ED709412B19B}"/>
                    </a:ext>
                  </a:extLst>
                </p14:cNvPr>
                <p14:cNvContentPartPr/>
                <p14:nvPr/>
              </p14:nvContentPartPr>
              <p14:xfrm>
                <a:off x="10739275" y="1033580"/>
                <a:ext cx="304560" cy="403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FA9793-79A8-754A-EE6C-ED709412B1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33155" y="1027460"/>
                  <a:ext cx="3168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449A69-FDF8-C6CF-0E30-23CDB7071E18}"/>
                    </a:ext>
                  </a:extLst>
                </p14:cNvPr>
                <p14:cNvContentPartPr/>
                <p14:nvPr/>
              </p14:nvContentPartPr>
              <p14:xfrm>
                <a:off x="11333995" y="1105940"/>
                <a:ext cx="194040" cy="36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449A69-FDF8-C6CF-0E30-23CDB7071E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27875" y="1099820"/>
                  <a:ext cx="2062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D0638F-65B6-61D6-D8A1-B310DF4954AA}"/>
                    </a:ext>
                  </a:extLst>
                </p14:cNvPr>
                <p14:cNvContentPartPr/>
                <p14:nvPr/>
              </p14:nvContentPartPr>
              <p14:xfrm>
                <a:off x="11571235" y="1059860"/>
                <a:ext cx="351720" cy="509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D0638F-65B6-61D6-D8A1-B310DF4954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65115" y="1053740"/>
                  <a:ext cx="36396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1043AF-4FD2-8A51-E8CE-50570A423C0A}"/>
                    </a:ext>
                  </a:extLst>
                </p14:cNvPr>
                <p14:cNvContentPartPr/>
                <p14:nvPr/>
              </p14:nvContentPartPr>
              <p14:xfrm>
                <a:off x="5900875" y="1998380"/>
                <a:ext cx="1065960" cy="63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1043AF-4FD2-8A51-E8CE-50570A423C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94755" y="1992260"/>
                  <a:ext cx="10782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9D60BC-58D2-2A2B-A698-081C08D165B5}"/>
                    </a:ext>
                  </a:extLst>
                </p14:cNvPr>
                <p14:cNvContentPartPr/>
                <p14:nvPr/>
              </p14:nvContentPartPr>
              <p14:xfrm>
                <a:off x="7551835" y="1745660"/>
                <a:ext cx="92880" cy="866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9D60BC-58D2-2A2B-A698-081C08D165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45715" y="1739540"/>
                  <a:ext cx="105120" cy="8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6DD620-9A84-BD46-D7EE-7D52E66DF108}"/>
                    </a:ext>
                  </a:extLst>
                </p14:cNvPr>
                <p14:cNvContentPartPr/>
                <p14:nvPr/>
              </p14:nvContentPartPr>
              <p14:xfrm>
                <a:off x="7831195" y="2085140"/>
                <a:ext cx="368280" cy="55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6DD620-9A84-BD46-D7EE-7D52E66DF10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25075" y="2079020"/>
                  <a:ext cx="3805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4CDDAE-A708-642D-6BF8-7589A6F95985}"/>
                    </a:ext>
                  </a:extLst>
                </p14:cNvPr>
                <p14:cNvContentPartPr/>
                <p14:nvPr/>
              </p14:nvContentPartPr>
              <p14:xfrm>
                <a:off x="9334195" y="1963820"/>
                <a:ext cx="1173240" cy="693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4CDDAE-A708-642D-6BF8-7589A6F959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8075" y="1957700"/>
                  <a:ext cx="118548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946D0B-7F6B-4DB9-7BC6-2049C34D3432}"/>
                    </a:ext>
                  </a:extLst>
                </p14:cNvPr>
                <p14:cNvContentPartPr/>
                <p14:nvPr/>
              </p14:nvContentPartPr>
              <p14:xfrm>
                <a:off x="10602475" y="2156780"/>
                <a:ext cx="971640" cy="28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946D0B-7F6B-4DB9-7BC6-2049C34D34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96355" y="2150660"/>
                  <a:ext cx="9838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9960F3E-DD9F-D5AA-9B58-AAA979C1E409}"/>
              </a:ext>
            </a:extLst>
          </p:cNvPr>
          <p:cNvGrpSpPr/>
          <p:nvPr/>
        </p:nvGrpSpPr>
        <p:grpSpPr>
          <a:xfrm>
            <a:off x="1477915" y="1900820"/>
            <a:ext cx="3793680" cy="2154960"/>
            <a:chOff x="1477915" y="1900820"/>
            <a:chExt cx="3793680" cy="21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4678A8-4218-3D20-3490-B178687A2B64}"/>
                    </a:ext>
                  </a:extLst>
                </p14:cNvPr>
                <p14:cNvContentPartPr/>
                <p14:nvPr/>
              </p14:nvContentPartPr>
              <p14:xfrm>
                <a:off x="1477915" y="2124020"/>
                <a:ext cx="849600" cy="621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4678A8-4218-3D20-3490-B178687A2B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71795" y="2117900"/>
                  <a:ext cx="8618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B1D965-26EE-CF3F-998B-4BC398688A83}"/>
                    </a:ext>
                  </a:extLst>
                </p14:cNvPr>
                <p14:cNvContentPartPr/>
                <p14:nvPr/>
              </p14:nvContentPartPr>
              <p14:xfrm>
                <a:off x="2547835" y="1900820"/>
                <a:ext cx="756000" cy="707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B1D965-26EE-CF3F-998B-4BC398688A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41715" y="1894700"/>
                  <a:ext cx="76824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BE61D7-D6EF-1B16-9FFA-BA8800994F47}"/>
                    </a:ext>
                  </a:extLst>
                </p14:cNvPr>
                <p14:cNvContentPartPr/>
                <p14:nvPr/>
              </p14:nvContentPartPr>
              <p14:xfrm>
                <a:off x="3388795" y="2063540"/>
                <a:ext cx="128160" cy="77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BE61D7-D6EF-1B16-9FFA-BA8800994F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82675" y="2057420"/>
                  <a:ext cx="140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4F56C3-0ADA-869E-4AEB-179CB8F68948}"/>
                    </a:ext>
                  </a:extLst>
                </p14:cNvPr>
                <p14:cNvContentPartPr/>
                <p14:nvPr/>
              </p14:nvContentPartPr>
              <p14:xfrm>
                <a:off x="3702355" y="2147060"/>
                <a:ext cx="735840" cy="561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4F56C3-0ADA-869E-4AEB-179CB8F689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96235" y="2140940"/>
                  <a:ext cx="74808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F0E29BD-E3CA-0284-BD50-F4A05E2EAB91}"/>
                    </a:ext>
                  </a:extLst>
                </p14:cNvPr>
                <p14:cNvContentPartPr/>
                <p14:nvPr/>
              </p14:nvContentPartPr>
              <p14:xfrm>
                <a:off x="1641715" y="3207260"/>
                <a:ext cx="711720" cy="848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F0E29BD-E3CA-0284-BD50-F4A05E2EAB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35595" y="3201140"/>
                  <a:ext cx="72396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1F91ED-EDE9-9678-9A8D-92439C084D70}"/>
                    </a:ext>
                  </a:extLst>
                </p14:cNvPr>
                <p14:cNvContentPartPr/>
                <p14:nvPr/>
              </p14:nvContentPartPr>
              <p14:xfrm>
                <a:off x="2534515" y="3439100"/>
                <a:ext cx="581040" cy="342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1F91ED-EDE9-9678-9A8D-92439C084D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28395" y="3432980"/>
                  <a:ext cx="5932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0675B5-F194-3967-2CB3-1FD7474A82B7}"/>
                    </a:ext>
                  </a:extLst>
                </p14:cNvPr>
                <p14:cNvContentPartPr/>
                <p14:nvPr/>
              </p14:nvContentPartPr>
              <p14:xfrm>
                <a:off x="3452875" y="2927180"/>
                <a:ext cx="1357920" cy="797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0675B5-F194-3967-2CB3-1FD7474A82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46755" y="2921060"/>
                  <a:ext cx="137016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4F91E0-354C-77E9-E7E2-51AE448ED7DF}"/>
                    </a:ext>
                  </a:extLst>
                </p14:cNvPr>
                <p14:cNvContentPartPr/>
                <p14:nvPr/>
              </p14:nvContentPartPr>
              <p14:xfrm>
                <a:off x="5251795" y="3567620"/>
                <a:ext cx="19800" cy="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4F91E0-354C-77E9-E7E2-51AE448ED7D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45675" y="3561500"/>
                  <a:ext cx="320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B1E2D99-75A2-93EB-7952-628118511D03}"/>
              </a:ext>
            </a:extLst>
          </p:cNvPr>
          <p:cNvGrpSpPr/>
          <p:nvPr/>
        </p:nvGrpSpPr>
        <p:grpSpPr>
          <a:xfrm>
            <a:off x="5859475" y="3218420"/>
            <a:ext cx="1384920" cy="816480"/>
            <a:chOff x="5859475" y="3218420"/>
            <a:chExt cx="1384920" cy="8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B46B43-DF6A-0B89-E5B2-B1525873D53B}"/>
                    </a:ext>
                  </a:extLst>
                </p14:cNvPr>
                <p14:cNvContentPartPr/>
                <p14:nvPr/>
              </p14:nvContentPartPr>
              <p14:xfrm>
                <a:off x="5859475" y="3569780"/>
                <a:ext cx="1131120" cy="1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B46B43-DF6A-0B89-E5B2-B1525873D53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53355" y="3563660"/>
                  <a:ext cx="1143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BEC82C-62D0-EE4A-F0EE-1050A66AE541}"/>
                    </a:ext>
                  </a:extLst>
                </p14:cNvPr>
                <p14:cNvContentPartPr/>
                <p14:nvPr/>
              </p14:nvContentPartPr>
              <p14:xfrm>
                <a:off x="7053595" y="3218420"/>
                <a:ext cx="190800" cy="81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BEC82C-62D0-EE4A-F0EE-1050A66AE5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47475" y="3212300"/>
                  <a:ext cx="203040" cy="82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E5BD6AC-5A2D-02D3-1A53-9EF420070CD4}"/>
                  </a:ext>
                </a:extLst>
              </p14:cNvPr>
              <p14:cNvContentPartPr/>
              <p14:nvPr/>
            </p14:nvContentPartPr>
            <p14:xfrm>
              <a:off x="7866115" y="3773900"/>
              <a:ext cx="59400" cy="536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E5BD6AC-5A2D-02D3-1A53-9EF420070CD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59995" y="3767780"/>
                <a:ext cx="71640" cy="6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7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4A9545FA-C868-9FE0-F37E-59EFFA3F5885}"/>
              </a:ext>
            </a:extLst>
          </p:cNvPr>
          <p:cNvGrpSpPr/>
          <p:nvPr/>
        </p:nvGrpSpPr>
        <p:grpSpPr>
          <a:xfrm>
            <a:off x="950515" y="370820"/>
            <a:ext cx="11130120" cy="5637960"/>
            <a:chOff x="950515" y="370820"/>
            <a:chExt cx="11130120" cy="56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B4B24D-3A7A-2F8D-A796-BEE9444E9108}"/>
                    </a:ext>
                  </a:extLst>
                </p14:cNvPr>
                <p14:cNvContentPartPr/>
                <p14:nvPr/>
              </p14:nvContentPartPr>
              <p14:xfrm>
                <a:off x="1002715" y="790580"/>
                <a:ext cx="194400" cy="725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B4B24D-3A7A-2F8D-A796-BEE9444E91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6595" y="784460"/>
                  <a:ext cx="20664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75F436-E586-935A-4688-78F3DB6EA4F4}"/>
                    </a:ext>
                  </a:extLst>
                </p14:cNvPr>
                <p14:cNvContentPartPr/>
                <p14:nvPr/>
              </p14:nvContentPartPr>
              <p14:xfrm>
                <a:off x="950515" y="487820"/>
                <a:ext cx="594720" cy="1322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75F436-E586-935A-4688-78F3DB6EA4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4395" y="481700"/>
                  <a:ext cx="606960" cy="13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06AB97-2E66-9B46-DE0A-A7E25CDC4791}"/>
                    </a:ext>
                  </a:extLst>
                </p14:cNvPr>
                <p14:cNvContentPartPr/>
                <p14:nvPr/>
              </p14:nvContentPartPr>
              <p14:xfrm>
                <a:off x="1832875" y="1059140"/>
                <a:ext cx="385560" cy="41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06AB97-2E66-9B46-DE0A-A7E25CDC47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6755" y="1053020"/>
                  <a:ext cx="397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4A0BEA-83C6-557B-EF9B-DB93C2AB1678}"/>
                    </a:ext>
                  </a:extLst>
                </p14:cNvPr>
                <p14:cNvContentPartPr/>
                <p14:nvPr/>
              </p14:nvContentPartPr>
              <p14:xfrm>
                <a:off x="2688235" y="729740"/>
                <a:ext cx="41400" cy="658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4A0BEA-83C6-557B-EF9B-DB93C2AB16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82115" y="723620"/>
                  <a:ext cx="5364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BC3700-3749-4982-C788-FEFF1DC8DDE5}"/>
                    </a:ext>
                  </a:extLst>
                </p14:cNvPr>
                <p14:cNvContentPartPr/>
                <p14:nvPr/>
              </p14:nvContentPartPr>
              <p14:xfrm>
                <a:off x="2561875" y="965180"/>
                <a:ext cx="753840" cy="370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BC3700-3749-4982-C788-FEFF1DC8DD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55755" y="959060"/>
                  <a:ext cx="766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6CAA0D-4F95-8F7E-E955-74A8C56B0205}"/>
                    </a:ext>
                  </a:extLst>
                </p14:cNvPr>
                <p14:cNvContentPartPr/>
                <p14:nvPr/>
              </p14:nvContentPartPr>
              <p14:xfrm>
                <a:off x="3972715" y="639740"/>
                <a:ext cx="113760" cy="75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6CAA0D-4F95-8F7E-E955-74A8C56B02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6595" y="633620"/>
                  <a:ext cx="12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4EAF39-5C11-AD68-DCE3-817FFF5B5AEA}"/>
                    </a:ext>
                  </a:extLst>
                </p14:cNvPr>
                <p14:cNvContentPartPr/>
                <p14:nvPr/>
              </p14:nvContentPartPr>
              <p14:xfrm>
                <a:off x="4046155" y="1454780"/>
                <a:ext cx="146160" cy="95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4EAF39-5C11-AD68-DCE3-817FFF5B5A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40035" y="1448660"/>
                  <a:ext cx="158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E5DD0F-1045-029F-2773-3553A1E6E533}"/>
                    </a:ext>
                  </a:extLst>
                </p14:cNvPr>
                <p14:cNvContentPartPr/>
                <p14:nvPr/>
              </p14:nvContentPartPr>
              <p14:xfrm>
                <a:off x="4442875" y="1021700"/>
                <a:ext cx="369360" cy="12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E5DD0F-1045-029F-2773-3553A1E6E5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36755" y="1015580"/>
                  <a:ext cx="3816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35101F-8B88-B50C-4883-AC60468436D0}"/>
                    </a:ext>
                  </a:extLst>
                </p14:cNvPr>
                <p14:cNvContentPartPr/>
                <p14:nvPr/>
              </p14:nvContentPartPr>
              <p14:xfrm>
                <a:off x="6015355" y="703100"/>
                <a:ext cx="70200" cy="108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35101F-8B88-B50C-4883-AC60468436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09235" y="696980"/>
                  <a:ext cx="82440" cy="10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EE9529-9C59-F5A6-E7B6-E64EBD8CB349}"/>
                    </a:ext>
                  </a:extLst>
                </p14:cNvPr>
                <p14:cNvContentPartPr/>
                <p14:nvPr/>
              </p14:nvContentPartPr>
              <p14:xfrm>
                <a:off x="5761915" y="395300"/>
                <a:ext cx="694800" cy="962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EE9529-9C59-F5A6-E7B6-E64EBD8CB3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55795" y="389180"/>
                  <a:ext cx="707040" cy="9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F95D3E-49C7-82F2-3FF8-8D7630583740}"/>
                    </a:ext>
                  </a:extLst>
                </p14:cNvPr>
                <p14:cNvContentPartPr/>
                <p14:nvPr/>
              </p14:nvContentPartPr>
              <p14:xfrm>
                <a:off x="6695395" y="1182260"/>
                <a:ext cx="101520" cy="35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F95D3E-49C7-82F2-3FF8-8D76305837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89275" y="1176140"/>
                  <a:ext cx="113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AD14C46-7B70-D997-42DD-21E2C406C85C}"/>
                    </a:ext>
                  </a:extLst>
                </p14:cNvPr>
                <p14:cNvContentPartPr/>
                <p14:nvPr/>
              </p14:nvContentPartPr>
              <p14:xfrm>
                <a:off x="6710875" y="822260"/>
                <a:ext cx="54720" cy="28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AD14C46-7B70-D997-42DD-21E2C406C8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04755" y="816140"/>
                  <a:ext cx="66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B25B7F-4D03-C3AA-2F05-378D7B64A4AC}"/>
                    </a:ext>
                  </a:extLst>
                </p14:cNvPr>
                <p14:cNvContentPartPr/>
                <p14:nvPr/>
              </p14:nvContentPartPr>
              <p14:xfrm>
                <a:off x="7030195" y="1030700"/>
                <a:ext cx="558720" cy="430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B25B7F-4D03-C3AA-2F05-378D7B64A4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24075" y="1024580"/>
                  <a:ext cx="57096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314904-7515-03C4-AF65-0E44FAC1F22A}"/>
                    </a:ext>
                  </a:extLst>
                </p14:cNvPr>
                <p14:cNvContentPartPr/>
                <p14:nvPr/>
              </p14:nvContentPartPr>
              <p14:xfrm>
                <a:off x="7637515" y="948260"/>
                <a:ext cx="851040" cy="456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314904-7515-03C4-AF65-0E44FAC1F2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31395" y="942140"/>
                  <a:ext cx="8632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FB4AEE-8DD2-78B6-28FB-E0768F118039}"/>
                    </a:ext>
                  </a:extLst>
                </p14:cNvPr>
                <p14:cNvContentPartPr/>
                <p14:nvPr/>
              </p14:nvContentPartPr>
              <p14:xfrm>
                <a:off x="9783835" y="370820"/>
                <a:ext cx="1248840" cy="1458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FB4AEE-8DD2-78B6-28FB-E0768F1180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77715" y="364700"/>
                  <a:ext cx="1261080" cy="14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369032-3B53-7F45-0733-34E6DB18CFF4}"/>
                    </a:ext>
                  </a:extLst>
                </p14:cNvPr>
                <p14:cNvContentPartPr/>
                <p14:nvPr/>
              </p14:nvContentPartPr>
              <p14:xfrm>
                <a:off x="1195675" y="2538740"/>
                <a:ext cx="48240" cy="455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369032-3B53-7F45-0733-34E6DB18CF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9555" y="2532620"/>
                  <a:ext cx="60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77B9F5-DF0A-52EA-CAA6-92E91D169DC4}"/>
                    </a:ext>
                  </a:extLst>
                </p14:cNvPr>
                <p14:cNvContentPartPr/>
                <p14:nvPr/>
              </p14:nvContentPartPr>
              <p14:xfrm>
                <a:off x="1100275" y="2233820"/>
                <a:ext cx="118440" cy="6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77B9F5-DF0A-52EA-CAA6-92E91D169D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4155" y="2227700"/>
                  <a:ext cx="130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C2F6CF-71C0-6D8A-FE39-9CE319FBBD85}"/>
                    </a:ext>
                  </a:extLst>
                </p14:cNvPr>
                <p14:cNvContentPartPr/>
                <p14:nvPr/>
              </p14:nvContentPartPr>
              <p14:xfrm>
                <a:off x="1443355" y="2568980"/>
                <a:ext cx="374760" cy="385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C2F6CF-71C0-6D8A-FE39-9CE319FBBD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37235" y="2562860"/>
                  <a:ext cx="3870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FFF7E7-0D82-ABBF-D6F1-E8D5A400CA08}"/>
                    </a:ext>
                  </a:extLst>
                </p14:cNvPr>
                <p14:cNvContentPartPr/>
                <p14:nvPr/>
              </p14:nvContentPartPr>
              <p14:xfrm>
                <a:off x="2072635" y="2066060"/>
                <a:ext cx="689400" cy="145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FFF7E7-0D82-ABBF-D6F1-E8D5A400CA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66515" y="2059940"/>
                  <a:ext cx="701640" cy="14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D93AF6-1331-2E4B-A735-F87A634AFA7D}"/>
                    </a:ext>
                  </a:extLst>
                </p14:cNvPr>
                <p14:cNvContentPartPr/>
                <p14:nvPr/>
              </p14:nvContentPartPr>
              <p14:xfrm>
                <a:off x="2764195" y="2460620"/>
                <a:ext cx="429480" cy="469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D93AF6-1331-2E4B-A735-F87A634AFA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58075" y="2454500"/>
                  <a:ext cx="4417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EA9C06-DF38-8339-9290-C83B2B8C84F4}"/>
                    </a:ext>
                  </a:extLst>
                </p14:cNvPr>
                <p14:cNvContentPartPr/>
                <p14:nvPr/>
              </p14:nvContentPartPr>
              <p14:xfrm>
                <a:off x="3282235" y="2541260"/>
                <a:ext cx="566640" cy="394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EA9C06-DF38-8339-9290-C83B2B8C84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6115" y="2535140"/>
                  <a:ext cx="578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444903-B414-61DF-2345-D35EB8479D0E}"/>
                    </a:ext>
                  </a:extLst>
                </p14:cNvPr>
                <p14:cNvContentPartPr/>
                <p14:nvPr/>
              </p14:nvContentPartPr>
              <p14:xfrm>
                <a:off x="3983515" y="2499860"/>
                <a:ext cx="254520" cy="357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444903-B414-61DF-2345-D35EB8479D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77395" y="2493740"/>
                  <a:ext cx="266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4D4B4B-DF56-66DB-DCCF-C923B8DEE938}"/>
                    </a:ext>
                  </a:extLst>
                </p14:cNvPr>
                <p14:cNvContentPartPr/>
                <p14:nvPr/>
              </p14:nvContentPartPr>
              <p14:xfrm>
                <a:off x="4731955" y="2261180"/>
                <a:ext cx="25200" cy="666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4D4B4B-DF56-66DB-DCCF-C923B8DEE9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25835" y="2255060"/>
                  <a:ext cx="3744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D65224-9127-6853-76A0-7078B56B51E2}"/>
                    </a:ext>
                  </a:extLst>
                </p14:cNvPr>
                <p14:cNvContentPartPr/>
                <p14:nvPr/>
              </p14:nvContentPartPr>
              <p14:xfrm>
                <a:off x="4554835" y="2631620"/>
                <a:ext cx="514080" cy="315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D65224-9127-6853-76A0-7078B56B51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48715" y="2625500"/>
                  <a:ext cx="5263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4787DE-E6E0-253B-F141-89DA19F83523}"/>
                    </a:ext>
                  </a:extLst>
                </p14:cNvPr>
                <p14:cNvContentPartPr/>
                <p14:nvPr/>
              </p14:nvContentPartPr>
              <p14:xfrm>
                <a:off x="5306155" y="2373860"/>
                <a:ext cx="35280" cy="1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4787DE-E6E0-253B-F141-89DA19F835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00035" y="2367740"/>
                  <a:ext cx="475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A44C1A-E728-B967-8B88-EFD7C7FC300B}"/>
                    </a:ext>
                  </a:extLst>
                </p14:cNvPr>
                <p14:cNvContentPartPr/>
                <p14:nvPr/>
              </p14:nvContentPartPr>
              <p14:xfrm>
                <a:off x="5337475" y="2622260"/>
                <a:ext cx="101880" cy="28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A44C1A-E728-B967-8B88-EFD7C7FC30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31355" y="2616140"/>
                  <a:ext cx="114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97EB8F-407B-4A46-4E3A-46D21D30D33A}"/>
                    </a:ext>
                  </a:extLst>
                </p14:cNvPr>
                <p14:cNvContentPartPr/>
                <p14:nvPr/>
              </p14:nvContentPartPr>
              <p14:xfrm>
                <a:off x="5595595" y="2536580"/>
                <a:ext cx="335160" cy="430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97EB8F-407B-4A46-4E3A-46D21D30D3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89475" y="2530460"/>
                  <a:ext cx="3474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BDE7D3-E8D8-FB95-005F-0186041740DD}"/>
                    </a:ext>
                  </a:extLst>
                </p14:cNvPr>
                <p14:cNvContentPartPr/>
                <p14:nvPr/>
              </p14:nvContentPartPr>
              <p14:xfrm>
                <a:off x="7106515" y="2144900"/>
                <a:ext cx="693360" cy="57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BDE7D3-E8D8-FB95-005F-0186041740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00395" y="2138780"/>
                  <a:ext cx="7056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2301272-0791-FA17-7E04-CC5E1B492714}"/>
                    </a:ext>
                  </a:extLst>
                </p14:cNvPr>
                <p14:cNvContentPartPr/>
                <p14:nvPr/>
              </p14:nvContentPartPr>
              <p14:xfrm>
                <a:off x="7985275" y="1901900"/>
                <a:ext cx="761400" cy="55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2301272-0791-FA17-7E04-CC5E1B4927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79155" y="1895780"/>
                  <a:ext cx="77364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AEFAFD-CAE3-EB71-5D76-3BCFAA42FC4C}"/>
                    </a:ext>
                  </a:extLst>
                </p14:cNvPr>
                <p14:cNvContentPartPr/>
                <p14:nvPr/>
              </p14:nvContentPartPr>
              <p14:xfrm>
                <a:off x="8822275" y="1807580"/>
                <a:ext cx="88560" cy="80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AEFAFD-CAE3-EB71-5D76-3BCFAA42FC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16155" y="1801460"/>
                  <a:ext cx="100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8F34C6-67DF-5593-5F12-31764EFFD62D}"/>
                    </a:ext>
                  </a:extLst>
                </p14:cNvPr>
                <p14:cNvContentPartPr/>
                <p14:nvPr/>
              </p14:nvContentPartPr>
              <p14:xfrm>
                <a:off x="9016675" y="1896140"/>
                <a:ext cx="819720" cy="497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8F34C6-67DF-5593-5F12-31764EFFD62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10555" y="1890020"/>
                  <a:ext cx="83196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79CDD4-6039-2672-1E74-DE6F67A677AF}"/>
                    </a:ext>
                  </a:extLst>
                </p14:cNvPr>
                <p14:cNvContentPartPr/>
                <p14:nvPr/>
              </p14:nvContentPartPr>
              <p14:xfrm>
                <a:off x="10782115" y="1677260"/>
                <a:ext cx="498960" cy="58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79CDD4-6039-2672-1E74-DE6F67A677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75995" y="1671140"/>
                  <a:ext cx="51120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178357-3B1E-040C-A1D7-BFA13F44E92E}"/>
                    </a:ext>
                  </a:extLst>
                </p14:cNvPr>
                <p14:cNvContentPartPr/>
                <p14:nvPr/>
              </p14:nvContentPartPr>
              <p14:xfrm>
                <a:off x="11416075" y="1974620"/>
                <a:ext cx="407160" cy="450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178357-3B1E-040C-A1D7-BFA13F44E9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09955" y="1968500"/>
                  <a:ext cx="4194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7C62B3-1225-AEF8-6E50-3C22B020AB0D}"/>
                    </a:ext>
                  </a:extLst>
                </p14:cNvPr>
                <p14:cNvContentPartPr/>
                <p14:nvPr/>
              </p14:nvContentPartPr>
              <p14:xfrm>
                <a:off x="1288195" y="3473660"/>
                <a:ext cx="1076040" cy="798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7C62B3-1225-AEF8-6E50-3C22B020AB0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82075" y="3467540"/>
                  <a:ext cx="108828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4B99D5-E77E-36D2-0748-4A5CF5E65871}"/>
                    </a:ext>
                  </a:extLst>
                </p14:cNvPr>
                <p14:cNvContentPartPr/>
                <p14:nvPr/>
              </p14:nvContentPartPr>
              <p14:xfrm>
                <a:off x="3287635" y="3650060"/>
                <a:ext cx="807120" cy="37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4B99D5-E77E-36D2-0748-4A5CF5E658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81515" y="3643940"/>
                  <a:ext cx="8193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ECEA6E-7B0B-1A77-3EEF-9B644D95B58D}"/>
                    </a:ext>
                  </a:extLst>
                </p14:cNvPr>
                <p14:cNvContentPartPr/>
                <p14:nvPr/>
              </p14:nvContentPartPr>
              <p14:xfrm>
                <a:off x="4265395" y="3645020"/>
                <a:ext cx="925200" cy="421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ECEA6E-7B0B-1A77-3EEF-9B644D95B5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9275" y="3638900"/>
                  <a:ext cx="9374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B20717-68D2-C019-515C-EBE4F5D47BEC}"/>
                    </a:ext>
                  </a:extLst>
                </p14:cNvPr>
                <p14:cNvContentPartPr/>
                <p14:nvPr/>
              </p14:nvContentPartPr>
              <p14:xfrm>
                <a:off x="5429635" y="3598940"/>
                <a:ext cx="230040" cy="296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B20717-68D2-C019-515C-EBE4F5D47B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23515" y="3592820"/>
                  <a:ext cx="242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8CD7DA8-5450-6127-100C-44279AA2780E}"/>
                    </a:ext>
                  </a:extLst>
                </p14:cNvPr>
                <p14:cNvContentPartPr/>
                <p14:nvPr/>
              </p14:nvContentPartPr>
              <p14:xfrm>
                <a:off x="5787115" y="3526580"/>
                <a:ext cx="266760" cy="38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8CD7DA8-5450-6127-100C-44279AA278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0995" y="3520460"/>
                  <a:ext cx="2790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9C5AC7-B99B-C631-EECB-49E9DE4C5224}"/>
                    </a:ext>
                  </a:extLst>
                </p14:cNvPr>
                <p14:cNvContentPartPr/>
                <p14:nvPr/>
              </p14:nvContentPartPr>
              <p14:xfrm>
                <a:off x="6288955" y="3237140"/>
                <a:ext cx="788760" cy="741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9C5AC7-B99B-C631-EECB-49E9DE4C52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82835" y="3231020"/>
                  <a:ext cx="80100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3774B4-BCF4-0811-C67B-290720664D34}"/>
                    </a:ext>
                  </a:extLst>
                </p14:cNvPr>
                <p14:cNvContentPartPr/>
                <p14:nvPr/>
              </p14:nvContentPartPr>
              <p14:xfrm>
                <a:off x="7124515" y="3836900"/>
                <a:ext cx="205200" cy="280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3774B4-BCF4-0811-C67B-290720664D3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18395" y="3830780"/>
                  <a:ext cx="2174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F3F3392-D0DC-AFB5-4FD0-8215B972C389}"/>
                    </a:ext>
                  </a:extLst>
                </p14:cNvPr>
                <p14:cNvContentPartPr/>
                <p14:nvPr/>
              </p14:nvContentPartPr>
              <p14:xfrm>
                <a:off x="8205235" y="3279620"/>
                <a:ext cx="488160" cy="30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F3F3392-D0DC-AFB5-4FD0-8215B972C3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99115" y="3273500"/>
                  <a:ext cx="500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EA4735-A9DA-B956-6FE0-3A4BDBBA6C7B}"/>
                    </a:ext>
                  </a:extLst>
                </p14:cNvPr>
                <p14:cNvContentPartPr/>
                <p14:nvPr/>
              </p14:nvContentPartPr>
              <p14:xfrm>
                <a:off x="8930635" y="3244340"/>
                <a:ext cx="949320" cy="428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EA4735-A9DA-B956-6FE0-3A4BDBBA6C7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24515" y="3238220"/>
                  <a:ext cx="9615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B04E24-0D85-F3C2-9815-6E2DEA957122}"/>
                    </a:ext>
                  </a:extLst>
                </p14:cNvPr>
                <p14:cNvContentPartPr/>
                <p14:nvPr/>
              </p14:nvContentPartPr>
              <p14:xfrm>
                <a:off x="10281355" y="2568620"/>
                <a:ext cx="30600" cy="865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B04E24-0D85-F3C2-9815-6E2DEA9571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75235" y="2562500"/>
                  <a:ext cx="4284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8495A4-AA9E-AC38-3C98-9C99E0EBEEB4}"/>
                    </a:ext>
                  </a:extLst>
                </p14:cNvPr>
                <p14:cNvContentPartPr/>
                <p14:nvPr/>
              </p14:nvContentPartPr>
              <p14:xfrm>
                <a:off x="10410235" y="3166580"/>
                <a:ext cx="343800" cy="976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8495A4-AA9E-AC38-3C98-9C99E0EBEE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04115" y="3160460"/>
                  <a:ext cx="356040" cy="9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3C49D6-C020-28F5-30BB-763C86408374}"/>
                    </a:ext>
                  </a:extLst>
                </p14:cNvPr>
                <p14:cNvContentPartPr/>
                <p14:nvPr/>
              </p14:nvContentPartPr>
              <p14:xfrm>
                <a:off x="11217355" y="2702180"/>
                <a:ext cx="863280" cy="88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3C49D6-C020-28F5-30BB-763C8640837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11235" y="2696060"/>
                  <a:ext cx="87552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CF865E-FEA9-5766-B7B6-6118DCD53624}"/>
                    </a:ext>
                  </a:extLst>
                </p14:cNvPr>
                <p14:cNvContentPartPr/>
                <p14:nvPr/>
              </p14:nvContentPartPr>
              <p14:xfrm>
                <a:off x="1861315" y="4932380"/>
                <a:ext cx="577800" cy="40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CF865E-FEA9-5766-B7B6-6118DCD536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55195" y="4926260"/>
                  <a:ext cx="5900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E63867-6B7E-F58C-7D31-67314F58B241}"/>
                    </a:ext>
                  </a:extLst>
                </p14:cNvPr>
                <p14:cNvContentPartPr/>
                <p14:nvPr/>
              </p14:nvContentPartPr>
              <p14:xfrm>
                <a:off x="2523715" y="5041820"/>
                <a:ext cx="623160" cy="293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E63867-6B7E-F58C-7D31-67314F58B2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17595" y="5035700"/>
                  <a:ext cx="635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CA995D-DCED-76D0-3784-870B3C70A870}"/>
                    </a:ext>
                  </a:extLst>
                </p14:cNvPr>
                <p14:cNvContentPartPr/>
                <p14:nvPr/>
              </p14:nvContentPartPr>
              <p14:xfrm>
                <a:off x="3338395" y="4504700"/>
                <a:ext cx="364320" cy="76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CA995D-DCED-76D0-3784-870B3C70A87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32275" y="4498580"/>
                  <a:ext cx="3765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9CC7697-BE59-DEE2-022A-94D56A390D56}"/>
                    </a:ext>
                  </a:extLst>
                </p14:cNvPr>
                <p14:cNvContentPartPr/>
                <p14:nvPr/>
              </p14:nvContentPartPr>
              <p14:xfrm>
                <a:off x="4919155" y="4765700"/>
                <a:ext cx="38880" cy="321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9CC7697-BE59-DEE2-022A-94D56A390D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13035" y="4759580"/>
                  <a:ext cx="51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5AC527-04DC-D7DB-6C2C-91BAB21441BE}"/>
                    </a:ext>
                  </a:extLst>
                </p14:cNvPr>
                <p14:cNvContentPartPr/>
                <p14:nvPr/>
              </p14:nvContentPartPr>
              <p14:xfrm>
                <a:off x="5062435" y="4507580"/>
                <a:ext cx="52200" cy="36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5AC527-04DC-D7DB-6C2C-91BAB21441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56315" y="4501460"/>
                  <a:ext cx="64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88F6E7-F4FE-C9C8-D132-2586AC082937}"/>
                    </a:ext>
                  </a:extLst>
                </p14:cNvPr>
                <p14:cNvContentPartPr/>
                <p14:nvPr/>
              </p14:nvContentPartPr>
              <p14:xfrm>
                <a:off x="5070715" y="4749500"/>
                <a:ext cx="511920" cy="40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88F6E7-F4FE-C9C8-D132-2586AC0829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4595" y="4743380"/>
                  <a:ext cx="5241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5BD25F-845F-38FC-88E5-D060F17985E4}"/>
                    </a:ext>
                  </a:extLst>
                </p14:cNvPr>
                <p14:cNvContentPartPr/>
                <p14:nvPr/>
              </p14:nvContentPartPr>
              <p14:xfrm>
                <a:off x="5959555" y="4500020"/>
                <a:ext cx="125640" cy="578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5BD25F-845F-38FC-88E5-D060F17985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53435" y="4493900"/>
                  <a:ext cx="1378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E6B579-E7A2-4039-5B0E-DCC623EAE8A4}"/>
                    </a:ext>
                  </a:extLst>
                </p14:cNvPr>
                <p14:cNvContentPartPr/>
                <p14:nvPr/>
              </p14:nvContentPartPr>
              <p14:xfrm>
                <a:off x="5759395" y="4778660"/>
                <a:ext cx="448920" cy="9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E6B579-E7A2-4039-5B0E-DCC623EAE8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3275" y="4772540"/>
                  <a:ext cx="461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F68443-FDB7-A012-1719-39FDD58BA617}"/>
                    </a:ext>
                  </a:extLst>
                </p14:cNvPr>
                <p14:cNvContentPartPr/>
                <p14:nvPr/>
              </p14:nvContentPartPr>
              <p14:xfrm>
                <a:off x="6162235" y="4601900"/>
                <a:ext cx="396000" cy="506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F68443-FDB7-A012-1719-39FDD58BA61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56115" y="4595780"/>
                  <a:ext cx="4082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381D5DC-098A-F356-6C64-CBBA2C3582F1}"/>
                    </a:ext>
                  </a:extLst>
                </p14:cNvPr>
                <p14:cNvContentPartPr/>
                <p14:nvPr/>
              </p14:nvContentPartPr>
              <p14:xfrm>
                <a:off x="6547075" y="4749500"/>
                <a:ext cx="357120" cy="352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381D5DC-098A-F356-6C64-CBBA2C3582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40955" y="4743380"/>
                  <a:ext cx="3693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0A1C2F7-4646-0650-67F5-142C7B420EE5}"/>
                    </a:ext>
                  </a:extLst>
                </p14:cNvPr>
                <p14:cNvContentPartPr/>
                <p14:nvPr/>
              </p14:nvContentPartPr>
              <p14:xfrm>
                <a:off x="7281115" y="4352420"/>
                <a:ext cx="94320" cy="805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0A1C2F7-4646-0650-67F5-142C7B420E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74995" y="4346300"/>
                  <a:ext cx="10656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C851AB0-5083-0D8C-A364-961B552D1A3D}"/>
                    </a:ext>
                  </a:extLst>
                </p14:cNvPr>
                <p14:cNvContentPartPr/>
                <p14:nvPr/>
              </p14:nvContentPartPr>
              <p14:xfrm>
                <a:off x="7372915" y="4591460"/>
                <a:ext cx="326160" cy="392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C851AB0-5083-0D8C-A364-961B552D1A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66795" y="4585340"/>
                  <a:ext cx="3384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1997586-AB55-5FD1-2233-02A0AE3C81C9}"/>
                    </a:ext>
                  </a:extLst>
                </p14:cNvPr>
                <p14:cNvContentPartPr/>
                <p14:nvPr/>
              </p14:nvContentPartPr>
              <p14:xfrm>
                <a:off x="6279595" y="4687580"/>
                <a:ext cx="281160" cy="541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1997586-AB55-5FD1-2233-02A0AE3C8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73475" y="4681460"/>
                  <a:ext cx="2934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70CA26-195A-377C-E8F0-66150B1F5747}"/>
                    </a:ext>
                  </a:extLst>
                </p14:cNvPr>
                <p14:cNvContentPartPr/>
                <p14:nvPr/>
              </p14:nvContentPartPr>
              <p14:xfrm>
                <a:off x="6654715" y="4674620"/>
                <a:ext cx="436320" cy="63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70CA26-195A-377C-E8F0-66150B1F574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48595" y="4668500"/>
                  <a:ext cx="44856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2C0A25-AEC7-F069-2769-37559C90911A}"/>
                    </a:ext>
                  </a:extLst>
                </p14:cNvPr>
                <p14:cNvContentPartPr/>
                <p14:nvPr/>
              </p14:nvContentPartPr>
              <p14:xfrm>
                <a:off x="7933435" y="4414340"/>
                <a:ext cx="479160" cy="492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2C0A25-AEC7-F069-2769-37559C90911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27315" y="4408220"/>
                  <a:ext cx="49140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0A2F10-CCA5-26BA-466F-517CE7D1F921}"/>
                    </a:ext>
                  </a:extLst>
                </p14:cNvPr>
                <p14:cNvContentPartPr/>
                <p14:nvPr/>
              </p14:nvContentPartPr>
              <p14:xfrm>
                <a:off x="8524195" y="4308140"/>
                <a:ext cx="547920" cy="467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0A2F10-CCA5-26BA-466F-517CE7D1F9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18075" y="4302020"/>
                  <a:ext cx="5601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540836-2221-8EDE-5996-F206CFB92AA3}"/>
                    </a:ext>
                  </a:extLst>
                </p14:cNvPr>
                <p14:cNvContentPartPr/>
                <p14:nvPr/>
              </p14:nvContentPartPr>
              <p14:xfrm>
                <a:off x="9036835" y="4232540"/>
                <a:ext cx="798480" cy="46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540836-2221-8EDE-5996-F206CFB92A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30715" y="4226420"/>
                  <a:ext cx="8107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799B7B-A51E-C18B-1D07-51C083410B27}"/>
                    </a:ext>
                  </a:extLst>
                </p14:cNvPr>
                <p14:cNvContentPartPr/>
                <p14:nvPr/>
              </p14:nvContentPartPr>
              <p14:xfrm>
                <a:off x="10070395" y="4585700"/>
                <a:ext cx="35280" cy="1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799B7B-A51E-C18B-1D07-51C083410B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64275" y="4579580"/>
                  <a:ext cx="47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EBD504D-8381-8B9A-5B9A-12D6808A3362}"/>
                    </a:ext>
                  </a:extLst>
                </p14:cNvPr>
                <p14:cNvContentPartPr/>
                <p14:nvPr/>
              </p14:nvContentPartPr>
              <p14:xfrm>
                <a:off x="2299435" y="5205260"/>
                <a:ext cx="4209120" cy="80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EBD504D-8381-8B9A-5B9A-12D6808A336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93315" y="5199140"/>
                  <a:ext cx="422136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8CF68BA-17FC-995A-B078-07DC8953BCA5}"/>
                    </a:ext>
                  </a:extLst>
                </p14:cNvPr>
                <p14:cNvContentPartPr/>
                <p14:nvPr/>
              </p14:nvContentPartPr>
              <p14:xfrm>
                <a:off x="1229515" y="4202660"/>
                <a:ext cx="3251520" cy="503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8CF68BA-17FC-995A-B078-07DC8953BC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23395" y="4196540"/>
                  <a:ext cx="32637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9ADA6C-7F1A-2D50-93FB-937EE73399B1}"/>
                    </a:ext>
                  </a:extLst>
                </p14:cNvPr>
                <p14:cNvContentPartPr/>
                <p14:nvPr/>
              </p14:nvContentPartPr>
              <p14:xfrm>
                <a:off x="7791235" y="2856980"/>
                <a:ext cx="2646000" cy="146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9ADA6C-7F1A-2D50-93FB-937EE73399B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85115" y="2850860"/>
                  <a:ext cx="265824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87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5CFBA1-F2F7-E724-9D99-7E2DABCA8B18}"/>
                  </a:ext>
                </a:extLst>
              </p14:cNvPr>
              <p14:cNvContentPartPr/>
              <p14:nvPr/>
            </p14:nvContentPartPr>
            <p14:xfrm>
              <a:off x="1280275" y="794900"/>
              <a:ext cx="33840" cy="30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5CFBA1-F2F7-E724-9D99-7E2DABCA8B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4155" y="788780"/>
                <a:ext cx="460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2AD28C-6443-B29C-665C-6C643E93596D}"/>
                  </a:ext>
                </a:extLst>
              </p14:cNvPr>
              <p14:cNvContentPartPr/>
              <p14:nvPr/>
            </p14:nvContentPartPr>
            <p14:xfrm>
              <a:off x="1611835" y="780860"/>
              <a:ext cx="184680" cy="27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2AD28C-6443-B29C-665C-6C643E935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5715" y="774740"/>
                <a:ext cx="1969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6E7D23-3610-9F1A-757B-73B549117670}"/>
                  </a:ext>
                </a:extLst>
              </p14:cNvPr>
              <p14:cNvContentPartPr/>
              <p14:nvPr/>
            </p14:nvContentPartPr>
            <p14:xfrm>
              <a:off x="1973635" y="1258580"/>
              <a:ext cx="589680" cy="1230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6E7D23-3610-9F1A-757B-73B5491176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7515" y="1252460"/>
                <a:ext cx="601920" cy="12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C739C5B-8380-089C-FE4D-7F456B79D2F0}"/>
                  </a:ext>
                </a:extLst>
              </p14:cNvPr>
              <p14:cNvContentPartPr/>
              <p14:nvPr/>
            </p14:nvContentPartPr>
            <p14:xfrm>
              <a:off x="1927915" y="1301420"/>
              <a:ext cx="1189080" cy="87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C739C5B-8380-089C-FE4D-7F456B79D2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21795" y="1295300"/>
                <a:ext cx="1201320" cy="88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C48092-F14F-4E2C-5098-AAAFC0ACE03E}"/>
                  </a:ext>
                </a:extLst>
              </p14:cNvPr>
              <p14:cNvContentPartPr/>
              <p14:nvPr/>
            </p14:nvContentPartPr>
            <p14:xfrm>
              <a:off x="3392395" y="1093700"/>
              <a:ext cx="1026720" cy="88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C48092-F14F-4E2C-5098-AAAFC0ACE0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86275" y="1087580"/>
                <a:ext cx="1038960" cy="9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D820CC-FFC2-3677-9DC1-C28AFE21B86A}"/>
                  </a:ext>
                </a:extLst>
              </p14:cNvPr>
              <p14:cNvContentPartPr/>
              <p14:nvPr/>
            </p14:nvContentPartPr>
            <p14:xfrm>
              <a:off x="4477795" y="1180100"/>
              <a:ext cx="79920" cy="205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D820CC-FFC2-3677-9DC1-C28AFE21B8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71675" y="1173980"/>
                <a:ext cx="921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BDBDA1-E271-E4A3-4585-8754D7BB7BD3}"/>
                  </a:ext>
                </a:extLst>
              </p14:cNvPr>
              <p14:cNvContentPartPr/>
              <p14:nvPr/>
            </p14:nvContentPartPr>
            <p14:xfrm>
              <a:off x="4936075" y="767900"/>
              <a:ext cx="60480" cy="273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BDBDA1-E271-E4A3-4585-8754D7BB7B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29955" y="761780"/>
                <a:ext cx="727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061D8B2-9168-1BFE-E371-EA7960E6283B}"/>
                  </a:ext>
                </a:extLst>
              </p14:cNvPr>
              <p14:cNvContentPartPr/>
              <p14:nvPr/>
            </p14:nvContentPartPr>
            <p14:xfrm>
              <a:off x="4998715" y="756020"/>
              <a:ext cx="201600" cy="299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061D8B2-9168-1BFE-E371-EA7960E628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2595" y="749900"/>
                <a:ext cx="2138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E7DF85-A171-BB1F-E64C-BF5DBB99C0E6}"/>
                  </a:ext>
                </a:extLst>
              </p14:cNvPr>
              <p14:cNvContentPartPr/>
              <p14:nvPr/>
            </p14:nvContentPartPr>
            <p14:xfrm>
              <a:off x="7663435" y="543260"/>
              <a:ext cx="32040" cy="380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E7DF85-A171-BB1F-E64C-BF5DBB99C0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57315" y="537140"/>
                <a:ext cx="4428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2DBB59-EB1B-E734-EE07-5D0382D1B01B}"/>
                  </a:ext>
                </a:extLst>
              </p14:cNvPr>
              <p14:cNvContentPartPr/>
              <p14:nvPr/>
            </p14:nvContentPartPr>
            <p14:xfrm>
              <a:off x="8056555" y="751700"/>
              <a:ext cx="182520" cy="302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2DBB59-EB1B-E734-EE07-5D0382D1B0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50435" y="745580"/>
                <a:ext cx="1947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77F61FE-A869-7380-31E1-FA9D7C02F855}"/>
                  </a:ext>
                </a:extLst>
              </p14:cNvPr>
              <p14:cNvContentPartPr/>
              <p14:nvPr/>
            </p14:nvContentPartPr>
            <p14:xfrm>
              <a:off x="8830555" y="3956780"/>
              <a:ext cx="56880" cy="402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77F61FE-A869-7380-31E1-FA9D7C02F8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24435" y="3950660"/>
                <a:ext cx="691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9A1127-F962-53F1-BEA5-4075DC3C090B}"/>
                  </a:ext>
                </a:extLst>
              </p14:cNvPr>
              <p14:cNvContentPartPr/>
              <p14:nvPr/>
            </p14:nvContentPartPr>
            <p14:xfrm>
              <a:off x="8907235" y="3825020"/>
              <a:ext cx="983520" cy="429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9A1127-F962-53F1-BEA5-4075DC3C09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01115" y="3818900"/>
                <a:ext cx="99576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0042048-45AE-9455-4426-0BC78F4D1496}"/>
                  </a:ext>
                </a:extLst>
              </p14:cNvPr>
              <p14:cNvContentPartPr/>
              <p14:nvPr/>
            </p14:nvContentPartPr>
            <p14:xfrm>
              <a:off x="10096675" y="3821420"/>
              <a:ext cx="189000" cy="408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0042048-45AE-9455-4426-0BC78F4D14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90555" y="3815300"/>
                <a:ext cx="20124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899FDA-3C9B-CC96-29B8-B6C07E2DC47B}"/>
                  </a:ext>
                </a:extLst>
              </p14:cNvPr>
              <p14:cNvContentPartPr/>
              <p14:nvPr/>
            </p14:nvContentPartPr>
            <p14:xfrm>
              <a:off x="10480075" y="4091780"/>
              <a:ext cx="17280" cy="62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899FDA-3C9B-CC96-29B8-B6C07E2DC47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73955" y="4085660"/>
                <a:ext cx="2952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2C79CF46-FC8F-3444-50FB-83A6845ADE83}"/>
              </a:ext>
            </a:extLst>
          </p:cNvPr>
          <p:cNvGrpSpPr/>
          <p:nvPr/>
        </p:nvGrpSpPr>
        <p:grpSpPr>
          <a:xfrm>
            <a:off x="8760715" y="257780"/>
            <a:ext cx="2970360" cy="2828520"/>
            <a:chOff x="8760715" y="257780"/>
            <a:chExt cx="2970360" cy="28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E59559-3AF2-6A47-21BC-2DD5C96E6310}"/>
                    </a:ext>
                  </a:extLst>
                </p14:cNvPr>
                <p14:cNvContentPartPr/>
                <p14:nvPr/>
              </p14:nvContentPartPr>
              <p14:xfrm>
                <a:off x="8806795" y="685820"/>
                <a:ext cx="565200" cy="954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E59559-3AF2-6A47-21BC-2DD5C96E63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00675" y="679700"/>
                  <a:ext cx="57744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849980F-7388-3484-295C-6451F024BAFE}"/>
                    </a:ext>
                  </a:extLst>
                </p14:cNvPr>
                <p14:cNvContentPartPr/>
                <p14:nvPr/>
              </p14:nvContentPartPr>
              <p14:xfrm>
                <a:off x="9279475" y="949340"/>
                <a:ext cx="1555560" cy="868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849980F-7388-3484-295C-6451F024BA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73355" y="943220"/>
                  <a:ext cx="156780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C7348B-B989-DDB2-448F-1127BD11393B}"/>
                    </a:ext>
                  </a:extLst>
                </p14:cNvPr>
                <p14:cNvContentPartPr/>
                <p14:nvPr/>
              </p14:nvContentPartPr>
              <p14:xfrm>
                <a:off x="11192875" y="257780"/>
                <a:ext cx="298080" cy="807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C7348B-B989-DDB2-448F-1127BD1139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186755" y="251660"/>
                  <a:ext cx="31032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4B20EB-DDE9-697F-5C96-DDBFE739507A}"/>
                    </a:ext>
                  </a:extLst>
                </p14:cNvPr>
                <p14:cNvContentPartPr/>
                <p14:nvPr/>
              </p14:nvContentPartPr>
              <p14:xfrm>
                <a:off x="11648635" y="504020"/>
                <a:ext cx="82440" cy="265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4B20EB-DDE9-697F-5C96-DDBFE73950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42515" y="497900"/>
                  <a:ext cx="94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65982C-7B43-511F-C711-017DB39B8480}"/>
                    </a:ext>
                  </a:extLst>
                </p14:cNvPr>
                <p14:cNvContentPartPr/>
                <p14:nvPr/>
              </p14:nvContentPartPr>
              <p14:xfrm>
                <a:off x="10287475" y="2064620"/>
                <a:ext cx="40320" cy="51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65982C-7B43-511F-C711-017DB39B84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81355" y="2058500"/>
                  <a:ext cx="5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D9E8F1-4977-8CA4-52A9-EE021B42B22B}"/>
                    </a:ext>
                  </a:extLst>
                </p14:cNvPr>
                <p14:cNvContentPartPr/>
                <p14:nvPr/>
              </p14:nvContentPartPr>
              <p14:xfrm>
                <a:off x="10147435" y="1848980"/>
                <a:ext cx="320040" cy="1020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D9E8F1-4977-8CA4-52A9-EE021B42B2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41315" y="1842860"/>
                  <a:ext cx="33228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C6F267-3483-E46E-B4A0-C7602C14DF74}"/>
                    </a:ext>
                  </a:extLst>
                </p14:cNvPr>
                <p14:cNvContentPartPr/>
                <p14:nvPr/>
              </p14:nvContentPartPr>
              <p14:xfrm>
                <a:off x="9648115" y="2806940"/>
                <a:ext cx="1519560" cy="279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C6F267-3483-E46E-B4A0-C7602C14DF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1995" y="2800820"/>
                  <a:ext cx="1531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59CF22C-2767-3118-CC97-59064219F71B}"/>
                    </a:ext>
                  </a:extLst>
                </p14:cNvPr>
                <p14:cNvContentPartPr/>
                <p14:nvPr/>
              </p14:nvContentPartPr>
              <p14:xfrm>
                <a:off x="8760715" y="2289165"/>
                <a:ext cx="1398960" cy="67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59CF22C-2767-3118-CC97-59064219F7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54595" y="2283045"/>
                  <a:ext cx="14112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671AC6E-9CE5-46ED-425E-8203BDB880C5}"/>
              </a:ext>
            </a:extLst>
          </p:cNvPr>
          <p:cNvGrpSpPr/>
          <p:nvPr/>
        </p:nvGrpSpPr>
        <p:grpSpPr>
          <a:xfrm>
            <a:off x="-82685" y="2628380"/>
            <a:ext cx="8185320" cy="4316040"/>
            <a:chOff x="-82685" y="2628380"/>
            <a:chExt cx="8185320" cy="431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773464-8C7C-7C04-0DEA-30E137D9F0DD}"/>
                    </a:ext>
                  </a:extLst>
                </p14:cNvPr>
                <p14:cNvContentPartPr/>
                <p14:nvPr/>
              </p14:nvContentPartPr>
              <p14:xfrm>
                <a:off x="2441275" y="4138580"/>
                <a:ext cx="53280" cy="799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773464-8C7C-7C04-0DEA-30E137D9F0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35155" y="4132460"/>
                  <a:ext cx="6552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472B37-4F54-5D93-89F0-6B69D532516C}"/>
                    </a:ext>
                  </a:extLst>
                </p14:cNvPr>
                <p14:cNvContentPartPr/>
                <p14:nvPr/>
              </p14:nvContentPartPr>
              <p14:xfrm>
                <a:off x="2778955" y="3647180"/>
                <a:ext cx="2467440" cy="1203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472B37-4F54-5D93-89F0-6B69D532516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72835" y="3641060"/>
                  <a:ext cx="247968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428139-FB46-527B-D8FB-593E1FD513BF}"/>
                    </a:ext>
                  </a:extLst>
                </p14:cNvPr>
                <p14:cNvContentPartPr/>
                <p14:nvPr/>
              </p14:nvContentPartPr>
              <p14:xfrm>
                <a:off x="5524315" y="4087460"/>
                <a:ext cx="23400" cy="3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428139-FB46-527B-D8FB-593E1FD513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18195" y="4081340"/>
                  <a:ext cx="35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9B9DC5-4DC1-22E8-35B9-352C02B6BB14}"/>
                    </a:ext>
                  </a:extLst>
                </p14:cNvPr>
                <p14:cNvContentPartPr/>
                <p14:nvPr/>
              </p14:nvContentPartPr>
              <p14:xfrm>
                <a:off x="4184755" y="4418660"/>
                <a:ext cx="328320" cy="594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9B9DC5-4DC1-22E8-35B9-352C02B6BB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78635" y="4412540"/>
                  <a:ext cx="34056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C2CBBA3-28CE-24BC-7B35-3045E1E0B45B}"/>
                    </a:ext>
                  </a:extLst>
                </p14:cNvPr>
                <p14:cNvContentPartPr/>
                <p14:nvPr/>
              </p14:nvContentPartPr>
              <p14:xfrm>
                <a:off x="3851755" y="5110940"/>
                <a:ext cx="1067760" cy="489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C2CBBA3-28CE-24BC-7B35-3045E1E0B4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45635" y="5104820"/>
                  <a:ext cx="10800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5BF0A1-49AC-9A7A-5F79-F688B49EB19A}"/>
                    </a:ext>
                  </a:extLst>
                </p14:cNvPr>
                <p14:cNvContentPartPr/>
                <p14:nvPr/>
              </p14:nvContentPartPr>
              <p14:xfrm>
                <a:off x="4973515" y="5350700"/>
                <a:ext cx="673560" cy="512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5BF0A1-49AC-9A7A-5F79-F688B49EB1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67395" y="5344580"/>
                  <a:ext cx="6858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520BF9-A888-4005-6CC4-DD4404C9D992}"/>
                    </a:ext>
                  </a:extLst>
                </p14:cNvPr>
                <p14:cNvContentPartPr/>
                <p14:nvPr/>
              </p14:nvContentPartPr>
              <p14:xfrm>
                <a:off x="5859475" y="5136140"/>
                <a:ext cx="817920" cy="474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520BF9-A888-4005-6CC4-DD4404C9D9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53355" y="5130020"/>
                  <a:ext cx="8301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3338FC-A498-3C01-0433-9567ECC9A466}"/>
                    </a:ext>
                  </a:extLst>
                </p14:cNvPr>
                <p14:cNvContentPartPr/>
                <p14:nvPr/>
              </p14:nvContentPartPr>
              <p14:xfrm>
                <a:off x="7035235" y="5040380"/>
                <a:ext cx="48600" cy="420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3338FC-A498-3C01-0433-9567ECC9A4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29115" y="5034260"/>
                  <a:ext cx="608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1DD3C0-BBC7-EFBC-5D29-A2A3009FFB68}"/>
                    </a:ext>
                  </a:extLst>
                </p14:cNvPr>
                <p14:cNvContentPartPr/>
                <p14:nvPr/>
              </p14:nvContentPartPr>
              <p14:xfrm>
                <a:off x="7470475" y="5211740"/>
                <a:ext cx="260640" cy="410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1DD3C0-BBC7-EFBC-5D29-A2A3009FFB6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64355" y="5205620"/>
                  <a:ext cx="272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74C353-7DDF-F19E-0757-90FDFCD776D5}"/>
                    </a:ext>
                  </a:extLst>
                </p14:cNvPr>
                <p14:cNvContentPartPr/>
                <p14:nvPr/>
              </p14:nvContentPartPr>
              <p14:xfrm>
                <a:off x="8036035" y="5371220"/>
                <a:ext cx="66600" cy="12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74C353-7DDF-F19E-0757-90FDFCD776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29915" y="5365100"/>
                  <a:ext cx="78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4DDE60-4011-9B53-E8DB-C5530E8C3A55}"/>
                    </a:ext>
                  </a:extLst>
                </p14:cNvPr>
                <p14:cNvContentPartPr/>
                <p14:nvPr/>
              </p14:nvContentPartPr>
              <p14:xfrm>
                <a:off x="1106395" y="3009980"/>
                <a:ext cx="28080" cy="48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4DDE60-4011-9B53-E8DB-C5530E8C3A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0275" y="3003860"/>
                  <a:ext cx="40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11F8FC-8673-2032-4BE4-8D08D4ECE5A8}"/>
                    </a:ext>
                  </a:extLst>
                </p14:cNvPr>
                <p14:cNvContentPartPr/>
                <p14:nvPr/>
              </p14:nvContentPartPr>
              <p14:xfrm>
                <a:off x="428155" y="2628380"/>
                <a:ext cx="707040" cy="1059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11F8FC-8673-2032-4BE4-8D08D4ECE5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2035" y="2622260"/>
                  <a:ext cx="719280" cy="10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EF1465-5344-6822-AE8C-4F291CF67F10}"/>
                    </a:ext>
                  </a:extLst>
                </p14:cNvPr>
                <p14:cNvContentPartPr/>
                <p14:nvPr/>
              </p14:nvContentPartPr>
              <p14:xfrm>
                <a:off x="712555" y="2799380"/>
                <a:ext cx="2417400" cy="399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EF1465-5344-6822-AE8C-4F291CF67F1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6435" y="2793260"/>
                  <a:ext cx="2429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CEA1D8-A2E7-E1C6-0585-761073ED6901}"/>
                    </a:ext>
                  </a:extLst>
                </p14:cNvPr>
                <p14:cNvContentPartPr/>
                <p14:nvPr/>
              </p14:nvContentPartPr>
              <p14:xfrm>
                <a:off x="361555" y="3860660"/>
                <a:ext cx="68760" cy="79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CEA1D8-A2E7-E1C6-0585-761073ED69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5435" y="3854540"/>
                  <a:ext cx="8100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7451EA-FE45-924D-AB27-96F9509DD543}"/>
                    </a:ext>
                  </a:extLst>
                </p14:cNvPr>
                <p14:cNvContentPartPr/>
                <p14:nvPr/>
              </p14:nvContentPartPr>
              <p14:xfrm>
                <a:off x="-82685" y="4492460"/>
                <a:ext cx="746640" cy="59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7451EA-FE45-924D-AB27-96F9509DD5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-88805" y="4486340"/>
                  <a:ext cx="75888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BC5497-F589-D787-6CD2-88BB4C9391A2}"/>
                    </a:ext>
                  </a:extLst>
                </p14:cNvPr>
                <p14:cNvContentPartPr/>
                <p14:nvPr/>
              </p14:nvContentPartPr>
              <p14:xfrm>
                <a:off x="504115" y="5247740"/>
                <a:ext cx="118800" cy="417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BC5497-F589-D787-6CD2-88BB4C9391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7995" y="5241620"/>
                  <a:ext cx="1310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6C22408-DAE3-C57D-2084-241BF05F610D}"/>
                    </a:ext>
                  </a:extLst>
                </p14:cNvPr>
                <p14:cNvContentPartPr/>
                <p14:nvPr/>
              </p14:nvContentPartPr>
              <p14:xfrm>
                <a:off x="988315" y="5184740"/>
                <a:ext cx="42480" cy="5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6C22408-DAE3-C57D-2084-241BF05F61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2195" y="5178620"/>
                  <a:ext cx="54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AC3E215-0897-366F-F6F2-63EF062FB3C7}"/>
                    </a:ext>
                  </a:extLst>
                </p14:cNvPr>
                <p14:cNvContentPartPr/>
                <p14:nvPr/>
              </p14:nvContentPartPr>
              <p14:xfrm>
                <a:off x="1485115" y="4735460"/>
                <a:ext cx="54720" cy="79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AC3E215-0897-366F-F6F2-63EF062FB3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78995" y="4729340"/>
                  <a:ext cx="66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3F81E1A-9F0B-2747-1D4E-8C70F600318F}"/>
                    </a:ext>
                  </a:extLst>
                </p14:cNvPr>
                <p14:cNvContentPartPr/>
                <p14:nvPr/>
              </p14:nvContentPartPr>
              <p14:xfrm>
                <a:off x="1896235" y="4574900"/>
                <a:ext cx="43920" cy="60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3F81E1A-9F0B-2747-1D4E-8C70F600318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0115" y="4568780"/>
                  <a:ext cx="56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175FA1-87CC-64FD-2430-EB12303B2E0B}"/>
                    </a:ext>
                  </a:extLst>
                </p14:cNvPr>
                <p14:cNvContentPartPr/>
                <p14:nvPr/>
              </p14:nvContentPartPr>
              <p14:xfrm>
                <a:off x="1055275" y="5552660"/>
                <a:ext cx="598680" cy="1391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175FA1-87CC-64FD-2430-EB12303B2E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9155" y="5546540"/>
                  <a:ext cx="610920" cy="14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94033DD-1928-145C-9E5A-3C7DAEA381D0}"/>
                    </a:ext>
                  </a:extLst>
                </p14:cNvPr>
                <p14:cNvContentPartPr/>
                <p14:nvPr/>
              </p14:nvContentPartPr>
              <p14:xfrm>
                <a:off x="1855915" y="5433405"/>
                <a:ext cx="482040" cy="799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94033DD-1928-145C-9E5A-3C7DAEA381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49795" y="5427285"/>
                  <a:ext cx="49428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472013-FE13-B3D5-262C-79320BB2C4D2}"/>
                    </a:ext>
                  </a:extLst>
                </p14:cNvPr>
                <p14:cNvContentPartPr/>
                <p14:nvPr/>
              </p14:nvContentPartPr>
              <p14:xfrm>
                <a:off x="2442355" y="5447805"/>
                <a:ext cx="756360" cy="477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472013-FE13-B3D5-262C-79320BB2C4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36235" y="5441685"/>
                  <a:ext cx="7686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5BE9D2D-294B-D54F-9F3A-5A346541529A}"/>
                    </a:ext>
                  </a:extLst>
                </p14:cNvPr>
                <p14:cNvContentPartPr/>
                <p14:nvPr/>
              </p14:nvContentPartPr>
              <p14:xfrm>
                <a:off x="2975515" y="5540325"/>
                <a:ext cx="434520" cy="145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5BE9D2D-294B-D54F-9F3A-5A346541529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69395" y="5534205"/>
                  <a:ext cx="446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C0D3EE-701A-74C7-E381-F3C3DC287FC1}"/>
                    </a:ext>
                  </a:extLst>
                </p14:cNvPr>
                <p14:cNvContentPartPr/>
                <p14:nvPr/>
              </p14:nvContentPartPr>
              <p14:xfrm>
                <a:off x="3564835" y="5509005"/>
                <a:ext cx="21960" cy="3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C0D3EE-701A-74C7-E381-F3C3DC287FC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58715" y="5502885"/>
                  <a:ext cx="34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7C9F3A-2E0A-FCAE-2319-C1B1281F0206}"/>
                    </a:ext>
                  </a:extLst>
                </p14:cNvPr>
                <p14:cNvContentPartPr/>
                <p14:nvPr/>
              </p14:nvContentPartPr>
              <p14:xfrm>
                <a:off x="3386635" y="2753565"/>
                <a:ext cx="1612440" cy="231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7C9F3A-2E0A-FCAE-2319-C1B1281F02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0515" y="2747445"/>
                  <a:ext cx="1624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94B552-465A-826B-316F-D53C942F5659}"/>
                    </a:ext>
                  </a:extLst>
                </p14:cNvPr>
                <p14:cNvContentPartPr/>
                <p14:nvPr/>
              </p14:nvContentPartPr>
              <p14:xfrm>
                <a:off x="4808275" y="4817805"/>
                <a:ext cx="907200" cy="28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94B552-465A-826B-316F-D53C942F565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02155" y="4811685"/>
                  <a:ext cx="91944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6B16BBE-43B5-C2ED-0F28-B30ABB0E6ABE}"/>
              </a:ext>
            </a:extLst>
          </p:cNvPr>
          <p:cNvGrpSpPr/>
          <p:nvPr/>
        </p:nvGrpSpPr>
        <p:grpSpPr>
          <a:xfrm>
            <a:off x="9522835" y="4839140"/>
            <a:ext cx="2408040" cy="1043640"/>
            <a:chOff x="9522835" y="4839140"/>
            <a:chExt cx="2408040" cy="10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E68791-20E6-5F1E-01BE-2FC86CF98BB0}"/>
                    </a:ext>
                  </a:extLst>
                </p14:cNvPr>
                <p14:cNvContentPartPr/>
                <p14:nvPr/>
              </p14:nvContentPartPr>
              <p14:xfrm>
                <a:off x="9920635" y="5257460"/>
                <a:ext cx="81720" cy="426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E68791-20E6-5F1E-01BE-2FC86CF98BB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14515" y="5251340"/>
                  <a:ext cx="939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F39B8F-AE34-C3DE-95B7-C33B76A6C579}"/>
                    </a:ext>
                  </a:extLst>
                </p14:cNvPr>
                <p14:cNvContentPartPr/>
                <p14:nvPr/>
              </p14:nvContentPartPr>
              <p14:xfrm>
                <a:off x="9847195" y="4839140"/>
                <a:ext cx="433080" cy="330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F39B8F-AE34-C3DE-95B7-C33B76A6C5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41075" y="4833020"/>
                  <a:ext cx="445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86EE9B7-D44D-0B31-5154-68272B34529F}"/>
                    </a:ext>
                  </a:extLst>
                </p14:cNvPr>
                <p14:cNvContentPartPr/>
                <p14:nvPr/>
              </p14:nvContentPartPr>
              <p14:xfrm>
                <a:off x="9694195" y="5776220"/>
                <a:ext cx="594720" cy="10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86EE9B7-D44D-0B31-5154-68272B3452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88075" y="5770100"/>
                  <a:ext cx="606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8F11F6B-A1DF-8E45-6784-75A8382E6A9C}"/>
                    </a:ext>
                  </a:extLst>
                </p14:cNvPr>
                <p14:cNvContentPartPr/>
                <p14:nvPr/>
              </p14:nvContentPartPr>
              <p14:xfrm>
                <a:off x="10600675" y="5248820"/>
                <a:ext cx="986760" cy="45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8F11F6B-A1DF-8E45-6784-75A8382E6A9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94555" y="5242700"/>
                  <a:ext cx="9990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384D76-57C6-F15B-881E-FF51711CB4F5}"/>
                    </a:ext>
                  </a:extLst>
                </p14:cNvPr>
                <p14:cNvContentPartPr/>
                <p14:nvPr/>
              </p14:nvContentPartPr>
              <p14:xfrm>
                <a:off x="11494195" y="5448260"/>
                <a:ext cx="436680" cy="2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384D76-57C6-F15B-881E-FF51711CB4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88075" y="5442140"/>
                  <a:ext cx="448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811640-285C-AAE8-3089-2D644EF01657}"/>
                    </a:ext>
                  </a:extLst>
                </p14:cNvPr>
                <p14:cNvContentPartPr/>
                <p14:nvPr/>
              </p14:nvContentPartPr>
              <p14:xfrm>
                <a:off x="9522835" y="5141085"/>
                <a:ext cx="216360" cy="48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811640-285C-AAE8-3089-2D644EF0165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16715" y="5134965"/>
                  <a:ext cx="228600" cy="6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613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C8FFC73F-3E9D-94C9-1F02-A3F8E068EEED}"/>
              </a:ext>
            </a:extLst>
          </p:cNvPr>
          <p:cNvGrpSpPr/>
          <p:nvPr/>
        </p:nvGrpSpPr>
        <p:grpSpPr>
          <a:xfrm>
            <a:off x="2331835" y="3614420"/>
            <a:ext cx="8213040" cy="1799640"/>
            <a:chOff x="2331835" y="3614420"/>
            <a:chExt cx="8213040" cy="179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1BD9B5-89FD-9102-2C54-883CB723B2EB}"/>
                    </a:ext>
                  </a:extLst>
                </p14:cNvPr>
                <p14:cNvContentPartPr/>
                <p14:nvPr/>
              </p14:nvContentPartPr>
              <p14:xfrm>
                <a:off x="2331835" y="4329380"/>
                <a:ext cx="66240" cy="692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1BD9B5-89FD-9102-2C54-883CB723B2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5715" y="4323260"/>
                  <a:ext cx="784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9D85AE-FB65-7526-4D16-3626F034C2BD}"/>
                    </a:ext>
                  </a:extLst>
                </p14:cNvPr>
                <p14:cNvContentPartPr/>
                <p14:nvPr/>
              </p14:nvContentPartPr>
              <p14:xfrm>
                <a:off x="2441275" y="4015100"/>
                <a:ext cx="446760" cy="1018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9D85AE-FB65-7526-4D16-3626F034C2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5155" y="4008980"/>
                  <a:ext cx="459000" cy="10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D26FC8-2792-C2B7-B2EF-30F72022E4B2}"/>
                    </a:ext>
                  </a:extLst>
                </p14:cNvPr>
                <p14:cNvContentPartPr/>
                <p14:nvPr/>
              </p14:nvContentPartPr>
              <p14:xfrm>
                <a:off x="3183235" y="4580300"/>
                <a:ext cx="228960" cy="293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D26FC8-2792-C2B7-B2EF-30F72022E4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77115" y="4574180"/>
                  <a:ext cx="241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07758C-EE60-EA8A-52A8-BEC410F21761}"/>
                    </a:ext>
                  </a:extLst>
                </p14:cNvPr>
                <p14:cNvContentPartPr/>
                <p14:nvPr/>
              </p14:nvContentPartPr>
              <p14:xfrm>
                <a:off x="3580675" y="4551140"/>
                <a:ext cx="509040" cy="22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07758C-EE60-EA8A-52A8-BEC410F217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4555" y="4545020"/>
                  <a:ext cx="521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CA420A-C315-A41C-FA82-B56401E0A062}"/>
                    </a:ext>
                  </a:extLst>
                </p14:cNvPr>
                <p14:cNvContentPartPr/>
                <p14:nvPr/>
              </p14:nvContentPartPr>
              <p14:xfrm>
                <a:off x="4205275" y="4512980"/>
                <a:ext cx="305280" cy="185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CA420A-C315-A41C-FA82-B56401E0A0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99155" y="4506860"/>
                  <a:ext cx="317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D69A31-EFFA-5C76-D132-174EDA4E401D}"/>
                    </a:ext>
                  </a:extLst>
                </p14:cNvPr>
                <p14:cNvContentPartPr/>
                <p14:nvPr/>
              </p14:nvContentPartPr>
              <p14:xfrm>
                <a:off x="4974955" y="4469060"/>
                <a:ext cx="160200" cy="10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D69A31-EFFA-5C76-D132-174EDA4E401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8835" y="4462940"/>
                  <a:ext cx="172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E2C2AF-9BF5-A41B-3E91-60C5FF21D491}"/>
                    </a:ext>
                  </a:extLst>
                </p14:cNvPr>
                <p14:cNvContentPartPr/>
                <p14:nvPr/>
              </p14:nvContentPartPr>
              <p14:xfrm>
                <a:off x="4955155" y="4347020"/>
                <a:ext cx="54720" cy="342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E2C2AF-9BF5-A41B-3E91-60C5FF21D4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49035" y="4340900"/>
                  <a:ext cx="66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89A83C-2D54-9ECE-01D8-11FE000C95E1}"/>
                    </a:ext>
                  </a:extLst>
                </p14:cNvPr>
                <p14:cNvContentPartPr/>
                <p14:nvPr/>
              </p14:nvContentPartPr>
              <p14:xfrm>
                <a:off x="5069995" y="4219940"/>
                <a:ext cx="71640" cy="3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89A83C-2D54-9ECE-01D8-11FE000C95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63875" y="4213820"/>
                  <a:ext cx="83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2EDF41-3BD7-2B5C-9BE5-FC77FFF8F80A}"/>
                    </a:ext>
                  </a:extLst>
                </p14:cNvPr>
                <p14:cNvContentPartPr/>
                <p14:nvPr/>
              </p14:nvContentPartPr>
              <p14:xfrm>
                <a:off x="5345755" y="4389140"/>
                <a:ext cx="740880" cy="66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2EDF41-3BD7-2B5C-9BE5-FC77FFF8F8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39635" y="4383020"/>
                  <a:ext cx="75312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843D8A-6251-59A1-6684-7D46C173726B}"/>
                    </a:ext>
                  </a:extLst>
                </p14:cNvPr>
                <p14:cNvContentPartPr/>
                <p14:nvPr/>
              </p14:nvContentPartPr>
              <p14:xfrm>
                <a:off x="6556075" y="3972620"/>
                <a:ext cx="380520" cy="813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843D8A-6251-59A1-6684-7D46C17372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49955" y="3966500"/>
                  <a:ext cx="39276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E92555-96B4-967B-37DA-8FBD304F34B5}"/>
                    </a:ext>
                  </a:extLst>
                </p14:cNvPr>
                <p14:cNvContentPartPr/>
                <p14:nvPr/>
              </p14:nvContentPartPr>
              <p14:xfrm>
                <a:off x="6634915" y="4139300"/>
                <a:ext cx="657000" cy="490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E92555-96B4-967B-37DA-8FBD304F34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28795" y="4133180"/>
                  <a:ext cx="66924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99A281-DE3A-167E-2F1B-C4796F08CFFC}"/>
                    </a:ext>
                  </a:extLst>
                </p14:cNvPr>
                <p14:cNvContentPartPr/>
                <p14:nvPr/>
              </p14:nvContentPartPr>
              <p14:xfrm>
                <a:off x="7383715" y="3915020"/>
                <a:ext cx="368280" cy="73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99A281-DE3A-167E-2F1B-C4796F08CF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77595" y="3908900"/>
                  <a:ext cx="38052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EA6F7E-C572-2B25-7477-68546AE56A69}"/>
                    </a:ext>
                  </a:extLst>
                </p14:cNvPr>
                <p14:cNvContentPartPr/>
                <p14:nvPr/>
              </p14:nvContentPartPr>
              <p14:xfrm>
                <a:off x="7803475" y="4058300"/>
                <a:ext cx="370800" cy="264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EA6F7E-C572-2B25-7477-68546AE56A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7355" y="4052180"/>
                  <a:ext cx="383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ABFE87-6688-8BEB-1D69-EA01F41B0169}"/>
                    </a:ext>
                  </a:extLst>
                </p14:cNvPr>
                <p14:cNvContentPartPr/>
                <p14:nvPr/>
              </p14:nvContentPartPr>
              <p14:xfrm>
                <a:off x="8387035" y="4330460"/>
                <a:ext cx="72720" cy="94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ABFE87-6688-8BEB-1D69-EA01F41B01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80915" y="4324340"/>
                  <a:ext cx="84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92F818-396C-667D-006C-CD8677E815FE}"/>
                    </a:ext>
                  </a:extLst>
                </p14:cNvPr>
                <p14:cNvContentPartPr/>
                <p14:nvPr/>
              </p14:nvContentPartPr>
              <p14:xfrm>
                <a:off x="9038635" y="3614420"/>
                <a:ext cx="48240" cy="784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92F818-396C-667D-006C-CD8677E815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2515" y="3608300"/>
                  <a:ext cx="6048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771D05-0A54-134B-90A7-20F217D2B064}"/>
                    </a:ext>
                  </a:extLst>
                </p14:cNvPr>
                <p14:cNvContentPartPr/>
                <p14:nvPr/>
              </p14:nvContentPartPr>
              <p14:xfrm>
                <a:off x="9177955" y="3817460"/>
                <a:ext cx="288360" cy="301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771D05-0A54-134B-90A7-20F217D2B0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1835" y="3811340"/>
                  <a:ext cx="300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324AB5-DC81-8C9B-8101-8B637AFBF123}"/>
                    </a:ext>
                  </a:extLst>
                </p14:cNvPr>
                <p14:cNvContentPartPr/>
                <p14:nvPr/>
              </p14:nvContentPartPr>
              <p14:xfrm>
                <a:off x="9559195" y="3764540"/>
                <a:ext cx="985680" cy="193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324AB5-DC81-8C9B-8101-8B637AFBF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53075" y="3758420"/>
                  <a:ext cx="997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589C547-571E-B653-40A3-315F960AA3AF}"/>
                    </a:ext>
                  </a:extLst>
                </p14:cNvPr>
                <p14:cNvContentPartPr/>
                <p14:nvPr/>
              </p14:nvContentPartPr>
              <p14:xfrm>
                <a:off x="7399915" y="4967660"/>
                <a:ext cx="68832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589C547-571E-B653-40A3-315F960AA3A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3795" y="4961540"/>
                  <a:ext cx="700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88FBFE-4130-CC6C-90FA-86157618F6FC}"/>
                    </a:ext>
                  </a:extLst>
                </p14:cNvPr>
                <p14:cNvContentPartPr/>
                <p14:nvPr/>
              </p14:nvContentPartPr>
              <p14:xfrm>
                <a:off x="7939555" y="4677860"/>
                <a:ext cx="151560" cy="736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88FBFE-4130-CC6C-90FA-86157618F6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33435" y="4671740"/>
                  <a:ext cx="1638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D17F0F-86E3-F255-A50E-0ACBC825DA87}"/>
                    </a:ext>
                  </a:extLst>
                </p14:cNvPr>
                <p14:cNvContentPartPr/>
                <p14:nvPr/>
              </p14:nvContentPartPr>
              <p14:xfrm>
                <a:off x="8520595" y="4686860"/>
                <a:ext cx="342360" cy="605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D17F0F-86E3-F255-A50E-0ACBC825DA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14475" y="4680740"/>
                  <a:ext cx="35460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C51712-990B-E3FC-4F45-0456F6161A59}"/>
                    </a:ext>
                  </a:extLst>
                </p14:cNvPr>
                <p14:cNvContentPartPr/>
                <p14:nvPr/>
              </p14:nvContentPartPr>
              <p14:xfrm>
                <a:off x="8775115" y="5010140"/>
                <a:ext cx="1156680" cy="175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C51712-990B-E3FC-4F45-0456F6161A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68995" y="5004020"/>
                  <a:ext cx="1168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11CFDB-1761-90C4-0098-61822FC1E89D}"/>
                    </a:ext>
                  </a:extLst>
                </p14:cNvPr>
                <p14:cNvContentPartPr/>
                <p14:nvPr/>
              </p14:nvContentPartPr>
              <p14:xfrm>
                <a:off x="10152115" y="4929500"/>
                <a:ext cx="18360" cy="37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11CFDB-1761-90C4-0098-61822FC1E8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45995" y="4923380"/>
                  <a:ext cx="3060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97E1F43-72CF-1945-86B4-0C6B6EF9F66B}"/>
                  </a:ext>
                </a:extLst>
              </p14:cNvPr>
              <p14:cNvContentPartPr/>
              <p14:nvPr/>
            </p14:nvContentPartPr>
            <p14:xfrm>
              <a:off x="5707555" y="1899740"/>
              <a:ext cx="2064960" cy="768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97E1F43-72CF-1945-86B4-0C6B6EF9F6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01435" y="1893620"/>
                <a:ext cx="2077200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47662C4-43DE-C3B7-5F4C-9C0006D43515}"/>
                  </a:ext>
                </a:extLst>
              </p14:cNvPr>
              <p14:cNvContentPartPr/>
              <p14:nvPr/>
            </p14:nvContentPartPr>
            <p14:xfrm>
              <a:off x="7422955" y="1436780"/>
              <a:ext cx="364320" cy="785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47662C4-43DE-C3B7-5F4C-9C0006D4351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16835" y="1430660"/>
                <a:ext cx="37656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FA99771-9586-DB3B-B569-CFC70B942BB1}"/>
                  </a:ext>
                </a:extLst>
              </p14:cNvPr>
              <p14:cNvContentPartPr/>
              <p14:nvPr/>
            </p14:nvContentPartPr>
            <p14:xfrm>
              <a:off x="8308555" y="1775900"/>
              <a:ext cx="18360" cy="3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FA99771-9586-DB3B-B569-CFC70B942B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02435" y="1769780"/>
                <a:ext cx="306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AD83AFD-61F8-C3C1-8BB0-D109A786A58F}"/>
                  </a:ext>
                </a:extLst>
              </p14:cNvPr>
              <p14:cNvContentPartPr/>
              <p14:nvPr/>
            </p14:nvContentPartPr>
            <p14:xfrm>
              <a:off x="8588635" y="669620"/>
              <a:ext cx="1140480" cy="10368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AD83AFD-61F8-C3C1-8BB0-D109A786A58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82515" y="663500"/>
                <a:ext cx="1152720" cy="10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F14BC1E-C51D-5874-C165-7BB0F9AC166C}"/>
                  </a:ext>
                </a:extLst>
              </p14:cNvPr>
              <p14:cNvContentPartPr/>
              <p14:nvPr/>
            </p14:nvContentPartPr>
            <p14:xfrm>
              <a:off x="9951955" y="924140"/>
              <a:ext cx="31680" cy="356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F14BC1E-C51D-5874-C165-7BB0F9AC16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45835" y="918020"/>
                <a:ext cx="4392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B963EFB-462A-5608-F267-2E015C31105E}"/>
                  </a:ext>
                </a:extLst>
              </p14:cNvPr>
              <p14:cNvContentPartPr/>
              <p14:nvPr/>
            </p14:nvContentPartPr>
            <p14:xfrm>
              <a:off x="10111435" y="504380"/>
              <a:ext cx="541800" cy="6274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B963EFB-462A-5608-F267-2E015C3110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05315" y="498260"/>
                <a:ext cx="55404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8C21227-963D-418B-855A-8D988FB351C9}"/>
                  </a:ext>
                </a:extLst>
              </p14:cNvPr>
              <p14:cNvContentPartPr/>
              <p14:nvPr/>
            </p14:nvContentPartPr>
            <p14:xfrm>
              <a:off x="8560555" y="1517060"/>
              <a:ext cx="3102120" cy="718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8C21227-963D-418B-855A-8D988FB351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54435" y="1510940"/>
                <a:ext cx="311436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C863A67-B8FF-0EBE-796B-EDB0713366A9}"/>
                  </a:ext>
                </a:extLst>
              </p14:cNvPr>
              <p14:cNvContentPartPr/>
              <p14:nvPr/>
            </p14:nvContentPartPr>
            <p14:xfrm>
              <a:off x="8093995" y="752780"/>
              <a:ext cx="178920" cy="1321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C863A67-B8FF-0EBE-796B-EDB0713366A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87875" y="746660"/>
                <a:ext cx="191160" cy="13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9F91E78-C8AD-D1B3-BE8B-4F4ADC1FE84A}"/>
                  </a:ext>
                </a:extLst>
              </p14:cNvPr>
              <p14:cNvContentPartPr/>
              <p14:nvPr/>
            </p14:nvContentPartPr>
            <p14:xfrm>
              <a:off x="8171755" y="233300"/>
              <a:ext cx="2857680" cy="1523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9F91E78-C8AD-D1B3-BE8B-4F4ADC1FE84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65635" y="227180"/>
                <a:ext cx="2869920" cy="15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B9F6713-7A5D-C1E4-60B0-B9EFED59D38E}"/>
                  </a:ext>
                </a:extLst>
              </p14:cNvPr>
              <p14:cNvContentPartPr/>
              <p14:nvPr/>
            </p14:nvContentPartPr>
            <p14:xfrm>
              <a:off x="9118555" y="2093060"/>
              <a:ext cx="62280" cy="759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B9F6713-7A5D-C1E4-60B0-B9EFED59D38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12435" y="2086940"/>
                <a:ext cx="7452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87AC569-C48C-9094-D773-FBB1FAA2C135}"/>
                  </a:ext>
                </a:extLst>
              </p14:cNvPr>
              <p14:cNvContentPartPr/>
              <p14:nvPr/>
            </p14:nvContentPartPr>
            <p14:xfrm>
              <a:off x="9045835" y="1992980"/>
              <a:ext cx="787320" cy="877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87AC569-C48C-9094-D773-FBB1FAA2C13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39715" y="1986860"/>
                <a:ext cx="799560" cy="8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BAD09A-6D41-4B8B-7F5D-02BD423C5EAA}"/>
                  </a:ext>
                </a:extLst>
              </p14:cNvPr>
              <p14:cNvContentPartPr/>
              <p14:nvPr/>
            </p14:nvContentPartPr>
            <p14:xfrm>
              <a:off x="10044835" y="2296820"/>
              <a:ext cx="112320" cy="60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BAD09A-6D41-4B8B-7F5D-02BD423C5EA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038715" y="2290700"/>
                <a:ext cx="1245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FEECBF3-B917-4AC3-53F4-67E43C272081}"/>
                  </a:ext>
                </a:extLst>
              </p14:cNvPr>
              <p14:cNvContentPartPr/>
              <p14:nvPr/>
            </p14:nvContentPartPr>
            <p14:xfrm>
              <a:off x="10224115" y="2263340"/>
              <a:ext cx="668160" cy="1490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FEECBF3-B917-4AC3-53F4-67E43C27208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217995" y="2257220"/>
                <a:ext cx="68040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33EB73CC-9769-54FC-85AE-3054FD8E8FFE}"/>
              </a:ext>
            </a:extLst>
          </p:cNvPr>
          <p:cNvGrpSpPr/>
          <p:nvPr/>
        </p:nvGrpSpPr>
        <p:grpSpPr>
          <a:xfrm>
            <a:off x="1000555" y="172820"/>
            <a:ext cx="5803200" cy="3258720"/>
            <a:chOff x="1000555" y="172820"/>
            <a:chExt cx="5803200" cy="32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4E419C3-4AF2-2001-1D1C-292AB1472994}"/>
                    </a:ext>
                  </a:extLst>
                </p14:cNvPr>
                <p14:cNvContentPartPr/>
                <p14:nvPr/>
              </p14:nvContentPartPr>
              <p14:xfrm>
                <a:off x="1000555" y="208820"/>
                <a:ext cx="271440" cy="3222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4E419C3-4AF2-2001-1D1C-292AB14729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4435" y="202700"/>
                  <a:ext cx="283680" cy="32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C94BE1C-F2BE-295D-2456-8ADF20032A72}"/>
                    </a:ext>
                  </a:extLst>
                </p14:cNvPr>
                <p14:cNvContentPartPr/>
                <p14:nvPr/>
              </p14:nvContentPartPr>
              <p14:xfrm>
                <a:off x="1117555" y="172820"/>
                <a:ext cx="5161320" cy="2638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C94BE1C-F2BE-295D-2456-8ADF20032A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1435" y="166700"/>
                  <a:ext cx="5173560" cy="26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837D6C-E601-6D2F-0FB6-C1124E5EF3BF}"/>
                    </a:ext>
                  </a:extLst>
                </p14:cNvPr>
                <p14:cNvContentPartPr/>
                <p14:nvPr/>
              </p14:nvContentPartPr>
              <p14:xfrm>
                <a:off x="1112155" y="3042380"/>
                <a:ext cx="5691600" cy="367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837D6C-E601-6D2F-0FB6-C1124E5EF3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6035" y="3036260"/>
                  <a:ext cx="57038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812DF9-CA20-9560-B2E4-A5576C424B8C}"/>
                    </a:ext>
                  </a:extLst>
                </p14:cNvPr>
                <p14:cNvContentPartPr/>
                <p14:nvPr/>
              </p14:nvContentPartPr>
              <p14:xfrm>
                <a:off x="5846875" y="2770220"/>
                <a:ext cx="32400" cy="604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812DF9-CA20-9560-B2E4-A5576C424B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40755" y="2764100"/>
                  <a:ext cx="4464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6214EC-51BF-BC4B-D532-3F91A1E6E93C}"/>
                    </a:ext>
                  </a:extLst>
                </p14:cNvPr>
                <p14:cNvContentPartPr/>
                <p14:nvPr/>
              </p14:nvContentPartPr>
              <p14:xfrm>
                <a:off x="1259035" y="712100"/>
                <a:ext cx="314280" cy="509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6214EC-51BF-BC4B-D532-3F91A1E6E9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52915" y="705980"/>
                  <a:ext cx="3265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49D305-2764-274E-6AB9-22383720E1FB}"/>
                    </a:ext>
                  </a:extLst>
                </p14:cNvPr>
                <p14:cNvContentPartPr/>
                <p14:nvPr/>
              </p14:nvContentPartPr>
              <p14:xfrm>
                <a:off x="1750075" y="660260"/>
                <a:ext cx="294480" cy="357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49D305-2764-274E-6AB9-22383720E1F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43955" y="654140"/>
                  <a:ext cx="3067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6F258A-49FF-9BA0-D027-5BB5A8D2FB4F}"/>
                    </a:ext>
                  </a:extLst>
                </p14:cNvPr>
                <p14:cNvContentPartPr/>
                <p14:nvPr/>
              </p14:nvContentPartPr>
              <p14:xfrm>
                <a:off x="2189275" y="711380"/>
                <a:ext cx="244440" cy="415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6F258A-49FF-9BA0-D027-5BB5A8D2FB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83155" y="705260"/>
                  <a:ext cx="2566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736B88-B6E6-C126-2F1E-15D7D999BDDF}"/>
                    </a:ext>
                  </a:extLst>
                </p14:cNvPr>
                <p14:cNvContentPartPr/>
                <p14:nvPr/>
              </p14:nvContentPartPr>
              <p14:xfrm>
                <a:off x="2669875" y="495380"/>
                <a:ext cx="490320" cy="31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736B88-B6E6-C126-2F1E-15D7D999BDD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63755" y="489260"/>
                  <a:ext cx="5025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F35E16-683F-6B76-3B0F-41EBFAC056B6}"/>
                    </a:ext>
                  </a:extLst>
                </p14:cNvPr>
                <p14:cNvContentPartPr/>
                <p14:nvPr/>
              </p14:nvContentPartPr>
              <p14:xfrm>
                <a:off x="3217795" y="619220"/>
                <a:ext cx="13680" cy="5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F35E16-683F-6B76-3B0F-41EBFAC056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11675" y="613100"/>
                  <a:ext cx="2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D1B9E3-52DC-D811-D58D-3E5772A7AA59}"/>
                    </a:ext>
                  </a:extLst>
                </p14:cNvPr>
                <p14:cNvContentPartPr/>
                <p14:nvPr/>
              </p14:nvContentPartPr>
              <p14:xfrm>
                <a:off x="3310675" y="586460"/>
                <a:ext cx="3960" cy="39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D1B9E3-52DC-D811-D58D-3E5772A7AA5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04555" y="580340"/>
                  <a:ext cx="16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649EEB-D8F9-A11D-2599-202754BC7D9C}"/>
                    </a:ext>
                  </a:extLst>
                </p14:cNvPr>
                <p14:cNvContentPartPr/>
                <p14:nvPr/>
              </p14:nvContentPartPr>
              <p14:xfrm>
                <a:off x="4716475" y="2544860"/>
                <a:ext cx="60480" cy="71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649EEB-D8F9-A11D-2599-202754BC7D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10355" y="2538740"/>
                  <a:ext cx="72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38F028-96A6-AFBD-B95F-4DB4369F175A}"/>
                    </a:ext>
                  </a:extLst>
                </p14:cNvPr>
                <p14:cNvContentPartPr/>
                <p14:nvPr/>
              </p14:nvContentPartPr>
              <p14:xfrm>
                <a:off x="4570315" y="900020"/>
                <a:ext cx="65880" cy="47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38F028-96A6-AFBD-B95F-4DB4369F17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64195" y="893900"/>
                  <a:ext cx="781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A3FC9B-8566-1101-7602-C470241D2170}"/>
                    </a:ext>
                  </a:extLst>
                </p14:cNvPr>
                <p14:cNvContentPartPr/>
                <p14:nvPr/>
              </p14:nvContentPartPr>
              <p14:xfrm>
                <a:off x="4635835" y="804620"/>
                <a:ext cx="325080" cy="728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A3FC9B-8566-1101-7602-C470241D217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29715" y="798500"/>
                  <a:ext cx="33732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3B7FF5-DFC0-7C89-1755-771BE83E91DD}"/>
                    </a:ext>
                  </a:extLst>
                </p14:cNvPr>
                <p14:cNvContentPartPr/>
                <p14:nvPr/>
              </p14:nvContentPartPr>
              <p14:xfrm>
                <a:off x="5280955" y="765740"/>
                <a:ext cx="45000" cy="29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3B7FF5-DFC0-7C89-1755-771BE83E91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74835" y="759620"/>
                  <a:ext cx="57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BDD2A6-9967-1356-B762-2F134139A6C1}"/>
                    </a:ext>
                  </a:extLst>
                </p14:cNvPr>
                <p14:cNvContentPartPr/>
                <p14:nvPr/>
              </p14:nvContentPartPr>
              <p14:xfrm>
                <a:off x="5279515" y="1402580"/>
                <a:ext cx="10080" cy="5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BDD2A6-9967-1356-B762-2F134139A6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3395" y="1396460"/>
                  <a:ext cx="22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1276301-77AB-2061-A11F-45238072A064}"/>
                    </a:ext>
                  </a:extLst>
                </p14:cNvPr>
                <p14:cNvContentPartPr/>
                <p14:nvPr/>
              </p14:nvContentPartPr>
              <p14:xfrm>
                <a:off x="4726195" y="2510300"/>
                <a:ext cx="33840" cy="755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1276301-77AB-2061-A11F-45238072A06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20075" y="2504180"/>
                  <a:ext cx="4608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A3717A1-B198-2AF2-AF29-5BA70E6158CA}"/>
                    </a:ext>
                  </a:extLst>
                </p14:cNvPr>
                <p14:cNvContentPartPr/>
                <p14:nvPr/>
              </p14:nvContentPartPr>
              <p14:xfrm>
                <a:off x="4779115" y="2409500"/>
                <a:ext cx="1071360" cy="105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A3717A1-B198-2AF2-AF29-5BA70E6158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72995" y="2403380"/>
                  <a:ext cx="10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891FF50-5602-2FDC-357F-2FD840176399}"/>
                    </a:ext>
                  </a:extLst>
                </p14:cNvPr>
                <p14:cNvContentPartPr/>
                <p14:nvPr/>
              </p14:nvContentPartPr>
              <p14:xfrm>
                <a:off x="4958755" y="2624420"/>
                <a:ext cx="327240" cy="28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891FF50-5602-2FDC-357F-2FD8401763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52635" y="2618300"/>
                  <a:ext cx="339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C46DDD-7226-8712-F67E-78AC835DA306}"/>
                    </a:ext>
                  </a:extLst>
                </p14:cNvPr>
                <p14:cNvContentPartPr/>
                <p14:nvPr/>
              </p14:nvContentPartPr>
              <p14:xfrm>
                <a:off x="5446195" y="2607860"/>
                <a:ext cx="54000" cy="368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C46DDD-7226-8712-F67E-78AC835DA3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40075" y="2601740"/>
                  <a:ext cx="662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BAA9C03-FEBE-84AA-4985-FE665C9F24E8}"/>
                    </a:ext>
                  </a:extLst>
                </p14:cNvPr>
                <p14:cNvContentPartPr/>
                <p14:nvPr/>
              </p14:nvContentPartPr>
              <p14:xfrm>
                <a:off x="5622235" y="2932580"/>
                <a:ext cx="27000" cy="128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BAA9C03-FEBE-84AA-4985-FE665C9F24E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16115" y="2926460"/>
                  <a:ext cx="39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D8CD27-A44B-F25D-4915-313A1B0168D9}"/>
                    </a:ext>
                  </a:extLst>
                </p14:cNvPr>
                <p14:cNvContentPartPr/>
                <p14:nvPr/>
              </p14:nvContentPartPr>
              <p14:xfrm>
                <a:off x="5638795" y="2842220"/>
                <a:ext cx="193320" cy="2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D8CD27-A44B-F25D-4915-313A1B0168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32675" y="2836100"/>
                  <a:ext cx="205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19CFAA-6187-DFBC-2361-0E67BC75AB67}"/>
                    </a:ext>
                  </a:extLst>
                </p14:cNvPr>
                <p14:cNvContentPartPr/>
                <p14:nvPr/>
              </p14:nvContentPartPr>
              <p14:xfrm>
                <a:off x="5907715" y="2845100"/>
                <a:ext cx="37800" cy="4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19CFAA-6187-DFBC-2361-0E67BC75AB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01595" y="2838980"/>
                  <a:ext cx="500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E3EE1FA-FE7E-079A-5488-F9D390E27CB0}"/>
                    </a:ext>
                  </a:extLst>
                </p14:cNvPr>
                <p14:cNvContentPartPr/>
                <p14:nvPr/>
              </p14:nvContentPartPr>
              <p14:xfrm>
                <a:off x="5625835" y="2881820"/>
                <a:ext cx="52200" cy="270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E3EE1FA-FE7E-079A-5488-F9D390E27C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19715" y="2875700"/>
                  <a:ext cx="64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08C990-8705-0B7D-512F-63C3C06BD472}"/>
                    </a:ext>
                  </a:extLst>
                </p14:cNvPr>
                <p14:cNvContentPartPr/>
                <p14:nvPr/>
              </p14:nvContentPartPr>
              <p14:xfrm>
                <a:off x="5607475" y="2874260"/>
                <a:ext cx="360" cy="1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08C990-8705-0B7D-512F-63C3C06BD4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01355" y="2868140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183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610CF4A-D88E-7C5C-80D4-7A2FF36A3643}"/>
              </a:ext>
            </a:extLst>
          </p:cNvPr>
          <p:cNvGrpSpPr/>
          <p:nvPr/>
        </p:nvGrpSpPr>
        <p:grpSpPr>
          <a:xfrm>
            <a:off x="1195675" y="194780"/>
            <a:ext cx="9359640" cy="3709440"/>
            <a:chOff x="1195675" y="194780"/>
            <a:chExt cx="9359640" cy="37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B2BE0B-07C3-9AE8-62E5-2DDA012BC4DE}"/>
                    </a:ext>
                  </a:extLst>
                </p14:cNvPr>
                <p14:cNvContentPartPr/>
                <p14:nvPr/>
              </p14:nvContentPartPr>
              <p14:xfrm>
                <a:off x="1212595" y="806780"/>
                <a:ext cx="48600" cy="945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B2BE0B-07C3-9AE8-62E5-2DDA012BC4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6475" y="800660"/>
                  <a:ext cx="60840" cy="9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586251C-6F7C-6568-6372-3706DABFD90E}"/>
                    </a:ext>
                  </a:extLst>
                </p14:cNvPr>
                <p14:cNvContentPartPr/>
                <p14:nvPr/>
              </p14:nvContentPartPr>
              <p14:xfrm>
                <a:off x="1195675" y="969860"/>
                <a:ext cx="563760" cy="74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586251C-6F7C-6568-6372-3706DABFD9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89555" y="963740"/>
                  <a:ext cx="57600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ED6191-1EEF-83DD-3DA9-1B087A9CB132}"/>
                    </a:ext>
                  </a:extLst>
                </p14:cNvPr>
                <p14:cNvContentPartPr/>
                <p14:nvPr/>
              </p14:nvContentPartPr>
              <p14:xfrm>
                <a:off x="1928635" y="1429940"/>
                <a:ext cx="16200" cy="23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ED6191-1EEF-83DD-3DA9-1B087A9CB1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2515" y="1423820"/>
                  <a:ext cx="28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CF75F5-7796-87DA-0F2F-7DA894682C72}"/>
                    </a:ext>
                  </a:extLst>
                </p14:cNvPr>
                <p14:cNvContentPartPr/>
                <p14:nvPr/>
              </p14:nvContentPartPr>
              <p14:xfrm>
                <a:off x="1966075" y="1169300"/>
                <a:ext cx="68040" cy="3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CF75F5-7796-87DA-0F2F-7DA894682C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9955" y="1163180"/>
                  <a:ext cx="80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59508B-D960-E7BE-5F5C-FD3844685501}"/>
                    </a:ext>
                  </a:extLst>
                </p14:cNvPr>
                <p14:cNvContentPartPr/>
                <p14:nvPr/>
              </p14:nvContentPartPr>
              <p14:xfrm>
                <a:off x="2135275" y="933860"/>
                <a:ext cx="1213200" cy="636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59508B-D960-E7BE-5F5C-FD38446855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9155" y="927740"/>
                  <a:ext cx="122544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F0385A-8722-433C-9C80-87DE3C682C49}"/>
                    </a:ext>
                  </a:extLst>
                </p14:cNvPr>
                <p14:cNvContentPartPr/>
                <p14:nvPr/>
              </p14:nvContentPartPr>
              <p14:xfrm>
                <a:off x="3415435" y="1116020"/>
                <a:ext cx="34200" cy="3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F0385A-8722-433C-9C80-87DE3C682C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09315" y="1109900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94D64D-8D5E-28D7-A508-1A9B289D454C}"/>
                    </a:ext>
                  </a:extLst>
                </p14:cNvPr>
                <p14:cNvContentPartPr/>
                <p14:nvPr/>
              </p14:nvContentPartPr>
              <p14:xfrm>
                <a:off x="3693355" y="1479620"/>
                <a:ext cx="768960" cy="115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94D64D-8D5E-28D7-A508-1A9B289D45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87235" y="1473500"/>
                  <a:ext cx="781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207553-3695-4782-912E-4F8A0FD2EC18}"/>
                    </a:ext>
                  </a:extLst>
                </p14:cNvPr>
                <p14:cNvContentPartPr/>
                <p14:nvPr/>
              </p14:nvContentPartPr>
              <p14:xfrm>
                <a:off x="4534315" y="1104140"/>
                <a:ext cx="325800" cy="63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207553-3695-4782-912E-4F8A0FD2EC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28195" y="1098020"/>
                  <a:ext cx="33804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E43C6D-276A-5E6B-83C8-93706E4ADCAE}"/>
                    </a:ext>
                  </a:extLst>
                </p14:cNvPr>
                <p14:cNvContentPartPr/>
                <p14:nvPr/>
              </p14:nvContentPartPr>
              <p14:xfrm>
                <a:off x="5054155" y="1717580"/>
                <a:ext cx="17280" cy="10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E43C6D-276A-5E6B-83C8-93706E4ADC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48035" y="1711460"/>
                  <a:ext cx="2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FE574DC-E5B4-A9B8-2E81-812D0F83E50B}"/>
                    </a:ext>
                  </a:extLst>
                </p14:cNvPr>
                <p14:cNvContentPartPr/>
                <p14:nvPr/>
              </p14:nvContentPartPr>
              <p14:xfrm>
                <a:off x="7556875" y="575660"/>
                <a:ext cx="378360" cy="1072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FE574DC-E5B4-A9B8-2E81-812D0F83E5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0755" y="569540"/>
                  <a:ext cx="390600" cy="10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C0EDE3-8A53-CC48-DFEA-3C6EA0EC49A3}"/>
                    </a:ext>
                  </a:extLst>
                </p14:cNvPr>
                <p14:cNvContentPartPr/>
                <p14:nvPr/>
              </p14:nvContentPartPr>
              <p14:xfrm>
                <a:off x="7824715" y="194780"/>
                <a:ext cx="336240" cy="208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C0EDE3-8A53-CC48-DFEA-3C6EA0EC49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18595" y="188660"/>
                  <a:ext cx="348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574A56-12F8-20C4-2933-E1097BC7DE63}"/>
                    </a:ext>
                  </a:extLst>
                </p14:cNvPr>
                <p14:cNvContentPartPr/>
                <p14:nvPr/>
              </p14:nvContentPartPr>
              <p14:xfrm>
                <a:off x="7693675" y="941060"/>
                <a:ext cx="1616040" cy="28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574A56-12F8-20C4-2933-E1097BC7DE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87555" y="934940"/>
                  <a:ext cx="16282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40BA45-4CAB-5482-9A1C-F1DB5A5AE916}"/>
                    </a:ext>
                  </a:extLst>
                </p14:cNvPr>
                <p14:cNvContentPartPr/>
                <p14:nvPr/>
              </p14:nvContentPartPr>
              <p14:xfrm>
                <a:off x="9795355" y="1415180"/>
                <a:ext cx="341280" cy="934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40BA45-4CAB-5482-9A1C-F1DB5A5AE9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89235" y="1409060"/>
                  <a:ext cx="353520" cy="9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A4213E-A28F-1F57-EB7B-2D40CEDAC710}"/>
                    </a:ext>
                  </a:extLst>
                </p14:cNvPr>
                <p14:cNvContentPartPr/>
                <p14:nvPr/>
              </p14:nvContentPartPr>
              <p14:xfrm>
                <a:off x="10513915" y="1973540"/>
                <a:ext cx="41400" cy="5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A4213E-A28F-1F57-EB7B-2D40CEDAC7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07795" y="1967420"/>
                  <a:ext cx="53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FE4550-09E7-FE92-C95D-970759948142}"/>
                    </a:ext>
                  </a:extLst>
                </p14:cNvPr>
                <p14:cNvContentPartPr/>
                <p14:nvPr/>
              </p14:nvContentPartPr>
              <p14:xfrm>
                <a:off x="3584275" y="2192060"/>
                <a:ext cx="724320" cy="112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FE4550-09E7-FE92-C95D-9707599481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78155" y="2185940"/>
                  <a:ext cx="736560" cy="11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4125A6-B98D-A782-D0C6-BE7693CA97A5}"/>
                    </a:ext>
                  </a:extLst>
                </p14:cNvPr>
                <p14:cNvContentPartPr/>
                <p14:nvPr/>
              </p14:nvContentPartPr>
              <p14:xfrm>
                <a:off x="4537915" y="2339300"/>
                <a:ext cx="3172680" cy="799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4125A6-B98D-A782-D0C6-BE7693CA97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31795" y="2333180"/>
                  <a:ext cx="318492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F8AD12-D17E-F232-3B87-5EDA7BFEA24D}"/>
                    </a:ext>
                  </a:extLst>
                </p14:cNvPr>
                <p14:cNvContentPartPr/>
                <p14:nvPr/>
              </p14:nvContentPartPr>
              <p14:xfrm>
                <a:off x="7857475" y="2136620"/>
                <a:ext cx="191160" cy="40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F8AD12-D17E-F232-3B87-5EDA7BFEA2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1355" y="2130500"/>
                  <a:ext cx="2034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0F4F45-D4B8-7893-B020-2068553753E6}"/>
                    </a:ext>
                  </a:extLst>
                </p14:cNvPr>
                <p14:cNvContentPartPr/>
                <p14:nvPr/>
              </p14:nvContentPartPr>
              <p14:xfrm>
                <a:off x="8191555" y="2081900"/>
                <a:ext cx="51120" cy="4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0F4F45-D4B8-7893-B020-2068553753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85435" y="2075780"/>
                  <a:ext cx="63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E300D6-44AF-081F-67BF-E535BFA28230}"/>
                    </a:ext>
                  </a:extLst>
                </p14:cNvPr>
                <p14:cNvContentPartPr/>
                <p14:nvPr/>
              </p14:nvContentPartPr>
              <p14:xfrm>
                <a:off x="3701275" y="3105380"/>
                <a:ext cx="4070880" cy="798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E300D6-44AF-081F-67BF-E535BFA282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5155" y="3099260"/>
                  <a:ext cx="408312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2A995F-68EA-2E05-6689-7F9D7D0BE7D6}"/>
                    </a:ext>
                  </a:extLst>
                </p14:cNvPr>
                <p14:cNvContentPartPr/>
                <p14:nvPr/>
              </p14:nvContentPartPr>
              <p14:xfrm>
                <a:off x="8556955" y="1977860"/>
                <a:ext cx="645480" cy="232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2A995F-68EA-2E05-6689-7F9D7D0BE7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50835" y="1971740"/>
                  <a:ext cx="657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F7BF0B-5DE9-16A0-C84E-7198BE0B45A3}"/>
                    </a:ext>
                  </a:extLst>
                </p14:cNvPr>
                <p14:cNvContentPartPr/>
                <p14:nvPr/>
              </p14:nvContentPartPr>
              <p14:xfrm>
                <a:off x="8993635" y="1567820"/>
                <a:ext cx="384840" cy="83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F7BF0B-5DE9-16A0-C84E-7198BE0B45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7515" y="1561700"/>
                  <a:ext cx="397080" cy="8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1E29E4-07AB-789E-7D38-4202E592097A}"/>
                    </a:ext>
                  </a:extLst>
                </p14:cNvPr>
                <p14:cNvContentPartPr/>
                <p14:nvPr/>
              </p14:nvContentPartPr>
              <p14:xfrm>
                <a:off x="9643435" y="2276300"/>
                <a:ext cx="54720" cy="41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1E29E4-07AB-789E-7D38-4202E59209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37315" y="2270180"/>
                  <a:ext cx="66960" cy="5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12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847CB30F-827D-C5E8-D717-4C1ABDAADAE8}"/>
              </a:ext>
            </a:extLst>
          </p:cNvPr>
          <p:cNvGrpSpPr/>
          <p:nvPr/>
        </p:nvGrpSpPr>
        <p:grpSpPr>
          <a:xfrm>
            <a:off x="174355" y="30980"/>
            <a:ext cx="11483280" cy="6113160"/>
            <a:chOff x="174355" y="30980"/>
            <a:chExt cx="11483280" cy="611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D6C520D-417D-BA3C-1E50-66162A9DBD9C}"/>
                    </a:ext>
                  </a:extLst>
                </p14:cNvPr>
                <p14:cNvContentPartPr/>
                <p14:nvPr/>
              </p14:nvContentPartPr>
              <p14:xfrm>
                <a:off x="1030435" y="430220"/>
                <a:ext cx="118440" cy="1004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D6C520D-417D-BA3C-1E50-66162A9DBD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4315" y="424100"/>
                  <a:ext cx="13068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B7A23E-704D-6B86-A3DA-9C21C63E3299}"/>
                    </a:ext>
                  </a:extLst>
                </p14:cNvPr>
                <p14:cNvContentPartPr/>
                <p14:nvPr/>
              </p14:nvContentPartPr>
              <p14:xfrm>
                <a:off x="918115" y="30980"/>
                <a:ext cx="451800" cy="1029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B7A23E-704D-6B86-A3DA-9C21C63E32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1995" y="24860"/>
                  <a:ext cx="464040" cy="10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7E20BC-2EA4-97EF-3506-84C2A692FFBE}"/>
                    </a:ext>
                  </a:extLst>
                </p14:cNvPr>
                <p14:cNvContentPartPr/>
                <p14:nvPr/>
              </p14:nvContentPartPr>
              <p14:xfrm>
                <a:off x="1418515" y="652700"/>
                <a:ext cx="451440" cy="604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7E20BC-2EA4-97EF-3506-84C2A692FF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2395" y="646580"/>
                  <a:ext cx="46368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8E5BB4D-3347-23BE-8813-DF26AC5044F0}"/>
                    </a:ext>
                  </a:extLst>
                </p14:cNvPr>
                <p14:cNvContentPartPr/>
                <p14:nvPr/>
              </p14:nvContentPartPr>
              <p14:xfrm>
                <a:off x="2006035" y="649460"/>
                <a:ext cx="269640" cy="440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8E5BB4D-3347-23BE-8813-DF26AC5044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99915" y="643340"/>
                  <a:ext cx="281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194172-0585-4B11-1B5B-E3D6E6C8109C}"/>
                    </a:ext>
                  </a:extLst>
                </p14:cNvPr>
                <p14:cNvContentPartPr/>
                <p14:nvPr/>
              </p14:nvContentPartPr>
              <p14:xfrm>
                <a:off x="2550355" y="610580"/>
                <a:ext cx="333000" cy="126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194172-0585-4B11-1B5B-E3D6E6C810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44235" y="604460"/>
                  <a:ext cx="34524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521B71-DFF7-443C-F477-D75D73B66895}"/>
                    </a:ext>
                  </a:extLst>
                </p14:cNvPr>
                <p14:cNvContentPartPr/>
                <p14:nvPr/>
              </p14:nvContentPartPr>
              <p14:xfrm>
                <a:off x="3043915" y="391700"/>
                <a:ext cx="704520" cy="688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521B71-DFF7-443C-F477-D75D73B668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37795" y="385580"/>
                  <a:ext cx="71676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F6E345-031C-855D-AA61-CEE8FEC04FC3}"/>
                    </a:ext>
                  </a:extLst>
                </p14:cNvPr>
                <p14:cNvContentPartPr/>
                <p14:nvPr/>
              </p14:nvContentPartPr>
              <p14:xfrm>
                <a:off x="3917275" y="537500"/>
                <a:ext cx="1003320" cy="17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F6E345-031C-855D-AA61-CEE8FEC04F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1155" y="531380"/>
                  <a:ext cx="1015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F896C6-E8F9-9E1F-76A2-D5BF1A40C507}"/>
                    </a:ext>
                  </a:extLst>
                </p14:cNvPr>
                <p14:cNvContentPartPr/>
                <p14:nvPr/>
              </p14:nvContentPartPr>
              <p14:xfrm>
                <a:off x="5037235" y="116660"/>
                <a:ext cx="127080" cy="16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F896C6-E8F9-9E1F-76A2-D5BF1A40C5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31115" y="110540"/>
                  <a:ext cx="139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6B5B49-A3EC-E1EF-3173-EE433F1CA7A6}"/>
                    </a:ext>
                  </a:extLst>
                </p14:cNvPr>
                <p14:cNvContentPartPr/>
                <p14:nvPr/>
              </p14:nvContentPartPr>
              <p14:xfrm>
                <a:off x="5081155" y="355340"/>
                <a:ext cx="447120" cy="121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6B5B49-A3EC-E1EF-3173-EE433F1CA7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75035" y="349220"/>
                  <a:ext cx="45936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0FFD66-B20A-A589-E5A0-3531096496FD}"/>
                    </a:ext>
                  </a:extLst>
                </p14:cNvPr>
                <p14:cNvContentPartPr/>
                <p14:nvPr/>
              </p14:nvContentPartPr>
              <p14:xfrm>
                <a:off x="7600795" y="326180"/>
                <a:ext cx="247320" cy="531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0FFD66-B20A-A589-E5A0-3531096496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94675" y="320060"/>
                  <a:ext cx="2595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3D43B43-E815-F0DB-C2FC-B0F477A9406D}"/>
                    </a:ext>
                  </a:extLst>
                </p14:cNvPr>
                <p14:cNvContentPartPr/>
                <p14:nvPr/>
              </p14:nvContentPartPr>
              <p14:xfrm>
                <a:off x="6255115" y="231860"/>
                <a:ext cx="294120" cy="1229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3D43B43-E815-F0DB-C2FC-B0F477A940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48995" y="225740"/>
                  <a:ext cx="306360" cy="12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8732A7-7E2E-028C-E91D-13E89A9EB34F}"/>
                    </a:ext>
                  </a:extLst>
                </p14:cNvPr>
                <p14:cNvContentPartPr/>
                <p14:nvPr/>
              </p14:nvContentPartPr>
              <p14:xfrm>
                <a:off x="7059715" y="326540"/>
                <a:ext cx="827280" cy="77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8732A7-7E2E-028C-E91D-13E89A9EB3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53595" y="320420"/>
                  <a:ext cx="83952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58BDEA-4C0A-6699-D365-40C43F2AA881}"/>
                    </a:ext>
                  </a:extLst>
                </p14:cNvPr>
                <p14:cNvContentPartPr/>
                <p14:nvPr/>
              </p14:nvContentPartPr>
              <p14:xfrm>
                <a:off x="8177515" y="146180"/>
                <a:ext cx="994680" cy="77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58BDEA-4C0A-6699-D365-40C43F2AA8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71395" y="140060"/>
                  <a:ext cx="1006920" cy="7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093610-F934-1EF3-40EF-448EA8476776}"/>
                    </a:ext>
                  </a:extLst>
                </p14:cNvPr>
                <p14:cNvContentPartPr/>
                <p14:nvPr/>
              </p14:nvContentPartPr>
              <p14:xfrm>
                <a:off x="9544435" y="293420"/>
                <a:ext cx="745560" cy="639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093610-F934-1EF3-40EF-448EA84767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38315" y="287300"/>
                  <a:ext cx="7578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DAE9E9-2CC2-64E9-336B-7DDB520D052A}"/>
                    </a:ext>
                  </a:extLst>
                </p14:cNvPr>
                <p14:cNvContentPartPr/>
                <p14:nvPr/>
              </p14:nvContentPartPr>
              <p14:xfrm>
                <a:off x="5824555" y="1193420"/>
                <a:ext cx="75240" cy="1116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DAE9E9-2CC2-64E9-336B-7DDB520D05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18435" y="1187300"/>
                  <a:ext cx="8748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7AC4F2B-5C42-24A1-1D35-74AB44560D18}"/>
                    </a:ext>
                  </a:extLst>
                </p14:cNvPr>
                <p14:cNvContentPartPr/>
                <p14:nvPr/>
              </p14:nvContentPartPr>
              <p14:xfrm>
                <a:off x="5566075" y="2065700"/>
                <a:ext cx="844920" cy="435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7AC4F2B-5C42-24A1-1D35-74AB44560D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59955" y="2059580"/>
                  <a:ext cx="8571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9A171E-A664-7D44-35DC-80DF4BBBFD0B}"/>
                    </a:ext>
                  </a:extLst>
                </p14:cNvPr>
                <p14:cNvContentPartPr/>
                <p14:nvPr/>
              </p14:nvContentPartPr>
              <p14:xfrm>
                <a:off x="4122115" y="2850500"/>
                <a:ext cx="110160" cy="78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9A171E-A664-7D44-35DC-80DF4BBBFD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15995" y="2844380"/>
                  <a:ext cx="12240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2FBC17-F874-9B7B-92E7-C077BBCDBAEE}"/>
                    </a:ext>
                  </a:extLst>
                </p14:cNvPr>
                <p14:cNvContentPartPr/>
                <p14:nvPr/>
              </p14:nvContentPartPr>
              <p14:xfrm>
                <a:off x="4292035" y="2688140"/>
                <a:ext cx="1438920" cy="773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2FBC17-F874-9B7B-92E7-C077BBCDBA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85915" y="2682020"/>
                  <a:ext cx="145116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9BD208-FBC6-AC27-773C-AB6D1CFCE08E}"/>
                    </a:ext>
                  </a:extLst>
                </p14:cNvPr>
                <p14:cNvContentPartPr/>
                <p14:nvPr/>
              </p14:nvContentPartPr>
              <p14:xfrm>
                <a:off x="6085195" y="2609300"/>
                <a:ext cx="1032480" cy="440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9BD208-FBC6-AC27-773C-AB6D1CFCE0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79075" y="2603180"/>
                  <a:ext cx="10447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0C4C4E-65FB-BD6F-CC12-023E243002BF}"/>
                    </a:ext>
                  </a:extLst>
                </p14:cNvPr>
                <p14:cNvContentPartPr/>
                <p14:nvPr/>
              </p14:nvContentPartPr>
              <p14:xfrm>
                <a:off x="7151155" y="2273060"/>
                <a:ext cx="48600" cy="91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0C4C4E-65FB-BD6F-CC12-023E243002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45035" y="2266940"/>
                  <a:ext cx="60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8D3B25-C7B6-1423-3AAC-02883B72927C}"/>
                    </a:ext>
                  </a:extLst>
                </p14:cNvPr>
                <p14:cNvContentPartPr/>
                <p14:nvPr/>
              </p14:nvContentPartPr>
              <p14:xfrm>
                <a:off x="7298395" y="2507420"/>
                <a:ext cx="523440" cy="26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8D3B25-C7B6-1423-3AAC-02883B7292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92275" y="2501300"/>
                  <a:ext cx="535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5C19D8-F6C0-8148-4D32-0D15E533497F}"/>
                    </a:ext>
                  </a:extLst>
                </p14:cNvPr>
                <p14:cNvContentPartPr/>
                <p14:nvPr/>
              </p14:nvContentPartPr>
              <p14:xfrm>
                <a:off x="8001115" y="2308340"/>
                <a:ext cx="502920" cy="426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5C19D8-F6C0-8148-4D32-0D15E53349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94995" y="2302220"/>
                  <a:ext cx="5151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0EB99F-946A-C524-9C6E-97FD395F444C}"/>
                    </a:ext>
                  </a:extLst>
                </p14:cNvPr>
                <p14:cNvContentPartPr/>
                <p14:nvPr/>
              </p14:nvContentPartPr>
              <p14:xfrm>
                <a:off x="9243475" y="1508780"/>
                <a:ext cx="1594800" cy="172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0EB99F-946A-C524-9C6E-97FD395F44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37355" y="1502660"/>
                  <a:ext cx="1607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DE1D63F-2EDC-0CA4-2BF3-281C34ACCF3B}"/>
                    </a:ext>
                  </a:extLst>
                </p14:cNvPr>
                <p14:cNvContentPartPr/>
                <p14:nvPr/>
              </p14:nvContentPartPr>
              <p14:xfrm>
                <a:off x="10219795" y="1742420"/>
                <a:ext cx="68040" cy="604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DE1D63F-2EDC-0CA4-2BF3-281C34ACCF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13675" y="1736300"/>
                  <a:ext cx="8028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3E8EDE-7DAD-44E5-820C-D1431DF3E8B5}"/>
                    </a:ext>
                  </a:extLst>
                </p14:cNvPr>
                <p14:cNvContentPartPr/>
                <p14:nvPr/>
              </p14:nvContentPartPr>
              <p14:xfrm>
                <a:off x="10575475" y="1575020"/>
                <a:ext cx="1003680" cy="623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3E8EDE-7DAD-44E5-820C-D1431DF3E8B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69355" y="1568900"/>
                  <a:ext cx="101592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683B47-BD64-5BD9-9AED-BEF8943F005E}"/>
                    </a:ext>
                  </a:extLst>
                </p14:cNvPr>
                <p14:cNvContentPartPr/>
                <p14:nvPr/>
              </p14:nvContentPartPr>
              <p14:xfrm>
                <a:off x="209635" y="3857060"/>
                <a:ext cx="484560" cy="81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683B47-BD64-5BD9-9AED-BEF8943F00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3515" y="3850940"/>
                  <a:ext cx="49680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626091-A4CE-5DB7-1871-E56D26B5B114}"/>
                    </a:ext>
                  </a:extLst>
                </p14:cNvPr>
                <p14:cNvContentPartPr/>
                <p14:nvPr/>
              </p14:nvContentPartPr>
              <p14:xfrm>
                <a:off x="174355" y="4139300"/>
                <a:ext cx="835920" cy="325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9626091-A4CE-5DB7-1871-E56D26B5B1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8235" y="4133180"/>
                  <a:ext cx="8481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090957-3EB9-D783-DEE9-B84919298DA1}"/>
                    </a:ext>
                  </a:extLst>
                </p14:cNvPr>
                <p14:cNvContentPartPr/>
                <p14:nvPr/>
              </p14:nvContentPartPr>
              <p14:xfrm>
                <a:off x="1434355" y="3515060"/>
                <a:ext cx="155880" cy="524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090957-3EB9-D783-DEE9-B84919298DA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28235" y="3508940"/>
                  <a:ext cx="16812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3BC831-CF71-6538-DBCF-F7B93FE73A9C}"/>
                    </a:ext>
                  </a:extLst>
                </p14:cNvPr>
                <p14:cNvContentPartPr/>
                <p14:nvPr/>
              </p14:nvContentPartPr>
              <p14:xfrm>
                <a:off x="1326715" y="3302300"/>
                <a:ext cx="1370520" cy="61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3BC831-CF71-6538-DBCF-F7B93FE73A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20595" y="3296180"/>
                  <a:ext cx="138276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95E51D-9666-F8E4-C032-E8120EDDFED9}"/>
                    </a:ext>
                  </a:extLst>
                </p14:cNvPr>
                <p14:cNvContentPartPr/>
                <p14:nvPr/>
              </p14:nvContentPartPr>
              <p14:xfrm>
                <a:off x="2854915" y="3077300"/>
                <a:ext cx="405360" cy="271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95E51D-9666-F8E4-C032-E8120EDDFED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48795" y="3071180"/>
                  <a:ext cx="4176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299FD5-32F3-9E64-4E5F-162262BF2DB3}"/>
                    </a:ext>
                  </a:extLst>
                </p14:cNvPr>
                <p14:cNvContentPartPr/>
                <p14:nvPr/>
              </p14:nvContentPartPr>
              <p14:xfrm>
                <a:off x="3361075" y="3074060"/>
                <a:ext cx="30600" cy="81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299FD5-32F3-9E64-4E5F-162262BF2D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4955" y="3067940"/>
                  <a:ext cx="42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76FFDF-D1AA-3ED4-6812-73C81D19B017}"/>
                    </a:ext>
                  </a:extLst>
                </p14:cNvPr>
                <p14:cNvContentPartPr/>
                <p14:nvPr/>
              </p14:nvContentPartPr>
              <p14:xfrm>
                <a:off x="3586795" y="2528300"/>
                <a:ext cx="75240" cy="30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76FFDF-D1AA-3ED4-6812-73C81D19B0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0675" y="2522180"/>
                  <a:ext cx="874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F3C8CA-118F-8651-1A9B-FE590D801ACD}"/>
                    </a:ext>
                  </a:extLst>
                </p14:cNvPr>
                <p14:cNvContentPartPr/>
                <p14:nvPr/>
              </p14:nvContentPartPr>
              <p14:xfrm>
                <a:off x="3662755" y="2631260"/>
                <a:ext cx="272520" cy="158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F3C8CA-118F-8651-1A9B-FE590D801AC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56635" y="2625140"/>
                  <a:ext cx="284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637175-2D3F-5380-0FAE-1C43F2062EC8}"/>
                    </a:ext>
                  </a:extLst>
                </p14:cNvPr>
                <p14:cNvContentPartPr/>
                <p14:nvPr/>
              </p14:nvContentPartPr>
              <p14:xfrm>
                <a:off x="4044715" y="2660420"/>
                <a:ext cx="8640" cy="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637175-2D3F-5380-0FAE-1C43F2062E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38595" y="2654300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E636F5-74BE-B3ED-10EC-C8A6839EAB24}"/>
                    </a:ext>
                  </a:extLst>
                </p14:cNvPr>
                <p14:cNvContentPartPr/>
                <p14:nvPr/>
              </p14:nvContentPartPr>
              <p14:xfrm>
                <a:off x="1884715" y="4355660"/>
                <a:ext cx="1568520" cy="82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E636F5-74BE-B3ED-10EC-C8A6839EAB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78595" y="4349540"/>
                  <a:ext cx="158076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619EF8-FE08-144A-9B0B-4C713264F117}"/>
                    </a:ext>
                  </a:extLst>
                </p14:cNvPr>
                <p14:cNvContentPartPr/>
                <p14:nvPr/>
              </p14:nvContentPartPr>
              <p14:xfrm>
                <a:off x="3453955" y="4375460"/>
                <a:ext cx="531000" cy="468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619EF8-FE08-144A-9B0B-4C713264F1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47835" y="4369340"/>
                  <a:ext cx="5432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36B7BD-4CF7-F7F2-B208-A33827F10605}"/>
                    </a:ext>
                  </a:extLst>
                </p14:cNvPr>
                <p14:cNvContentPartPr/>
                <p14:nvPr/>
              </p14:nvContentPartPr>
              <p14:xfrm>
                <a:off x="3943555" y="4384820"/>
                <a:ext cx="293040" cy="253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36B7BD-4CF7-F7F2-B208-A33827F106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37435" y="4378700"/>
                  <a:ext cx="305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FADC12-9ECB-9EB7-832B-E0F8F996DE80}"/>
                    </a:ext>
                  </a:extLst>
                </p14:cNvPr>
                <p14:cNvContentPartPr/>
                <p14:nvPr/>
              </p14:nvContentPartPr>
              <p14:xfrm>
                <a:off x="4562395" y="4205180"/>
                <a:ext cx="727920" cy="497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FADC12-9ECB-9EB7-832B-E0F8F996DE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6275" y="4199060"/>
                  <a:ext cx="74016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87A96B-82FE-B99A-DBB3-1D966A5C7FB8}"/>
                    </a:ext>
                  </a:extLst>
                </p14:cNvPr>
                <p14:cNvContentPartPr/>
                <p14:nvPr/>
              </p14:nvContentPartPr>
              <p14:xfrm>
                <a:off x="5576155" y="4538900"/>
                <a:ext cx="90720" cy="150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87A96B-82FE-B99A-DBB3-1D966A5C7F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70035" y="4532780"/>
                  <a:ext cx="102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10574C3-2C86-DAD1-702A-CF1C69F69868}"/>
                    </a:ext>
                  </a:extLst>
                </p14:cNvPr>
                <p14:cNvContentPartPr/>
                <p14:nvPr/>
              </p14:nvContentPartPr>
              <p14:xfrm>
                <a:off x="7518355" y="3416780"/>
                <a:ext cx="1817640" cy="63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10574C3-2C86-DAD1-702A-CF1C69F6986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12235" y="3410660"/>
                  <a:ext cx="182988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8D4BB69-1383-08F9-7835-66A54DDDF2F5}"/>
                    </a:ext>
                  </a:extLst>
                </p14:cNvPr>
                <p14:cNvContentPartPr/>
                <p14:nvPr/>
              </p14:nvContentPartPr>
              <p14:xfrm>
                <a:off x="9495115" y="3221300"/>
                <a:ext cx="1097640" cy="297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8D4BB69-1383-08F9-7835-66A54DDDF2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88995" y="3215180"/>
                  <a:ext cx="11098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17372F-9484-FAF4-E139-7A0CC226AA7C}"/>
                    </a:ext>
                  </a:extLst>
                </p14:cNvPr>
                <p14:cNvContentPartPr/>
                <p14:nvPr/>
              </p14:nvContentPartPr>
              <p14:xfrm>
                <a:off x="10644235" y="3240740"/>
                <a:ext cx="423720" cy="15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17372F-9484-FAF4-E139-7A0CC226AA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38115" y="3234620"/>
                  <a:ext cx="435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72D63A-8793-F48C-B294-32789110EFAB}"/>
                    </a:ext>
                  </a:extLst>
                </p14:cNvPr>
                <p14:cNvContentPartPr/>
                <p14:nvPr/>
              </p14:nvContentPartPr>
              <p14:xfrm>
                <a:off x="11152915" y="3002420"/>
                <a:ext cx="492480" cy="344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72D63A-8793-F48C-B294-32789110EF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46795" y="2996300"/>
                  <a:ext cx="504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86EF36-6297-6CD4-E767-719B1600D6AA}"/>
                    </a:ext>
                  </a:extLst>
                </p14:cNvPr>
                <p14:cNvContentPartPr/>
                <p14:nvPr/>
              </p14:nvContentPartPr>
              <p14:xfrm>
                <a:off x="11640355" y="3348380"/>
                <a:ext cx="17280" cy="70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86EF36-6297-6CD4-E767-719B1600D6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634235" y="3342260"/>
                  <a:ext cx="29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030142-0E81-3B33-BD9D-83899CFACC1C}"/>
                    </a:ext>
                  </a:extLst>
                </p14:cNvPr>
                <p14:cNvContentPartPr/>
                <p14:nvPr/>
              </p14:nvContentPartPr>
              <p14:xfrm>
                <a:off x="3614875" y="4671380"/>
                <a:ext cx="6003720" cy="1003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030142-0E81-3B33-BD9D-83899CFACC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08755" y="4665260"/>
                  <a:ext cx="601596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0563D7-83B8-CD5A-E857-E0B893C49802}"/>
                    </a:ext>
                  </a:extLst>
                </p14:cNvPr>
                <p14:cNvContentPartPr/>
                <p14:nvPr/>
              </p14:nvContentPartPr>
              <p14:xfrm>
                <a:off x="5583355" y="5600180"/>
                <a:ext cx="48600" cy="543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0563D7-83B8-CD5A-E857-E0B893C498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7235" y="5594060"/>
                  <a:ext cx="608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8949A5-C248-73DF-A3AD-1186B2C50C79}"/>
                    </a:ext>
                  </a:extLst>
                </p14:cNvPr>
                <p14:cNvContentPartPr/>
                <p14:nvPr/>
              </p14:nvContentPartPr>
              <p14:xfrm>
                <a:off x="5632315" y="5450420"/>
                <a:ext cx="721080" cy="693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8949A5-C248-73DF-A3AD-1186B2C50C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26195" y="5444300"/>
                  <a:ext cx="73332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8D2E92-9571-8270-FFEE-DB0134B9E213}"/>
                    </a:ext>
                  </a:extLst>
                </p14:cNvPr>
                <p14:cNvContentPartPr/>
                <p14:nvPr/>
              </p14:nvContentPartPr>
              <p14:xfrm>
                <a:off x="6545635" y="5438540"/>
                <a:ext cx="170280" cy="4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8D2E92-9571-8270-FFEE-DB0134B9E21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39515" y="5432420"/>
                  <a:ext cx="182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7AB93E-C207-78E5-E17E-ECDD5AFFD4F0}"/>
                    </a:ext>
                  </a:extLst>
                </p14:cNvPr>
                <p14:cNvContentPartPr/>
                <p14:nvPr/>
              </p14:nvContentPartPr>
              <p14:xfrm>
                <a:off x="6732115" y="5671820"/>
                <a:ext cx="384120" cy="340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7AB93E-C207-78E5-E17E-ECDD5AFFD4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25995" y="5665700"/>
                  <a:ext cx="396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8D3FCB-5F01-9434-D9EE-B852A1AAB6C5}"/>
                    </a:ext>
                  </a:extLst>
                </p14:cNvPr>
                <p14:cNvContentPartPr/>
                <p14:nvPr/>
              </p14:nvContentPartPr>
              <p14:xfrm>
                <a:off x="7503235" y="5262860"/>
                <a:ext cx="92160" cy="403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8D3FCB-5F01-9434-D9EE-B852A1AAB6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97115" y="5256740"/>
                  <a:ext cx="1044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6BE9E1-4326-0967-7C26-651BF211A2F4}"/>
                    </a:ext>
                  </a:extLst>
                </p14:cNvPr>
                <p14:cNvContentPartPr/>
                <p14:nvPr/>
              </p14:nvContentPartPr>
              <p14:xfrm>
                <a:off x="7488835" y="5114900"/>
                <a:ext cx="876960" cy="428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6BE9E1-4326-0967-7C26-651BF211A2F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82715" y="5108780"/>
                  <a:ext cx="8892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13BEA1-3D2D-AAB5-AA26-67F959B6EBAE}"/>
                    </a:ext>
                  </a:extLst>
                </p14:cNvPr>
                <p14:cNvContentPartPr/>
                <p14:nvPr/>
              </p14:nvContentPartPr>
              <p14:xfrm>
                <a:off x="8583595" y="5342060"/>
                <a:ext cx="104040" cy="102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13BEA1-3D2D-AAB5-AA26-67F959B6EB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77475" y="5335940"/>
                  <a:ext cx="116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BA8E352-E0C1-BE97-9792-2A657767DA6B}"/>
                    </a:ext>
                  </a:extLst>
                </p14:cNvPr>
                <p14:cNvContentPartPr/>
                <p14:nvPr/>
              </p14:nvContentPartPr>
              <p14:xfrm>
                <a:off x="1963555" y="1649180"/>
                <a:ext cx="4146120" cy="690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BA8E352-E0C1-BE97-9792-2A657767DA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57435" y="1643060"/>
                  <a:ext cx="415836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A1B8E1-B61F-1827-E995-34BF0E1D5854}"/>
                    </a:ext>
                  </a:extLst>
                </p14:cNvPr>
                <p14:cNvContentPartPr/>
                <p14:nvPr/>
              </p14:nvContentPartPr>
              <p14:xfrm>
                <a:off x="7192195" y="1257140"/>
                <a:ext cx="1942920" cy="150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A1B8E1-B61F-1827-E995-34BF0E1D58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86075" y="1251020"/>
                  <a:ext cx="195516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0471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2396104-AF7B-26C1-CE84-500868A1999E}"/>
              </a:ext>
            </a:extLst>
          </p:cNvPr>
          <p:cNvGrpSpPr/>
          <p:nvPr/>
        </p:nvGrpSpPr>
        <p:grpSpPr>
          <a:xfrm>
            <a:off x="1286035" y="74180"/>
            <a:ext cx="10834560" cy="6054120"/>
            <a:chOff x="1286035" y="74180"/>
            <a:chExt cx="10834560" cy="60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FE7CF27-C7B8-0DB4-0BD2-30968D2F218D}"/>
                    </a:ext>
                  </a:extLst>
                </p14:cNvPr>
                <p14:cNvContentPartPr/>
                <p14:nvPr/>
              </p14:nvContentPartPr>
              <p14:xfrm>
                <a:off x="1286035" y="481340"/>
                <a:ext cx="82440" cy="1086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FE7CF27-C7B8-0DB4-0BD2-30968D2F218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9915" y="475220"/>
                  <a:ext cx="9468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75DE18-9780-5781-9C4B-9B76E10ED8DD}"/>
                    </a:ext>
                  </a:extLst>
                </p14:cNvPr>
                <p14:cNvContentPartPr/>
                <p14:nvPr/>
              </p14:nvContentPartPr>
              <p14:xfrm>
                <a:off x="1335355" y="236180"/>
                <a:ext cx="483480" cy="936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75DE18-9780-5781-9C4B-9B76E10ED8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9235" y="230060"/>
                  <a:ext cx="49572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AA9F68-FA0C-A055-D17A-814D1C329B93}"/>
                    </a:ext>
                  </a:extLst>
                </p14:cNvPr>
                <p14:cNvContentPartPr/>
                <p14:nvPr/>
              </p14:nvContentPartPr>
              <p14:xfrm>
                <a:off x="1828195" y="542180"/>
                <a:ext cx="1103040" cy="1546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AA9F68-FA0C-A055-D17A-814D1C329B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2075" y="536060"/>
                  <a:ext cx="1115280" cy="15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8120C4-4D50-27CB-E59D-2B94A3F962F1}"/>
                    </a:ext>
                  </a:extLst>
                </p14:cNvPr>
                <p14:cNvContentPartPr/>
                <p14:nvPr/>
              </p14:nvContentPartPr>
              <p14:xfrm>
                <a:off x="2583475" y="643700"/>
                <a:ext cx="1363320" cy="456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8120C4-4D50-27CB-E59D-2B94A3F962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77355" y="637580"/>
                  <a:ext cx="13755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3B9155-1B0B-A5FA-D7CF-A7D0E7A5F123}"/>
                    </a:ext>
                  </a:extLst>
                </p14:cNvPr>
                <p14:cNvContentPartPr/>
                <p14:nvPr/>
              </p14:nvContentPartPr>
              <p14:xfrm>
                <a:off x="4140115" y="742700"/>
                <a:ext cx="784080" cy="304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3B9155-1B0B-A5FA-D7CF-A7D0E7A5F1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33995" y="736580"/>
                  <a:ext cx="796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59CF7D-5705-BD78-F718-E7D3FEB83359}"/>
                    </a:ext>
                  </a:extLst>
                </p14:cNvPr>
                <p14:cNvContentPartPr/>
                <p14:nvPr/>
              </p14:nvContentPartPr>
              <p14:xfrm>
                <a:off x="5174755" y="878420"/>
                <a:ext cx="2880" cy="70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59CF7D-5705-BD78-F718-E7D3FEB833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8635" y="872300"/>
                  <a:ext cx="15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48CC4B-935E-1CCE-E8FD-896AD228E12B}"/>
                    </a:ext>
                  </a:extLst>
                </p14:cNvPr>
                <p14:cNvContentPartPr/>
                <p14:nvPr/>
              </p14:nvContentPartPr>
              <p14:xfrm>
                <a:off x="5802955" y="484580"/>
                <a:ext cx="244800" cy="184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48CC4B-935E-1CCE-E8FD-896AD228E1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96835" y="478460"/>
                  <a:ext cx="257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B5C9F8-8647-C390-E849-396D3A76D714}"/>
                    </a:ext>
                  </a:extLst>
                </p14:cNvPr>
                <p14:cNvContentPartPr/>
                <p14:nvPr/>
              </p14:nvContentPartPr>
              <p14:xfrm>
                <a:off x="5777755" y="1410140"/>
                <a:ext cx="192240" cy="8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B5C9F8-8647-C390-E849-396D3A76D7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71635" y="1404020"/>
                  <a:ext cx="204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2224A6E-022B-7ABC-EAE2-1A3E110E2C27}"/>
                    </a:ext>
                  </a:extLst>
                </p14:cNvPr>
                <p14:cNvContentPartPr/>
                <p14:nvPr/>
              </p14:nvContentPartPr>
              <p14:xfrm>
                <a:off x="6268075" y="894980"/>
                <a:ext cx="1099080" cy="113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2224A6E-022B-7ABC-EAE2-1A3E110E2C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955" y="888860"/>
                  <a:ext cx="1111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8BA8D1-9F57-584A-3456-4AAA919BBA0F}"/>
                    </a:ext>
                  </a:extLst>
                </p14:cNvPr>
                <p14:cNvContentPartPr/>
                <p14:nvPr/>
              </p14:nvContentPartPr>
              <p14:xfrm>
                <a:off x="8023075" y="74180"/>
                <a:ext cx="1846440" cy="101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8BA8D1-9F57-584A-3456-4AAA919BBA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16955" y="68060"/>
                  <a:ext cx="1858680" cy="10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821727-BEBF-926F-34AD-54778C1A32A3}"/>
                    </a:ext>
                  </a:extLst>
                </p14:cNvPr>
                <p14:cNvContentPartPr/>
                <p14:nvPr/>
              </p14:nvContentPartPr>
              <p14:xfrm>
                <a:off x="8680435" y="621380"/>
                <a:ext cx="1878480" cy="770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821727-BEBF-926F-34AD-54778C1A32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74315" y="615260"/>
                  <a:ext cx="189072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255654-7BD3-2863-8C69-D35843BE5E03}"/>
                    </a:ext>
                  </a:extLst>
                </p14:cNvPr>
                <p14:cNvContentPartPr/>
                <p14:nvPr/>
              </p14:nvContentPartPr>
              <p14:xfrm>
                <a:off x="10315195" y="821180"/>
                <a:ext cx="77400" cy="77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255654-7BD3-2863-8C69-D35843BE5E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09075" y="815060"/>
                  <a:ext cx="8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EF403E-2140-FD22-C465-BD99AC561D2D}"/>
                    </a:ext>
                  </a:extLst>
                </p14:cNvPr>
                <p14:cNvContentPartPr/>
                <p14:nvPr/>
              </p14:nvContentPartPr>
              <p14:xfrm>
                <a:off x="2626315" y="2178020"/>
                <a:ext cx="197280" cy="108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EF403E-2140-FD22-C465-BD99AC561D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20195" y="2171900"/>
                  <a:ext cx="209520" cy="10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A35720-EE73-3B01-8531-A161AC875DC8}"/>
                    </a:ext>
                  </a:extLst>
                </p14:cNvPr>
                <p14:cNvContentPartPr/>
                <p14:nvPr/>
              </p14:nvContentPartPr>
              <p14:xfrm>
                <a:off x="2615155" y="2376020"/>
                <a:ext cx="380880" cy="47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A35720-EE73-3B01-8531-A161AC875D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9035" y="2369900"/>
                  <a:ext cx="3931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C16D9C-D033-B218-5B24-8D14B0B72EC1}"/>
                    </a:ext>
                  </a:extLst>
                </p14:cNvPr>
                <p14:cNvContentPartPr/>
                <p14:nvPr/>
              </p14:nvContentPartPr>
              <p14:xfrm>
                <a:off x="3048955" y="2292500"/>
                <a:ext cx="439200" cy="428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C16D9C-D033-B218-5B24-8D14B0B72E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42835" y="2286380"/>
                  <a:ext cx="4514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512D8A-F6FC-4020-8862-A316EB965D6B}"/>
                    </a:ext>
                  </a:extLst>
                </p14:cNvPr>
                <p14:cNvContentPartPr/>
                <p14:nvPr/>
              </p14:nvContentPartPr>
              <p14:xfrm>
                <a:off x="3529195" y="2311940"/>
                <a:ext cx="45720" cy="343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512D8A-F6FC-4020-8862-A316EB965D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23075" y="2305820"/>
                  <a:ext cx="579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1C7BE4-9E4E-07AC-5AAD-EE1882BC9013}"/>
                    </a:ext>
                  </a:extLst>
                </p14:cNvPr>
                <p14:cNvContentPartPr/>
                <p14:nvPr/>
              </p14:nvContentPartPr>
              <p14:xfrm>
                <a:off x="3633595" y="2043020"/>
                <a:ext cx="20880" cy="43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1C7BE4-9E4E-07AC-5AAD-EE1882BC90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7475" y="2036900"/>
                  <a:ext cx="33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A4FBC9-9340-EAA7-FD3C-0562619C3413}"/>
                    </a:ext>
                  </a:extLst>
                </p14:cNvPr>
                <p14:cNvContentPartPr/>
                <p14:nvPr/>
              </p14:nvContentPartPr>
              <p14:xfrm>
                <a:off x="3672115" y="2226260"/>
                <a:ext cx="371160" cy="442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A4FBC9-9340-EAA7-FD3C-0562619C34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5995" y="2220140"/>
                  <a:ext cx="3834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9C5A9CE-A8B5-F08C-FAA6-F465596734CC}"/>
                    </a:ext>
                  </a:extLst>
                </p14:cNvPr>
                <p14:cNvContentPartPr/>
                <p14:nvPr/>
              </p14:nvContentPartPr>
              <p14:xfrm>
                <a:off x="4401835" y="1894340"/>
                <a:ext cx="141480" cy="678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9C5A9CE-A8B5-F08C-FAA6-F465596734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95715" y="1888220"/>
                  <a:ext cx="15372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9EFBFD-BC12-DFA2-92CE-81000CD73CDC}"/>
                    </a:ext>
                  </a:extLst>
                </p14:cNvPr>
                <p14:cNvContentPartPr/>
                <p14:nvPr/>
              </p14:nvContentPartPr>
              <p14:xfrm>
                <a:off x="4202755" y="2166860"/>
                <a:ext cx="500760" cy="145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9EFBFD-BC12-DFA2-92CE-81000CD73C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96635" y="2160740"/>
                  <a:ext cx="513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C5E67EB-5F62-0DD5-FBEA-EEAC68E1B9B7}"/>
                    </a:ext>
                  </a:extLst>
                </p14:cNvPr>
                <p14:cNvContentPartPr/>
                <p14:nvPr/>
              </p14:nvContentPartPr>
              <p14:xfrm>
                <a:off x="4929955" y="1545140"/>
                <a:ext cx="463320" cy="153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C5E67EB-5F62-0DD5-FBEA-EEAC68E1B9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23835" y="1539020"/>
                  <a:ext cx="475560" cy="15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A17A5A-3E87-6706-0F48-9C6AA57707BD}"/>
                    </a:ext>
                  </a:extLst>
                </p14:cNvPr>
                <p14:cNvContentPartPr/>
                <p14:nvPr/>
              </p14:nvContentPartPr>
              <p14:xfrm>
                <a:off x="7769635" y="1201340"/>
                <a:ext cx="254520" cy="977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A17A5A-3E87-6706-0F48-9C6AA57707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63515" y="1195220"/>
                  <a:ext cx="266760" cy="9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478700-D499-A640-E8BC-81F95DABC991}"/>
                    </a:ext>
                  </a:extLst>
                </p14:cNvPr>
                <p14:cNvContentPartPr/>
                <p14:nvPr/>
              </p14:nvContentPartPr>
              <p14:xfrm>
                <a:off x="5321635" y="1598060"/>
                <a:ext cx="69480" cy="200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478700-D499-A640-E8BC-81F95DABC99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15515" y="1591940"/>
                  <a:ext cx="81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A90C0C-334B-75F1-5BE1-5F86997F0530}"/>
                    </a:ext>
                  </a:extLst>
                </p14:cNvPr>
                <p14:cNvContentPartPr/>
                <p14:nvPr/>
              </p14:nvContentPartPr>
              <p14:xfrm>
                <a:off x="5529355" y="1556660"/>
                <a:ext cx="63000" cy="163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A90C0C-334B-75F1-5BE1-5F86997F05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23235" y="1550540"/>
                  <a:ext cx="75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2CC990-D18F-4BF0-3039-4554875CED44}"/>
                    </a:ext>
                  </a:extLst>
                </p14:cNvPr>
                <p14:cNvContentPartPr/>
                <p14:nvPr/>
              </p14:nvContentPartPr>
              <p14:xfrm>
                <a:off x="5840035" y="1711820"/>
                <a:ext cx="391680" cy="1188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2CC990-D18F-4BF0-3039-4554875CED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33915" y="1705700"/>
                  <a:ext cx="403920" cy="12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4D4C40E-4B12-4901-9E76-00B5E50CF224}"/>
                    </a:ext>
                  </a:extLst>
                </p14:cNvPr>
                <p14:cNvContentPartPr/>
                <p14:nvPr/>
              </p14:nvContentPartPr>
              <p14:xfrm>
                <a:off x="6425035" y="1815500"/>
                <a:ext cx="255960" cy="273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4D4C40E-4B12-4901-9E76-00B5E50CF2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18915" y="1809380"/>
                  <a:ext cx="268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E4010C-D878-3873-1A9A-8BB00B330242}"/>
                    </a:ext>
                  </a:extLst>
                </p14:cNvPr>
                <p14:cNvContentPartPr/>
                <p14:nvPr/>
              </p14:nvContentPartPr>
              <p14:xfrm>
                <a:off x="6860995" y="1644860"/>
                <a:ext cx="529200" cy="201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E4010C-D878-3873-1A9A-8BB00B3302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54875" y="1638740"/>
                  <a:ext cx="541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C571A0-08F6-1506-7772-5876A0F69C0B}"/>
                    </a:ext>
                  </a:extLst>
                </p14:cNvPr>
                <p14:cNvContentPartPr/>
                <p14:nvPr/>
              </p14:nvContentPartPr>
              <p14:xfrm>
                <a:off x="7500715" y="1480700"/>
                <a:ext cx="53280" cy="13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C571A0-08F6-1506-7772-5876A0F69C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94595" y="1474580"/>
                  <a:ext cx="65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ED1353-6825-346A-EA4D-B79CB4CEEDB4}"/>
                    </a:ext>
                  </a:extLst>
                </p14:cNvPr>
                <p14:cNvContentPartPr/>
                <p14:nvPr/>
              </p14:nvContentPartPr>
              <p14:xfrm>
                <a:off x="7657315" y="1465580"/>
                <a:ext cx="10080" cy="140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ED1353-6825-346A-EA4D-B79CB4CEED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51195" y="1459460"/>
                  <a:ext cx="22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0413F7-C370-B34C-C4D5-C0A4F35A5192}"/>
                    </a:ext>
                  </a:extLst>
                </p14:cNvPr>
                <p14:cNvContentPartPr/>
                <p14:nvPr/>
              </p14:nvContentPartPr>
              <p14:xfrm>
                <a:off x="8602315" y="1854020"/>
                <a:ext cx="952560" cy="185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0413F7-C370-B34C-C4D5-C0A4F35A51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96195" y="1847900"/>
                  <a:ext cx="964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4849C0-030F-112F-9E7C-3853596E4F79}"/>
                    </a:ext>
                  </a:extLst>
                </p14:cNvPr>
                <p14:cNvContentPartPr/>
                <p14:nvPr/>
              </p14:nvContentPartPr>
              <p14:xfrm>
                <a:off x="9462715" y="1546940"/>
                <a:ext cx="384840" cy="856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4849C0-030F-112F-9E7C-3853596E4F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56595" y="1540820"/>
                  <a:ext cx="39708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670D4E-6DCB-D2D2-A761-B12EFB7B03D6}"/>
                    </a:ext>
                  </a:extLst>
                </p14:cNvPr>
                <p14:cNvContentPartPr/>
                <p14:nvPr/>
              </p14:nvContentPartPr>
              <p14:xfrm>
                <a:off x="8114875" y="2583020"/>
                <a:ext cx="371520" cy="1005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670D4E-6DCB-D2D2-A761-B12EFB7B03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08755" y="2576900"/>
                  <a:ext cx="38376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F57C66-9D11-F907-D22A-9101C679F1E4}"/>
                    </a:ext>
                  </a:extLst>
                </p14:cNvPr>
                <p14:cNvContentPartPr/>
                <p14:nvPr/>
              </p14:nvContentPartPr>
              <p14:xfrm>
                <a:off x="8756755" y="2574380"/>
                <a:ext cx="610560" cy="689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F57C66-9D11-F907-D22A-9101C679F1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50635" y="2568260"/>
                  <a:ext cx="6228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EA0A97-69EC-919E-B7FF-C24AA6BC85D7}"/>
                    </a:ext>
                  </a:extLst>
                </p14:cNvPr>
                <p14:cNvContentPartPr/>
                <p14:nvPr/>
              </p14:nvContentPartPr>
              <p14:xfrm>
                <a:off x="9470995" y="2603900"/>
                <a:ext cx="38880" cy="2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EA0A97-69EC-919E-B7FF-C24AA6BC85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64875" y="2597780"/>
                  <a:ext cx="51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71E4B6-44E9-AE30-044F-1C34FA3064D3}"/>
                    </a:ext>
                  </a:extLst>
                </p14:cNvPr>
                <p14:cNvContentPartPr/>
                <p14:nvPr/>
              </p14:nvContentPartPr>
              <p14:xfrm>
                <a:off x="9645595" y="2464580"/>
                <a:ext cx="763560" cy="1294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71E4B6-44E9-AE30-044F-1C34FA3064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39475" y="2458460"/>
                  <a:ext cx="775800" cy="13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F4D4AB-C7EC-3CC8-249B-BAC63D8E7EBC}"/>
                    </a:ext>
                  </a:extLst>
                </p14:cNvPr>
                <p14:cNvContentPartPr/>
                <p14:nvPr/>
              </p14:nvContentPartPr>
              <p14:xfrm>
                <a:off x="10264435" y="2951300"/>
                <a:ext cx="300600" cy="51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F4D4AB-C7EC-3CC8-249B-BAC63D8E7E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8315" y="2945180"/>
                  <a:ext cx="312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7815B4-15DE-BC39-5841-88FEEAF56E80}"/>
                    </a:ext>
                  </a:extLst>
                </p14:cNvPr>
                <p14:cNvContentPartPr/>
                <p14:nvPr/>
              </p14:nvContentPartPr>
              <p14:xfrm>
                <a:off x="10988035" y="2669060"/>
                <a:ext cx="592560" cy="81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7815B4-15DE-BC39-5841-88FEEAF56E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81915" y="2662940"/>
                  <a:ext cx="604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52AF11-AD89-C655-99F7-C58733130CC8}"/>
                    </a:ext>
                  </a:extLst>
                </p14:cNvPr>
                <p14:cNvContentPartPr/>
                <p14:nvPr/>
              </p14:nvContentPartPr>
              <p14:xfrm>
                <a:off x="11313475" y="2502020"/>
                <a:ext cx="45000" cy="600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52AF11-AD89-C655-99F7-C58733130C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07355" y="2495900"/>
                  <a:ext cx="5724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88D60D3-CB17-69D9-A59F-295A7AFE8903}"/>
                    </a:ext>
                  </a:extLst>
                </p14:cNvPr>
                <p14:cNvContentPartPr/>
                <p14:nvPr/>
              </p14:nvContentPartPr>
              <p14:xfrm>
                <a:off x="9154555" y="3986660"/>
                <a:ext cx="414360" cy="728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88D60D3-CB17-69D9-A59F-295A7AFE89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8435" y="3980540"/>
                  <a:ext cx="42660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F2C92E-5D8E-0E54-F9B8-713CDE42C846}"/>
                    </a:ext>
                  </a:extLst>
                </p14:cNvPr>
                <p14:cNvContentPartPr/>
                <p14:nvPr/>
              </p14:nvContentPartPr>
              <p14:xfrm>
                <a:off x="9434995" y="3742940"/>
                <a:ext cx="224640" cy="80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F2C92E-5D8E-0E54-F9B8-713CDE42C84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28875" y="3736820"/>
                  <a:ext cx="236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E6C3496-C13C-BC08-2166-3F79897102B0}"/>
                    </a:ext>
                  </a:extLst>
                </p14:cNvPr>
                <p14:cNvContentPartPr/>
                <p14:nvPr/>
              </p14:nvContentPartPr>
              <p14:xfrm>
                <a:off x="9245635" y="4257740"/>
                <a:ext cx="234360" cy="34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E6C3496-C13C-BC08-2166-3F79897102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39515" y="4251620"/>
                  <a:ext cx="246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3ADBFB-234B-B419-41B2-76E476CA3F34}"/>
                    </a:ext>
                  </a:extLst>
                </p14:cNvPr>
                <p14:cNvContentPartPr/>
                <p14:nvPr/>
              </p14:nvContentPartPr>
              <p14:xfrm>
                <a:off x="9680875" y="3943100"/>
                <a:ext cx="989280" cy="454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3ADBFB-234B-B419-41B2-76E476CA3F3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74755" y="3936980"/>
                  <a:ext cx="10015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E24A29B-859C-BEA0-2C93-11C207D66CA1}"/>
                    </a:ext>
                  </a:extLst>
                </p14:cNvPr>
                <p14:cNvContentPartPr/>
                <p14:nvPr/>
              </p14:nvContentPartPr>
              <p14:xfrm>
                <a:off x="10474315" y="3974060"/>
                <a:ext cx="402840" cy="295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E24A29B-859C-BEA0-2C93-11C207D66CA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68195" y="3967940"/>
                  <a:ext cx="415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55829E-370D-6ABE-B6C0-F75D9EF9DCF5}"/>
                    </a:ext>
                  </a:extLst>
                </p14:cNvPr>
                <p14:cNvContentPartPr/>
                <p14:nvPr/>
              </p14:nvContentPartPr>
              <p14:xfrm>
                <a:off x="11127715" y="3876500"/>
                <a:ext cx="150120" cy="455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55829E-370D-6ABE-B6C0-F75D9EF9DC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21595" y="3870380"/>
                  <a:ext cx="1623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2DA6F69-3181-05C1-7CDA-14099214AC14}"/>
                    </a:ext>
                  </a:extLst>
                </p14:cNvPr>
                <p14:cNvContentPartPr/>
                <p14:nvPr/>
              </p14:nvContentPartPr>
              <p14:xfrm>
                <a:off x="11564395" y="3844460"/>
                <a:ext cx="21960" cy="36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2DA6F69-3181-05C1-7CDA-14099214AC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58275" y="3838340"/>
                  <a:ext cx="34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9A1344-6115-CC56-1B9A-A5A90D58AA06}"/>
                    </a:ext>
                  </a:extLst>
                </p14:cNvPr>
                <p14:cNvContentPartPr/>
                <p14:nvPr/>
              </p14:nvContentPartPr>
              <p14:xfrm>
                <a:off x="7490275" y="2664380"/>
                <a:ext cx="89280" cy="198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9A1344-6115-CC56-1B9A-A5A90D58AA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84155" y="2658260"/>
                  <a:ext cx="10152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93ADA9-44F3-60D5-D416-24904F33253B}"/>
                    </a:ext>
                  </a:extLst>
                </p14:cNvPr>
                <p14:cNvContentPartPr/>
                <p14:nvPr/>
              </p14:nvContentPartPr>
              <p14:xfrm>
                <a:off x="7897075" y="1837820"/>
                <a:ext cx="4223520" cy="221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93ADA9-44F3-60D5-D416-24904F3325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90955" y="1831700"/>
                  <a:ext cx="4235760" cy="22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2A444A-2C34-5DAC-332F-D418F4461A68}"/>
                    </a:ext>
                  </a:extLst>
                </p14:cNvPr>
                <p14:cNvContentPartPr/>
                <p14:nvPr/>
              </p14:nvContentPartPr>
              <p14:xfrm>
                <a:off x="7596115" y="4471580"/>
                <a:ext cx="4261680" cy="1656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2A444A-2C34-5DAC-332F-D418F4461A6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89995" y="4465460"/>
                  <a:ext cx="4273920" cy="16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F506EB-8C08-62E8-ACD4-DC2D4FCACE08}"/>
                    </a:ext>
                  </a:extLst>
                </p14:cNvPr>
                <p14:cNvContentPartPr/>
                <p14:nvPr/>
              </p14:nvContentPartPr>
              <p14:xfrm>
                <a:off x="11399155" y="4033100"/>
                <a:ext cx="687240" cy="1307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F506EB-8C08-62E8-ACD4-DC2D4FCACE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393035" y="4026980"/>
                  <a:ext cx="699480" cy="13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942D0C-B9BF-70BD-7EAF-67CD90D9528F}"/>
                    </a:ext>
                  </a:extLst>
                </p14:cNvPr>
                <p14:cNvContentPartPr/>
                <p14:nvPr/>
              </p14:nvContentPartPr>
              <p14:xfrm>
                <a:off x="3718555" y="2937620"/>
                <a:ext cx="4161960" cy="93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942D0C-B9BF-70BD-7EAF-67CD90D952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12435" y="2931500"/>
                  <a:ext cx="4174200" cy="95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794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18855EAE-98C9-12D2-9E38-DCBB4A5BE8C5}"/>
              </a:ext>
            </a:extLst>
          </p:cNvPr>
          <p:cNvGrpSpPr/>
          <p:nvPr/>
        </p:nvGrpSpPr>
        <p:grpSpPr>
          <a:xfrm>
            <a:off x="347875" y="-19060"/>
            <a:ext cx="11761920" cy="5227263"/>
            <a:chOff x="347875" y="-19060"/>
            <a:chExt cx="11761920" cy="522726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26FF6D-9900-B392-0DFA-0EFD8ECAB06F}"/>
                    </a:ext>
                  </a:extLst>
                </p14:cNvPr>
                <p14:cNvContentPartPr/>
                <p14:nvPr/>
              </p14:nvContentPartPr>
              <p14:xfrm>
                <a:off x="6852355" y="284483"/>
                <a:ext cx="260640" cy="67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26FF6D-9900-B392-0DFA-0EFD8ECAB0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6235" y="278363"/>
                  <a:ext cx="27288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878ECB-A4FE-56FC-3881-0D4CAC5EBD65}"/>
                    </a:ext>
                  </a:extLst>
                </p14:cNvPr>
                <p14:cNvContentPartPr/>
                <p14:nvPr/>
              </p14:nvContentPartPr>
              <p14:xfrm>
                <a:off x="6996355" y="41123"/>
                <a:ext cx="182520" cy="64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878ECB-A4FE-56FC-3881-0D4CAC5EBD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90235" y="35003"/>
                  <a:ext cx="19476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B7A014-0837-7497-7C38-B4ED066D996A}"/>
                    </a:ext>
                  </a:extLst>
                </p14:cNvPr>
                <p14:cNvContentPartPr/>
                <p14:nvPr/>
              </p14:nvContentPartPr>
              <p14:xfrm>
                <a:off x="7468315" y="248843"/>
                <a:ext cx="674280" cy="48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B7A014-0837-7497-7C38-B4ED066D99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62195" y="242723"/>
                  <a:ext cx="68652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54BCE3-DF3B-1A47-A511-1D529D941F61}"/>
                    </a:ext>
                  </a:extLst>
                </p14:cNvPr>
                <p14:cNvContentPartPr/>
                <p14:nvPr/>
              </p14:nvContentPartPr>
              <p14:xfrm>
                <a:off x="8393875" y="437483"/>
                <a:ext cx="676080" cy="242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54BCE3-DF3B-1A47-A511-1D529D941F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87755" y="431363"/>
                  <a:ext cx="688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478E40-D4F6-398F-23A9-9486475F8B19}"/>
                    </a:ext>
                  </a:extLst>
                </p14:cNvPr>
                <p14:cNvContentPartPr/>
                <p14:nvPr/>
              </p14:nvContentPartPr>
              <p14:xfrm>
                <a:off x="9537235" y="568523"/>
                <a:ext cx="47520" cy="9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478E40-D4F6-398F-23A9-9486475F8B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31115" y="562403"/>
                  <a:ext cx="59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1F0681-AB88-BFE3-EF79-DCABD425ECF8}"/>
                    </a:ext>
                  </a:extLst>
                </p14:cNvPr>
                <p14:cNvContentPartPr/>
                <p14:nvPr/>
              </p14:nvContentPartPr>
              <p14:xfrm>
                <a:off x="1267675" y="-19060"/>
                <a:ext cx="1527120" cy="815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1F0681-AB88-BFE3-EF79-DCABD425EC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1555" y="-25180"/>
                  <a:ext cx="153936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63DFCC-5635-D5B1-5436-95126E7057C7}"/>
                    </a:ext>
                  </a:extLst>
                </p14:cNvPr>
                <p14:cNvContentPartPr/>
                <p14:nvPr/>
              </p14:nvContentPartPr>
              <p14:xfrm>
                <a:off x="2810275" y="273323"/>
                <a:ext cx="817200" cy="232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63DFCC-5635-D5B1-5436-95126E7057C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04155" y="267203"/>
                  <a:ext cx="829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05A088-8145-E026-B397-B1AF63FE492E}"/>
                    </a:ext>
                  </a:extLst>
                </p14:cNvPr>
                <p14:cNvContentPartPr/>
                <p14:nvPr/>
              </p14:nvContentPartPr>
              <p14:xfrm>
                <a:off x="3538555" y="316883"/>
                <a:ext cx="380160" cy="11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05A088-8145-E026-B397-B1AF63FE49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32435" y="310763"/>
                  <a:ext cx="392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5B1219-62BB-CF06-07B2-BCDFF46D14CA}"/>
                    </a:ext>
                  </a:extLst>
                </p14:cNvPr>
                <p14:cNvContentPartPr/>
                <p14:nvPr/>
              </p14:nvContentPartPr>
              <p14:xfrm>
                <a:off x="4077475" y="180083"/>
                <a:ext cx="152280" cy="403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5B1219-62BB-CF06-07B2-BCDFF46D14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71355" y="173963"/>
                  <a:ext cx="1645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6DD338-5D5B-CE8C-BDB2-D6CCF549B039}"/>
                    </a:ext>
                  </a:extLst>
                </p14:cNvPr>
                <p14:cNvContentPartPr/>
                <p14:nvPr/>
              </p14:nvContentPartPr>
              <p14:xfrm>
                <a:off x="4546555" y="303923"/>
                <a:ext cx="48600" cy="48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6DD338-5D5B-CE8C-BDB2-D6CCF549B0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40435" y="297803"/>
                  <a:ext cx="60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72A6D0-A944-5E78-4C89-D44217DA5AD8}"/>
                    </a:ext>
                  </a:extLst>
                </p14:cNvPr>
                <p14:cNvContentPartPr/>
                <p14:nvPr/>
              </p14:nvContentPartPr>
              <p14:xfrm>
                <a:off x="5023915" y="596963"/>
                <a:ext cx="640800" cy="24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72A6D0-A944-5E78-4C89-D44217DA5A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7795" y="590843"/>
                  <a:ext cx="653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A64726-CC7B-D2D7-4788-32E966057DAF}"/>
                    </a:ext>
                  </a:extLst>
                </p14:cNvPr>
                <p14:cNvContentPartPr/>
                <p14:nvPr/>
              </p14:nvContentPartPr>
              <p14:xfrm>
                <a:off x="5462755" y="306083"/>
                <a:ext cx="304920" cy="583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A64726-CC7B-D2D7-4788-32E966057D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6635" y="299963"/>
                  <a:ext cx="31716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25B7810-2401-5590-3B47-00D8470167D9}"/>
                    </a:ext>
                  </a:extLst>
                </p14:cNvPr>
                <p14:cNvContentPartPr/>
                <p14:nvPr/>
              </p14:nvContentPartPr>
              <p14:xfrm>
                <a:off x="1924675" y="1350083"/>
                <a:ext cx="1306800" cy="91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25B7810-2401-5590-3B47-00D8470167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18555" y="1343963"/>
                  <a:ext cx="1319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876930-9ECD-74AD-AFD0-B94C515DD834}"/>
                    </a:ext>
                  </a:extLst>
                </p14:cNvPr>
                <p14:cNvContentPartPr/>
                <p14:nvPr/>
              </p14:nvContentPartPr>
              <p14:xfrm>
                <a:off x="2974795" y="887843"/>
                <a:ext cx="219600" cy="927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876930-9ECD-74AD-AFD0-B94C515DD83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68675" y="881723"/>
                  <a:ext cx="23184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47054F-38B8-B840-CBCC-F9A78CC97750}"/>
                    </a:ext>
                  </a:extLst>
                </p14:cNvPr>
                <p14:cNvContentPartPr/>
                <p14:nvPr/>
              </p14:nvContentPartPr>
              <p14:xfrm>
                <a:off x="3774715" y="1543043"/>
                <a:ext cx="13680" cy="1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47054F-38B8-B840-CBCC-F9A78CC977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68595" y="1536923"/>
                  <a:ext cx="25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771510-7C97-CC41-47FF-A40BE8029A4C}"/>
                    </a:ext>
                  </a:extLst>
                </p14:cNvPr>
                <p14:cNvContentPartPr/>
                <p14:nvPr/>
              </p14:nvContentPartPr>
              <p14:xfrm>
                <a:off x="4316155" y="1220843"/>
                <a:ext cx="504360" cy="519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771510-7C97-CC41-47FF-A40BE8029A4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10035" y="1214723"/>
                  <a:ext cx="5166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733892-D7F4-AF4F-37BD-FCD410841F24}"/>
                    </a:ext>
                  </a:extLst>
                </p14:cNvPr>
                <p14:cNvContentPartPr/>
                <p14:nvPr/>
              </p14:nvContentPartPr>
              <p14:xfrm>
                <a:off x="4819075" y="1588763"/>
                <a:ext cx="69120" cy="3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733892-D7F4-AF4F-37BD-FCD410841F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12955" y="1582643"/>
                  <a:ext cx="81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28E932-58B4-8FD6-3791-7439D32D2BA2}"/>
                    </a:ext>
                  </a:extLst>
                </p14:cNvPr>
                <p14:cNvContentPartPr/>
                <p14:nvPr/>
              </p14:nvContentPartPr>
              <p14:xfrm>
                <a:off x="2156875" y="2200403"/>
                <a:ext cx="85680" cy="770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28E932-58B4-8FD6-3791-7439D32D2B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50755" y="2194283"/>
                  <a:ext cx="9792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9F662B-551D-B1E3-F9D3-B206D86E7ADF}"/>
                    </a:ext>
                  </a:extLst>
                </p14:cNvPr>
                <p14:cNvContentPartPr/>
                <p14:nvPr/>
              </p14:nvContentPartPr>
              <p14:xfrm>
                <a:off x="2136715" y="2321723"/>
                <a:ext cx="540000" cy="54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9F662B-551D-B1E3-F9D3-B206D86E7A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0595" y="2315603"/>
                  <a:ext cx="5522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5E94C4-FB5B-C8CD-D32D-DA8185FCAF6A}"/>
                    </a:ext>
                  </a:extLst>
                </p14:cNvPr>
                <p14:cNvContentPartPr/>
                <p14:nvPr/>
              </p14:nvContentPartPr>
              <p14:xfrm>
                <a:off x="2916115" y="2397323"/>
                <a:ext cx="591120" cy="515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5E94C4-FB5B-C8CD-D32D-DA8185FCAF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09995" y="2391203"/>
                  <a:ext cx="6033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0423D3-2C21-BD33-3A6F-5806672E0027}"/>
                    </a:ext>
                  </a:extLst>
                </p14:cNvPr>
                <p14:cNvContentPartPr/>
                <p14:nvPr/>
              </p14:nvContentPartPr>
              <p14:xfrm>
                <a:off x="3613795" y="2332523"/>
                <a:ext cx="562680" cy="46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0423D3-2C21-BD33-3A6F-5806672E002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07675" y="2326403"/>
                  <a:ext cx="5749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16E91C-8D26-50D8-C7C7-9757B9EBB8A4}"/>
                    </a:ext>
                  </a:extLst>
                </p14:cNvPr>
                <p14:cNvContentPartPr/>
                <p14:nvPr/>
              </p14:nvContentPartPr>
              <p14:xfrm>
                <a:off x="4044715" y="2428643"/>
                <a:ext cx="294480" cy="11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16E91C-8D26-50D8-C7C7-9757B9EBB8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38595" y="2422523"/>
                  <a:ext cx="306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A6A45E-BB65-BE95-9292-B7C73129A9F8}"/>
                    </a:ext>
                  </a:extLst>
                </p14:cNvPr>
                <p14:cNvContentPartPr/>
                <p14:nvPr/>
              </p14:nvContentPartPr>
              <p14:xfrm>
                <a:off x="4144795" y="2383283"/>
                <a:ext cx="125640" cy="374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A6A45E-BB65-BE95-9292-B7C73129A9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38675" y="2377163"/>
                  <a:ext cx="137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CD13A8-0ED7-5B11-71FD-371E6381B5DD}"/>
                    </a:ext>
                  </a:extLst>
                </p14:cNvPr>
                <p14:cNvContentPartPr/>
                <p14:nvPr/>
              </p14:nvContentPartPr>
              <p14:xfrm>
                <a:off x="4260715" y="2012123"/>
                <a:ext cx="127080" cy="116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CD13A8-0ED7-5B11-71FD-371E6381B5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54595" y="2006003"/>
                  <a:ext cx="139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9FDABC-15AC-53B2-7123-39B0D0E2EC5E}"/>
                    </a:ext>
                  </a:extLst>
                </p14:cNvPr>
                <p14:cNvContentPartPr/>
                <p14:nvPr/>
              </p14:nvContentPartPr>
              <p14:xfrm>
                <a:off x="4700635" y="2334323"/>
                <a:ext cx="474480" cy="394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9FDABC-15AC-53B2-7123-39B0D0E2EC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4515" y="2328203"/>
                  <a:ext cx="486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F4046C-EB43-C2EE-B22B-20165FE7E45D}"/>
                    </a:ext>
                  </a:extLst>
                </p14:cNvPr>
                <p14:cNvContentPartPr/>
                <p14:nvPr/>
              </p14:nvContentPartPr>
              <p14:xfrm>
                <a:off x="1422115" y="1645283"/>
                <a:ext cx="137880" cy="1803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F4046C-EB43-C2EE-B22B-20165FE7E4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5995" y="1639163"/>
                  <a:ext cx="150120" cy="18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C60151-1B14-83C8-A2DD-7F3F094E9874}"/>
                    </a:ext>
                  </a:extLst>
                </p14:cNvPr>
                <p14:cNvContentPartPr/>
                <p14:nvPr/>
              </p14:nvContentPartPr>
              <p14:xfrm>
                <a:off x="1530835" y="1517123"/>
                <a:ext cx="3828240" cy="1552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C60151-1B14-83C8-A2DD-7F3F094E987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24715" y="1511003"/>
                  <a:ext cx="3840480" cy="15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CB9897-DDFB-10CB-7157-B1521D4FCBA2}"/>
                    </a:ext>
                  </a:extLst>
                </p14:cNvPr>
                <p14:cNvContentPartPr/>
                <p14:nvPr/>
              </p14:nvContentPartPr>
              <p14:xfrm>
                <a:off x="347875" y="3030203"/>
                <a:ext cx="4496400" cy="498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CB9897-DDFB-10CB-7157-B1521D4FCB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1755" y="3024083"/>
                  <a:ext cx="45086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2618A15-8DD3-3F88-3EFE-2EB414BD3FDA}"/>
                    </a:ext>
                  </a:extLst>
                </p14:cNvPr>
                <p14:cNvContentPartPr/>
                <p14:nvPr/>
              </p14:nvContentPartPr>
              <p14:xfrm>
                <a:off x="5295355" y="2590283"/>
                <a:ext cx="70200" cy="48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2618A15-8DD3-3F88-3EFE-2EB414BD3F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9235" y="2584163"/>
                  <a:ext cx="824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FF9B96-07BE-B06F-8E7D-18C561C0E16D}"/>
                    </a:ext>
                  </a:extLst>
                </p14:cNvPr>
                <p14:cNvContentPartPr/>
                <p14:nvPr/>
              </p14:nvContentPartPr>
              <p14:xfrm>
                <a:off x="5399755" y="1832843"/>
                <a:ext cx="2414880" cy="518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FF9B96-07BE-B06F-8E7D-18C561C0E16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93635" y="1826723"/>
                  <a:ext cx="242712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21C994-C208-39E8-50C0-C4AD89BF1820}"/>
                    </a:ext>
                  </a:extLst>
                </p14:cNvPr>
                <p14:cNvContentPartPr/>
                <p14:nvPr/>
              </p14:nvContentPartPr>
              <p14:xfrm>
                <a:off x="7454275" y="1310123"/>
                <a:ext cx="451080" cy="117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21C994-C208-39E8-50C0-C4AD89BF18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48155" y="1304003"/>
                  <a:ext cx="46332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6E6AB6-4C6C-FCD1-0FFC-E9F9F74FE7C4}"/>
                    </a:ext>
                  </a:extLst>
                </p14:cNvPr>
                <p14:cNvContentPartPr/>
                <p14:nvPr/>
              </p14:nvContentPartPr>
              <p14:xfrm>
                <a:off x="8457955" y="2063963"/>
                <a:ext cx="163080" cy="54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6E6AB6-4C6C-FCD1-0FFC-E9F9F74FE7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51835" y="2057843"/>
                  <a:ext cx="175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B1910C-426C-D8B5-F8C5-D06AC72C00E5}"/>
                    </a:ext>
                  </a:extLst>
                </p14:cNvPr>
                <p14:cNvContentPartPr/>
                <p14:nvPr/>
              </p14:nvContentPartPr>
              <p14:xfrm>
                <a:off x="8865835" y="1342883"/>
                <a:ext cx="178920" cy="58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B1910C-426C-D8B5-F8C5-D06AC72C00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59715" y="1336763"/>
                  <a:ext cx="1911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E7D2EA-7A0F-03D3-6709-2FF8FDA72196}"/>
                    </a:ext>
                  </a:extLst>
                </p14:cNvPr>
                <p14:cNvContentPartPr/>
                <p14:nvPr/>
              </p14:nvContentPartPr>
              <p14:xfrm>
                <a:off x="9102355" y="1106363"/>
                <a:ext cx="1269720" cy="47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E7D2EA-7A0F-03D3-6709-2FF8FDA721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96235" y="1100243"/>
                  <a:ext cx="128196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01EE41-0DA3-DEE1-ECE8-F57AA49E2F31}"/>
                    </a:ext>
                  </a:extLst>
                </p14:cNvPr>
                <p14:cNvContentPartPr/>
                <p14:nvPr/>
              </p14:nvContentPartPr>
              <p14:xfrm>
                <a:off x="8997235" y="4389923"/>
                <a:ext cx="48960" cy="55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01EE41-0DA3-DEE1-ECE8-F57AA49E2F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91115" y="4383803"/>
                  <a:ext cx="612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C3069B8-85B4-4D22-782D-E7293DA87945}"/>
                    </a:ext>
                  </a:extLst>
                </p14:cNvPr>
                <p14:cNvContentPartPr/>
                <p14:nvPr/>
              </p14:nvContentPartPr>
              <p14:xfrm>
                <a:off x="8640115" y="4423403"/>
                <a:ext cx="353520" cy="23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C3069B8-85B4-4D22-782D-E7293DA879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33995" y="4417283"/>
                  <a:ext cx="365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297CB43-5252-0587-5C02-E920BBA3D45D}"/>
                    </a:ext>
                  </a:extLst>
                </p14:cNvPr>
                <p14:cNvContentPartPr/>
                <p14:nvPr/>
              </p14:nvContentPartPr>
              <p14:xfrm>
                <a:off x="9218995" y="4377683"/>
                <a:ext cx="222120" cy="322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297CB43-5252-0587-5C02-E920BBA3D45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12875" y="4371563"/>
                  <a:ext cx="2343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253AA0-D09F-FE05-77E6-6BFFD6B9EC23}"/>
                    </a:ext>
                  </a:extLst>
                </p14:cNvPr>
                <p14:cNvContentPartPr/>
                <p14:nvPr/>
              </p14:nvContentPartPr>
              <p14:xfrm>
                <a:off x="8356795" y="4573163"/>
                <a:ext cx="25560" cy="31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253AA0-D09F-FE05-77E6-6BFFD6B9EC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50675" y="4567043"/>
                  <a:ext cx="37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7E9CAB-071A-EF68-AB96-9B7029A45816}"/>
                    </a:ext>
                  </a:extLst>
                </p14:cNvPr>
                <p14:cNvContentPartPr/>
                <p14:nvPr/>
              </p14:nvContentPartPr>
              <p14:xfrm>
                <a:off x="8660635" y="4112003"/>
                <a:ext cx="689040" cy="55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7E9CAB-071A-EF68-AB96-9B7029A458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54515" y="4105883"/>
                  <a:ext cx="701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ADD2CB2-4AF1-7772-D27E-B40A45BF3373}"/>
                    </a:ext>
                  </a:extLst>
                </p14:cNvPr>
                <p14:cNvContentPartPr/>
                <p14:nvPr/>
              </p14:nvContentPartPr>
              <p14:xfrm>
                <a:off x="8016955" y="4179323"/>
                <a:ext cx="1878840" cy="102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ADD2CB2-4AF1-7772-D27E-B40A45BF337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10835" y="4173203"/>
                  <a:ext cx="189108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F5F8259-9BDB-C378-8127-1E372AEB86F9}"/>
                    </a:ext>
                  </a:extLst>
                </p14:cNvPr>
                <p14:cNvContentPartPr/>
                <p14:nvPr/>
              </p14:nvContentPartPr>
              <p14:xfrm>
                <a:off x="10721275" y="4488203"/>
                <a:ext cx="64440" cy="423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F5F8259-9BDB-C378-8127-1E372AEB86F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15155" y="4482083"/>
                  <a:ext cx="766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BDA6F9-BC62-D1CA-E519-513DE3E12ECC}"/>
                    </a:ext>
                  </a:extLst>
                </p14:cNvPr>
                <p14:cNvContentPartPr/>
                <p14:nvPr/>
              </p14:nvContentPartPr>
              <p14:xfrm>
                <a:off x="11071195" y="4207043"/>
                <a:ext cx="813960" cy="959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BDA6F9-BC62-D1CA-E519-513DE3E12E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065075" y="4200923"/>
                  <a:ext cx="826200" cy="9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0E3455-2D6E-9C43-32E4-FA07E0B6E73B}"/>
                    </a:ext>
                  </a:extLst>
                </p14:cNvPr>
                <p14:cNvContentPartPr/>
                <p14:nvPr/>
              </p14:nvContentPartPr>
              <p14:xfrm>
                <a:off x="11049235" y="3406403"/>
                <a:ext cx="94320" cy="489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0E3455-2D6E-9C43-32E4-FA07E0B6E7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43115" y="3400283"/>
                  <a:ext cx="1065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D0CA02-F184-A610-A720-002CABF9760B}"/>
                    </a:ext>
                  </a:extLst>
                </p14:cNvPr>
                <p14:cNvContentPartPr/>
                <p14:nvPr/>
              </p14:nvContentPartPr>
              <p14:xfrm>
                <a:off x="11358115" y="3447803"/>
                <a:ext cx="751680" cy="354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D0CA02-F184-A610-A720-002CABF976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51995" y="3441683"/>
                  <a:ext cx="7639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5D7A44-CA25-8C09-C439-A4A021F1512B}"/>
                    </a:ext>
                  </a:extLst>
                </p14:cNvPr>
                <p14:cNvContentPartPr/>
                <p14:nvPr/>
              </p14:nvContentPartPr>
              <p14:xfrm>
                <a:off x="9594115" y="2903123"/>
                <a:ext cx="52200" cy="108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5D7A44-CA25-8C09-C439-A4A021F151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87995" y="2897003"/>
                  <a:ext cx="64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B36B53-1559-8D15-25CA-718FD9BF7016}"/>
                    </a:ext>
                  </a:extLst>
                </p14:cNvPr>
                <p14:cNvContentPartPr/>
                <p14:nvPr/>
              </p14:nvContentPartPr>
              <p14:xfrm>
                <a:off x="9987235" y="2981243"/>
                <a:ext cx="28080" cy="81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B36B53-1559-8D15-25CA-718FD9BF70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1115" y="2975123"/>
                  <a:ext cx="40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48DDE9-40DE-7521-2BD2-05B3FC4A2A77}"/>
                    </a:ext>
                  </a:extLst>
                </p14:cNvPr>
                <p14:cNvContentPartPr/>
                <p14:nvPr/>
              </p14:nvContentPartPr>
              <p14:xfrm>
                <a:off x="9631555" y="2974763"/>
                <a:ext cx="77400" cy="19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48DDE9-40DE-7521-2BD2-05B3FC4A2A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25435" y="2968643"/>
                  <a:ext cx="89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1AF0E6-0CA6-B4FE-EB4C-363B7212B8F0}"/>
                    </a:ext>
                  </a:extLst>
                </p14:cNvPr>
                <p14:cNvContentPartPr/>
                <p14:nvPr/>
              </p14:nvContentPartPr>
              <p14:xfrm>
                <a:off x="10034035" y="3068003"/>
                <a:ext cx="93240" cy="130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1AF0E6-0CA6-B4FE-EB4C-363B7212B8F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27915" y="3061883"/>
                  <a:ext cx="105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D285477-E166-9227-FD99-CCF68BEB829A}"/>
                    </a:ext>
                  </a:extLst>
                </p14:cNvPr>
                <p14:cNvContentPartPr/>
                <p14:nvPr/>
              </p14:nvContentPartPr>
              <p14:xfrm>
                <a:off x="10699675" y="2880083"/>
                <a:ext cx="75240" cy="61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D285477-E166-9227-FD99-CCF68BEB82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93555" y="2873963"/>
                  <a:ext cx="87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2AB7A0F-AD80-9791-9570-F1330649EA72}"/>
                    </a:ext>
                  </a:extLst>
                </p14:cNvPr>
                <p14:cNvContentPartPr/>
                <p14:nvPr/>
              </p14:nvContentPartPr>
              <p14:xfrm>
                <a:off x="11050675" y="2856323"/>
                <a:ext cx="108720" cy="18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2AB7A0F-AD80-9791-9570-F1330649EA7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44555" y="2850203"/>
                  <a:ext cx="120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186477-7D2A-F24F-25D1-3D4A9FA9D19F}"/>
                    </a:ext>
                  </a:extLst>
                </p14:cNvPr>
                <p14:cNvContentPartPr/>
                <p14:nvPr/>
              </p14:nvContentPartPr>
              <p14:xfrm>
                <a:off x="9563875" y="2882243"/>
                <a:ext cx="147600" cy="261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186477-7D2A-F24F-25D1-3D4A9FA9D1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57755" y="2876123"/>
                  <a:ext cx="159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D9CAD51-DF11-0485-DFCD-AFA305398FF3}"/>
                    </a:ext>
                  </a:extLst>
                </p14:cNvPr>
                <p14:cNvContentPartPr/>
                <p14:nvPr/>
              </p14:nvContentPartPr>
              <p14:xfrm>
                <a:off x="10458475" y="3044243"/>
                <a:ext cx="17280" cy="3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D9CAD51-DF11-0485-DFCD-AFA305398FF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452355" y="3038123"/>
                  <a:ext cx="29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9848B90-EDFE-17FA-ED4D-6A5998FFF1D0}"/>
                    </a:ext>
                  </a:extLst>
                </p14:cNvPr>
                <p14:cNvContentPartPr/>
                <p14:nvPr/>
              </p14:nvContentPartPr>
              <p14:xfrm>
                <a:off x="11117995" y="2719523"/>
                <a:ext cx="18360" cy="13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9848B90-EDFE-17FA-ED4D-6A5998FFF1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11875" y="2713403"/>
                  <a:ext cx="3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6A5F7B-A3A2-3997-2EF8-9E701D46B991}"/>
                    </a:ext>
                  </a:extLst>
                </p14:cNvPr>
                <p14:cNvContentPartPr/>
                <p14:nvPr/>
              </p14:nvContentPartPr>
              <p14:xfrm>
                <a:off x="10621195" y="2880083"/>
                <a:ext cx="232920" cy="74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6A5F7B-A3A2-3997-2EF8-9E701D46B99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15075" y="2873963"/>
                  <a:ext cx="245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FDEC4EE-1A8D-6CCC-11EB-17E600B07140}"/>
                    </a:ext>
                  </a:extLst>
                </p14:cNvPr>
                <p14:cNvContentPartPr/>
                <p14:nvPr/>
              </p14:nvContentPartPr>
              <p14:xfrm>
                <a:off x="11142115" y="3009323"/>
                <a:ext cx="146160" cy="56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FDEC4EE-1A8D-6CCC-11EB-17E600B071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35995" y="3003203"/>
                  <a:ext cx="158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8F328F-94D6-7610-4238-7E00C80C3BD7}"/>
                    </a:ext>
                  </a:extLst>
                </p14:cNvPr>
                <p14:cNvContentPartPr/>
                <p14:nvPr/>
              </p14:nvContentPartPr>
              <p14:xfrm>
                <a:off x="4261435" y="2066123"/>
                <a:ext cx="169920" cy="136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8F328F-94D6-7610-4238-7E00C80C3BD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55315" y="2060003"/>
                  <a:ext cx="182160" cy="13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AA484E3-AD8C-357C-14DC-8EAF0F8D6EDA}"/>
                    </a:ext>
                  </a:extLst>
                </p14:cNvPr>
                <p14:cNvContentPartPr/>
                <p14:nvPr/>
              </p14:nvContentPartPr>
              <p14:xfrm>
                <a:off x="4140115" y="2707643"/>
                <a:ext cx="348840" cy="50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AA484E3-AD8C-357C-14DC-8EAF0F8D6ED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33995" y="2701523"/>
                  <a:ext cx="361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D92F92-F067-DAF4-034B-DF3630F91DEB}"/>
                    </a:ext>
                  </a:extLst>
                </p14:cNvPr>
                <p14:cNvContentPartPr/>
                <p14:nvPr/>
              </p14:nvContentPartPr>
              <p14:xfrm>
                <a:off x="4648795" y="2570483"/>
                <a:ext cx="26280" cy="369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D92F92-F067-DAF4-034B-DF3630F91DE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42675" y="2564363"/>
                  <a:ext cx="385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C15178-32C9-DA6C-D645-890B6190D175}"/>
                    </a:ext>
                  </a:extLst>
                </p14:cNvPr>
                <p14:cNvContentPartPr/>
                <p14:nvPr/>
              </p14:nvContentPartPr>
              <p14:xfrm>
                <a:off x="4781635" y="2536283"/>
                <a:ext cx="6480" cy="13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C15178-32C9-DA6C-D645-890B6190D17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75515" y="2530163"/>
                  <a:ext cx="18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590F7B-80DC-D2AA-9DF6-7251163F490F}"/>
                    </a:ext>
                  </a:extLst>
                </p14:cNvPr>
                <p14:cNvContentPartPr/>
                <p14:nvPr/>
              </p14:nvContentPartPr>
              <p14:xfrm>
                <a:off x="4819075" y="3064763"/>
                <a:ext cx="55800" cy="101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590F7B-80DC-D2AA-9DF6-7251163F49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12955" y="3058643"/>
                  <a:ext cx="68040" cy="11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039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E0D3B6EA-280F-894C-469C-27B5937F418B}"/>
              </a:ext>
            </a:extLst>
          </p:cNvPr>
          <p:cNvGrpSpPr/>
          <p:nvPr/>
        </p:nvGrpSpPr>
        <p:grpSpPr>
          <a:xfrm>
            <a:off x="598795" y="69860"/>
            <a:ext cx="11775240" cy="5399640"/>
            <a:chOff x="598795" y="69860"/>
            <a:chExt cx="11775240" cy="539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BF233D2-B8EE-BEEF-A961-3306349DD6E7}"/>
                    </a:ext>
                  </a:extLst>
                </p14:cNvPr>
                <p14:cNvContentPartPr/>
                <p14:nvPr/>
              </p14:nvContentPartPr>
              <p14:xfrm>
                <a:off x="1100275" y="853580"/>
                <a:ext cx="30240" cy="452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BF233D2-B8EE-BEEF-A961-3306349DD6E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4155" y="847460"/>
                  <a:ext cx="424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783A06F-959A-DAEE-FF92-399170BEA14B}"/>
                    </a:ext>
                  </a:extLst>
                </p14:cNvPr>
                <p14:cNvContentPartPr/>
                <p14:nvPr/>
              </p14:nvContentPartPr>
              <p14:xfrm>
                <a:off x="1180915" y="695540"/>
                <a:ext cx="1705680" cy="550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783A06F-959A-DAEE-FF92-399170BEA1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4795" y="689420"/>
                  <a:ext cx="171792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692A32-6365-B0C3-E879-27FF3A2E237B}"/>
                    </a:ext>
                  </a:extLst>
                </p14:cNvPr>
                <p14:cNvContentPartPr/>
                <p14:nvPr/>
              </p14:nvContentPartPr>
              <p14:xfrm>
                <a:off x="3043915" y="939260"/>
                <a:ext cx="45000" cy="55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692A32-6365-B0C3-E879-27FF3A2E23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37795" y="933140"/>
                  <a:ext cx="57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9E7FEF-DE4E-D1E0-3ED8-F198B247FAE6}"/>
                    </a:ext>
                  </a:extLst>
                </p14:cNvPr>
                <p14:cNvContentPartPr/>
                <p14:nvPr/>
              </p14:nvContentPartPr>
              <p14:xfrm>
                <a:off x="3631435" y="879500"/>
                <a:ext cx="17280" cy="1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9E7FEF-DE4E-D1E0-3ED8-F198B247FA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5315" y="873380"/>
                  <a:ext cx="2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B34930-8E20-698E-D9FC-86882FB38D3B}"/>
                    </a:ext>
                  </a:extLst>
                </p14:cNvPr>
                <p14:cNvContentPartPr/>
                <p14:nvPr/>
              </p14:nvContentPartPr>
              <p14:xfrm>
                <a:off x="3562675" y="1089020"/>
                <a:ext cx="173880" cy="215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B34930-8E20-698E-D9FC-86882FB38D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56555" y="1082900"/>
                  <a:ext cx="186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EBB0C6-3D42-8655-6565-DBD72B50346A}"/>
                    </a:ext>
                  </a:extLst>
                </p14:cNvPr>
                <p14:cNvContentPartPr/>
                <p14:nvPr/>
              </p14:nvContentPartPr>
              <p14:xfrm>
                <a:off x="9512395" y="335900"/>
                <a:ext cx="203760" cy="755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EBB0C6-3D42-8655-6565-DBD72B5034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06275" y="329780"/>
                  <a:ext cx="21600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C10D0-15A1-C8C5-A54D-624DA295CE7B}"/>
                    </a:ext>
                  </a:extLst>
                </p14:cNvPr>
                <p14:cNvContentPartPr/>
                <p14:nvPr/>
              </p14:nvContentPartPr>
              <p14:xfrm>
                <a:off x="9595195" y="754940"/>
                <a:ext cx="737280" cy="432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C10D0-15A1-C8C5-A54D-624DA295CE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89075" y="748820"/>
                  <a:ext cx="7495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A7AF9E-B644-B325-F07E-4C67B29F418E}"/>
                    </a:ext>
                  </a:extLst>
                </p14:cNvPr>
                <p14:cNvContentPartPr/>
                <p14:nvPr/>
              </p14:nvContentPartPr>
              <p14:xfrm>
                <a:off x="9017755" y="775820"/>
                <a:ext cx="801000" cy="526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A7AF9E-B644-B325-F07E-4C67B29F41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11635" y="769700"/>
                  <a:ext cx="8132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2E879F-ACA2-BE33-F336-30DC3FECDD18}"/>
                    </a:ext>
                  </a:extLst>
                </p14:cNvPr>
                <p14:cNvContentPartPr/>
                <p14:nvPr/>
              </p14:nvContentPartPr>
              <p14:xfrm>
                <a:off x="8166355" y="1667180"/>
                <a:ext cx="625680" cy="858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2E879F-ACA2-BE33-F336-30DC3FECDD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60235" y="1661060"/>
                  <a:ext cx="6379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64E8FC-9F07-4D35-1603-9F61D3619838}"/>
                    </a:ext>
                  </a:extLst>
                </p14:cNvPr>
                <p14:cNvContentPartPr/>
                <p14:nvPr/>
              </p14:nvContentPartPr>
              <p14:xfrm>
                <a:off x="9009835" y="1898660"/>
                <a:ext cx="938880" cy="359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64E8FC-9F07-4D35-1603-9F61D36198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03715" y="1892540"/>
                  <a:ext cx="9511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2EABEA-A653-B49C-C7C7-A3574C29E0B9}"/>
                    </a:ext>
                  </a:extLst>
                </p14:cNvPr>
                <p14:cNvContentPartPr/>
                <p14:nvPr/>
              </p14:nvContentPartPr>
              <p14:xfrm>
                <a:off x="10099195" y="1672940"/>
                <a:ext cx="17280" cy="27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2EABEA-A653-B49C-C7C7-A3574C29E0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93075" y="1666820"/>
                  <a:ext cx="29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585FF2-8478-7187-D115-D65F8F5504E3}"/>
                    </a:ext>
                  </a:extLst>
                </p14:cNvPr>
                <p14:cNvContentPartPr/>
                <p14:nvPr/>
              </p14:nvContentPartPr>
              <p14:xfrm>
                <a:off x="10226995" y="1663940"/>
                <a:ext cx="1132200" cy="314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585FF2-8478-7187-D115-D65F8F5504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20875" y="1657820"/>
                  <a:ext cx="11444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9FCD5D-72AE-8AAD-0BE4-B77286B4DA16}"/>
                    </a:ext>
                  </a:extLst>
                </p14:cNvPr>
                <p14:cNvContentPartPr/>
                <p14:nvPr/>
              </p14:nvContentPartPr>
              <p14:xfrm>
                <a:off x="9314395" y="2664020"/>
                <a:ext cx="89640" cy="109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9FCD5D-72AE-8AAD-0BE4-B77286B4DA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08275" y="2657900"/>
                  <a:ext cx="101880" cy="11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C7FC11-E7BA-5AE0-8684-6E801F3ED246}"/>
                    </a:ext>
                  </a:extLst>
                </p14:cNvPr>
                <p14:cNvContentPartPr/>
                <p14:nvPr/>
              </p14:nvContentPartPr>
              <p14:xfrm>
                <a:off x="9510955" y="2519660"/>
                <a:ext cx="237960" cy="73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C7FC11-E7BA-5AE0-8684-6E801F3ED2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04835" y="2513540"/>
                  <a:ext cx="25020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CD55CB-92B1-596C-0B88-8F2478BC12CD}"/>
                    </a:ext>
                  </a:extLst>
                </p14:cNvPr>
                <p14:cNvContentPartPr/>
                <p14:nvPr/>
              </p14:nvContentPartPr>
              <p14:xfrm>
                <a:off x="9839995" y="2812340"/>
                <a:ext cx="678240" cy="52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CD55CB-92B1-596C-0B88-8F2478BC12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33875" y="2806220"/>
                  <a:ext cx="690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0AE869-A691-27D7-2216-2DD13EDB8331}"/>
                    </a:ext>
                  </a:extLst>
                </p14:cNvPr>
                <p14:cNvContentPartPr/>
                <p14:nvPr/>
              </p14:nvContentPartPr>
              <p14:xfrm>
                <a:off x="10754395" y="2409860"/>
                <a:ext cx="104400" cy="789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0AE869-A691-27D7-2216-2DD13EDB83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48275" y="2403740"/>
                  <a:ext cx="11664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F9C7079-E8CB-25D2-E9C8-30196D2E125F}"/>
                    </a:ext>
                  </a:extLst>
                </p14:cNvPr>
                <p14:cNvContentPartPr/>
                <p14:nvPr/>
              </p14:nvContentPartPr>
              <p14:xfrm>
                <a:off x="11222755" y="2402300"/>
                <a:ext cx="46440" cy="649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F9C7079-E8CB-25D2-E9C8-30196D2E12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16635" y="2396180"/>
                  <a:ext cx="586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194670-B7C9-3912-FC04-65C24C97F0D8}"/>
                    </a:ext>
                  </a:extLst>
                </p14:cNvPr>
                <p14:cNvContentPartPr/>
                <p14:nvPr/>
              </p14:nvContentPartPr>
              <p14:xfrm>
                <a:off x="11408875" y="2748980"/>
                <a:ext cx="538200" cy="254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194670-B7C9-3912-FC04-65C24C97F0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02755" y="2742860"/>
                  <a:ext cx="550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8AA0B6-3530-7E2F-03E3-403B3E0D17B8}"/>
                    </a:ext>
                  </a:extLst>
                </p14:cNvPr>
                <p14:cNvContentPartPr/>
                <p14:nvPr/>
              </p14:nvContentPartPr>
              <p14:xfrm>
                <a:off x="11746195" y="2789660"/>
                <a:ext cx="515160" cy="180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8AA0B6-3530-7E2F-03E3-403B3E0D17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740075" y="2783540"/>
                  <a:ext cx="527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9D27A3-789C-89B9-5C4C-DB33FE55FE49}"/>
                    </a:ext>
                  </a:extLst>
                </p14:cNvPr>
                <p14:cNvContentPartPr/>
                <p14:nvPr/>
              </p14:nvContentPartPr>
              <p14:xfrm>
                <a:off x="12330115" y="2827460"/>
                <a:ext cx="29160" cy="17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9D27A3-789C-89B9-5C4C-DB33FE55FE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323995" y="2821340"/>
                  <a:ext cx="41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E6EED43-BCE9-A459-6D2C-305EF3DC6D8A}"/>
                    </a:ext>
                  </a:extLst>
                </p14:cNvPr>
                <p14:cNvContentPartPr/>
                <p14:nvPr/>
              </p14:nvContentPartPr>
              <p14:xfrm>
                <a:off x="7028395" y="3178100"/>
                <a:ext cx="1114200" cy="286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E6EED43-BCE9-A459-6D2C-305EF3DC6D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22275" y="3171980"/>
                  <a:ext cx="1126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87020C-C9C4-FFD0-A812-9BC947EE9175}"/>
                    </a:ext>
                  </a:extLst>
                </p14:cNvPr>
                <p14:cNvContentPartPr/>
                <p14:nvPr/>
              </p14:nvContentPartPr>
              <p14:xfrm>
                <a:off x="6647155" y="2921420"/>
                <a:ext cx="1010520" cy="884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87020C-C9C4-FFD0-A812-9BC947EE91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41035" y="2915300"/>
                  <a:ext cx="102276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E7B0C3-BE1B-CF24-4FA1-2F21B24C5A69}"/>
                    </a:ext>
                  </a:extLst>
                </p14:cNvPr>
                <p14:cNvContentPartPr/>
                <p14:nvPr/>
              </p14:nvContentPartPr>
              <p14:xfrm>
                <a:off x="787795" y="2620820"/>
                <a:ext cx="89640" cy="90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E7B0C3-BE1B-CF24-4FA1-2F21B24C5A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1675" y="2614700"/>
                  <a:ext cx="10188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486BCF-C049-187F-EDFC-E86B713827EF}"/>
                    </a:ext>
                  </a:extLst>
                </p14:cNvPr>
                <p14:cNvContentPartPr/>
                <p14:nvPr/>
              </p14:nvContentPartPr>
              <p14:xfrm>
                <a:off x="852955" y="2352260"/>
                <a:ext cx="438120" cy="1232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486BCF-C049-187F-EDFC-E86B713827E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6835" y="2346140"/>
                  <a:ext cx="450360" cy="12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1F903F-AC56-14A4-19E1-D8BF6871E67B}"/>
                    </a:ext>
                  </a:extLst>
                </p14:cNvPr>
                <p14:cNvContentPartPr/>
                <p14:nvPr/>
              </p14:nvContentPartPr>
              <p14:xfrm>
                <a:off x="1455235" y="2462060"/>
                <a:ext cx="883440" cy="902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1F903F-AC56-14A4-19E1-D8BF6871E6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49115" y="2455940"/>
                  <a:ext cx="89568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466150-17E4-4F22-3350-6DA934183AB3}"/>
                    </a:ext>
                  </a:extLst>
                </p14:cNvPr>
                <p14:cNvContentPartPr/>
                <p14:nvPr/>
              </p14:nvContentPartPr>
              <p14:xfrm>
                <a:off x="2186755" y="2588420"/>
                <a:ext cx="596160" cy="267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466150-17E4-4F22-3350-6DA934183A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80635" y="2582300"/>
                  <a:ext cx="608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A33667C-8F3C-EE4A-A3C2-D2F9FC471FE0}"/>
                    </a:ext>
                  </a:extLst>
                </p14:cNvPr>
                <p14:cNvContentPartPr/>
                <p14:nvPr/>
              </p14:nvContentPartPr>
              <p14:xfrm>
                <a:off x="3041755" y="2699660"/>
                <a:ext cx="6480" cy="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A33667C-8F3C-EE4A-A3C2-D2F9FC471F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35635" y="2693540"/>
                  <a:ext cx="187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E69723-2633-E1D4-8422-0259A48BE5CB}"/>
                    </a:ext>
                  </a:extLst>
                </p14:cNvPr>
                <p14:cNvContentPartPr/>
                <p14:nvPr/>
              </p14:nvContentPartPr>
              <p14:xfrm>
                <a:off x="3391315" y="1984340"/>
                <a:ext cx="691200" cy="628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E69723-2633-E1D4-8422-0259A48BE5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85195" y="1978220"/>
                  <a:ext cx="7034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15BFCC-5F0F-8A0D-C417-9F5688127054}"/>
                    </a:ext>
                  </a:extLst>
                </p14:cNvPr>
                <p14:cNvContentPartPr/>
                <p14:nvPr/>
              </p14:nvContentPartPr>
              <p14:xfrm>
                <a:off x="4362955" y="1857260"/>
                <a:ext cx="132120" cy="50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15BFCC-5F0F-8A0D-C417-9F56881270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56835" y="1851140"/>
                  <a:ext cx="14436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91F52DD-12CE-4711-746B-6F429C53FDC0}"/>
                    </a:ext>
                  </a:extLst>
                </p14:cNvPr>
                <p14:cNvContentPartPr/>
                <p14:nvPr/>
              </p14:nvContentPartPr>
              <p14:xfrm>
                <a:off x="4745635" y="2005940"/>
                <a:ext cx="721440" cy="327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91F52DD-12CE-4711-746B-6F429C53FD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39515" y="1999820"/>
                  <a:ext cx="7336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5BBC30-CD1B-F2ED-98BA-19CA68B764D0}"/>
                    </a:ext>
                  </a:extLst>
                </p14:cNvPr>
                <p14:cNvContentPartPr/>
                <p14:nvPr/>
              </p14:nvContentPartPr>
              <p14:xfrm>
                <a:off x="5708995" y="2034380"/>
                <a:ext cx="34200" cy="4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5BBC30-CD1B-F2ED-98BA-19CA68B764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02875" y="2028260"/>
                  <a:ext cx="46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F9C4A2E-CE36-DFEC-017D-C05BE6958EE0}"/>
                    </a:ext>
                  </a:extLst>
                </p14:cNvPr>
                <p14:cNvContentPartPr/>
                <p14:nvPr/>
              </p14:nvContentPartPr>
              <p14:xfrm>
                <a:off x="5771635" y="2084060"/>
                <a:ext cx="216360" cy="78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F9C4A2E-CE36-DFEC-017D-C05BE6958E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65515" y="2077940"/>
                  <a:ext cx="228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0210A4D-8A7B-5234-52E6-FBC43115C7F0}"/>
                    </a:ext>
                  </a:extLst>
                </p14:cNvPr>
                <p14:cNvContentPartPr/>
                <p14:nvPr/>
              </p14:nvContentPartPr>
              <p14:xfrm>
                <a:off x="827755" y="4217780"/>
                <a:ext cx="268200" cy="1215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0210A4D-8A7B-5234-52E6-FBC43115C7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1635" y="4211660"/>
                  <a:ext cx="28044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23BC21-3438-CF4D-63DA-E4FCDDF09B89}"/>
                    </a:ext>
                  </a:extLst>
                </p14:cNvPr>
                <p14:cNvContentPartPr/>
                <p14:nvPr/>
              </p14:nvContentPartPr>
              <p14:xfrm>
                <a:off x="598795" y="3596060"/>
                <a:ext cx="1949760" cy="1873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23BC21-3438-CF4D-63DA-E4FCDDF09B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2675" y="3589940"/>
                  <a:ext cx="1962000" cy="18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2C5CC1-96E0-7D9A-FC96-DED7157856B1}"/>
                    </a:ext>
                  </a:extLst>
                </p14:cNvPr>
                <p14:cNvContentPartPr/>
                <p14:nvPr/>
              </p14:nvContentPartPr>
              <p14:xfrm>
                <a:off x="1425715" y="4441340"/>
                <a:ext cx="118440" cy="713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2C5CC1-96E0-7D9A-FC96-DED7157856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19595" y="4435220"/>
                  <a:ext cx="1306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F783DF-C5E2-7158-71F6-44845E4A0700}"/>
                    </a:ext>
                  </a:extLst>
                </p14:cNvPr>
                <p14:cNvContentPartPr/>
                <p14:nvPr/>
              </p14:nvContentPartPr>
              <p14:xfrm>
                <a:off x="1492315" y="4326500"/>
                <a:ext cx="496800" cy="966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F783DF-C5E2-7158-71F6-44845E4A07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86195" y="4320380"/>
                  <a:ext cx="50904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1C96EA-D0CF-CD4A-B508-CB9841F850B7}"/>
                    </a:ext>
                  </a:extLst>
                </p14:cNvPr>
                <p14:cNvContentPartPr/>
                <p14:nvPr/>
              </p14:nvContentPartPr>
              <p14:xfrm>
                <a:off x="1858075" y="4542500"/>
                <a:ext cx="415080" cy="617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1C96EA-D0CF-CD4A-B508-CB9841F850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51955" y="4536380"/>
                  <a:ext cx="4273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76967B-2395-6910-4149-CB388B24D813}"/>
                    </a:ext>
                  </a:extLst>
                </p14:cNvPr>
                <p14:cNvContentPartPr/>
                <p14:nvPr/>
              </p14:nvContentPartPr>
              <p14:xfrm>
                <a:off x="2307355" y="4627820"/>
                <a:ext cx="283680" cy="417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76967B-2395-6910-4149-CB388B24D8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01235" y="4621700"/>
                  <a:ext cx="2959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EDB68E1-7748-C155-9A3E-E88EE5C45A21}"/>
                    </a:ext>
                  </a:extLst>
                </p14:cNvPr>
                <p14:cNvContentPartPr/>
                <p14:nvPr/>
              </p14:nvContentPartPr>
              <p14:xfrm>
                <a:off x="3521275" y="3099980"/>
                <a:ext cx="200880" cy="1619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EDB68E1-7748-C155-9A3E-E88EE5C45A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15155" y="3093860"/>
                  <a:ext cx="21312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8CCDAE-63AE-68B0-98B8-77D8E42C5942}"/>
                    </a:ext>
                  </a:extLst>
                </p14:cNvPr>
                <p14:cNvContentPartPr/>
                <p14:nvPr/>
              </p14:nvContentPartPr>
              <p14:xfrm>
                <a:off x="3475555" y="2397980"/>
                <a:ext cx="2073240" cy="68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8CCDAE-63AE-68B0-98B8-77D8E42C59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69435" y="2391860"/>
                  <a:ext cx="208548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E16A3B-EBD1-E729-25F3-4CFC8AA7A71F}"/>
                    </a:ext>
                  </a:extLst>
                </p14:cNvPr>
                <p14:cNvContentPartPr/>
                <p14:nvPr/>
              </p14:nvContentPartPr>
              <p14:xfrm>
                <a:off x="3704155" y="3971540"/>
                <a:ext cx="2070000" cy="785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E16A3B-EBD1-E729-25F3-4CFC8AA7A7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98035" y="3965420"/>
                  <a:ext cx="208224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E3FF37-5FB0-F283-4EB0-553A8DDC63B4}"/>
                    </a:ext>
                  </a:extLst>
                </p14:cNvPr>
                <p14:cNvContentPartPr/>
                <p14:nvPr/>
              </p14:nvContentPartPr>
              <p14:xfrm>
                <a:off x="5593435" y="2338220"/>
                <a:ext cx="57960" cy="234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E3FF37-5FB0-F283-4EB0-553A8DDC63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87315" y="2332100"/>
                  <a:ext cx="70200" cy="23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44E2F1-F46F-D2B1-5B49-3FAF395C04D2}"/>
                    </a:ext>
                  </a:extLst>
                </p14:cNvPr>
                <p14:cNvContentPartPr/>
                <p14:nvPr/>
              </p14:nvContentPartPr>
              <p14:xfrm>
                <a:off x="3664915" y="2882180"/>
                <a:ext cx="1934640" cy="1908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44E2F1-F46F-D2B1-5B49-3FAF395C04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8795" y="2876060"/>
                  <a:ext cx="1946880" cy="19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66F2EB2-B578-53AB-6000-E4FC44F84BB8}"/>
                    </a:ext>
                  </a:extLst>
                </p14:cNvPr>
                <p14:cNvContentPartPr/>
                <p14:nvPr/>
              </p14:nvContentPartPr>
              <p14:xfrm>
                <a:off x="4530715" y="3718460"/>
                <a:ext cx="82080" cy="51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66F2EB2-B578-53AB-6000-E4FC44F84B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24595" y="3712340"/>
                  <a:ext cx="943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0CEAB6-2DBF-CD07-9D3D-89BE2E8D279A}"/>
                    </a:ext>
                  </a:extLst>
                </p14:cNvPr>
                <p14:cNvContentPartPr/>
                <p14:nvPr/>
              </p14:nvContentPartPr>
              <p14:xfrm>
                <a:off x="4517395" y="3096020"/>
                <a:ext cx="2859480" cy="649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0CEAB6-2DBF-CD07-9D3D-89BE2E8D279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11275" y="3089900"/>
                  <a:ext cx="287172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E4317A-1D80-550B-3A39-0ED02D527242}"/>
                    </a:ext>
                  </a:extLst>
                </p14:cNvPr>
                <p14:cNvContentPartPr/>
                <p14:nvPr/>
              </p14:nvContentPartPr>
              <p14:xfrm>
                <a:off x="4433155" y="3536300"/>
                <a:ext cx="379080" cy="37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E4317A-1D80-550B-3A39-0ED02D52724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27035" y="3530180"/>
                  <a:ext cx="39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1200FD-8473-3103-42C3-EEDF6D114CD7}"/>
                    </a:ext>
                  </a:extLst>
                </p14:cNvPr>
                <p14:cNvContentPartPr/>
                <p14:nvPr/>
              </p14:nvContentPartPr>
              <p14:xfrm>
                <a:off x="8869435" y="2233820"/>
                <a:ext cx="3504600" cy="41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1200FD-8473-3103-42C3-EEDF6D114CD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63315" y="2227700"/>
                  <a:ext cx="35168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12C143D-7980-F18D-B838-5F77D473CEBA}"/>
                    </a:ext>
                  </a:extLst>
                </p14:cNvPr>
                <p14:cNvContentPartPr/>
                <p14:nvPr/>
              </p14:nvContentPartPr>
              <p14:xfrm>
                <a:off x="9291355" y="3646820"/>
                <a:ext cx="2745720" cy="157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12C143D-7980-F18D-B838-5F77D473CEB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85235" y="3640700"/>
                  <a:ext cx="2757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FD6905-8E14-4B9F-9F2A-92BEC32F3D51}"/>
                    </a:ext>
                  </a:extLst>
                </p14:cNvPr>
                <p14:cNvContentPartPr/>
                <p14:nvPr/>
              </p14:nvContentPartPr>
              <p14:xfrm>
                <a:off x="6144955" y="275060"/>
                <a:ext cx="1247040" cy="2132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FD6905-8E14-4B9F-9F2A-92BEC32F3D5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38835" y="268940"/>
                  <a:ext cx="1259280" cy="21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3068953-3CDE-CE94-F732-C6600ACB9F62}"/>
                    </a:ext>
                  </a:extLst>
                </p14:cNvPr>
                <p14:cNvContentPartPr/>
                <p14:nvPr/>
              </p14:nvContentPartPr>
              <p14:xfrm>
                <a:off x="6284635" y="69860"/>
                <a:ext cx="4818600" cy="183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3068953-3CDE-CE94-F732-C6600ACB9F6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78515" y="63740"/>
                  <a:ext cx="4830840" cy="18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AB8F78-2481-9DBB-42F8-2D09F27B3D3C}"/>
                  </a:ext>
                </a:extLst>
              </p14:cNvPr>
              <p14:cNvContentPartPr/>
              <p14:nvPr/>
            </p14:nvContentPartPr>
            <p14:xfrm>
              <a:off x="10711915" y="1349660"/>
              <a:ext cx="501840" cy="2674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AB8F78-2481-9DBB-42F8-2D09F27B3D3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702915" y="1340660"/>
                <a:ext cx="5194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66B4C58-65CE-0855-1CF2-A2442AA3843A}"/>
                  </a:ext>
                </a:extLst>
              </p14:cNvPr>
              <p14:cNvContentPartPr/>
              <p14:nvPr/>
            </p14:nvContentPartPr>
            <p14:xfrm>
              <a:off x="10810555" y="1324100"/>
              <a:ext cx="357120" cy="229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66B4C58-65CE-0855-1CF2-A2442AA3843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801915" y="1315460"/>
                <a:ext cx="3747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5F8F161-3DD7-078F-0B6C-27CEA0C0ACF9}"/>
                  </a:ext>
                </a:extLst>
              </p14:cNvPr>
              <p14:cNvContentPartPr/>
              <p14:nvPr/>
            </p14:nvContentPartPr>
            <p14:xfrm>
              <a:off x="10852675" y="1414460"/>
              <a:ext cx="262080" cy="171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5F8F161-3DD7-078F-0B6C-27CEA0C0ACF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844035" y="1405820"/>
                <a:ext cx="2797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F4737C1-CB53-47F2-FF88-5F784087C5E3}"/>
                  </a:ext>
                </a:extLst>
              </p14:cNvPr>
              <p14:cNvContentPartPr/>
              <p14:nvPr/>
            </p14:nvContentPartPr>
            <p14:xfrm>
              <a:off x="10860235" y="1391780"/>
              <a:ext cx="165600" cy="1695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F4737C1-CB53-47F2-FF88-5F784087C5E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51235" y="1383140"/>
                <a:ext cx="183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E3195B2-E0C1-801A-AC6E-5A430E5093F6}"/>
                  </a:ext>
                </a:extLst>
              </p14:cNvPr>
              <p14:cNvContentPartPr/>
              <p14:nvPr/>
            </p14:nvContentPartPr>
            <p14:xfrm>
              <a:off x="10466755" y="1102700"/>
              <a:ext cx="754920" cy="747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E3195B2-E0C1-801A-AC6E-5A430E5093F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458115" y="1094060"/>
                <a:ext cx="77256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268227F-ADA0-1FBA-DC40-78A10B25D328}"/>
                  </a:ext>
                </a:extLst>
              </p14:cNvPr>
              <p14:cNvContentPartPr/>
              <p14:nvPr/>
            </p14:nvContentPartPr>
            <p14:xfrm>
              <a:off x="10952755" y="1212500"/>
              <a:ext cx="974880" cy="15426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268227F-ADA0-1FBA-DC40-78A10B25D32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944115" y="1203500"/>
                <a:ext cx="992520" cy="15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B38E24A-6215-7F3D-211D-54B71863748F}"/>
                  </a:ext>
                </a:extLst>
              </p14:cNvPr>
              <p14:cNvContentPartPr/>
              <p14:nvPr/>
            </p14:nvContentPartPr>
            <p14:xfrm>
              <a:off x="11556835" y="455060"/>
              <a:ext cx="745200" cy="20887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B38E24A-6215-7F3D-211D-54B71863748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548195" y="446060"/>
                <a:ext cx="762840" cy="21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69A1A76-B174-4E6F-0763-3BF2B41FB07E}"/>
                  </a:ext>
                </a:extLst>
              </p14:cNvPr>
              <p14:cNvContentPartPr/>
              <p14:nvPr/>
            </p14:nvContentPartPr>
            <p14:xfrm>
              <a:off x="8302435" y="2162180"/>
              <a:ext cx="2084040" cy="379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69A1A76-B174-4E6F-0763-3BF2B41FB07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293795" y="2153540"/>
                <a:ext cx="2101680" cy="39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3FCFDCD6-1C36-EA94-3E50-4015FAEE126C}"/>
              </a:ext>
            </a:extLst>
          </p:cNvPr>
          <p:cNvGrpSpPr/>
          <p:nvPr/>
        </p:nvGrpSpPr>
        <p:grpSpPr>
          <a:xfrm>
            <a:off x="7848835" y="3041300"/>
            <a:ext cx="1859040" cy="801360"/>
            <a:chOff x="7848835" y="3041300"/>
            <a:chExt cx="1859040" cy="80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F4D73B6-68CD-5996-89A6-F88CFA263F2C}"/>
                    </a:ext>
                  </a:extLst>
                </p14:cNvPr>
                <p14:cNvContentPartPr/>
                <p14:nvPr/>
              </p14:nvContentPartPr>
              <p14:xfrm>
                <a:off x="8120635" y="3041300"/>
                <a:ext cx="1587240" cy="494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F4D73B6-68CD-5996-89A6-F88CFA263F2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11635" y="3032660"/>
                  <a:ext cx="16048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166664-403D-C1AA-CC49-D73E6D064C19}"/>
                    </a:ext>
                  </a:extLst>
                </p14:cNvPr>
                <p14:cNvContentPartPr/>
                <p14:nvPr/>
              </p14:nvContentPartPr>
              <p14:xfrm>
                <a:off x="7848835" y="3059660"/>
                <a:ext cx="423720" cy="783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166664-403D-C1AA-CC49-D73E6D064C1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40195" y="3051020"/>
                  <a:ext cx="441360" cy="80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768BBC8-EFD4-BD0B-8DD7-0E0F1632B250}"/>
                  </a:ext>
                </a:extLst>
              </p14:cNvPr>
              <p14:cNvContentPartPr/>
              <p14:nvPr/>
            </p14:nvContentPartPr>
            <p14:xfrm>
              <a:off x="4822675" y="3720620"/>
              <a:ext cx="6480" cy="154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768BBC8-EFD4-BD0B-8DD7-0E0F1632B25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13675" y="3711980"/>
                <a:ext cx="24120" cy="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715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3874397B-3DB1-CE67-D05E-D5482353BD90}"/>
              </a:ext>
            </a:extLst>
          </p:cNvPr>
          <p:cNvGrpSpPr/>
          <p:nvPr/>
        </p:nvGrpSpPr>
        <p:grpSpPr>
          <a:xfrm>
            <a:off x="1039075" y="245900"/>
            <a:ext cx="10905120" cy="6005880"/>
            <a:chOff x="1039075" y="245900"/>
            <a:chExt cx="10905120" cy="60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9F29F8-C021-CE53-238A-3FC752F7B7A6}"/>
                    </a:ext>
                  </a:extLst>
                </p14:cNvPr>
                <p14:cNvContentPartPr/>
                <p14:nvPr/>
              </p14:nvContentPartPr>
              <p14:xfrm>
                <a:off x="1039075" y="595460"/>
                <a:ext cx="424080" cy="1540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9F29F8-C021-CE53-238A-3FC752F7B7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0435" y="586820"/>
                  <a:ext cx="441720" cy="15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7C1681-6324-62AB-8624-7AF393F6E74D}"/>
                    </a:ext>
                  </a:extLst>
                </p14:cNvPr>
                <p14:cNvContentPartPr/>
                <p14:nvPr/>
              </p14:nvContentPartPr>
              <p14:xfrm>
                <a:off x="1920715" y="572420"/>
                <a:ext cx="138960" cy="1258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7C1681-6324-62AB-8624-7AF393F6E7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12075" y="563780"/>
                  <a:ext cx="15660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113BF7-65B2-CACE-29EA-84EF2B7A7221}"/>
                    </a:ext>
                  </a:extLst>
                </p14:cNvPr>
                <p14:cNvContentPartPr/>
                <p14:nvPr/>
              </p14:nvContentPartPr>
              <p14:xfrm>
                <a:off x="1513915" y="955460"/>
                <a:ext cx="2421000" cy="526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113BF7-65B2-CACE-29EA-84EF2B7A72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4915" y="946460"/>
                  <a:ext cx="243864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2CCB5E-0D1F-5588-09EC-807CE99E4350}"/>
                    </a:ext>
                  </a:extLst>
                </p14:cNvPr>
                <p14:cNvContentPartPr/>
                <p14:nvPr/>
              </p14:nvContentPartPr>
              <p14:xfrm>
                <a:off x="4152355" y="1108460"/>
                <a:ext cx="8640" cy="1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2CCB5E-0D1F-5588-09EC-807CE99E43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43355" y="1099820"/>
                  <a:ext cx="26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6203DE-30B0-0AC2-80CE-B7B36F7C4F4E}"/>
                    </a:ext>
                  </a:extLst>
                </p14:cNvPr>
                <p14:cNvContentPartPr/>
                <p14:nvPr/>
              </p14:nvContentPartPr>
              <p14:xfrm>
                <a:off x="5452315" y="920900"/>
                <a:ext cx="1598040" cy="124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6203DE-30B0-0AC2-80CE-B7B36F7C4F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43315" y="911900"/>
                  <a:ext cx="1615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2198BBC-EA03-F3F7-4D92-75ACD85A17D0}"/>
                    </a:ext>
                  </a:extLst>
                </p14:cNvPr>
                <p14:cNvContentPartPr/>
                <p14:nvPr/>
              </p14:nvContentPartPr>
              <p14:xfrm>
                <a:off x="6578035" y="245900"/>
                <a:ext cx="536040" cy="1274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2198BBC-EA03-F3F7-4D92-75ACD85A17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69395" y="236900"/>
                  <a:ext cx="553680" cy="12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E0A5F1-6B31-6EC9-C7E5-FDC5598248DC}"/>
                    </a:ext>
                  </a:extLst>
                </p14:cNvPr>
                <p14:cNvContentPartPr/>
                <p14:nvPr/>
              </p14:nvContentPartPr>
              <p14:xfrm>
                <a:off x="7614115" y="1041140"/>
                <a:ext cx="64440" cy="51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E0A5F1-6B31-6EC9-C7E5-FDC5598248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05115" y="1032500"/>
                  <a:ext cx="82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8A470D-67F8-C547-124B-35AF8CAC6F0A}"/>
                    </a:ext>
                  </a:extLst>
                </p14:cNvPr>
                <p14:cNvContentPartPr/>
                <p14:nvPr/>
              </p14:nvContentPartPr>
              <p14:xfrm>
                <a:off x="1490875" y="2769860"/>
                <a:ext cx="293400" cy="1316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8A470D-67F8-C547-124B-35AF8CAC6F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2235" y="2760860"/>
                  <a:ext cx="311040" cy="13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0F397A-D621-9137-400B-A61761F47A0E}"/>
                    </a:ext>
                  </a:extLst>
                </p14:cNvPr>
                <p14:cNvContentPartPr/>
                <p14:nvPr/>
              </p14:nvContentPartPr>
              <p14:xfrm>
                <a:off x="1760155" y="2348300"/>
                <a:ext cx="306360" cy="1054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0F397A-D621-9137-400B-A61761F47A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51515" y="2339300"/>
                  <a:ext cx="32400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CB91D6-E99C-58C4-5200-08FE6FC94385}"/>
                    </a:ext>
                  </a:extLst>
                </p14:cNvPr>
                <p14:cNvContentPartPr/>
                <p14:nvPr/>
              </p14:nvContentPartPr>
              <p14:xfrm>
                <a:off x="2281435" y="2577620"/>
                <a:ext cx="1011240" cy="143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CB91D6-E99C-58C4-5200-08FE6FC943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2795" y="2568620"/>
                  <a:ext cx="1028880" cy="14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BD8E2D-1C37-DFD2-32F7-30D47FCD2147}"/>
                    </a:ext>
                  </a:extLst>
                </p14:cNvPr>
                <p14:cNvContentPartPr/>
                <p14:nvPr/>
              </p14:nvContentPartPr>
              <p14:xfrm>
                <a:off x="3110875" y="2595980"/>
                <a:ext cx="1161000" cy="30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BD8E2D-1C37-DFD2-32F7-30D47FCD21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02235" y="2586980"/>
                  <a:ext cx="1178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17791A-2B48-5552-6145-96579565B950}"/>
                    </a:ext>
                  </a:extLst>
                </p14:cNvPr>
                <p14:cNvContentPartPr/>
                <p14:nvPr/>
              </p14:nvContentPartPr>
              <p14:xfrm>
                <a:off x="4369075" y="2536940"/>
                <a:ext cx="784080" cy="229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17791A-2B48-5552-6145-96579565B9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60435" y="2527940"/>
                  <a:ext cx="801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2ACA6E-0256-CEFE-7428-BFD448D52B71}"/>
                    </a:ext>
                  </a:extLst>
                </p14:cNvPr>
                <p14:cNvContentPartPr/>
                <p14:nvPr/>
              </p14:nvContentPartPr>
              <p14:xfrm>
                <a:off x="5600275" y="2461700"/>
                <a:ext cx="387360" cy="117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2ACA6E-0256-CEFE-7428-BFD448D52B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91635" y="2453060"/>
                  <a:ext cx="405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272215-EE27-1FD0-749C-97C30F1722F4}"/>
                    </a:ext>
                  </a:extLst>
                </p14:cNvPr>
                <p14:cNvContentPartPr/>
                <p14:nvPr/>
              </p14:nvContentPartPr>
              <p14:xfrm>
                <a:off x="7449955" y="1676180"/>
                <a:ext cx="94680" cy="792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272215-EE27-1FD0-749C-97C30F1722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41315" y="1667540"/>
                  <a:ext cx="11232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6BB1DD9-C6D5-A344-A27E-29E013D70377}"/>
                    </a:ext>
                  </a:extLst>
                </p14:cNvPr>
                <p14:cNvContentPartPr/>
                <p14:nvPr/>
              </p14:nvContentPartPr>
              <p14:xfrm>
                <a:off x="7433035" y="1828100"/>
                <a:ext cx="1339920" cy="440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6BB1DD9-C6D5-A344-A27E-29E013D703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24395" y="1819460"/>
                  <a:ext cx="13575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DFBC12-E175-ED72-1631-542EA4E61CAF}"/>
                    </a:ext>
                  </a:extLst>
                </p14:cNvPr>
                <p14:cNvContentPartPr/>
                <p14:nvPr/>
              </p14:nvContentPartPr>
              <p14:xfrm>
                <a:off x="9319075" y="1357580"/>
                <a:ext cx="84600" cy="813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DFBC12-E175-ED72-1631-542EA4E61C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10075" y="1348940"/>
                  <a:ext cx="10224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C21569-B151-B7F8-B5F5-168821519325}"/>
                    </a:ext>
                  </a:extLst>
                </p14:cNvPr>
                <p14:cNvContentPartPr/>
                <p14:nvPr/>
              </p14:nvContentPartPr>
              <p14:xfrm>
                <a:off x="9901555" y="1895420"/>
                <a:ext cx="24480" cy="11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C21569-B151-B7F8-B5F5-1688215193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92555" y="1886420"/>
                  <a:ext cx="42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4FEF2A-DD63-816B-A2A0-4C52EBD4575A}"/>
                    </a:ext>
                  </a:extLst>
                </p14:cNvPr>
                <p14:cNvContentPartPr/>
                <p14:nvPr/>
              </p14:nvContentPartPr>
              <p14:xfrm>
                <a:off x="8462995" y="2536580"/>
                <a:ext cx="629640" cy="893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4FEF2A-DD63-816B-A2A0-4C52EBD457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53995" y="2527940"/>
                  <a:ext cx="64728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27953B-1D40-DF65-8748-D11CEF36BB20}"/>
                    </a:ext>
                  </a:extLst>
                </p14:cNvPr>
                <p14:cNvContentPartPr/>
                <p14:nvPr/>
              </p14:nvContentPartPr>
              <p14:xfrm>
                <a:off x="8240515" y="3275660"/>
                <a:ext cx="765360" cy="309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27953B-1D40-DF65-8748-D11CEF36BB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31875" y="3267020"/>
                  <a:ext cx="7830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BF3C9B-585F-AAAD-77D2-E7B3E7BD9723}"/>
                    </a:ext>
                  </a:extLst>
                </p14:cNvPr>
                <p14:cNvContentPartPr/>
                <p14:nvPr/>
              </p14:nvContentPartPr>
              <p14:xfrm>
                <a:off x="9161035" y="3209420"/>
                <a:ext cx="313920" cy="30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BF3C9B-585F-AAAD-77D2-E7B3E7BD97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52395" y="3200780"/>
                  <a:ext cx="3315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5494E90-57F7-1D25-2F81-7CCAF37A4D40}"/>
                    </a:ext>
                  </a:extLst>
                </p14:cNvPr>
                <p14:cNvContentPartPr/>
                <p14:nvPr/>
              </p14:nvContentPartPr>
              <p14:xfrm>
                <a:off x="7390195" y="3721340"/>
                <a:ext cx="566640" cy="1044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5494E90-57F7-1D25-2F81-7CCAF37A4D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1195" y="3712340"/>
                  <a:ext cx="584280" cy="10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4E3297-0655-7996-A151-75C6524FACCC}"/>
                    </a:ext>
                  </a:extLst>
                </p14:cNvPr>
                <p14:cNvContentPartPr/>
                <p14:nvPr/>
              </p14:nvContentPartPr>
              <p14:xfrm>
                <a:off x="7734715" y="3428660"/>
                <a:ext cx="339120" cy="138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4E3297-0655-7996-A151-75C6524FAC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25715" y="3420020"/>
                  <a:ext cx="356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5D4C27-7345-6B15-45D6-6C216A95C8AB}"/>
                    </a:ext>
                  </a:extLst>
                </p14:cNvPr>
                <p14:cNvContentPartPr/>
                <p14:nvPr/>
              </p14:nvContentPartPr>
              <p14:xfrm>
                <a:off x="7548955" y="4169900"/>
                <a:ext cx="324720" cy="146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5D4C27-7345-6B15-45D6-6C216A95C8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39955" y="4161260"/>
                  <a:ext cx="342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C9C4C5-E1B5-5805-1189-E76831EEBC4E}"/>
                    </a:ext>
                  </a:extLst>
                </p14:cNvPr>
                <p14:cNvContentPartPr/>
                <p14:nvPr/>
              </p14:nvContentPartPr>
              <p14:xfrm>
                <a:off x="8105875" y="4104740"/>
                <a:ext cx="510480" cy="266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C9C4C5-E1B5-5805-1189-E76831EEBC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97235" y="4096100"/>
                  <a:ext cx="5281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1F93EC-4C64-6BEC-EFD2-2BB209DF75EA}"/>
                    </a:ext>
                  </a:extLst>
                </p14:cNvPr>
                <p14:cNvContentPartPr/>
                <p14:nvPr/>
              </p14:nvContentPartPr>
              <p14:xfrm>
                <a:off x="8390635" y="4194020"/>
                <a:ext cx="354960" cy="282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1F93EC-4C64-6BEC-EFD2-2BB209DF75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81635" y="4185020"/>
                  <a:ext cx="372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630375-5FBF-045E-2287-5E60F91E422D}"/>
                    </a:ext>
                  </a:extLst>
                </p14:cNvPr>
                <p14:cNvContentPartPr/>
                <p14:nvPr/>
              </p14:nvContentPartPr>
              <p14:xfrm>
                <a:off x="9029995" y="3916100"/>
                <a:ext cx="59400" cy="72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630375-5FBF-045E-2287-5E60F91E422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21355" y="3907100"/>
                  <a:ext cx="7704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5285BE7-C706-6BF6-C566-0414DD1A18B0}"/>
                    </a:ext>
                  </a:extLst>
                </p14:cNvPr>
                <p14:cNvContentPartPr/>
                <p14:nvPr/>
              </p14:nvContentPartPr>
              <p14:xfrm>
                <a:off x="9245635" y="4089260"/>
                <a:ext cx="476640" cy="302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5285BE7-C706-6BF6-C566-0414DD1A18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36635" y="4080620"/>
                  <a:ext cx="494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6849600-C899-240C-3458-CBC6B1195577}"/>
                    </a:ext>
                  </a:extLst>
                </p14:cNvPr>
                <p14:cNvContentPartPr/>
                <p14:nvPr/>
              </p14:nvContentPartPr>
              <p14:xfrm>
                <a:off x="9875995" y="3590660"/>
                <a:ext cx="90720" cy="10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6849600-C899-240C-3458-CBC6B119557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67355" y="3581660"/>
                  <a:ext cx="108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E836F93-5524-58E8-78BB-39092734B680}"/>
                    </a:ext>
                  </a:extLst>
                </p14:cNvPr>
                <p14:cNvContentPartPr/>
                <p14:nvPr/>
              </p14:nvContentPartPr>
              <p14:xfrm>
                <a:off x="9940075" y="3796580"/>
                <a:ext cx="473040" cy="54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E836F93-5524-58E8-78BB-39092734B6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31075" y="3787940"/>
                  <a:ext cx="4906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766B420-9D7B-8A49-DFE5-8D90F648B533}"/>
                    </a:ext>
                  </a:extLst>
                </p14:cNvPr>
                <p14:cNvContentPartPr/>
                <p14:nvPr/>
              </p14:nvContentPartPr>
              <p14:xfrm>
                <a:off x="10658275" y="3701180"/>
                <a:ext cx="458280" cy="1344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766B420-9D7B-8A49-DFE5-8D90F648B5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49275" y="3692540"/>
                  <a:ext cx="475920" cy="13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80ED55-2025-F9EE-A5DC-F4953093D17D}"/>
                    </a:ext>
                  </a:extLst>
                </p14:cNvPr>
                <p14:cNvContentPartPr/>
                <p14:nvPr/>
              </p14:nvContentPartPr>
              <p14:xfrm>
                <a:off x="11575195" y="3907460"/>
                <a:ext cx="7560" cy="2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80ED55-2025-F9EE-A5DC-F4953093D17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66195" y="3898460"/>
                  <a:ext cx="25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134DBB-1270-8362-665A-B74C7BD0C742}"/>
                    </a:ext>
                  </a:extLst>
                </p14:cNvPr>
                <p14:cNvContentPartPr/>
                <p14:nvPr/>
              </p14:nvContentPartPr>
              <p14:xfrm>
                <a:off x="8008675" y="5260700"/>
                <a:ext cx="36000" cy="991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134DBB-1270-8362-665A-B74C7BD0C7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00035" y="5251700"/>
                  <a:ext cx="5364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233332-A8BA-8593-BC83-7CFA9ADB02FB}"/>
                    </a:ext>
                  </a:extLst>
                </p14:cNvPr>
                <p14:cNvContentPartPr/>
                <p14:nvPr/>
              </p14:nvContentPartPr>
              <p14:xfrm>
                <a:off x="8011555" y="5126060"/>
                <a:ext cx="668160" cy="1068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233332-A8BA-8593-BC83-7CFA9ADB02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2555" y="5117420"/>
                  <a:ext cx="685800" cy="10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56EFD80-A438-81BB-D31C-4E586815617B}"/>
                    </a:ext>
                  </a:extLst>
                </p14:cNvPr>
                <p14:cNvContentPartPr/>
                <p14:nvPr/>
              </p14:nvContentPartPr>
              <p14:xfrm>
                <a:off x="9012715" y="5211380"/>
                <a:ext cx="909360" cy="663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56EFD80-A438-81BB-D31C-4E58681561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04075" y="5202740"/>
                  <a:ext cx="92700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AA5291-E6F3-A70C-D295-DCEB7BCDD4C0}"/>
                    </a:ext>
                  </a:extLst>
                </p14:cNvPr>
                <p14:cNvContentPartPr/>
                <p14:nvPr/>
              </p14:nvContentPartPr>
              <p14:xfrm>
                <a:off x="9855475" y="5259620"/>
                <a:ext cx="835920" cy="257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AA5291-E6F3-A70C-D295-DCEB7BCDD4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46835" y="5250980"/>
                  <a:ext cx="853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5E86CEF-4EDC-A819-466C-49712206BADD}"/>
                    </a:ext>
                  </a:extLst>
                </p14:cNvPr>
                <p14:cNvContentPartPr/>
                <p14:nvPr/>
              </p14:nvContentPartPr>
              <p14:xfrm>
                <a:off x="10907035" y="5420180"/>
                <a:ext cx="69120" cy="1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5E86CEF-4EDC-A819-466C-49712206BAD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98395" y="5411540"/>
                  <a:ext cx="86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6C8BA57-3269-962A-FEDE-4DB8E55F82DF}"/>
                    </a:ext>
                  </a:extLst>
                </p14:cNvPr>
                <p14:cNvContentPartPr/>
                <p14:nvPr/>
              </p14:nvContentPartPr>
              <p14:xfrm>
                <a:off x="6283915" y="3526940"/>
                <a:ext cx="1096560" cy="236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6C8BA57-3269-962A-FEDE-4DB8E55F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74915" y="3518300"/>
                  <a:ext cx="1114200" cy="23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70098A2-1C91-9EB3-3159-5210658B155C}"/>
                    </a:ext>
                  </a:extLst>
                </p14:cNvPr>
                <p14:cNvContentPartPr/>
                <p14:nvPr/>
              </p14:nvContentPartPr>
              <p14:xfrm>
                <a:off x="11233915" y="2694980"/>
                <a:ext cx="710280" cy="2745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70098A2-1C91-9EB3-3159-5210658B15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25275" y="2686340"/>
                  <a:ext cx="727920" cy="276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784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65E3A71-2E3E-1A83-3C48-E78BB9785915}"/>
              </a:ext>
            </a:extLst>
          </p:cNvPr>
          <p:cNvGrpSpPr/>
          <p:nvPr/>
        </p:nvGrpSpPr>
        <p:grpSpPr>
          <a:xfrm>
            <a:off x="1777435" y="78860"/>
            <a:ext cx="8213760" cy="1403280"/>
            <a:chOff x="1777435" y="78860"/>
            <a:chExt cx="8213760" cy="14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43B12F6-54DD-6444-E695-0E019510E253}"/>
                    </a:ext>
                  </a:extLst>
                </p14:cNvPr>
                <p14:cNvContentPartPr/>
                <p14:nvPr/>
              </p14:nvContentPartPr>
              <p14:xfrm>
                <a:off x="1777435" y="404300"/>
                <a:ext cx="1181160" cy="1077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43B12F6-54DD-6444-E695-0E019510E25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8435" y="395660"/>
                  <a:ext cx="1198800" cy="10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A583BD-A5CD-92AF-0FB1-6B2406071AD8}"/>
                    </a:ext>
                  </a:extLst>
                </p14:cNvPr>
                <p14:cNvContentPartPr/>
                <p14:nvPr/>
              </p14:nvContentPartPr>
              <p14:xfrm>
                <a:off x="3038155" y="620300"/>
                <a:ext cx="2287800" cy="651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A583BD-A5CD-92AF-0FB1-6B2406071A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29155" y="611300"/>
                  <a:ext cx="23054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0A2E2A-C4C0-4A44-1F45-471D6272EA56}"/>
                    </a:ext>
                  </a:extLst>
                </p14:cNvPr>
                <p14:cNvContentPartPr/>
                <p14:nvPr/>
              </p14:nvContentPartPr>
              <p14:xfrm>
                <a:off x="5499115" y="616340"/>
                <a:ext cx="425880" cy="24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0A2E2A-C4C0-4A44-1F45-471D6272EA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90475" y="607700"/>
                  <a:ext cx="4435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3F98188-14B3-8DFD-E9A2-659A5888BE3E}"/>
                    </a:ext>
                  </a:extLst>
                </p14:cNvPr>
                <p14:cNvContentPartPr/>
                <p14:nvPr/>
              </p14:nvContentPartPr>
              <p14:xfrm>
                <a:off x="5842915" y="759260"/>
                <a:ext cx="344160" cy="53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3F98188-14B3-8DFD-E9A2-659A5888BE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33915" y="750260"/>
                  <a:ext cx="361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915C8A-3122-296B-8BC8-DD22D2D5E387}"/>
                    </a:ext>
                  </a:extLst>
                </p14:cNvPr>
                <p14:cNvContentPartPr/>
                <p14:nvPr/>
              </p14:nvContentPartPr>
              <p14:xfrm>
                <a:off x="6862435" y="447860"/>
                <a:ext cx="913680" cy="2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915C8A-3122-296B-8BC8-DD22D2D5E3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53795" y="438860"/>
                  <a:ext cx="931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5CBBAA-08AC-75C5-4ECB-05ED2D5FCCFB}"/>
                    </a:ext>
                  </a:extLst>
                </p14:cNvPr>
                <p14:cNvContentPartPr/>
                <p14:nvPr/>
              </p14:nvContentPartPr>
              <p14:xfrm>
                <a:off x="7457155" y="78860"/>
                <a:ext cx="555480" cy="1031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5CBBAA-08AC-75C5-4ECB-05ED2D5FCC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48515" y="69860"/>
                  <a:ext cx="573120" cy="10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4F11E2-3D28-1365-8169-7779D828E5C4}"/>
                    </a:ext>
                  </a:extLst>
                </p14:cNvPr>
                <p14:cNvContentPartPr/>
                <p14:nvPr/>
              </p14:nvContentPartPr>
              <p14:xfrm>
                <a:off x="8677195" y="621740"/>
                <a:ext cx="97200" cy="80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4F11E2-3D28-1365-8169-7779D828E5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68555" y="612740"/>
                  <a:ext cx="114840" cy="8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85D574-5D78-43E4-14B2-C946A7221CC8}"/>
                    </a:ext>
                  </a:extLst>
                </p14:cNvPr>
                <p14:cNvContentPartPr/>
                <p14:nvPr/>
              </p14:nvContentPartPr>
              <p14:xfrm>
                <a:off x="8741635" y="651980"/>
                <a:ext cx="664920" cy="662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85D574-5D78-43E4-14B2-C946A7221C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32635" y="643340"/>
                  <a:ext cx="68256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EC234A-2CDE-B672-DE9A-FE6BF6CC8CA0}"/>
                    </a:ext>
                  </a:extLst>
                </p14:cNvPr>
                <p14:cNvContentPartPr/>
                <p14:nvPr/>
              </p14:nvContentPartPr>
              <p14:xfrm>
                <a:off x="9619315" y="763580"/>
                <a:ext cx="371880" cy="357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EC234A-2CDE-B672-DE9A-FE6BF6CC8C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10315" y="754580"/>
                  <a:ext cx="389520" cy="37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2898E38-B59C-BE37-8939-B9DEBB06B7DC}"/>
              </a:ext>
            </a:extLst>
          </p:cNvPr>
          <p:cNvGrpSpPr/>
          <p:nvPr/>
        </p:nvGrpSpPr>
        <p:grpSpPr>
          <a:xfrm>
            <a:off x="2371075" y="1863380"/>
            <a:ext cx="9830160" cy="4051440"/>
            <a:chOff x="2371075" y="1863380"/>
            <a:chExt cx="9830160" cy="40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913FB0-C401-F65B-8B41-CE45E69DE906}"/>
                    </a:ext>
                  </a:extLst>
                </p14:cNvPr>
                <p14:cNvContentPartPr/>
                <p14:nvPr/>
              </p14:nvContentPartPr>
              <p14:xfrm>
                <a:off x="8686555" y="1863380"/>
                <a:ext cx="1807200" cy="834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913FB0-C401-F65B-8B41-CE45E69DE9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7555" y="1854380"/>
                  <a:ext cx="182484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F7AB958-DDC1-1501-BEA1-2ACEEFCC5CFE}"/>
                    </a:ext>
                  </a:extLst>
                </p14:cNvPr>
                <p14:cNvContentPartPr/>
                <p14:nvPr/>
              </p14:nvContentPartPr>
              <p14:xfrm>
                <a:off x="2410675" y="2678420"/>
                <a:ext cx="810000" cy="1507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F7AB958-DDC1-1501-BEA1-2ACEEFCC5C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01675" y="2669420"/>
                  <a:ext cx="827640" cy="15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A032B4-D040-F9E3-F004-4313DD97C181}"/>
                    </a:ext>
                  </a:extLst>
                </p14:cNvPr>
                <p14:cNvContentPartPr/>
                <p14:nvPr/>
              </p14:nvContentPartPr>
              <p14:xfrm>
                <a:off x="2371075" y="3189980"/>
                <a:ext cx="861480" cy="325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A032B4-D040-F9E3-F004-4313DD97C1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2435" y="3181340"/>
                  <a:ext cx="8791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03E220-DE44-D173-40DB-E81F9AB4C8BE}"/>
                    </a:ext>
                  </a:extLst>
                </p14:cNvPr>
                <p14:cNvContentPartPr/>
                <p14:nvPr/>
              </p14:nvContentPartPr>
              <p14:xfrm>
                <a:off x="3663115" y="2587340"/>
                <a:ext cx="153000" cy="955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03E220-DE44-D173-40DB-E81F9AB4C8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54115" y="2578700"/>
                  <a:ext cx="170640" cy="9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199D6C-16C9-BEBE-AC98-C2AFD8E38FB7}"/>
                    </a:ext>
                  </a:extLst>
                </p14:cNvPr>
                <p14:cNvContentPartPr/>
                <p14:nvPr/>
              </p14:nvContentPartPr>
              <p14:xfrm>
                <a:off x="3314635" y="2199980"/>
                <a:ext cx="752040" cy="406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199D6C-16C9-BEBE-AC98-C2AFD8E38F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05995" y="2190980"/>
                  <a:ext cx="7696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F331D2-47F4-8047-FE67-0C2DEC247699}"/>
                    </a:ext>
                  </a:extLst>
                </p14:cNvPr>
                <p14:cNvContentPartPr/>
                <p14:nvPr/>
              </p14:nvContentPartPr>
              <p14:xfrm>
                <a:off x="3351715" y="3614420"/>
                <a:ext cx="598320" cy="29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F331D2-47F4-8047-FE67-0C2DEC2476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42715" y="3605420"/>
                  <a:ext cx="615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AE2F60-2E60-C647-45C4-F1BB9390F6B0}"/>
                    </a:ext>
                  </a:extLst>
                </p14:cNvPr>
                <p14:cNvContentPartPr/>
                <p14:nvPr/>
              </p14:nvContentPartPr>
              <p14:xfrm>
                <a:off x="4771195" y="2511740"/>
                <a:ext cx="1068120" cy="472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AE2F60-2E60-C647-45C4-F1BB9390F6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62195" y="2502740"/>
                  <a:ext cx="10857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E43001-831B-DD2D-DDCA-74698563DBF7}"/>
                    </a:ext>
                  </a:extLst>
                </p14:cNvPr>
                <p14:cNvContentPartPr/>
                <p14:nvPr/>
              </p14:nvContentPartPr>
              <p14:xfrm>
                <a:off x="5201395" y="2369180"/>
                <a:ext cx="119880" cy="1107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E43001-831B-DD2D-DDCA-74698563DB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2395" y="2360180"/>
                  <a:ext cx="13752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FFE64D-277B-C1B9-1003-34532192B5D5}"/>
                    </a:ext>
                  </a:extLst>
                </p14:cNvPr>
                <p14:cNvContentPartPr/>
                <p14:nvPr/>
              </p14:nvContentPartPr>
              <p14:xfrm>
                <a:off x="4510195" y="3746900"/>
                <a:ext cx="1954800" cy="73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FFE64D-277B-C1B9-1003-34532192B5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01555" y="3737900"/>
                  <a:ext cx="19724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C6BE4F-8EA7-7C7C-38EF-BAED75E4B941}"/>
                    </a:ext>
                  </a:extLst>
                </p14:cNvPr>
                <p14:cNvContentPartPr/>
                <p14:nvPr/>
              </p14:nvContentPartPr>
              <p14:xfrm>
                <a:off x="5985115" y="3599300"/>
                <a:ext cx="462960" cy="1245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C6BE4F-8EA7-7C7C-38EF-BAED75E4B9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76115" y="3590300"/>
                  <a:ext cx="480600" cy="12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AD4365-B566-4DF1-8714-508A1E3A54BA}"/>
                    </a:ext>
                  </a:extLst>
                </p14:cNvPr>
                <p14:cNvContentPartPr/>
                <p14:nvPr/>
              </p14:nvContentPartPr>
              <p14:xfrm>
                <a:off x="6623035" y="2947700"/>
                <a:ext cx="1186920" cy="1504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AD4365-B566-4DF1-8714-508A1E3A54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4035" y="2938700"/>
                  <a:ext cx="1204560" cy="15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E4617F-7394-31D2-7E96-F29B72218224}"/>
                    </a:ext>
                  </a:extLst>
                </p14:cNvPr>
                <p14:cNvContentPartPr/>
                <p14:nvPr/>
              </p14:nvContentPartPr>
              <p14:xfrm>
                <a:off x="7727515" y="3769580"/>
                <a:ext cx="61920" cy="425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E4617F-7394-31D2-7E96-F29B722182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18515" y="3760580"/>
                  <a:ext cx="795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A78D9F-C92F-4457-FF6B-8CD29D195672}"/>
                    </a:ext>
                  </a:extLst>
                </p14:cNvPr>
                <p14:cNvContentPartPr/>
                <p14:nvPr/>
              </p14:nvContentPartPr>
              <p14:xfrm>
                <a:off x="7863595" y="3336500"/>
                <a:ext cx="10080" cy="8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A78D9F-C92F-4457-FF6B-8CD29D19567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54955" y="3327860"/>
                  <a:ext cx="27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E72122-C02D-285F-34E9-1CF24C6DE6FE}"/>
                    </a:ext>
                  </a:extLst>
                </p14:cNvPr>
                <p14:cNvContentPartPr/>
                <p14:nvPr/>
              </p14:nvContentPartPr>
              <p14:xfrm>
                <a:off x="8119195" y="3066500"/>
                <a:ext cx="244800" cy="982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E72122-C02D-285F-34E9-1CF24C6DE6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10195" y="3057500"/>
                  <a:ext cx="26244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E3E0E1-8208-95EF-6997-059EE9B41D5D}"/>
                    </a:ext>
                  </a:extLst>
                </p14:cNvPr>
                <p14:cNvContentPartPr/>
                <p14:nvPr/>
              </p14:nvContentPartPr>
              <p14:xfrm>
                <a:off x="8673595" y="3535940"/>
                <a:ext cx="257040" cy="51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E3E0E1-8208-95EF-6997-059EE9B41D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64595" y="3526940"/>
                  <a:ext cx="27468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37E1E8-F2A1-3D60-338C-E8C9D8F13998}"/>
                    </a:ext>
                  </a:extLst>
                </p14:cNvPr>
                <p14:cNvContentPartPr/>
                <p14:nvPr/>
              </p14:nvContentPartPr>
              <p14:xfrm>
                <a:off x="9878875" y="2325980"/>
                <a:ext cx="824400" cy="1139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37E1E8-F2A1-3D60-338C-E8C9D8F139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70235" y="2316980"/>
                  <a:ext cx="84204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ACC5BFE-661A-6897-C6F6-0EB3CC7079CA}"/>
                    </a:ext>
                  </a:extLst>
                </p14:cNvPr>
                <p14:cNvContentPartPr/>
                <p14:nvPr/>
              </p14:nvContentPartPr>
              <p14:xfrm>
                <a:off x="10852675" y="2269100"/>
                <a:ext cx="787680" cy="991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CC5BFE-661A-6897-C6F6-0EB3CC7079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44035" y="2260100"/>
                  <a:ext cx="80532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9E2C50-246B-8BF6-C984-ED20E77D01ED}"/>
                    </a:ext>
                  </a:extLst>
                </p14:cNvPr>
                <p14:cNvContentPartPr/>
                <p14:nvPr/>
              </p14:nvContentPartPr>
              <p14:xfrm>
                <a:off x="11844115" y="2476100"/>
                <a:ext cx="72720" cy="20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9E2C50-246B-8BF6-C984-ED20E77D01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35115" y="2467100"/>
                  <a:ext cx="90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04D340-494F-3E4F-0806-CC3C715FFD02}"/>
                    </a:ext>
                  </a:extLst>
                </p14:cNvPr>
                <p14:cNvContentPartPr/>
                <p14:nvPr/>
              </p14:nvContentPartPr>
              <p14:xfrm>
                <a:off x="11798035" y="2578700"/>
                <a:ext cx="403200" cy="81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04D340-494F-3E4F-0806-CC3C715FFD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789395" y="2570060"/>
                  <a:ext cx="42084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6CF0F6-827D-D1F1-B425-3E7F5E8F9E0C}"/>
                    </a:ext>
                  </a:extLst>
                </p14:cNvPr>
                <p14:cNvContentPartPr/>
                <p14:nvPr/>
              </p14:nvContentPartPr>
              <p14:xfrm>
                <a:off x="7453915" y="4172060"/>
                <a:ext cx="3756240" cy="988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6CF0F6-827D-D1F1-B425-3E7F5E8F9E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44915" y="4163420"/>
                  <a:ext cx="377388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E5BCC7-182E-8288-F7CB-ADD3AD76919F}"/>
                    </a:ext>
                  </a:extLst>
                </p14:cNvPr>
                <p14:cNvContentPartPr/>
                <p14:nvPr/>
              </p14:nvContentPartPr>
              <p14:xfrm>
                <a:off x="2895595" y="4036700"/>
                <a:ext cx="1441440" cy="484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E5BCC7-182E-8288-F7CB-ADD3AD7691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86955" y="4027700"/>
                  <a:ext cx="145908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8880A2-DCA2-9C44-5435-31D83E160C10}"/>
                    </a:ext>
                  </a:extLst>
                </p14:cNvPr>
                <p14:cNvContentPartPr/>
                <p14:nvPr/>
              </p14:nvContentPartPr>
              <p14:xfrm>
                <a:off x="3862915" y="4327220"/>
                <a:ext cx="2974680" cy="1587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8880A2-DCA2-9C44-5435-31D83E160C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54275" y="4318580"/>
                  <a:ext cx="2992320" cy="16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329AE4-7617-F032-C314-A3328700E4AB}"/>
                    </a:ext>
                  </a:extLst>
                </p14:cNvPr>
                <p14:cNvContentPartPr/>
                <p14:nvPr/>
              </p14:nvContentPartPr>
              <p14:xfrm>
                <a:off x="6597475" y="5006540"/>
                <a:ext cx="291240" cy="782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329AE4-7617-F032-C314-A3328700E4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88835" y="4997900"/>
                  <a:ext cx="30888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C4C9AF-28EE-27C5-0AB5-4FE6C9AD9070}"/>
                    </a:ext>
                  </a:extLst>
                </p14:cNvPr>
                <p14:cNvContentPartPr/>
                <p14:nvPr/>
              </p14:nvContentPartPr>
              <p14:xfrm>
                <a:off x="3276475" y="4458620"/>
                <a:ext cx="158760" cy="599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C4C9AF-28EE-27C5-0AB5-4FE6C9AD90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67475" y="4449980"/>
                  <a:ext cx="17640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4B7A99-D2CF-969B-B507-2D50603189BD}"/>
                    </a:ext>
                  </a:extLst>
                </p14:cNvPr>
                <p14:cNvContentPartPr/>
                <p14:nvPr/>
              </p14:nvContentPartPr>
              <p14:xfrm>
                <a:off x="3913315" y="4330460"/>
                <a:ext cx="703440" cy="260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4B7A99-D2CF-969B-B507-2D50603189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04675" y="4321820"/>
                  <a:ext cx="7210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DA95DD4-C42C-D27F-F9F5-A78FC4B891E8}"/>
              </a:ext>
            </a:extLst>
          </p:cNvPr>
          <p:cNvGrpSpPr/>
          <p:nvPr/>
        </p:nvGrpSpPr>
        <p:grpSpPr>
          <a:xfrm>
            <a:off x="7840915" y="5172860"/>
            <a:ext cx="1527840" cy="798120"/>
            <a:chOff x="7840915" y="5172860"/>
            <a:chExt cx="1527840" cy="7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B9A097D-7BF0-E613-4FB9-03D6658F4AF8}"/>
                    </a:ext>
                  </a:extLst>
                </p14:cNvPr>
                <p14:cNvContentPartPr/>
                <p14:nvPr/>
              </p14:nvContentPartPr>
              <p14:xfrm>
                <a:off x="7840915" y="5311820"/>
                <a:ext cx="498240" cy="55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B9A097D-7BF0-E613-4FB9-03D6658F4AF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31915" y="5302820"/>
                  <a:ext cx="5158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31785F-811C-F74C-F59E-95BCB099C9CC}"/>
                    </a:ext>
                  </a:extLst>
                </p14:cNvPr>
                <p14:cNvContentPartPr/>
                <p14:nvPr/>
              </p14:nvContentPartPr>
              <p14:xfrm>
                <a:off x="7983835" y="5410460"/>
                <a:ext cx="700200" cy="242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31785F-811C-F74C-F59E-95BCB099C9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74835" y="5401460"/>
                  <a:ext cx="717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A841DF5-BBF4-6E9A-F386-309DB11FBBC6}"/>
                    </a:ext>
                  </a:extLst>
                </p14:cNvPr>
                <p14:cNvContentPartPr/>
                <p14:nvPr/>
              </p14:nvContentPartPr>
              <p14:xfrm>
                <a:off x="8898235" y="5172860"/>
                <a:ext cx="143640" cy="798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A841DF5-BBF4-6E9A-F386-309DB11FBB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89595" y="5163860"/>
                  <a:ext cx="16128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E15B3B-53F5-9689-B81A-371B4474D06B}"/>
                    </a:ext>
                  </a:extLst>
                </p14:cNvPr>
                <p14:cNvContentPartPr/>
                <p14:nvPr/>
              </p14:nvContentPartPr>
              <p14:xfrm>
                <a:off x="9305755" y="5182580"/>
                <a:ext cx="63000" cy="38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E15B3B-53F5-9689-B81A-371B4474D0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97115" y="5173580"/>
                  <a:ext cx="806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EEC0A4-D200-1F22-B093-A7EB6E9AEB17}"/>
              </a:ext>
            </a:extLst>
          </p:cNvPr>
          <p:cNvGrpSpPr/>
          <p:nvPr/>
        </p:nvGrpSpPr>
        <p:grpSpPr>
          <a:xfrm>
            <a:off x="10439395" y="4911140"/>
            <a:ext cx="272880" cy="629640"/>
            <a:chOff x="10439395" y="4911140"/>
            <a:chExt cx="272880" cy="62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E66A15-FB47-DF8E-8A71-1C83B4DB7A20}"/>
                    </a:ext>
                  </a:extLst>
                </p14:cNvPr>
                <p14:cNvContentPartPr/>
                <p14:nvPr/>
              </p14:nvContentPartPr>
              <p14:xfrm>
                <a:off x="10439395" y="4911140"/>
                <a:ext cx="120960" cy="62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E66A15-FB47-DF8E-8A71-1C83B4DB7A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30395" y="4902500"/>
                  <a:ext cx="1386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CD3ED6-672A-C4B3-85AD-522111005132}"/>
                    </a:ext>
                  </a:extLst>
                </p14:cNvPr>
                <p14:cNvContentPartPr/>
                <p14:nvPr/>
              </p14:nvContentPartPr>
              <p14:xfrm>
                <a:off x="10540555" y="5146220"/>
                <a:ext cx="171720" cy="135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CD3ED6-672A-C4B3-85AD-5221110051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31555" y="5137580"/>
                  <a:ext cx="189360" cy="15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5753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E7C10EF6-A2A4-F8A1-43F1-2976CA69D0A5}"/>
              </a:ext>
            </a:extLst>
          </p:cNvPr>
          <p:cNvGrpSpPr/>
          <p:nvPr/>
        </p:nvGrpSpPr>
        <p:grpSpPr>
          <a:xfrm>
            <a:off x="454435" y="237260"/>
            <a:ext cx="11106360" cy="5759280"/>
            <a:chOff x="454435" y="237260"/>
            <a:chExt cx="11106360" cy="57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27FE2DA-56DF-58EC-9A49-0FC2954D38F1}"/>
                    </a:ext>
                  </a:extLst>
                </p14:cNvPr>
                <p14:cNvContentPartPr/>
                <p14:nvPr/>
              </p14:nvContentPartPr>
              <p14:xfrm>
                <a:off x="1792915" y="1056620"/>
                <a:ext cx="1797840" cy="885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27FE2DA-56DF-58EC-9A49-0FC2954D38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83915" y="1047620"/>
                  <a:ext cx="181548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EFFDB99-3AB7-EF6B-7012-716441DC3625}"/>
                    </a:ext>
                  </a:extLst>
                </p14:cNvPr>
                <p14:cNvContentPartPr/>
                <p14:nvPr/>
              </p14:nvContentPartPr>
              <p14:xfrm>
                <a:off x="3643315" y="888140"/>
                <a:ext cx="16200" cy="37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EFFDB99-3AB7-EF6B-7012-716441DC36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34675" y="879500"/>
                  <a:ext cx="33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087C70-2920-123E-4B7E-2FD9EFF79852}"/>
                    </a:ext>
                  </a:extLst>
                </p14:cNvPr>
                <p14:cNvContentPartPr/>
                <p14:nvPr/>
              </p14:nvContentPartPr>
              <p14:xfrm>
                <a:off x="3797035" y="1118540"/>
                <a:ext cx="424080" cy="182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087C70-2920-123E-4B7E-2FD9EFF798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88395" y="1109540"/>
                  <a:ext cx="441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13532F-4D7B-2FEF-0052-0B7AAA2ACE66}"/>
                    </a:ext>
                  </a:extLst>
                </p14:cNvPr>
                <p14:cNvContentPartPr/>
                <p14:nvPr/>
              </p14:nvContentPartPr>
              <p14:xfrm>
                <a:off x="4567075" y="826580"/>
                <a:ext cx="31680" cy="343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13532F-4D7B-2FEF-0052-0B7AAA2ACE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58075" y="817580"/>
                  <a:ext cx="493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5FBF37-A8BC-8589-E289-AFC83C2B7BD9}"/>
                    </a:ext>
                  </a:extLst>
                </p14:cNvPr>
                <p14:cNvContentPartPr/>
                <p14:nvPr/>
              </p14:nvContentPartPr>
              <p14:xfrm>
                <a:off x="4557355" y="940340"/>
                <a:ext cx="241560" cy="73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5FBF37-A8BC-8589-E289-AFC83C2B7B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48355" y="931700"/>
                  <a:ext cx="259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4436DF-7630-29F0-C570-77C92D00730D}"/>
                    </a:ext>
                  </a:extLst>
                </p14:cNvPr>
                <p14:cNvContentPartPr/>
                <p14:nvPr/>
              </p14:nvContentPartPr>
              <p14:xfrm>
                <a:off x="1724875" y="1692380"/>
                <a:ext cx="3472920" cy="851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4436DF-7630-29F0-C570-77C92D0073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6235" y="1683380"/>
                  <a:ext cx="349056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9C4327-E79A-6120-4407-E76FD0959F0F}"/>
                    </a:ext>
                  </a:extLst>
                </p14:cNvPr>
                <p14:cNvContentPartPr/>
                <p14:nvPr/>
              </p14:nvContentPartPr>
              <p14:xfrm>
                <a:off x="5147755" y="776540"/>
                <a:ext cx="1928880" cy="185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9C4327-E79A-6120-4407-E76FD0959F0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38755" y="767540"/>
                  <a:ext cx="1946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D1A4D0-10DF-5258-40C7-96225C446350}"/>
                    </a:ext>
                  </a:extLst>
                </p14:cNvPr>
                <p14:cNvContentPartPr/>
                <p14:nvPr/>
              </p14:nvContentPartPr>
              <p14:xfrm>
                <a:off x="6515755" y="275420"/>
                <a:ext cx="647640" cy="1068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D1A4D0-10DF-5258-40C7-96225C4463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7115" y="266420"/>
                  <a:ext cx="665280" cy="10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EF3D3E-2A9F-BE0F-1472-6E852881A7F9}"/>
                    </a:ext>
                  </a:extLst>
                </p14:cNvPr>
                <p14:cNvContentPartPr/>
                <p14:nvPr/>
              </p14:nvContentPartPr>
              <p14:xfrm>
                <a:off x="7688995" y="905780"/>
                <a:ext cx="56880" cy="57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EF3D3E-2A9F-BE0F-1472-6E852881A7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79995" y="896780"/>
                  <a:ext cx="74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C6FA9A-9B20-33C0-B5E0-081F2836D903}"/>
                    </a:ext>
                  </a:extLst>
                </p14:cNvPr>
                <p14:cNvContentPartPr/>
                <p14:nvPr/>
              </p14:nvContentPartPr>
              <p14:xfrm>
                <a:off x="7686475" y="237260"/>
                <a:ext cx="301680" cy="1157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C6FA9A-9B20-33C0-B5E0-081F2836D9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77475" y="228260"/>
                  <a:ext cx="319320" cy="11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ADCBB2-FEF1-7FC5-2426-49BADEAEF854}"/>
                    </a:ext>
                  </a:extLst>
                </p14:cNvPr>
                <p14:cNvContentPartPr/>
                <p14:nvPr/>
              </p14:nvContentPartPr>
              <p14:xfrm>
                <a:off x="7911835" y="287300"/>
                <a:ext cx="2937960" cy="118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ADCBB2-FEF1-7FC5-2426-49BADEAEF8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03195" y="278300"/>
                  <a:ext cx="2955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23EA25-AF0C-C7CC-526A-2E6CDAE2638F}"/>
                    </a:ext>
                  </a:extLst>
                </p14:cNvPr>
                <p14:cNvContentPartPr/>
                <p14:nvPr/>
              </p14:nvContentPartPr>
              <p14:xfrm>
                <a:off x="10645315" y="276140"/>
                <a:ext cx="141480" cy="699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23EA25-AF0C-C7CC-526A-2E6CDAE263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36675" y="267500"/>
                  <a:ext cx="15912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34C1D6-300E-80F3-6FD4-8C30A61FEBE2}"/>
                    </a:ext>
                  </a:extLst>
                </p14:cNvPr>
                <p14:cNvContentPartPr/>
                <p14:nvPr/>
              </p14:nvContentPartPr>
              <p14:xfrm>
                <a:off x="7609795" y="1350740"/>
                <a:ext cx="3557160" cy="13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34C1D6-300E-80F3-6FD4-8C30A61FEB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01155" y="1341740"/>
                  <a:ext cx="3574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BC9B34-05EE-BBF3-D8E0-B99649ABB270}"/>
                    </a:ext>
                  </a:extLst>
                </p14:cNvPr>
                <p14:cNvContentPartPr/>
                <p14:nvPr/>
              </p14:nvContentPartPr>
              <p14:xfrm>
                <a:off x="10500595" y="941780"/>
                <a:ext cx="111240" cy="64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BC9B34-05EE-BBF3-D8E0-B99649ABB2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91955" y="932780"/>
                  <a:ext cx="12888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6FE44A-72B3-9B18-358C-C6FF5B8BD9B7}"/>
                    </a:ext>
                  </a:extLst>
                </p14:cNvPr>
                <p14:cNvContentPartPr/>
                <p14:nvPr/>
              </p14:nvContentPartPr>
              <p14:xfrm>
                <a:off x="7933435" y="622460"/>
                <a:ext cx="3060720" cy="10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6FE44A-72B3-9B18-358C-C6FF5B8BD9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24795" y="613460"/>
                  <a:ext cx="3078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D9EEF2-30BA-B02F-7D7F-CC909B22FF64}"/>
                    </a:ext>
                  </a:extLst>
                </p14:cNvPr>
                <p14:cNvContentPartPr/>
                <p14:nvPr/>
              </p14:nvContentPartPr>
              <p14:xfrm>
                <a:off x="8535355" y="266420"/>
                <a:ext cx="91800" cy="151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D9EEF2-30BA-B02F-7D7F-CC909B22FF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26355" y="257780"/>
                  <a:ext cx="109440" cy="15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0FACE0-8064-7918-59F9-02BE88F78E8D}"/>
                    </a:ext>
                  </a:extLst>
                </p14:cNvPr>
                <p14:cNvContentPartPr/>
                <p14:nvPr/>
              </p14:nvContentPartPr>
              <p14:xfrm>
                <a:off x="9454075" y="411860"/>
                <a:ext cx="77400" cy="1203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0FACE0-8064-7918-59F9-02BE88F78E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45435" y="403220"/>
                  <a:ext cx="95040" cy="12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EB4CCF-3C51-0FB0-ED54-F1E0393CF406}"/>
                    </a:ext>
                  </a:extLst>
                </p14:cNvPr>
                <p14:cNvContentPartPr/>
                <p14:nvPr/>
              </p14:nvContentPartPr>
              <p14:xfrm>
                <a:off x="10148515" y="322940"/>
                <a:ext cx="58320" cy="2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EB4CCF-3C51-0FB0-ED54-F1E0393CF40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39875" y="313940"/>
                  <a:ext cx="75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55EEA9-943B-98FF-77A5-8DD4C411C374}"/>
                    </a:ext>
                  </a:extLst>
                </p14:cNvPr>
                <p14:cNvContentPartPr/>
                <p14:nvPr/>
              </p14:nvContentPartPr>
              <p14:xfrm>
                <a:off x="2462875" y="2754740"/>
                <a:ext cx="27000" cy="5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55EEA9-943B-98FF-77A5-8DD4C411C3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3875" y="2746100"/>
                  <a:ext cx="44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E5572A-D87C-8F61-4440-B6684D3CC94E}"/>
                    </a:ext>
                  </a:extLst>
                </p14:cNvPr>
                <p14:cNvContentPartPr/>
                <p14:nvPr/>
              </p14:nvContentPartPr>
              <p14:xfrm>
                <a:off x="837475" y="3034460"/>
                <a:ext cx="879480" cy="94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E5572A-D87C-8F61-4440-B6684D3CC9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8475" y="3025820"/>
                  <a:ext cx="897120" cy="9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09C124-FC2D-EB8F-5A0B-E119AA113FD2}"/>
                    </a:ext>
                  </a:extLst>
                </p14:cNvPr>
                <p14:cNvContentPartPr/>
                <p14:nvPr/>
              </p14:nvContentPartPr>
              <p14:xfrm>
                <a:off x="1742875" y="3069740"/>
                <a:ext cx="32760" cy="81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09C124-FC2D-EB8F-5A0B-E119AA113F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34235" y="3060740"/>
                  <a:ext cx="5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BAEE25-5D3E-4C5D-AC64-4CEB1662BBAA}"/>
                    </a:ext>
                  </a:extLst>
                </p14:cNvPr>
                <p14:cNvContentPartPr/>
                <p14:nvPr/>
              </p14:nvContentPartPr>
              <p14:xfrm>
                <a:off x="1874275" y="2534060"/>
                <a:ext cx="2268360" cy="1045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BAEE25-5D3E-4C5D-AC64-4CEB1662BB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65635" y="2525420"/>
                  <a:ext cx="2286000" cy="10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9B4CD8-7374-25F1-64D1-5B04429DABC4}"/>
                    </a:ext>
                  </a:extLst>
                </p14:cNvPr>
                <p14:cNvContentPartPr/>
                <p14:nvPr/>
              </p14:nvContentPartPr>
              <p14:xfrm>
                <a:off x="4272955" y="2485820"/>
                <a:ext cx="16200" cy="2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9B4CD8-7374-25F1-64D1-5B04429DABC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3955" y="2476820"/>
                  <a:ext cx="33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2EFA41-06EE-939A-733A-DE5FFE1000FF}"/>
                    </a:ext>
                  </a:extLst>
                </p14:cNvPr>
                <p14:cNvContentPartPr/>
                <p14:nvPr/>
              </p14:nvContentPartPr>
              <p14:xfrm>
                <a:off x="4302835" y="2727740"/>
                <a:ext cx="363240" cy="178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2EFA41-06EE-939A-733A-DE5FFE1000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94195" y="2719100"/>
                  <a:ext cx="380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0FD33D-C018-F18D-AE88-8C868FDB1D9C}"/>
                    </a:ext>
                  </a:extLst>
                </p14:cNvPr>
                <p14:cNvContentPartPr/>
                <p14:nvPr/>
              </p14:nvContentPartPr>
              <p14:xfrm>
                <a:off x="4917715" y="2924300"/>
                <a:ext cx="97920" cy="152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0FD33D-C018-F18D-AE88-8C868FDB1D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09075" y="2915300"/>
                  <a:ext cx="115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86B6C1-C2D7-446F-2D32-7F765C9770C0}"/>
                    </a:ext>
                  </a:extLst>
                </p14:cNvPr>
                <p14:cNvContentPartPr/>
                <p14:nvPr/>
              </p14:nvContentPartPr>
              <p14:xfrm>
                <a:off x="5114275" y="2371700"/>
                <a:ext cx="1125360" cy="23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86B6C1-C2D7-446F-2D32-7F765C9770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05635" y="2363060"/>
                  <a:ext cx="1143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483B13-65F5-0099-EF02-7DB077DE039E}"/>
                    </a:ext>
                  </a:extLst>
                </p14:cNvPr>
                <p14:cNvContentPartPr/>
                <p14:nvPr/>
              </p14:nvContentPartPr>
              <p14:xfrm>
                <a:off x="5848315" y="2106020"/>
                <a:ext cx="324720" cy="875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483B13-65F5-0099-EF02-7DB077DE03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39675" y="2097380"/>
                  <a:ext cx="342360" cy="89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0439886-0BB4-9204-9C75-95799E7641D1}"/>
                    </a:ext>
                  </a:extLst>
                </p14:cNvPr>
                <p14:cNvContentPartPr/>
                <p14:nvPr/>
              </p14:nvContentPartPr>
              <p14:xfrm>
                <a:off x="7589275" y="2161100"/>
                <a:ext cx="38520" cy="376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0439886-0BB4-9204-9C75-95799E7641D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80275" y="2152460"/>
                  <a:ext cx="561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B1D0107-DB27-4883-465E-086511DAFD89}"/>
                    </a:ext>
                  </a:extLst>
                </p14:cNvPr>
                <p14:cNvContentPartPr/>
                <p14:nvPr/>
              </p14:nvContentPartPr>
              <p14:xfrm>
                <a:off x="7659835" y="1841060"/>
                <a:ext cx="49680" cy="70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B1D0107-DB27-4883-465E-086511DAFD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51195" y="1832420"/>
                  <a:ext cx="67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9799AC-66C2-FF37-3E43-DAFBB5B7AB02}"/>
                    </a:ext>
                  </a:extLst>
                </p14:cNvPr>
                <p14:cNvContentPartPr/>
                <p14:nvPr/>
              </p14:nvContentPartPr>
              <p14:xfrm>
                <a:off x="7768555" y="2140580"/>
                <a:ext cx="40320" cy="2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9799AC-66C2-FF37-3E43-DAFBB5B7AB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59555" y="2131940"/>
                  <a:ext cx="57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F4DC76-CD63-B019-008C-F169DC8FD5D0}"/>
                    </a:ext>
                  </a:extLst>
                </p14:cNvPr>
                <p14:cNvContentPartPr/>
                <p14:nvPr/>
              </p14:nvContentPartPr>
              <p14:xfrm>
                <a:off x="7107955" y="2003780"/>
                <a:ext cx="753480" cy="335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F4DC76-CD63-B019-008C-F169DC8FD5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99315" y="1995140"/>
                  <a:ext cx="7711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BB57AF-67F8-5526-6D88-ECF224C439B9}"/>
                    </a:ext>
                  </a:extLst>
                </p14:cNvPr>
                <p14:cNvContentPartPr/>
                <p14:nvPr/>
              </p14:nvContentPartPr>
              <p14:xfrm>
                <a:off x="7242595" y="2660420"/>
                <a:ext cx="189720" cy="90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BB57AF-67F8-5526-6D88-ECF224C439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33955" y="2651780"/>
                  <a:ext cx="207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EED530E-CB7A-4DF5-B53C-2109A82B0257}"/>
                    </a:ext>
                  </a:extLst>
                </p14:cNvPr>
                <p14:cNvContentPartPr/>
                <p14:nvPr/>
              </p14:nvContentPartPr>
              <p14:xfrm>
                <a:off x="7859275" y="2320580"/>
                <a:ext cx="654480" cy="207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EED530E-CB7A-4DF5-B53C-2109A82B02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50275" y="2311580"/>
                  <a:ext cx="672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512D7C3-F9AE-81D3-7F7D-888C896491B2}"/>
                    </a:ext>
                  </a:extLst>
                </p14:cNvPr>
                <p14:cNvContentPartPr/>
                <p14:nvPr/>
              </p14:nvContentPartPr>
              <p14:xfrm>
                <a:off x="8856115" y="2001620"/>
                <a:ext cx="270360" cy="351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512D7C3-F9AE-81D3-7F7D-888C896491B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47115" y="1992980"/>
                  <a:ext cx="288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D90C0A-FA78-FD47-EC2F-F2A42E4E8C43}"/>
                    </a:ext>
                  </a:extLst>
                </p14:cNvPr>
                <p14:cNvContentPartPr/>
                <p14:nvPr/>
              </p14:nvContentPartPr>
              <p14:xfrm>
                <a:off x="9640915" y="2028980"/>
                <a:ext cx="894240" cy="625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D90C0A-FA78-FD47-EC2F-F2A42E4E8C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32275" y="2019980"/>
                  <a:ext cx="91188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C74070-AF91-B3D0-718F-721A34EB7345}"/>
                    </a:ext>
                  </a:extLst>
                </p14:cNvPr>
                <p14:cNvContentPartPr/>
                <p14:nvPr/>
              </p14:nvContentPartPr>
              <p14:xfrm>
                <a:off x="10669435" y="2573660"/>
                <a:ext cx="32760" cy="6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C74070-AF91-B3D0-718F-721A34EB73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60795" y="2564660"/>
                  <a:ext cx="50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7D8EF9-07C3-4C70-3B6D-99B9A2CB9D19}"/>
                    </a:ext>
                  </a:extLst>
                </p14:cNvPr>
                <p14:cNvContentPartPr/>
                <p14:nvPr/>
              </p14:nvContentPartPr>
              <p14:xfrm>
                <a:off x="7218475" y="3519020"/>
                <a:ext cx="35280" cy="703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7D8EF9-07C3-4C70-3B6D-99B9A2CB9D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09475" y="3510020"/>
                  <a:ext cx="529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E20214-3134-26ED-6559-68FE98E42AC5}"/>
                    </a:ext>
                  </a:extLst>
                </p14:cNvPr>
                <p14:cNvContentPartPr/>
                <p14:nvPr/>
              </p14:nvContentPartPr>
              <p14:xfrm>
                <a:off x="7435195" y="3121940"/>
                <a:ext cx="222480" cy="238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E20214-3134-26ED-6559-68FE98E42A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26555" y="3113300"/>
                  <a:ext cx="240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B6ABB2-A929-E3F6-5B00-D7EFBF19221A}"/>
                    </a:ext>
                  </a:extLst>
                </p14:cNvPr>
                <p14:cNvContentPartPr/>
                <p14:nvPr/>
              </p14:nvContentPartPr>
              <p14:xfrm>
                <a:off x="7445275" y="3713060"/>
                <a:ext cx="565920" cy="115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B6ABB2-A929-E3F6-5B00-D7EFBF1922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36275" y="3704420"/>
                  <a:ext cx="583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29F528-5EB5-5CCB-090B-D4B65A9BCB87}"/>
                    </a:ext>
                  </a:extLst>
                </p14:cNvPr>
                <p14:cNvContentPartPr/>
                <p14:nvPr/>
              </p14:nvContentPartPr>
              <p14:xfrm>
                <a:off x="8183275" y="3739340"/>
                <a:ext cx="283680" cy="38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29F528-5EB5-5CCB-090B-D4B65A9BCB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74275" y="3730340"/>
                  <a:ext cx="30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40EC43-101D-D764-9979-47A914B61FAF}"/>
                    </a:ext>
                  </a:extLst>
                </p14:cNvPr>
                <p14:cNvContentPartPr/>
                <p14:nvPr/>
              </p14:nvContentPartPr>
              <p14:xfrm>
                <a:off x="9263635" y="3613340"/>
                <a:ext cx="56880" cy="16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40EC43-101D-D764-9979-47A914B61FA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54635" y="3604340"/>
                  <a:ext cx="74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A705D1F-A961-1D0D-C599-08373FE2A902}"/>
                    </a:ext>
                  </a:extLst>
                </p14:cNvPr>
                <p14:cNvContentPartPr/>
                <p14:nvPr/>
              </p14:nvContentPartPr>
              <p14:xfrm>
                <a:off x="9859435" y="3359900"/>
                <a:ext cx="390600" cy="370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A705D1F-A961-1D0D-C599-08373FE2A9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50435" y="3351260"/>
                  <a:ext cx="4082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1D761E-C4BD-34A6-ED08-D44673D95F6C}"/>
                    </a:ext>
                  </a:extLst>
                </p14:cNvPr>
                <p14:cNvContentPartPr/>
                <p14:nvPr/>
              </p14:nvContentPartPr>
              <p14:xfrm>
                <a:off x="8941795" y="3691460"/>
                <a:ext cx="996120" cy="157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1D761E-C4BD-34A6-ED08-D44673D95F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33155" y="3682460"/>
                  <a:ext cx="101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A4CEC6-AB62-51C0-57B7-661D91E8CE08}"/>
                    </a:ext>
                  </a:extLst>
                </p14:cNvPr>
                <p14:cNvContentPartPr/>
                <p14:nvPr/>
              </p14:nvContentPartPr>
              <p14:xfrm>
                <a:off x="9653155" y="3457100"/>
                <a:ext cx="317520" cy="579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A4CEC6-AB62-51C0-57B7-661D91E8CE0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44155" y="3448100"/>
                  <a:ext cx="33516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9EB404-D2E2-594B-FC34-74C808495C55}"/>
                    </a:ext>
                  </a:extLst>
                </p14:cNvPr>
                <p14:cNvContentPartPr/>
                <p14:nvPr/>
              </p14:nvContentPartPr>
              <p14:xfrm>
                <a:off x="7216315" y="4601540"/>
                <a:ext cx="1093680" cy="18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9EB404-D2E2-594B-FC34-74C808495C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07315" y="4592540"/>
                  <a:ext cx="1111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2CBAC9C-6305-86BC-7522-2B472FD22335}"/>
                    </a:ext>
                  </a:extLst>
                </p14:cNvPr>
                <p14:cNvContentPartPr/>
                <p14:nvPr/>
              </p14:nvContentPartPr>
              <p14:xfrm>
                <a:off x="7875835" y="4781540"/>
                <a:ext cx="34920" cy="593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2CBAC9C-6305-86BC-7522-2B472FD223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66835" y="4772540"/>
                  <a:ext cx="5256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6368C05-8EB9-D746-FFB8-7C59BF59A11E}"/>
                    </a:ext>
                  </a:extLst>
                </p14:cNvPr>
                <p14:cNvContentPartPr/>
                <p14:nvPr/>
              </p14:nvContentPartPr>
              <p14:xfrm>
                <a:off x="8392435" y="5016980"/>
                <a:ext cx="492840" cy="203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6368C05-8EB9-D746-FFB8-7C59BF59A1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83435" y="5008340"/>
                  <a:ext cx="510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DBFDCB-AB19-D466-F7DB-6183C2D77D19}"/>
                    </a:ext>
                  </a:extLst>
                </p14:cNvPr>
                <p14:cNvContentPartPr/>
                <p14:nvPr/>
              </p14:nvContentPartPr>
              <p14:xfrm>
                <a:off x="8909035" y="5115260"/>
                <a:ext cx="11160" cy="72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DBFDCB-AB19-D466-F7DB-6183C2D77D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00395" y="5106260"/>
                  <a:ext cx="28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EDF0F55-F70D-27EA-812D-DCC16DBF68E2}"/>
                    </a:ext>
                  </a:extLst>
                </p14:cNvPr>
                <p14:cNvContentPartPr/>
                <p14:nvPr/>
              </p14:nvContentPartPr>
              <p14:xfrm>
                <a:off x="9437155" y="4525580"/>
                <a:ext cx="843120" cy="84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EDF0F55-F70D-27EA-812D-DCC16DBF6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28515" y="4516580"/>
                  <a:ext cx="86076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7101DB5-1FA3-A773-EF8F-FB010924B68E}"/>
                    </a:ext>
                  </a:extLst>
                </p14:cNvPr>
                <p14:cNvContentPartPr/>
                <p14:nvPr/>
              </p14:nvContentPartPr>
              <p14:xfrm>
                <a:off x="9645955" y="4591460"/>
                <a:ext cx="687600" cy="807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7101DB5-1FA3-A773-EF8F-FB010924B6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36955" y="4582820"/>
                  <a:ext cx="70524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D2F2D78-F91F-D1F8-7320-67464734F8A9}"/>
                    </a:ext>
                  </a:extLst>
                </p14:cNvPr>
                <p14:cNvContentPartPr/>
                <p14:nvPr/>
              </p14:nvContentPartPr>
              <p14:xfrm>
                <a:off x="10484035" y="4761380"/>
                <a:ext cx="38880" cy="138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D2F2D78-F91F-D1F8-7320-67464734F8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75035" y="4752740"/>
                  <a:ext cx="56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3E54355-FFA4-8F11-2FEC-193867910EB3}"/>
                    </a:ext>
                  </a:extLst>
                </p14:cNvPr>
                <p14:cNvContentPartPr/>
                <p14:nvPr/>
              </p14:nvContentPartPr>
              <p14:xfrm>
                <a:off x="7607995" y="4744100"/>
                <a:ext cx="1386000" cy="585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3E54355-FFA4-8F11-2FEC-193867910EB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99355" y="4735100"/>
                  <a:ext cx="14036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EC6B4E2-864D-4080-890A-BFDA18FE4CFF}"/>
                    </a:ext>
                  </a:extLst>
                </p14:cNvPr>
                <p14:cNvContentPartPr/>
                <p14:nvPr/>
              </p14:nvContentPartPr>
              <p14:xfrm>
                <a:off x="7706995" y="4629980"/>
                <a:ext cx="1445040" cy="803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EC6B4E2-864D-4080-890A-BFDA18FE4C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97995" y="4621340"/>
                  <a:ext cx="146268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97DE10-0584-E22A-0504-A832FB01E4E5}"/>
                    </a:ext>
                  </a:extLst>
                </p14:cNvPr>
                <p14:cNvContentPartPr/>
                <p14:nvPr/>
              </p14:nvContentPartPr>
              <p14:xfrm>
                <a:off x="8151955" y="4872260"/>
                <a:ext cx="95760" cy="5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97DE10-0584-E22A-0504-A832FB01E4E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42955" y="4863260"/>
                  <a:ext cx="113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50263B2-0F57-B7AB-4312-A64AF40D8134}"/>
                    </a:ext>
                  </a:extLst>
                </p14:cNvPr>
                <p14:cNvContentPartPr/>
                <p14:nvPr/>
              </p14:nvContentPartPr>
              <p14:xfrm>
                <a:off x="10472155" y="4855340"/>
                <a:ext cx="848880" cy="100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50263B2-0F57-B7AB-4312-A64AF40D813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63515" y="4846700"/>
                  <a:ext cx="866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11F638-3B7C-D835-1931-A12C084EBA2B}"/>
                    </a:ext>
                  </a:extLst>
                </p14:cNvPr>
                <p14:cNvContentPartPr/>
                <p14:nvPr/>
              </p14:nvContentPartPr>
              <p14:xfrm>
                <a:off x="11187115" y="4347380"/>
                <a:ext cx="172440" cy="826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11F638-3B7C-D835-1931-A12C084EBA2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78475" y="4338740"/>
                  <a:ext cx="19008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D02386B-5AD0-65E0-E329-00BAC9A06AB8}"/>
                    </a:ext>
                  </a:extLst>
                </p14:cNvPr>
                <p14:cNvContentPartPr/>
                <p14:nvPr/>
              </p14:nvContentPartPr>
              <p14:xfrm>
                <a:off x="11455675" y="5170700"/>
                <a:ext cx="105120" cy="54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D02386B-5AD0-65E0-E329-00BAC9A06A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47035" y="5161700"/>
                  <a:ext cx="122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A3450F5-19EE-36B9-7B61-37C43165D7E5}"/>
                    </a:ext>
                  </a:extLst>
                </p14:cNvPr>
                <p14:cNvContentPartPr/>
                <p14:nvPr/>
              </p14:nvContentPartPr>
              <p14:xfrm>
                <a:off x="10707955" y="1952300"/>
                <a:ext cx="632880" cy="111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A3450F5-19EE-36B9-7B61-37C43165D7E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99315" y="1943660"/>
                  <a:ext cx="65052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2C6210-C301-A492-9CCF-8A5F9A33D6B8}"/>
                    </a:ext>
                  </a:extLst>
                </p14:cNvPr>
                <p14:cNvContentPartPr/>
                <p14:nvPr/>
              </p14:nvContentPartPr>
              <p14:xfrm>
                <a:off x="828835" y="4662740"/>
                <a:ext cx="210600" cy="799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2C6210-C301-A492-9CCF-8A5F9A33D6B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9835" y="4653740"/>
                  <a:ext cx="22824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85AADE4-2138-95C5-A6FD-DAEDF38D96E4}"/>
                    </a:ext>
                  </a:extLst>
                </p14:cNvPr>
                <p14:cNvContentPartPr/>
                <p14:nvPr/>
              </p14:nvContentPartPr>
              <p14:xfrm>
                <a:off x="508795" y="4332980"/>
                <a:ext cx="515880" cy="350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85AADE4-2138-95C5-A6FD-DAEDF38D96E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0155" y="4324340"/>
                  <a:ext cx="5335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646DEAB-81CB-8FE1-08AB-7F2FAFDC7D9F}"/>
                    </a:ext>
                  </a:extLst>
                </p14:cNvPr>
                <p14:cNvContentPartPr/>
                <p14:nvPr/>
              </p14:nvContentPartPr>
              <p14:xfrm>
                <a:off x="669715" y="5601260"/>
                <a:ext cx="534600" cy="34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646DEAB-81CB-8FE1-08AB-7F2FAFDC7D9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1075" y="5592620"/>
                  <a:ext cx="5522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235C31-3023-37EA-DD75-053A4BEDCFAA}"/>
                    </a:ext>
                  </a:extLst>
                </p14:cNvPr>
                <p14:cNvContentPartPr/>
                <p14:nvPr/>
              </p14:nvContentPartPr>
              <p14:xfrm>
                <a:off x="1419955" y="4858940"/>
                <a:ext cx="828720" cy="598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235C31-3023-37EA-DD75-053A4BEDCF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10955" y="4850300"/>
                  <a:ext cx="8463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850347-7FA1-F62F-2786-9BC2B228B690}"/>
                    </a:ext>
                  </a:extLst>
                </p14:cNvPr>
                <p14:cNvContentPartPr/>
                <p14:nvPr/>
              </p14:nvContentPartPr>
              <p14:xfrm>
                <a:off x="2485555" y="4322900"/>
                <a:ext cx="133200" cy="726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850347-7FA1-F62F-2786-9BC2B228B6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76915" y="4314260"/>
                  <a:ext cx="15084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474FF6-A9C7-3183-C611-9FF71D4F2FC7}"/>
                    </a:ext>
                  </a:extLst>
                </p14:cNvPr>
                <p14:cNvContentPartPr/>
                <p14:nvPr/>
              </p14:nvContentPartPr>
              <p14:xfrm>
                <a:off x="2391595" y="4650860"/>
                <a:ext cx="488880" cy="201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474FF6-A9C7-3183-C611-9FF71D4F2FC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2955" y="4641860"/>
                  <a:ext cx="506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341A41-0A95-8ED2-920D-52C1A98FD12D}"/>
                    </a:ext>
                  </a:extLst>
                </p14:cNvPr>
                <p14:cNvContentPartPr/>
                <p14:nvPr/>
              </p14:nvContentPartPr>
              <p14:xfrm>
                <a:off x="3143635" y="4074500"/>
                <a:ext cx="1118880" cy="1234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341A41-0A95-8ED2-920D-52C1A98FD1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34635" y="4065860"/>
                  <a:ext cx="1136520" cy="12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2EC1141-9529-F8E1-FBCB-8D01CD4D8D83}"/>
                    </a:ext>
                  </a:extLst>
                </p14:cNvPr>
                <p14:cNvContentPartPr/>
                <p14:nvPr/>
              </p14:nvContentPartPr>
              <p14:xfrm>
                <a:off x="4365475" y="4008260"/>
                <a:ext cx="387360" cy="624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2EC1141-9529-F8E1-FBCB-8D01CD4D8D8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6835" y="3999620"/>
                  <a:ext cx="40500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5BCDF72-29D1-001D-9074-CE3430B9857F}"/>
                    </a:ext>
                  </a:extLst>
                </p14:cNvPr>
                <p14:cNvContentPartPr/>
                <p14:nvPr/>
              </p14:nvContentPartPr>
              <p14:xfrm>
                <a:off x="4925275" y="3983420"/>
                <a:ext cx="356040" cy="597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5BCDF72-29D1-001D-9074-CE3430B9857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16275" y="3974780"/>
                  <a:ext cx="37368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F4FF2C2-0698-1798-6E6C-0E5660553021}"/>
                    </a:ext>
                  </a:extLst>
                </p14:cNvPr>
                <p14:cNvContentPartPr/>
                <p14:nvPr/>
              </p14:nvContentPartPr>
              <p14:xfrm>
                <a:off x="454435" y="4522700"/>
                <a:ext cx="4854240" cy="779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F4FF2C2-0698-1798-6E6C-0E566055302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5435" y="4514060"/>
                  <a:ext cx="487188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3124BE-0DD5-DC0E-902A-826056A3A2D3}"/>
                    </a:ext>
                  </a:extLst>
                </p14:cNvPr>
                <p14:cNvContentPartPr/>
                <p14:nvPr/>
              </p14:nvContentPartPr>
              <p14:xfrm>
                <a:off x="5370955" y="3200780"/>
                <a:ext cx="909000" cy="824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3124BE-0DD5-DC0E-902A-826056A3A2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61955" y="3192140"/>
                  <a:ext cx="926640" cy="8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8E3859-CB23-A285-D934-D0BC54D927E9}"/>
                    </a:ext>
                  </a:extLst>
                </p14:cNvPr>
                <p14:cNvContentPartPr/>
                <p14:nvPr/>
              </p14:nvContentPartPr>
              <p14:xfrm>
                <a:off x="6232435" y="2687060"/>
                <a:ext cx="413640" cy="812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8E3859-CB23-A285-D934-D0BC54D927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23795" y="2678060"/>
                  <a:ext cx="43128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ACBA122-A669-7521-8E5C-C26FF6B53351}"/>
                    </a:ext>
                  </a:extLst>
                </p14:cNvPr>
                <p14:cNvContentPartPr/>
                <p14:nvPr/>
              </p14:nvContentPartPr>
              <p14:xfrm>
                <a:off x="6431155" y="2907740"/>
                <a:ext cx="1084320" cy="231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ACBA122-A669-7521-8E5C-C26FF6B5335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22515" y="2899100"/>
                  <a:ext cx="1101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E58108C-EC1F-3C47-CA61-7E5A7F5D46E3}"/>
                    </a:ext>
                  </a:extLst>
                </p14:cNvPr>
                <p14:cNvContentPartPr/>
                <p14:nvPr/>
              </p14:nvContentPartPr>
              <p14:xfrm>
                <a:off x="7701955" y="2872100"/>
                <a:ext cx="8640" cy="16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E58108C-EC1F-3C47-CA61-7E5A7F5D46E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693315" y="2863100"/>
                  <a:ext cx="26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1AF2CD-15BC-2001-6E2D-5D83DC9A5117}"/>
                    </a:ext>
                  </a:extLst>
                </p14:cNvPr>
                <p14:cNvContentPartPr/>
                <p14:nvPr/>
              </p14:nvContentPartPr>
              <p14:xfrm>
                <a:off x="5458435" y="3799460"/>
                <a:ext cx="1239840" cy="595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1AF2CD-15BC-2001-6E2D-5D83DC9A51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49795" y="3790460"/>
                  <a:ext cx="125748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F9C4FF-E326-5787-FB52-554799512FBC}"/>
                    </a:ext>
                  </a:extLst>
                </p14:cNvPr>
                <p14:cNvContentPartPr/>
                <p14:nvPr/>
              </p14:nvContentPartPr>
              <p14:xfrm>
                <a:off x="5998435" y="4094660"/>
                <a:ext cx="995040" cy="589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F9C4FF-E326-5787-FB52-554799512F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89435" y="4085660"/>
                  <a:ext cx="101268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E75453-4789-45E8-40F3-FFA947D88C68}"/>
                    </a:ext>
                  </a:extLst>
                </p14:cNvPr>
                <p14:cNvContentPartPr/>
                <p14:nvPr/>
              </p14:nvContentPartPr>
              <p14:xfrm>
                <a:off x="7161955" y="4216700"/>
                <a:ext cx="49680" cy="15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E75453-4789-45E8-40F3-FFA947D88C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52955" y="4207700"/>
                  <a:ext cx="67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A1DE365-8B5A-27EF-53E4-EDEB5F884C36}"/>
                    </a:ext>
                  </a:extLst>
                </p14:cNvPr>
                <p14:cNvContentPartPr/>
                <p14:nvPr/>
              </p14:nvContentPartPr>
              <p14:xfrm>
                <a:off x="1007395" y="5166380"/>
                <a:ext cx="3803400" cy="830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A1DE365-8B5A-27EF-53E4-EDEB5F884C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8755" y="5157380"/>
                  <a:ext cx="3821040" cy="84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016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C23E004-6925-A9CC-ED35-F227E01D332B}"/>
                  </a:ext>
                </a:extLst>
              </p14:cNvPr>
              <p14:cNvContentPartPr/>
              <p14:nvPr/>
            </p14:nvContentPartPr>
            <p14:xfrm>
              <a:off x="8696995" y="4265660"/>
              <a:ext cx="723960" cy="471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C23E004-6925-A9CC-ED35-F227E01D33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7995" y="4256660"/>
                <a:ext cx="74160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63DD574A-1D0C-60DA-57B5-3763AC223923}"/>
              </a:ext>
            </a:extLst>
          </p:cNvPr>
          <p:cNvGrpSpPr/>
          <p:nvPr/>
        </p:nvGrpSpPr>
        <p:grpSpPr>
          <a:xfrm>
            <a:off x="70675" y="192620"/>
            <a:ext cx="12002400" cy="6298920"/>
            <a:chOff x="70675" y="192620"/>
            <a:chExt cx="12002400" cy="629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B6956B-B8E6-BADC-2269-865AE7A0F365}"/>
                    </a:ext>
                  </a:extLst>
                </p14:cNvPr>
                <p14:cNvContentPartPr/>
                <p14:nvPr/>
              </p14:nvContentPartPr>
              <p14:xfrm>
                <a:off x="8039635" y="192620"/>
                <a:ext cx="662400" cy="158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B6956B-B8E6-BADC-2269-865AE7A0F3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30995" y="183980"/>
                  <a:ext cx="68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99FC9D-37C4-B91C-5921-49362F3E1D51}"/>
                    </a:ext>
                  </a:extLst>
                </p14:cNvPr>
                <p14:cNvContentPartPr/>
                <p14:nvPr/>
              </p14:nvContentPartPr>
              <p14:xfrm>
                <a:off x="8504035" y="582140"/>
                <a:ext cx="53280" cy="595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99FC9D-37C4-B91C-5921-49362F3E1D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95035" y="573500"/>
                  <a:ext cx="7092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B5CCA7-CE92-34D2-E3F1-66F391D39857}"/>
                    </a:ext>
                  </a:extLst>
                </p14:cNvPr>
                <p14:cNvContentPartPr/>
                <p14:nvPr/>
              </p14:nvContentPartPr>
              <p14:xfrm>
                <a:off x="8029915" y="921620"/>
                <a:ext cx="907200" cy="45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B5CCA7-CE92-34D2-E3F1-66F391D398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21275" y="912620"/>
                  <a:ext cx="92484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11DA62-A309-3F0A-BD59-4F6B7F389EF4}"/>
                    </a:ext>
                  </a:extLst>
                </p14:cNvPr>
                <p14:cNvContentPartPr/>
                <p14:nvPr/>
              </p14:nvContentPartPr>
              <p14:xfrm>
                <a:off x="8951155" y="912260"/>
                <a:ext cx="13680" cy="20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11DA62-A309-3F0A-BD59-4F6B7F389E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42515" y="903260"/>
                  <a:ext cx="31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F2FB05-72C8-C195-14FA-A5DADD265C4C}"/>
                    </a:ext>
                  </a:extLst>
                </p14:cNvPr>
                <p14:cNvContentPartPr/>
                <p14:nvPr/>
              </p14:nvContentPartPr>
              <p14:xfrm>
                <a:off x="8802835" y="893900"/>
                <a:ext cx="930240" cy="47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F2FB05-72C8-C195-14FA-A5DADD265C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3835" y="884900"/>
                  <a:ext cx="9478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DF30E8-2088-E651-FB7D-53CAFD084A03}"/>
                    </a:ext>
                  </a:extLst>
                </p14:cNvPr>
                <p14:cNvContentPartPr/>
                <p14:nvPr/>
              </p14:nvContentPartPr>
              <p14:xfrm>
                <a:off x="10164355" y="657020"/>
                <a:ext cx="100440" cy="367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DF30E8-2088-E651-FB7D-53CAFD084A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5355" y="648380"/>
                  <a:ext cx="1180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1A55EA-3882-16B6-A4B8-01745589A533}"/>
                    </a:ext>
                  </a:extLst>
                </p14:cNvPr>
                <p14:cNvContentPartPr/>
                <p14:nvPr/>
              </p14:nvContentPartPr>
              <p14:xfrm>
                <a:off x="10098115" y="774740"/>
                <a:ext cx="526320" cy="27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1A55EA-3882-16B6-A4B8-01745589A5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89115" y="765740"/>
                  <a:ext cx="543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93B5C2-683D-ADE1-9EF0-64C191F131D0}"/>
                    </a:ext>
                  </a:extLst>
                </p14:cNvPr>
                <p14:cNvContentPartPr/>
                <p14:nvPr/>
              </p14:nvContentPartPr>
              <p14:xfrm>
                <a:off x="10967515" y="549740"/>
                <a:ext cx="1026360" cy="729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93B5C2-683D-ADE1-9EF0-64C191F131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58515" y="540740"/>
                  <a:ext cx="1044000" cy="7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4DFF32-C741-B31A-1B3C-872061715518}"/>
                    </a:ext>
                  </a:extLst>
                </p14:cNvPr>
                <p14:cNvContentPartPr/>
                <p14:nvPr/>
              </p14:nvContentPartPr>
              <p14:xfrm>
                <a:off x="8972395" y="1256060"/>
                <a:ext cx="310320" cy="164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4DFF32-C741-B31A-1B3C-8720617155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63755" y="1247420"/>
                  <a:ext cx="327960" cy="16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2C4013-EDAC-FF6A-5E21-19E070F4E792}"/>
                    </a:ext>
                  </a:extLst>
                </p14:cNvPr>
                <p14:cNvContentPartPr/>
                <p14:nvPr/>
              </p14:nvContentPartPr>
              <p14:xfrm>
                <a:off x="8218195" y="2720180"/>
                <a:ext cx="1441080" cy="676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2C4013-EDAC-FF6A-5E21-19E070F4E7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09555" y="2711180"/>
                  <a:ext cx="145872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7AD0DE-2E22-FF4B-455F-A13BE6A61D6E}"/>
                    </a:ext>
                  </a:extLst>
                </p14:cNvPr>
                <p14:cNvContentPartPr/>
                <p14:nvPr/>
              </p14:nvContentPartPr>
              <p14:xfrm>
                <a:off x="9906235" y="2961020"/>
                <a:ext cx="20880" cy="59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7AD0DE-2E22-FF4B-455F-A13BE6A61D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97595" y="2952380"/>
                  <a:ext cx="38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81542-272C-80F7-0DF2-FBCD23E5DF5A}"/>
                    </a:ext>
                  </a:extLst>
                </p14:cNvPr>
                <p14:cNvContentPartPr/>
                <p14:nvPr/>
              </p14:nvContentPartPr>
              <p14:xfrm>
                <a:off x="5812675" y="3797660"/>
                <a:ext cx="1482480" cy="265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81542-272C-80F7-0DF2-FBCD23E5DF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04035" y="3788660"/>
                  <a:ext cx="1500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0844D7-A5B7-00E1-7324-8179C548AF4B}"/>
                    </a:ext>
                  </a:extLst>
                </p14:cNvPr>
                <p14:cNvContentPartPr/>
                <p14:nvPr/>
              </p14:nvContentPartPr>
              <p14:xfrm>
                <a:off x="6553555" y="4138580"/>
                <a:ext cx="1234440" cy="579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0844D7-A5B7-00E1-7324-8179C548AF4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44555" y="4129580"/>
                  <a:ext cx="125208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D92D9C-1CDF-6F45-A8FF-83B742907B47}"/>
                    </a:ext>
                  </a:extLst>
                </p14:cNvPr>
                <p14:cNvContentPartPr/>
                <p14:nvPr/>
              </p14:nvContentPartPr>
              <p14:xfrm>
                <a:off x="9028555" y="4264580"/>
                <a:ext cx="667080" cy="7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D92D9C-1CDF-6F45-A8FF-83B742907B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19555" y="4255580"/>
                  <a:ext cx="684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F4B927-402E-A025-AB91-B6BB0027C9EE}"/>
                    </a:ext>
                  </a:extLst>
                </p14:cNvPr>
                <p14:cNvContentPartPr/>
                <p14:nvPr/>
              </p14:nvContentPartPr>
              <p14:xfrm>
                <a:off x="9774835" y="3436220"/>
                <a:ext cx="1777680" cy="589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F4B927-402E-A025-AB91-B6BB0027C9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66195" y="3427580"/>
                  <a:ext cx="179532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6B3670-47CD-230D-9D5D-59131E01A379}"/>
                    </a:ext>
                  </a:extLst>
                </p14:cNvPr>
                <p14:cNvContentPartPr/>
                <p14:nvPr/>
              </p14:nvContentPartPr>
              <p14:xfrm>
                <a:off x="11663395" y="3295460"/>
                <a:ext cx="114480" cy="36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6B3670-47CD-230D-9D5D-59131E01A3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54395" y="3286460"/>
                  <a:ext cx="1321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06FC78-8615-26D4-A746-6080E74B2B31}"/>
                    </a:ext>
                  </a:extLst>
                </p14:cNvPr>
                <p14:cNvContentPartPr/>
                <p14:nvPr/>
              </p14:nvContentPartPr>
              <p14:xfrm>
                <a:off x="11606515" y="3424340"/>
                <a:ext cx="466560" cy="235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06FC78-8615-26D4-A746-6080E74B2B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97515" y="3415700"/>
                  <a:ext cx="484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68716D0-CEFE-65CC-AB02-00619F97ADC2}"/>
                    </a:ext>
                  </a:extLst>
                </p14:cNvPr>
                <p14:cNvContentPartPr/>
                <p14:nvPr/>
              </p14:nvContentPartPr>
              <p14:xfrm>
                <a:off x="9319435" y="4303100"/>
                <a:ext cx="2725560" cy="255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68716D0-CEFE-65CC-AB02-00619F97AD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10435" y="4294100"/>
                  <a:ext cx="27432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8F9C554-AE5B-6A40-98F8-F33DF682789A}"/>
                    </a:ext>
                  </a:extLst>
                </p14:cNvPr>
                <p14:cNvContentPartPr/>
                <p14:nvPr/>
              </p14:nvContentPartPr>
              <p14:xfrm>
                <a:off x="9557395" y="3313820"/>
                <a:ext cx="438480" cy="1436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8F9C554-AE5B-6A40-98F8-F33DF68278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48755" y="3304820"/>
                  <a:ext cx="456120" cy="14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D12D99-3D27-0EA3-29BA-BC4E07CAFE6E}"/>
                    </a:ext>
                  </a:extLst>
                </p14:cNvPr>
                <p14:cNvContentPartPr/>
                <p14:nvPr/>
              </p14:nvContentPartPr>
              <p14:xfrm>
                <a:off x="11906755" y="3061460"/>
                <a:ext cx="92520" cy="69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D12D99-3D27-0EA3-29BA-BC4E07CAFE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897755" y="3052820"/>
                  <a:ext cx="11016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56CDF7-189B-DCD8-FB05-1182D38E72CB}"/>
                    </a:ext>
                  </a:extLst>
                </p14:cNvPr>
                <p14:cNvContentPartPr/>
                <p14:nvPr/>
              </p14:nvContentPartPr>
              <p14:xfrm>
                <a:off x="1569355" y="496460"/>
                <a:ext cx="822600" cy="967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56CDF7-189B-DCD8-FB05-1182D38E72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60355" y="487820"/>
                  <a:ext cx="840240" cy="9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D28C19-7E4E-79A4-77C4-EC80B0C3E0F3}"/>
                    </a:ext>
                  </a:extLst>
                </p14:cNvPr>
                <p14:cNvContentPartPr/>
                <p14:nvPr/>
              </p14:nvContentPartPr>
              <p14:xfrm>
                <a:off x="2424355" y="948980"/>
                <a:ext cx="1372680" cy="367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D28C19-7E4E-79A4-77C4-EC80B0C3E0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15355" y="940340"/>
                  <a:ext cx="1390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423B26-4809-A66D-A75F-97B9620D13D9}"/>
                    </a:ext>
                  </a:extLst>
                </p14:cNvPr>
                <p14:cNvContentPartPr/>
                <p14:nvPr/>
              </p14:nvContentPartPr>
              <p14:xfrm>
                <a:off x="1410955" y="2661500"/>
                <a:ext cx="788760" cy="750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423B26-4809-A66D-A75F-97B9620D13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02315" y="2652500"/>
                  <a:ext cx="80640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2B2DF4-5B42-A12F-4026-27D57FF3AF29}"/>
                    </a:ext>
                  </a:extLst>
                </p14:cNvPr>
                <p14:cNvContentPartPr/>
                <p14:nvPr/>
              </p14:nvContentPartPr>
              <p14:xfrm>
                <a:off x="2361715" y="2429660"/>
                <a:ext cx="896400" cy="64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2B2DF4-5B42-A12F-4026-27D57FF3AF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52715" y="2421020"/>
                  <a:ext cx="91404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3DC96C-6AAE-D6A5-E432-EB879EB6D5F6}"/>
                    </a:ext>
                  </a:extLst>
                </p14:cNvPr>
                <p14:cNvContentPartPr/>
                <p14:nvPr/>
              </p14:nvContentPartPr>
              <p14:xfrm>
                <a:off x="3176755" y="1834940"/>
                <a:ext cx="984240" cy="720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3DC96C-6AAE-D6A5-E432-EB879EB6D5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67755" y="1825940"/>
                  <a:ext cx="100188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7BB3A6-A42A-19FF-B324-3A6E2F0B913C}"/>
                    </a:ext>
                  </a:extLst>
                </p14:cNvPr>
                <p14:cNvContentPartPr/>
                <p14:nvPr/>
              </p14:nvContentPartPr>
              <p14:xfrm>
                <a:off x="4265395" y="1314740"/>
                <a:ext cx="1303920" cy="923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7BB3A6-A42A-19FF-B324-3A6E2F0B913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56755" y="1306100"/>
                  <a:ext cx="132156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F6B925-B493-47E7-9EB5-AEBAF694A1CC}"/>
                    </a:ext>
                  </a:extLst>
                </p14:cNvPr>
                <p14:cNvContentPartPr/>
                <p14:nvPr/>
              </p14:nvContentPartPr>
              <p14:xfrm>
                <a:off x="956275" y="1657100"/>
                <a:ext cx="426600" cy="1635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F6B925-B493-47E7-9EB5-AEBAF694A1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7635" y="1648100"/>
                  <a:ext cx="444240" cy="16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88EECE-C217-EB85-5436-4C351D3FA219}"/>
                    </a:ext>
                  </a:extLst>
                </p14:cNvPr>
                <p14:cNvContentPartPr/>
                <p14:nvPr/>
              </p14:nvContentPartPr>
              <p14:xfrm>
                <a:off x="1123315" y="648740"/>
                <a:ext cx="4570920" cy="2353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88EECE-C217-EB85-5436-4C351D3FA2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4315" y="640100"/>
                  <a:ext cx="4588560" cy="23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63C6E6-8544-19B5-64DA-C163311D5423}"/>
                    </a:ext>
                  </a:extLst>
                </p14:cNvPr>
                <p14:cNvContentPartPr/>
                <p14:nvPr/>
              </p14:nvContentPartPr>
              <p14:xfrm>
                <a:off x="1375315" y="2738180"/>
                <a:ext cx="4488480" cy="2034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63C6E6-8544-19B5-64DA-C163311D54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66675" y="2729180"/>
                  <a:ext cx="4506120" cy="20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B83FB5-E567-396E-E911-3421E1D86F9F}"/>
                    </a:ext>
                  </a:extLst>
                </p14:cNvPr>
                <p14:cNvContentPartPr/>
                <p14:nvPr/>
              </p14:nvContentPartPr>
              <p14:xfrm>
                <a:off x="5641315" y="2577980"/>
                <a:ext cx="99360" cy="32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B83FB5-E567-396E-E911-3421E1D86F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32675" y="2569340"/>
                  <a:ext cx="117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5F05D8-6420-85F8-C1E8-E6C88305EFB9}"/>
                    </a:ext>
                  </a:extLst>
                </p14:cNvPr>
                <p14:cNvContentPartPr/>
                <p14:nvPr/>
              </p14:nvContentPartPr>
              <p14:xfrm>
                <a:off x="5576155" y="811100"/>
                <a:ext cx="718920" cy="309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5F05D8-6420-85F8-C1E8-E6C88305EF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67515" y="802460"/>
                  <a:ext cx="736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A7207D5-BCE7-DDEA-4723-28D88B280A1A}"/>
                    </a:ext>
                  </a:extLst>
                </p14:cNvPr>
                <p14:cNvContentPartPr/>
                <p14:nvPr/>
              </p14:nvContentPartPr>
              <p14:xfrm>
                <a:off x="6209395" y="638660"/>
                <a:ext cx="269280" cy="21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A7207D5-BCE7-DDEA-4723-28D88B280A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00395" y="630020"/>
                  <a:ext cx="286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E3F616-B0AE-01D8-F189-D7E30FB78365}"/>
                    </a:ext>
                  </a:extLst>
                </p14:cNvPr>
                <p14:cNvContentPartPr/>
                <p14:nvPr/>
              </p14:nvContentPartPr>
              <p14:xfrm>
                <a:off x="6514315" y="887060"/>
                <a:ext cx="28080" cy="23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E3F616-B0AE-01D8-F189-D7E30FB783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05675" y="878420"/>
                  <a:ext cx="45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C86FC2A-C398-8B01-AE32-6FDA68D40BD3}"/>
                    </a:ext>
                  </a:extLst>
                </p14:cNvPr>
                <p14:cNvContentPartPr/>
                <p14:nvPr/>
              </p14:nvContentPartPr>
              <p14:xfrm>
                <a:off x="6143155" y="1672940"/>
                <a:ext cx="92520" cy="63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C86FC2A-C398-8B01-AE32-6FDA68D40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34155" y="1663940"/>
                  <a:ext cx="110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E6A2F2-719B-9A7C-8C9B-BBA38C967594}"/>
                    </a:ext>
                  </a:extLst>
                </p14:cNvPr>
                <p14:cNvContentPartPr/>
                <p14:nvPr/>
              </p14:nvContentPartPr>
              <p14:xfrm>
                <a:off x="4781635" y="2338220"/>
                <a:ext cx="1652400" cy="338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E6A2F2-719B-9A7C-8C9B-BBA38C9675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72635" y="2329220"/>
                  <a:ext cx="16700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1605BC-6C3D-AE15-D7BA-5A0C5018D571}"/>
                    </a:ext>
                  </a:extLst>
                </p14:cNvPr>
                <p14:cNvContentPartPr/>
                <p14:nvPr/>
              </p14:nvContentPartPr>
              <p14:xfrm>
                <a:off x="6157555" y="1961300"/>
                <a:ext cx="243000" cy="759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1605BC-6C3D-AE15-D7BA-5A0C5018D5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48555" y="1952660"/>
                  <a:ext cx="26064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F92653-D65E-6C80-E139-404F6CEDD8B5}"/>
                    </a:ext>
                  </a:extLst>
                </p14:cNvPr>
                <p14:cNvContentPartPr/>
                <p14:nvPr/>
              </p14:nvContentPartPr>
              <p14:xfrm>
                <a:off x="6724195" y="2444420"/>
                <a:ext cx="87120" cy="54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F92653-D65E-6C80-E139-404F6CEDD8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15195" y="2435780"/>
                  <a:ext cx="104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424EF5-4C10-511F-165A-C82765F0B66D}"/>
                    </a:ext>
                  </a:extLst>
                </p14:cNvPr>
                <p14:cNvContentPartPr/>
                <p14:nvPr/>
              </p14:nvContentPartPr>
              <p14:xfrm>
                <a:off x="1992715" y="4668860"/>
                <a:ext cx="249840" cy="1161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424EF5-4C10-511F-165A-C82765F0B6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83715" y="4659860"/>
                  <a:ext cx="267480" cy="11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88BBD1-3534-1F8F-D361-2B631C4E5FFE}"/>
                    </a:ext>
                  </a:extLst>
                </p14:cNvPr>
                <p14:cNvContentPartPr/>
                <p14:nvPr/>
              </p14:nvContentPartPr>
              <p14:xfrm>
                <a:off x="1300435" y="4570220"/>
                <a:ext cx="2076840" cy="93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88BBD1-3534-1F8F-D361-2B631C4E5FF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91795" y="4561580"/>
                  <a:ext cx="2094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AAC610-5E66-4354-8289-43AB2D74BF18}"/>
                    </a:ext>
                  </a:extLst>
                </p14:cNvPr>
                <p14:cNvContentPartPr/>
                <p14:nvPr/>
              </p14:nvContentPartPr>
              <p14:xfrm>
                <a:off x="3033835" y="4609100"/>
                <a:ext cx="784080" cy="81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AAC610-5E66-4354-8289-43AB2D74BF1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24835" y="4600100"/>
                  <a:ext cx="80172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B85BB44-383E-45A1-0EEE-D01D869C7C21}"/>
                    </a:ext>
                  </a:extLst>
                </p14:cNvPr>
                <p14:cNvContentPartPr/>
                <p14:nvPr/>
              </p14:nvContentPartPr>
              <p14:xfrm>
                <a:off x="3748435" y="4924820"/>
                <a:ext cx="318960" cy="267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B85BB44-383E-45A1-0EEE-D01D869C7C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39435" y="4916180"/>
                  <a:ext cx="336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BE99CD-100B-0780-C0F7-960FB8ACD83F}"/>
                    </a:ext>
                  </a:extLst>
                </p14:cNvPr>
                <p14:cNvContentPartPr/>
                <p14:nvPr/>
              </p14:nvContentPartPr>
              <p14:xfrm>
                <a:off x="4312555" y="4676420"/>
                <a:ext cx="220680" cy="478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BE99CD-100B-0780-C0F7-960FB8ACD83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03915" y="4667420"/>
                  <a:ext cx="2383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E36C33-4E4B-227A-342F-2782D2438389}"/>
                    </a:ext>
                  </a:extLst>
                </p14:cNvPr>
                <p14:cNvContentPartPr/>
                <p14:nvPr/>
              </p14:nvContentPartPr>
              <p14:xfrm>
                <a:off x="4996915" y="4747340"/>
                <a:ext cx="285480" cy="1007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E36C33-4E4B-227A-342F-2782D243838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88275" y="4738700"/>
                  <a:ext cx="30312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21305E-914C-9EB5-3FC5-241D79BA45BA}"/>
                    </a:ext>
                  </a:extLst>
                </p14:cNvPr>
                <p14:cNvContentPartPr/>
                <p14:nvPr/>
              </p14:nvContentPartPr>
              <p14:xfrm>
                <a:off x="5033635" y="4521980"/>
                <a:ext cx="1788120" cy="145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21305E-914C-9EB5-3FC5-241D79BA45B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24995" y="4513340"/>
                  <a:ext cx="1805760" cy="14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9C27F06-947E-F74F-33A6-F384482DE35A}"/>
                    </a:ext>
                  </a:extLst>
                </p14:cNvPr>
                <p14:cNvContentPartPr/>
                <p14:nvPr/>
              </p14:nvContentPartPr>
              <p14:xfrm>
                <a:off x="6551755" y="5438180"/>
                <a:ext cx="1453320" cy="45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9C27F06-947E-F74F-33A6-F384482DE3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42755" y="5429180"/>
                  <a:ext cx="1470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36937FE-1BD4-9C7D-4921-2E3D882BC35B}"/>
                    </a:ext>
                  </a:extLst>
                </p14:cNvPr>
                <p14:cNvContentPartPr/>
                <p14:nvPr/>
              </p14:nvContentPartPr>
              <p14:xfrm>
                <a:off x="8411875" y="4941380"/>
                <a:ext cx="736920" cy="166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36937FE-1BD4-9C7D-4921-2E3D882BC35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2875" y="4932740"/>
                  <a:ext cx="754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D3EAA8F-6FA3-5A54-07B8-BC9091013E78}"/>
                    </a:ext>
                  </a:extLst>
                </p14:cNvPr>
                <p14:cNvContentPartPr/>
                <p14:nvPr/>
              </p14:nvContentPartPr>
              <p14:xfrm>
                <a:off x="8362555" y="5052260"/>
                <a:ext cx="340560" cy="714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D3EAA8F-6FA3-5A54-07B8-BC9091013E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53915" y="5043620"/>
                  <a:ext cx="35820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14E624-4399-F5D9-AF9C-FE345F5D171D}"/>
                    </a:ext>
                  </a:extLst>
                </p14:cNvPr>
                <p14:cNvContentPartPr/>
                <p14:nvPr/>
              </p14:nvContentPartPr>
              <p14:xfrm>
                <a:off x="9122515" y="5229020"/>
                <a:ext cx="198000" cy="618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14E624-4399-F5D9-AF9C-FE345F5D17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13875" y="5220380"/>
                  <a:ext cx="21564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EA9537-1B43-39E2-029A-07ABF2329FEB}"/>
                    </a:ext>
                  </a:extLst>
                </p14:cNvPr>
                <p14:cNvContentPartPr/>
                <p14:nvPr/>
              </p14:nvContentPartPr>
              <p14:xfrm>
                <a:off x="9083995" y="5076020"/>
                <a:ext cx="561600" cy="884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EA9537-1B43-39E2-029A-07ABF2329F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74995" y="5067380"/>
                  <a:ext cx="57924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691928-002A-22D2-466C-30D48B0B6E88}"/>
                    </a:ext>
                  </a:extLst>
                </p14:cNvPr>
                <p14:cNvContentPartPr/>
                <p14:nvPr/>
              </p14:nvContentPartPr>
              <p14:xfrm>
                <a:off x="9290275" y="5942180"/>
                <a:ext cx="5040" cy="9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691928-002A-22D2-466C-30D48B0B6E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81275" y="5933180"/>
                  <a:ext cx="22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95714E-5140-F4A7-6822-960A1684365D}"/>
                    </a:ext>
                  </a:extLst>
                </p14:cNvPr>
                <p14:cNvContentPartPr/>
                <p14:nvPr/>
              </p14:nvContentPartPr>
              <p14:xfrm>
                <a:off x="7980595" y="4637180"/>
                <a:ext cx="279000" cy="1454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95714E-5140-F4A7-6822-960A1684365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71595" y="4628540"/>
                  <a:ext cx="296640" cy="14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BBDF80B-4C76-7721-C9A7-D9E159F2DA89}"/>
                    </a:ext>
                  </a:extLst>
                </p14:cNvPr>
                <p14:cNvContentPartPr/>
                <p14:nvPr/>
              </p14:nvContentPartPr>
              <p14:xfrm>
                <a:off x="8437795" y="4686140"/>
                <a:ext cx="2316600" cy="1805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BBDF80B-4C76-7721-C9A7-D9E159F2DA8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8795" y="4677140"/>
                  <a:ext cx="2334240" cy="18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B2212C-E266-6213-94C8-1278A7411CE5}"/>
                    </a:ext>
                  </a:extLst>
                </p14:cNvPr>
                <p14:cNvContentPartPr/>
                <p14:nvPr/>
              </p14:nvContentPartPr>
              <p14:xfrm>
                <a:off x="10532275" y="5145500"/>
                <a:ext cx="1402200" cy="18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B2212C-E266-6213-94C8-1278A7411CE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23275" y="5136860"/>
                  <a:ext cx="1419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9E7E93F-B439-E288-3874-EEC3F5FD4551}"/>
                    </a:ext>
                  </a:extLst>
                </p14:cNvPr>
                <p14:cNvContentPartPr/>
                <p14:nvPr/>
              </p14:nvContentPartPr>
              <p14:xfrm>
                <a:off x="11393035" y="4749500"/>
                <a:ext cx="248760" cy="761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9E7E93F-B439-E288-3874-EEC3F5FD455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384395" y="4740500"/>
                  <a:ext cx="26640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236A9F-EA4B-3716-DE09-29AA0F00C242}"/>
                    </a:ext>
                  </a:extLst>
                </p14:cNvPr>
                <p14:cNvContentPartPr/>
                <p14:nvPr/>
              </p14:nvContentPartPr>
              <p14:xfrm>
                <a:off x="11934475" y="5271500"/>
                <a:ext cx="45000" cy="17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236A9F-EA4B-3716-DE09-29AA0F00C24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925475" y="5262860"/>
                  <a:ext cx="62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F18E2D-1A73-0EEA-16AD-1F595F230592}"/>
                    </a:ext>
                  </a:extLst>
                </p14:cNvPr>
                <p14:cNvContentPartPr/>
                <p14:nvPr/>
              </p14:nvContentPartPr>
              <p14:xfrm>
                <a:off x="70675" y="5195900"/>
                <a:ext cx="320040" cy="676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F18E2D-1A73-0EEA-16AD-1F595F2305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75" y="5186900"/>
                  <a:ext cx="33768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397A6F-BE5E-5938-DB8F-9C6C48F4BBE7}"/>
                    </a:ext>
                  </a:extLst>
                </p14:cNvPr>
                <p14:cNvContentPartPr/>
                <p14:nvPr/>
              </p14:nvContentPartPr>
              <p14:xfrm>
                <a:off x="439675" y="4915460"/>
                <a:ext cx="362160" cy="125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397A6F-BE5E-5938-DB8F-9C6C48F4BBE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0675" y="4906820"/>
                  <a:ext cx="379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3F54C41-3165-6920-8422-CD5E23BDB348}"/>
                    </a:ext>
                  </a:extLst>
                </p14:cNvPr>
                <p14:cNvContentPartPr/>
                <p14:nvPr/>
              </p14:nvContentPartPr>
              <p14:xfrm>
                <a:off x="1399435" y="5112020"/>
                <a:ext cx="71640" cy="75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3F54C41-3165-6920-8422-CD5E23BDB3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90435" y="5103020"/>
                  <a:ext cx="89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D3E9C32-6F3B-51D5-7848-8DDA0EAD93B4}"/>
                    </a:ext>
                  </a:extLst>
                </p14:cNvPr>
                <p14:cNvContentPartPr/>
                <p14:nvPr/>
              </p14:nvContentPartPr>
              <p14:xfrm>
                <a:off x="1616515" y="5282300"/>
                <a:ext cx="36360" cy="40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D3E9C32-6F3B-51D5-7848-8DDA0EAD93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07515" y="5273660"/>
                  <a:ext cx="54000" cy="5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4915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EBD605B-6E04-70C0-B38D-8496E9990472}"/>
              </a:ext>
            </a:extLst>
          </p:cNvPr>
          <p:cNvGrpSpPr/>
          <p:nvPr/>
        </p:nvGrpSpPr>
        <p:grpSpPr>
          <a:xfrm>
            <a:off x="29635" y="142580"/>
            <a:ext cx="12159720" cy="6230880"/>
            <a:chOff x="29635" y="142580"/>
            <a:chExt cx="12159720" cy="62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D9C6E5-5403-0C32-EAE1-B525D7ADEE4B}"/>
                    </a:ext>
                  </a:extLst>
                </p14:cNvPr>
                <p14:cNvContentPartPr/>
                <p14:nvPr/>
              </p14:nvContentPartPr>
              <p14:xfrm>
                <a:off x="1509235" y="420140"/>
                <a:ext cx="458640" cy="1082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D9C6E5-5403-0C32-EAE1-B525D7ADEE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0235" y="411500"/>
                  <a:ext cx="476280" cy="10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66D05AF-6EF8-99D4-B11F-3C2449547CD5}"/>
                    </a:ext>
                  </a:extLst>
                </p14:cNvPr>
                <p14:cNvContentPartPr/>
                <p14:nvPr/>
              </p14:nvContentPartPr>
              <p14:xfrm>
                <a:off x="1404835" y="750620"/>
                <a:ext cx="1172160" cy="569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66D05AF-6EF8-99D4-B11F-3C2449547C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96195" y="741980"/>
                  <a:ext cx="11898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0B5E6A-7110-6E91-EDF7-A97C48BA4459}"/>
                    </a:ext>
                  </a:extLst>
                </p14:cNvPr>
                <p14:cNvContentPartPr/>
                <p14:nvPr/>
              </p14:nvContentPartPr>
              <p14:xfrm>
                <a:off x="2579875" y="175340"/>
                <a:ext cx="462240" cy="19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0B5E6A-7110-6E91-EDF7-A97C48BA44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70875" y="166340"/>
                  <a:ext cx="479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067906-4A4D-EF2E-7676-7235DA49EDF9}"/>
                    </a:ext>
                  </a:extLst>
                </p14:cNvPr>
                <p14:cNvContentPartPr/>
                <p14:nvPr/>
              </p14:nvContentPartPr>
              <p14:xfrm>
                <a:off x="2313475" y="1274780"/>
                <a:ext cx="776880" cy="292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067906-4A4D-EF2E-7676-7235DA49ED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4475" y="1265780"/>
                  <a:ext cx="7945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6B9DCF-4ED4-4A9F-DD68-7C3F39CA9582}"/>
                    </a:ext>
                  </a:extLst>
                </p14:cNvPr>
                <p14:cNvContentPartPr/>
                <p14:nvPr/>
              </p14:nvContentPartPr>
              <p14:xfrm>
                <a:off x="3918355" y="802460"/>
                <a:ext cx="1019160" cy="6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6B9DCF-4ED4-4A9F-DD68-7C3F39CA95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09355" y="793820"/>
                  <a:ext cx="1036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1A81EB-03DD-7EED-9FC4-0A213FAFC505}"/>
                    </a:ext>
                  </a:extLst>
                </p14:cNvPr>
                <p14:cNvContentPartPr/>
                <p14:nvPr/>
              </p14:nvContentPartPr>
              <p14:xfrm>
                <a:off x="6110395" y="254900"/>
                <a:ext cx="162000" cy="77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1A81EB-03DD-7EED-9FC4-0A213FAFC5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01755" y="246260"/>
                  <a:ext cx="17964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9CE3E9-7892-82A1-38C3-63A9F2644E03}"/>
                    </a:ext>
                  </a:extLst>
                </p14:cNvPr>
                <p14:cNvContentPartPr/>
                <p14:nvPr/>
              </p14:nvContentPartPr>
              <p14:xfrm>
                <a:off x="6440875" y="814340"/>
                <a:ext cx="52200" cy="32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9CE3E9-7892-82A1-38C3-63A9F2644E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31875" y="805700"/>
                  <a:ext cx="69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56B80A-6D2B-03B2-A5B8-6691C02180D3}"/>
                    </a:ext>
                  </a:extLst>
                </p14:cNvPr>
                <p14:cNvContentPartPr/>
                <p14:nvPr/>
              </p14:nvContentPartPr>
              <p14:xfrm>
                <a:off x="7028035" y="142580"/>
                <a:ext cx="545400" cy="89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56B80A-6D2B-03B2-A5B8-6691C02180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19395" y="133580"/>
                  <a:ext cx="56304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928522-0616-73A1-0FB2-8B89F62483C2}"/>
                    </a:ext>
                  </a:extLst>
                </p14:cNvPr>
                <p14:cNvContentPartPr/>
                <p14:nvPr/>
              </p14:nvContentPartPr>
              <p14:xfrm>
                <a:off x="8115595" y="660260"/>
                <a:ext cx="49680" cy="1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928522-0616-73A1-0FB2-8B89F62483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06955" y="651620"/>
                  <a:ext cx="67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2D3C8C-48D8-BDC1-FF9F-88639428E895}"/>
                    </a:ext>
                  </a:extLst>
                </p14:cNvPr>
                <p14:cNvContentPartPr/>
                <p14:nvPr/>
              </p14:nvContentPartPr>
              <p14:xfrm>
                <a:off x="6357715" y="722180"/>
                <a:ext cx="726120" cy="9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2D3C8C-48D8-BDC1-FF9F-88639428E8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48715" y="713540"/>
                  <a:ext cx="743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D65FBE-B876-474B-1D94-62F2C6235633}"/>
                    </a:ext>
                  </a:extLst>
                </p14:cNvPr>
                <p14:cNvContentPartPr/>
                <p14:nvPr/>
              </p14:nvContentPartPr>
              <p14:xfrm>
                <a:off x="7856755" y="172100"/>
                <a:ext cx="1372320" cy="662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D65FBE-B876-474B-1D94-62F2C62356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47755" y="163100"/>
                  <a:ext cx="138996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8CE03E-74EF-B27A-B4B6-98DD24C3E31A}"/>
                    </a:ext>
                  </a:extLst>
                </p14:cNvPr>
                <p14:cNvContentPartPr/>
                <p14:nvPr/>
              </p14:nvContentPartPr>
              <p14:xfrm>
                <a:off x="9568555" y="485660"/>
                <a:ext cx="696600" cy="28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8CE03E-74EF-B27A-B4B6-98DD24C3E3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59915" y="477020"/>
                  <a:ext cx="7142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061612-9174-14AE-1C96-D6E1DD1042E1}"/>
                    </a:ext>
                  </a:extLst>
                </p14:cNvPr>
                <p14:cNvContentPartPr/>
                <p14:nvPr/>
              </p14:nvContentPartPr>
              <p14:xfrm>
                <a:off x="3196195" y="1975700"/>
                <a:ext cx="150840" cy="86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061612-9174-14AE-1C96-D6E1DD1042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87195" y="1966700"/>
                  <a:ext cx="168480" cy="88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1C14BC-BABD-2C09-BB02-7522D7C108D7}"/>
                    </a:ext>
                  </a:extLst>
                </p14:cNvPr>
                <p14:cNvContentPartPr/>
                <p14:nvPr/>
              </p14:nvContentPartPr>
              <p14:xfrm>
                <a:off x="3595435" y="1568180"/>
                <a:ext cx="882720" cy="1199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1C14BC-BABD-2C09-BB02-7522D7C108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86435" y="1559180"/>
                  <a:ext cx="900360" cy="12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D3B3BE2-9D69-8D03-7930-41F8AF484226}"/>
                    </a:ext>
                  </a:extLst>
                </p14:cNvPr>
                <p14:cNvContentPartPr/>
                <p14:nvPr/>
              </p14:nvContentPartPr>
              <p14:xfrm>
                <a:off x="5170075" y="1929980"/>
                <a:ext cx="318600" cy="60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D3B3BE2-9D69-8D03-7930-41F8AF48422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61075" y="1921340"/>
                  <a:ext cx="336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6985CE-6279-DE77-0FFF-53F390C8A731}"/>
                    </a:ext>
                  </a:extLst>
                </p14:cNvPr>
                <p14:cNvContentPartPr/>
                <p14:nvPr/>
              </p14:nvContentPartPr>
              <p14:xfrm>
                <a:off x="3224995" y="1766180"/>
                <a:ext cx="349920" cy="1043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6985CE-6279-DE77-0FFF-53F390C8A7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15995" y="1757540"/>
                  <a:ext cx="36756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EAB90-2D2A-C0BA-5FD5-71CC988015B5}"/>
                    </a:ext>
                  </a:extLst>
                </p14:cNvPr>
                <p14:cNvContentPartPr/>
                <p14:nvPr/>
              </p14:nvContentPartPr>
              <p14:xfrm>
                <a:off x="3080275" y="1548380"/>
                <a:ext cx="1370880" cy="1424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EAB90-2D2A-C0BA-5FD5-71CC988015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71275" y="1539740"/>
                  <a:ext cx="1388520" cy="14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F3F1CA-ED66-4F2B-FCE4-204BF4CD31D6}"/>
                    </a:ext>
                  </a:extLst>
                </p14:cNvPr>
                <p14:cNvContentPartPr/>
                <p14:nvPr/>
              </p14:nvContentPartPr>
              <p14:xfrm>
                <a:off x="7430875" y="1607780"/>
                <a:ext cx="1344960" cy="63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F3F1CA-ED66-4F2B-FCE4-204BF4CD31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21875" y="1599140"/>
                  <a:ext cx="1362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421E34-26EE-16B6-54B0-900624257417}"/>
                    </a:ext>
                  </a:extLst>
                </p14:cNvPr>
                <p14:cNvContentPartPr/>
                <p14:nvPr/>
              </p14:nvContentPartPr>
              <p14:xfrm>
                <a:off x="8511235" y="1203140"/>
                <a:ext cx="555120" cy="996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421E34-26EE-16B6-54B0-9006242574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02235" y="1194140"/>
                  <a:ext cx="57276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9878AC-E7BD-EC1D-BEC8-D40C7D1D0DF4}"/>
                    </a:ext>
                  </a:extLst>
                </p14:cNvPr>
                <p14:cNvContentPartPr/>
                <p14:nvPr/>
              </p14:nvContentPartPr>
              <p14:xfrm>
                <a:off x="9158515" y="1970300"/>
                <a:ext cx="52200" cy="10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9878AC-E7BD-EC1D-BEC8-D40C7D1D0DF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49875" y="1961300"/>
                  <a:ext cx="69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7FE907-EA0C-15A9-1654-D9684F1053B1}"/>
                    </a:ext>
                  </a:extLst>
                </p14:cNvPr>
                <p14:cNvContentPartPr/>
                <p14:nvPr/>
              </p14:nvContentPartPr>
              <p14:xfrm>
                <a:off x="9798955" y="1566380"/>
                <a:ext cx="218520" cy="9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7FE907-EA0C-15A9-1654-D9684F1053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90315" y="1557740"/>
                  <a:ext cx="23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BB51F8E-15B7-19C6-9065-5A7FEB708288}"/>
                    </a:ext>
                  </a:extLst>
                </p14:cNvPr>
                <p14:cNvContentPartPr/>
                <p14:nvPr/>
              </p14:nvContentPartPr>
              <p14:xfrm>
                <a:off x="10702195" y="1433180"/>
                <a:ext cx="677520" cy="12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BB51F8E-15B7-19C6-9065-5A7FEB7082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93195" y="1424180"/>
                  <a:ext cx="695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11F5D5-44B8-F001-CE1C-9FE59134870B}"/>
                    </a:ext>
                  </a:extLst>
                </p14:cNvPr>
                <p14:cNvContentPartPr/>
                <p14:nvPr/>
              </p14:nvContentPartPr>
              <p14:xfrm>
                <a:off x="29635" y="4109420"/>
                <a:ext cx="1842480" cy="25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11F5D5-44B8-F001-CE1C-9FE5913487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35" y="4100420"/>
                  <a:ext cx="18601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DF5F07-BEA3-3AF9-B5F5-1353AFBE5DD7}"/>
                    </a:ext>
                  </a:extLst>
                </p14:cNvPr>
                <p14:cNvContentPartPr/>
                <p14:nvPr/>
              </p14:nvContentPartPr>
              <p14:xfrm>
                <a:off x="381715" y="4550780"/>
                <a:ext cx="450000" cy="761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DF5F07-BEA3-3AF9-B5F5-1353AFBE5D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2715" y="4542140"/>
                  <a:ext cx="46764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254DD4-10B8-0EB2-4D89-908128CF06E1}"/>
                    </a:ext>
                  </a:extLst>
                </p14:cNvPr>
                <p14:cNvContentPartPr/>
                <p14:nvPr/>
              </p14:nvContentPartPr>
              <p14:xfrm>
                <a:off x="1238515" y="4488500"/>
                <a:ext cx="1629000" cy="691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254DD4-10B8-0EB2-4D89-908128CF06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29875" y="4479500"/>
                  <a:ext cx="164664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A1DBAC-6FF6-953F-57AD-DA1F6141923C}"/>
                    </a:ext>
                  </a:extLst>
                </p14:cNvPr>
                <p14:cNvContentPartPr/>
                <p14:nvPr/>
              </p14:nvContentPartPr>
              <p14:xfrm>
                <a:off x="4093675" y="4201580"/>
                <a:ext cx="1023840" cy="198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A1DBAC-6FF6-953F-57AD-DA1F6141923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84675" y="4192580"/>
                  <a:ext cx="1041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7F99A9-033C-A988-2EA3-78054F316945}"/>
                    </a:ext>
                  </a:extLst>
                </p14:cNvPr>
                <p14:cNvContentPartPr/>
                <p14:nvPr/>
              </p14:nvContentPartPr>
              <p14:xfrm>
                <a:off x="6187435" y="3726740"/>
                <a:ext cx="1244880" cy="468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7F99A9-033C-A988-2EA3-78054F3169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78795" y="3717740"/>
                  <a:ext cx="12625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F2F9DC3-8C34-7611-A27B-36C412FEB357}"/>
                    </a:ext>
                  </a:extLst>
                </p14:cNvPr>
                <p14:cNvContentPartPr/>
                <p14:nvPr/>
              </p14:nvContentPartPr>
              <p14:xfrm>
                <a:off x="8482075" y="3644660"/>
                <a:ext cx="1118160" cy="99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F2F9DC3-8C34-7611-A27B-36C412FEB3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73435" y="3636020"/>
                  <a:ext cx="1135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E69800-C69E-4ABE-1D2D-047980D1A62B}"/>
                    </a:ext>
                  </a:extLst>
                </p14:cNvPr>
                <p14:cNvContentPartPr/>
                <p14:nvPr/>
              </p14:nvContentPartPr>
              <p14:xfrm>
                <a:off x="9273355" y="3323540"/>
                <a:ext cx="317520" cy="62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E69800-C69E-4ABE-1D2D-047980D1A6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64355" y="3314540"/>
                  <a:ext cx="33516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E3F580-4297-CEEB-54AD-5344D81DFA58}"/>
                    </a:ext>
                  </a:extLst>
                </p14:cNvPr>
                <p14:cNvContentPartPr/>
                <p14:nvPr/>
              </p14:nvContentPartPr>
              <p14:xfrm>
                <a:off x="9959515" y="3961820"/>
                <a:ext cx="36360" cy="2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E3F580-4297-CEEB-54AD-5344D81DFA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50515" y="3952820"/>
                  <a:ext cx="54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EA7714-EAC3-F93F-FCDF-8D2E34D051B9}"/>
                    </a:ext>
                  </a:extLst>
                </p14:cNvPr>
                <p14:cNvContentPartPr/>
                <p14:nvPr/>
              </p14:nvContentPartPr>
              <p14:xfrm>
                <a:off x="4026715" y="4862180"/>
                <a:ext cx="600480" cy="1511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EA7714-EAC3-F93F-FCDF-8D2E34D051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18075" y="4853540"/>
                  <a:ext cx="618120" cy="15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DB6F59-0412-7A4C-8BB3-A6A618E53BCB}"/>
                    </a:ext>
                  </a:extLst>
                </p14:cNvPr>
                <p14:cNvContentPartPr/>
                <p14:nvPr/>
              </p14:nvContentPartPr>
              <p14:xfrm>
                <a:off x="4667155" y="4837340"/>
                <a:ext cx="3941280" cy="129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DB6F59-0412-7A4C-8BB3-A6A618E53B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58155" y="4828700"/>
                  <a:ext cx="3958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E471BC-386F-DB98-D01F-D47DDA674EB0}"/>
                    </a:ext>
                  </a:extLst>
                </p14:cNvPr>
                <p14:cNvContentPartPr/>
                <p14:nvPr/>
              </p14:nvContentPartPr>
              <p14:xfrm>
                <a:off x="3919435" y="2641340"/>
                <a:ext cx="2054880" cy="82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E471BC-386F-DB98-D01F-D47DDA674E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10795" y="2632700"/>
                  <a:ext cx="207252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A3847F-A47E-B191-F80F-D35340DF97DE}"/>
                    </a:ext>
                  </a:extLst>
                </p14:cNvPr>
                <p14:cNvContentPartPr/>
                <p14:nvPr/>
              </p14:nvContentPartPr>
              <p14:xfrm>
                <a:off x="4577155" y="2189540"/>
                <a:ext cx="1569960" cy="635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A3847F-A47E-B191-F80F-D35340DF97D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68155" y="2180540"/>
                  <a:ext cx="15876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E45D6A-A59B-3263-102B-E4C2C9010D6E}"/>
                    </a:ext>
                  </a:extLst>
                </p14:cNvPr>
                <p14:cNvContentPartPr/>
                <p14:nvPr/>
              </p14:nvContentPartPr>
              <p14:xfrm>
                <a:off x="7125595" y="2169740"/>
                <a:ext cx="88560" cy="632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E45D6A-A59B-3263-102B-E4C2C9010D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16595" y="2161100"/>
                  <a:ext cx="1062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4D125E-E7AC-6FBF-ADE4-669ED9DE9793}"/>
                    </a:ext>
                  </a:extLst>
                </p14:cNvPr>
                <p14:cNvContentPartPr/>
                <p14:nvPr/>
              </p14:nvContentPartPr>
              <p14:xfrm>
                <a:off x="7138915" y="2009180"/>
                <a:ext cx="518400" cy="101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4D125E-E7AC-6FBF-ADE4-669ED9DE97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30275" y="2000540"/>
                  <a:ext cx="53604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9AA67F-7A2D-F06E-26EB-7962910C04D3}"/>
                    </a:ext>
                  </a:extLst>
                </p14:cNvPr>
                <p14:cNvContentPartPr/>
                <p14:nvPr/>
              </p14:nvContentPartPr>
              <p14:xfrm>
                <a:off x="7922635" y="2450900"/>
                <a:ext cx="180000" cy="224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9AA67F-7A2D-F06E-26EB-7962910C04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13995" y="2442260"/>
                  <a:ext cx="197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D26AC3-CE77-3F47-6168-B7E54553239C}"/>
                    </a:ext>
                  </a:extLst>
                </p14:cNvPr>
                <p14:cNvContentPartPr/>
                <p14:nvPr/>
              </p14:nvContentPartPr>
              <p14:xfrm>
                <a:off x="9454075" y="2343620"/>
                <a:ext cx="104040" cy="27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D26AC3-CE77-3F47-6168-B7E5455323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45435" y="2334620"/>
                  <a:ext cx="12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0DE148C-4CFF-7E69-F5B9-FC3C3BE95210}"/>
                    </a:ext>
                  </a:extLst>
                </p14:cNvPr>
                <p14:cNvContentPartPr/>
                <p14:nvPr/>
              </p14:nvContentPartPr>
              <p14:xfrm>
                <a:off x="7895275" y="2481500"/>
                <a:ext cx="406440" cy="309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0DE148C-4CFF-7E69-F5B9-FC3C3BE952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6635" y="2472860"/>
                  <a:ext cx="424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EFB234-BA20-9950-B475-14C760C570F9}"/>
                    </a:ext>
                  </a:extLst>
                </p14:cNvPr>
                <p14:cNvContentPartPr/>
                <p14:nvPr/>
              </p14:nvContentPartPr>
              <p14:xfrm>
                <a:off x="6665155" y="2001620"/>
                <a:ext cx="424800" cy="893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EFB234-BA20-9950-B475-14C760C570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56155" y="1992980"/>
                  <a:ext cx="44244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8855D9C-2F27-2F43-9911-F80250390013}"/>
                    </a:ext>
                  </a:extLst>
                </p14:cNvPr>
                <p14:cNvContentPartPr/>
                <p14:nvPr/>
              </p14:nvContentPartPr>
              <p14:xfrm>
                <a:off x="7028035" y="1711820"/>
                <a:ext cx="3807720" cy="121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8855D9C-2F27-2F43-9911-F802503900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19395" y="1702820"/>
                  <a:ext cx="3825360" cy="12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D317E44-D817-42E8-18CD-C2CD0545F3D8}"/>
                    </a:ext>
                  </a:extLst>
                </p14:cNvPr>
                <p14:cNvContentPartPr/>
                <p14:nvPr/>
              </p14:nvContentPartPr>
              <p14:xfrm>
                <a:off x="6323875" y="3054980"/>
                <a:ext cx="3135600" cy="168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D317E44-D817-42E8-18CD-C2CD0545F3D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14875" y="3045980"/>
                  <a:ext cx="3153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EC3D8D-0ED8-5EC8-CE39-90C511C8B46F}"/>
                    </a:ext>
                  </a:extLst>
                </p14:cNvPr>
                <p14:cNvContentPartPr/>
                <p14:nvPr/>
              </p14:nvContentPartPr>
              <p14:xfrm>
                <a:off x="8210995" y="1807580"/>
                <a:ext cx="1589760" cy="1539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EC3D8D-0ED8-5EC8-CE39-90C511C8B4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01995" y="1798580"/>
                  <a:ext cx="160740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92B7D3C-0FE8-35C7-F4F8-FD8E1305B255}"/>
                    </a:ext>
                  </a:extLst>
                </p14:cNvPr>
                <p14:cNvContentPartPr/>
                <p14:nvPr/>
              </p14:nvContentPartPr>
              <p14:xfrm>
                <a:off x="9015235" y="2837180"/>
                <a:ext cx="24480" cy="1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92B7D3C-0FE8-35C7-F4F8-FD8E1305B2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06235" y="2828540"/>
                  <a:ext cx="42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DF31BA-3DBD-E90C-DB37-6C80754099DD}"/>
                    </a:ext>
                  </a:extLst>
                </p14:cNvPr>
                <p14:cNvContentPartPr/>
                <p14:nvPr/>
              </p14:nvContentPartPr>
              <p14:xfrm>
                <a:off x="9846115" y="2534420"/>
                <a:ext cx="2343240" cy="150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DF31BA-3DBD-E90C-DB37-6C80754099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37115" y="2525780"/>
                  <a:ext cx="2360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9A8DB9-C387-7EED-F1FC-E12FD3EF609A}"/>
                    </a:ext>
                  </a:extLst>
                </p14:cNvPr>
                <p14:cNvContentPartPr/>
                <p14:nvPr/>
              </p14:nvContentPartPr>
              <p14:xfrm>
                <a:off x="11173435" y="2162180"/>
                <a:ext cx="683640" cy="1113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9A8DB9-C387-7EED-F1FC-E12FD3EF60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64795" y="2153540"/>
                  <a:ext cx="701280" cy="11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9FB65C3-7568-BA2B-AF01-EC7C353C8B7B}"/>
                    </a:ext>
                  </a:extLst>
                </p14:cNvPr>
                <p14:cNvContentPartPr/>
                <p14:nvPr/>
              </p14:nvContentPartPr>
              <p14:xfrm>
                <a:off x="9510955" y="3305180"/>
                <a:ext cx="303120" cy="673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9FB65C3-7568-BA2B-AF01-EC7C353C8B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01955" y="3296180"/>
                  <a:ext cx="32076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C848E62-B4EA-BBF4-59C4-B3DF6FD9EC4E}"/>
                    </a:ext>
                  </a:extLst>
                </p14:cNvPr>
                <p14:cNvContentPartPr/>
                <p14:nvPr/>
              </p14:nvContentPartPr>
              <p14:xfrm>
                <a:off x="9941875" y="3450620"/>
                <a:ext cx="605160" cy="39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C848E62-B4EA-BBF4-59C4-B3DF6FD9EC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32875" y="3441620"/>
                  <a:ext cx="6228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E0023F-3EF6-AF97-F2E0-3D6F2BFACC04}"/>
                    </a:ext>
                  </a:extLst>
                </p14:cNvPr>
                <p14:cNvContentPartPr/>
                <p14:nvPr/>
              </p14:nvContentPartPr>
              <p14:xfrm>
                <a:off x="10553875" y="3643940"/>
                <a:ext cx="383760" cy="461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E0023F-3EF6-AF97-F2E0-3D6F2BFACC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45235" y="3634940"/>
                  <a:ext cx="4014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62FF06-0CA5-77FB-6C20-A99CCAC88971}"/>
                    </a:ext>
                  </a:extLst>
                </p14:cNvPr>
                <p14:cNvContentPartPr/>
                <p14:nvPr/>
              </p14:nvContentPartPr>
              <p14:xfrm>
                <a:off x="11421835" y="3700100"/>
                <a:ext cx="130680" cy="35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62FF06-0CA5-77FB-6C20-A99CCAC889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13195" y="3691460"/>
                  <a:ext cx="148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8711BA-6EC8-91FF-5CAC-7035E86572D8}"/>
                    </a:ext>
                  </a:extLst>
                </p14:cNvPr>
                <p14:cNvContentPartPr/>
                <p14:nvPr/>
              </p14:nvContentPartPr>
              <p14:xfrm>
                <a:off x="9782395" y="4214540"/>
                <a:ext cx="226440" cy="442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78711BA-6EC8-91FF-5CAC-7035E86572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73755" y="4205540"/>
                  <a:ext cx="2440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03F2CC-E823-F3A9-2506-CA327E107B2E}"/>
                    </a:ext>
                  </a:extLst>
                </p14:cNvPr>
                <p14:cNvContentPartPr/>
                <p14:nvPr/>
              </p14:nvContentPartPr>
              <p14:xfrm>
                <a:off x="10169035" y="4041020"/>
                <a:ext cx="383400" cy="41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03F2CC-E823-F3A9-2506-CA327E107B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60395" y="4032020"/>
                  <a:ext cx="4010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97F59B7-DFA1-530F-1C88-6105FA3DF243}"/>
                    </a:ext>
                  </a:extLst>
                </p14:cNvPr>
                <p14:cNvContentPartPr/>
                <p14:nvPr/>
              </p14:nvContentPartPr>
              <p14:xfrm>
                <a:off x="10724515" y="4254500"/>
                <a:ext cx="412200" cy="14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97F59B7-DFA1-530F-1C88-6105FA3DF2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15515" y="4245860"/>
                  <a:ext cx="429840" cy="15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319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7A6B581-3D02-CEE7-A3BD-A8E24DB4C14C}"/>
              </a:ext>
            </a:extLst>
          </p:cNvPr>
          <p:cNvGrpSpPr/>
          <p:nvPr/>
        </p:nvGrpSpPr>
        <p:grpSpPr>
          <a:xfrm>
            <a:off x="618235" y="554060"/>
            <a:ext cx="11315520" cy="5279040"/>
            <a:chOff x="618235" y="554060"/>
            <a:chExt cx="11315520" cy="527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89A4CE5-9DB0-4BF5-3487-E403918DDECB}"/>
                    </a:ext>
                  </a:extLst>
                </p14:cNvPr>
                <p14:cNvContentPartPr/>
                <p14:nvPr/>
              </p14:nvContentPartPr>
              <p14:xfrm>
                <a:off x="871675" y="613820"/>
                <a:ext cx="509760" cy="890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89A4CE5-9DB0-4BF5-3487-E403918DDE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3035" y="604820"/>
                  <a:ext cx="52740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1D3AC9A-6C56-1765-D80B-2D08DC79D019}"/>
                    </a:ext>
                  </a:extLst>
                </p14:cNvPr>
                <p14:cNvContentPartPr/>
                <p14:nvPr/>
              </p14:nvContentPartPr>
              <p14:xfrm>
                <a:off x="1708315" y="977060"/>
                <a:ext cx="1738800" cy="502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1D3AC9A-6C56-1765-D80B-2D08DC79D01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9315" y="968420"/>
                  <a:ext cx="17564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E7D27F9-31B5-63E0-4B46-F2069F3D9F33}"/>
                    </a:ext>
                  </a:extLst>
                </p14:cNvPr>
                <p14:cNvContentPartPr/>
                <p14:nvPr/>
              </p14:nvContentPartPr>
              <p14:xfrm>
                <a:off x="3443515" y="1051580"/>
                <a:ext cx="555840" cy="235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E7D27F9-31B5-63E0-4B46-F2069F3D9F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34875" y="1042580"/>
                  <a:ext cx="573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1C9A9F-3434-297B-06AA-315BA813DD71}"/>
                    </a:ext>
                  </a:extLst>
                </p14:cNvPr>
                <p14:cNvContentPartPr/>
                <p14:nvPr/>
              </p14:nvContentPartPr>
              <p14:xfrm>
                <a:off x="4586155" y="1324460"/>
                <a:ext cx="709200" cy="46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1C9A9F-3434-297B-06AA-315BA813DD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7515" y="1315820"/>
                  <a:ext cx="726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5BF105-CA06-7D9F-EA8A-BD5F1EC8FB9E}"/>
                    </a:ext>
                  </a:extLst>
                </p14:cNvPr>
                <p14:cNvContentPartPr/>
                <p14:nvPr/>
              </p14:nvContentPartPr>
              <p14:xfrm>
                <a:off x="6475075" y="1056980"/>
                <a:ext cx="595440" cy="103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5BF105-CA06-7D9F-EA8A-BD5F1EC8FB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66075" y="1048340"/>
                  <a:ext cx="613080" cy="10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F38610-11DD-863D-AB25-60719823A9E6}"/>
                    </a:ext>
                  </a:extLst>
                </p14:cNvPr>
                <p14:cNvContentPartPr/>
                <p14:nvPr/>
              </p14:nvContentPartPr>
              <p14:xfrm>
                <a:off x="8916595" y="554060"/>
                <a:ext cx="2195640" cy="750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F38610-11DD-863D-AB25-60719823A9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07955" y="545420"/>
                  <a:ext cx="22132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18311D-54B9-3220-585C-78AF09654C8F}"/>
                    </a:ext>
                  </a:extLst>
                </p14:cNvPr>
                <p14:cNvContentPartPr/>
                <p14:nvPr/>
              </p14:nvContentPartPr>
              <p14:xfrm>
                <a:off x="3469075" y="2495900"/>
                <a:ext cx="345240" cy="816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18311D-54B9-3220-585C-78AF09654C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60435" y="2486900"/>
                  <a:ext cx="36288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E41602-D3BD-775D-7EE9-250CBD7A70AA}"/>
                    </a:ext>
                  </a:extLst>
                </p14:cNvPr>
                <p14:cNvContentPartPr/>
                <p14:nvPr/>
              </p14:nvContentPartPr>
              <p14:xfrm>
                <a:off x="3863995" y="2214380"/>
                <a:ext cx="3086640" cy="126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E41602-D3BD-775D-7EE9-250CBD7A70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55355" y="2205380"/>
                  <a:ext cx="3104280" cy="12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DB8043-46FB-CF20-2FF0-6E3FD904B587}"/>
                    </a:ext>
                  </a:extLst>
                </p14:cNvPr>
                <p14:cNvContentPartPr/>
                <p14:nvPr/>
              </p14:nvContentPartPr>
              <p14:xfrm>
                <a:off x="7920115" y="2403380"/>
                <a:ext cx="270720" cy="624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DB8043-46FB-CF20-2FF0-6E3FD904B5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11475" y="2394380"/>
                  <a:ext cx="28836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C15CF1-30ED-8AAA-2CCF-824650581B82}"/>
                    </a:ext>
                  </a:extLst>
                </p14:cNvPr>
                <p14:cNvContentPartPr/>
                <p14:nvPr/>
              </p14:nvContentPartPr>
              <p14:xfrm>
                <a:off x="8146915" y="2008100"/>
                <a:ext cx="570600" cy="244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C15CF1-30ED-8AAA-2CCF-824650581B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38275" y="1999460"/>
                  <a:ext cx="588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9D81B7-CA7E-B01F-D7FB-D4EA56CD4C7F}"/>
                    </a:ext>
                  </a:extLst>
                </p14:cNvPr>
                <p14:cNvContentPartPr/>
                <p14:nvPr/>
              </p14:nvContentPartPr>
              <p14:xfrm>
                <a:off x="7656955" y="2650340"/>
                <a:ext cx="2193120" cy="359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9D81B7-CA7E-B01F-D7FB-D4EA56CD4C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47955" y="2641700"/>
                  <a:ext cx="22107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BB807A-8B61-846F-B299-6E81D962CB08}"/>
                    </a:ext>
                  </a:extLst>
                </p14:cNvPr>
                <p14:cNvContentPartPr/>
                <p14:nvPr/>
              </p14:nvContentPartPr>
              <p14:xfrm>
                <a:off x="10047355" y="2685260"/>
                <a:ext cx="130680" cy="6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BB807A-8B61-846F-B299-6E81D962CB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38715" y="2676620"/>
                  <a:ext cx="148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0CBFFE-C335-95D3-5ED7-62BD032B40E6}"/>
                    </a:ext>
                  </a:extLst>
                </p14:cNvPr>
                <p14:cNvContentPartPr/>
                <p14:nvPr/>
              </p14:nvContentPartPr>
              <p14:xfrm>
                <a:off x="9809755" y="2160020"/>
                <a:ext cx="320040" cy="654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0CBFFE-C335-95D3-5ED7-62BD032B40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01115" y="2151380"/>
                  <a:ext cx="3376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35A4CF-BDBF-13E4-E0BD-6042E8BF6863}"/>
                    </a:ext>
                  </a:extLst>
                </p14:cNvPr>
                <p14:cNvContentPartPr/>
                <p14:nvPr/>
              </p14:nvContentPartPr>
              <p14:xfrm>
                <a:off x="9865195" y="2476100"/>
                <a:ext cx="399600" cy="83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35A4CF-BDBF-13E4-E0BD-6042E8BF68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56555" y="2467100"/>
                  <a:ext cx="417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0E3E5F-E69A-BA57-CEF1-AF1DB00E5EC1}"/>
                    </a:ext>
                  </a:extLst>
                </p14:cNvPr>
                <p14:cNvContentPartPr/>
                <p14:nvPr/>
              </p14:nvContentPartPr>
              <p14:xfrm>
                <a:off x="10324555" y="2566100"/>
                <a:ext cx="84600" cy="10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0E3E5F-E69A-BA57-CEF1-AF1DB00E5E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15915" y="2557100"/>
                  <a:ext cx="102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FC2D79-0FDF-8FE7-DC98-55141F76C4B6}"/>
                    </a:ext>
                  </a:extLst>
                </p14:cNvPr>
                <p14:cNvContentPartPr/>
                <p14:nvPr/>
              </p14:nvContentPartPr>
              <p14:xfrm>
                <a:off x="3004315" y="3417140"/>
                <a:ext cx="2416680" cy="5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FC2D79-0FDF-8FE7-DC98-55141F76C4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95315" y="3408500"/>
                  <a:ext cx="2434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D298BE-B45C-EA0A-7E57-E9ED283A322A}"/>
                    </a:ext>
                  </a:extLst>
                </p14:cNvPr>
                <p14:cNvContentPartPr/>
                <p14:nvPr/>
              </p14:nvContentPartPr>
              <p14:xfrm>
                <a:off x="618235" y="4686500"/>
                <a:ext cx="1898640" cy="32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D298BE-B45C-EA0A-7E57-E9ED283A32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9235" y="4677860"/>
                  <a:ext cx="19162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974B84-278A-C04F-68B6-109310885523}"/>
                    </a:ext>
                  </a:extLst>
                </p14:cNvPr>
                <p14:cNvContentPartPr/>
                <p14:nvPr/>
              </p14:nvContentPartPr>
              <p14:xfrm>
                <a:off x="1809475" y="4943900"/>
                <a:ext cx="132840" cy="774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974B84-278A-C04F-68B6-1093108855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00475" y="4934900"/>
                  <a:ext cx="15048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600969-F6B6-7ABF-8E61-A556D0A8ADBA}"/>
                    </a:ext>
                  </a:extLst>
                </p14:cNvPr>
                <p14:cNvContentPartPr/>
                <p14:nvPr/>
              </p14:nvContentPartPr>
              <p14:xfrm>
                <a:off x="2564035" y="5184380"/>
                <a:ext cx="2057400" cy="352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600969-F6B6-7ABF-8E61-A556D0A8AD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55395" y="5175380"/>
                  <a:ext cx="20750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F8707E-8F03-85E2-319C-E57E3BAA0751}"/>
                    </a:ext>
                  </a:extLst>
                </p14:cNvPr>
                <p14:cNvContentPartPr/>
                <p14:nvPr/>
              </p14:nvContentPartPr>
              <p14:xfrm>
                <a:off x="5117875" y="4872260"/>
                <a:ext cx="1126440" cy="16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F8707E-8F03-85E2-319C-E57E3BAA07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09235" y="4863260"/>
                  <a:ext cx="1144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42F817-50CC-5818-F25F-0864B9D1C013}"/>
                    </a:ext>
                  </a:extLst>
                </p14:cNvPr>
                <p14:cNvContentPartPr/>
                <p14:nvPr/>
              </p14:nvContentPartPr>
              <p14:xfrm>
                <a:off x="6000595" y="4461860"/>
                <a:ext cx="330120" cy="972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42F817-50CC-5818-F25F-0864B9D1C0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91955" y="4453220"/>
                  <a:ext cx="347760" cy="9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6BC1BF-28AC-0843-68FC-2AF195CC9A39}"/>
                    </a:ext>
                  </a:extLst>
                </p14:cNvPr>
                <p14:cNvContentPartPr/>
                <p14:nvPr/>
              </p14:nvContentPartPr>
              <p14:xfrm>
                <a:off x="6454195" y="5353940"/>
                <a:ext cx="84600" cy="62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6BC1BF-28AC-0843-68FC-2AF195CC9A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45195" y="5345300"/>
                  <a:ext cx="102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94A25B-C99F-9809-E16A-3AF264B2BE99}"/>
                    </a:ext>
                  </a:extLst>
                </p14:cNvPr>
                <p14:cNvContentPartPr/>
                <p14:nvPr/>
              </p14:nvContentPartPr>
              <p14:xfrm>
                <a:off x="7802755" y="3520100"/>
                <a:ext cx="956160" cy="131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94A25B-C99F-9809-E16A-3AF264B2BE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94115" y="3511100"/>
                  <a:ext cx="973800" cy="13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302AD4-33AB-2C01-1C65-06A1D4E874F3}"/>
                    </a:ext>
                  </a:extLst>
                </p14:cNvPr>
                <p14:cNvContentPartPr/>
                <p14:nvPr/>
              </p14:nvContentPartPr>
              <p14:xfrm>
                <a:off x="9363355" y="3516140"/>
                <a:ext cx="509040" cy="1150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302AD4-33AB-2C01-1C65-06A1D4E874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54355" y="3507500"/>
                  <a:ext cx="526680" cy="11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B21CCD-936A-CAF4-0533-2AE94FD3E321}"/>
                    </a:ext>
                  </a:extLst>
                </p14:cNvPr>
                <p14:cNvContentPartPr/>
                <p14:nvPr/>
              </p14:nvContentPartPr>
              <p14:xfrm>
                <a:off x="10674115" y="3588860"/>
                <a:ext cx="490320" cy="685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B21CCD-936A-CAF4-0533-2AE94FD3E3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65115" y="3580220"/>
                  <a:ext cx="50796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D3E610-BF94-6D3E-FB1E-4DFD6A0767E9}"/>
                    </a:ext>
                  </a:extLst>
                </p14:cNvPr>
                <p14:cNvContentPartPr/>
                <p14:nvPr/>
              </p14:nvContentPartPr>
              <p14:xfrm>
                <a:off x="11447395" y="3869300"/>
                <a:ext cx="29160" cy="63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D3E610-BF94-6D3E-FB1E-4DFD6A0767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38395" y="3860660"/>
                  <a:ext cx="46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86D53C-6348-CE1D-7B53-61594B085EBA}"/>
                    </a:ext>
                  </a:extLst>
                </p14:cNvPr>
                <p14:cNvContentPartPr/>
                <p14:nvPr/>
              </p14:nvContentPartPr>
              <p14:xfrm>
                <a:off x="8003635" y="4993580"/>
                <a:ext cx="3070080" cy="212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86D53C-6348-CE1D-7B53-61594B085E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94995" y="4984940"/>
                  <a:ext cx="3087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9E3552-7F25-EE12-0CD5-37A392965996}"/>
                    </a:ext>
                  </a:extLst>
                </p14:cNvPr>
                <p14:cNvContentPartPr/>
                <p14:nvPr/>
              </p14:nvContentPartPr>
              <p14:xfrm>
                <a:off x="7422955" y="3294740"/>
                <a:ext cx="918000" cy="1439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9E3552-7F25-EE12-0CD5-37A3929659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14315" y="3286100"/>
                  <a:ext cx="935640" cy="14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73BFE-9252-C5EC-8308-4646037C69BF}"/>
                    </a:ext>
                  </a:extLst>
                </p14:cNvPr>
                <p14:cNvContentPartPr/>
                <p14:nvPr/>
              </p14:nvContentPartPr>
              <p14:xfrm>
                <a:off x="8296675" y="3185660"/>
                <a:ext cx="3149640" cy="138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73BFE-9252-C5EC-8308-4646037C69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88035" y="3176660"/>
                  <a:ext cx="3167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D506F0-CECA-86B5-E377-635021330CF9}"/>
                    </a:ext>
                  </a:extLst>
                </p14:cNvPr>
                <p14:cNvContentPartPr/>
                <p14:nvPr/>
              </p14:nvContentPartPr>
              <p14:xfrm>
                <a:off x="11133835" y="3054260"/>
                <a:ext cx="610560" cy="1751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D506F0-CECA-86B5-E377-635021330C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24835" y="3045620"/>
                  <a:ext cx="628200" cy="17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2E62F3A-1E1D-F340-CB6B-7E9DC70739B3}"/>
                    </a:ext>
                  </a:extLst>
                </p14:cNvPr>
                <p14:cNvContentPartPr/>
                <p14:nvPr/>
              </p14:nvContentPartPr>
              <p14:xfrm>
                <a:off x="6932635" y="4515140"/>
                <a:ext cx="439200" cy="1317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2E62F3A-1E1D-F340-CB6B-7E9DC70739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3995" y="4506140"/>
                  <a:ext cx="456840" cy="13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A8B874-4B63-7AF8-B84E-ED66D37C42D0}"/>
                    </a:ext>
                  </a:extLst>
                </p14:cNvPr>
                <p14:cNvContentPartPr/>
                <p14:nvPr/>
              </p14:nvContentPartPr>
              <p14:xfrm>
                <a:off x="6973315" y="5551220"/>
                <a:ext cx="2315880" cy="26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A8B874-4B63-7AF8-B84E-ED66D37C42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64675" y="5542220"/>
                  <a:ext cx="2333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B6B916-E0B3-61A1-E223-203BB5D41AF7}"/>
                    </a:ext>
                  </a:extLst>
                </p14:cNvPr>
                <p14:cNvContentPartPr/>
                <p14:nvPr/>
              </p14:nvContentPartPr>
              <p14:xfrm>
                <a:off x="10743235" y="2225180"/>
                <a:ext cx="390240" cy="56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B6B916-E0B3-61A1-E223-203BB5D41A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34235" y="2216180"/>
                  <a:ext cx="40788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EEB80B-3EAF-8B5D-0A6D-6A4D5499C713}"/>
                    </a:ext>
                  </a:extLst>
                </p14:cNvPr>
                <p14:cNvContentPartPr/>
                <p14:nvPr/>
              </p14:nvContentPartPr>
              <p14:xfrm>
                <a:off x="11014315" y="2377820"/>
                <a:ext cx="450720" cy="236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EEB80B-3EAF-8B5D-0A6D-6A4D5499C7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05675" y="2368820"/>
                  <a:ext cx="468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82290E-AFFA-5093-C738-A51BA08D5722}"/>
                    </a:ext>
                  </a:extLst>
                </p14:cNvPr>
                <p14:cNvContentPartPr/>
                <p14:nvPr/>
              </p14:nvContentPartPr>
              <p14:xfrm>
                <a:off x="11656195" y="2202140"/>
                <a:ext cx="151560" cy="182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82290E-AFFA-5093-C738-A51BA08D57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47555" y="2193500"/>
                  <a:ext cx="169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E291B3-B8CD-454D-9DE8-552DB8DEF6D1}"/>
                    </a:ext>
                  </a:extLst>
                </p14:cNvPr>
                <p14:cNvContentPartPr/>
                <p14:nvPr/>
              </p14:nvContentPartPr>
              <p14:xfrm>
                <a:off x="11725675" y="2324180"/>
                <a:ext cx="208080" cy="403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E291B3-B8CD-454D-9DE8-552DB8DEF6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16675" y="2315180"/>
                  <a:ext cx="2257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05952F-C7FE-B52D-ED03-11A1F70F4DC6}"/>
                    </a:ext>
                  </a:extLst>
                </p14:cNvPr>
                <p14:cNvContentPartPr/>
                <p14:nvPr/>
              </p14:nvContentPartPr>
              <p14:xfrm>
                <a:off x="11162635" y="2769140"/>
                <a:ext cx="152280" cy="22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05952F-C7FE-B52D-ED03-11A1F70F4D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53995" y="2760140"/>
                  <a:ext cx="169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02B14A3-33C5-8B35-5D1A-9A1F7420D578}"/>
                    </a:ext>
                  </a:extLst>
                </p14:cNvPr>
                <p14:cNvContentPartPr/>
                <p14:nvPr/>
              </p14:nvContentPartPr>
              <p14:xfrm>
                <a:off x="10787515" y="3027260"/>
                <a:ext cx="516600" cy="175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02B14A3-33C5-8B35-5D1A-9A1F7420D57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78875" y="3018620"/>
                  <a:ext cx="534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40F6E1-D4AF-E4BD-79CD-862778890305}"/>
                    </a:ext>
                  </a:extLst>
                </p14:cNvPr>
                <p14:cNvContentPartPr/>
                <p14:nvPr/>
              </p14:nvContentPartPr>
              <p14:xfrm>
                <a:off x="11478715" y="3004580"/>
                <a:ext cx="11160" cy="1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40F6E1-D4AF-E4BD-79CD-8627788903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715" y="2995580"/>
                  <a:ext cx="28800" cy="3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01096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49EDF3-6120-BF99-B2E9-C6DA15C05536}"/>
              </a:ext>
            </a:extLst>
          </p:cNvPr>
          <p:cNvGrpSpPr/>
          <p:nvPr/>
        </p:nvGrpSpPr>
        <p:grpSpPr>
          <a:xfrm>
            <a:off x="162835" y="65540"/>
            <a:ext cx="11681640" cy="6667560"/>
            <a:chOff x="162835" y="65540"/>
            <a:chExt cx="11681640" cy="66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EFEEA2-368C-E3F2-DC66-281AA7E097D1}"/>
                    </a:ext>
                  </a:extLst>
                </p14:cNvPr>
                <p14:cNvContentPartPr/>
                <p14:nvPr/>
              </p14:nvContentPartPr>
              <p14:xfrm>
                <a:off x="672235" y="289460"/>
                <a:ext cx="411480" cy="1062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EFEEA2-368C-E3F2-DC66-281AA7E097D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3595" y="280820"/>
                  <a:ext cx="429120" cy="10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DB420CD-D3A1-AA05-18E3-108E4108A7C2}"/>
                    </a:ext>
                  </a:extLst>
                </p14:cNvPr>
                <p14:cNvContentPartPr/>
                <p14:nvPr/>
              </p14:nvContentPartPr>
              <p14:xfrm>
                <a:off x="1251475" y="858980"/>
                <a:ext cx="1488240" cy="362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DB420CD-D3A1-AA05-18E3-108E4108A7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2835" y="850340"/>
                  <a:ext cx="15058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E8BC98-3BF4-79E0-B4E4-5363719289EE}"/>
                    </a:ext>
                  </a:extLst>
                </p14:cNvPr>
                <p14:cNvContentPartPr/>
                <p14:nvPr/>
              </p14:nvContentPartPr>
              <p14:xfrm>
                <a:off x="2720275" y="857900"/>
                <a:ext cx="383400" cy="31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E8BC98-3BF4-79E0-B4E4-5363719289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11635" y="849260"/>
                  <a:ext cx="401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99248D-186D-35F6-5334-87024DC8C924}"/>
                    </a:ext>
                  </a:extLst>
                </p14:cNvPr>
                <p14:cNvContentPartPr/>
                <p14:nvPr/>
              </p14:nvContentPartPr>
              <p14:xfrm>
                <a:off x="3253795" y="764660"/>
                <a:ext cx="60480" cy="3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99248D-186D-35F6-5334-87024DC8C9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45155" y="755660"/>
                  <a:ext cx="78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17FD98-A26C-CB87-59A0-94F6F30FD9A3}"/>
                    </a:ext>
                  </a:extLst>
                </p14:cNvPr>
                <p14:cNvContentPartPr/>
                <p14:nvPr/>
              </p14:nvContentPartPr>
              <p14:xfrm>
                <a:off x="3338755" y="1000100"/>
                <a:ext cx="72360" cy="201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17FD98-A26C-CB87-59A0-94F6F30FD9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30115" y="991460"/>
                  <a:ext cx="90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AD5A4D-18DC-960E-0A23-F03E3DE4FB4A}"/>
                    </a:ext>
                  </a:extLst>
                </p14:cNvPr>
                <p14:cNvContentPartPr/>
                <p14:nvPr/>
              </p14:nvContentPartPr>
              <p14:xfrm>
                <a:off x="8514115" y="277940"/>
                <a:ext cx="1613160" cy="1036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AD5A4D-18DC-960E-0A23-F03E3DE4FB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05115" y="268940"/>
                  <a:ext cx="1630800" cy="10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A68DC7-5F68-95CE-E95D-1AF7B8296897}"/>
                    </a:ext>
                  </a:extLst>
                </p14:cNvPr>
                <p14:cNvContentPartPr/>
                <p14:nvPr/>
              </p14:nvContentPartPr>
              <p14:xfrm>
                <a:off x="10534435" y="987140"/>
                <a:ext cx="35280" cy="56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A68DC7-5F68-95CE-E95D-1AF7B82968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25795" y="978140"/>
                  <a:ext cx="52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833BC7-E4DB-EC77-26F0-7E85F2A4DA45}"/>
                    </a:ext>
                  </a:extLst>
                </p14:cNvPr>
                <p14:cNvContentPartPr/>
                <p14:nvPr/>
              </p14:nvContentPartPr>
              <p14:xfrm>
                <a:off x="1351195" y="1983260"/>
                <a:ext cx="1001880" cy="102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833BC7-E4DB-EC77-26F0-7E85F2A4DA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42195" y="1974620"/>
                  <a:ext cx="1019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0B9F4A-8BB5-96C8-4680-41B2A1CCDE7A}"/>
                    </a:ext>
                  </a:extLst>
                </p14:cNvPr>
                <p14:cNvContentPartPr/>
                <p14:nvPr/>
              </p14:nvContentPartPr>
              <p14:xfrm>
                <a:off x="1885435" y="1589420"/>
                <a:ext cx="579600" cy="104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0B9F4A-8BB5-96C8-4680-41B2A1CCDE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6435" y="1580780"/>
                  <a:ext cx="59724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64129B-17A1-0818-4DD0-B0B8640162C3}"/>
                    </a:ext>
                  </a:extLst>
                </p14:cNvPr>
                <p14:cNvContentPartPr/>
                <p14:nvPr/>
              </p14:nvContentPartPr>
              <p14:xfrm>
                <a:off x="2933755" y="1651340"/>
                <a:ext cx="509760" cy="1175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64129B-17A1-0818-4DD0-B0B8640162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5115" y="1642340"/>
                  <a:ext cx="527400" cy="11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D3A891-A7C3-9F0D-020D-C19AA6265EB0}"/>
                    </a:ext>
                  </a:extLst>
                </p14:cNvPr>
                <p14:cNvContentPartPr/>
                <p14:nvPr/>
              </p14:nvContentPartPr>
              <p14:xfrm>
                <a:off x="2611195" y="1886780"/>
                <a:ext cx="1293120" cy="784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D3A891-A7C3-9F0D-020D-C19AA6265E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02195" y="1877780"/>
                  <a:ext cx="131076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4F8E87A-BFCF-3A6F-E532-ECAAFD602C11}"/>
                    </a:ext>
                  </a:extLst>
                </p14:cNvPr>
                <p14:cNvContentPartPr/>
                <p14:nvPr/>
              </p14:nvContentPartPr>
              <p14:xfrm>
                <a:off x="3763915" y="2091980"/>
                <a:ext cx="305280" cy="32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4F8E87A-BFCF-3A6F-E532-ECAAFD602C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5275" y="2082980"/>
                  <a:ext cx="3229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17D4DF-074D-7FCA-799F-5667CE09CE7C}"/>
                    </a:ext>
                  </a:extLst>
                </p14:cNvPr>
                <p14:cNvContentPartPr/>
                <p14:nvPr/>
              </p14:nvContentPartPr>
              <p14:xfrm>
                <a:off x="4289515" y="1837820"/>
                <a:ext cx="141480" cy="629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17D4DF-074D-7FCA-799F-5667CE09CE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80875" y="1829180"/>
                  <a:ext cx="15912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118CBC-93FB-3F61-8E45-82A5CFFAB93A}"/>
                    </a:ext>
                  </a:extLst>
                </p14:cNvPr>
                <p14:cNvContentPartPr/>
                <p14:nvPr/>
              </p14:nvContentPartPr>
              <p14:xfrm>
                <a:off x="4250995" y="2054180"/>
                <a:ext cx="288720" cy="27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118CBC-93FB-3F61-8E45-82A5CFFAB9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41995" y="2045540"/>
                  <a:ext cx="306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B36818-42B0-D724-5EBE-E08C9F224712}"/>
                    </a:ext>
                  </a:extLst>
                </p14:cNvPr>
                <p14:cNvContentPartPr/>
                <p14:nvPr/>
              </p14:nvContentPartPr>
              <p14:xfrm>
                <a:off x="4604515" y="1977860"/>
                <a:ext cx="474120" cy="294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B36818-42B0-D724-5EBE-E08C9F2247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95515" y="1968860"/>
                  <a:ext cx="4917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834E5C-2FF3-E479-70A9-E09F92F98FB7}"/>
                    </a:ext>
                  </a:extLst>
                </p14:cNvPr>
                <p14:cNvContentPartPr/>
                <p14:nvPr/>
              </p14:nvContentPartPr>
              <p14:xfrm>
                <a:off x="5272675" y="2058140"/>
                <a:ext cx="249840" cy="18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834E5C-2FF3-E479-70A9-E09F92F98F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3675" y="2049500"/>
                  <a:ext cx="267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2881C-B802-07CD-B6ED-B251361E56E5}"/>
                    </a:ext>
                  </a:extLst>
                </p14:cNvPr>
                <p14:cNvContentPartPr/>
                <p14:nvPr/>
              </p14:nvContentPartPr>
              <p14:xfrm>
                <a:off x="5676235" y="1985420"/>
                <a:ext cx="837360" cy="24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2881C-B802-07CD-B6ED-B251361E56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67595" y="1976780"/>
                  <a:ext cx="855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7CB884-E9CF-69A6-290D-52501D56BAA9}"/>
                    </a:ext>
                  </a:extLst>
                </p14:cNvPr>
                <p14:cNvContentPartPr/>
                <p14:nvPr/>
              </p14:nvContentPartPr>
              <p14:xfrm>
                <a:off x="6590275" y="1885700"/>
                <a:ext cx="5580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7CB884-E9CF-69A6-290D-52501D56BA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81635" y="1876700"/>
                  <a:ext cx="73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9B669B-7002-72A7-A160-D1F9BAD8D108}"/>
                    </a:ext>
                  </a:extLst>
                </p14:cNvPr>
                <p14:cNvContentPartPr/>
                <p14:nvPr/>
              </p14:nvContentPartPr>
              <p14:xfrm>
                <a:off x="6456715" y="1948340"/>
                <a:ext cx="472680" cy="821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9B669B-7002-72A7-A160-D1F9BAD8D1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48075" y="1939340"/>
                  <a:ext cx="49032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8B434A7-D7CA-03F3-F7AE-0AEE1C1358C1}"/>
                    </a:ext>
                  </a:extLst>
                </p14:cNvPr>
                <p14:cNvContentPartPr/>
                <p14:nvPr/>
              </p14:nvContentPartPr>
              <p14:xfrm>
                <a:off x="7306675" y="2342540"/>
                <a:ext cx="19800" cy="9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8B434A7-D7CA-03F3-F7AE-0AEE1C1358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97675" y="2333540"/>
                  <a:ext cx="37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C735FE-A218-2CCB-CADC-DB8C5C0E45F3}"/>
                    </a:ext>
                  </a:extLst>
                </p14:cNvPr>
                <p14:cNvContentPartPr/>
                <p14:nvPr/>
              </p14:nvContentPartPr>
              <p14:xfrm>
                <a:off x="3374035" y="2687420"/>
                <a:ext cx="4377960" cy="443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C735FE-A218-2CCB-CADC-DB8C5C0E45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5395" y="2678780"/>
                  <a:ext cx="43956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86BD26-8AA0-3B92-41AD-A0ED08690119}"/>
                    </a:ext>
                  </a:extLst>
                </p14:cNvPr>
                <p14:cNvContentPartPr/>
                <p14:nvPr/>
              </p14:nvContentPartPr>
              <p14:xfrm>
                <a:off x="1210435" y="4760660"/>
                <a:ext cx="1320480" cy="110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86BD26-8AA0-3B92-41AD-A0ED086901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01795" y="4752020"/>
                  <a:ext cx="1338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8DF72A-C96C-EB3B-8127-6509FCF9DDFF}"/>
                    </a:ext>
                  </a:extLst>
                </p14:cNvPr>
                <p14:cNvContentPartPr/>
                <p14:nvPr/>
              </p14:nvContentPartPr>
              <p14:xfrm>
                <a:off x="1856635" y="4021220"/>
                <a:ext cx="901080" cy="1806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8DF72A-C96C-EB3B-8127-6509FCF9DD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47635" y="4012220"/>
                  <a:ext cx="918720" cy="18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A36168-E6AF-3645-CA0C-535CFEF73B45}"/>
                    </a:ext>
                  </a:extLst>
                </p14:cNvPr>
                <p14:cNvContentPartPr/>
                <p14:nvPr/>
              </p14:nvContentPartPr>
              <p14:xfrm>
                <a:off x="3302035" y="5269340"/>
                <a:ext cx="25560" cy="38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A36168-E6AF-3645-CA0C-535CFEF73B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93395" y="5260340"/>
                  <a:ext cx="43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539C03-A812-9F68-305F-362ABFD0BE3B}"/>
                    </a:ext>
                  </a:extLst>
                </p14:cNvPr>
                <p14:cNvContentPartPr/>
                <p14:nvPr/>
              </p14:nvContentPartPr>
              <p14:xfrm>
                <a:off x="4704595" y="4076660"/>
                <a:ext cx="2648160" cy="474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539C03-A812-9F68-305F-362ABFD0BE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5595" y="4068020"/>
                  <a:ext cx="266580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FBBED7C-05F8-6039-6EAF-81D61BBC8F1E}"/>
                    </a:ext>
                  </a:extLst>
                </p14:cNvPr>
                <p14:cNvContentPartPr/>
                <p14:nvPr/>
              </p14:nvContentPartPr>
              <p14:xfrm>
                <a:off x="6761635" y="3981980"/>
                <a:ext cx="11160" cy="42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BBED7C-05F8-6039-6EAF-81D61BBC8F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52995" y="3973340"/>
                  <a:ext cx="28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DCFB4D-EB73-CBC3-0C89-DE53BC5CA68C}"/>
                    </a:ext>
                  </a:extLst>
                </p14:cNvPr>
                <p14:cNvContentPartPr/>
                <p14:nvPr/>
              </p14:nvContentPartPr>
              <p14:xfrm>
                <a:off x="9411955" y="3738260"/>
                <a:ext cx="1156680" cy="506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DCFB4D-EB73-CBC3-0C89-DE53BC5CA6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02955" y="3729260"/>
                  <a:ext cx="11743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40378C-886B-FB82-3BE0-463879B9F540}"/>
                    </a:ext>
                  </a:extLst>
                </p14:cNvPr>
                <p14:cNvContentPartPr/>
                <p14:nvPr/>
              </p14:nvContentPartPr>
              <p14:xfrm>
                <a:off x="10257595" y="4225340"/>
                <a:ext cx="446040" cy="396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40378C-886B-FB82-3BE0-463879B9F5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48595" y="4216700"/>
                  <a:ext cx="4636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DDA487-D43E-73D6-BB77-D684C867038B}"/>
                    </a:ext>
                  </a:extLst>
                </p14:cNvPr>
                <p14:cNvContentPartPr/>
                <p14:nvPr/>
              </p14:nvContentPartPr>
              <p14:xfrm>
                <a:off x="7955395" y="1884620"/>
                <a:ext cx="1755720" cy="444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DDA487-D43E-73D6-BB77-D684C867038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46755" y="1875620"/>
                  <a:ext cx="1773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0451C8-6636-0325-99D9-E848A601E0ED}"/>
                    </a:ext>
                  </a:extLst>
                </p14:cNvPr>
                <p14:cNvContentPartPr/>
                <p14:nvPr/>
              </p14:nvContentPartPr>
              <p14:xfrm>
                <a:off x="7963675" y="3895580"/>
                <a:ext cx="1269000" cy="52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0451C8-6636-0325-99D9-E848A601E0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55035" y="3886580"/>
                  <a:ext cx="12866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5E3AF25-C31B-8EAE-1E5B-A1B64F1D1BA7}"/>
                    </a:ext>
                  </a:extLst>
                </p14:cNvPr>
                <p14:cNvContentPartPr/>
                <p14:nvPr/>
              </p14:nvContentPartPr>
              <p14:xfrm>
                <a:off x="8291995" y="2377460"/>
                <a:ext cx="1587600" cy="429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5E3AF25-C31B-8EAE-1E5B-A1B64F1D1B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83355" y="2368460"/>
                  <a:ext cx="16052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E5AE7E-8DBC-9985-82F0-CDC72284155F}"/>
                    </a:ext>
                  </a:extLst>
                </p14:cNvPr>
                <p14:cNvContentPartPr/>
                <p14:nvPr/>
              </p14:nvContentPartPr>
              <p14:xfrm>
                <a:off x="8973115" y="2713700"/>
                <a:ext cx="231840" cy="662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E5AE7E-8DBC-9985-82F0-CDC7228415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64115" y="2704700"/>
                  <a:ext cx="24948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567949-A728-198E-9B3A-C367332FCE68}"/>
                    </a:ext>
                  </a:extLst>
                </p14:cNvPr>
                <p14:cNvContentPartPr/>
                <p14:nvPr/>
              </p14:nvContentPartPr>
              <p14:xfrm>
                <a:off x="9482875" y="2903420"/>
                <a:ext cx="503280" cy="316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567949-A728-198E-9B3A-C367332FCE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74235" y="2894780"/>
                  <a:ext cx="5209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4E3784-C2A8-3BE5-EECB-6DECC799377B}"/>
                    </a:ext>
                  </a:extLst>
                </p14:cNvPr>
                <p14:cNvContentPartPr/>
                <p14:nvPr/>
              </p14:nvContentPartPr>
              <p14:xfrm>
                <a:off x="10307995" y="2430380"/>
                <a:ext cx="93240" cy="68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4E3784-C2A8-3BE5-EECB-6DECC79937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98995" y="2421740"/>
                  <a:ext cx="1108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9F85E1E-57A0-3022-698A-2937AB83134B}"/>
                    </a:ext>
                  </a:extLst>
                </p14:cNvPr>
                <p14:cNvContentPartPr/>
                <p14:nvPr/>
              </p14:nvContentPartPr>
              <p14:xfrm>
                <a:off x="10689955" y="2611820"/>
                <a:ext cx="149040" cy="712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9F85E1E-57A0-3022-698A-2937AB8313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81315" y="2603180"/>
                  <a:ext cx="16668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04E2E2-E257-BB7B-6AEC-23A8E3972EAB}"/>
                    </a:ext>
                  </a:extLst>
                </p14:cNvPr>
                <p14:cNvContentPartPr/>
                <p14:nvPr/>
              </p14:nvContentPartPr>
              <p14:xfrm>
                <a:off x="11032675" y="2667980"/>
                <a:ext cx="138960" cy="38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04E2E2-E257-BB7B-6AEC-23A8E3972E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23675" y="2659340"/>
                  <a:ext cx="156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C617BD-18AA-40B2-2A46-8E03296C60D4}"/>
                    </a:ext>
                  </a:extLst>
                </p14:cNvPr>
                <p14:cNvContentPartPr/>
                <p14:nvPr/>
              </p14:nvContentPartPr>
              <p14:xfrm>
                <a:off x="7587115" y="1668620"/>
                <a:ext cx="1325880" cy="391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C617BD-18AA-40B2-2A46-8E03296C60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78475" y="1659620"/>
                  <a:ext cx="1343520" cy="39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4C04A59-1A4E-98B9-FA6C-6346D96F693D}"/>
                    </a:ext>
                  </a:extLst>
                </p14:cNvPr>
                <p14:cNvContentPartPr/>
                <p14:nvPr/>
              </p14:nvContentPartPr>
              <p14:xfrm>
                <a:off x="8805355" y="1420220"/>
                <a:ext cx="2705040" cy="292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4C04A59-1A4E-98B9-FA6C-6346D96F69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96715" y="1411220"/>
                  <a:ext cx="2722680" cy="29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0177F5-728C-C27C-CEA4-C3AA2DBAD618}"/>
                    </a:ext>
                  </a:extLst>
                </p14:cNvPr>
                <p14:cNvContentPartPr/>
                <p14:nvPr/>
              </p14:nvContentPartPr>
              <p14:xfrm>
                <a:off x="7542835" y="3763100"/>
                <a:ext cx="2753280" cy="308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0177F5-728C-C27C-CEA4-C3AA2DBAD61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34195" y="3754100"/>
                  <a:ext cx="2770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E2B93F-695B-1A98-79D3-8A8A5EB7EBCD}"/>
                    </a:ext>
                  </a:extLst>
                </p14:cNvPr>
                <p14:cNvContentPartPr/>
                <p14:nvPr/>
              </p14:nvContentPartPr>
              <p14:xfrm>
                <a:off x="11413555" y="1762940"/>
                <a:ext cx="430920" cy="83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E2B93F-695B-1A98-79D3-8A8A5EB7EB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04555" y="1754300"/>
                  <a:ext cx="448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261BBFE-450F-9509-66D6-B8836C091C70}"/>
                    </a:ext>
                  </a:extLst>
                </p14:cNvPr>
                <p14:cNvContentPartPr/>
                <p14:nvPr/>
              </p14:nvContentPartPr>
              <p14:xfrm>
                <a:off x="4075675" y="5131460"/>
                <a:ext cx="245880" cy="783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261BBFE-450F-9509-66D6-B8836C091C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66675" y="5122820"/>
                  <a:ext cx="26352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2F0300F-D610-0E6C-1317-FC16F2F61A93}"/>
                    </a:ext>
                  </a:extLst>
                </p14:cNvPr>
                <p14:cNvContentPartPr/>
                <p14:nvPr/>
              </p14:nvContentPartPr>
              <p14:xfrm>
                <a:off x="4307155" y="4888100"/>
                <a:ext cx="267120" cy="688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2F0300F-D610-0E6C-1317-FC16F2F61A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98155" y="4879460"/>
                  <a:ext cx="28476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4D11DB-C95D-15FD-F168-9A0AFF3DE04A}"/>
                    </a:ext>
                  </a:extLst>
                </p14:cNvPr>
                <p14:cNvContentPartPr/>
                <p14:nvPr/>
              </p14:nvContentPartPr>
              <p14:xfrm>
                <a:off x="4851115" y="5287700"/>
                <a:ext cx="1309320" cy="254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4D11DB-C95D-15FD-F168-9A0AFF3DE0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2115" y="5279060"/>
                  <a:ext cx="1326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0B2205-97E9-7B4C-7DD7-934ACD0D7CDF}"/>
                    </a:ext>
                  </a:extLst>
                </p14:cNvPr>
                <p14:cNvContentPartPr/>
                <p14:nvPr/>
              </p14:nvContentPartPr>
              <p14:xfrm>
                <a:off x="6218035" y="5204180"/>
                <a:ext cx="195480" cy="29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0B2205-97E9-7B4C-7DD7-934ACD0D7C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09035" y="5195540"/>
                  <a:ext cx="213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69C83C-CAD8-2573-FCD7-D73028845C64}"/>
                    </a:ext>
                  </a:extLst>
                </p14:cNvPr>
                <p14:cNvContentPartPr/>
                <p14:nvPr/>
              </p14:nvContentPartPr>
              <p14:xfrm>
                <a:off x="7790155" y="4965500"/>
                <a:ext cx="228960" cy="45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69C83C-CAD8-2573-FCD7-D73028845C6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81155" y="4956500"/>
                  <a:ext cx="2466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39EBEBD-799D-BBA9-EB0D-2235A418B9E4}"/>
                    </a:ext>
                  </a:extLst>
                </p14:cNvPr>
                <p14:cNvContentPartPr/>
                <p14:nvPr/>
              </p14:nvContentPartPr>
              <p14:xfrm>
                <a:off x="7906435" y="4683980"/>
                <a:ext cx="335880" cy="90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39EBEBD-799D-BBA9-EB0D-2235A418B9E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97435" y="4675340"/>
                  <a:ext cx="353520" cy="9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172C81-DF09-E74D-6CA5-7F6722151C73}"/>
                    </a:ext>
                  </a:extLst>
                </p14:cNvPr>
                <p14:cNvContentPartPr/>
                <p14:nvPr/>
              </p14:nvContentPartPr>
              <p14:xfrm>
                <a:off x="8518435" y="5058740"/>
                <a:ext cx="173880" cy="261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172C81-DF09-E74D-6CA5-7F6722151C7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09435" y="5050100"/>
                  <a:ext cx="191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7C705E-B4A8-756F-65E7-299CD2281EFD}"/>
                    </a:ext>
                  </a:extLst>
                </p14:cNvPr>
                <p14:cNvContentPartPr/>
                <p14:nvPr/>
              </p14:nvContentPartPr>
              <p14:xfrm>
                <a:off x="8810395" y="4629980"/>
                <a:ext cx="257040" cy="244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7C705E-B4A8-756F-65E7-299CD2281EF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01395" y="4621340"/>
                  <a:ext cx="274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30BEF88-5A7D-54C3-5345-C85991E06D66}"/>
                    </a:ext>
                  </a:extLst>
                </p14:cNvPr>
                <p14:cNvContentPartPr/>
                <p14:nvPr/>
              </p14:nvContentPartPr>
              <p14:xfrm>
                <a:off x="8073475" y="5648060"/>
                <a:ext cx="739440" cy="24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30BEF88-5A7D-54C3-5345-C85991E06D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64475" y="5639420"/>
                  <a:ext cx="75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CCAB66-4F26-5B52-9439-2FB5F186567C}"/>
                    </a:ext>
                  </a:extLst>
                </p14:cNvPr>
                <p14:cNvContentPartPr/>
                <p14:nvPr/>
              </p14:nvContentPartPr>
              <p14:xfrm>
                <a:off x="9661075" y="5219660"/>
                <a:ext cx="1226160" cy="88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CCAB66-4F26-5B52-9439-2FB5F18656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52075" y="5211020"/>
                  <a:ext cx="1243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E9054A-7410-EC7F-AF7B-05827478852E}"/>
                    </a:ext>
                  </a:extLst>
                </p14:cNvPr>
                <p14:cNvContentPartPr/>
                <p14:nvPr/>
              </p14:nvContentPartPr>
              <p14:xfrm>
                <a:off x="10289635" y="4756340"/>
                <a:ext cx="680400" cy="1135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E9054A-7410-EC7F-AF7B-05827478852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80995" y="4747340"/>
                  <a:ext cx="698040" cy="11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382078-1B52-45D5-CB1D-28FFB77FA9CD}"/>
                    </a:ext>
                  </a:extLst>
                </p14:cNvPr>
                <p14:cNvContentPartPr/>
                <p14:nvPr/>
              </p14:nvContentPartPr>
              <p14:xfrm>
                <a:off x="11285755" y="5703500"/>
                <a:ext cx="87120" cy="51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382078-1B52-45D5-CB1D-28FFB77FA9C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276755" y="5694500"/>
                  <a:ext cx="104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FA255AE-53C9-3881-F113-284BA333DE82}"/>
                    </a:ext>
                  </a:extLst>
                </p14:cNvPr>
                <p14:cNvContentPartPr/>
                <p14:nvPr/>
              </p14:nvContentPartPr>
              <p14:xfrm>
                <a:off x="5200675" y="5872340"/>
                <a:ext cx="1254240" cy="158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FA255AE-53C9-3881-F113-284BA333DE8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92035" y="5863340"/>
                  <a:ext cx="1271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63B9E82-FAB6-A3F1-1545-2D8BD082E2EA}"/>
                    </a:ext>
                  </a:extLst>
                </p14:cNvPr>
                <p14:cNvContentPartPr/>
                <p14:nvPr/>
              </p14:nvContentPartPr>
              <p14:xfrm>
                <a:off x="5108515" y="5817620"/>
                <a:ext cx="990000" cy="802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63B9E82-FAB6-A3F1-1545-2D8BD082E2E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99515" y="5808620"/>
                  <a:ext cx="100764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9F2177-0E20-7E58-02A5-6FC7F7C4DC46}"/>
                    </a:ext>
                  </a:extLst>
                </p14:cNvPr>
                <p14:cNvContentPartPr/>
                <p14:nvPr/>
              </p14:nvContentPartPr>
              <p14:xfrm>
                <a:off x="6520435" y="5739140"/>
                <a:ext cx="360720" cy="623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9F2177-0E20-7E58-02A5-6FC7F7C4DC4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11795" y="5730500"/>
                  <a:ext cx="37836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6F4BB5-F059-9C6F-C08E-CE7B3DB0C172}"/>
                    </a:ext>
                  </a:extLst>
                </p14:cNvPr>
                <p14:cNvContentPartPr/>
                <p14:nvPr/>
              </p14:nvContentPartPr>
              <p14:xfrm>
                <a:off x="7191475" y="5768660"/>
                <a:ext cx="177120" cy="580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6F4BB5-F059-9C6F-C08E-CE7B3DB0C1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82475" y="5760020"/>
                  <a:ext cx="19476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EEBC483-7D9E-F8EF-FF5E-CA1EE55EC064}"/>
                    </a:ext>
                  </a:extLst>
                </p14:cNvPr>
                <p14:cNvContentPartPr/>
                <p14:nvPr/>
              </p14:nvContentPartPr>
              <p14:xfrm>
                <a:off x="7731115" y="6131180"/>
                <a:ext cx="68040" cy="23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EEBC483-7D9E-F8EF-FF5E-CA1EE55EC0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22115" y="6122180"/>
                  <a:ext cx="85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AFDE7B-9BA4-DE14-8D7E-B6099894E64C}"/>
                    </a:ext>
                  </a:extLst>
                </p14:cNvPr>
                <p14:cNvContentPartPr/>
                <p14:nvPr/>
              </p14:nvContentPartPr>
              <p14:xfrm>
                <a:off x="1559635" y="1530020"/>
                <a:ext cx="4342320" cy="104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AFDE7B-9BA4-DE14-8D7E-B6099894E6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50995" y="1521380"/>
                  <a:ext cx="4359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CA078ED-B127-170B-61C9-5637470DBA6F}"/>
                    </a:ext>
                  </a:extLst>
                </p14:cNvPr>
                <p14:cNvContentPartPr/>
                <p14:nvPr/>
              </p14:nvContentPartPr>
              <p14:xfrm>
                <a:off x="283795" y="3224540"/>
                <a:ext cx="344880" cy="1110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CA078ED-B127-170B-61C9-5637470DBA6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4795" y="3215900"/>
                  <a:ext cx="36252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A3B52A6-AFA1-17FF-A19C-B4D275EC8C57}"/>
                    </a:ext>
                  </a:extLst>
                </p14:cNvPr>
                <p14:cNvContentPartPr/>
                <p14:nvPr/>
              </p14:nvContentPartPr>
              <p14:xfrm>
                <a:off x="1167955" y="3336860"/>
                <a:ext cx="339480" cy="748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A3B52A6-AFA1-17FF-A19C-B4D275EC8C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8955" y="3327860"/>
                  <a:ext cx="35712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A22D3BF-911A-9BBB-32E2-3995557E6984}"/>
                    </a:ext>
                  </a:extLst>
                </p14:cNvPr>
                <p14:cNvContentPartPr/>
                <p14:nvPr/>
              </p14:nvContentPartPr>
              <p14:xfrm>
                <a:off x="1875715" y="3602180"/>
                <a:ext cx="282600" cy="181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A22D3BF-911A-9BBB-32E2-3995557E69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66715" y="3593540"/>
                  <a:ext cx="300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DDDAE5-BA4F-23C1-385A-93A05A4D92F0}"/>
                    </a:ext>
                  </a:extLst>
                </p14:cNvPr>
                <p14:cNvContentPartPr/>
                <p14:nvPr/>
              </p14:nvContentPartPr>
              <p14:xfrm>
                <a:off x="3127075" y="3616220"/>
                <a:ext cx="340920" cy="844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DDDAE5-BA4F-23C1-385A-93A05A4D92F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18075" y="3607580"/>
                  <a:ext cx="35856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872CA7-ACA0-A28E-937C-651606343FDC}"/>
                    </a:ext>
                  </a:extLst>
                </p14:cNvPr>
                <p14:cNvContentPartPr/>
                <p14:nvPr/>
              </p14:nvContentPartPr>
              <p14:xfrm>
                <a:off x="3808555" y="3486620"/>
                <a:ext cx="483120" cy="988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872CA7-ACA0-A28E-937C-651606343FD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99555" y="3477980"/>
                  <a:ext cx="50076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B8892F8-184F-2557-B2D8-D0F5B9416ACE}"/>
                    </a:ext>
                  </a:extLst>
                </p14:cNvPr>
                <p14:cNvContentPartPr/>
                <p14:nvPr/>
              </p14:nvContentPartPr>
              <p14:xfrm>
                <a:off x="4576075" y="3683900"/>
                <a:ext cx="302400" cy="649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B8892F8-184F-2557-B2D8-D0F5B9416AC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67435" y="3674900"/>
                  <a:ext cx="32004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9191815-08C6-5C64-0F8D-1B72C3FE2EFF}"/>
                    </a:ext>
                  </a:extLst>
                </p14:cNvPr>
                <p14:cNvContentPartPr/>
                <p14:nvPr/>
              </p14:nvContentPartPr>
              <p14:xfrm>
                <a:off x="2969755" y="2962100"/>
                <a:ext cx="2486160" cy="1890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9191815-08C6-5C64-0F8D-1B72C3FE2E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61115" y="2953100"/>
                  <a:ext cx="2503800" cy="19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8161359-3EA9-E00D-C5D9-F503169AF65D}"/>
                    </a:ext>
                  </a:extLst>
                </p14:cNvPr>
                <p14:cNvContentPartPr/>
                <p14:nvPr/>
              </p14:nvContentPartPr>
              <p14:xfrm>
                <a:off x="5257555" y="3647180"/>
                <a:ext cx="1793880" cy="416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8161359-3EA9-E00D-C5D9-F503169AF6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48915" y="3638180"/>
                  <a:ext cx="18115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864420-A48D-92F9-C8D3-6DC66DA2D0BD}"/>
                    </a:ext>
                  </a:extLst>
                </p14:cNvPr>
                <p14:cNvContentPartPr/>
                <p14:nvPr/>
              </p14:nvContentPartPr>
              <p14:xfrm>
                <a:off x="6351595" y="3140300"/>
                <a:ext cx="844920" cy="1105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864420-A48D-92F9-C8D3-6DC66DA2D0B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42595" y="3131300"/>
                  <a:ext cx="862560" cy="11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8BAF99-1F0D-E850-3056-1986A7352EE0}"/>
                    </a:ext>
                  </a:extLst>
                </p14:cNvPr>
                <p14:cNvContentPartPr/>
                <p14:nvPr/>
              </p14:nvContentPartPr>
              <p14:xfrm>
                <a:off x="7568395" y="3680660"/>
                <a:ext cx="84600" cy="38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8BAF99-1F0D-E850-3056-1986A7352EE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59395" y="3671660"/>
                  <a:ext cx="102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6D4243B-32DB-C23C-F4F8-9917A9BD7B68}"/>
                    </a:ext>
                  </a:extLst>
                </p14:cNvPr>
                <p14:cNvContentPartPr/>
                <p14:nvPr/>
              </p14:nvContentPartPr>
              <p14:xfrm>
                <a:off x="6906355" y="2939420"/>
                <a:ext cx="459360" cy="497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6D4243B-32DB-C23C-F4F8-9917A9BD7B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97355" y="2930420"/>
                  <a:ext cx="4770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085D53C-9AA7-1BB5-82DE-E2FC1626B190}"/>
                    </a:ext>
                  </a:extLst>
                </p14:cNvPr>
                <p14:cNvContentPartPr/>
                <p14:nvPr/>
              </p14:nvContentPartPr>
              <p14:xfrm>
                <a:off x="7544635" y="2970740"/>
                <a:ext cx="184320" cy="431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085D53C-9AA7-1BB5-82DE-E2FC1626B1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35995" y="2962100"/>
                  <a:ext cx="2019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59F670-F0D3-1F25-D1EB-A8738FE50435}"/>
                    </a:ext>
                  </a:extLst>
                </p14:cNvPr>
                <p14:cNvContentPartPr/>
                <p14:nvPr/>
              </p14:nvContentPartPr>
              <p14:xfrm>
                <a:off x="7916875" y="2634500"/>
                <a:ext cx="146880" cy="338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59F670-F0D3-1F25-D1EB-A8738FE504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08235" y="2625500"/>
                  <a:ext cx="1645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70DBD4-94BA-2CDE-9ACD-41042A1D6944}"/>
                    </a:ext>
                  </a:extLst>
                </p14:cNvPr>
                <p14:cNvContentPartPr/>
                <p14:nvPr/>
              </p14:nvContentPartPr>
              <p14:xfrm>
                <a:off x="8162755" y="2766980"/>
                <a:ext cx="63000" cy="209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70DBD4-94BA-2CDE-9ACD-41042A1D69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3755" y="2757980"/>
                  <a:ext cx="80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F18446-EE2F-FCAC-CDBE-B4E9FFB3DBE5}"/>
                    </a:ext>
                  </a:extLst>
                </p14:cNvPr>
                <p14:cNvContentPartPr/>
                <p14:nvPr/>
              </p14:nvContentPartPr>
              <p14:xfrm>
                <a:off x="8173555" y="3048860"/>
                <a:ext cx="58320" cy="40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F18446-EE2F-FCAC-CDBE-B4E9FFB3DB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64555" y="3040220"/>
                  <a:ext cx="75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63A11A2-F3D4-EEB6-5EE1-B721204863F2}"/>
                    </a:ext>
                  </a:extLst>
                </p14:cNvPr>
                <p14:cNvContentPartPr/>
                <p14:nvPr/>
              </p14:nvContentPartPr>
              <p14:xfrm>
                <a:off x="8381995" y="3035900"/>
                <a:ext cx="11160" cy="2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63A11A2-F3D4-EEB6-5EE1-B721204863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73355" y="3027260"/>
                  <a:ext cx="2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4EFA368-3D20-D5F1-BC8C-FCEF4BC363AA}"/>
                    </a:ext>
                  </a:extLst>
                </p14:cNvPr>
                <p14:cNvContentPartPr/>
                <p14:nvPr/>
              </p14:nvContentPartPr>
              <p14:xfrm>
                <a:off x="6557875" y="2290340"/>
                <a:ext cx="2307240" cy="1585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4EFA368-3D20-D5F1-BC8C-FCEF4BC363A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48875" y="2281700"/>
                  <a:ext cx="232488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307543-7373-5C72-864E-15F9F5F1BC24}"/>
                    </a:ext>
                  </a:extLst>
                </p14:cNvPr>
                <p14:cNvContentPartPr/>
                <p14:nvPr/>
              </p14:nvContentPartPr>
              <p14:xfrm>
                <a:off x="8352115" y="3107540"/>
                <a:ext cx="45000" cy="1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307543-7373-5C72-864E-15F9F5F1BC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3115" y="3098900"/>
                  <a:ext cx="62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9F5F549-9904-1C17-84B1-D2ED7168FA39}"/>
                    </a:ext>
                  </a:extLst>
                </p14:cNvPr>
                <p14:cNvContentPartPr/>
                <p14:nvPr/>
              </p14:nvContentPartPr>
              <p14:xfrm>
                <a:off x="426355" y="5578220"/>
                <a:ext cx="56520" cy="355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9F5F549-9904-1C17-84B1-D2ED7168FA3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7355" y="5569220"/>
                  <a:ext cx="741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3DB27B-7ABF-F8CA-36DD-C45FF4F6D12E}"/>
                    </a:ext>
                  </a:extLst>
                </p14:cNvPr>
                <p14:cNvContentPartPr/>
                <p14:nvPr/>
              </p14:nvContentPartPr>
              <p14:xfrm>
                <a:off x="953395" y="5433140"/>
                <a:ext cx="149400" cy="310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3DB27B-7ABF-F8CA-36DD-C45FF4F6D1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4755" y="5424140"/>
                  <a:ext cx="16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2814A4E-410E-DD15-3A84-A0752A384FCF}"/>
                    </a:ext>
                  </a:extLst>
                </p14:cNvPr>
                <p14:cNvContentPartPr/>
                <p14:nvPr/>
              </p14:nvContentPartPr>
              <p14:xfrm>
                <a:off x="1251835" y="5461580"/>
                <a:ext cx="275760" cy="739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2814A4E-410E-DD15-3A84-A0752A384F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43195" y="5452580"/>
                  <a:ext cx="29340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62E638-395C-676F-F646-DAD053A1E487}"/>
                    </a:ext>
                  </a:extLst>
                </p14:cNvPr>
                <p14:cNvContentPartPr/>
                <p14:nvPr/>
              </p14:nvContentPartPr>
              <p14:xfrm>
                <a:off x="1520035" y="5897540"/>
                <a:ext cx="126720" cy="23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62E638-395C-676F-F646-DAD053A1E48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11395" y="5888900"/>
                  <a:ext cx="144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3D379B0-81D4-9ED5-3BB4-CAEF16B26EB6}"/>
                    </a:ext>
                  </a:extLst>
                </p14:cNvPr>
                <p14:cNvContentPartPr/>
                <p14:nvPr/>
              </p14:nvContentPartPr>
              <p14:xfrm>
                <a:off x="162835" y="4922300"/>
                <a:ext cx="1924920" cy="181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3D379B0-81D4-9ED5-3BB4-CAEF16B26EB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4195" y="4913660"/>
                  <a:ext cx="1942560" cy="18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1FAA1CB-ACC6-4FED-F69C-EDA9D08AC0B3}"/>
                    </a:ext>
                  </a:extLst>
                </p14:cNvPr>
                <p14:cNvContentPartPr/>
                <p14:nvPr/>
              </p14:nvContentPartPr>
              <p14:xfrm>
                <a:off x="210355" y="1834580"/>
                <a:ext cx="169200" cy="754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1FAA1CB-ACC6-4FED-F69C-EDA9D08AC0B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1715" y="1825940"/>
                  <a:ext cx="18684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88D84F1-EB14-DF1D-45DD-6363D498CB5A}"/>
                    </a:ext>
                  </a:extLst>
                </p14:cNvPr>
                <p14:cNvContentPartPr/>
                <p14:nvPr/>
              </p14:nvContentPartPr>
              <p14:xfrm>
                <a:off x="629395" y="1776620"/>
                <a:ext cx="252000" cy="570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88D84F1-EB14-DF1D-45DD-6363D498CB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0395" y="1767620"/>
                  <a:ext cx="2696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FEA98B4-B5D1-4867-3002-B3E557B60E59}"/>
                    </a:ext>
                  </a:extLst>
                </p14:cNvPr>
                <p14:cNvContentPartPr/>
                <p14:nvPr/>
              </p14:nvContentPartPr>
              <p14:xfrm>
                <a:off x="1132675" y="1902980"/>
                <a:ext cx="142560" cy="565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FEA98B4-B5D1-4867-3002-B3E557B60E5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4035" y="1893980"/>
                  <a:ext cx="1602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A42520-9ACE-1AA3-11AC-EBD3951B7F36}"/>
                    </a:ext>
                  </a:extLst>
                </p14:cNvPr>
                <p14:cNvContentPartPr/>
                <p14:nvPr/>
              </p14:nvContentPartPr>
              <p14:xfrm>
                <a:off x="3324715" y="170660"/>
                <a:ext cx="245520" cy="273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A42520-9ACE-1AA3-11AC-EBD3951B7F3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15715" y="162020"/>
                  <a:ext cx="263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690A9F5-B4C8-23C7-CB55-49C3F1A48499}"/>
                    </a:ext>
                  </a:extLst>
                </p14:cNvPr>
                <p14:cNvContentPartPr/>
                <p14:nvPr/>
              </p14:nvContentPartPr>
              <p14:xfrm>
                <a:off x="4124635" y="359660"/>
                <a:ext cx="17280" cy="3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690A9F5-B4C8-23C7-CB55-49C3F1A4849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115635" y="351020"/>
                  <a:ext cx="34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1283ED5-D9B6-C9B3-E62F-41924C227ABD}"/>
                    </a:ext>
                  </a:extLst>
                </p14:cNvPr>
                <p14:cNvContentPartPr/>
                <p14:nvPr/>
              </p14:nvContentPartPr>
              <p14:xfrm>
                <a:off x="3192235" y="4675700"/>
                <a:ext cx="1871640" cy="263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1283ED5-D9B6-C9B3-E62F-41924C227AB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83595" y="4667060"/>
                  <a:ext cx="1889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D5612C-80A1-176E-D972-D78F9A3A544E}"/>
                    </a:ext>
                  </a:extLst>
                </p14:cNvPr>
                <p14:cNvContentPartPr/>
                <p14:nvPr/>
              </p14:nvContentPartPr>
              <p14:xfrm>
                <a:off x="4872355" y="367580"/>
                <a:ext cx="1593360" cy="771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D5612C-80A1-176E-D972-D78F9A3A544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63715" y="358940"/>
                  <a:ext cx="161100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2CE30C-5204-0635-4FC1-0EDC875D4E83}"/>
                    </a:ext>
                  </a:extLst>
                </p14:cNvPr>
                <p14:cNvContentPartPr/>
                <p14:nvPr/>
              </p14:nvContentPartPr>
              <p14:xfrm>
                <a:off x="6880795" y="640460"/>
                <a:ext cx="613800" cy="438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2CE30C-5204-0635-4FC1-0EDC875D4E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72155" y="631820"/>
                  <a:ext cx="63144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B7A40C-F7F9-BE98-9D73-E34BDEAE2EB0}"/>
                    </a:ext>
                  </a:extLst>
                </p14:cNvPr>
                <p14:cNvContentPartPr/>
                <p14:nvPr/>
              </p14:nvContentPartPr>
              <p14:xfrm>
                <a:off x="6080515" y="348860"/>
                <a:ext cx="74880" cy="376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B7A40C-F7F9-BE98-9D73-E34BDEAE2EB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71875" y="340220"/>
                  <a:ext cx="925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BBCB56-E4F3-041C-E0F1-B7A0F8E935C3}"/>
                    </a:ext>
                  </a:extLst>
                </p14:cNvPr>
                <p14:cNvContentPartPr/>
                <p14:nvPr/>
              </p14:nvContentPartPr>
              <p14:xfrm>
                <a:off x="6253675" y="65540"/>
                <a:ext cx="273240" cy="360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BBCB56-E4F3-041C-E0F1-B7A0F8E935C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45035" y="56900"/>
                  <a:ext cx="2908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A743A36-C7C4-C5E1-CEF6-395207C00ECF}"/>
                    </a:ext>
                  </a:extLst>
                </p14:cNvPr>
                <p14:cNvContentPartPr/>
                <p14:nvPr/>
              </p14:nvContentPartPr>
              <p14:xfrm>
                <a:off x="7182475" y="362900"/>
                <a:ext cx="5040" cy="15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A743A36-C7C4-C5E1-CEF6-395207C00E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73475" y="354260"/>
                  <a:ext cx="22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EF138D-EEFB-3D4D-DF29-E2AE6EBF2091}"/>
                    </a:ext>
                  </a:extLst>
                </p14:cNvPr>
                <p14:cNvContentPartPr/>
                <p14:nvPr/>
              </p14:nvContentPartPr>
              <p14:xfrm>
                <a:off x="5190235" y="4519460"/>
                <a:ext cx="693720" cy="169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EF138D-EEFB-3D4D-DF29-E2AE6EBF209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81595" y="4510460"/>
                  <a:ext cx="711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6E42CC-5E4A-C2E7-E5B4-245241052790}"/>
                    </a:ext>
                  </a:extLst>
                </p14:cNvPr>
                <p14:cNvContentPartPr/>
                <p14:nvPr/>
              </p14:nvContentPartPr>
              <p14:xfrm>
                <a:off x="5283115" y="4636820"/>
                <a:ext cx="290880" cy="49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6E42CC-5E4A-C2E7-E5B4-2452410527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74475" y="4627820"/>
                  <a:ext cx="308520" cy="6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4842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7928A7-3619-1DF0-82D7-B8FA7AEE60E4}"/>
                  </a:ext>
                </a:extLst>
              </p14:cNvPr>
              <p14:cNvContentPartPr/>
              <p14:nvPr/>
            </p14:nvContentPartPr>
            <p14:xfrm>
              <a:off x="6223435" y="277580"/>
              <a:ext cx="697680" cy="1947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7928A7-3619-1DF0-82D7-B8FA7AEE60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4795" y="268940"/>
                <a:ext cx="715320" cy="19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20A8C2-CF5C-10DD-9616-1EC773D61CF7}"/>
                  </a:ext>
                </a:extLst>
              </p14:cNvPr>
              <p14:cNvContentPartPr/>
              <p14:nvPr/>
            </p14:nvContentPartPr>
            <p14:xfrm>
              <a:off x="7038475" y="883820"/>
              <a:ext cx="623880" cy="591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20A8C2-CF5C-10DD-9616-1EC773D61C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9835" y="875180"/>
                <a:ext cx="64152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C481A5-46D3-1986-C72F-2D56048DC406}"/>
                  </a:ext>
                </a:extLst>
              </p14:cNvPr>
              <p14:cNvContentPartPr/>
              <p14:nvPr/>
            </p14:nvContentPartPr>
            <p14:xfrm>
              <a:off x="7570915" y="997220"/>
              <a:ext cx="1292760" cy="268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C481A5-46D3-1986-C72F-2D56048DC4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2275" y="988220"/>
                <a:ext cx="13104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2B8655-A1AC-DE70-FB6F-3142E6400058}"/>
                  </a:ext>
                </a:extLst>
              </p14:cNvPr>
              <p14:cNvContentPartPr/>
              <p14:nvPr/>
            </p14:nvContentPartPr>
            <p14:xfrm>
              <a:off x="1214035" y="834140"/>
              <a:ext cx="145800" cy="918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2B8655-A1AC-DE70-FB6F-3142E64000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5395" y="825140"/>
                <a:ext cx="163440" cy="9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5C6E18-206F-D0F0-621C-3085E7630236}"/>
                  </a:ext>
                </a:extLst>
              </p14:cNvPr>
              <p14:cNvContentPartPr/>
              <p14:nvPr/>
            </p14:nvContentPartPr>
            <p14:xfrm>
              <a:off x="1109995" y="685460"/>
              <a:ext cx="610200" cy="1415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5C6E18-206F-D0F0-621C-3085E76302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0995" y="676460"/>
                <a:ext cx="627840" cy="14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EFB799-3025-DCB2-97DE-DEB5AB98D151}"/>
                  </a:ext>
                </a:extLst>
              </p14:cNvPr>
              <p14:cNvContentPartPr/>
              <p14:nvPr/>
            </p14:nvContentPartPr>
            <p14:xfrm>
              <a:off x="1615435" y="1143380"/>
              <a:ext cx="1237320" cy="75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EFB799-3025-DCB2-97DE-DEB5AB98D1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6435" y="1134740"/>
                <a:ext cx="1254960" cy="77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178FFA-D66E-9BE4-A208-768661E6E97E}"/>
                  </a:ext>
                </a:extLst>
              </p14:cNvPr>
              <p14:cNvContentPartPr/>
              <p14:nvPr/>
            </p14:nvContentPartPr>
            <p14:xfrm>
              <a:off x="2594275" y="1298540"/>
              <a:ext cx="651600" cy="278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178FFA-D66E-9BE4-A208-768661E6E9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5635" y="1289540"/>
                <a:ext cx="6692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ABF639F-AC1D-9DC7-7231-070D4398533A}"/>
                  </a:ext>
                </a:extLst>
              </p14:cNvPr>
              <p14:cNvContentPartPr/>
              <p14:nvPr/>
            </p14:nvContentPartPr>
            <p14:xfrm>
              <a:off x="4169275" y="1289900"/>
              <a:ext cx="1032120" cy="245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BF639F-AC1D-9DC7-7231-070D439853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60635" y="1280900"/>
                <a:ext cx="10497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717D597-ABE6-3BE5-206F-1352CF78B028}"/>
                  </a:ext>
                </a:extLst>
              </p14:cNvPr>
              <p14:cNvContentPartPr/>
              <p14:nvPr/>
            </p14:nvContentPartPr>
            <p14:xfrm>
              <a:off x="1823155" y="2359460"/>
              <a:ext cx="1226160" cy="1386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717D597-ABE6-3BE5-206F-1352CF78B02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14155" y="2350460"/>
                <a:ext cx="1243800" cy="14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20DCCF-9B00-AE71-2060-4CD8650329DC}"/>
                  </a:ext>
                </a:extLst>
              </p14:cNvPr>
              <p14:cNvContentPartPr/>
              <p14:nvPr/>
            </p14:nvContentPartPr>
            <p14:xfrm>
              <a:off x="2235355" y="3400580"/>
              <a:ext cx="1186560" cy="696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20DCCF-9B00-AE71-2060-4CD8650329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26355" y="3391940"/>
                <a:ext cx="120420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479376-3B33-87EA-31AA-C66C64DE93B3}"/>
                  </a:ext>
                </a:extLst>
              </p14:cNvPr>
              <p14:cNvContentPartPr/>
              <p14:nvPr/>
            </p14:nvContentPartPr>
            <p14:xfrm>
              <a:off x="3712075" y="3106100"/>
              <a:ext cx="677520" cy="1038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479376-3B33-87EA-31AA-C66C64DE93B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03075" y="3097460"/>
                <a:ext cx="695160" cy="10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6F8D365-65E5-32C7-1261-1F580CD6B717}"/>
                  </a:ext>
                </a:extLst>
              </p14:cNvPr>
              <p14:cNvContentPartPr/>
              <p14:nvPr/>
            </p14:nvContentPartPr>
            <p14:xfrm>
              <a:off x="4241995" y="3557900"/>
              <a:ext cx="2418840" cy="170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6F8D365-65E5-32C7-1261-1F580CD6B7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32995" y="3549260"/>
                <a:ext cx="24364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F40C249-562B-9E88-4D65-DF0C9F3385C3}"/>
                  </a:ext>
                </a:extLst>
              </p14:cNvPr>
              <p14:cNvContentPartPr/>
              <p14:nvPr/>
            </p14:nvContentPartPr>
            <p14:xfrm>
              <a:off x="7425115" y="3335420"/>
              <a:ext cx="342360" cy="606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F40C249-562B-9E88-4D65-DF0C9F3385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16475" y="3326780"/>
                <a:ext cx="360000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93A638-41D2-DF0F-ED1F-7BBFB07BE601}"/>
                  </a:ext>
                </a:extLst>
              </p14:cNvPr>
              <p14:cNvContentPartPr/>
              <p14:nvPr/>
            </p14:nvContentPartPr>
            <p14:xfrm>
              <a:off x="8874115" y="3487340"/>
              <a:ext cx="3960" cy="13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C93A638-41D2-DF0F-ED1F-7BBFB07BE6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65475" y="3478700"/>
                <a:ext cx="21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34D140-2EDB-5460-BF27-38B690DEF6C4}"/>
                  </a:ext>
                </a:extLst>
              </p14:cNvPr>
              <p14:cNvContentPartPr/>
              <p14:nvPr/>
            </p14:nvContentPartPr>
            <p14:xfrm>
              <a:off x="8154115" y="3028340"/>
              <a:ext cx="1080720" cy="38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34D140-2EDB-5460-BF27-38B690DEF6C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45475" y="3019700"/>
                <a:ext cx="10983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39D631C-4D5F-75A4-2D6D-E0BC3A033256}"/>
                  </a:ext>
                </a:extLst>
              </p14:cNvPr>
              <p14:cNvContentPartPr/>
              <p14:nvPr/>
            </p14:nvContentPartPr>
            <p14:xfrm>
              <a:off x="8952595" y="3019700"/>
              <a:ext cx="466920" cy="477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39D631C-4D5F-75A4-2D6D-E0BC3A03325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43595" y="3010700"/>
                <a:ext cx="4845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7749DF2-56F3-44A2-2A50-DB35882B7D2E}"/>
                  </a:ext>
                </a:extLst>
              </p14:cNvPr>
              <p14:cNvContentPartPr/>
              <p14:nvPr/>
            </p14:nvContentPartPr>
            <p14:xfrm>
              <a:off x="10102795" y="3705500"/>
              <a:ext cx="32760" cy="16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7749DF2-56F3-44A2-2A50-DB35882B7D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94155" y="3696860"/>
                <a:ext cx="504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C91972F1-C5B2-3AC1-75E6-0919477D6003}"/>
              </a:ext>
            </a:extLst>
          </p:cNvPr>
          <p:cNvGrpSpPr/>
          <p:nvPr/>
        </p:nvGrpSpPr>
        <p:grpSpPr>
          <a:xfrm>
            <a:off x="10176235" y="2667980"/>
            <a:ext cx="1843920" cy="778680"/>
            <a:chOff x="10176235" y="2667980"/>
            <a:chExt cx="1843920" cy="77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720E6F-0AF1-7816-9655-6E1A28BEA499}"/>
                    </a:ext>
                  </a:extLst>
                </p14:cNvPr>
                <p14:cNvContentPartPr/>
                <p14:nvPr/>
              </p14:nvContentPartPr>
              <p14:xfrm>
                <a:off x="10176235" y="2912780"/>
                <a:ext cx="1489680" cy="45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720E6F-0AF1-7816-9655-6E1A28BEA4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67595" y="2904140"/>
                  <a:ext cx="15073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FE6AA59-71F6-847D-5FFE-83E907E4F11E}"/>
                    </a:ext>
                  </a:extLst>
                </p14:cNvPr>
                <p14:cNvContentPartPr/>
                <p14:nvPr/>
              </p14:nvContentPartPr>
              <p14:xfrm>
                <a:off x="11686075" y="3193220"/>
                <a:ext cx="1440" cy="14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FE6AA59-71F6-847D-5FFE-83E907E4F1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677075" y="3184580"/>
                  <a:ext cx="19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5FDBB3-FF74-4D10-E4C8-1678D89C2C9D}"/>
                    </a:ext>
                  </a:extLst>
                </p14:cNvPr>
                <p14:cNvContentPartPr/>
                <p14:nvPr/>
              </p14:nvContentPartPr>
              <p14:xfrm>
                <a:off x="10750435" y="2667980"/>
                <a:ext cx="258480" cy="574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5FDBB3-FF74-4D10-E4C8-1678D89C2C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41435" y="2659340"/>
                  <a:ext cx="2761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905C37-6319-283E-80EB-A2B685CA1668}"/>
                    </a:ext>
                  </a:extLst>
                </p14:cNvPr>
                <p14:cNvContentPartPr/>
                <p14:nvPr/>
              </p14:nvContentPartPr>
              <p14:xfrm>
                <a:off x="11332915" y="3160820"/>
                <a:ext cx="687240" cy="28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905C37-6319-283E-80EB-A2B685CA16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23915" y="3151820"/>
                  <a:ext cx="70488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7A52FF-336B-C38F-61CF-0AD344228B9B}"/>
              </a:ext>
            </a:extLst>
          </p:cNvPr>
          <p:cNvGrpSpPr/>
          <p:nvPr/>
        </p:nvGrpSpPr>
        <p:grpSpPr>
          <a:xfrm>
            <a:off x="9832795" y="4028420"/>
            <a:ext cx="2065680" cy="1118880"/>
            <a:chOff x="9832795" y="4028420"/>
            <a:chExt cx="2065680" cy="11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86AE95-A724-3293-66F3-9710FB2957AB}"/>
                    </a:ext>
                  </a:extLst>
                </p14:cNvPr>
                <p14:cNvContentPartPr/>
                <p14:nvPr/>
              </p14:nvContentPartPr>
              <p14:xfrm>
                <a:off x="9832795" y="4028420"/>
                <a:ext cx="198360" cy="696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86AE95-A724-3293-66F3-9710FB2957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23795" y="4019420"/>
                  <a:ext cx="21600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00C7E1B-D842-6C2B-F116-01E0F26CD1F8}"/>
                    </a:ext>
                  </a:extLst>
                </p14:cNvPr>
                <p14:cNvContentPartPr/>
                <p14:nvPr/>
              </p14:nvContentPartPr>
              <p14:xfrm>
                <a:off x="10012435" y="4397780"/>
                <a:ext cx="482400" cy="252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00C7E1B-D842-6C2B-F116-01E0F26CD1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03435" y="4389140"/>
                  <a:ext cx="5000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DAD6CC-F1EE-558B-36AA-14B1F158CF70}"/>
                    </a:ext>
                  </a:extLst>
                </p14:cNvPr>
                <p14:cNvContentPartPr/>
                <p14:nvPr/>
              </p14:nvContentPartPr>
              <p14:xfrm>
                <a:off x="10663675" y="4460780"/>
                <a:ext cx="247680" cy="12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DAD6CC-F1EE-558B-36AA-14B1F158CF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54675" y="4452140"/>
                  <a:ext cx="265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55D0B3F-5144-AA34-959E-AC84B1B67C47}"/>
                    </a:ext>
                  </a:extLst>
                </p14:cNvPr>
                <p14:cNvContentPartPr/>
                <p14:nvPr/>
              </p14:nvContentPartPr>
              <p14:xfrm>
                <a:off x="11031955" y="4115900"/>
                <a:ext cx="505080" cy="509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55D0B3F-5144-AA34-959E-AC84B1B67C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23315" y="4106900"/>
                  <a:ext cx="5227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ECAB18-7FC0-8B03-2471-3D25D798048E}"/>
                    </a:ext>
                  </a:extLst>
                </p14:cNvPr>
                <p14:cNvContentPartPr/>
                <p14:nvPr/>
              </p14:nvContentPartPr>
              <p14:xfrm>
                <a:off x="11716315" y="4276460"/>
                <a:ext cx="92160" cy="18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ECAB18-7FC0-8B03-2471-3D25D798048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07315" y="4267460"/>
                  <a:ext cx="109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D94140-1E39-5FE2-2132-BB221A85031F}"/>
                    </a:ext>
                  </a:extLst>
                </p14:cNvPr>
                <p14:cNvContentPartPr/>
                <p14:nvPr/>
              </p14:nvContentPartPr>
              <p14:xfrm>
                <a:off x="11376115" y="4554020"/>
                <a:ext cx="356040" cy="55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D94140-1E39-5FE2-2132-BB221A8503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67475" y="4545380"/>
                  <a:ext cx="37368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F973AA-4A4B-FFC6-C81A-E2A5E9E8B52C}"/>
                    </a:ext>
                  </a:extLst>
                </p14:cNvPr>
                <p14:cNvContentPartPr/>
                <p14:nvPr/>
              </p14:nvContentPartPr>
              <p14:xfrm>
                <a:off x="11765995" y="5033900"/>
                <a:ext cx="88920" cy="11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F973AA-4A4B-FFC6-C81A-E2A5E9E8B5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757355" y="5024900"/>
                  <a:ext cx="106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D19965-8B97-9454-1A41-C05C6335FD60}"/>
                    </a:ext>
                  </a:extLst>
                </p14:cNvPr>
                <p14:cNvContentPartPr/>
                <p14:nvPr/>
              </p14:nvContentPartPr>
              <p14:xfrm>
                <a:off x="11837995" y="5110940"/>
                <a:ext cx="60480" cy="24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D19965-8B97-9454-1A41-C05C6335FD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828995" y="5101940"/>
                  <a:ext cx="781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EC8C4F-E88A-7C59-CB11-08B92782F108}"/>
              </a:ext>
            </a:extLst>
          </p:cNvPr>
          <p:cNvGrpSpPr/>
          <p:nvPr/>
        </p:nvGrpSpPr>
        <p:grpSpPr>
          <a:xfrm>
            <a:off x="630115" y="5245220"/>
            <a:ext cx="2578680" cy="1082520"/>
            <a:chOff x="630115" y="5245220"/>
            <a:chExt cx="2578680" cy="10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D12DE9-5522-1BA5-5B98-BB51AD12C344}"/>
                    </a:ext>
                  </a:extLst>
                </p14:cNvPr>
                <p14:cNvContentPartPr/>
                <p14:nvPr/>
              </p14:nvContentPartPr>
              <p14:xfrm>
                <a:off x="630115" y="5835980"/>
                <a:ext cx="863640" cy="5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D12DE9-5522-1BA5-5B98-BB51AD12C3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1115" y="5826980"/>
                  <a:ext cx="881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E92856-B697-5ECC-4FE4-65C3B3FA0E96}"/>
                    </a:ext>
                  </a:extLst>
                </p14:cNvPr>
                <p14:cNvContentPartPr/>
                <p14:nvPr/>
              </p14:nvContentPartPr>
              <p14:xfrm>
                <a:off x="1276315" y="5245220"/>
                <a:ext cx="488880" cy="1082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E92856-B697-5ECC-4FE4-65C3B3FA0E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67675" y="5236220"/>
                  <a:ext cx="50652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9498B3-0B31-060A-1620-083554BA5A60}"/>
                    </a:ext>
                  </a:extLst>
                </p14:cNvPr>
                <p14:cNvContentPartPr/>
                <p14:nvPr/>
              </p14:nvContentPartPr>
              <p14:xfrm>
                <a:off x="2386555" y="5420180"/>
                <a:ext cx="333720" cy="430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9498B3-0B31-060A-1620-083554BA5A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77915" y="5411540"/>
                  <a:ext cx="351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9C0086-3031-2226-347A-5675E260F71A}"/>
                    </a:ext>
                  </a:extLst>
                </p14:cNvPr>
                <p14:cNvContentPartPr/>
                <p14:nvPr/>
              </p14:nvContentPartPr>
              <p14:xfrm>
                <a:off x="3052555" y="5555540"/>
                <a:ext cx="112680" cy="18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9C0086-3031-2226-347A-5675E260F7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43555" y="5546900"/>
                  <a:ext cx="130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8B3B03-A17D-EBA1-F67C-4112CA85583C}"/>
                    </a:ext>
                  </a:extLst>
                </p14:cNvPr>
                <p14:cNvContentPartPr/>
                <p14:nvPr/>
              </p14:nvContentPartPr>
              <p14:xfrm>
                <a:off x="2991715" y="5500820"/>
                <a:ext cx="217080" cy="334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8B3B03-A17D-EBA1-F67C-4112CA85583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83075" y="5491820"/>
                  <a:ext cx="234720" cy="35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82615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D68C2-581A-62DD-5F95-04C394418B10}"/>
              </a:ext>
            </a:extLst>
          </p:cNvPr>
          <p:cNvSpPr txBox="1"/>
          <p:nvPr/>
        </p:nvSpPr>
        <p:spPr>
          <a:xfrm>
            <a:off x="2514600" y="805093"/>
            <a:ext cx="6094324" cy="18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price </a:t>
            </a:r>
            <a:r>
              <a:rPr lang="en-IN" sz="2000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IN" sz="2000" b="0" dirty="0">
                <a:solidFill>
                  <a:srgbClr val="7060EB"/>
                </a:solidFill>
                <a:effectLst/>
                <a:latin typeface="Mono Lisa"/>
              </a:rPr>
              <a:t>5000</a:t>
            </a:r>
            <a:endParaRPr lang="en-IN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</a:br>
            <a:b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IN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sz="2000" b="1" dirty="0">
                <a:solidFill>
                  <a:srgbClr val="DF769B"/>
                </a:solidFill>
                <a:effectLst/>
                <a:latin typeface="Mono Lisa"/>
              </a:rPr>
              <a:t>if</a:t>
            </a: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 price </a:t>
            </a:r>
            <a:r>
              <a:rPr lang="en-IN" sz="2000" b="1" dirty="0">
                <a:solidFill>
                  <a:srgbClr val="DF769B"/>
                </a:solidFill>
                <a:effectLst/>
                <a:latin typeface="Mono Lisa"/>
              </a:rPr>
              <a:t>!=</a:t>
            </a: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IN" sz="2000" b="0" dirty="0">
                <a:solidFill>
                  <a:srgbClr val="7060EB"/>
                </a:solidFill>
                <a:effectLst/>
                <a:latin typeface="Mono Lisa"/>
              </a:rPr>
              <a:t>5000</a:t>
            </a:r>
            <a:r>
              <a:rPr lang="en-IN" sz="2000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  <a:endParaRPr lang="en-IN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IN" sz="2000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"Bhai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isko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indentation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bolte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hai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"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IN" sz="2000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"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Tmhre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ps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5000 h"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en-IN" sz="2000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IN" sz="2000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"Bhai h to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khrid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lo"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en-IN" sz="2000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"Nahi to </a:t>
            </a:r>
            <a:r>
              <a:rPr lang="en-IN" sz="2000" b="0" dirty="0" err="1">
                <a:solidFill>
                  <a:srgbClr val="49E9A6"/>
                </a:solidFill>
                <a:effectLst/>
                <a:latin typeface="Mono Lisa"/>
              </a:rPr>
              <a:t>nikal</a:t>
            </a:r>
            <a:r>
              <a:rPr lang="en-IN" sz="2000" b="0" dirty="0">
                <a:solidFill>
                  <a:srgbClr val="49E9A6"/>
                </a:solidFill>
                <a:effectLst/>
                <a:latin typeface="Mono Lisa"/>
              </a:rPr>
              <a:t> lo"</a:t>
            </a:r>
            <a:r>
              <a:rPr lang="en-IN" sz="20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CF3CE5-0476-12FE-D50B-F973CAFA1784}"/>
              </a:ext>
            </a:extLst>
          </p:cNvPr>
          <p:cNvGrpSpPr/>
          <p:nvPr/>
        </p:nvGrpSpPr>
        <p:grpSpPr>
          <a:xfrm>
            <a:off x="3921595" y="615948"/>
            <a:ext cx="4849200" cy="612360"/>
            <a:chOff x="3921595" y="615948"/>
            <a:chExt cx="484920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0C09ED4-7F6D-ED1B-A69E-912E4955A7CE}"/>
                    </a:ext>
                  </a:extLst>
                </p14:cNvPr>
                <p14:cNvContentPartPr/>
                <p14:nvPr/>
              </p14:nvContentPartPr>
              <p14:xfrm>
                <a:off x="3921595" y="905748"/>
                <a:ext cx="1489680" cy="78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0C09ED4-7F6D-ED1B-A69E-912E4955A7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12955" y="896748"/>
                  <a:ext cx="1507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4CBC87-AB72-958E-94E5-E677A44D7C74}"/>
                    </a:ext>
                  </a:extLst>
                </p14:cNvPr>
                <p14:cNvContentPartPr/>
                <p14:nvPr/>
              </p14:nvContentPartPr>
              <p14:xfrm>
                <a:off x="5199955" y="615948"/>
                <a:ext cx="415800" cy="612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4CBC87-AB72-958E-94E5-E677A44D7C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91315" y="606948"/>
                  <a:ext cx="43344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12007B-CEF8-ADED-A208-BC7653E830CC}"/>
                    </a:ext>
                  </a:extLst>
                </p14:cNvPr>
                <p14:cNvContentPartPr/>
                <p14:nvPr/>
              </p14:nvContentPartPr>
              <p14:xfrm>
                <a:off x="6113995" y="735108"/>
                <a:ext cx="338040" cy="293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12007B-CEF8-ADED-A208-BC7653E830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05355" y="726468"/>
                  <a:ext cx="355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AEF086-7DF2-A610-8F3F-AA8D86D2B00F}"/>
                    </a:ext>
                  </a:extLst>
                </p14:cNvPr>
                <p14:cNvContentPartPr/>
                <p14:nvPr/>
              </p14:nvContentPartPr>
              <p14:xfrm>
                <a:off x="6473275" y="809988"/>
                <a:ext cx="182520" cy="240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AEF086-7DF2-A610-8F3F-AA8D86D2B0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64635" y="801348"/>
                  <a:ext cx="200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810576-44EA-F273-0234-9B40423DC6EC}"/>
                    </a:ext>
                  </a:extLst>
                </p14:cNvPr>
                <p14:cNvContentPartPr/>
                <p14:nvPr/>
              </p14:nvContentPartPr>
              <p14:xfrm>
                <a:off x="6854515" y="775788"/>
                <a:ext cx="334440" cy="24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810576-44EA-F273-0234-9B40423DC6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45515" y="767148"/>
                  <a:ext cx="352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578025-9AB5-49D3-DF09-A34AA76473C8}"/>
                    </a:ext>
                  </a:extLst>
                </p14:cNvPr>
                <p14:cNvContentPartPr/>
                <p14:nvPr/>
              </p14:nvContentPartPr>
              <p14:xfrm>
                <a:off x="7298035" y="644028"/>
                <a:ext cx="30600" cy="19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578025-9AB5-49D3-DF09-A34AA76473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89395" y="635388"/>
                  <a:ext cx="48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7E3434-1F27-E0A4-7A17-5DE2FEDDA6E5}"/>
                    </a:ext>
                  </a:extLst>
                </p14:cNvPr>
                <p14:cNvContentPartPr/>
                <p14:nvPr/>
              </p14:nvContentPartPr>
              <p14:xfrm>
                <a:off x="7331875" y="653028"/>
                <a:ext cx="593640" cy="44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7E3434-1F27-E0A4-7A17-5DE2FEDDA6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23235" y="644388"/>
                  <a:ext cx="6112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86F412-5692-BA4C-D739-874DC4869214}"/>
                    </a:ext>
                  </a:extLst>
                </p14:cNvPr>
                <p14:cNvContentPartPr/>
                <p14:nvPr/>
              </p14:nvContentPartPr>
              <p14:xfrm>
                <a:off x="8250595" y="941388"/>
                <a:ext cx="520200" cy="19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86F412-5692-BA4C-D739-874DC48692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41955" y="932748"/>
                  <a:ext cx="5378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31B80F-E5B3-B826-2BCB-8A7BDD6BF825}"/>
              </a:ext>
            </a:extLst>
          </p:cNvPr>
          <p:cNvGrpSpPr/>
          <p:nvPr/>
        </p:nvGrpSpPr>
        <p:grpSpPr>
          <a:xfrm>
            <a:off x="2988475" y="1359348"/>
            <a:ext cx="7146000" cy="443160"/>
            <a:chOff x="2988475" y="1359348"/>
            <a:chExt cx="714600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1D0393-A998-0BE7-5B66-9F841B421740}"/>
                    </a:ext>
                  </a:extLst>
                </p14:cNvPr>
                <p14:cNvContentPartPr/>
                <p14:nvPr/>
              </p14:nvContentPartPr>
              <p14:xfrm>
                <a:off x="2988475" y="1496148"/>
                <a:ext cx="1073520" cy="71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1D0393-A998-0BE7-5B66-9F841B4217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79835" y="1487148"/>
                  <a:ext cx="1091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22CB10-AF20-24FB-3254-E6035895BB2B}"/>
                    </a:ext>
                  </a:extLst>
                </p14:cNvPr>
                <p14:cNvContentPartPr/>
                <p14:nvPr/>
              </p14:nvContentPartPr>
              <p14:xfrm>
                <a:off x="3598675" y="1457268"/>
                <a:ext cx="3259800" cy="170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22CB10-AF20-24FB-3254-E6035895BB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90035" y="1448268"/>
                  <a:ext cx="3277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37BA1B-ED9E-9A40-DEAD-D8AD5E66F47A}"/>
                    </a:ext>
                  </a:extLst>
                </p14:cNvPr>
                <p14:cNvContentPartPr/>
                <p14:nvPr/>
              </p14:nvContentPartPr>
              <p14:xfrm>
                <a:off x="7067995" y="1461228"/>
                <a:ext cx="413640" cy="254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37BA1B-ED9E-9A40-DEAD-D8AD5E66F4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59355" y="1452588"/>
                  <a:ext cx="431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2AE418-721D-F0F9-87FE-0675AB50A986}"/>
                    </a:ext>
                  </a:extLst>
                </p14:cNvPr>
                <p14:cNvContentPartPr/>
                <p14:nvPr/>
              </p14:nvContentPartPr>
              <p14:xfrm>
                <a:off x="7625995" y="1381308"/>
                <a:ext cx="920880" cy="37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2AE418-721D-F0F9-87FE-0675AB50A9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17355" y="1372308"/>
                  <a:ext cx="938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E1B907A-51C8-E23D-4D06-CE9FF5743437}"/>
                    </a:ext>
                  </a:extLst>
                </p14:cNvPr>
                <p14:cNvContentPartPr/>
                <p14:nvPr/>
              </p14:nvContentPartPr>
              <p14:xfrm>
                <a:off x="8590795" y="1359348"/>
                <a:ext cx="20880" cy="1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E1B907A-51C8-E23D-4D06-CE9FF57434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81795" y="1350348"/>
                  <a:ext cx="38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AD6571-2D25-E496-0424-14BF96B202D9}"/>
                    </a:ext>
                  </a:extLst>
                </p14:cNvPr>
                <p14:cNvContentPartPr/>
                <p14:nvPr/>
              </p14:nvContentPartPr>
              <p14:xfrm>
                <a:off x="8765755" y="1376628"/>
                <a:ext cx="86760" cy="387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AD6571-2D25-E496-0424-14BF96B202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56755" y="1367988"/>
                  <a:ext cx="1044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099CEA-D504-3AEB-E1ED-9092EE31D0B4}"/>
                    </a:ext>
                  </a:extLst>
                </p14:cNvPr>
                <p14:cNvContentPartPr/>
                <p14:nvPr/>
              </p14:nvContentPartPr>
              <p14:xfrm>
                <a:off x="8738035" y="1615308"/>
                <a:ext cx="335520" cy="15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099CEA-D504-3AEB-E1ED-9092EE31D0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29035" y="1606668"/>
                  <a:ext cx="353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C78E90-71C1-C6D6-1F43-ECA91B1722B4}"/>
                    </a:ext>
                  </a:extLst>
                </p14:cNvPr>
                <p14:cNvContentPartPr/>
                <p14:nvPr/>
              </p14:nvContentPartPr>
              <p14:xfrm>
                <a:off x="9229795" y="1411548"/>
                <a:ext cx="41400" cy="47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C78E90-71C1-C6D6-1F43-ECA91B1722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21155" y="1402548"/>
                  <a:ext cx="59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7B7C0F-DB6D-F6EB-7154-FBF8E4DDFE69}"/>
                    </a:ext>
                  </a:extLst>
                </p14:cNvPr>
                <p14:cNvContentPartPr/>
                <p14:nvPr/>
              </p14:nvContentPartPr>
              <p14:xfrm>
                <a:off x="9232675" y="1522788"/>
                <a:ext cx="128160" cy="242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7B7C0F-DB6D-F6EB-7154-FBF8E4DDFE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23675" y="1514148"/>
                  <a:ext cx="145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12F2B2-BA9D-63A1-734A-98A4B278E3E6}"/>
                    </a:ext>
                  </a:extLst>
                </p14:cNvPr>
                <p14:cNvContentPartPr/>
                <p14:nvPr/>
              </p14:nvContentPartPr>
              <p14:xfrm>
                <a:off x="9530395" y="1504788"/>
                <a:ext cx="379800" cy="29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12F2B2-BA9D-63A1-734A-98A4B278E3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21395" y="1495788"/>
                  <a:ext cx="397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96DDB9-4E89-AE86-7A74-F78904709D4F}"/>
                    </a:ext>
                  </a:extLst>
                </p14:cNvPr>
                <p14:cNvContentPartPr/>
                <p14:nvPr/>
              </p14:nvContentPartPr>
              <p14:xfrm>
                <a:off x="10100275" y="1712148"/>
                <a:ext cx="34200" cy="60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96DDB9-4E89-AE86-7A74-F78904709D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91635" y="1703148"/>
                  <a:ext cx="518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8FCC3F-6420-FDE2-0206-5031C8AE3314}"/>
              </a:ext>
            </a:extLst>
          </p:cNvPr>
          <p:cNvGrpSpPr/>
          <p:nvPr/>
        </p:nvGrpSpPr>
        <p:grpSpPr>
          <a:xfrm>
            <a:off x="842515" y="3631668"/>
            <a:ext cx="790920" cy="1495440"/>
            <a:chOff x="842515" y="3631668"/>
            <a:chExt cx="790920" cy="14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39D37A-5D27-50B4-5AC8-D3F8B1464F91}"/>
                    </a:ext>
                  </a:extLst>
                </p14:cNvPr>
                <p14:cNvContentPartPr/>
                <p14:nvPr/>
              </p14:nvContentPartPr>
              <p14:xfrm>
                <a:off x="842515" y="4003908"/>
                <a:ext cx="88200" cy="488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39D37A-5D27-50B4-5AC8-D3F8B1464F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3515" y="3995268"/>
                  <a:ext cx="10584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E449EC-7962-4807-0C6F-C6E40E084997}"/>
                    </a:ext>
                  </a:extLst>
                </p14:cNvPr>
                <p14:cNvContentPartPr/>
                <p14:nvPr/>
              </p14:nvContentPartPr>
              <p14:xfrm>
                <a:off x="1055635" y="3631668"/>
                <a:ext cx="18360" cy="50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E449EC-7962-4807-0C6F-C6E40E0849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6995" y="3623028"/>
                  <a:ext cx="36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331291-4CE1-282E-998E-FFA84D78703F}"/>
                    </a:ext>
                  </a:extLst>
                </p14:cNvPr>
                <p14:cNvContentPartPr/>
                <p14:nvPr/>
              </p14:nvContentPartPr>
              <p14:xfrm>
                <a:off x="1259035" y="3818148"/>
                <a:ext cx="374400" cy="1308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331291-4CE1-282E-998E-FFA84D7870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50395" y="3809148"/>
                  <a:ext cx="392040" cy="13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C10EDA-6781-C463-02AD-E005F1CC5EAB}"/>
              </a:ext>
            </a:extLst>
          </p:cNvPr>
          <p:cNvGrpSpPr/>
          <p:nvPr/>
        </p:nvGrpSpPr>
        <p:grpSpPr>
          <a:xfrm>
            <a:off x="3478795" y="3788988"/>
            <a:ext cx="2952720" cy="645120"/>
            <a:chOff x="3478795" y="3788988"/>
            <a:chExt cx="2952720" cy="64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4443CE-9449-20FC-3FA6-FF7F5FABB94A}"/>
                    </a:ext>
                  </a:extLst>
                </p14:cNvPr>
                <p14:cNvContentPartPr/>
                <p14:nvPr/>
              </p14:nvContentPartPr>
              <p14:xfrm>
                <a:off x="3478795" y="3788988"/>
                <a:ext cx="1488960" cy="533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4443CE-9449-20FC-3FA6-FF7F5FABB9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69795" y="3780348"/>
                  <a:ext cx="150660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238735-6147-947E-E4CD-1210F591CC2E}"/>
                    </a:ext>
                  </a:extLst>
                </p14:cNvPr>
                <p14:cNvContentPartPr/>
                <p14:nvPr/>
              </p14:nvContentPartPr>
              <p14:xfrm>
                <a:off x="5072155" y="3909588"/>
                <a:ext cx="21960" cy="2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238735-6147-947E-E4CD-1210F591CC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63515" y="3900588"/>
                  <a:ext cx="39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75CF2F-AFA8-E802-C420-DF45CAD26C58}"/>
                    </a:ext>
                  </a:extLst>
                </p14:cNvPr>
                <p14:cNvContentPartPr/>
                <p14:nvPr/>
              </p14:nvContentPartPr>
              <p14:xfrm>
                <a:off x="5345755" y="3903108"/>
                <a:ext cx="93240" cy="40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75CF2F-AFA8-E802-C420-DF45CAD26C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36755" y="3894468"/>
                  <a:ext cx="1108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28037A-3D30-1FAE-E8EB-A06D9622B4D7}"/>
                    </a:ext>
                  </a:extLst>
                </p14:cNvPr>
                <p14:cNvContentPartPr/>
                <p14:nvPr/>
              </p14:nvContentPartPr>
              <p14:xfrm>
                <a:off x="5267635" y="4148628"/>
                <a:ext cx="376560" cy="247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28037A-3D30-1FAE-E8EB-A06D9622B4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58635" y="4139988"/>
                  <a:ext cx="394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6653E-4CC8-6EE1-0E9C-6BA3A6A1E65E}"/>
                    </a:ext>
                  </a:extLst>
                </p14:cNvPr>
                <p14:cNvContentPartPr/>
                <p14:nvPr/>
              </p14:nvContentPartPr>
              <p14:xfrm>
                <a:off x="5857315" y="3962868"/>
                <a:ext cx="37800" cy="1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6653E-4CC8-6EE1-0E9C-6BA3A6A1E6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48315" y="3953868"/>
                  <a:ext cx="5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C6AE1F-349C-4FA1-BAD5-0148C16EBBB9}"/>
                    </a:ext>
                  </a:extLst>
                </p14:cNvPr>
                <p14:cNvContentPartPr/>
                <p14:nvPr/>
              </p14:nvContentPartPr>
              <p14:xfrm>
                <a:off x="5878555" y="4107228"/>
                <a:ext cx="77400" cy="240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C6AE1F-349C-4FA1-BAD5-0148C16EBB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69915" y="4098228"/>
                  <a:ext cx="95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B6242A-14AA-E47F-B84D-51540C5B0DF5}"/>
                    </a:ext>
                  </a:extLst>
                </p14:cNvPr>
                <p14:cNvContentPartPr/>
                <p14:nvPr/>
              </p14:nvContentPartPr>
              <p14:xfrm>
                <a:off x="6173035" y="4183188"/>
                <a:ext cx="258480" cy="25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B6242A-14AA-E47F-B84D-51540C5B0D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64395" y="4174188"/>
                  <a:ext cx="2761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83E312-3B09-82EB-6E76-5BF0B026F02D}"/>
              </a:ext>
            </a:extLst>
          </p:cNvPr>
          <p:cNvGrpSpPr/>
          <p:nvPr/>
        </p:nvGrpSpPr>
        <p:grpSpPr>
          <a:xfrm>
            <a:off x="6978715" y="4028748"/>
            <a:ext cx="523440" cy="540720"/>
            <a:chOff x="6978715" y="4028748"/>
            <a:chExt cx="52344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211621-E7D2-0DAC-A4C0-B311BF9CAC0A}"/>
                    </a:ext>
                  </a:extLst>
                </p14:cNvPr>
                <p14:cNvContentPartPr/>
                <p14:nvPr/>
              </p14:nvContentPartPr>
              <p14:xfrm>
                <a:off x="7071595" y="4053228"/>
                <a:ext cx="399240" cy="130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211621-E7D2-0DAC-A4C0-B311BF9CAC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62955" y="4044228"/>
                  <a:ext cx="4168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236563-4987-70BC-F4C6-B39BD65337D1}"/>
                    </a:ext>
                  </a:extLst>
                </p14:cNvPr>
                <p14:cNvContentPartPr/>
                <p14:nvPr/>
              </p14:nvContentPartPr>
              <p14:xfrm>
                <a:off x="7184635" y="4300548"/>
                <a:ext cx="317520" cy="78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236563-4987-70BC-F4C6-B39BD65337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75995" y="4291548"/>
                  <a:ext cx="335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FB434D-1741-9143-4B69-C074DA086BBC}"/>
                    </a:ext>
                  </a:extLst>
                </p14:cNvPr>
                <p14:cNvContentPartPr/>
                <p14:nvPr/>
              </p14:nvContentPartPr>
              <p14:xfrm>
                <a:off x="6978715" y="4028748"/>
                <a:ext cx="48960" cy="540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FB434D-1741-9143-4B69-C074DA086BB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69715" y="4020108"/>
                  <a:ext cx="66600" cy="55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E7AB77-EAE2-936F-D1FF-560C7F689FC5}"/>
                  </a:ext>
                </a:extLst>
              </p14:cNvPr>
              <p14:cNvContentPartPr/>
              <p14:nvPr/>
            </p14:nvContentPartPr>
            <p14:xfrm>
              <a:off x="6957115" y="4800228"/>
              <a:ext cx="16920" cy="11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E7AB77-EAE2-936F-D1FF-560C7F689FC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48115" y="4791588"/>
                <a:ext cx="345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67260A9-D885-7C1B-A018-0947E5BFBDC2}"/>
                  </a:ext>
                </a:extLst>
              </p14:cNvPr>
              <p14:cNvContentPartPr/>
              <p14:nvPr/>
            </p14:nvContentPartPr>
            <p14:xfrm>
              <a:off x="6984475" y="4768188"/>
              <a:ext cx="97560" cy="414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67260A9-D885-7C1B-A018-0947E5BFBDC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75835" y="4759188"/>
                <a:ext cx="11520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8954FFEB-0E80-560B-23DE-500CA3C7BF66}"/>
              </a:ext>
            </a:extLst>
          </p:cNvPr>
          <p:cNvGrpSpPr/>
          <p:nvPr/>
        </p:nvGrpSpPr>
        <p:grpSpPr>
          <a:xfrm>
            <a:off x="8255995" y="3560028"/>
            <a:ext cx="2257200" cy="891360"/>
            <a:chOff x="8255995" y="3560028"/>
            <a:chExt cx="2257200" cy="89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CA6002-60D3-EF82-B6D3-A9E3F7E4FB6D}"/>
                    </a:ext>
                  </a:extLst>
                </p14:cNvPr>
                <p14:cNvContentPartPr/>
                <p14:nvPr/>
              </p14:nvContentPartPr>
              <p14:xfrm>
                <a:off x="8255995" y="3612588"/>
                <a:ext cx="260640" cy="668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CA6002-60D3-EF82-B6D3-A9E3F7E4FB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47355" y="3603948"/>
                  <a:ext cx="27828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6B3741-7330-3618-D634-603352A4D27A}"/>
                    </a:ext>
                  </a:extLst>
                </p14:cNvPr>
                <p14:cNvContentPartPr/>
                <p14:nvPr/>
              </p14:nvContentPartPr>
              <p14:xfrm>
                <a:off x="8567755" y="3560028"/>
                <a:ext cx="331920" cy="53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6B3741-7330-3618-D634-603352A4D2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59115" y="3551388"/>
                  <a:ext cx="349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D1BF90-DE17-4639-24E0-734984ECCFAD}"/>
                    </a:ext>
                  </a:extLst>
                </p14:cNvPr>
                <p14:cNvContentPartPr/>
                <p14:nvPr/>
              </p14:nvContentPartPr>
              <p14:xfrm>
                <a:off x="9103795" y="3691788"/>
                <a:ext cx="1056600" cy="533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D1BF90-DE17-4639-24E0-734984ECCF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95155" y="3682788"/>
                  <a:ext cx="107424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4D2418-D979-40AC-C162-B4B7E3900322}"/>
                    </a:ext>
                  </a:extLst>
                </p14:cNvPr>
                <p14:cNvContentPartPr/>
                <p14:nvPr/>
              </p14:nvContentPartPr>
              <p14:xfrm>
                <a:off x="10451275" y="3680628"/>
                <a:ext cx="61920" cy="81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4D2418-D979-40AC-C162-B4B7E39003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42635" y="3671988"/>
                  <a:ext cx="79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276DDED-A384-6E7A-C5C9-C274DE0749F6}"/>
                    </a:ext>
                  </a:extLst>
                </p14:cNvPr>
                <p14:cNvContentPartPr/>
                <p14:nvPr/>
              </p14:nvContentPartPr>
              <p14:xfrm>
                <a:off x="10394755" y="4387668"/>
                <a:ext cx="69840" cy="63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276DDED-A384-6E7A-C5C9-C274DE0749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85755" y="4379028"/>
                  <a:ext cx="87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838F9E7-6988-8036-76CB-FD50DDCC1A37}"/>
                    </a:ext>
                  </a:extLst>
                </p14:cNvPr>
                <p14:cNvContentPartPr/>
                <p14:nvPr/>
              </p14:nvContentPartPr>
              <p14:xfrm>
                <a:off x="10449475" y="3711228"/>
                <a:ext cx="28440" cy="46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838F9E7-6988-8036-76CB-FD50DDCC1A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40835" y="3702588"/>
                  <a:ext cx="4608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C026053-C677-A0FA-8E4A-A7E896A6B83D}"/>
                  </a:ext>
                </a:extLst>
              </p14:cNvPr>
              <p14:cNvContentPartPr/>
              <p14:nvPr/>
            </p14:nvContentPartPr>
            <p14:xfrm>
              <a:off x="1268035" y="5678988"/>
              <a:ext cx="73800" cy="29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C026053-C677-A0FA-8E4A-A7E896A6B83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59035" y="5670348"/>
                <a:ext cx="914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C98E2FD-5AED-F56B-7E15-EC9360036910}"/>
                  </a:ext>
                </a:extLst>
              </p14:cNvPr>
              <p14:cNvContentPartPr/>
              <p14:nvPr/>
            </p14:nvContentPartPr>
            <p14:xfrm>
              <a:off x="1800835" y="5754588"/>
              <a:ext cx="21960" cy="14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C98E2FD-5AED-F56B-7E15-EC936003691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792195" y="5745588"/>
                <a:ext cx="396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E301E29-FD52-A6A0-E828-9089992502B8}"/>
                  </a:ext>
                </a:extLst>
              </p14:cNvPr>
              <p14:cNvContentPartPr/>
              <p14:nvPr/>
            </p14:nvContentPartPr>
            <p14:xfrm>
              <a:off x="2769235" y="5631828"/>
              <a:ext cx="35280" cy="133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E301E29-FD52-A6A0-E828-9089992502B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60235" y="5622828"/>
                <a:ext cx="529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29997F2-DD3C-83F1-8184-4A66C3B06125}"/>
                  </a:ext>
                </a:extLst>
              </p14:cNvPr>
              <p14:cNvContentPartPr/>
              <p14:nvPr/>
            </p14:nvContentPartPr>
            <p14:xfrm>
              <a:off x="3807835" y="5282268"/>
              <a:ext cx="184320" cy="747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29997F2-DD3C-83F1-8184-4A66C3B0612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99195" y="5273628"/>
                <a:ext cx="20196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CFBFF20-A31F-348E-784F-2D2D49CA7D53}"/>
                  </a:ext>
                </a:extLst>
              </p14:cNvPr>
              <p14:cNvContentPartPr/>
              <p14:nvPr/>
            </p14:nvContentPartPr>
            <p14:xfrm>
              <a:off x="3931675" y="5550108"/>
              <a:ext cx="248040" cy="270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CFBFF20-A31F-348E-784F-2D2D49CA7D5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922675" y="5541468"/>
                <a:ext cx="2656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3ADEF16-256D-00C9-64C9-B84458024304}"/>
                  </a:ext>
                </a:extLst>
              </p14:cNvPr>
              <p14:cNvContentPartPr/>
              <p14:nvPr/>
            </p14:nvContentPartPr>
            <p14:xfrm>
              <a:off x="4275115" y="5619948"/>
              <a:ext cx="338040" cy="2260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3ADEF16-256D-00C9-64C9-B8445802430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66475" y="5610948"/>
                <a:ext cx="3556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E3675D3-7337-B6F2-920D-E7081D644863}"/>
                  </a:ext>
                </a:extLst>
              </p14:cNvPr>
              <p14:cNvContentPartPr/>
              <p14:nvPr/>
            </p14:nvContentPartPr>
            <p14:xfrm>
              <a:off x="4782715" y="5473428"/>
              <a:ext cx="6480" cy="9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E3675D3-7337-B6F2-920D-E7081D64486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74075" y="5464428"/>
                <a:ext cx="241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D0CE78C-D034-ACD5-442E-8F2E07FA8378}"/>
                  </a:ext>
                </a:extLst>
              </p14:cNvPr>
              <p14:cNvContentPartPr/>
              <p14:nvPr/>
            </p14:nvContentPartPr>
            <p14:xfrm>
              <a:off x="3933835" y="5248788"/>
              <a:ext cx="244080" cy="708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D0CE78C-D034-ACD5-442E-8F2E07FA837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925195" y="5239788"/>
                <a:ext cx="261720" cy="72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B09B818-9EFC-3B3F-4396-9B07CD3C400B}"/>
                  </a:ext>
                </a:extLst>
              </p14:cNvPr>
              <p14:cNvContentPartPr/>
              <p14:nvPr/>
            </p14:nvContentPartPr>
            <p14:xfrm>
              <a:off x="3807475" y="5347068"/>
              <a:ext cx="1746360" cy="4881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B09B818-9EFC-3B3F-4396-9B07CD3C400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798475" y="5338068"/>
                <a:ext cx="1764000" cy="50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2D927DA7-1939-08E7-F9BB-17E523B88123}"/>
              </a:ext>
            </a:extLst>
          </p:cNvPr>
          <p:cNvGrpSpPr/>
          <p:nvPr/>
        </p:nvGrpSpPr>
        <p:grpSpPr>
          <a:xfrm>
            <a:off x="6639595" y="4875828"/>
            <a:ext cx="3911040" cy="999360"/>
            <a:chOff x="6639595" y="4875828"/>
            <a:chExt cx="3911040" cy="9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E9816B1-1B9E-C4A2-24B2-42632B079CD3}"/>
                    </a:ext>
                  </a:extLst>
                </p14:cNvPr>
                <p14:cNvContentPartPr/>
                <p14:nvPr/>
              </p14:nvContentPartPr>
              <p14:xfrm>
                <a:off x="10240315" y="5358228"/>
                <a:ext cx="76320" cy="36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E9816B1-1B9E-C4A2-24B2-42632B079C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31315" y="5349588"/>
                  <a:ext cx="93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8ABB20A-8B3C-90AA-C3C1-D234A0EDCDBC}"/>
                    </a:ext>
                  </a:extLst>
                </p14:cNvPr>
                <p14:cNvContentPartPr/>
                <p14:nvPr/>
              </p14:nvContentPartPr>
              <p14:xfrm>
                <a:off x="10547755" y="5495028"/>
                <a:ext cx="2880" cy="1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8ABB20A-8B3C-90AA-C3C1-D234A0EDCDB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39115" y="5486388"/>
                  <a:ext cx="20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F49FD9-CAAF-7731-46B1-4BA805BC8DF4}"/>
                    </a:ext>
                  </a:extLst>
                </p14:cNvPr>
                <p14:cNvContentPartPr/>
                <p14:nvPr/>
              </p14:nvContentPartPr>
              <p14:xfrm>
                <a:off x="6639595" y="5606988"/>
                <a:ext cx="36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F49FD9-CAAF-7731-46B1-4BA805BC8D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30955" y="55979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44AACA0-AC1A-6653-C64F-D8E0D39ECED7}"/>
                    </a:ext>
                  </a:extLst>
                </p14:cNvPr>
                <p14:cNvContentPartPr/>
                <p14:nvPr/>
              </p14:nvContentPartPr>
              <p14:xfrm>
                <a:off x="6806635" y="5256348"/>
                <a:ext cx="984240" cy="61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44AACA0-AC1A-6653-C64F-D8E0D39ECE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97995" y="5247348"/>
                  <a:ext cx="10018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E12BB2-44EF-2EE8-E790-457B52700755}"/>
                    </a:ext>
                  </a:extLst>
                </p14:cNvPr>
                <p14:cNvContentPartPr/>
                <p14:nvPr/>
              </p14:nvContentPartPr>
              <p14:xfrm>
                <a:off x="8696995" y="5190108"/>
                <a:ext cx="218520" cy="447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E12BB2-44EF-2EE8-E790-457B527007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87995" y="5181468"/>
                  <a:ext cx="2361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5C8634-E727-3F0A-C175-DF73C29A6139}"/>
                    </a:ext>
                  </a:extLst>
                </p14:cNvPr>
                <p14:cNvContentPartPr/>
                <p14:nvPr/>
              </p14:nvContentPartPr>
              <p14:xfrm>
                <a:off x="8622115" y="5259948"/>
                <a:ext cx="758160" cy="37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75C8634-E727-3F0A-C175-DF73C29A61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13115" y="5250948"/>
                  <a:ext cx="7758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F49E85-22CB-F53D-C9BA-EE9029730FB5}"/>
                    </a:ext>
                  </a:extLst>
                </p14:cNvPr>
                <p14:cNvContentPartPr/>
                <p14:nvPr/>
              </p14:nvContentPartPr>
              <p14:xfrm>
                <a:off x="9668635" y="5190108"/>
                <a:ext cx="192600" cy="596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F49E85-22CB-F53D-C9BA-EE9029730F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59995" y="5181468"/>
                  <a:ext cx="21024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7DD4C63-92C7-850E-EF48-15BBE9675C18}"/>
                    </a:ext>
                  </a:extLst>
                </p14:cNvPr>
                <p14:cNvContentPartPr/>
                <p14:nvPr/>
              </p14:nvContentPartPr>
              <p14:xfrm>
                <a:off x="7193275" y="4875828"/>
                <a:ext cx="3167640" cy="306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7DD4C63-92C7-850E-EF48-15BBE9675C1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84635" y="4866828"/>
                  <a:ext cx="3185280" cy="3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4E0C946-D5FD-C8DF-7492-C4B457114F7D}"/>
              </a:ext>
            </a:extLst>
          </p:cNvPr>
          <p:cNvGrpSpPr/>
          <p:nvPr/>
        </p:nvGrpSpPr>
        <p:grpSpPr>
          <a:xfrm>
            <a:off x="5770555" y="6157788"/>
            <a:ext cx="4121640" cy="277920"/>
            <a:chOff x="5770555" y="6157788"/>
            <a:chExt cx="412164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1C8F70-4EE6-F667-C73F-ABC6F3BB6266}"/>
                    </a:ext>
                  </a:extLst>
                </p14:cNvPr>
                <p14:cNvContentPartPr/>
                <p14:nvPr/>
              </p14:nvContentPartPr>
              <p14:xfrm>
                <a:off x="5770555" y="6157788"/>
                <a:ext cx="4121640" cy="277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1C8F70-4EE6-F667-C73F-ABC6F3BB62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61555" y="6148788"/>
                  <a:ext cx="4139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F62F14E-6802-C1D1-861E-D26C41082901}"/>
                    </a:ext>
                  </a:extLst>
                </p14:cNvPr>
                <p14:cNvContentPartPr/>
                <p14:nvPr/>
              </p14:nvContentPartPr>
              <p14:xfrm>
                <a:off x="7273195" y="6173628"/>
                <a:ext cx="2126160" cy="191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F62F14E-6802-C1D1-861E-D26C410829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64195" y="6164988"/>
                  <a:ext cx="2143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B07622F-7B5D-35B5-D7F7-9795C3035739}"/>
                    </a:ext>
                  </a:extLst>
                </p14:cNvPr>
                <p14:cNvContentPartPr/>
                <p14:nvPr/>
              </p14:nvContentPartPr>
              <p14:xfrm>
                <a:off x="7411435" y="6231948"/>
                <a:ext cx="1469160" cy="169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B07622F-7B5D-35B5-D7F7-9795C303573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402795" y="6222948"/>
                  <a:ext cx="1486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2295355-C44D-BD32-8029-0F814457CD19}"/>
                    </a:ext>
                  </a:extLst>
                </p14:cNvPr>
                <p14:cNvContentPartPr/>
                <p14:nvPr/>
              </p14:nvContentPartPr>
              <p14:xfrm>
                <a:off x="7742995" y="6225468"/>
                <a:ext cx="1194120" cy="43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2295355-C44D-BD32-8029-0F814457CD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34355" y="6216468"/>
                  <a:ext cx="1211760" cy="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11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136DC40-2B15-D92E-A0DC-23011025C4BF}"/>
              </a:ext>
            </a:extLst>
          </p:cNvPr>
          <p:cNvGrpSpPr/>
          <p:nvPr/>
        </p:nvGrpSpPr>
        <p:grpSpPr>
          <a:xfrm>
            <a:off x="1275595" y="276108"/>
            <a:ext cx="6260760" cy="2448720"/>
            <a:chOff x="1275595" y="276108"/>
            <a:chExt cx="6260760" cy="244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58D95D9-ECE8-11E8-2BFB-8495F0C238B8}"/>
                    </a:ext>
                  </a:extLst>
                </p14:cNvPr>
                <p14:cNvContentPartPr/>
                <p14:nvPr/>
              </p14:nvContentPartPr>
              <p14:xfrm>
                <a:off x="1275595" y="639708"/>
                <a:ext cx="1140480" cy="820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58D95D9-ECE8-11E8-2BFB-8495F0C238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6955" y="631068"/>
                  <a:ext cx="115812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653060-B2BD-EDC5-C505-CE79AB15814C}"/>
                    </a:ext>
                  </a:extLst>
                </p14:cNvPr>
                <p14:cNvContentPartPr/>
                <p14:nvPr/>
              </p14:nvContentPartPr>
              <p14:xfrm>
                <a:off x="3700195" y="276108"/>
                <a:ext cx="1043280" cy="1069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653060-B2BD-EDC5-C505-CE79AB1581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91195" y="267468"/>
                  <a:ext cx="1060920" cy="10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B7C82F-CC2F-DBAA-42D4-74F3C8E28E42}"/>
                    </a:ext>
                  </a:extLst>
                </p14:cNvPr>
                <p14:cNvContentPartPr/>
                <p14:nvPr/>
              </p14:nvContentPartPr>
              <p14:xfrm>
                <a:off x="4999795" y="857868"/>
                <a:ext cx="382680" cy="258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B7C82F-CC2F-DBAA-42D4-74F3C8E28E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91155" y="849228"/>
                  <a:ext cx="400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CE356C-A394-B24B-C186-8BDDC4D14D23}"/>
                    </a:ext>
                  </a:extLst>
                </p14:cNvPr>
                <p14:cNvContentPartPr/>
                <p14:nvPr/>
              </p14:nvContentPartPr>
              <p14:xfrm>
                <a:off x="5728075" y="969828"/>
                <a:ext cx="12240" cy="2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CE356C-A394-B24B-C186-8BDDC4D14D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19435" y="960828"/>
                  <a:ext cx="29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50F7F7-AF3A-D181-6B43-B3D4D7D2A238}"/>
                    </a:ext>
                  </a:extLst>
                </p14:cNvPr>
                <p14:cNvContentPartPr/>
                <p14:nvPr/>
              </p14:nvContentPartPr>
              <p14:xfrm>
                <a:off x="2282155" y="801348"/>
                <a:ext cx="825120" cy="613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50F7F7-AF3A-D181-6B43-B3D4D7D2A2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73155" y="792708"/>
                  <a:ext cx="8427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1854F6-7716-FD64-345E-94ABE77F1E78}"/>
                    </a:ext>
                  </a:extLst>
                </p14:cNvPr>
                <p14:cNvContentPartPr/>
                <p14:nvPr/>
              </p14:nvContentPartPr>
              <p14:xfrm>
                <a:off x="3172435" y="1001508"/>
                <a:ext cx="385560" cy="150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1854F6-7716-FD64-345E-94ABE77F1E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63435" y="992868"/>
                  <a:ext cx="403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FABB9A-45BD-D78F-4337-5E707278B9F1}"/>
                    </a:ext>
                  </a:extLst>
                </p14:cNvPr>
                <p14:cNvContentPartPr/>
                <p14:nvPr/>
              </p14:nvContentPartPr>
              <p14:xfrm>
                <a:off x="5558515" y="457188"/>
                <a:ext cx="38880" cy="64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FABB9A-45BD-D78F-4337-5E707278B9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49515" y="448548"/>
                  <a:ext cx="565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71ECF5-DA75-E959-165A-4D604848E851}"/>
                    </a:ext>
                  </a:extLst>
                </p14:cNvPr>
                <p14:cNvContentPartPr/>
                <p14:nvPr/>
              </p14:nvContentPartPr>
              <p14:xfrm>
                <a:off x="5384275" y="335508"/>
                <a:ext cx="543240" cy="273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71ECF5-DA75-E959-165A-4D604848E8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75275" y="326508"/>
                  <a:ext cx="5608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2C48A5-BAF5-14DA-9482-5277AB5CB8B7}"/>
                    </a:ext>
                  </a:extLst>
                </p14:cNvPr>
                <p14:cNvContentPartPr/>
                <p14:nvPr/>
              </p14:nvContentPartPr>
              <p14:xfrm>
                <a:off x="6056395" y="707388"/>
                <a:ext cx="309600" cy="620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2C48A5-BAF5-14DA-9482-5277AB5CB8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47395" y="698388"/>
                  <a:ext cx="3272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3DC6DD-A240-BCA8-7219-178C8FACB971}"/>
                    </a:ext>
                  </a:extLst>
                </p14:cNvPr>
                <p14:cNvContentPartPr/>
                <p14:nvPr/>
              </p14:nvContentPartPr>
              <p14:xfrm>
                <a:off x="6734995" y="1386348"/>
                <a:ext cx="801360" cy="96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3DC6DD-A240-BCA8-7219-178C8FACB9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26355" y="1377708"/>
                  <a:ext cx="819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1FB015-AA0C-085D-9CB0-A5794A3A3969}"/>
                    </a:ext>
                  </a:extLst>
                </p14:cNvPr>
                <p14:cNvContentPartPr/>
                <p14:nvPr/>
              </p14:nvContentPartPr>
              <p14:xfrm>
                <a:off x="2390155" y="1884588"/>
                <a:ext cx="104400" cy="840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1FB015-AA0C-085D-9CB0-A5794A3A39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1155" y="1875588"/>
                  <a:ext cx="12204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9325FDE-B996-19EA-EC77-FD0A6B90DDE3}"/>
                    </a:ext>
                  </a:extLst>
                </p14:cNvPr>
                <p14:cNvContentPartPr/>
                <p14:nvPr/>
              </p14:nvContentPartPr>
              <p14:xfrm>
                <a:off x="2553955" y="1668588"/>
                <a:ext cx="334800" cy="596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9325FDE-B996-19EA-EC77-FD0A6B90DD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5315" y="1659948"/>
                  <a:ext cx="35244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AF4B87-3C74-77C1-5C86-A22A94BC8A84}"/>
                    </a:ext>
                  </a:extLst>
                </p14:cNvPr>
                <p14:cNvContentPartPr/>
                <p14:nvPr/>
              </p14:nvContentPartPr>
              <p14:xfrm>
                <a:off x="3238315" y="2087628"/>
                <a:ext cx="71640" cy="107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AF4B87-3C74-77C1-5C86-A22A94BC8A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29315" y="2078628"/>
                  <a:ext cx="89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81F39B-68D9-BE8C-9B14-D6D869D234B0}"/>
                    </a:ext>
                  </a:extLst>
                </p14:cNvPr>
                <p14:cNvContentPartPr/>
                <p14:nvPr/>
              </p14:nvContentPartPr>
              <p14:xfrm>
                <a:off x="3698755" y="1940028"/>
                <a:ext cx="276480" cy="49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81F39B-68D9-BE8C-9B14-D6D869D234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90115" y="1931028"/>
                  <a:ext cx="294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E95BC3-7061-4642-EFF6-81ED6B863057}"/>
                    </a:ext>
                  </a:extLst>
                </p14:cNvPr>
                <p14:cNvContentPartPr/>
                <p14:nvPr/>
              </p14:nvContentPartPr>
              <p14:xfrm>
                <a:off x="5370235" y="1260348"/>
                <a:ext cx="1545840" cy="48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E95BC3-7061-4642-EFF6-81ED6B8630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61595" y="1251708"/>
                  <a:ext cx="156348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23C63C4-0DCB-8979-2CF0-3C811771EC87}"/>
              </a:ext>
            </a:extLst>
          </p:cNvPr>
          <p:cNvGrpSpPr/>
          <p:nvPr/>
        </p:nvGrpSpPr>
        <p:grpSpPr>
          <a:xfrm>
            <a:off x="8093635" y="369708"/>
            <a:ext cx="3815640" cy="2856600"/>
            <a:chOff x="8093635" y="369708"/>
            <a:chExt cx="3815640" cy="28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1934AF-BF4E-BCA3-9381-8B7AF4D0A4DD}"/>
                    </a:ext>
                  </a:extLst>
                </p14:cNvPr>
                <p14:cNvContentPartPr/>
                <p14:nvPr/>
              </p14:nvContentPartPr>
              <p14:xfrm>
                <a:off x="8279755" y="516588"/>
                <a:ext cx="353520" cy="1068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1934AF-BF4E-BCA3-9381-8B7AF4D0A4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70755" y="507588"/>
                  <a:ext cx="37116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504DB8-8478-5D45-E66F-2BD2BD6DE73B}"/>
                    </a:ext>
                  </a:extLst>
                </p14:cNvPr>
                <p14:cNvContentPartPr/>
                <p14:nvPr/>
              </p14:nvContentPartPr>
              <p14:xfrm>
                <a:off x="9128995" y="688308"/>
                <a:ext cx="171000" cy="717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504DB8-8478-5D45-E66F-2BD2BD6DE7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20355" y="679668"/>
                  <a:ext cx="1886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1F4FED-677C-35E2-B490-4D751D59E17F}"/>
                    </a:ext>
                  </a:extLst>
                </p14:cNvPr>
                <p14:cNvContentPartPr/>
                <p14:nvPr/>
              </p14:nvContentPartPr>
              <p14:xfrm>
                <a:off x="8969515" y="1006188"/>
                <a:ext cx="1067400" cy="329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1F4FED-677C-35E2-B490-4D751D59E1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60515" y="997188"/>
                  <a:ext cx="10850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91ACD2-BEB3-5DCF-19D3-C963C3DF4FEF}"/>
                    </a:ext>
                  </a:extLst>
                </p14:cNvPr>
                <p14:cNvContentPartPr/>
                <p14:nvPr/>
              </p14:nvContentPartPr>
              <p14:xfrm>
                <a:off x="10141315" y="951108"/>
                <a:ext cx="99360" cy="166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91ACD2-BEB3-5DCF-19D3-C963C3DF4F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32675" y="942468"/>
                  <a:ext cx="11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8368F5-8274-ECE7-759A-19A60E12DE4A}"/>
                    </a:ext>
                  </a:extLst>
                </p14:cNvPr>
                <p14:cNvContentPartPr/>
                <p14:nvPr/>
              </p14:nvContentPartPr>
              <p14:xfrm>
                <a:off x="10474675" y="1041108"/>
                <a:ext cx="396720" cy="541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8368F5-8274-ECE7-759A-19A60E12DE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65675" y="1032108"/>
                  <a:ext cx="4143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715D3B-91F5-A1D0-B600-A5FDA2B653A9}"/>
                    </a:ext>
                  </a:extLst>
                </p14:cNvPr>
                <p14:cNvContentPartPr/>
                <p14:nvPr/>
              </p14:nvContentPartPr>
              <p14:xfrm>
                <a:off x="11302675" y="1019508"/>
                <a:ext cx="219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715D3B-91F5-A1D0-B600-A5FDA2B653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93675" y="1010868"/>
                  <a:ext cx="39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64A365-0E63-86B1-EDF1-1BD1BB9CF730}"/>
                    </a:ext>
                  </a:extLst>
                </p14:cNvPr>
                <p14:cNvContentPartPr/>
                <p14:nvPr/>
              </p14:nvContentPartPr>
              <p14:xfrm>
                <a:off x="8784835" y="2054148"/>
                <a:ext cx="1452240" cy="18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64A365-0E63-86B1-EDF1-1BD1BB9CF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75835" y="2045508"/>
                  <a:ext cx="1469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66E8F8-4D73-423D-0CEC-629AEDCBE557}"/>
                    </a:ext>
                  </a:extLst>
                </p14:cNvPr>
                <p14:cNvContentPartPr/>
                <p14:nvPr/>
              </p14:nvContentPartPr>
              <p14:xfrm>
                <a:off x="9780955" y="2168988"/>
                <a:ext cx="146160" cy="30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66E8F8-4D73-423D-0CEC-629AEDCBE5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71955" y="2159988"/>
                  <a:ext cx="163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F50EDA-0D02-2970-69C1-0EF7F0CBA4B7}"/>
                    </a:ext>
                  </a:extLst>
                </p14:cNvPr>
                <p14:cNvContentPartPr/>
                <p14:nvPr/>
              </p14:nvContentPartPr>
              <p14:xfrm>
                <a:off x="10034755" y="2331348"/>
                <a:ext cx="875160" cy="387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F50EDA-0D02-2970-69C1-0EF7F0CBA4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26115" y="2322708"/>
                  <a:ext cx="8928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6DA8785-0DDF-3554-8957-06065F44122D}"/>
                    </a:ext>
                  </a:extLst>
                </p14:cNvPr>
                <p14:cNvContentPartPr/>
                <p14:nvPr/>
              </p14:nvContentPartPr>
              <p14:xfrm>
                <a:off x="11171275" y="2230548"/>
                <a:ext cx="45000" cy="308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6DA8785-0DDF-3554-8957-06065F4412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2275" y="2221908"/>
                  <a:ext cx="626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A942E7-B181-6853-5F3F-9C42C8A43620}"/>
                    </a:ext>
                  </a:extLst>
                </p14:cNvPr>
                <p14:cNvContentPartPr/>
                <p14:nvPr/>
              </p14:nvContentPartPr>
              <p14:xfrm>
                <a:off x="11066155" y="2370588"/>
                <a:ext cx="377640" cy="59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A942E7-B181-6853-5F3F-9C42C8A436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57515" y="2361948"/>
                  <a:ext cx="395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93BB47-E945-FB60-6EDD-B5391D71BEE7}"/>
                    </a:ext>
                  </a:extLst>
                </p14:cNvPr>
                <p14:cNvContentPartPr/>
                <p14:nvPr/>
              </p14:nvContentPartPr>
              <p14:xfrm>
                <a:off x="8093635" y="369708"/>
                <a:ext cx="380880" cy="180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93BB47-E945-FB60-6EDD-B5391D71BE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84995" y="361068"/>
                  <a:ext cx="398520" cy="18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F00FE7-2CE9-F2CA-4FE5-C138F5C9E743}"/>
                    </a:ext>
                  </a:extLst>
                </p14:cNvPr>
                <p14:cNvContentPartPr/>
                <p14:nvPr/>
              </p14:nvContentPartPr>
              <p14:xfrm>
                <a:off x="8218195" y="571308"/>
                <a:ext cx="3691080" cy="2655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F00FE7-2CE9-F2CA-4FE5-C138F5C9E7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09195" y="562668"/>
                  <a:ext cx="3708720" cy="26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8DE00A-1D38-F9C6-9187-14C62F82C0D5}"/>
                    </a:ext>
                  </a:extLst>
                </p14:cNvPr>
                <p14:cNvContentPartPr/>
                <p14:nvPr/>
              </p14:nvContentPartPr>
              <p14:xfrm>
                <a:off x="8108755" y="2073228"/>
                <a:ext cx="109800" cy="671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8DE00A-1D38-F9C6-9187-14C62F82C0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9755" y="2064588"/>
                  <a:ext cx="12744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941F6F-DC5A-9180-9504-3EBCA5F8EED4}"/>
                    </a:ext>
                  </a:extLst>
                </p14:cNvPr>
                <p14:cNvContentPartPr/>
                <p14:nvPr/>
              </p14:nvContentPartPr>
              <p14:xfrm>
                <a:off x="9071755" y="1591188"/>
                <a:ext cx="2307240" cy="21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941F6F-DC5A-9180-9504-3EBCA5F8EE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63115" y="1582188"/>
                  <a:ext cx="2324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267694-BD2D-B579-521C-D7713371262A}"/>
                    </a:ext>
                  </a:extLst>
                </p14:cNvPr>
                <p14:cNvContentPartPr/>
                <p14:nvPr/>
              </p14:nvContentPartPr>
              <p14:xfrm>
                <a:off x="9998035" y="2939388"/>
                <a:ext cx="410400" cy="6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267694-BD2D-B579-521C-D7713371262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89035" y="2930388"/>
                  <a:ext cx="4280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E71F45-3157-787D-6937-453B9E49A8AC}"/>
              </a:ext>
            </a:extLst>
          </p:cNvPr>
          <p:cNvGrpSpPr/>
          <p:nvPr/>
        </p:nvGrpSpPr>
        <p:grpSpPr>
          <a:xfrm>
            <a:off x="325195" y="3389748"/>
            <a:ext cx="3850200" cy="829080"/>
            <a:chOff x="325195" y="3389748"/>
            <a:chExt cx="3850200" cy="82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F70E2B-B386-740F-ABFD-E58D5B6FD70F}"/>
                    </a:ext>
                  </a:extLst>
                </p14:cNvPr>
                <p14:cNvContentPartPr/>
                <p14:nvPr/>
              </p14:nvContentPartPr>
              <p14:xfrm>
                <a:off x="325195" y="3389748"/>
                <a:ext cx="1244520" cy="829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F70E2B-B386-740F-ABFD-E58D5B6FD7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6555" y="3381108"/>
                  <a:ext cx="1262160" cy="8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96C0EA-D857-1299-4557-84AE8406C9B1}"/>
                    </a:ext>
                  </a:extLst>
                </p14:cNvPr>
                <p14:cNvContentPartPr/>
                <p14:nvPr/>
              </p14:nvContentPartPr>
              <p14:xfrm>
                <a:off x="1790035" y="3644628"/>
                <a:ext cx="107280" cy="478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96C0EA-D857-1299-4557-84AE8406C9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81035" y="3635988"/>
                  <a:ext cx="1249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9AB545-B961-C90C-64F7-C9C0D0AE4B80}"/>
                    </a:ext>
                  </a:extLst>
                </p14:cNvPr>
                <p14:cNvContentPartPr/>
                <p14:nvPr/>
              </p14:nvContentPartPr>
              <p14:xfrm>
                <a:off x="2296555" y="3695748"/>
                <a:ext cx="65520" cy="227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9AB545-B961-C90C-64F7-C9C0D0AE4B8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87555" y="3687108"/>
                  <a:ext cx="83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854FFF-5421-9447-9924-117B460C624B}"/>
                    </a:ext>
                  </a:extLst>
                </p14:cNvPr>
                <p14:cNvContentPartPr/>
                <p14:nvPr/>
              </p14:nvContentPartPr>
              <p14:xfrm>
                <a:off x="2128795" y="3823548"/>
                <a:ext cx="970920" cy="219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854FFF-5421-9447-9924-117B460C62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20155" y="3814548"/>
                  <a:ext cx="988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71A062-578C-0C6E-B3C2-F445BD1EB27D}"/>
                    </a:ext>
                  </a:extLst>
                </p14:cNvPr>
                <p14:cNvContentPartPr/>
                <p14:nvPr/>
              </p14:nvContentPartPr>
              <p14:xfrm>
                <a:off x="3658795" y="3614388"/>
                <a:ext cx="516600" cy="45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71A062-578C-0C6E-B3C2-F445BD1EB27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49795" y="3605748"/>
                  <a:ext cx="534240" cy="47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719A978-D3F3-36AA-2224-A4339928144D}"/>
              </a:ext>
            </a:extLst>
          </p:cNvPr>
          <p:cNvGrpSpPr/>
          <p:nvPr/>
        </p:nvGrpSpPr>
        <p:grpSpPr>
          <a:xfrm>
            <a:off x="5137315" y="3743628"/>
            <a:ext cx="1056600" cy="348840"/>
            <a:chOff x="5137315" y="3743628"/>
            <a:chExt cx="105660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23B3F1-EB6E-A091-17FE-F575956AAB4D}"/>
                    </a:ext>
                  </a:extLst>
                </p14:cNvPr>
                <p14:cNvContentPartPr/>
                <p14:nvPr/>
              </p14:nvContentPartPr>
              <p14:xfrm>
                <a:off x="5137315" y="3743628"/>
                <a:ext cx="47520" cy="348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23B3F1-EB6E-A091-17FE-F575956AAB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28315" y="3734628"/>
                  <a:ext cx="651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DC2BFF9-D357-CEF8-62B6-62F5D8D9A9A8}"/>
                    </a:ext>
                  </a:extLst>
                </p14:cNvPr>
                <p14:cNvContentPartPr/>
                <p14:nvPr/>
              </p14:nvContentPartPr>
              <p14:xfrm>
                <a:off x="5229475" y="3754788"/>
                <a:ext cx="964440" cy="20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DC2BFF9-D357-CEF8-62B6-62F5D8D9A9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20835" y="3745788"/>
                  <a:ext cx="9820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CBB57F-08BF-AF43-0EE7-AC78EBF082EE}"/>
              </a:ext>
            </a:extLst>
          </p:cNvPr>
          <p:cNvGrpSpPr/>
          <p:nvPr/>
        </p:nvGrpSpPr>
        <p:grpSpPr>
          <a:xfrm>
            <a:off x="7818955" y="3576948"/>
            <a:ext cx="3105360" cy="714960"/>
            <a:chOff x="7818955" y="3576948"/>
            <a:chExt cx="3105360" cy="71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C3BAD3D-9E24-9A53-63C3-5CC3D514D468}"/>
                    </a:ext>
                  </a:extLst>
                </p14:cNvPr>
                <p14:cNvContentPartPr/>
                <p14:nvPr/>
              </p14:nvContentPartPr>
              <p14:xfrm>
                <a:off x="7818955" y="4013628"/>
                <a:ext cx="948240" cy="149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C3BAD3D-9E24-9A53-63C3-5CC3D514D4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10315" y="4004988"/>
                  <a:ext cx="965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12E20F-A3E9-3747-2408-649D073FB40D}"/>
                    </a:ext>
                  </a:extLst>
                </p14:cNvPr>
                <p14:cNvContentPartPr/>
                <p14:nvPr/>
              </p14:nvContentPartPr>
              <p14:xfrm>
                <a:off x="9241315" y="3603588"/>
                <a:ext cx="388080" cy="623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12E20F-A3E9-3747-2408-649D073FB40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32315" y="3594948"/>
                  <a:ext cx="4057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274E44-0C08-ADF5-105F-CA99D2400F73}"/>
                    </a:ext>
                  </a:extLst>
                </p14:cNvPr>
                <p14:cNvContentPartPr/>
                <p14:nvPr/>
              </p14:nvContentPartPr>
              <p14:xfrm>
                <a:off x="9881035" y="3576948"/>
                <a:ext cx="318600" cy="706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274E44-0C08-ADF5-105F-CA99D2400F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72035" y="3568308"/>
                  <a:ext cx="33624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2CCCA0-7C1E-8E7B-3014-04788C7B0DDB}"/>
                    </a:ext>
                  </a:extLst>
                </p14:cNvPr>
                <p14:cNvContentPartPr/>
                <p14:nvPr/>
              </p14:nvContentPartPr>
              <p14:xfrm>
                <a:off x="9802555" y="3885828"/>
                <a:ext cx="344160" cy="10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2CCCA0-7C1E-8E7B-3014-04788C7B0D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93915" y="3876828"/>
                  <a:ext cx="361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C247F0E-FA8D-B5DF-2BE1-FAEAD1C0AA78}"/>
                    </a:ext>
                  </a:extLst>
                </p14:cNvPr>
                <p14:cNvContentPartPr/>
                <p14:nvPr/>
              </p14:nvContentPartPr>
              <p14:xfrm>
                <a:off x="10315195" y="3842268"/>
                <a:ext cx="459720" cy="449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C247F0E-FA8D-B5DF-2BE1-FAEAD1C0AA7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06195" y="3833628"/>
                  <a:ext cx="4773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1AD27D-6637-D309-3765-B667F21C81C0}"/>
                    </a:ext>
                  </a:extLst>
                </p14:cNvPr>
                <p14:cNvContentPartPr/>
                <p14:nvPr/>
              </p14:nvContentPartPr>
              <p14:xfrm>
                <a:off x="10900915" y="3999588"/>
                <a:ext cx="23400" cy="7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1AD27D-6637-D309-3765-B667F21C81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92275" y="3990948"/>
                  <a:ext cx="4104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9AE2E75-82BF-1E42-A3D1-9537A9772563}"/>
              </a:ext>
            </a:extLst>
          </p:cNvPr>
          <p:cNvGrpSpPr/>
          <p:nvPr/>
        </p:nvGrpSpPr>
        <p:grpSpPr>
          <a:xfrm>
            <a:off x="402235" y="4582428"/>
            <a:ext cx="1343520" cy="907560"/>
            <a:chOff x="402235" y="4582428"/>
            <a:chExt cx="134352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4CBB8A-2918-4D8C-F804-D7C14CD13FF2}"/>
                    </a:ext>
                  </a:extLst>
                </p14:cNvPr>
                <p14:cNvContentPartPr/>
                <p14:nvPr/>
              </p14:nvContentPartPr>
              <p14:xfrm>
                <a:off x="548035" y="4801308"/>
                <a:ext cx="135360" cy="688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4CBB8A-2918-4D8C-F804-D7C14CD13F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9395" y="4792308"/>
                  <a:ext cx="15300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9B8F68-D717-A8E0-E389-C67CD6E4692F}"/>
                    </a:ext>
                  </a:extLst>
                </p14:cNvPr>
                <p14:cNvContentPartPr/>
                <p14:nvPr/>
              </p14:nvContentPartPr>
              <p14:xfrm>
                <a:off x="402235" y="4582428"/>
                <a:ext cx="668520" cy="83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9B8F68-D717-A8E0-E389-C67CD6E469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3235" y="4573428"/>
                  <a:ext cx="68616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15B268-5847-74AD-1784-C8A4D50A7289}"/>
                    </a:ext>
                  </a:extLst>
                </p14:cNvPr>
                <p14:cNvContentPartPr/>
                <p14:nvPr/>
              </p14:nvContentPartPr>
              <p14:xfrm>
                <a:off x="1254715" y="5038188"/>
                <a:ext cx="16200" cy="1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15B268-5847-74AD-1784-C8A4D50A728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45715" y="5029188"/>
                  <a:ext cx="33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7CB733-53B2-5E9D-EEB5-415D44E6AEBD}"/>
                    </a:ext>
                  </a:extLst>
                </p14:cNvPr>
                <p14:cNvContentPartPr/>
                <p14:nvPr/>
              </p14:nvContentPartPr>
              <p14:xfrm>
                <a:off x="1383955" y="5134668"/>
                <a:ext cx="361800" cy="15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7CB733-53B2-5E9D-EEB5-415D44E6AE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74955" y="5126028"/>
                  <a:ext cx="37944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6A06AB4-5502-5AE0-7A3C-2C1333A3C8D8}"/>
                  </a:ext>
                </a:extLst>
              </p14:cNvPr>
              <p14:cNvContentPartPr/>
              <p14:nvPr/>
            </p14:nvContentPartPr>
            <p14:xfrm>
              <a:off x="2517235" y="4872228"/>
              <a:ext cx="521280" cy="3952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6A06AB4-5502-5AE0-7A3C-2C1333A3C8D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08595" y="4863228"/>
                <a:ext cx="53892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A0B3647-2A93-2C92-727C-FD7A6A54F86F}"/>
                  </a:ext>
                </a:extLst>
              </p14:cNvPr>
              <p14:cNvContentPartPr/>
              <p14:nvPr/>
            </p14:nvContentPartPr>
            <p14:xfrm>
              <a:off x="4427755" y="5229348"/>
              <a:ext cx="955800" cy="576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A0B3647-2A93-2C92-727C-FD7A6A54F86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19115" y="5220708"/>
                <a:ext cx="97344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12D857A-89E7-2557-D64B-21C42CFE6BA1}"/>
              </a:ext>
            </a:extLst>
          </p:cNvPr>
          <p:cNvGrpSpPr/>
          <p:nvPr/>
        </p:nvGrpSpPr>
        <p:grpSpPr>
          <a:xfrm>
            <a:off x="6457795" y="4658388"/>
            <a:ext cx="2268360" cy="757800"/>
            <a:chOff x="6457795" y="4658388"/>
            <a:chExt cx="2268360" cy="75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63F856-A2F4-94EE-7B9F-C766DA6133D8}"/>
                    </a:ext>
                  </a:extLst>
                </p14:cNvPr>
                <p14:cNvContentPartPr/>
                <p14:nvPr/>
              </p14:nvContentPartPr>
              <p14:xfrm>
                <a:off x="6657235" y="4873308"/>
                <a:ext cx="68040" cy="453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63F856-A2F4-94EE-7B9F-C766DA6133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48595" y="4864308"/>
                  <a:ext cx="856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AA89511-6199-82DF-BB5F-22CFF5BF6F16}"/>
                    </a:ext>
                  </a:extLst>
                </p14:cNvPr>
                <p14:cNvContentPartPr/>
                <p14:nvPr/>
              </p14:nvContentPartPr>
              <p14:xfrm>
                <a:off x="6661555" y="4658388"/>
                <a:ext cx="494640" cy="146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AA89511-6199-82DF-BB5F-22CFF5BF6F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52555" y="4649388"/>
                  <a:ext cx="512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A0D1E0-283C-F067-5876-15083CB7C2D3}"/>
                    </a:ext>
                  </a:extLst>
                </p14:cNvPr>
                <p14:cNvContentPartPr/>
                <p14:nvPr/>
              </p14:nvContentPartPr>
              <p14:xfrm>
                <a:off x="6457795" y="5364708"/>
                <a:ext cx="392400" cy="51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A0D1E0-283C-F067-5876-15083CB7C2D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448795" y="5356068"/>
                  <a:ext cx="410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F9E9830-E6C0-36A4-9C21-5D9EA5E4FC9C}"/>
                    </a:ext>
                  </a:extLst>
                </p14:cNvPr>
                <p14:cNvContentPartPr/>
                <p14:nvPr/>
              </p14:nvContentPartPr>
              <p14:xfrm>
                <a:off x="7196875" y="5070948"/>
                <a:ext cx="1220760" cy="256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F9E9830-E6C0-36A4-9C21-5D9EA5E4FC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87875" y="5061948"/>
                  <a:ext cx="1238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573C7D3-9AEB-8582-F683-15E43D3E61A1}"/>
                    </a:ext>
                  </a:extLst>
                </p14:cNvPr>
                <p14:cNvContentPartPr/>
                <p14:nvPr/>
              </p14:nvContentPartPr>
              <p14:xfrm>
                <a:off x="8696995" y="5237988"/>
                <a:ext cx="29160" cy="38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573C7D3-9AEB-8582-F683-15E43D3E61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87995" y="5228988"/>
                  <a:ext cx="468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73B23CD-A070-9B27-E881-FF25A71781A2}"/>
                  </a:ext>
                </a:extLst>
              </p14:cNvPr>
              <p14:cNvContentPartPr/>
              <p14:nvPr/>
            </p14:nvContentPartPr>
            <p14:xfrm>
              <a:off x="6012835" y="5801748"/>
              <a:ext cx="2570040" cy="90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73B23CD-A070-9B27-E881-FF25A71781A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03835" y="5793108"/>
                <a:ext cx="258768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96845A2-2F38-C872-A650-A13B195BA274}"/>
              </a:ext>
            </a:extLst>
          </p:cNvPr>
          <p:cNvGrpSpPr/>
          <p:nvPr/>
        </p:nvGrpSpPr>
        <p:grpSpPr>
          <a:xfrm>
            <a:off x="9328795" y="4763868"/>
            <a:ext cx="3072600" cy="750240"/>
            <a:chOff x="9328795" y="4763868"/>
            <a:chExt cx="3072600" cy="75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8701F2-9DFA-76AD-186D-CA53CB2113B4}"/>
                    </a:ext>
                  </a:extLst>
                </p14:cNvPr>
                <p14:cNvContentPartPr/>
                <p14:nvPr/>
              </p14:nvContentPartPr>
              <p14:xfrm>
                <a:off x="9328795" y="5271468"/>
                <a:ext cx="1039680" cy="70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8701F2-9DFA-76AD-186D-CA53CB2113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19795" y="5262828"/>
                  <a:ext cx="1057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3792A6C-017B-DD9B-C59E-3EE5066AA9F0}"/>
                    </a:ext>
                  </a:extLst>
                </p14:cNvPr>
                <p14:cNvContentPartPr/>
                <p14:nvPr/>
              </p14:nvContentPartPr>
              <p14:xfrm>
                <a:off x="11149315" y="4763868"/>
                <a:ext cx="172800" cy="538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3792A6C-017B-DD9B-C59E-3EE5066AA9F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40675" y="4755228"/>
                  <a:ext cx="1904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433BE7-31DC-DBF4-132B-C49D644AE044}"/>
                    </a:ext>
                  </a:extLst>
                </p14:cNvPr>
                <p14:cNvContentPartPr/>
                <p14:nvPr/>
              </p14:nvContentPartPr>
              <p14:xfrm>
                <a:off x="10871035" y="5120988"/>
                <a:ext cx="1116720" cy="273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433BE7-31DC-DBF4-132B-C49D644AE0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62395" y="5112348"/>
                  <a:ext cx="1134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E968DE-F41E-20BD-6D43-73FD446D3E7B}"/>
                    </a:ext>
                  </a:extLst>
                </p14:cNvPr>
                <p14:cNvContentPartPr/>
                <p14:nvPr/>
              </p14:nvContentPartPr>
              <p14:xfrm>
                <a:off x="12037075" y="5262468"/>
                <a:ext cx="124560" cy="251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EE968DE-F41E-20BD-6D43-73FD446D3E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028075" y="5253468"/>
                  <a:ext cx="142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3D9CD9C-E9FE-60D5-D0C3-7518202E6F9E}"/>
                    </a:ext>
                  </a:extLst>
                </p14:cNvPr>
                <p14:cNvContentPartPr/>
                <p14:nvPr/>
              </p14:nvContentPartPr>
              <p14:xfrm>
                <a:off x="12169915" y="5385588"/>
                <a:ext cx="231480" cy="5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3D9CD9C-E9FE-60D5-D0C3-7518202E6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161275" y="5376588"/>
                  <a:ext cx="24912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D504159-1275-E5C8-2366-00F2332015CC}"/>
              </a:ext>
            </a:extLst>
          </p:cNvPr>
          <p:cNvGrpSpPr/>
          <p:nvPr/>
        </p:nvGrpSpPr>
        <p:grpSpPr>
          <a:xfrm>
            <a:off x="794995" y="6029988"/>
            <a:ext cx="1686600" cy="443160"/>
            <a:chOff x="794995" y="6029988"/>
            <a:chExt cx="168660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CD7E21-333A-7373-74EF-584570102BA6}"/>
                    </a:ext>
                  </a:extLst>
                </p14:cNvPr>
                <p14:cNvContentPartPr/>
                <p14:nvPr/>
              </p14:nvContentPartPr>
              <p14:xfrm>
                <a:off x="794995" y="6029988"/>
                <a:ext cx="16200" cy="443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CD7E21-333A-7373-74EF-584570102B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6355" y="6021348"/>
                  <a:ext cx="338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F41CDDA-E3C7-3287-1434-250788564F7B}"/>
                    </a:ext>
                  </a:extLst>
                </p14:cNvPr>
                <p14:cNvContentPartPr/>
                <p14:nvPr/>
              </p14:nvContentPartPr>
              <p14:xfrm>
                <a:off x="836395" y="6098388"/>
                <a:ext cx="1645200" cy="371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F41CDDA-E3C7-3287-1434-250788564F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7395" y="6089748"/>
                  <a:ext cx="1662840" cy="38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C28E6CB-A024-637C-1569-42AD9E6FB785}"/>
                  </a:ext>
                </a:extLst>
              </p14:cNvPr>
              <p14:cNvContentPartPr/>
              <p14:nvPr/>
            </p14:nvContentPartPr>
            <p14:xfrm>
              <a:off x="3638635" y="6467388"/>
              <a:ext cx="979560" cy="50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C28E6CB-A024-637C-1569-42AD9E6FB78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29635" y="6458748"/>
                <a:ext cx="99720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32963F4B-4A37-17F4-F07A-B00C8A78D062}"/>
              </a:ext>
            </a:extLst>
          </p:cNvPr>
          <p:cNvGrpSpPr/>
          <p:nvPr/>
        </p:nvGrpSpPr>
        <p:grpSpPr>
          <a:xfrm>
            <a:off x="5599195" y="6085428"/>
            <a:ext cx="1905480" cy="602640"/>
            <a:chOff x="5599195" y="6085428"/>
            <a:chExt cx="190548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0B84FA-C406-3750-76C6-E2EE7495A279}"/>
                    </a:ext>
                  </a:extLst>
                </p14:cNvPr>
                <p14:cNvContentPartPr/>
                <p14:nvPr/>
              </p14:nvContentPartPr>
              <p14:xfrm>
                <a:off x="5878915" y="6085428"/>
                <a:ext cx="51120" cy="482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0B84FA-C406-3750-76C6-E2EE7495A2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9915" y="6076788"/>
                  <a:ext cx="6876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0C5692-7D3D-765B-BC5A-7DD21C7AA4D1}"/>
                    </a:ext>
                  </a:extLst>
                </p14:cNvPr>
                <p14:cNvContentPartPr/>
                <p14:nvPr/>
              </p14:nvContentPartPr>
              <p14:xfrm>
                <a:off x="5599195" y="6171108"/>
                <a:ext cx="487440" cy="104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0C5692-7D3D-765B-BC5A-7DD21C7AA4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90195" y="6162468"/>
                  <a:ext cx="505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2370429-F0D7-CD55-B09E-494C87D43878}"/>
                    </a:ext>
                  </a:extLst>
                </p14:cNvPr>
                <p14:cNvContentPartPr/>
                <p14:nvPr/>
              </p14:nvContentPartPr>
              <p14:xfrm>
                <a:off x="5947315" y="6501948"/>
                <a:ext cx="1180080" cy="186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2370429-F0D7-CD55-B09E-494C87D4387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38315" y="6493308"/>
                  <a:ext cx="1197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CCD3F68-2D5E-1E9E-C6D3-0822C829326E}"/>
                    </a:ext>
                  </a:extLst>
                </p14:cNvPr>
                <p14:cNvContentPartPr/>
                <p14:nvPr/>
              </p14:nvContentPartPr>
              <p14:xfrm>
                <a:off x="7025515" y="6550908"/>
                <a:ext cx="227160" cy="23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CCD3F68-2D5E-1E9E-C6D3-0822C829326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16875" y="6542268"/>
                  <a:ext cx="244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E564CE-85BB-1EA3-0103-793EAD0BF894}"/>
                    </a:ext>
                  </a:extLst>
                </p14:cNvPr>
                <p14:cNvContentPartPr/>
                <p14:nvPr/>
              </p14:nvContentPartPr>
              <p14:xfrm>
                <a:off x="7486315" y="6573948"/>
                <a:ext cx="18360" cy="33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E564CE-85BB-1EA3-0103-793EAD0BF8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77315" y="6564948"/>
                  <a:ext cx="36000" cy="5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178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9F3C07F-DD7D-C680-6C78-B4DBAB9ED9A9}"/>
              </a:ext>
            </a:extLst>
          </p:cNvPr>
          <p:cNvGrpSpPr/>
          <p:nvPr/>
        </p:nvGrpSpPr>
        <p:grpSpPr>
          <a:xfrm>
            <a:off x="5167555" y="385188"/>
            <a:ext cx="3286440" cy="549360"/>
            <a:chOff x="5167555" y="385188"/>
            <a:chExt cx="3286440" cy="54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73A7E2-89D7-9936-BDA0-A73C0234BB79}"/>
                    </a:ext>
                  </a:extLst>
                </p14:cNvPr>
                <p14:cNvContentPartPr/>
                <p14:nvPr/>
              </p14:nvContentPartPr>
              <p14:xfrm>
                <a:off x="5167555" y="385188"/>
                <a:ext cx="2428920" cy="549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73A7E2-89D7-9936-BDA0-A73C0234BB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58555" y="376188"/>
                  <a:ext cx="24465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A6DBAF-D934-3311-E4DE-B1934F6A3AA1}"/>
                    </a:ext>
                  </a:extLst>
                </p14:cNvPr>
                <p14:cNvContentPartPr/>
                <p14:nvPr/>
              </p14:nvContentPartPr>
              <p14:xfrm>
                <a:off x="8076715" y="822228"/>
                <a:ext cx="377280" cy="67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A6DBAF-D934-3311-E4DE-B1934F6A3A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67715" y="813228"/>
                  <a:ext cx="3949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DEA056-3663-83DE-6E0B-367E53AD9B6F}"/>
              </a:ext>
            </a:extLst>
          </p:cNvPr>
          <p:cNvGrpSpPr/>
          <p:nvPr/>
        </p:nvGrpSpPr>
        <p:grpSpPr>
          <a:xfrm>
            <a:off x="9602395" y="573108"/>
            <a:ext cx="1976760" cy="826560"/>
            <a:chOff x="9602395" y="573108"/>
            <a:chExt cx="1976760" cy="82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9DBEB8F-A287-6256-EDA4-724A68843224}"/>
                    </a:ext>
                  </a:extLst>
                </p14:cNvPr>
                <p14:cNvContentPartPr/>
                <p14:nvPr/>
              </p14:nvContentPartPr>
              <p14:xfrm>
                <a:off x="9696355" y="845628"/>
                <a:ext cx="14040" cy="397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9DBEB8F-A287-6256-EDA4-724A688432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87715" y="836988"/>
                  <a:ext cx="316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E28454-4C6D-4151-FFE3-37F4742A8365}"/>
                    </a:ext>
                  </a:extLst>
                </p14:cNvPr>
                <p14:cNvContentPartPr/>
                <p14:nvPr/>
              </p14:nvContentPartPr>
              <p14:xfrm>
                <a:off x="9683035" y="573108"/>
                <a:ext cx="408240" cy="15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E28454-4C6D-4151-FFE3-37F4742A83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74035" y="564468"/>
                  <a:ext cx="425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0B68B4-9CE6-EA8E-0960-50DBD7320690}"/>
                    </a:ext>
                  </a:extLst>
                </p14:cNvPr>
                <p14:cNvContentPartPr/>
                <p14:nvPr/>
              </p14:nvContentPartPr>
              <p14:xfrm>
                <a:off x="9602395" y="1097628"/>
                <a:ext cx="331920" cy="45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0B68B4-9CE6-EA8E-0960-50DBD73206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93755" y="1088988"/>
                  <a:ext cx="349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765F68-B021-2AEF-3C11-396B66B4E414}"/>
                    </a:ext>
                  </a:extLst>
                </p14:cNvPr>
                <p14:cNvContentPartPr/>
                <p14:nvPr/>
              </p14:nvContentPartPr>
              <p14:xfrm>
                <a:off x="10134475" y="919788"/>
                <a:ext cx="694800" cy="356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765F68-B021-2AEF-3C11-396B66B4E4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25475" y="911148"/>
                  <a:ext cx="712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540371-BAFB-EFE2-9811-9821BC61083B}"/>
                    </a:ext>
                  </a:extLst>
                </p14:cNvPr>
                <p14:cNvContentPartPr/>
                <p14:nvPr/>
              </p14:nvContentPartPr>
              <p14:xfrm>
                <a:off x="11202595" y="747348"/>
                <a:ext cx="17280" cy="1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540371-BAFB-EFE2-9811-9821BC6108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93595" y="738348"/>
                  <a:ext cx="34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C983DC-B8FB-56A8-AD30-6D62343559D7}"/>
                    </a:ext>
                  </a:extLst>
                </p14:cNvPr>
                <p14:cNvContentPartPr/>
                <p14:nvPr/>
              </p14:nvContentPartPr>
              <p14:xfrm>
                <a:off x="10863115" y="606948"/>
                <a:ext cx="104760" cy="792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C983DC-B8FB-56A8-AD30-6D62343559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54475" y="598308"/>
                  <a:ext cx="12240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2FEDEB-723B-2112-5102-1FE3C917E0ED}"/>
                    </a:ext>
                  </a:extLst>
                </p14:cNvPr>
                <p14:cNvContentPartPr/>
                <p14:nvPr/>
              </p14:nvContentPartPr>
              <p14:xfrm>
                <a:off x="10846915" y="937068"/>
                <a:ext cx="403920" cy="61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2FEDEB-723B-2112-5102-1FE3C917E0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38275" y="928068"/>
                  <a:ext cx="421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5AD181-2CD2-A4ED-D295-352E403BE430}"/>
                    </a:ext>
                  </a:extLst>
                </p14:cNvPr>
                <p14:cNvContentPartPr/>
                <p14:nvPr/>
              </p14:nvContentPartPr>
              <p14:xfrm>
                <a:off x="11565475" y="963348"/>
                <a:ext cx="13680" cy="53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5AD181-2CD2-A4ED-D295-352E403BE4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56475" y="954348"/>
                  <a:ext cx="313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A8B96A-FA11-154D-7CA3-0A2DDFB25150}"/>
              </a:ext>
            </a:extLst>
          </p:cNvPr>
          <p:cNvGrpSpPr/>
          <p:nvPr/>
        </p:nvGrpSpPr>
        <p:grpSpPr>
          <a:xfrm>
            <a:off x="843595" y="595068"/>
            <a:ext cx="3006000" cy="799560"/>
            <a:chOff x="843595" y="595068"/>
            <a:chExt cx="3006000" cy="79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64D0617-5108-B09F-C4FF-D35381E77D24}"/>
                    </a:ext>
                  </a:extLst>
                </p14:cNvPr>
                <p14:cNvContentPartPr/>
                <p14:nvPr/>
              </p14:nvContentPartPr>
              <p14:xfrm>
                <a:off x="843595" y="595068"/>
                <a:ext cx="458640" cy="799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64D0617-5108-B09F-C4FF-D35381E77D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4595" y="586428"/>
                  <a:ext cx="47628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7A808F-4734-F73E-9E29-A724AF5257EA}"/>
                    </a:ext>
                  </a:extLst>
                </p14:cNvPr>
                <p14:cNvContentPartPr/>
                <p14:nvPr/>
              </p14:nvContentPartPr>
              <p14:xfrm>
                <a:off x="852595" y="752748"/>
                <a:ext cx="1818000" cy="450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7A808F-4734-F73E-9E29-A724AF5257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3595" y="743748"/>
                  <a:ext cx="18356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69A5CF-CA28-460B-B81C-4404EAAE1234}"/>
                    </a:ext>
                  </a:extLst>
                </p14:cNvPr>
                <p14:cNvContentPartPr/>
                <p14:nvPr/>
              </p14:nvContentPartPr>
              <p14:xfrm>
                <a:off x="3276115" y="985668"/>
                <a:ext cx="573480" cy="6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69A5CF-CA28-460B-B81C-4404EAAE12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67475" y="976668"/>
                  <a:ext cx="59112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046646-B9FF-1A97-8B70-AE877373FAFA}"/>
                  </a:ext>
                </a:extLst>
              </p14:cNvPr>
              <p14:cNvContentPartPr/>
              <p14:nvPr/>
            </p14:nvContentPartPr>
            <p14:xfrm>
              <a:off x="2919715" y="1308228"/>
              <a:ext cx="64440" cy="147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046646-B9FF-1A97-8B70-AE877373FAF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11075" y="1299588"/>
                <a:ext cx="8208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6B78E9A-D071-7E38-C2AE-F84B8389FA19}"/>
              </a:ext>
            </a:extLst>
          </p:cNvPr>
          <p:cNvGrpSpPr/>
          <p:nvPr/>
        </p:nvGrpSpPr>
        <p:grpSpPr>
          <a:xfrm>
            <a:off x="488635" y="2021028"/>
            <a:ext cx="3041640" cy="1036800"/>
            <a:chOff x="488635" y="2021028"/>
            <a:chExt cx="3041640" cy="10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5E3895-1E44-EFEB-2CF2-78288AB96625}"/>
                    </a:ext>
                  </a:extLst>
                </p14:cNvPr>
                <p14:cNvContentPartPr/>
                <p14:nvPr/>
              </p14:nvContentPartPr>
              <p14:xfrm>
                <a:off x="747115" y="2021028"/>
                <a:ext cx="435600" cy="103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5E3895-1E44-EFEB-2CF2-78288AB966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8115" y="2012388"/>
                  <a:ext cx="453240" cy="10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AC4168-3499-745E-8E93-7C4A8C6CEA21}"/>
                    </a:ext>
                  </a:extLst>
                </p14:cNvPr>
                <p14:cNvContentPartPr/>
                <p14:nvPr/>
              </p14:nvContentPartPr>
              <p14:xfrm>
                <a:off x="488635" y="2483988"/>
                <a:ext cx="3041640" cy="44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AC4168-3499-745E-8E93-7C4A8C6CEA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9995" y="2475348"/>
                  <a:ext cx="3059280" cy="46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3C4EC8-2991-2BEF-3062-2196C7738448}"/>
              </a:ext>
            </a:extLst>
          </p:cNvPr>
          <p:cNvGrpSpPr/>
          <p:nvPr/>
        </p:nvGrpSpPr>
        <p:grpSpPr>
          <a:xfrm>
            <a:off x="4758955" y="1944348"/>
            <a:ext cx="1792080" cy="1059480"/>
            <a:chOff x="4758955" y="1944348"/>
            <a:chExt cx="1792080" cy="10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4D564E-D7E5-A77E-A8BB-DCCAC7A2DBD3}"/>
                    </a:ext>
                  </a:extLst>
                </p14:cNvPr>
                <p14:cNvContentPartPr/>
                <p14:nvPr/>
              </p14:nvContentPartPr>
              <p14:xfrm>
                <a:off x="4758955" y="2455188"/>
                <a:ext cx="1250640" cy="30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4D564E-D7E5-A77E-A8BB-DCCAC7A2DB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49955" y="2446548"/>
                  <a:ext cx="126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BDB077-CF3F-C01C-267F-5AA321EA4C93}"/>
                    </a:ext>
                  </a:extLst>
                </p14:cNvPr>
                <p14:cNvContentPartPr/>
                <p14:nvPr/>
              </p14:nvContentPartPr>
              <p14:xfrm>
                <a:off x="5787115" y="1944348"/>
                <a:ext cx="573120" cy="1059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BDB077-CF3F-C01C-267F-5AA321EA4C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78475" y="1935348"/>
                  <a:ext cx="590760" cy="10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234E22-DB8F-F656-CB59-1BDC78BF6EB0}"/>
                    </a:ext>
                  </a:extLst>
                </p14:cNvPr>
                <p14:cNvContentPartPr/>
                <p14:nvPr/>
              </p14:nvContentPartPr>
              <p14:xfrm>
                <a:off x="6503515" y="2503068"/>
                <a:ext cx="47520" cy="36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234E22-DB8F-F656-CB59-1BDC78BF6E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94875" y="2494428"/>
                  <a:ext cx="651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AF1E90-432C-4D8A-C9DF-8EA83C27162F}"/>
              </a:ext>
            </a:extLst>
          </p:cNvPr>
          <p:cNvGrpSpPr/>
          <p:nvPr/>
        </p:nvGrpSpPr>
        <p:grpSpPr>
          <a:xfrm>
            <a:off x="7300555" y="1739868"/>
            <a:ext cx="4204080" cy="1608840"/>
            <a:chOff x="7300555" y="1739868"/>
            <a:chExt cx="4204080" cy="160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5BA53B-3C04-0B5B-A899-E38A363862B1}"/>
                    </a:ext>
                  </a:extLst>
                </p14:cNvPr>
                <p14:cNvContentPartPr/>
                <p14:nvPr/>
              </p14:nvContentPartPr>
              <p14:xfrm>
                <a:off x="7300555" y="1739868"/>
                <a:ext cx="1269720" cy="1608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5BA53B-3C04-0B5B-A899-E38A363862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91915" y="1730868"/>
                  <a:ext cx="1287360" cy="16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975879-A9B7-B6D6-3459-D7373E9754E6}"/>
                    </a:ext>
                  </a:extLst>
                </p14:cNvPr>
                <p14:cNvContentPartPr/>
                <p14:nvPr/>
              </p14:nvContentPartPr>
              <p14:xfrm>
                <a:off x="8721475" y="2100228"/>
                <a:ext cx="787320" cy="370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975879-A9B7-B6D6-3459-D7373E9754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12835" y="2091588"/>
                  <a:ext cx="8049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B84948-BA2E-7509-E1E3-9C97ED1BF376}"/>
                    </a:ext>
                  </a:extLst>
                </p14:cNvPr>
                <p14:cNvContentPartPr/>
                <p14:nvPr/>
              </p14:nvContentPartPr>
              <p14:xfrm>
                <a:off x="9321595" y="2156748"/>
                <a:ext cx="410400" cy="54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B84948-BA2E-7509-E1E3-9C97ED1BF3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12595" y="2148108"/>
                  <a:ext cx="428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8FA886-B218-D91F-D870-F4BBEE4D0DF3}"/>
                    </a:ext>
                  </a:extLst>
                </p14:cNvPr>
                <p14:cNvContentPartPr/>
                <p14:nvPr/>
              </p14:nvContentPartPr>
              <p14:xfrm>
                <a:off x="9944755" y="2155668"/>
                <a:ext cx="365760" cy="81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8FA886-B218-D91F-D870-F4BBEE4D0D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36115" y="2147028"/>
                  <a:ext cx="383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A99FDD-49F3-0C00-A4B4-90C0A991F352}"/>
                    </a:ext>
                  </a:extLst>
                </p14:cNvPr>
                <p14:cNvContentPartPr/>
                <p14:nvPr/>
              </p14:nvContentPartPr>
              <p14:xfrm>
                <a:off x="10567555" y="1790988"/>
                <a:ext cx="937080" cy="438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A99FDD-49F3-0C00-A4B4-90C0A991F3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58555" y="1781988"/>
                  <a:ext cx="95472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68988DB-ADB3-E478-DF51-2E8F8EAD5C07}"/>
              </a:ext>
            </a:extLst>
          </p:cNvPr>
          <p:cNvGrpSpPr/>
          <p:nvPr/>
        </p:nvGrpSpPr>
        <p:grpSpPr>
          <a:xfrm>
            <a:off x="1300795" y="3424308"/>
            <a:ext cx="6087960" cy="3242160"/>
            <a:chOff x="1300795" y="3424308"/>
            <a:chExt cx="6087960" cy="32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68989D-BAB3-AB1C-B138-AA096E13F110}"/>
                    </a:ext>
                  </a:extLst>
                </p14:cNvPr>
                <p14:cNvContentPartPr/>
                <p14:nvPr/>
              </p14:nvContentPartPr>
              <p14:xfrm>
                <a:off x="1300795" y="3664428"/>
                <a:ext cx="71280" cy="666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68989D-BAB3-AB1C-B138-AA096E13F1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92155" y="3655428"/>
                  <a:ext cx="8892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255447-0082-76BB-3646-31B679AF1D82}"/>
                    </a:ext>
                  </a:extLst>
                </p14:cNvPr>
                <p14:cNvContentPartPr/>
                <p14:nvPr/>
              </p14:nvContentPartPr>
              <p14:xfrm>
                <a:off x="1334275" y="3424308"/>
                <a:ext cx="248400" cy="588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255447-0082-76BB-3646-31B679AF1D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25275" y="3415668"/>
                  <a:ext cx="2660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C6C41B1-B684-FF58-C0D0-9E5A843F3C2A}"/>
                    </a:ext>
                  </a:extLst>
                </p14:cNvPr>
                <p14:cNvContentPartPr/>
                <p14:nvPr/>
              </p14:nvContentPartPr>
              <p14:xfrm>
                <a:off x="1774915" y="3833628"/>
                <a:ext cx="538920" cy="25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C6C41B1-B684-FF58-C0D0-9E5A843F3C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5915" y="3824628"/>
                  <a:ext cx="5565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3EBF874-EC69-8CDC-888F-6534FC7C2339}"/>
                    </a:ext>
                  </a:extLst>
                </p14:cNvPr>
                <p14:cNvContentPartPr/>
                <p14:nvPr/>
              </p14:nvContentPartPr>
              <p14:xfrm>
                <a:off x="2688235" y="3703308"/>
                <a:ext cx="995400" cy="33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3EBF874-EC69-8CDC-888F-6534FC7C23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9595" y="3694668"/>
                  <a:ext cx="10130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A08BA9-C348-47C6-E7BB-5E426BF26EF0}"/>
                    </a:ext>
                  </a:extLst>
                </p14:cNvPr>
                <p14:cNvContentPartPr/>
                <p14:nvPr/>
              </p14:nvContentPartPr>
              <p14:xfrm>
                <a:off x="4986475" y="3771708"/>
                <a:ext cx="1096560" cy="104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A08BA9-C348-47C6-E7BB-5E426BF26E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77835" y="3763068"/>
                  <a:ext cx="1114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E6A0EF-58C5-D493-6779-16B2736D3BBF}"/>
                    </a:ext>
                  </a:extLst>
                </p14:cNvPr>
                <p14:cNvContentPartPr/>
                <p14:nvPr/>
              </p14:nvContentPartPr>
              <p14:xfrm>
                <a:off x="5795755" y="3723108"/>
                <a:ext cx="329400" cy="49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E6A0EF-58C5-D493-6779-16B2736D3BB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6755" y="3714468"/>
                  <a:ext cx="3470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E1CFC6-14D0-C4A0-03FA-86FB743E79B2}"/>
                    </a:ext>
                  </a:extLst>
                </p14:cNvPr>
                <p14:cNvContentPartPr/>
                <p14:nvPr/>
              </p14:nvContentPartPr>
              <p14:xfrm>
                <a:off x="6067195" y="4048548"/>
                <a:ext cx="40320" cy="3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E1CFC6-14D0-C4A0-03FA-86FB743E79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58195" y="4039548"/>
                  <a:ext cx="57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672CBA-7CA6-7EDB-5D6E-00295EA5C56F}"/>
                    </a:ext>
                  </a:extLst>
                </p14:cNvPr>
                <p14:cNvContentPartPr/>
                <p14:nvPr/>
              </p14:nvContentPartPr>
              <p14:xfrm>
                <a:off x="1559995" y="5244828"/>
                <a:ext cx="697320" cy="98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672CBA-7CA6-7EDB-5D6E-00295EA5C56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50995" y="5236188"/>
                  <a:ext cx="714960" cy="10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4773F3-FE67-3832-C2B9-C7251EAFB957}"/>
                    </a:ext>
                  </a:extLst>
                </p14:cNvPr>
                <p14:cNvContentPartPr/>
                <p14:nvPr/>
              </p14:nvContentPartPr>
              <p14:xfrm>
                <a:off x="1812715" y="5149428"/>
                <a:ext cx="2058840" cy="725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4773F3-FE67-3832-C2B9-C7251EAFB9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04075" y="5140788"/>
                  <a:ext cx="207648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05B8E99-7EE4-145E-C0F6-3FD790A8252F}"/>
                    </a:ext>
                  </a:extLst>
                </p14:cNvPr>
                <p14:cNvContentPartPr/>
                <p14:nvPr/>
              </p14:nvContentPartPr>
              <p14:xfrm>
                <a:off x="4540435" y="5510148"/>
                <a:ext cx="707040" cy="10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05B8E99-7EE4-145E-C0F6-3FD790A82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31795" y="5501508"/>
                  <a:ext cx="724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D3D3A6-6027-0746-386B-2484F7030524}"/>
                    </a:ext>
                  </a:extLst>
                </p14:cNvPr>
                <p14:cNvContentPartPr/>
                <p14:nvPr/>
              </p14:nvContentPartPr>
              <p14:xfrm>
                <a:off x="6847315" y="4270668"/>
                <a:ext cx="480240" cy="1295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D3D3A6-6027-0746-386B-2484F70305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38315" y="4261668"/>
                  <a:ext cx="497880" cy="13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D65A175-C61C-1082-E0D6-FB08C17F6BFD}"/>
                    </a:ext>
                  </a:extLst>
                </p14:cNvPr>
                <p14:cNvContentPartPr/>
                <p14:nvPr/>
              </p14:nvContentPartPr>
              <p14:xfrm>
                <a:off x="3993955" y="5802108"/>
                <a:ext cx="793440" cy="864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D65A175-C61C-1082-E0D6-FB08C17F6B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84955" y="5793468"/>
                  <a:ext cx="81108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CD446B-2CC7-9D51-5608-42F8F8EE3A8D}"/>
                    </a:ext>
                  </a:extLst>
                </p14:cNvPr>
                <p14:cNvContentPartPr/>
                <p14:nvPr/>
              </p14:nvContentPartPr>
              <p14:xfrm>
                <a:off x="5095195" y="6108828"/>
                <a:ext cx="1518480" cy="44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CD446B-2CC7-9D51-5608-42F8F8EE3A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86195" y="6100188"/>
                  <a:ext cx="15361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A0C83D-30C4-58DD-F482-9FE5C0E14D0F}"/>
                    </a:ext>
                  </a:extLst>
                </p14:cNvPr>
                <p14:cNvContentPartPr/>
                <p14:nvPr/>
              </p14:nvContentPartPr>
              <p14:xfrm>
                <a:off x="6932635" y="6519588"/>
                <a:ext cx="456120" cy="45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A0C83D-30C4-58DD-F482-9FE5C0E14D0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3995" y="6510588"/>
                  <a:ext cx="47376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32F58FC-85D4-BAC3-9E5F-6FA8EE920B02}"/>
              </a:ext>
            </a:extLst>
          </p:cNvPr>
          <p:cNvGrpSpPr/>
          <p:nvPr/>
        </p:nvGrpSpPr>
        <p:grpSpPr>
          <a:xfrm>
            <a:off x="7991395" y="4492428"/>
            <a:ext cx="4248360" cy="2249640"/>
            <a:chOff x="7991395" y="4492428"/>
            <a:chExt cx="4248360" cy="22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EE3210-7A7B-3B03-EBE1-9C176A0A8D35}"/>
                    </a:ext>
                  </a:extLst>
                </p14:cNvPr>
                <p14:cNvContentPartPr/>
                <p14:nvPr/>
              </p14:nvContentPartPr>
              <p14:xfrm>
                <a:off x="7991395" y="4561908"/>
                <a:ext cx="140040" cy="89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EE3210-7A7B-3B03-EBE1-9C176A0A8D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82755" y="4553268"/>
                  <a:ext cx="15768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01D8E25-1C1A-21F8-9D5E-43C68C8C6239}"/>
                    </a:ext>
                  </a:extLst>
                </p14:cNvPr>
                <p14:cNvContentPartPr/>
                <p14:nvPr/>
              </p14:nvContentPartPr>
              <p14:xfrm>
                <a:off x="8041075" y="4890948"/>
                <a:ext cx="1183320" cy="28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01D8E25-1C1A-21F8-9D5E-43C68C8C62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32075" y="4881948"/>
                  <a:ext cx="1200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3685FFE-E734-D5B4-AD89-F34C680BBB51}"/>
                    </a:ext>
                  </a:extLst>
                </p14:cNvPr>
                <p14:cNvContentPartPr/>
                <p14:nvPr/>
              </p14:nvContentPartPr>
              <p14:xfrm>
                <a:off x="9553075" y="5056548"/>
                <a:ext cx="176400" cy="39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3685FFE-E734-D5B4-AD89-F34C680BBB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44075" y="5047908"/>
                  <a:ext cx="194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A4EA98-1A25-7877-A125-38FAB25EA01D}"/>
                    </a:ext>
                  </a:extLst>
                </p14:cNvPr>
                <p14:cNvContentPartPr/>
                <p14:nvPr/>
              </p14:nvContentPartPr>
              <p14:xfrm>
                <a:off x="8063755" y="5904708"/>
                <a:ext cx="289800" cy="600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A4EA98-1A25-7877-A125-38FAB25EA01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55115" y="5895708"/>
                  <a:ext cx="30744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06E95F-8A46-0A5B-99EB-A8614915E0C9}"/>
                    </a:ext>
                  </a:extLst>
                </p14:cNvPr>
                <p14:cNvContentPartPr/>
                <p14:nvPr/>
              </p14:nvContentPartPr>
              <p14:xfrm>
                <a:off x="8424475" y="5847828"/>
                <a:ext cx="538560" cy="584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06E95F-8A46-0A5B-99EB-A8614915E0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15475" y="5838828"/>
                  <a:ext cx="5562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AF7D48-6A3D-2A91-26B0-8922042CD68F}"/>
                    </a:ext>
                  </a:extLst>
                </p14:cNvPr>
                <p14:cNvContentPartPr/>
                <p14:nvPr/>
              </p14:nvContentPartPr>
              <p14:xfrm>
                <a:off x="10152475" y="5788068"/>
                <a:ext cx="153360" cy="448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AF7D48-6A3D-2A91-26B0-8922042CD6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43475" y="5779428"/>
                  <a:ext cx="1710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68E8F9-FE37-A5D9-D109-CD16ADD8B77B}"/>
                    </a:ext>
                  </a:extLst>
                </p14:cNvPr>
                <p14:cNvContentPartPr/>
                <p14:nvPr/>
              </p14:nvContentPartPr>
              <p14:xfrm>
                <a:off x="10541635" y="5466948"/>
                <a:ext cx="230760" cy="131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68E8F9-FE37-A5D9-D109-CD16ADD8B7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32995" y="5457948"/>
                  <a:ext cx="248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E0E69BB-DD1E-E777-86E3-BBA55640923F}"/>
                    </a:ext>
                  </a:extLst>
                </p14:cNvPr>
                <p14:cNvContentPartPr/>
                <p14:nvPr/>
              </p14:nvContentPartPr>
              <p14:xfrm>
                <a:off x="10403035" y="5990028"/>
                <a:ext cx="308880" cy="39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E0E69BB-DD1E-E777-86E3-BBA5564092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94395" y="5981028"/>
                  <a:ext cx="326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C6A5A66-741F-4FAD-FC65-694E706EBDFF}"/>
                    </a:ext>
                  </a:extLst>
                </p14:cNvPr>
                <p14:cNvContentPartPr/>
                <p14:nvPr/>
              </p14:nvContentPartPr>
              <p14:xfrm>
                <a:off x="8636515" y="6373068"/>
                <a:ext cx="639360" cy="259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C6A5A66-741F-4FAD-FC65-694E706EBDF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27875" y="6364068"/>
                  <a:ext cx="657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ED7B99-A21E-5D9E-342E-4AB7C145A6EF}"/>
                    </a:ext>
                  </a:extLst>
                </p14:cNvPr>
                <p14:cNvContentPartPr/>
                <p14:nvPr/>
              </p14:nvContentPartPr>
              <p14:xfrm>
                <a:off x="9302155" y="6486828"/>
                <a:ext cx="415080" cy="255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ED7B99-A21E-5D9E-342E-4AB7C145A6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93155" y="6478188"/>
                  <a:ext cx="432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F16F9B3-D1B8-5657-25B8-51041A4D4DDA}"/>
                    </a:ext>
                  </a:extLst>
                </p14:cNvPr>
                <p14:cNvContentPartPr/>
                <p14:nvPr/>
              </p14:nvContentPartPr>
              <p14:xfrm>
                <a:off x="9712195" y="6617148"/>
                <a:ext cx="383760" cy="61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F16F9B3-D1B8-5657-25B8-51041A4D4DD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03195" y="6608508"/>
                  <a:ext cx="401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B07FF6-E825-5D8E-93CE-9895449B89A3}"/>
                    </a:ext>
                  </a:extLst>
                </p14:cNvPr>
                <p14:cNvContentPartPr/>
                <p14:nvPr/>
              </p14:nvContentPartPr>
              <p14:xfrm>
                <a:off x="9027475" y="5255268"/>
                <a:ext cx="1004760" cy="600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B07FF6-E825-5D8E-93CE-9895449B89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18475" y="5246268"/>
                  <a:ext cx="10224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3B77E2E-63C8-8ACA-9814-785B62DA2AFD}"/>
                    </a:ext>
                  </a:extLst>
                </p14:cNvPr>
                <p14:cNvContentPartPr/>
                <p14:nvPr/>
              </p14:nvContentPartPr>
              <p14:xfrm>
                <a:off x="10663315" y="4725708"/>
                <a:ext cx="235800" cy="396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3B77E2E-63C8-8ACA-9814-785B62DA2A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54315" y="4716708"/>
                  <a:ext cx="2534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05F947-2314-2FD1-5BBB-2B91928A369B}"/>
                    </a:ext>
                  </a:extLst>
                </p14:cNvPr>
                <p14:cNvContentPartPr/>
                <p14:nvPr/>
              </p14:nvContentPartPr>
              <p14:xfrm>
                <a:off x="11320675" y="5107668"/>
                <a:ext cx="315000" cy="205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05F947-2314-2FD1-5BBB-2B91928A36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12035" y="5098668"/>
                  <a:ext cx="332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656D94-028C-DAC2-C0BB-38173EE18043}"/>
                    </a:ext>
                  </a:extLst>
                </p14:cNvPr>
                <p14:cNvContentPartPr/>
                <p14:nvPr/>
              </p14:nvContentPartPr>
              <p14:xfrm>
                <a:off x="11759515" y="4492428"/>
                <a:ext cx="480240" cy="853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656D94-028C-DAC2-C0BB-38173EE180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750875" y="4483428"/>
                  <a:ext cx="497880" cy="87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065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86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43</Words>
  <Application>Microsoft Office PowerPoint</Application>
  <PresentationFormat>Widescreen</PresentationFormat>
  <Paragraphs>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2026-03-14T05:16:36Z</dcterms:created>
  <dcterms:modified xsi:type="dcterms:W3CDTF">2026-03-14T06:21:51Z</dcterms:modified>
</cp:coreProperties>
</file>