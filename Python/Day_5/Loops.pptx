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3.4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327 269 12713,'20'-97'2546,"-19"93"-2184,0-1 0,-1 0 0,0 1 0,0-1 1,-1 0-1,1 1 0,-2-6 0,0-15 2100,11-76 7052,-9 98-7996,-15 18-483,6-4-1018,2 0 0,-1 1 0,1-1 0,1 1 0,-8 20 0,-22 73-34,28-80 14,-68 286 3,25 7 0,37-227 0,-78 833 0,82-714 0,22 274 0,-3-389 0,4 0 0,4 0 0,4-2 0,4 0 0,46 107 0,-60-173 0,1-1 0,2-1 0,0 0 0,2-1 0,1 0 0,0-1 0,29 27 0,-33-38 0,1 0 0,1-1 0,0 0 0,0-1 0,1-1 0,0-1 0,0 0 0,1-1 0,0-1 0,1 0 0,-1-1 0,31 4 0,-21-7 8,-1-1-1,1-1 1,0-1-1,-1-1 1,1-2-1,-1 0 1,0-2-1,50-18 1,1-7-178,114-65 1,-97 42-2834,154-119 1,-40-4-8430,-119 95-643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4.1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82 587 12817,'-49'-41'3591,"47"39"-3127,0 0 1,0 0-1,-1-1 0,2 1 1,-1-1-1,0 1 0,0-1 1,1 1-1,0-1 0,-1 0 0,0-4 1,1 3 520,0 1 2016,-1 0-328,-5-20 1176,14 57-3675,5 61 0,5 30-243,81 240 69,-78-307 0,3-1 0,2-1 0,3 0 0,40 58 0,-57-98 0,1 0 0,1-1 0,1 0 0,0-1 0,1 0 0,0-1 0,1-1 0,23 13 0,-35-23 0,-1-1 0,0 1 0,1-1 0,-1 0 0,1 0 0,-1-1 0,1 1 0,-1-1 0,1 1 0,0-1 0,-1 0 0,1-1 0,-1 1 0,1-1 0,0 1 0,-1-1 0,1 0 0,-1 0 0,0-1 0,1 1 0,-1-1 0,0 0 0,0 1 0,0-1 0,0-1 0,0 1 0,0 0 0,-1-1 0,1 1 0,-1-1 0,0 0 0,0 0 0,0 0 0,0 0 0,0 0 0,0 0 0,1-6 0,3-11-165,-1 1 0,-1-1 0,0 0 0,-2 0 0,0 0 0,-1 0 0,-2-21 0,-3-2-390,-1 1-1,-14-55 1,4 46 237,-2 0 0,-2 0 1,-2 2-1,-49-83 1,25 61 350,-3 1 1,-75-82-1,109 137 19,-17-20 208,-39-56 0,62 80-207,1 0-1,1-1 1,0 0 0,0 0-1,1-1 1,1 0 0,0 1 0,1-2-1,-3-22 1,6 29-39,0 0 1,0-1-1,1 1 0,0 0 1,1 0-1,-1 0 1,1 0-1,1 0 0,-1 0 1,1 0-1,0 1 0,1-1 1,-1 1-1,1 0 0,1 0 1,-1 1-1,1-1 0,0 1 1,0 0-1,1 0 1,-1 0-1,1 1 0,9-5 1,6-4 5,2 2 1,-1 0 0,2 1 0,-1 1 0,35-7-1,-20 6-4,0 2-1,1 1 1,0 2-1,0 2 1,70 3-1,-94 1 3,1 1 0,-1 0 0,0 1 0,0 1 0,0 0-1,-1 1 1,1 1 0,-1 0 0,-1 0 0,1 2 0,-1 0 0,0 0 0,-1 1 0,0 1-1,0 0 1,-1 0 0,18 22 0,-18-15 29,0 0 0,-2 0 0,1 1 0,-2 0 0,-1 1 0,0 0 0,-1 0 0,-1 0 0,-1 1-1,3 24 1,-3 18 193,-9 123-1,0 9 151,7-169-318,0 1 1,1-1-1,2-1 1,1 1-1,13 37 1,-16-54-72,0 0 0,1 0 1,1-1-1,-1 1 0,1-1 1,0 0-1,1 0 0,0-1 1,0 1-1,0-1 0,1-1 1,0 1-1,0-1 0,0 0 1,0-1-1,1 0 0,0 0 1,12 4-1,-9-5-80,0 0 0,1-1-1,-1 0 1,1-1 0,-1 0 0,1-1 0,-1 0-1,1-1 1,-1 0 0,1-1 0,-1 0 0,0-1-1,18-6 1,2-4-242,-1-1 0,0-2-1,-1-1 1,-1-1 0,0-1-1,-2-1 1,0-2 0,-1-1 0,-2 0-1,0-2 1,-2-1 0,0 0-1,-2-2 1,-1 0 0,-1-1-1,-2-1 1,-1 0 0,-1-1 0,9-35-1,-18 48 357,0 0 0,-2 0 1,0 0-1,0 0 0,-2-1 0,-1 1 0,0 0 0,-1 0 0,-1 0 0,0 0 0,-2 0 0,0 1 1,-1-1-1,-1 1 0,-13-25 0,9 24 118,0 0 1,-1 1-1,-1 0 1,-1 1-1,0 1 1,-1 0-1,-1 1 1,0 1 0,-1 0-1,0 1 1,-1 1-1,0 0 1,-23-9-1,7 6 66,0 2 0,-1 1-1,0 1 1,-53-6 0,70 14-524,-1 1 0,0 0 0,1 2 0,-24 3 0,30-2-526,1 0-1,0 1 0,-1 1 0,2 0 0,-1 0 0,0 1 1,-15 10-1,14-2-5679,7 8-4206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4.4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151 268 19846,'10'-33'1067,"-6"18"-345,0 1 1,1-1-1,0 1 0,2 0 0,-1 0 0,2 1 1,0 0-1,10-13 0,5-10 2024,-18 27-2311,0 1-1,0 0 1,1 1 0,0-1-1,7-7 1,-12 15-435,0-1 0,-1 1 0,1-1 0,0 1 0,-1-1 0,1 1 0,0-1 0,-1 1 0,1 0 0,0-1 0,0 1 0,0 0 0,0 0 0,-1-1 0,1 1 0,0 0 0,0 0 0,0 0 0,0 0 0,-1 0 0,1 0 0,0 0 0,0 0 0,0 1 0,0-1 0,-1 0 0,1 0 0,0 1 0,0-1 0,0 1 0,-1-1 0,1 1 0,0-1 0,-1 1 0,1-1 0,0 1 0,-1-1 0,1 1 0,-1 0 0,1 0 0,3 4 0,-1 0 0,1 0 0,-1 1 0,-1-1 0,4 8 0,7 24 0,-2 0 0,-1 0 0,6 52 0,2 124 0,-15-59 0,-27 252 0,-68 150 0,-41 4 0,23-108 0,66-198-2528,39-204 1484,2 0-1,2 0 0,6 52 0,-4-91 172,0 0-1,2 0 0,-1-1 0,8 20 1,-8-25 45,0-1 1,1 0 0,-1 1-1,1-1 1,0 0 0,0 0 0,5 4-1,-4-4-1186,1-1-1,0 1 0,0-1 0,0 0 0,6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4.9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61 463 13561,'-50'-18'2574,"40"15"4228,14 3-6505,0 0-1,1 0 1,-1 0-1,0 1 1,1 0-1,-1 0 1,0 0-1,0 0 1,0 1-1,5 2 1,4 0 114,21 7 102,-1 2 0,-1 1 0,47 27 0,-62-30-471,0 1-1,-1 0 1,0 1 0,-1 1-1,0 1 1,-1 0 0,18 26-1,-23-29-92,-1 1-1,0 1 1,-1-1-1,-1 1 0,0 0 1,-1 1-1,0 0 1,-1-1-1,4 29 1,-7-23-22,-1 1 1,-1-1 0,0 0 0,-2 1 0,0-1 0,-1 0 0,-11 29 0,13-44 54,-56 163-593,-3-38-362,60-127 945,0-1 1,0 1-1,0-1 0,0 1 0,1 0 0,-1-1 1,1 1-1,0 0 0,0 0 0,0-1 1,0 1-1,0 0 0,1-1 0,0 6 1,0-6 14,-1-1 1,1 0-1,0 0 0,-1 0 1,1 1-1,0-1 1,0 0-1,0 0 1,0 0-1,0 0 1,0 0-1,0 0 1,0-1-1,0 1 1,0 0-1,0-1 1,0 1-1,1 0 1,-1-1-1,0 1 1,0-1-1,1 0 1,-1 1-1,0-1 1,1 0-1,-1 0 1,1 0-1,1 0 1,11-2-34,0 0 1,-1-1 0,1 0 0,-1-1-1,0-1 1,24-11 0,76-48-49,-106 60 93,107-70-114,185-155 0,68-126 938,-273 252 1137,-5-4 0,122-192 0,-147 183-776,-55 107-1184,-3 11 0,-2 14 0,-4-15 0,5 34 0,0 49 0,1 9 0,45 183 0,4 39 0,-52-269 0,-1 0 0,-3 1 0,-1-1 0,-13 68 0,9-82 0,-2-1 0,-2 0 0,-1 0 0,-1-1 0,-1-1 0,-2 0 0,-23 35 0,8-24 0,-1 0 0,-2-3 0,-2 0 0,-1-3 0,-1-1 0,-2-1 0,-2-2 0,0-2 0,-2-2 0,-1-2 0,-66 26 0,106-48-156,1-1 1,-1 0-1,0 0 0,1-1 1,-1 1-1,0-1 0,0 0 1,1 0-1,-1 0 0,0 0 1,0 0-1,1-1 0,-1 0 1,0 0-1,1 0 0,-1 0 1,1-1-1,-1 1 0,1-1 1,0 0-1,0 0 0,0 0 1,-5-4-1,4 2-228,1 1 0,-1-1 0,1 1-1,0-1 1,0 0 0,0 0 0,1 0 0,0-1 0,0 1 0,0-1 0,0 1-1,0-1 1,1 0 0,0 0 0,0 1 0,0-8 0,1 6-545,0-1 1,1 0-1,0 0 1,0 0-1,1 1 1,0-1-1,4-9 1,33-58-11161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5.1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0 181 18910,'0'-42'3768,"17"30"-280,-10-3-383,-1 0-637,1 3-1440,-4-3-1028,7 3 0,4-3 0,-4 0 0,3 3 0,14 2 0,30 4 0,-3 15 0,3 7-1852,3 5-916,74 48-3645,-67-24-12,0 6-5900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5.2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546 1 11165,'-136'135'1394,"-5"-1"2478,108-104-2951,-46 34 1459,59-50-1761,1 1 0,0 0 0,1 1 0,1 1 0,1 1 0,-23 33 1,38-50-630,0 0 1,0 0 0,1 0 0,-1 0 0,0 1 0,1-1 0,-1 0-1,1 1 1,-1-1 0,1 0 0,-1 1 0,1-1 0,0 1-1,0-1 1,0 0 0,0 1 0,0-1 0,0 1 0,0-1 0,0 1-1,1-1 1,0 2 0,-1-2-40,1 0 0,0 0 0,0-1 0,0 1 0,0 0 0,0 0 0,0-1 0,0 1 0,0-1 0,0 1 0,1-1 0,-1 1 1,0-1-1,0 0 0,0 1 0,1-1 0,-1 0 0,0 0 0,2 0 0,7 0-361,0-1 1,0 0-1,0 0 1,14-5 0,6-4-1249,-2-1 1,1-2 0,-2 0 0,30-20 0,-39 22-17,55-30-6211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5.4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88 323 10553,'-45'8'2500,"31"-7"1689,-14-13 10236,95 8-14084,1-3 0,120-30 1,-35 6-266,301-42-4537,341-63-10697,-634 105 4994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8.3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125 494 9233,'-39'23'2772,"20"-11"-371,-1-1 0,-26 10 3886,88-11-3699,-11-8-2229,0-1 0,0-2 0,0-2 0,0 0 0,39-11 0,-17 5-92,988-192 1604,-611 114-1604,-99 21-118,483-93 102,-626 128-1207,-188 32 937,0-1 1,0 0 0,0 0-1,0 0 1,0 0 0,0 0-1,0 0 1,0 0 0,0 0-1,0 0 1,0 0 0,-1 1-1,1-1 1,0 0 0,0 0-1,0 0 1,0 0 0,0 0-1,0 0 1,0 0 0,0 0 0,0 1-1,0-1 1,0 0 0,0 0-1,0 0 1,1 0 0,-1 0-1,0 0 1,0 0 0,0 0-1,0 0 1,0 1 0,0-1-1,0 0 1,0 0 0,0 0-1,0 0 1,0 0 0,0 0-1,0 0 1,0 0 0,1 0-1,-1 0 1,0 0 0,0 0-1,0 0 1,0 0 0,0 0-1,0 1 1,-2 2-169,-23 30-1041,11-21 692,0-1 0,-23 13-1,-60 35-3535,-143 62 0,119-66-1556,1-1-3342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8.5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 1 12233,'-3'4'1012,"0"0"0,0 0-1,1 0 1,-1 0 0,1 0-1,-3 8 1,3-2-195,-1 0 0,2 1 1,-2 16-1,-1 9 643,-17 160 2148,6-51-2596,1-16-1417,4 163 0,13-202-2536,4 0 1,30 148-1,-15-160-3190,6-10-3786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8.8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192 1 12977,'2'2'316,"0"0"-1,0 0 0,0 0 1,0 1-1,0-1 1,-1 1-1,1-1 0,-1 1 1,1 0-1,-1-1 1,0 1-1,0 0 0,1 5 1,8 49 1969,-6-26-720,64 231 3630,-12-55-3909,-42-149-915,41 107 0,-45-142-383,0 0-1,2 0 0,1-1 0,0-1 0,2 0 1,1-1-1,20 21 0,-28-34-25,-1 0 1,2-1-1,-1 0 1,0-1-1,1 0 0,0 0 1,1-1-1,-1 0 1,1 0-1,-1-1 0,1-1 1,19 4-1,-22-6 24,0 1-1,0-1 1,0 0 0,-1-1-1,1 1 1,0-1-1,0-1 1,-1 1-1,1-1 1,0 0-1,-1-1 1,0 1-1,0-1 1,0-1 0,0 1-1,0-1 1,0 0-1,-1 0 1,0-1-1,6-6 1,-2 0-2,0 0-1,-1-1 1,0 0-1,-1 0 1,0-1 0,-1 0-1,-1 0 1,0-1 0,0 1-1,-2-1 1,1 0 0,-2 0-1,0 0 1,-1-1-1,0 1 1,-1 0 0,-1-1-1,0 1 1,-1 0 0,0 0-1,-9-28 1,2 16-9,-1 1 0,-1-1 0,-1 1 0,-2 1 0,0 1 0,-1 0 0,-1 0 0,-2 2 0,0 0 0,-34-30-1,11 17-18,-2 1-1,-2 2 1,-1 2-1,-1 2 0,-1 2 1,-70-26-1,70 35-1850,0 1-1,-1 3 0,-95-12 1,125 22-4204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9.4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9 207 12433,'1'-6'290,"1"-1"191,0 1 1,-1-1 0,0 1-1,0-1 1,-1 0-1,0 0 1,0 1-1,0-1 1,-1 0 0,0 1-1,-4-12 1,4 14 248,0 1 0,0-1 0,1 1 0,-1-1 0,1 0 0,0-6 0,-3-13 1969,1 15-2939,2 7 486,0 1 0,0-1 0,0 1 0,1-1 0,-1 0 0,0 1 0,0-1 0,1 1 0,-1-1 1,0 0-1,1 1 0,-1-1 0,1 1 0,-1-1 0,0 1 0,1 0 0,-1-1 0,1 1 0,-1-1 0,1 1 0,0 0 1,-1-1-1,1 1 0,-1 0 0,1 0 0,1-1 0,8-9-202,-10-6-36,0 9-8,3 7 0,8 10 0,-8-7 0,141 117 0,4 3 0,152 185 0,-247-244 0,-2 2 0,-3 2 0,45 87 0,-76-122-50,-1 2 0,-2-1 0,19 73 0,-29-90-7,-2 1 0,0 1 1,0-1-1,-2 0 0,-3 28 0,-30 181-511,30-211 536,-1 0 0,0-1 0,-1 1 0,0-1 0,-2 0 1,1 0-1,-2 0 0,0-1 0,-1-1 0,0 1 0,-16 16 1,21-26 22,-16 19-24,-1 0 1,-1-2-1,-1-1 1,0-1-1,-2 0 1,0-2-1,-30 15 1,33-21 24,-1 0 1,-1-2 0,1 0-1,-1-2 1,-1 0 0,1-2-1,-1 0 1,-49 1 0,63-6 32,0 0 1,1-1-1,-1-1 1,1 1-1,-1-2 0,1 1 1,-1-2-1,1 1 1,0-1-1,1-1 1,-1 0-1,1 0 1,-13-10-1,16 10-17,0 0 1,1 0-1,0-1 0,0 0 0,1 0 1,-1 0-1,1 0 0,1-1 1,-1 0-1,1 1 0,0-1 0,1-1 1,0 1-1,0 0 0,0 0 0,1-1 1,0 1-1,0-1 0,1 1 1,1-9-1,1-10-10,2 0 1,1 0 0,1 0-1,1 1 1,1-1-1,1 2 1,15-27 0,7-9-253,65-93-1,-27 60-612,4 3-1,4 4 0,120-106 1,-60 76-2247,226-146 1,11 51-6250,-186 124 456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39.9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1151 6925,'30'5'1128,"1"-2"0,0 0 1,0-2-1,0-2 0,0 0 0,32-7 1,17-3 1728,142-41 0,-196 44-2472,0-1 0,-1-2 1,0 0-1,-1-2 0,0 0 1,-1-2-1,-1-1 0,0 0 0,24-26 1,-39 34-275,0 0 0,-1-1 0,0 0 0,0-1 0,-1 1 1,-1-1-1,1 0 0,-1 0 0,-1-1 0,0 1 0,-1-1 0,0 0 1,0 1-1,-1-1 0,-1 0 0,1 0 0,-2 0 0,0 0 1,-2-13-1,1 14-71,0-1 1,-1 1-1,0-1 1,0 1-1,-1 0 1,0 0-1,-1 1 1,0-1-1,-1 1 1,0 0 0,0 0-1,-1 1 1,0 0-1,-1 0 1,0 1-1,0-1 1,0 2-1,-1-1 1,-14-7-1,10 8-6,0 1 0,0 0 0,0 1-1,-1 1 1,0 0 0,1 1 0,-1 0 0,0 1-1,0 0 1,0 2 0,0-1 0,0 2-1,0 0 1,1 0 0,-1 1 0,0 1 0,1 0-1,-19 9 1,5 1 58,1 0 1,0 2-1,1 1 0,1 0 1,0 2-1,1 1 0,-31 36 0,18-14 94,3 1 0,2 2 0,-43 82 0,68-118-161,-12 26 54,0 1 0,3 0-1,0 1 1,3 0 0,-10 52 0,17-61-45,1 0 0,2 0 0,1 1 0,1-1 0,2 0 0,0 0 0,9 38 0,-5-43-45,0-1 1,2 0 0,1 0 0,0 0-1,2-1 1,0-1 0,1 0-1,1 0 1,1-1 0,1-1 0,1 0-1,0-1 1,32 25 0,-23-23-184,1-2 1,0-1-1,1-1 1,0-1-1,1-1 1,1-2-1,0-1 1,1-1-1,60 9 1,-43-11-75,0-3 0,1-2 0,-1-3 0,1-1 0,-1-2 1,0-2-1,0-3 0,-1-1 0,0-3 0,48-19 0,-54 16 159,-2-3-1,0-1 1,-1-1-1,-1-3 1,-1 0-1,-1-3 0,-2 0 1,0-2-1,-2-2 1,-2-1-1,36-50 1,-31 30 101,-2-1 1,-3-1-1,-2-1 1,29-90 0,-24 41 546,29-180 0,-27-179 2210,-30 388-2208,-9-157 1340,6 231-1834,0-1 0,0 1 1,0 0-1,0-1 0,-1 1 1,1 0-1,0-1 1,-1 1-1,1 0 0,-1 0 1,1-1-1,-1 1 0,0 0 1,1 0-1,-2-2 0,1 3-24,1 0 0,0 0 0,-1 0 1,1-1-1,-1 1 0,1 0 0,-1 0 0,1 0 0,0 0 0,-1 0 0,1 0 0,-1 0 0,1 0 0,0 0 0,-1 0 0,1 1 0,-1-1 0,1 0 0,-1 0 0,1 0 0,0 0 1,-1 1-1,1-1 0,0 0 0,-1 0 0,1 1 0,0-1 0,-1 0 0,1 0 0,-1 1 0,-2 3 76,0-1-1,1 1 1,-1 0 0,1-1 0,-1 1-1,1 1 1,-3 6 0,-4 24-36,0 1 1,2 0-1,2 1 0,-1 55 0,0-9-63,-34 248 0,-108 430 0,-102 19 15,115-394-127,55-124-2005,67-209 159,2 1 0,-7 104 1,17-142 1004,1 0 0,1 0 1,3 21-1,-2-31-141,-1 1 0,1 0 0,1 0 0,-1-1 0,7 12 0,-4-11-1736,0 0-1,0-1 1,13 13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0.2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42 7569,'12'-7'620,"0"1"0,0 1 0,0 0 0,1 1 1,0 0-1,0 1 0,0 0 0,0 1 0,0 0 1,1 2-1,23 0 0,5 5 524,0 1 1,56 16-1,-76-17-836,18 5 416,67 27-1,-91-31-583,-1 1-1,0 1 1,-1 1-1,1 0 0,-2 1 1,1 0-1,11 14 1,-20-20-97,-1 1 0,0-1 1,0 1-1,-1 0 0,0 1 1,1-1-1,-2 1 0,1-1 1,-1 1-1,0 0 0,0 0 1,0 0-1,-1 0 0,0 0 1,0 8-1,-1-5 0,0 0 0,-1 0 0,-1-1-1,1 1 1,-1 0 0,-1-1 0,0 1 0,0-1 0,-7 13 0,-6 5 17,-1-1 0,-1-1 0,-1 0 0,-1-1 0,-26 22 0,-7 2-43,-88 59-1,38-31-1891,45-29-3652,51-38 729,20-4-2848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0.9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90 725 9653,'-15'2'1570,"17"-1"-99,34-1 1188,5 0-256,169-3 2176,104-40-2462,-288 38-2001,0-2 0,-1-1 0,0-1 0,36-18 0,-59 27-110,-1-1 0,0 0 0,0 1 0,0-1 0,0 0 0,0 0 0,0 0 0,0 0 0,0 0-1,0 0 1,0 0 0,0 0 0,0 0 0,-1-1 0,1 1 0,-1 0 0,1 0 0,-1-1 0,1 1 0,-1 0 0,0-1-1,1 1 1,-1 0 0,0-3 0,-7-27 44,6 29-51,0 0 0,0 1 0,0-1 0,0 1 0,0 0-1,0-1 1,0 1 0,-1 0 0,1 0 0,0-1 0,-1 1 0,1 0-1,-1 0 1,0 1 0,1-1 0,-1 0 0,0 1 0,1-1 0,-1 1 0,0-1-1,0 1 1,1 0 0,-1-1 0,-3 1 0,-7-2-3,-18-2 0,-1 0 1,1 2-1,-1 1 0,0 2 0,0 1 0,1 1 1,-1 1-1,1 2 0,-40 13 0,30-6-6,0 2 1,1 2-1,1 2 0,1 1 1,0 1-1,-44 36 0,66-45 14,0 1 1,1 0-1,0 1 0,1 0 0,1 2 0,-20 29 0,28-38 2,0 1-1,0 0 1,1 0-1,0 1 1,0-1-1,1 1 1,0-1 0,0 1-1,1 0 1,0-1-1,1 1 1,-1 0-1,2 0 1,0 0-1,0 0 1,0-1-1,4 12 1,0-7 6,1 1 0,1-1-1,0 0 1,0 0 0,1-1 0,1 0 0,0-1 0,1 0 0,0 0-1,1-1 1,0 0 0,0-1 0,1 0 0,19 10 0,2-1 3,1-1 0,0-1 1,1-2-1,57 14 1,-21-12-55,1-3 0,1-3-1,-1-3 1,1-4 0,1-2 0,-1-4 0,0-3 0,-1-3 0,88-23 0,-110 19 19,0-2 0,-1-3-1,75-37 1,-102 43 0,-1 0 0,0-1 0,-1-2 0,0 0 0,-1-1-1,-1-1 1,-1 0 0,0-1 0,22-33 0,-34 43 25,0 0 0,-1 0 0,0 0 0,0-1 0,0 0 0,-1 1 0,-1-1 0,0-1 0,2-14 0,-4 19-17,0 0 1,0 0-1,0 0 0,-1 0 0,0 0 0,0 0 1,0 1-1,-1-1 0,1 0 0,-1 1 0,0-1 0,-1 1 1,1-1-1,-1 1 0,0 0 0,0 0 0,0 0 1,0 1-1,-6-5 0,-1 0-12,0 0 1,-1 1-1,0 0 1,-1 1-1,1 0 0,-1 1 1,0 0-1,0 1 1,-1 1-1,1 0 0,-1 0 1,0 1-1,1 1 1,-25 0-1,10 2-70,0 1 0,0 1 1,0 2-1,0 0 0,1 2 1,-28 11-1,36-12-177,0 1 1,1 1-1,0 0 1,0 1-1,1 1 1,0 0-1,1 2 1,0 0-1,1 0 1,0 1-1,1 1 1,0 0-1,-16 25 1,27-37 210,1 0 0,-1 0 0,1 0-1,0 0 1,-1 1 0,1-1 0,0 0 0,0 1 0,1-1 0,-1 1 0,0-1 0,1 1 0,0-1 0,-1 1 0,1-1-1,0 1 1,0-1 0,1 1 0,-1 0 0,0-1 0,1 1 0,-1-1 0,1 1 0,0-1 0,0 0 0,0 1 0,0-1-1,1 0 1,-1 0 0,0 0 0,1 1 0,0-2 0,-1 1 0,1 0 0,0 0 0,0 0 0,3 2 0,3 0 53,0 0 0,0 0 0,0-1 1,1 1-1,-1-2 0,1 1 0,0-1 0,-1-1 1,15 1-1,26 0 645,63-7 1,-55 1 67,255-24 1516,-210 13-1930,-1-3 1,102-34-1,-152 35-300,-1-2 0,-1-2 0,-1-2-1,0-2 1,63-46 0,-82 48 103,-1-1 0,-2-2 0,-1 0 0,-1-2 0,-1-1 0,-1 0 0,-2-2 0,-1 0-1,-1-2 1,-2 0 0,-1 0 0,12-46 0,71-271 6092,-88 373-4276,-6-6-1823,-1 1-1,0 0 1,-1-1 0,-2 1-1,1 0 1,-4 21 0,-19 115 201,10-88-259,-17 96-193,-18 143-1342,21-88-8453,24-157 2981,13-10-4203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1.0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19 16458,'-27'3'3244,"47"-12"68,27 0-348,3 6-643,4 3-481,13 3-336,17 3-512,10 0-860,6 0-500,17 3-1028,14 0-544,3-6-813,-10 0-1223,6 3-2617,4 6-6164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3.5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1519 253 11365,'9'-31'1044,"-4"17"-17,-1 1 1,-1-1-1,3-23 0,-6 33-740,-1 1 0,1-1 0,-1 0 0,1 1 0,-1-1 0,0 0 1,-1 1-1,1-1 0,0 1 0,-1 0 0,0-1 0,0 1 0,0 0 0,0 0 0,-1 0 0,1 0 0,-1 1 0,1-1 0,-1 1 0,0-1 0,-5-2 0,-3-3 282,-1 1 0,1 0 0,-1 1 0,0 0 0,-14-4 0,3 3-140,0 2-1,0 0 1,-1 1-1,1 1 1,-1 1-1,0 2 1,0 0-1,-35 6 1,5 3 140,1 2 1,-86 30-1,92-23-444,0 2 0,2 3-1,0 1 1,-54 39 0,28-11 40,-106 103 1,132-110-166,2 2 0,2 2 0,2 2 0,2 2 0,3 1 0,2 1 0,-36 88 0,56-110-78,0 0 1,3 1-1,-10 54 0,17-76 42,1 0 0,0 0 0,1 0-1,0 0 1,0 0 0,2 0 0,-1 0-1,2 0 1,-1 0 0,2-1 0,-1 1-1,2-1 1,10 20 0,-10-24-9,0 0 0,1-1 1,0 1-1,0-1 0,1-1 1,0 1-1,0-1 0,0 0 0,0-1 1,1 0-1,0 0 0,0 0 1,0-1-1,0 0 0,0-1 0,1 0 1,-1 0-1,1-1 0,14 1 1,9-1-34,-1-2 1,0-1 0,0-1 0,38-9 0,-9-3 37,0-2 1,-1-3-1,93-43 0,161-106 1273,-228 120-527,-1 0-473,77-41-148,-158 89-85,-1 0 0,1 0 0,-1 1 0,1-1 0,-1 1 0,1-1 0,-1 1 0,1 0 0,0 0 0,-1 0 0,1 0 0,-1 0 0,1 0 0,-1 1 0,1 0 0,0-1 0,-1 1 0,0 0 0,1 0 0,-1 0 0,0 1 0,1-1 0,-1 0 0,0 1 0,0-1 0,2 3 0,0 0 0,-1-1 0,0 1 0,0-1 0,0 1 0,0 0 0,-1 0 0,0 0 0,1 1 0,-1-1 0,-1 0 0,1 1 0,-1 0 0,1 5 0,0 16 9,-2 0-1,0 1 1,-2-1-1,-7 31 1,0 22-351,3 109-6060,6-174 4961,0 0-1,1-1 1,1 1-1,0 0 1,1 0-1,0-1 1,8 20-1,14 24-10108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4.0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176 2093 12025,'-25'-3'922,"19"2"-428,-1 1-1,0-1 1,1 0 0,-1 0 0,1 0 0,0-1 0,-1 0 0,1-1 0,0 1 0,0-1 0,0 0 0,1-1-1,-1 1 1,1-1 0,-9-8 0,8 5 44,2 4-283,1 0 0,0-1 0,-1 0 0,1 0 0,1 0 0,-1 0 0,1 0 0,-1 0 0,1-1 0,0 1 0,1-1 0,-1 0 0,1 1 0,0-1 0,0 0-1,0 0 1,1-7 0,2 0 93,0-1 0,1 1 0,1-1 0,0 1 0,0 0 0,1 1 0,13-21 0,55-75 1091,-72 105-1407,333-410 1183,108-152 106,-95-36-1321,-285 486 0,-59 109 0,0-1 0,1 0 0,0 1 0,9-10 0,-13 15 0,0-1 0,1 1 0,-1 0 0,0 0 0,0 0 0,1 0 0,-1 0 0,0-1 0,0 1 0,1 0 0,-1 0 0,0 0 0,1 0 0,-1 0 0,0 0 0,0 0 0,1 0 0,-1 0 0,0 0 0,1 0 0,-1 0 0,0 0 0,1 0 0,-1 0 0,0 1 0,0-1 0,1 0 0,-1 0 0,0 0 0,0 0 0,1 0 0,-1 1 0,8 11 0,3 16 0,-1-1 0,-1 2 0,5 31 0,0-1 0,55 197 0,23 91 0,-26 3 0,-59-294 0,-2 0 0,-3 0 0,-2 0 0,-3-1 0,-19 105 0,15-127 0,-2 0 0,-2-1 0,-1 0 0,-1-1 0,-1 0 0,-2-1 0,-1-1 0,-2 0 0,0-1 0,-44 45 0,30-40-521,-2-1 0,-2-2-1,-41 26 1,50-38-193,-1-1 0,-1-1 0,0-2 0,-60 20 0,84-33-99,1 1 0,-1-1 0,0 0 0,0 0 0,-11-1 0,-11-3-5487,27 3 6086,-38-6-12522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4.5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236 1552 10449,'45'38'1639,"-42"-35"-1428,0-1 0,1-1 0,-1 1 0,1 0 0,-1-1 0,1 0 1,0 0-1,-1 0 0,1 0 0,0 0 0,0-1 0,-1 0 0,1 1 0,6-2 0,10 1 782,24 5 62,1-2-1,0-2 0,58-7 1,-59 1-672,0-2 0,72-21 1,-105 25-346,-1-1 0,1 0 0,-1-1-1,0 0 1,0-1 0,0 1 0,-1-2 0,0 0 0,0 0 0,0 0-1,-1-1 1,0-1 0,-1 1 0,0-1 0,12-19 0,-18 25-26,1 0 1,-1 1-1,0-1 1,0 0-1,0 0 1,0 0 0,0 0-1,-1 1 1,1-1-1,-1 0 1,0 0-1,0 0 1,0 0-1,0 0 1,-1 0-1,1 0 1,-1 0 0,1 0-1,-1 0 1,0 0-1,0 0 1,-1 0-1,1 1 1,0-1-1,-1 1 1,0-1-1,0 1 1,1-1 0,-2 1-1,1 0 1,0 0-1,0 0 1,-5-3-1,1 1 33,-1 0-1,0 0 0,-1 1 1,1 0-1,-1 0 1,1 1-1,-1 0 0,0 0 1,0 1-1,1 0 0,-1 0 1,-10 1-1,-5 1 187,0 2 1,1 1-1,-1 1 0,1 1 0,0 1 0,0 1 1,1 0-1,0 2 0,1 0 0,-37 26 0,5 2 370,3 2-1,-76 78 0,80-71-251,2 2 0,3 2 0,-38 61 1,60-82-208,1 1 0,1 0 1,2 2-1,1-1 1,2 1-1,1 1 1,-8 49-1,16-69-106,0 0 0,2 0 0,0 0 0,0 0 0,1 0 0,1 0 0,0 0 0,1-1 0,5 15 0,-4-19-21,0 1-1,1-1 1,0 1-1,0-2 1,1 1-1,0 0 1,0-1-1,1 0 1,0-1-1,1 0 1,0 0-1,16 11 1,-6-8-31,0 0 1,1-1-1,0-1 0,0-1 1,1-1-1,0 0 1,0-2-1,0 0 0,1-1 1,0-1-1,-1-1 0,38-3 1,-13-2-78,-1-3 1,1-1-1,-1-2 0,79-29 1,-45 6-134,-1-3 0,-3-3 1,-1-3-1,-2-4 0,86-71 1,-63 36 7,-4-5 0,158-190 0,-163 162 240,-5-4 0,-5-3 1,111-246-1,-112 184 894,-8-3 0,52-237 0,-111 391-515,-1 1 0,5-65-1,-11 95-383,0 0 0,0-1 0,0 1 0,0 0 0,0-1 0,0 1 0,0 0 0,-1-1-1,1 1 1,0 0 0,-1-1 0,1 1 0,-1 0 0,1 0 0,-1 0 0,0-1 0,0 1 0,-1-2-1,1 3-6,1 0-1,-1 0 1,0-1-1,1 1 0,-1 0 1,0 0-1,1 0 1,-1 0-1,0 0 0,0 0 1,1 0-1,-1 0 1,0 0-1,1 1 0,-1-1 1,0 0-1,1 0 0,-1 1 1,0-1-1,1 0 1,-1 1-1,1-1 0,-1 0 1,0 2-1,-5 2 23,1 1 0,0 0 1,0 0-1,0 1 0,-6 9 0,-26 49-32,3 2 0,-34 93 0,66-153 0,-60 166 0,-62 278 0,38 28 93,74-363-248,5 0 1,10 138-1,0-208-1329,2 0 0,13 49-1,-12-69-1984,2-1 0,19 41 0,9 2-11083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4.6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47 121 15365,'-47'-21'9001,"81"6"-7621,29 0-348,18 5-223,29 4-561,38 3-849,33 0-363,13-6-960,14-3-920,13 0-3513,3-3-5804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5.5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167 990 14989,'-16'-28'2980,"15"28"-2738,1-1 0,-1 0 1,0 1-1,1-1 0,-1 0 0,0 1 0,1-1 0,-1 1 1,0-1-1,0 1 0,1-1 0,-1 1 0,0 0 0,0-1 1,0 1-1,0 0 0,0 0 0,-21 0 1640,20 0-1167,2 0-594,-1 1-1,0-1 1,1 1-1,-1-1 1,0 1 0,1-1-1,-1 1 1,1 0 0,-1-1-1,1 1 1,0-1-1,-1 1 1,1 0 0,0 0-1,-1-1 1,1 1 0,0 0-1,0 0 1,0-1-1,-1 1 1,1 0 0,0 0-1,0 1 1,0 1 279,-39 210 3033,17-86-2319,5-18-1114,3 2 0,6-1 0,5 1 0,4 0 0,5-1 0,5 1 0,28 117 0,-31-195-298,1 0 1,2 0-1,1-1 1,1-1-1,23 38 1,-28-55 114,1 0-1,1-1 1,0 1 0,1-2-1,0 0 1,1 0 0,0-1-1,1 0 1,0-1 0,1-1-1,0 0 1,26 12 0,-35-19 64,0 0 1,1 0-1,-1-1 1,0 1-1,1-1 1,-1 0-1,1 0 1,-1-1-1,1 0 1,-1 0-1,1 0 1,-1-1-1,0 0 1,1 0 0,-1 0-1,1 0 1,-1-1-1,0 0 1,0 0-1,0-1 1,0 1-1,0-1 1,-1 0-1,1 0 1,-1-1-1,5-4 1,-2 0-14,0 0 0,-1 0 0,0-1 0,0 0 0,-1 0 0,0 0 0,0-1 0,-1 0 0,-1 0 0,1 0 0,-2 0 0,4-20 0,-4 1-30,0 0 0,-2 0 0,-1-1 0,-1 1 0,-13-55 0,-49-143-191,45 169 329,-31-97 89,-59-198 220,84 254-106,-21-163-1,43 226-158,1 0-1,1-1 1,3 1 0,1 0-1,1 0 1,18-68-1,-13 76 1,1 0-1,1 1 0,1 0 1,1 1-1,2 1 0,0 0 1,2 1-1,1 0 0,23-23 1,-4 12-28,2 1 0,2 3 0,0 0-1,2 3 1,1 2 0,2 1 0,77-29 0,26 0 40,176-38-1,323-46 103,-630 135 36,1 0 0,-1 2 0,0 0-1,31 2 1,-44 0-97,-1-1 0,0 1 0,1 0-1,-1 0 1,0 0 0,0 1-1,1-1 1,-1 1 0,0 0 0,-1 0-1,1 0 1,0 1 0,-1 0-1,1-1 1,-1 1 0,0 0 0,0 1-1,0-1 1,0 0 0,0 1-1,-1 0 1,0 0 0,0-1 0,3 9-1,-1-1 89,-2 0 0,1 0 0,-2 0 0,1 0 0,-2 1 0,0 21 0,-14 74 653,7-67-514,-206 940 3436,109-555-3169,-120 799-503,190-921-68,14 1-1,21 328 1,27-348 16,-17-219-32,2-1 0,29 79 0,-36-125-90,1 0-1,1-1 1,1 0 0,1-1 0,0 0-1,1 0 1,16 17 0,-23-29 32,0 0 1,0 0-1,1 0 0,-1-1 1,1 0-1,0 0 1,0 0-1,0 0 0,0-1 1,1 0-1,-1 0 1,7 2-1,-7-4-5,-1 0 0,0 1 0,1-1 0,-1-1 0,1 1 1,-1-1-1,0 0 0,0 0 0,1 0 0,-1 0 0,0-1 0,0 0 0,0 0 0,0 0 0,0 0 0,-1 0 1,1-1-1,3-3 0,-2 1-34,1-1 0,-2 1 0,1-1 0,-1 0 0,0 0 0,0 0 0,0 0 0,-1-1 0,0 0 0,0 0 0,-1 0 0,0 0 0,0 0 0,-1 0-1,1 0 1,-2-1 0,1 1 0,-1 0 0,-1-15 0,-1 2-12,-1 0 1,-1 0-1,0 1 0,-2-1 0,0 1 0,-11-23 0,2 11 10,-3 1 0,0 0-1,-2 1 1,-1 1 0,-1 1 0,-40-37 0,-169-129-34,191 162 200,-152-114 446,35 29 304,-160-154 0,288 241-695,1-1-1,2 0 1,1-2-1,1-2 1,2 0-1,1-1 1,-31-73-1,45 88-138,1 0 1,0 0-1,1 0 1,2-1-1,0 0 1,1 1-1,1-1 0,0 0 1,2 0-1,1 0 1,0 0-1,2 1 0,0-1 1,2 1-1,0 0 1,1 0-1,11-21 0,-3 14-156,1 1 0,1 0 0,1 2 0,2 0 0,0 1 0,1 1 0,2 1 0,33-26 0,-2 9-494,0 2-1,114-54 0,259-75-2790,18 36-2238,-271 81 1427,-7 2-2754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6.1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227 9 15649,'-6'-1'397,"-16"-4"1803,20 3-891,11 1 290,-5 1 690,-4 5 22,2 12-1799,-2-1 0,0 1 0,-1 0 0,-1-1-1,-5 23 1,-27 88 2786,15-64-2654,-23 83-758,14-59-532,5 1 0,-22 164 0,35-36-5536,14-72-3806,0-70-1573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6.3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0 251 13321,'10'-108'2036,"4"99"-311,-4-16-289,0-2-156,3 6-388,11-9-200,-14 21-344,16-3-384,25 3-548,-4 21-732,13 12-576,-3 12-581,3 10-2011,10 11-3477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6.7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1044 10309,'144'-190'10315,"-125"166"-9386,1 1-1,1 0 1,1 2-1,0 0 1,28-17 0,-21 17-531,2 1 1,0 2-1,1 2 0,0 0 1,1 2-1,1 2 0,38-9 1,-50 16-322,0 1 1,0 2-1,0 0 1,0 1-1,0 1 0,0 1 1,0 1-1,0 1 1,-1 1-1,1 1 1,-1 0-1,0 2 1,0 1-1,-1 0 1,0 1-1,0 2 1,-1 0-1,-1 1 0,0 0 1,0 2-1,17 17 1,-6-3-5,-1 1 0,41 55 0,-44-43-263,-1 0 0,36 90-1,-50-111-118,22 34-1,-29-49 285,-3-5 22,0 0 1,0 0 0,0 0-1,0 1 1,0-1 0,0 0-1,0 0 1,1 0 0,-1 0-1,0 0 1,0 1 0,0-1-1,0 0 1,0 0 0,0 0-1,1 0 1,-1 0 0,0 0-1,0 0 1,0 1 0,0-1-1,1 0 1,-1 0 0,0 0-1,0 0 1,0 0 0,1 0-1,-1 0 1,0 0 0,0 0-1,0 0 1,1 0-1,-1 0 1,0 0 0,0 0-1,0 0 1,0 0 0,1 0-1,-1 0 1,0-1 0,0 1-1,1 0 1,6-2-13,0 0-1,1 0 1,-1-1-1,0 0 1,0 0-1,-1-1 1,1 0-1,-1 0 1,1-1 0,-2 0-1,1 0 1,0 0-1,-1-1 1,0 1-1,0-1 1,7-12-1,236-384 81,22-54 1563,-268 454-1615,22-33 347,34-39 0,-51 66-316,0 0 0,1 1 0,-1 0 0,1 0 0,1 1 1,0 0-1,-1 0 0,2 1 0,-1 1 0,16-7 0,-20 10-41,0 0 1,0 0 0,0 1-1,1 0 1,-1 0 0,0 0-1,0 0 1,1 1 0,-1 0 0,0 0-1,0 0 1,0 1 0,0-1-1,0 1 1,0 1 0,-1-1-1,1 0 1,-1 1 0,1 0-1,-1 0 1,0 1 0,0-1 0,-1 1-1,1 0 1,-1 0 0,4 5-1,5 8 2,0 0 0,-2 1 0,0 0 0,-1 0 0,9 27 0,-9-15-5,0 1 0,-2 0 0,-2 1 0,0-1 0,-2 1 0,-2 0 0,-1 0 0,-1 0 0,-8 44 0,1-29 0,-2 0 0,-3 0 0,-1-2 0,-3 1 0,-35 69 0,24-66-320,-1-2-1,-3-1 1,-2-2 0,-1-1-1,-80 74 1,58-68-382,-2-2 0,-2-3 1,-124 68-1,77-62-1902,95-45 1791,0-1-1,-1 0 0,1-1 1,-1-1-1,1 0 0,-16 0 0,27-2 280,-1 0 0,1 0 0,0 0 0,0 0-1,-1 0 1,1-1 0,0 0 0,0 1 0,0-1-1,0 0 1,-3-1 0,-12-14-9810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6.9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421 1 13669,'0'0'3837,"-3"2"-1796,-7 9-1157,1-1-1,0 1 0,0 1 1,1 0-1,1 0 0,0 1 1,-8 20-1,-34 104 2078,39-104-2303,-59 226 1499,40-137-1780,-33 135-377,12 3 0,-18 288 0,61-316-3822,10-150-471,3-1-1,21 102 0,-10-106-8786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7.1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24 217 14441,'-24'-36'2377,"45"21"-21,-5 0-264,18-3-236,36-6-332,14 9-304,26-4-324,31 7-628,30 6-824,20 3-320,16-3-676,4-3-744,11-6-352,-1 3-3041,0 0-4740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7.9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1 374 11353,'0'0'1992,"0"-3"-30,0-1-1081,0-1-1,0 0 0,1 1 0,0-1 0,-1 1 0,4-8 0,-4 11-757,1-1-1,-1 1 0,1 0 0,0 0 0,-1 0 0,1 0 0,0 0 0,0 0 1,-1 0-1,1 0 0,0 0 0,0 0 0,0 1 0,0-1 0,0 0 0,0 1 1,1-1-1,-1 0 0,0 1 0,0 0 0,0-1 0,0 1 0,1 0 0,-1-1 0,0 1 1,0 0-1,1 0 0,-1 0 0,0 0 0,1 0 0,1 1 0,11 2 178,0 1 1,0 0-1,-1 1 0,1 1 0,-1 0 0,0 0 0,13 10 0,85 65 650,-102-74-877,41 33 239,-2 1-1,71 82 1,-101-102-288,-1 0 0,-1 2-1,-1 0 1,-1 0 0,-1 2 0,-1 0 0,-2 0 0,14 47-1,-20-56-61,-2-1-1,1 1 1,-2 0-1,0 0 1,-2 0-1,1 0 0,-2 0 1,0 0-1,-1 0 1,0-1-1,-1 1 1,-1-1-1,-9 19 1,6-18-4,-1 0 0,0-1 0,-1 0 0,-1 0 0,0-1 0,-1-1 0,-1 0 0,0-1 0,-1 0 0,0-1 1,-23 15-1,22-17 32,-47 26-93,58-33 104,0 0 1,0 0-1,-1 0 1,1-1-1,-1 0 1,1 0-1,0 0 1,-1 0-1,1-1 1,-1 0-1,0 0 1,-4 0-1,7-1 3,1 1 0,0-1 0,-1 1 0,1-1 1,0 1-1,-1-1 0,1 0 0,0 0 0,0 0 0,0 0 0,0 0 0,0 0 0,0 0 0,0 0 0,0 0 0,1 0 0,-1 0 0,0-1 0,0 1 0,1 0 0,-1-1 0,1 1 0,0 0 0,-1-1 0,1 1 1,0-1-1,0 1 0,0 0 0,0-1 0,0 1 0,0-1 0,0 1 0,0 0 0,0-1 0,1 1 0,-1-1 0,1 1 0,0-3 0,2-5 1,1-1-1,-1 1 1,10-17-1,1 3-11,1 2 1,1 0-1,0 0 0,2 2 0,25-24 0,107-77-833,-127 103 635,232-181-2582,348-350 0,-534 478 2618,103-112 288,-171 180 57,-2 2-135,0 0-1,-1 1 0,1-1 0,0 0 1,0 1-1,-1-1 0,1 1 0,0 0 1,0-1-1,0 1 0,-1 0 0,-1 2 1,0 0 62,-7 4 54,1 1-1,1 0 0,0 1 1,0 0-1,1 0 1,-8 13-1,-38 70 592,24-37-394,1-7-148,3 2 0,2 1 0,2 1 0,3 0 0,1 2 0,-16 105-1,26-114-149,2 1-1,2 1 0,2-1 1,11 92-1,-7-120-132,1 0 0,1 0-1,1-1 1,0 1 0,1-1 0,15 25-1,-15-30-21,1-1-1,0 0 1,1-1-1,0 0 0,1 0 1,0-1-1,0-1 0,1 1 1,0-2-1,13 8 0,-16-11 54,0 0-1,1 0 0,0-1 1,0 0-1,0 0 0,0-1 1,0 0-1,0-1 0,0 0 1,1 0-1,-1-1 1,16-2-1,-12 0 3,0-1-1,1 0 1,-1-1 0,-1-1 0,1 0-1,-1 0 1,23-15 0,-8 2 39,-1-2 1,-1-1-1,-1-1 0,-1-1 1,-1-2-1,28-37 1,177-270 3414,-227 332-3392,0-1 0,0 0 1,1 1-1,-1-1 0,0 0 1,1 1-1,-1-1 0,0 1 0,1-1 1,-1 0-1,1 1 0,-1-1 1,1 1-1,-1-1 0,1 1 0,-1 0 1,1-1-1,-1 1 0,1 0 0,0-1 1,-1 1-1,1 0 0,0-1 1,-1 1-1,1 0 0,0 0 0,-1 0 1,1 0-1,0 0 0,-1 0 1,1 0-1,0 0 0,-1 0 0,1 0 1,0 0-1,0 0 0,-1 0 0,1 1 1,-1-1-1,1 0 0,0 1 1,-1-1-1,1 0 0,0 1 0,-1-1 1,1 1-1,-1-1 0,1 0 1,-1 1-1,1-1 0,-1 1 0,0 0 1,1-1-1,-1 1 0,1-1 0,-1 2 1,2 1 4,0 1 0,0-1 0,-1 1 0,1 0 1,-1 0-1,0 0 0,0 0 0,0-1 0,0 6 0,0 10 98,6 148-1186,5 1-3637,-10-116 2194,-2-35-409,1 0 0,5 27 0,6-7-6245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8.3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341 1 12961,'-5'1'1975,"-7"1"-1382,-1 1-1,0 1 1,1 0-1,0 1 1,0 0-1,0 1 1,1 0 0,-1 1-1,1 0 1,1 1-1,0 0 1,0 1-1,0 0 1,1 0 0,1 1-1,-1 0 1,-11 20-1,-1 8-278,2 1 0,2 1 0,2 0-1,1 1 1,3 0 0,1 1 0,1 1 0,3 0-1,2 0 1,1 70 0,4-84-612,2-1 1,1 1-1,1-1 0,2 0 1,0-1-1,2 1 0,17 35 1,-18-45-119,1-1 1,1 0 0,0 0 0,1-1-1,1-1 1,1 1 0,0-2 0,1 0 0,0-1-1,1 0 1,27 17 0,-34-25 95,1-1 1,0 0-1,0-1 0,0 0 0,0 0 1,0 0-1,1-2 0,0 1 1,-1-1-1,18 0 0,-11-2-111,0-1 1,0 0-1,0-1 0,0-1 0,28-11 1,-6-2-71,0-2 1,-2-1-1,0-2 1,36-30 0,-22 12 311,-2-3 1,43-50-1,60-83 502,228-309 4231,-362 463-3726,0 1 0,28-27-1,-44 48-744,-1 1-1,1-1 0,0 0 1,-1 0-1,1 1 0,-1-1 1,1 0-1,-1 1 1,1-1-1,-1 1 0,1-1 1,-1 1-1,1-1 1,-1 1-1,0-1 0,1 1 1,-1-1-1,0 1 0,1-1 1,-1 1-1,0 0 1,0-1-1,0 1 0,1-1 1,-1 1-1,0 0 1,0-1-1,0 1 0,0 0 1,0 9 217,0 1 1,-1-1-1,0 0 1,-1 0-1,0 0 1,0 0-1,-1-1 1,0 1-1,-1 0 1,-7 12-1,-5 19 430,-72 227 2165,38-107-1855,27-87-762,4 1-1,4 1 0,-10 110 1,25-173-417,-1 0 1,2 0 0,0 0-1,1 0 1,0 0-1,1 0 1,7 22-1,-7-27-202,0 0-1,1 0 0,0-1 1,0 1-1,1-1 0,0 0 0,0 0 1,1-1-1,0 1 0,0-1 0,0 0 1,10 6-1,-10-10-395,1 1 1,-1-1-1,1 0 0,0 0 1,-1-1-1,1 0 0,0 0 1,0-1-1,0 0 0,0 0 1,0-1-1,0 1 0,12-4 1,-6 2-1151,43-9-7912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8.5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71 6873,'24'3'347,"11"1"445,0-1 0,1-1 1,46-5-1,568-65 9599,-638 67-10279,32-4 446,-1 1 1,1 3-1,78 7 1,-109-4-413,0 0 1,0 2 0,-1-1 0,1 2-1,-1-1 1,0 2 0,14 8-1,-18-9-43,-1 0-1,0 1 0,0 0 0,0 0 0,-1 1 0,1-1 0,-2 2 0,1-1 0,-1 1 0,0-1 0,6 14 0,-5-5-222,0 1-1,0-1 0,-2 1 0,0 0 1,-1 1-1,-1-1 0,0 0 1,-1 1-1,-1-1 0,-1 1 0,-1-1 1,0 1-1,-1-1 0,-6 18 1,-3 10-1457,6-21-1980,-18 44-1,17-52-1216,3 4-2490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8.7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75 11017,'27'-39'1776,"-17"27"-268,0 3-280,0-3 1105,14 9-1885,9 9-300,-13 15-604,0 0-656,4 6-389,-11-9-775,-3 16-1532,7 23-2513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9.4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26 337 10693,'-4'23'2467,"0"0"1,-13 36-1,17-56-2141,0 0-1,0 0 1,0-1 0,1 1-1,-1 0 1,1-1 0,0 1-1,0 0 1,0-1 0,0 1 0,0-1-1,3 4 1,-2-1 228,2 2-312,1 0 0,0 0 0,1 0 0,0-1 0,0 1 1,0-1-1,0-1 0,1 1 0,0-1 0,0 0 0,1-1 0,0 1 0,-1-2 0,1 1 0,0-1 0,1 0 0,8 1 0,8 3 30,1-2 1,0-1-1,0-1 0,37 0 1,-48-3-217,1-1 0,-1 0-1,0-1 1,0-1 0,0-1 0,0 0-1,0 0 1,-1-2 0,0 0 0,0 0 0,0-1-1,15-12 1,-13 7-148,0-1-1,-2 0 1,0-1-1,0-1 1,-1 0 0,-1-1-1,-1 0 1,19-36-1,36-84-1626,16-33-1616,-78 163 2965,0 0-1,0 0 0,0 1 0,0 0 0,7-6 0,-9 9-646,-18-10-2410,16 11 3408,-1 1 0,0-1-1,0 0 1,0 0 0,1 0 0,-1 1-1,0-1 1,0 1 0,0-1 0,0 1-1,0-1 1,0 1 0,0-1 0,0 1-1,0 0 1,-1 0 0,1-1 0,0 1-1,0 0 1,0 0 0,0 0 0,0 0-1,0 0 1,0 0 0,-3 1-1,-10 1 982,19-5 1473,26 0-869,-19 4-1461,1 1 1,0 1-1,-1 0 1,1 1-1,-1 0 1,0 1-1,0 0 0,-1 1 1,14 8-1,-3 1 5,0 1 0,-1 1 0,27 28 0,-42-38-99,-1 1-1,0-1 1,0 1 0,0 0-1,-1 0 1,0 1-1,-1-1 1,0 1 0,0 0-1,-1 0 1,0 0-1,0 0 1,-1 0 0,0 0-1,-1 0 1,0 0-1,-1 0 1,1 1 0,-2-1-1,1 0 1,-4 9-1,-38 67-119,42-83 94,25-18-1,-5 6 28,0 0 0,0 1-1,0 1 1,1 1 0,1 0 0,25-4 0,-11 5 62,1 1-1,-1 1 1,1 2 0,37 3-1,-69-1-30,1 0 0,-1-1 0,0 0 0,1 0 0,-1 0 0,0 0 0,0-1 0,0 0 0,0 0 0,0 0 0,5-3 0,0 0 18,-6 3-33,0 1 1,-1-1 0,1 0-1,-1 0 1,1 0-1,-1 0 1,0 0 0,0-1-1,0 1 1,0 0-1,0-1 1,0 0 0,-1 1-1,1-1 1,1-5-1,0-2 289,0 0 0,-1 0 0,1-13 0,0 9 141,-3 10 56,-3-16 383,3 19-879,0 0-1,0 1 0,0-1 1,0 0-1,-1 1 0,1-1 1,0 1-1,0-1 1,0 0-1,1 1 0,-1-1 1,0 0-1,0 1 1,0-1-1,0 0 0,1 1 1,-1-1-1,0 1 0,0-1 1,1 1-1,0-2 1,8 7 418,9 26-47,-16-22-355,0 0 0,-1 0 0,0 0 0,-1 0 0,0 0 0,0 0 0,-1 1 0,0-1 0,-3 9 0,-3 11 14,-16 40 0,4-4-824,16-50 281,-1-1 0,0 1-1,-1-1 1,-1 0 0,-8 15 0,1-8-703,-34 62-3777,22-24-2366,14-17-1501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2:49.5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47 172 10721,'7'-45'2412,"-17"36"-300,3-3-27,0-3 275,-13-6 1656,10 12-452,10-6-3147,3-7-938,14 10-2251,0 0 56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33.7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95 947 7069,'-27'12'22344,"11"-2"-21146,11-6-1025,0 2 0,1-1-1,0 0 1,0 1 0,0 0-1,1 0 1,-1 0 0,1 0-1,1 1 1,-1-1-1,-1 10 1,-1-4-89,5-10-84,-1 0 0,1 0 0,-1 1 0,1-1 0,0 0 0,0 0 0,0 0 0,0 1 0,0-1 0,1 0 0,-1 0 0,1 0 0,-1 1 0,1-1 0,0 0 0,0 0 0,0 0 0,0 0 0,0 0 0,0-1 0,0 1 0,1 0 0,-1 0 0,3 1 0,-1 0 0,0 0 0,0 0 0,1-1 0,-1 1 0,1-1 0,-1 0 0,1 0 0,0 0 0,0-1 0,0 1 0,0-1 0,8 1 0,13 0 0,0-2 0,1-1 0,-1-1 0,0-1 0,0-2 0,34-9 0,6-1 0,592-150 0,-5-36 0,-552 169 0,1761-646 0,-1801 654 0,-46 22 0,-21 10 0,-21 14 0,27-21 0,-7 5-209,1-2-1005,0 1 1,1 1-1,0-1 1,0 1-1,-8 10 1,13-15 949,0 1 1,0-1-1,1 0 0,-1 0 0,1 1 1,-1-1-1,1 0 0,-1 1 1,1-1-1,0 0 0,0 1 0,0-1 1,0 0-1,0 1 0,0-1 1,0 0-1,0 1 0,0-1 1,1 1-1,-1-1 0,0 0 0,1 1 1,-1-1-1,1 0 0,0 0 1,-1 0-1,1 1 0,0-1 0,0 0 1,0 0-1,-1 0 0,1 0 1,0 0-1,1 0 0,-1 0 0,0-1 1,0 1-1,0 0 0,2 0 1,15 11-11482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34.1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77 567 11549,'-2'-1'296,"-1"-1"-1,1 0 1,-1-1 0,1 1-1,0 0 1,0-1 0,0 1-1,0-1 1,0 1-1,0-1 1,1 0 0,-1 0-1,1 0 1,0 0 0,0 0-1,0 0 1,0 0 0,1 0-1,-1-4 1,-6-19 1454,-10-8 3076,0-3 913,14 1-3807,7 24-1177,-3 12-745,-1 0 1,1 0-1,0 0 1,-1 0-1,1 0 1,-1 0-1,1 0 0,-1 1 1,1-1-1,-1 0 1,1 0-1,-1 0 1,0 1-1,1-1 1,-1 0-1,1 1 1,-1-1-1,1 0 0,-1 1 1,0-1-1,1 1 1,-1-1-1,0 1 1,0-1-1,1 0 1,-1 1-1,0-1 1,0 1-1,20 32-10,-1 0 0,24 63 0,-21-46 0,185 492 0,-133-332 0,-59-166 0,2 0 0,2-1 0,2 0 0,36 53 0,-53-89 0,1-1 0,0-1 0,0 1 0,1-1 0,-1 0 0,1 0 0,0 0 0,1-1 0,-1 0 0,1 0 0,-1-1 0,1 0 0,0 0 0,1 0 0,-1-1 0,0 0 0,1-1 0,-1 1 0,1-1 0,-1-1 0,1 1 0,-1-2 0,1 1 0,0-1 0,-1 0 0,1 0 0,-1-1 0,10-3 0,1-1 0,-1-2 0,1 0 0,-1-1 0,-1 0 0,1-1 0,-2-1 0,1-1 0,-2 0 0,0-1 0,18-20 0,6-14 0,-3-1 0,-2-2 0,49-95 0,54-175 0,-28 11-126,-6 13-677,-73 221-840,9-23-1849,-3 3-3519,-19 59 535,5 13-3756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34.5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617 1 12497,'-5'0'530,"1"0"-1,-1 1 1,0 0-1,1 0 1,0 0-1,-5 2 1,-28 6 2454,20-8-2237,1 2 1,0 0-1,1 0 0,-1 2 1,1 0-1,0 0 0,0 2 1,0 0-1,-22 14 1,18-8-298,2 1 0,-1 1 1,2 1-1,0 0 0,0 1 1,-15 22-1,2 6-187,2 2 0,1 0 0,3 2-1,2 1 1,-16 54 0,30-82-255,-52 186 66,58-204-59,0 0 0,0 0 0,0-1 0,1 1 0,0 0 0,0 0 0,0-1 0,0 1 0,0 0 0,1 0 0,-1 0 0,1-1 0,0 1 0,1-1 0,-1 1 0,0 0 0,3 2 0,-2-4 9,0-1 1,-1 1-1,1-1 0,0 0 0,0 0 1,1 0-1,-1 0 0,0 0 1,0 0-1,0-1 0,1 1 1,-1-1-1,0 0 0,0 1 1,1-1-1,-1 0 0,0 0 1,1 0-1,-1-1 0,0 1 0,1-1 1,-1 1-1,0-1 0,0 0 1,3-1-1,5-1 15,1-2 1,-1 0 0,1 0-1,-2 0 1,1-1-1,14-12 1,53-51 73,-68 60-111,238-208-2,-235 207 0,1 1 0,0 0 0,17-8 0,-27 16 0,0 0 0,0 0 0,1 0 0,-1 1 0,0-1 0,0 1 0,1 0 0,-1 0 0,0 0 0,0 0 0,1 1 0,-1-1 0,0 1 0,0 0 0,0 0 0,1 0 0,-1 0 0,5 4 0,-1-2 0,-1 1 0,0 0 0,0 1 0,0-1 0,0 1 0,-1 0 0,6 7 0,6 12-557,-1 1 0,0 0-1,11 29 1,10 16-1303,-22-43-1453,31 39 0,-39-57 1560,1 0 1,1 0-1,-1-1 0,14 9 0,22 9-8551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34.8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 97 14717,'1'-3'339,"-1"0"1,1 0-1,-1 0 0,0 0 0,1-1 0,-1 1 0,-1 0 0,1 0 1,0 0-1,-1 0 0,0 0 0,1 0 0,-1 0 0,-1 0 0,1 0 1,0 0-1,-1 1 0,1-1 0,-1 0 0,0 1 0,0-1 0,0 1 1,-3-4-1,5 5-55,1 0 0,0 0 0,0-1 1,0 1-1,0 0 0,0 0 0,1 0 1,-1 1-1,0-1 0,0 0 0,0 0 0,1 1 1,2-2 145,0 0-139,0 0 0,1 1 0,0 0 0,-1 0-1,1 0 1,0 0 0,0 0 0,-1 1 0,1 0-1,0 0 1,0 1 0,-1-1 0,6 2 0,3 1 95,-1 0 1,1 1-1,20 10 1,-10-3-380,-1 2 0,0 0 0,-1 2 0,-1 0 0,0 2-1,-1 0 1,-1 1 0,0 0 0,-1 2 0,-2 0 0,0 1 0,-1 0 0,-1 1 0,-1 1 0,-1 0 0,-1 1 0,-1 0 0,-1 0 0,-1 1 0,-1 0 0,-1 0 0,-2 0 0,1 47 0,-6 3-7,-3 1 0,-22 100 0,23-125 0,6-36 0,3-14 0,6-16 0,-9 13 0,162-272 0,-113 181 0,82-114 0,-113 181 0,77-96 0,-85 109 0,1 0 0,0 1 0,1 0 0,0 1 0,0 1 0,21-11 0,-32 19 0,0 1 0,0-1 0,1 1 0,-1 0 0,1 0 0,-1 0 0,1 0 0,0 0 0,-1 1 0,1 0 0,0 0 0,-1 0 0,1 0 0,0 0 0,-1 1 0,1-1 0,0 1 0,-1 0 0,1 0 0,-1 1 0,1-1 0,-1 1 0,0 0 0,0 0 0,0 0 0,0 0 0,0 0 0,4 5 0,0 0 0,-1 0 0,-1 0 0,1 1 0,-1 0 0,0 0 0,-1 1 0,0-1 0,-1 1 0,5 15 0,20 122-5118,-24-109 1757,3 0 0,1 0 0,20 55 0,-22-75-7860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35.4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3 348 10961,'-1'-4'266,"1"-1"0,-1 0-1,1 0 1,0 0 0,0 1 0,0-1 0,1 0 0,0 0-1,0 0 1,0 1 0,3-9 0,-2 11-137,-1 0 0,1 0 1,0-1-1,0 1 0,0 0 1,0 1-1,0-1 0,0 0 1,0 1-1,1-1 0,-1 1 1,1 0-1,-1-1 0,1 1 0,-1 0 1,1 1-1,0-1 0,-1 0 1,1 1-1,0 0 0,0-1 1,4 1-1,4 1-218,0-1 0,-1 2 0,1-1-1,-1 1 1,1 1 0,-1 0 0,0 0 0,0 1 0,-1 1 0,1-1 0,14 11 0,5 4-1103,-1 1 1,31 30-1,-37-27 291,-1 1 0,-1 0 0,-1 2-1,18 32 1,2 3 341,28 36 2112,-62-90-793,0 0-1,-1 0 0,1 0 0,5 15 0,-9-20-463,0 1 0,0-1-1,0 1 1,0 0 0,0-1 0,-1 1-1,1 0 1,-1 0 0,0-1 0,0 1-1,0 0 1,0 0 0,0-1 0,-1 1-1,1 0 1,-1 0 0,-2 4 0,-21 28 908,-2-1 0,-2-1-1,-49 44 1,45-45-884,0 0 0,-50 70 0,63-70-217,-8 11 89,27-43-176,0 1 0,0 0 0,0-1 0,0 1 0,0-1 0,0 1 0,1 0 1,-1-1-1,0 1 0,0 0 0,1-1 0,-1 1 0,0-1 0,0 1 0,1 0 0,-1-1 0,1 1 0,-1-1 0,1 1 1,-1-1-1,0 0 0,1 1 0,0-1 0,0 1 0,13 10 290,-7-12-155,0 0-1,0-1 1,0 0 0,0 0-1,0 0 1,0-1-1,0 0 1,8-5 0,69-38 1415,49-22-273,-86 51-1199,0 1 1,2 3-1,-1 2 1,1 2-1,70-3 1,-106 10-291,27-1-1001,-1-1 0,1-3 0,69-20 0,-86 18 698,0 0 0,0-2 0,-1-1 0,-1 0 0,0-2 0,29-24 0,-35 25 376,-2 0-1,0-1 1,-1 0-1,0-1 1,-1 0-1,0-1 0,-2 0 1,0-1-1,10-23 1,-1-13 118,-3 0 0,-2-1 1,13-108-1,-14-164 5348,-8 273-2732,-4 53-2578,0-1-1,0 1 0,0 0 0,-1 0 1,1-1-1,0 1 0,0 0 0,0 0 1,0-1-1,1 1 0,-1 0 0,0 0 1,0-1-1,0 1 0,0 0 0,0 0 1,0-1-1,0 1 0,0 0 0,0 0 1,1 0-1,-1-1 0,0 1 0,0 0 1,0 0-1,0 0 0,1 0 0,-1-1 1,0 1-1,0 0 0,0 0 0,1 0 1,-1 0-1,0 0 0,0 0 0,1 0 1,-1 0-1,0-1 0,0 1 0,1 0 1,-1 0-1,0 0 0,10 22 1203,80 293-292,15 52 81,30-10-566,-25-132-457,-84-178 0,2-2 0,56 68 0,-78-106 0,1 1 0,0-1 0,0-1 0,1 1 0,0-1 0,0-1 0,0 0 0,1 0 0,15 7 0,-20-11 0,0 1 0,0-1 0,0 0 0,0-1 0,0 1 0,0-1 0,0 0 0,0 0 0,1 0 0,-1 0 0,0-1 0,0 1 0,0-1 0,0 0 0,0 0 0,-1-1 0,1 1 0,0-1 0,0 0 0,-1 0 0,1 0 0,-1-1 0,0 1 0,0-1 0,0 1 0,3-4 0,0-1-29,-1 0 0,1 1 0,-1-2 0,-1 1 0,0 0 0,0-1 0,0 0 0,-1 0 0,0 0 0,-1 0 0,0-1 0,0 1 0,0-1 0,-1 1 0,-1-1 0,0 0 0,0 1 0,0-1 0,-2-9 0,0 8-16,0 0 1,-1 0 0,0 0 0,-1 0 0,0 0 0,0 1 0,-1 0-1,0 0 1,-1 0 0,0 0 0,0 1 0,-1 0 0,0 0 0,0 1-1,-15-12 1,-15-4-800,-1 0-1,-1 3 1,-1 1 0,-1 2-1,-72-20 1,72 30-2395,28 5 239,-1 0-4392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35.9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 13029,'2'-1'187,"-1"0"-1,1 1 1,-1-1-1,1 0 1,-1 1-1,1-1 1,-1 1 0,1 0-1,0 0 1,-1-1-1,1 1 1,0 0-1,-1 0 1,1 0-1,0 1 1,-1-1-1,1 0 1,0 1-1,-1-1 1,1 1-1,-1-1 1,1 1 0,-1 0-1,1-1 1,-1 1-1,1 0 1,-1 0-1,0 0 1,0 0-1,1 0 1,-1 1-1,0-1 1,0 0-1,2 3 1,1 5 503,0-1 1,0 1-1,-1 0 1,0 0-1,2 13 0,6 15 1017,14 35 530,29 148 1,10 31 647,-59-236-3023,1-1 0,0 0 0,0 0 0,14 20-1,-18-30 91,1-1-1,0 1 1,0-1-1,0 1 1,1-1-1,-1 0 0,1 0 1,-1-1-1,1 1 1,0-1-1,0 0 0,0 0 1,0 0-1,1 0 1,-1-1-1,0 0 1,1 0-1,-1 0 0,9 0 1,4-1-197,1-2 1,-1 0-1,0-1 0,0 0 1,0-2-1,0 0 1,-1-1-1,0 0 0,0-1 1,-1-1-1,28-19 1,1-4-388,-2-2 0,58-59 0,-75 68 752,-1-1 1,-2-1 0,-1-1-1,-1-1 1,22-40 0,-40 64-8,0 0 0,0 0-1,-1 0 1,1-1 0,-1 1 0,0 0 0,0-1 0,-1 1-1,1-1 1,-1-6 0,0 9-65,0 1 1,-1-1-1,1 1 0,0-1 0,-1 1 1,0-1-1,1 1 0,-1-1 0,0 1 0,0-1 1,0 1-1,0 0 0,0-1 0,0 1 1,0 0-1,0 0 0,0 0 0,-1 0 1,1 0-1,0 0 0,-1 0 0,1 0 0,0 1 1,-1-1-1,0 0 0,1 1 0,-1-1 1,1 1-1,-3-1 0,-6 0 88,0 1-1,0 0 0,0 0 1,0 1-1,-1 0 1,1 1-1,0 0 1,1 1-1,-1 0 1,0 0-1,1 1 1,-15 8-1,-8 5 305,0 1 0,-36 29 0,49-33-440,1 1 0,0 1 0,1 1 0,-20 26 0,30-35 0,1 0 0,1 0 0,0 1 0,0 0 0,0 0 0,1 1 0,1-1 0,0 1 0,0-1 0,1 1 0,0 0 0,-1 19 0,3-24-59,0 0 0,1 0 0,-1 0 0,1 0-1,0 0 1,1-1 0,-1 1 0,1 0 0,0-1 0,0 1 0,0-1 0,1 0 0,-1 1 0,5 3-1,-2-2-168,1 0-1,-1-1 1,1 0-1,1 0 1,-1 0-1,1-1 0,0 0 1,8 3-1,9 3-573,0-2 0,0-1 0,0-1 0,42 4-1,161 13-3912,441-15 0,-493-17 6087,212-39 0,-370 45-818,1-1 0,0-1 0,-1-1 0,30-13 0,-39 14-186,1 0 0,-1 0-1,0-1 1,-1 0 0,1 0 0,-1-1 0,0 0 0,-1 0 0,0 0 0,9-15-1,9-13-342,-15 24-762,-1 0 0,-1-1 1,1 0-1,-2 0 0,10-26 1,-12 26-286,3-15-625,-5 3-4755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38.6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188 787 4356,'-4'7'-3049,"0"0"4785,-11 19 15500,9-16-15413,5-8-7,-1-4-1729,-15-16-112,16 17 250,-2 1-197,-1 2-25,-22 5 97,8-3-107,9-2 553,-1 0 0,0 0 0,-14 0-1,10 2-309,13-3-187,0 0 1,0-1-1,0 1 0,0-1 1,0 1-1,0-1 0,0 0 1,0 1-1,0-1 0,0 0 1,0 0-1,0 0 0,-1 0 1,1 0-1,0 0 0,-2 0 1,8 13 528,-5-12-561,0 0-1,0 0 1,0-1-1,0 1 1,0 0-1,0 0 1,1 0-1,-1 0 1,0 0-1,1 0 1,-1 0 0,1 0-1,-1 0 1,1-1-1,-1 1 1,1 0-1,-1 0 1,2 0-1,6 2 52,0-1-1,0 0 1,0 0-1,1-1 1,-1-1-1,0 1 1,16-2-1,-13 1-10,35-2 117,-1-2 0,62-13 1,-38 5-77,1022-157 390,1525-215-167,-2424 357-314,-33 6 33,197-30 366,123-10 1344,-423 51-1692,-17 7-58,-2-2-12,-33 4-76,0-2-4800,-2 2 4543,0-1 1,0 0-1,0 0 0,-1 0 0,1 0 0,0 0 1,-1 0-1,3-5 0,-3 5-209,36-70-12500,-24 51 4970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1.1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107 4 13261,'-27'-3'9776,"2"13"-5222,21-4-4068,1 0 0,-1 0 0,2 0 0,-1 0 0,1 0 1,0 1-1,-2 9 0,-1 0 81,-2 10-398,1 0 0,1 0-1,1 0 1,0 32 0,4-39-296,0 0 0,2 0 0,0 0 1,1-1-1,0 1 0,11 30 0,-5-26-984,0 0 1,2-1 0,17 27-1,-22-40 276,1 0 0,0-1-1,0 0 1,1 0 0,0 0 0,0-1 0,1-1-1,0 0 1,19 11 0,17 3-5421,10-1-3713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1.2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134 1 16722,'-50'78'2756,"20"-45"-480,10 0-272,7 6-312,-1-2-388,7 5-119,7 3-381,7 0-336,10 1-404,0 11-836,9-6-453,-5-3-863,5-12-988,8-2-3457,6-1-6064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1.7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460 452 12785,'13'-9'1641,"-13"9"-1604,0 0 0,0 0 0,0 0 0,0-1 0,1 1 0,-1 0 0,0 0 0,0 0 0,0 0 0,0 0 0,0 0 0,0 0 0,0 0 0,0 0 0,1 0 0,-1 0 0,0 0 0,0 0 0,0 0 0,0 0 0,0 0 0,0 0 0,0 0 0,0 0 0,1 1 0,-1-1 0,0 0 0,0 0 0,0 0 0,0 0 0,0 0 0,0 0 0,0 0 0,0 0 0,0 0 0,0 0 0,0 0 0,1 0 0,-1 1 0,0-1 0,0 0 0,0 0 0,0 0 0,0 0 0,0 0 0,0 0 0,0 0 0,0 0 0,0 0 0,0 1 0,0-1 0,0 0 0,0 0 0,0 0 0,0 0 0,-9 26 3134,4-12-3124,-6 10 908,-1-1 0,-1-1 0,0 0-1,-25 29 1,-12 20 453,-41 89-41,6 4-1,-64 182 0,226-628-1225,-53 184-125,25-111-42,38-138 1206,-80 323-1067,13-46 335,3 0 1,56-117 0,-75 179-449,1 0 0,0 0 0,0 1 0,0 0 0,1 0 0,12-11 0,-16 16 0,0 0 0,1 0 0,0 1 0,-1-1 0,1 1 0,0-1 0,0 1 0,0 0 0,0 0 0,0 0 0,0 1 0,0-1 0,0 1 0,0-1 0,0 1 0,0 0 0,1 0 0,-1 1 0,0-1 0,0 1 0,0-1 0,5 3 0,0 0 0,-1 1 0,1-1 0,-1 2 0,0-1 0,-1 1 0,1 0 0,-1 0 0,0 1 0,0 0 0,7 9 0,6 10 0,23 39 0,-34-51 0,28 51 0,-2 2 0,-4 1 0,33 103 0,38 222 0,-15 103 0,-42-215 0,-31-200-9,-3-11-131,22 77-1,-27-127 33,1-1-1,1-1 0,0 1 0,1-1 1,1-1-1,1 1 0,0-2 1,1 1-1,15 15 0,-22-26-290,1 0 0,0-1 0,0 0 0,0 0 0,0 0 0,0-1 0,1 0 0,0 0 0,0 0 0,0-1 0,0 0 0,0 0 0,0 0 0,0-1 0,1 0 0,-1 0 0,11 0 0,-10-2-465,0 0 0,-1 0 0,1 0-1,-1-1 1,0 0 0,1 0 0,-1-1-1,0 1 1,0-2 0,-1 1 0,8-5-1,36-31-9988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1.9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128 392 12477,'-87'21'6985,"67"-27"-4905,0 0-248,36 0-308,18-9-316,16-6-196,21 0-375,26-3-525,27-6-825,13-12-203,10 2-500,7 1-500,0-6-416,-10 3-116,1 3-2949,-12 2-4348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2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1077 8313,'24'-17'3098,"-42"32"2309,15-13-3558,-1-1-984,0 0 0,-1 1 0,1-1-1,0 1 1,0 0 0,-8 5 0,-4 1 658,9-5-1381,1 1 1,-1 0-1,1 0 0,-1 0 1,1 1-1,1-1 1,-1 1-1,1 1 1,-1-1-1,2 1 0,-1 0 1,1 0-1,-1 1 1,2-1-1,-1 1 1,1 0-1,0 0 0,0 0 1,-3 15-1,1 7 677,0 1 0,2 0-1,0 51 1,2-21-419,-1-26-411,0-22-12,1-1 0,0 1 1,1-1-1,0 1 0,1-1 0,0 1 1,1-1-1,0 0 0,1 0 0,0 0 1,8 18-1,-10-27-4,1-1 1,-1 0-1,0 0 0,1 0 1,-1 1-1,1-1 0,-1-1 1,1 1-1,-1 0 0,1 0 1,0 0-1,-1-1 0,1 1 1,0-1-1,0 0 0,-1 1 1,1-1-1,0 0 0,0 0 1,-1 0-1,1 0 0,0 0 1,0 0-1,0-1 0,-1 1 1,1-1-1,2 0 0,3-1-4,1 0 0,0 0 0,-1-1 0,0 0 0,13-7 0,54-45-95,-49 35 148,41-25 0,0 2 347,19-10 90,-48 35-372,0 2-1,58-17 1,88-14 105,-116 31-173,113-37-19,-166 48 0,3 0 0,-1 0 0,25-3 0,-34 7 0,1 0 0,-1 1 0,0 1 0,1-1 0,-1 1 0,0 0 0,1 1 0,8 2 0,11 4 0,0-1 0,1-2 0,0-1 0,1-1 0,30 0 0,-40-3 0,0-1 0,1-1 0,-1-1 0,0 0 0,0-1 0,0-1 0,-1-1 0,30-14 0,48-39 0,-31 19 0,-58 36 0,-1-1 0,0 0 0,0 1 0,8-9 0,7-6 0,-21 19 0,1-1 0,-1 1 0,1-1 0,-1 1 0,1 0 0,-1-1 0,1 1 0,-1 0 0,1 0 0,-1 0 0,1-1 0,-1 1 0,1 0 0,0 0 0,-1 0 0,1 0 0,-1 0 0,1 0 0,0 0 0,-1 0 0,1 0 0,-1 0 0,1 1 0,0-1 0,-1 0 0,1 0 0,-1 0 0,1 1 0,-1-1 0,1 0 0,-1 1 0,1-1 0,-1 0 0,1 1 0,-1-1 0,1 1 0,-1-1 0,0 0 0,1 1 0,-1-1 0,0 1 0,1 0 0,-1-1 0,0 1 0,0-1 0,0 1 0,1-1 0,-1 1 0,0 0 0,0 0 0,3 6 4,0-1 0,0 1 0,-1 0 0,0 0 0,0 0-1,-1 1 1,0-1 0,0 0 0,-1 0 0,0 1 0,0-1 0,-1 0 0,0 1 0,-2 7 0,2-5-49,-1 0 1,2 0 0,-1 0-1,2 1 1,-1-1-1,4 17 1,12 7-3560,-16-33 3500,0 0 1,1 0-1,-1-1 1,1 1-1,-1 0 1,1 0-1,0-1 0,-1 1 1,1 0-1,0-1 1,0 1-1,-1-1 0,1 1 1,0-1-1,0 1 1,0-1-1,0 0 1,-1 1-1,1-1 0,0 0 1,0 0-1,0 0 1,0 1-1,0-1 0,0 0 1,0 0-1,0 0 1,0-1-1,0 1 0,0 0 1,-1 0-1,1 0 1,0-1-1,0 1 1,0 0-1,0-1 0,0 1 1,-1-1-1,2 0 1,6-6-324,0 0 0,-1 0 0,0-1 1,0 0-1,0 0 0,-1-1 1,8-17-1,31-71-1030,-44 96 1444,27-75-732,30-124-1,0-84 1239,-57 280-468,19-137 1405,2-147-1,-16 177-815,-5 88-719,-1 19-249,-1 7-1584,-18 64-7381,9-20 1635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2.9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1 15793,'-6'0'641,"-16"3"954,18-1-366,10 2 876,-3-1-1706,1 0 1,-1 0-1,1 0 0,-1 1 0,0-1 0,0 1 1,-1 0-1,1 0 0,-1 0 0,0 0 0,0 0 1,0 1-1,-1-1 0,2 6 0,6 12 635,11 21-582,-1 1 1,20 79-1,8 95 1054,-32-140-1126,2 0 0,4-1-1,33 79 1,-44-132-733,37 75-6223,-41-88 5158,0 0 1,1-1-1,1 0 1,0 0-1,0 0 0,13 11 1,-5-10-11514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3.0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41 640 16510,'-40'-9'3020,"56"6"-464,18-6-424,-4-16-400,17 1-359,17-6-273,26-12-356,24-9-636,23-10-1096,27-11-649,14-6-871,13 2-1060,27-2-2533,19-3-5388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4.0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27 9865,'0'0'7357,"-1"-2"-6023,-11-23 4284,11 28-4521,1 5-723,-1-1-1,1 1 1,0 0 0,1 0-1,-1-1 1,2 1 0,-1 0-1,1-1 1,3 8-1,6 41 925,-10 173-565,-3-159-349,2 0 0,11 87-1,-7-135-334,0 1-1,2-1 0,0 0 0,2-1 0,0 0 0,1 0 0,1 0 0,1-1 1,1-1-1,1 0 0,15 18 0,-10-18-286,2 0 1,0-1-1,1-1 0,1-1 1,0-1-1,1 0 0,0-2 0,1-1 1,1-1-1,0-1 0,1-1 1,26 5-1,-10-5-405,0-1-1,0-3 1,1-1-1,-1-2 1,1-2-1,82-11 1,51-24-4882,-58 2-1625,-22 5-2364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4.3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1 4072,'0'0'3841,"-31"3"-5677,5-3 31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4.9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31 534 12153,'-25'-7'2097,"20"5"4008,7 1-5439,3-1-491,0-1 0,-1 0 0,0 1 0,0-2 0,1 1 0,-2 0 0,1-1 0,0 0 0,-1 1 1,0-2-1,0 1 0,0 0 0,0 0 0,-1-1 0,1 0 0,-1 1 0,0-1 0,-1 0 0,1 0 1,0-8-1,35-195 2872,-27 155-2252,7-81 0,-16 99-44,-1 32-116,1 7 121,10 54-444,-2 0 1,-3 1-1,-2 85 1,-2-93-273,-2 10-12,-1-31-76,1 0 0,2 0 1,0 0-1,2-1 1,10 37-1,-11-61-399,-1 1-1,1-1 1,0 0-1,1 0 1,-1 0 0,1-1-1,0 1 1,0-1 0,0 0-1,1 0 1,-1 0-1,1 0 1,0-1 0,0 0-1,8 3 1,-11-4 176,1-1-16,-1 0 1,0 0-1,0 0 0,1 0 0,-1 0 0,1 0 1,-1-1-1,1 1 0,-1-1 0,1 0 0,-1 1 1,1-1-1,-1 0 0,1-1 0,-1 1 0,1 0 0,-1-1 1,1 1-1,-1-1 0,5-2 0,-2 0-738,1 0-1,-1-1 1,0 1-1,0-1 1,8-8-1,-10 9 371,23-29-8610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5.0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1 11785,'-37'6'11513,"54"0"-11409,0-3-312,-4 9-1952,0 0-12,8 0-3449,-5 3-4636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5.7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8 178 8025,'0'-1'127,"1"1"1,0-1 0,-1 1-1,1-1 1,0 0 0,-1 1 0,1-1-1,-1 0 1,1 0 0,-1 1-1,0-1 1,1 0 0,-1 0-1,0 0 1,1 1 0,-1-1-1,0 0 1,0 0 0,0 0-1,0 0 1,0 0 0,0 0 0,0 1-1,0-1 1,0 0 0,0 0-1,0 0 1,-1 0 0,1 0-1,0 1 1,-1-1 0,1 0-1,-1 0 1,1 0 0,0 1-1,-1-1 1,0 0 0,1 1-1,-1-1 1,1 0 0,-1 1 0,0-1-1,1 1 1,-2-1 0,0-1 1641,0-47 3557,1 33-3337,0 0 0,1 0 1,4-26-1,-4 39 1510,1 9-3109,4 29-374,-2 0-1,-2 0 1,-6 64-1,1-24-22,1 82 7,28 278 0,-17-385 0,2 0 0,2-1 0,2 0 0,28 62 0,-30-83 0,2 0 0,1-2 0,0 1 0,3-2 0,0 0 0,1-1 0,1-1 0,33 29 0,-35-38-426,1-2-1,0 0 1,0-1-1,1 0 1,0-2-1,1-1 1,0 0-1,1-1 1,-1-2-1,1 0 1,0-1-1,25 0 1,-20-2-358,1-2-1,-1 0 1,0-2 0,0-2-1,0 0 1,-1-1 0,1-2-1,-1-1 1,39-17 0,15-14-5516,-2-3-3796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5.9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43 6557,'7'-21'2300,"6"9"-1832,4 3-324,-4 18-3804,-3 0 835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6.2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27 474 7697,'-27'18'9781,"29"-24"-9087,0 1 0,0 0 0,0-1 0,1 1 0,-1 0 0,1 1 0,0-1 0,7-7 0,-10 11-600,1 0 0,-1 0 0,1 0 1,-1 0-1,0 0 0,1 0 0,-1 0 0,0 0 0,0-1 0,0 1 0,0 0 0,0 0 0,0 0 0,0 0 1,0 0-1,0-1 0,-1 0 0,0-3 202,2-15 91,1 1 1,0-1-1,1 1 1,1 0 0,9-24-1,41-90 3040,-9 25-2126,-38 88-1301,1 8 0,-4 14 0,1 14 0,-5-15 0,3 29 0,-2 0 0,-1 1 0,-4 36 0,3-48 0,-12 74-244,9-77 49,0 1-1,2-1 1,0 1 0,1 0 0,1 0 0,0-1-1,1 1 1,1 0 0,4 17 0,-5-32-183,0 1 1,0-1 0,0 1-1,0-1 1,0 0-1,0 1 1,0-1 0,1 0-1,-1 0 1,1 0-1,0 0 1,0 0 0,0 0-1,0 0 1,0 0-1,0-1 1,0 1-1,0-1 1,4 2 0,-3-2-456,0 0 1,0-1 0,0 1-1,0-1 1,0 1 0,0-1-1,0 0 1,0 0 0,6-1-1,38-7-10882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6.3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22 13045,'-13'-21'7985,"-10"24"-6221,2 0 1600,42 3-3028,15 12-720,-19-9-400,10-3-536,16 9-688,-29-9-520,13 12-3265,9 6-4900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7.0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34 5577,'0'0'3474,"-1"-3"-1868,-8-28 8178,6 34-8158,-2 1-1121,-1 1-1,2 1 1,-1-1 0,1 1 0,-1 0 0,2 0-1,-1 0 1,1 0 0,0 1 0,0-1 0,0 1-1,1 0 1,-2 13 0,-1 3 204,2 0 1,0 0-1,1 27 0,3-22-666,1 0 1,1 0-1,1 0 1,2 0-1,1-1 1,1 1-1,1-2 1,17 35-1,-9-28-2,1-1-1,2-1 1,1-1 0,2 0-1,47 48 1,-28-40-23,1-2 0,1-2 0,2-2 0,1-1-1,2-3 1,0-2 0,2-2 0,77 24 0,-58-27-304,1-4-1,1-3 1,0-3 0,0-3 0,79-1-1,-56-9-231,1-5 0,-1-3 0,128-31 0,-123 12-1102,-99 29 1544,1-1 0,-1 1 0,0-1 0,1 1 0,-1-1 0,0 0 0,1 1 0,-1-1 0,0 0 0,0 0 0,0 0 0,0 0 0,0 0 0,0 0 0,0 0 0,0 0 0,0 0 0,-1 0-1,1-1 1,0 1 0,-1 0 0,1 0 0,-1-1 0,1 1 0,-1-1 0,1-1 0,-1 2-22,0 0 0,-1-1 0,1 1 0,0 0 0,0 0 0,-1 0-1,1 0 1,-1-1 0,1 1 0,-1 0 0,1 0 0,-1 0 0,0 0 0,0 0 0,1 0-1,-1 0 1,0 1 0,0-1 0,0 0 0,0 0 0,0 1 0,0-1 0,0 0 0,-2 0-1,-21-10-2538,-37-10-1,20 10-3676,15 3-1964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7.3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7 583 7361,'-1'0'59,"1"1"1,-1-1 0,1 0 0,-1 1 0,1-1-1,0 1 1,-1-1 0,1 0 0,0 1-1,-1-1 1,1 1 0,0-1 0,0 1-1,0-1 1,-1 1 0,1 0 0,0-1-1,0 1 1,0-1 0,0 1 0,0-1 0,0 1-1,0-1 1,0 1 0,0 0 0,0-1-1,0 1 1,0-1 0,0 1 0,1-1-1,-1 1 1,0-1 0,0 1 0,1 0 0,11 6 3358,0-5 3886,-5-20-5780,-4 10-1086,-1 1 0,0-1-1,-1 0 1,0 0 0,0 0 0,-1 0 0,1 0 0,-2 0 0,-1-11 0,1-37 1022,5 17-937,1-1 0,2 1 0,1 1 0,2-1-1,2 2 1,2-1 0,1 2 0,1 0 0,33-52 0,-48 87-523,-1 0 0,1 0 0,0 0 0,-1 0 0,1 0 0,0 0 0,0 0 0,-1 1 0,1-1 0,0 0 0,0 0 0,0 1 0,0-1 0,0 0 0,0 1 0,0-1 0,0 1 0,0 0 0,0-1 0,1 1 0,-1 0 0,1-1 0,-1 2 0,0-1 0,0 0 0,0 1 0,0-1 0,0 1 0,0 0 0,0-1 0,0 1 0,0 0 0,-1-1 0,1 1 0,0 0 0,-1 0 0,1 0 0,0-1 0,-1 1 0,1 0 0,-1 0 0,1 2 0,4 8 0,-2 0 0,1 0 0,2 19 0,-6-28 0,5 32-88,-3 1 0,0 0 0,-7 63 0,2-59-300,2 0 0,5 61 0,-1-73-874,-1-12-371,0 1-1,1-1 1,4 15 0,-6-28 1002,0 1-1,1-1 1,-1 0-1,0 0 1,1 0-1,-1 0 1,1 0 0,0 0-1,0 0 1,0 0-1,-1 0 1,2-1-1,1 2 1,-1 0-729,12 5-8912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7.5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0 15773,'-33'6'15838,"49"4"-15750,-2-4-456,-8 12-2128,-2-3 507,-14 3-839,-7 15 96,0 6-3569,-10 0-5700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8.8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91 4192,'0'0'3778,"-10"10"-1432,6-4 3599,14-12-4253,30-16-1094,44 4-1879,0 4 1,99-5-1,-30 4-4256,-50 3-651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49.3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38 141 6453,'0'0'3524,"-3"0"-2762,-28 3 665,28-3-875,19-9 309,-2 3-727,-1 1 0,1 0 0,0 1-1,0 1 1,29-4 0,8-2 7,337-56-543,-316 55-248,-34 4 243,-2 0-692,58-2 0,-61 15-920,-29-6-515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0.2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113 195 4252,'-3'0'106,"0"0"31,-1 0 0,1 0-1,0 0 1,0 0-1,0 1 1,0-1-1,0 1 1,0 0-1,0-1 1,0 1-1,-4 3 1,4-3 641,-16-6 605,5 1 1010,10 5-1909,-24 6 290,28-7-722,0 0 0,0 0 1,0 0-1,0 0 0,0 0 0,0 1 0,0-1 0,0 0 1,0 0-1,0 0 0,0 0 0,0 0 0,0 0 0,0 0 0,0 0 1,0 0-1,1 0 0,-1 0 0,0 0 0,0 0 0,0 1 0,0-1 1,0 0-1,0 0 0,0 0 0,0 0 0,0 0 0,49-5 2651,-13 1-2932,1261-97 1561,-433 36-4698,-737 53 2347,102-5-4917,-201 18 2166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1.6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41 326 6301,'-3'-1'945,"0"1"1,0-1 0,0 0 0,0 0 0,1 0 0,-1-1 0,1 1 0,-1-1 0,-2-1 0,-6-8 1704,57 2-1868,640-93 202,20 25-3132,37-4-6445,-485 48 2142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3.9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76 13173,'9'-16'1210,"8"-17"-172,-13 6 7581,7 49-5205,8 21-2423,-3 2 1,18 75-1,9 99 1340,-41-208-2323,60 487-2471,-28 3-1381,-34-499 3833,3 177-5754,-2-72-1793,2-30-2584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4.1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336 8 13485,'19'-3'733,"0"1"1,0 0-1,1 1 0,-1 1 0,0 1 0,0 1 1,1 1-1,-1 0 0,-1 1 0,32 12 1,-40-12-572,1 1 1,0 0-1,-1 0 1,0 1-1,0 1 1,-1 0 0,0 0-1,12 12 1,-16-13-117,0-1 1,-1 1 0,0 0-1,0 1 1,0-1 0,0 1-1,-1 0 1,-1 0 0,1 0-1,-1 0 1,0 0 0,0 1-1,0 13 1,-2-9-15,0-1 0,-1 1 0,-1-1 0,0 0 0,0 0 0,-1 1 0,-1-1 0,0-1 0,0 1 1,-1-1-1,0 0 0,-1 0 0,0 0 0,-1-1 0,-12 15 0,-9 6 3,-1-1 0,-1-1 0,-35 23 0,6-9-150,-114 63 0,50-43-2539,0-5-6274,100-49-596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4.5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12425,'0'0'4622,"1"3"-3459,71 169 2882,-52-122-3685,-14-31-233,2 0 0,1-1 0,18 31 0,-23-43-110,0 1 0,1-1 0,0 0 0,1 0 1,-1 0-1,1-1 0,7 6 0,-9-9-17,-1 0 0,1-1 0,-1 1 0,1-1 0,0 0 0,-1 0 0,1 0 0,0-1 0,0 1 0,-1-1 0,1 0 0,0 0 0,0 0 0,0 0 0,0-1 0,3-1 0,16-4-12,0-1 0,-1-1 0,0-2 0,0 0 0,33-22 0,-19 12-4,11-7-12,-15 8-7,1 1 1,38-14-1,-65 30 33,0 0-1,0 0 0,0 1 1,1-1-1,-1 1 1,1 1-1,-1-1 1,1 1-1,-1 0 0,1 1 1,-1-1-1,1 1 1,-1 1-1,1-1 1,-1 1-1,0 0 0,0 0 1,0 1-1,0 0 1,0 0-1,-1 1 1,1-1-1,-1 1 0,0 0 1,0 0-1,0 1 1,5 7-1,-8-10 2,9 12-186,0 0 1,0 1-1,10 22 0,4-14-2594,-22-25 1682,12-6 80,-8 5 579,-1-1 0,0 1-1,0-1 1,0 0 0,10-10-1,-10 8-287,0 0 0,0-1 0,-1 0-1,0 0 1,0-1 0,-1 1 0,0-1 0,5-11-1,6-24-4412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4.6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8237,'0'0'4436,"7"15"-4248,3-3-404,4-3-368,-1 3-284,0 1-388,4-1-1696,7 6-1049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4.9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0 633 6717,'6'-10'412,"0"0"1,0 0 0,1 0-1,0 1 1,0 0 0,1 1-1,16-14 1,3 1-89,38-23-1,-35 25-212,29-24 0,200-193 926,-98 69 4093,-160 166-5038,-1 0 0,1 0 0,0 0 0,0 0 1,0 0-1,0 0 0,0 0 0,0 0 0,0 0 0,1 1 0,-1-1 0,0 1 0,0-1 0,1 1 0,-1-1 0,0 1 0,0-1 0,1 1 0,-1 0 0,0 0 0,1 0 1,1 0-1,-2 0 0,0 1 0,0-1 1,0 1-1,0 0 1,1-1-1,-1 1 1,0 0-1,0 0 0,0 0 1,-1 0-1,1-1 1,0 2-1,0-1 1,0 0-1,-1 0 1,1 0-1,0 0 0,0 2 1,1 3 229,1 1 0,-1 0 0,-1-1 0,1 1 0,-1 0 0,-1 0 0,1 10 0,-14 145 2675,0 67-1149,14-183-1992,1 0 0,3 1 0,11 52 1,-11-83-642,0 0 0,1 0 0,0 0 0,17 27 1,-16-32-701,1 0 0,0 0 1,0-1-1,1 0 0,1-1 1,0 0-1,12 9 0,4 0-7503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5.1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1 124 12605,'20'-15'1900,"44"6"-272,-11 6-327,8-6-273,9 0-292,7 0-468,10-3-688,10 6-512,4-3-616,3-9-317,3 6-2371,0-1-3245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5.3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271 37 7945,'-1'-2'127,"0"1"-1,0 1-1,1-1 0,-1 0 1,0 0-1,0 0 0,1 0 0,-1 0 1,0 0-1,1 0 0,-1 0 1,1 0-1,-1 0 0,1 0 0,0 0 1,0 0-1,-1 0 0,1 0 1,0 0-1,0-1 0,0 1 1,0 0-1,0 0 0,4-11 13325,-7 17-12481,-19 28-167,1 0-1,2 2 1,-24 61 0,-34 123 140,64-181-773,-3 12-157,2 1-1,2 0 0,3 1 0,-6 98 0,15-125-259,1-1-1,1 1 1,2-1-1,0 0 1,10 32-1,-9-41-82,1 0 0,0 0 0,1-1 0,1 1 0,1-2 0,0 1 0,0-1 0,22 23 0,-21-27-185,0 0 0,1-1 0,-1-1 0,1 1-1,1-2 1,0 1 0,0-2 0,0 0 0,20 6 0,-13-6-1407,-1-1-1,1-1 1,26 1-1,19-3-7514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5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1 260 5124,'13'15'13719,"-14"-17"-12588,0 0-979,0-1 0,1 1 0,-1-1 0,1 1 0,-1-1 0,1 1 0,0 0 0,0-1 0,0 1 0,0-1 0,1 1 0,-1-1 0,1 1 0,-1-1 0,1 1 0,0 0-1,0-1 1,0 1 0,0 0 0,0 0 0,1 0 0,-1 0 0,1 0 0,-1 0 0,3-2 0,7-12 193,2-9 280,-1 1 0,-2-2 0,0 1 0,9-38 0,-14 50-390,-4 10-28,-1 0-51,-2-9 16,-2 19 40,-4 31-34,6-17-256,0 1 0,2 0 0,0-1 0,2 1-1,0-1 1,9 36 0,-6-36-960,2-1-1,0-1 1,20 38 0,-25-53 440,0-1-1,1 1 1,0-1 0,-1 1 0,1-1-1,0 0 1,7 5 0,13 6-5725,0-7-3439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6.0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0 11205,'-7'18'8077,"24"-9"-7813,-1 0-400,-2 3-600,2 0-568,5 1-249,2-1-523,-3 3-8681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6.2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570 0 11249,'-2'30'8002,"6"-1"-3848,0-10-3583,2 1 0,9 23 1,-2-7 1191,40 140 1180,44 267-1,-88-393-2955,-3 1-1,-2 0 1,-2-1-1,-7 83 1,1-101-59,-1 1 0,-2-1 0,-2 0 0,0 0-1,-2-1 1,-2 0 0,-1-1 0,-20 33 0,6-21-969,-1 0 0,-3-2 0,-1-1 0,-75 66 0,-34 4-3311,-11-16-3324,8-20-4158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7.5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97 429 11693,'23'-20'2321,"-19"16"1359,-22 28-150,16-17-3164,1 0 0,1 1 0,-1-1 0,2 12 1,-1 9 281,-59 568 4548,16-322-4430,42-270-710,23-11 12,-15 3-64,-1 0 1,0 0-1,0-1 0,0 0 0,-1 0 0,0-1 0,0 1 0,8-12 0,34-62 32,-19 31-27,217-394 212,-77 128 134,36-23 1926,-193 320-2271,0 0 0,2 1-1,20-22 1,-31 37-10,-1 0 0,0 0 0,1 0 0,-1 0 0,1 1 0,-1-1 0,1 0 0,-1 1 0,1-1 0,0 1 0,-1 0 0,1 0 0,-1-1 0,1 1 0,0 0 0,-1 0 0,1 1 0,0-1 0,-1 0 0,1 0 0,-1 1 0,1-1 0,0 1 0,-1-1 0,1 1 0,-1 0 0,0 0 0,1 0 0,-1 0 0,1-1 0,-1 2 0,0-1 0,0 0 0,0 0 0,1 2 0,4 3 0,0 0 0,-1 0 0,0 1 0,0 0 0,4 8 0,5 16 0,-2 0 0,-1 2 0,-1-1 0,-2 1 0,4 39 0,-1-14 0,102 636 0,-90-492 85,11 77-536,-23-211-1107,13 68-3394,-18-112-99,14 37-1,0-20-7752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7.7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14 268 16510,'-13'3'2868,"26"-33"-668,17 9-428,4 6-336,6-3-300,10 6-284,17-3-340,14-6-500,16 0-760,7-4-476,6-2-932,4 0-700,-3 6-3169,3 3-5280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8.0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27 12385,'-40'-9'4269,"53"-3"-2657,1 6 2232,-11 27-3204,4 1-220,-1 8-72,8 27-136,6-6-320,10 3-276,7 4-592,13 2-740,17 3-628,10 7-3085,20-10-4360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8.2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0 14985,'0'0'4665,"6"12"-3761,1 6-152,-14-3 96,4 3-452,0 3-284,-7 22-304,-7-7-564,0 3-808,0 0-784,-3 9-2945,0 10-4232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9.2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15 13509,'-28'70'7202,"24"-57"-6914,-1 1 0,1-1 0,1 1 0,1 0 0,0 0 0,1 0 0,0 0 0,2 19 0,-2 0 38,7 237 517,-3-117-1802,-2 71-2728,-1-114 42,0-106 3057,7-25-219,25-86 1303,67-199 1424,-62 207-393,52-95 0,-72 161-1125,2 1 0,1 1 0,2 0 0,0 2 0,2 0 0,42-37-1,-61 61-370,-1 1 0,1 0 0,0 0 0,0 1 0,1 0 0,-1 0 0,1 0 0,0 0 0,-1 1-1,1 0 1,0 0 0,0 0 0,1 1 0,-1 0 0,0 0 0,0 1 0,1 0 0,-1 0 0,0 0-1,0 1 1,1 0 0,-1 0 0,0 0 0,0 1 0,0 0 0,0 0 0,0 1 0,-1-1 0,1 1-1,-1 1 1,8 4 0,-2 2-36,-1 0-1,0 0 1,0 1-1,-1 0 1,0 1-1,-1 0 1,0 0-1,7 18 1,-8-17-82,0 0-1,0 0 1,2 0 0,0-1 0,0-1 0,1 0 0,0 0 0,12 10 0,-18-19 57,0 0-1,0 0 1,0 0 0,1 0 0,-1-1-1,0 1 1,1-1 0,-1 0 0,1-1-1,-1 1 1,1-1 0,-1 0-1,1 0 1,-1 0 0,1-1 0,-1 1-1,1-1 1,4-2 0,10-2-24,-1-2 0,33-15 0,-45 19 35,56-27-80,-12 6 191,99-36 0,-133 55-76,1 1 1,0 0-1,0 2 0,1 0 1,-1 0-1,0 2 1,1 0-1,-1 1 1,0 1-1,23 5 1,-21-2-475,-1 2-1,1 0 1,-1 1 0,-1 1-1,0 1 1,0 0 0,24 20 0,-16-11-1940,15 8-4685,-23-15 479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5:59.4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27 125 9865,'10'-28'7685,"-17"13"-6889,1-3 280,2 3-1260,1-6-436,-4 9-4817,-3-3 1613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01.5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0 164 2588,'0'0'7082,"1"-3"-6562,-1 3-517,1-5 428,-1 0 0,1 0 0,1 0 0,-1 0 0,1 0 0,0 0 0,0 0 0,0 1 0,0-1 0,4-4 0,18-9-782,1 8 395,0 0 0,1 2 0,-1 1 0,31-5 0,96-8 26,-139 18-69,103-8-704,0 5 1,136 11-1,-106-3-5282,-122 0 2188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01.9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11 148 5304,'-11'-11'856,"15"4"-298,3-8 2178,-6 12-2440,1-1 0,-1 1 1,1 0-1,0-1 0,0 1 0,0 0 0,0 0 0,1 0 0,-1 1 1,4-3-1,-2-1-59,-1 4-215,-1 0 0,0 1 1,0-1-1,1 0 1,-1 1-1,1-1 0,0 1 1,-1 0-1,1 0 1,0 0-1,0 0 1,-1 0-1,4 0 0,40-3 108,-33 4-80,283-13-284,-3 0-1715,-98-2-2493,-115 7 609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02.7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3 209 3908,'-1'-4'942,"1"1"-768,-1 0 0,1-1 0,0 1 0,0 0 0,0 0 0,1-1 0,-1 1 0,1 0 0,-1 0 0,1 0 0,0-1 0,0 1 0,1 0 0,-1 0 0,1 1 0,-1-1 0,3-3 0,1 0-30,0 1-1,0 0 0,1 0 1,-1 1-1,1 0 0,0 0 1,0 0-1,8-3 0,21-11 30,1 2 0,0 1-1,1 2 1,1 1 0,67-11-1,-57 19-543,54 3 0,-1 8-3566,-64-4 1292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03.0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1 113 4560,'36'-25'828,"5"28"-211,2-12-141,4-3-28,3 3-176,11 0-32,9 0-96,4 0-204,9 0-236,1-3-216,-4 3-1461,-3 6 213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03.2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0 121 3368,'30'-15'920,"-13"6"-196,0 3-147,16-6-237,28-1 4,-8 1-220,11 0-232,13-3-464,7 0-1137,13 3 685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0.1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93 417 12089,'-15'-20'751,"1"1"2425,1 0 0,-22-43-1,32 56-2573,1 1 1,-1-1-1,1 0 0,1-1 0,-1 1 1,1 0-1,0 0 0,1-1 0,0 1 0,-1 0 1,2-1-1,-1 1 0,1 0 0,0-1 1,1 1-1,1-7 0,-1 9-574,0-4-3,1 1 0,0-1 0,0 1 0,1 0 0,0 0 0,7-9-1,-9 14-25,0 0-1,0 1 0,0-1 0,1 0 0,-1 1 0,1-1 1,-1 1-1,1-1 0,0 1 0,-1 0 0,1 0 0,0 1 1,0-1-1,0 0 0,-1 1 0,1 0 0,0 0 0,0 0 1,0 0-1,0 0 0,5 1 0,10 3 2,0 0 0,0 2 0,0 0 0,-1 0 0,0 2 0,0 0 0,-1 1 0,0 1 0,27 21 0,10 14 0,61 65 0,-103-98 0,50 53 0,-2 2 0,-4 4 0,-3 1 0,46 85 0,-65-97 0,-4 1 0,-2 2 0,-3 0 0,-2 1 0,-4 2 0,11 67 0,3 168 0,-31-239 0,-2-1 0,-17 117 0,-34 49 0,41-190 0,-2-2 0,-1 1 0,-2-2 0,-22 36 0,17-41 0,21-28 0,-1-1 0,1 1 0,0 0 0,0-1 0,-1 1 0,1-1 0,-1 1 0,1-1 0,0 1 0,-1-1 0,1 0 0,-1 1 0,1-1 0,-1 1 0,1-1 0,-1 0 0,0 1 0,1-1 0,-1 0 0,1 0 0,-1 0 0,0 1 0,1-1 0,-2 0 0,1-1 0,-1-1 0,1 1 0,-1 0 0,1-1 0,0 1 0,-1-1 0,1 1 0,0-1 0,0 0 0,0 1 0,0-1 0,1 0 0,-1 0 0,0 0 0,1 1 0,-1-4 0,-7-35 0,8 15 0,2 1 0,0 0 0,1-1 0,8-29 0,-7 37 0,24-108-178,7 3 0,4 0 0,6 3 0,102-195-1,-78 194-169,4 3-1,6 3 0,4 4 0,118-120 1,95-49-3688,-214 211 998,164-100 0,-215 149 2308,122-66-6890,-77 54-1067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0.5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764 106 11785,'-25'-57'2642,"23"53"-2115,-1 0 0,0 1 0,0-1 1,0 1-1,-1 0 0,1 0 0,-1 0 1,0 0-1,0 1 0,0 0 0,0 0 1,0 0-1,0 0 0,-1 0 0,1 1 1,0 0-1,-1 0 0,1 0 0,-9 0 1,4 0-281,0 1-1,1 0 1,-1 0 0,0 1 0,0 0 0,1 1 0,-1 0 0,0 0 0,1 1 0,0 0 0,-12 6 0,-7 6 248,-42 28 0,64-40-437,-26 19 165,1 2 0,0 1 0,-33 38 0,-62 90-44,100-116-485,1 0 0,2 2-1,1 1 1,2 1 0,-26 84 0,45-124 312,-1 0 1,1 0 0,-1 0-1,1 1 1,0-1 0,-1 0-1,1 0 1,0 0 0,0 1 0,0-1-1,0 0 1,0 0 0,0 1-1,0-1 1,0 0 0,1 0 0,-1 1-1,0-1 1,1 0 0,-1 0-1,1 0 1,0 0 0,-1 0-1,1 0 1,1 2 0,-1-2 21,1 0 1,-1-1 0,1 1-1,0 0 1,-1-1 0,1 1-1,0-1 1,0 1-1,-1-1 1,1 0 0,0 0-1,0 0 1,0 0 0,-1 0-1,4-1 1,8-1 176,0-1 0,0 0 0,19-9 0,-31 12-203,50-22 1081,50-29 1,-98 49-1052,0 0-1,0 0 0,1 0 0,-1 1 1,0 0-1,1 0 0,-1 0 0,1 0 1,-1 0-1,1 1 0,-1-1 0,1 1 1,0 0-1,-1 0 0,1 0 0,0 1 1,-1-1-1,1 1 0,-1 0 0,1 0 1,-1 0-1,0 0 0,1 1 0,-1-1 1,0 1-1,0 0 0,0 0 0,0 0 1,0 1-1,3 3 0,5 6-228,-1 1-1,0 0 1,-1 1-1,-1 0 1,11 24-1,6 9-1455,-10-23 633,68 105-6103,-65-107 2040,30 33 0,-13-26-3593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1.5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134 0 8897,'0'0'7222,"-1"4"-5917,-2 9-531,2-7-551,0 0-1,-1-1 1,0 1-1,0-1 0,0 1 1,0-1-1,-1 0 0,-3 6 1,-5 2 45,2-2 95,1 1 0,0 1 0,0-1 0,-7 18 0,-34 99 4875,49-127-5190,0-1 0,0 1 0,0-1 0,0 1 0,0-1 0,1 1 0,-1-1 0,0 1 0,1-1 0,-1 0 0,1 1 0,0-1 0,-1 0 0,1 1 0,0-1 0,0 0 0,0 0 0,0 1 0,0-1 0,0 0 0,0 0 0,3 1 0,37 28 479,-22-17-368,11 11-124,-1 0 1,50 55-1,-28-20-486,-49-57 428,2-2 7,5 0 8,-4 0 1,0 1 1,-1-2 0,1 1-1,0 0 1,-1-1 0,1 0-1,-1 0 1,1 0-1,-1-1 1,1 1 0,-1-1-1,5-3 1,158-99 191,35-20 273,-163 103-385,1 2 0,1 2 0,59-17 0,-89 31-37,1 1 0,0 0 0,0 1 0,1 0 0,-1 1-1,0 0 1,0 1 0,0 0 0,0 1 0,0 1 0,0 0-1,-1 0 1,1 1 0,13 7 0,10 7 217,0 2 1,64 50 0,-61-42-86,56 33 1,-64-45-108,1-1 0,0-2 1,1-1-1,0-1 0,67 13 1,-81-22-50,1 0 0,-1-1 0,1-1 1,0-1-1,-1-1 0,1 0 1,-1-1-1,0-1 0,0-1 0,0-1 1,-1 0-1,29-15 0,-29 12-13,-1-1 0,0-1 1,0-1-1,-1 0 0,-1-1 0,0 0 0,0-1 0,-2-1 0,0 0 0,0-1 0,-1 0 0,-2 0 1,1-1-1,-2-1 0,0 1 0,-1-1 0,-1-1 0,-1 1 0,6-32 0,-11 46-51,0 0 0,0 0 0,0 0 0,0 1 0,-1-1 0,1 0 0,-1 0 0,0 1 0,0-1 0,0 1-1,-1-1 1,1 1 0,-1-1 0,0 1 0,0 0 0,0 0 0,0 0 0,-1 0 0,1 0 0,-1 0 0,1 1 0,-1-1 0,0 1 0,0 0-1,0-1 1,-1 2 0,1-1 0,0 0 0,-6-1 0,6 2-46,0-1 1,-1 1-1,1 0 1,-1 1-1,0-1 0,1 1 1,-1-1-1,0 1 1,1 0-1,-1 0 0,1 1 1,-1-1-1,0 1 1,1 0-1,-1 0 0,1 0 1,-1 0-1,1 1 1,0-1-1,-1 1 0,1 0 1,0 0-1,0 0 1,0 0-1,1 0 0,-1 1 1,0-1-1,1 1 0,-3 4 1,4-6 16,-1 1 1,1 0-1,0 0 0,0 0 1,0 0-1,0 0 0,0 0 1,1 0-1,-1 0 1,0 0-1,1 0 0,0 1 1,-1-1-1,1 0 0,0 0 1,0 0-1,0 1 1,1-1-1,-1 0 0,0 0 1,1 0-1,0 0 0,-1 0 1,1 0-1,1 3 1,0-3 51,0 0 0,0 0 1,-1 0-1,1 0 0,0-1 1,1 1-1,-1-1 1,0 1-1,0-1 0,0 0 1,1 0-1,-1 0 0,1 0 1,-1 0-1,1 0 0,-1-1 1,1 1-1,0-1 1,-1 0-1,6 0 0,8-1 468,1-1-1,30-8 0,-47 10-393,1 0 0,0-1 0,-1 1 0,1 0 0,-1-1 0,1 1 0,-1-1 0,1 1 0,0-1 0,-1 1-1,0-1 1,1 1 0,-1-1 0,1 1 0,-1-1 0,0 0 0,1 1 0,-1-1 0,0 1 0,1-1 0,-1 0 0,0 0 0,1-3 140,9-6 366,-7 8 729,-4 7-1113,-2 69 200,3 0 1,19 139-1,-1-28-106,-7-18-117,10 196 106,-30-1-383,5-319-132,-2 0 0,-13 52 0,15-83 171,0 0 1,0 0 0,-1-1-1,0 1 1,-1-1 0,0 0-1,-1-1 1,0 1 0,-1-1-1,0-1 1,0 1 0,-12 8-1,15-13-31,-1-1-1,0 0 0,0 0 1,0-1-1,-12 5 0,17-7 105,0-1-1,-1 1 1,1-1-1,-1 1 0,1-1 1,0 0-1,-1 0 1,1 0-1,-1 0 0,1 0 1,-1 0-1,1 0 0,0 0 1,-1 0-1,1-1 1,-1 1-1,1-1 0,0 1 1,-1-1-1,1 1 1,0-1-1,0 0 0,0 0 1,-1 0-1,1 1 1,0-1-1,0 0 0,0 0 1,0-1-1,0 1 0,-1-2 1,1 1 2,0-1 1,1 1-1,-1-1 0,1 1 1,-1-1-1,1 0 0,0 1 1,0-1-1,0 1 1,0-1-1,1 1 0,-1-1 1,1 1-1,-1-1 0,1 1 1,0-1-1,0 1 0,1-3 1,22-41-135,-22 44 139,19-31-54,2 2 0,29-30 0,-12 14 38,249-285 230,179-232 670,-444 533-778,115-173 628,-120 173-551,-2 0 0,-1-1 0,-1-1 0,16-56-1,-30 83-125,1 0 1,-2 0-1,1 0 0,-1 0 0,0 0 0,-1-10 0,1 15-29,0 0 0,0-1 1,0 1-1,0 0 0,0 0 0,-1-1 1,1 1-1,0 0 0,-1 0 0,1 0 0,-1-1 1,0 1-1,1 0 0,-1 0 0,0 0 1,1 0-1,-1 0 0,0 0 0,0 0 1,0 1-1,0-1 0,0 0 0,0 0 0,0 1 1,0-1-1,0 1 0,-1-1 0,1 1 1,0-1-1,0 1 0,0-1 0,-1 1 1,-2 0-1,-4 1 85,0 0-1,0 0 1,0 1 0,0 1 0,1-1 0,-1 1-1,1 0 1,-1 1 0,1 0 0,0 0-1,0 1 1,1-1 0,-1 1 0,1 1 0,0-1-1,-8 11 1,-5 9-13,1 0 0,1 1 0,2 1 0,1 1 0,0 0 0,-13 43 0,21-50-59,0-1 0,2 1 1,0 0-1,1 0 0,2 0 0,0 1 0,1-1 0,1 0 1,1 1-1,5 26 0,-3-36-31,-1-1-1,1 1 1,1-1 0,0 0 0,1 0-1,0 0 1,0-1 0,1 0 0,1 0-1,8 9 1,-4-7-21,2 0-1,-1-1 1,1 0 0,1-2 0,-1 1-1,23 9 1,-2-4-135,0-2 0,1-2 0,1-1 0,-1-1 0,74 6 0,-15-9-1904,0-4 1,146-17-1,45-28-7487,-76-1-3306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2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 80 13409,'-4'-6'826,"1"0"1,-1 0-1,-1 0 0,1 0 0,-1 0 0,0 1 1,0 0-1,0 0 0,-12-7 0,8 5-312,-7-2 5455,15 9-5757,-1 0 0,1 1 0,0-1 0,0 0 0,-1 1 1,1 0-1,0-1 0,0 1 0,0 0 0,0-1 0,0 1 0,0 0 0,0 0 0,0 0 0,0 0 0,1 0 1,-2 2-1,-4 4-148,1 0 1,1 1 0,-1-1-1,1 1 1,0 1-1,1-1 1,0 0 0,-2 11-1,-12 79 136,11-55-186,-15 97-14,7 1 0,6 0 0,6 1 0,19 161 0,-9-230-342,2-1 0,3 0 0,35 106 0,-38-152 122,1-1-1,1 0 1,1-1-1,1 0 0,20 25 1,-21-34 44,0 1 0,2-2 0,-1 0 0,2-1 0,0 0 0,0-1 1,35 18-1,-29-19-832,1-2 0,0 0 0,0-1 1,1-2-1,40 7 0,-30-9-2914,57-1 1,22-9-7874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2.7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1190 12 10769,'-2'1'222,"0"1"0,0-1-1,0 0 1,0 0 0,0 0 0,0 0 0,0 0-1,-1-1 1,1 1 0,0-1 0,0 1-1,-1-1 1,1 0 0,0 0 0,-1 0 0,1 0-1,0 0 1,-1 0 0,1-1 0,0 1 0,0-1-1,-1 0 1,1 0 0,0 1 0,0-1 0,0-1-1,0 1 1,0 0 0,0 0 0,0-1 0,1 1-1,-1-1 1,0 0 0,-3-4 5829,4 7-5850,0 0 1,0 0 0,1 0-1,-1 1 1,0-1-1,0 0 1,1 0-1,-1 1 1,1-1-1,0 0 1,-1 1 0,1 1-1,-1 2-26,1-1 0,-1 1 0,2-1 0,-1 1 0,0-1 1,1 1-1,0-1 0,0 1 0,0-1 0,2 6 0,23 47 936,-11-27-586,53 117-55,76 176 691,-120-258-1012,-3 1-1,-2 1 0,10 76 0,-21-88-148,-3 0 0,-2 1 0,-3 0 0,-2-1 0,-2 1 0,-3-1 0,-3 0 0,-1-1 0,-3 0 0,-3-1 0,-2 0 0,-2-2 0,-2 0 0,-54 87 0,33-75-881,-3-1-1,-2-3 1,-2-2-1,-3-2 1,-3-2-1,-2-3 1,-1-3-1,-3-2 1,-2-3-1,-1-3 1,-2-3-1,-2-2 1,-116 37 0,20-25-5712,4-8-4257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3.1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 25 13337,'-4'-6'1043,"-5"-12"9441,8 18-10392,1 1-1,0-1 1,-1 1 0,1-1 0,-1 1 0,1-1 0,-1 0 0,1 1 0,-1-1 0,1 1 0,-1-1 0,1 0 0,-1 0 0,1 1 0,-1-1 0,0 0 0,1 0 0,-1 0 0,0 1-1,1-1 1,-1 0 0,1 0 0,-2 0 0,1 0-20,0 0-1,0 0 0,0 0 1,0 0-1,0 0 0,0 1 1,0-1-1,0 0 0,1 1 1,-1-1-1,0 0 0,0 1 1,0-1-1,0 1 1,1-1-1,-1 1 0,0 0 1,1-1-1,-1 1 0,0 0 1,1 0-1,-1-1 0,1 1 1,-1 1-1,-6 29 534,0 0-1,-3 0 1,0-1-1,-22 44 1,-12 36 40,30-71-581,3 1-1,-11 71 0,19-89-55,2-1 0,0 1 0,1 0-1,2 0 1,0 0 0,10 41 0,0-24-8,2-1 0,36 72 0,52 64 0,-83-143 0,4 2 1,-17-25-1,1 0 1,-2 1-1,1 0 0,-1 0 0,-1 0 1,5 13-1,-8-19-1,-1 0 1,1-1-1,-1 1 1,0 0-1,0 0 0,0 0 1,0-1-1,0 1 1,-1 0-1,1 0 1,-1 0-1,0-1 1,0 1-1,0 0 1,0-1-1,0 1 0,-1-1 1,1 1-1,-1-1 1,1 0-1,-1 0 1,0 0-1,0 1 1,0-2-1,0 1 0,0 0 1,-5 3-1,-1 0-373,0 0-1,1-1 0,-1 0 1,-1 0-1,1-1 0,0 0 0,-1 0 1,0-1-1,-14 2 0,17-3-232,0-1-1,0 1 1,0-1-1,0-1 0,-1 1 1,1-1-1,0 0 1,0 0-1,1-1 1,-1 0-1,0 0 1,0 0-1,1 0 0,-7-5 1,-2-8-5831,7-4-4034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3.3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1 250 13801,'117'-63'2869,"-70"48"-285,0-6-596,0 3-404,6 0-340,11 0-640,13 3-856,10-3-440,0 0-748,4-4-992,2 7-3469,-9 6-5072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3.9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1 278 12525,'0'0'7795,"3"-2"-5536,16-7-1575,-1 1-1,2 1 0,-1 1 0,1 1 0,0 0 1,0 2-1,31-2 0,-6-1-135,919-82 2992,-187 24-3860,-574 29-1919,-126 20-2173,1 1-6255,-48 9-844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4.2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299 5 13961,'-2'-1'701,"-1"0"0,1 1 0,0-1 0,-1 0 0,1 1 0,-1-1 0,1 1 0,-1 0 0,1 0 0,0 0 1,-1 0-1,1 1 0,-6 0 0,8-1-577,0 1 0,-1-1 0,1 1 1,-1-1-1,1 1 0,0-1 1,-1 1-1,1-1 0,0 1 0,-1 0 1,1-1-1,0 1 0,0-1 1,0 1-1,0 0 0,-1-1 0,1 1 1,0-1-1,0 1 0,0 0 1,0-1-1,0 1 0,1 0 0,-1-1 1,0 1-1,0-1 0,0 1 1,0 0-1,1-1 0,-1 1 0,0-1 1,1 2-1,6 9 433,-1 0 0,2 0 1,15 18-1,-20-25-268,41 44 408,3-1-1,79 61 1,-27-24-415,-91-77-282,112 99 0,154 172 0,-250-248 0,-1 1 0,-2 1 0,0 1 0,-3 0 0,0 1 0,-3 1 0,14 42 0,-22-50 0,0 0 0,-2 1 0,-1-1 0,-1 1 0,-1 0 0,-2 0 0,0 0 0,-2 0 0,-1 0 0,-10 40 0,0-25-78,-2 0 0,-1-1 0,-3 0-1,-1-2 1,-2 0 0,-1-1 0,-48 58 0,23-39-389,-4-2 0,-1-3 1,-109 85-1,-91 26-3867,-11-21-5553,263-142 9833,-168 85-12962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7.9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429 85 14833,'9'-8'1280,"-3"3"-819,0 0 0,-1-1 0,1 1 0,8-14 0,-6 2 4054,-5-3 4527,-12 43-8250,-6 7-792,-24 38 0,4-9 0,-23 44 37,-9 14-396,-59 143 0,106-209-775,-46 119-4617,34-54-2587,13-6-5541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8.4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 97 12757,'-2'-8'548,"2"2"80,-1 0 0,0 1 1,0-1-1,-1 1 1,0 0-1,0-1 1,0 1-1,0 0 0,-1 0 1,0 0-1,0 1 1,0-1-1,0 1 1,-1 0-1,-9-9 3649,10 16-3553,-3 1-610,1 0 1,0 1-1,0 0 1,1 0-1,0 0 1,0 1-1,0 0 1,0-1-1,1 1 1,0 0-1,0 1 1,-2 7-1,1 1 7,0 0-1,1 0 1,1 0-1,0 26 1,2-14-213,2 1-1,1-1 1,1 0 0,2-1 0,0 1-1,2-1 1,1 0 0,1-1 0,1 0-1,1-1 1,1 0 0,1 0 0,19 23 0,-9-16-307,1-1 1,2-1-1,0-2 0,2 0 1,1-2-1,1-1 1,2-2-1,55 30 1,-72-45 302,0 0 0,0-1 1,1 0-1,0-2 0,0 0 0,0 0 0,1-2 1,31 1-1,-36-3 96,-1-1 0,1 0 0,-1-1 0,1-1 0,-1 0 0,0 0 0,0-1-1,0 0 1,-1-1 0,1-1 0,-1 0 0,0 0 0,11-10 0,17-20 609,-1-1-1,-2-2 1,-2-2-1,36-55 1,37-44 2937,-87 116-2857,-16 17-548,2 0-1,-1 0 1,1 1 0,-1 0-1,2 0 1,-1 0 0,1 1 0,0 0-1,12-8 1,-18 13-141,0 0 0,-1-1 0,1 1 0,-1 0 0,1 0 0,0 0 0,-1-1 0,1 1 0,0 0 0,-1 0 0,1 0 0,0 0 0,-1 0 0,1 0 0,0 0 0,-1 1 0,1-1 0,0 0 0,-1 0 0,1 0 0,0 1 0,-1-1 0,1 0 0,-1 1 0,1-1 0,-1 0 0,1 1 0,-1-1 0,1 1 0,-1-1 0,1 1 0,-1-1 0,1 1 0,-1-1 0,0 1 0,1-1 0,-1 2 0,2 1 0,-1 1 0,0 0 0,0-1 0,-1 1 0,1 0 0,-1-1 0,0 8 0,0 7 0,-2-1 0,-6 30 0,-14 28 0,-4-1 0,-40 83 0,-5 10-1,-71 236-5900,62-171-5377,37-109-1325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8.5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1 202 16858,'0'-30'2708,"3"0"-624,0 0-408,4 15-328,0-3-316,3 3-764,3-4-888,7 7-604,14-9-912,-21 12-1096,21 6-2361,22 3-4592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5.1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249 205 5905,'8'-3'442,"16"-11"252,-24 14-646,1 0-1,-1 0 0,0 0 1,1 0-1,-1 0 0,0-1 1,0 1-1,1 0 0,-1 0 0,0 0 1,1 0-1,-1-1 0,0 1 1,0 0-1,0 0 0,1-1 1,-1 1-1,0 0 0,0-1 0,0 1 1,0 0-1,1 0 0,-1-1 1,0 1-1,0 0 0,0-1 0,0 1 1,0 0-1,0-1 0,0 1 1,0 0-1,0-1 0,0 1 1,0 0-1,0-1 0,0 1 0,0 0 1,0-1-1,-1 1 0,1 0 1,0 0-1,0-1 0,0 1 1,0 0-1,-1 0 0,1-1 0,0 1 1,0 0-1,0 0 0,-1-1 1,1 1-1,0 0 0,-7-6 2448,-3-12 10868,8 13-11918,0 0-3313,2 3 3509,-3 3-1017,-2 1-469,0-1-1,1 1 1,-1 0-1,1 1 1,0-1-1,0 1 1,0 0-1,0 0 1,0 0-1,1 0 0,-1 1 1,1 0-1,0 0 1,0-1-1,0 2 1,-2 4-1,-16 28 421,2 0 1,2 1-1,2 1 0,-14 52 1,25-79-560,-18 60-16,2 2 0,4 1 0,-10 127 0,23-167 0,3 1 0,1 0 0,2 0 0,1-1 0,2 1 0,1-1 0,2-1 0,1 1 0,2-1 0,16 33 0,-13-41 0,0 0 0,2-2 0,1 0 0,0-1 0,2 0 0,0-2 0,2 0 0,0-2 0,2 0 0,0-2 0,0 0 0,2-2 0,0-1 0,1 0 0,0-3 0,1 0 0,33 8 0,-29-11 0,0-1 0,1-1 0,0-2 0,0-1 0,0-2 0,1-1 0,-1-2 0,0-1 0,0-2 0,-1-1 0,1-1 0,-1-2 0,-1-1 0,0-2 0,36-18 0,-39 15 0,0-2 0,-1-1 0,0-1 0,-2-1 0,0-2 0,-2 0 0,26-30 0,-33 31 0,-1 0 0,-1-1 0,-1 0 0,-1-1 0,-1 0 0,0-1 0,-2-1 0,-1 1 0,7-41 0,-9 28 0,-2-1 0,-2 0 0,-2 1 0,-1-1 0,-2 0 0,-1 0 0,-17-66 0,8 57 0,-2 1 0,-2 1 0,-2 0 0,-2 1 0,-44-69 0,32 66-149,-2 2 0,-79-80-1,84 97-73,-1 1-1,-2 1 1,0 2-1,-66-35 1,86 53-152,1 0 1,-1 1 0,0 1 0,-1 0-1,1 0 1,-1 2 0,1-1 0,-1 2-1,0 0 1,0 0 0,-17 3 0,22-1-233,0 1-1,0 0 1,0 0 0,1 1 0,-1 0 0,1 1 0,-12 6 0,12-6-355,1 2 0,0-1 0,0 1 0,0 0 1,1 0-1,0 0 0,0 1 0,-6 9 0,-17 32-9251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5.6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394 1 14841,'-2'7'1423,"-4"9"-752,1-14 2446,-2-6 5039,5 8-6103,-89 191 124,45-104-1848,-10 17-275,26-52-222,-39 99 0,64-141-140,-54 181-4526,54-174 3230,1 1 0,1-1 1,1 0-1,1 1 0,1 0 1,0-1-1,6 28 0,9 16-9925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5.9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99 166 12733,'-54'-91'3398,"53"88"-3001,1 1-1,-1-1 1,0 1 0,1-1 0,0 1-1,0-1 1,0 0 0,0 1 0,0-1-1,0 1 1,1-1 0,-1 1 0,1-1-1,0 1 1,0-1 0,0 1 0,0-1-1,0 1 1,0 0 0,1 0 0,-1 0-1,1-1 1,0 1 0,-1 1 0,1-1-1,2-2 1,0 0 917,-3 3-1285,-1 1 1,0 0 0,0 0-1,0-1 1,0 1 0,1 0 0,-1 0-1,0-1 1,0 1 0,1 0 0,-1 0-1,0 0 1,0-1 0,1 1-1,-1 0 1,0 0 0,0 0 0,1 0-1,-1 0 1,0 0 0,1 0 0,-1 0-1,0 0 1,1 0 0,-1 0-1,0 0 1,0 0 0,1 0 0,-1 0-1,0 0 1,1 0 0,-1 0 0,0 0-1,1 0 1,-1 0 0,0 0-1,0 1 1,1-1 0,-1 0 0,0 0-1,0 0 1,1 1 0,-1-1 0,0 0-1,0 0 1,1 1 0,8 19 1479,0 26 195,-9-6-1704,-7 66 0,1-28 0,-58 633 0,51-582-2774,5 0 0,11 156 0,1-168-1209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6.3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49 10425,'0'1'92,"0"-1"0,-1 0 0,1 1 0,0-1 0,0 0 0,-1 1 0,1-1 0,0 0 0,-1 1 0,1-1 0,0 0 1,-1 0-1,1 1 0,0-1 0,-1 0 0,1 0 0,0 0 0,-1 0 0,1 1 0,-1-1 0,1 0 0,-1 0 0,1 0 0,0 0 0,-1 0 0,1 0 0,-1 0 0,1 0 0,0 0 0,-1 0 0,1 0 1,-1 0-1,1 0 0,-1-1 0,1 1 0,0 0 0,-1-1 0,-3-15 3546,2 7-3026,2 6 1131,-27-21 7814,48 33-9334,62 23 104,-80-31-245,20 11 25,-12-9-2508,-7-3 3090,11 0-1872,26-3-9072,-24 0 4791,0 12-3150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6.5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553 0 10073,'-5'12'1131,"-1"-1"1,0 0-1,0 0 1,-1 0-1,-1-1 1,0-1-1,0 1 1,-1-1-1,-12 10 1,4-3 1195,-27 34 0,-54 77 1168,47-65-3541,-60 98 0,74-98-1555,-49 90-6755,70-109 2027,7 1-3846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6.9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377 79 14449,'40'-44'2556,"-6"16"2184,-33 27-4614,0 1 0,0-1 0,1 0 0,-1 1 0,1-1 0,-1 1-1,1-1 1,-1 1 0,1-1 0,-1 1 0,1 0 0,-1 0 0,1 0-1,-1 0 1,1 0 0,-1 0 0,3 1 0,7-1 402,-4 0-302,0 0 0,0 0 0,0 1 0,0 0 0,0 0 0,0 1 0,0 0 0,0 0 0,-1 1 1,1 0-1,-1 0 0,1 0 0,-1 1 0,0-1 0,5 6 0,0 2-95,0-1 0,-1 1 0,0 0 0,-1 1 0,0 0 0,-1 1 0,-1 0 0,0 0 0,6 16 0,-5-8-104,-2 1 0,0 0 0,-1 0 1,-1 0-1,1 35 0,-5-16-270,-1 0 1,-3 1-1,-1-1 1,-2 0-1,-1-1 1,-19 51-1,1-19-510,-70 132-1,-61 54-255,21-78 455,5-9 287,101-129 205,-35 57-103,59-89 170,1 1 0,-1 1-1,2-1 1,0 1 0,0 0-1,1-1 1,-2 15 0,5-21 5,0-1 0,0 1-1,0-1 1,1 1 0,-1-1 0,1 1 0,0-1-1,1 0 1,-1 1 0,1-1 0,0 0 0,0 0-1,0 0 1,0 0 0,1 0 0,0 0 0,0-1-1,0 1 1,0-1 0,0 0 0,0 0 0,1 0-1,0-1 1,-1 1 0,1-1 0,0 1 0,6 1-1,9 4-82,0 0-1,0-2 1,1 0-1,35 5 1,5-2-834,1-4 0,100-2 0,125-24-6117,-234 17 4699,99-11-6933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7.1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473 0 10521,'-9'4'1469,"1"-1"1,0 1 0,0 1-1,0 0 1,0 0-1,-7 6 1,5-1-80,0-1 1,0 2 0,-11 14 0,-1 9 578,-34 65 1,33-55-868,-75 170-1704,24-49-4335,26-60-2906,38-84 4778,-16 37-8916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7.4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992 228 13029,'71'-115'5979,"-62"102"-4255,1 1 0,19-20 0,-22 26-1412,1 0-1,-1 0 1,1 1-1,0 0 1,0 0 0,1 0-1,-1 1 1,1 1-1,0 0 1,9-3-1,-16 6-298,0 0 0,0-1 0,0 1-1,-1 0 1,1 0 0,0 0 0,0 0 0,0 0-1,-1 1 1,1-1 0,0 0 0,0 1 0,-1 0-1,1-1 1,0 1 0,-1 0 0,1 0 0,0 0-1,-1 0 1,1 0 0,-1 0 0,0 0 0,1 0-1,-1 1 1,0-1 0,0 0 0,0 1 0,0-1-1,0 1 1,0-1 0,0 1 0,0 0 0,0 1-1,2 4-87,-1 1-1,0-1 1,0 1-1,0-1 0,-1 1 1,0 12-1,-1-8-53,-1 0-1,0 1 0,-1-1 1,-1 0-1,0 0 0,0-1 1,-6 13-1,-40 79-609,35-75 557,-66 109-528,45-80 300,-30 64 0,57-102 355,0 0 0,1 0 1,1 0-1,1 1 1,1 0-1,1 0 1,-2 37-1,6-42 23,0 0 0,0 0 0,2-1 0,0 1 0,1-1 1,8 22-1,42 76-114,-35-76 112,-11-22 24,-2 1 1,0-1 0,-1 1-1,0 0 1,-1 0-1,3 29 1,-6-35 11,-1 1 0,1 0-1,-2-1 1,0 1 0,0-1 0,-1 1-1,0-1 1,0 1 0,-1-1 0,0 0 0,-1 0-1,-6 12 1,-2-4 18,-1 0-1,0 0 1,-1-1 0,-1 0 0,0-2-1,-1 0 1,-35 24 0,-138 70 92,156-91-103,-301 137-77,178-87-2623,1 7-5564,97-44-1168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9.4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71 244 5340,'-66'20'4501,"62"-19"-2726,8-2 58,61-5 617,103 5 1,-42 2-1669,3514-6 3122,-2125 13-3146,-948-5-396,639-2 654,-2-29 192,-706-5-859,-16-34-1284,-443 60 397,0-2 0,-1-2 1,56-23-1,-90 32 385,-1 1 1,0-1 0,0 0-1,1 0 1,-1 0-1,-1-1 1,6-4-1,-7 7 78,-1-1 0,1 0-1,-1 1 1,0-1 0,1 1-1,-1-1 1,0 0 0,1 1-1,-1-1 1,0 0-1,0 1 1,1-1 0,-1 0-1,0 0 1,0 1 0,0-1-1,0 0 1,0 0 0,0 1-1,0-1 1,0 0 0,-1 1-1,1-1 1,0-1-1,-2-1-160,-1 1 0,1 0 0,0 0 0,-1 0 0,1 0-1,-1 0 1,0 0 0,1 0 0,-1 1 0,0 0 0,0-1-1,0 1 1,0 0 0,0 0 0,-5 0 0,-4-2-1100,-1 1 0,1 0 0,-26-1 0,-53 11-7097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49.7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0 688 15053,'41'-21'495,"13"-8"578,2 2 0,1 3 0,62-18 0,131-23 2425,276-34 1,266 6-1575,288 23-809,3 41-519,-383 13-439,-473 10-285,431-18-478,-11-43-3529,-476 34-814,-153 28 2807,-17 5 2101,-1 0 0,0 0-1,0 0 1,0 0 0,0 0 0,0 0-1,0 0 1,1-1 0,-1 1-1,0 0 1,0 0 0,0 0 0,0 0-1,0 0 1,0 0 0,0 0-1,0 0 1,1 0 0,-1-1 0,0 1-1,0 0 1,0 0 0,0 0-1,0 0 1,0 0 0,0 0 0,0-1-1,0 1 1,0 0 0,0 0 0,0 0-1,0 0 1,0 0 0,0 0-1,0-1 1,0 1 0,0 0 0,0 0-1,0 0 1,0 0 0,0 0-1,0 0 1,0-1 0,0 1 0,0 0-1,-1 0 1,1 0 0,0 0-1,0 0 1,0 0 0,-31-13-4870,-45-7-3758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0.9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6817,'1'10'609,"0"-4"-186,-1 1 0,1-1 0,1 1 0,-1-1 0,1 0 1,0 1-1,1-1 0,-1 0 0,1 0 0,4 6 0,10 19 1315,-2 0 1,14 41 0,14 28 483,41 84-816,-8 4-1,67 254 0,-74-159-4655,-14 4-4704,-28-112-1592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1.2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1568 16361,'377'97'4674,"264"92"1921,-352-99-5602,-146-48-862,226 35 0,-290-67-405,0-3 0,0-4 0,0-3 0,129-17 0,-171 11 154,-1-1 0,0-3 0,-1 0 1,0-3-1,0-1 0,-2-1 0,0-2 1,0-1-1,-2-2 0,0-1 0,-2-1 1,0-2-1,-2-1 0,0-1 0,-2-1 0,-1-1 1,40-61-1,-35 43 25,-2-1 0,-1-2 0,-3-1 0,-3 0 0,-1-2-1,-3 0 1,11-57 0,50-355-787,-46 124-276,-27 0-5441,-6 290 1568,4 26-2913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1.6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420 511 14321,'0'0'1799,"-3"2"-303,0 2-1213,-1-1 0,1 1 0,-1-1 0,1 1 0,0 0 0,1 0-1,-1 0 1,1 1 0,-3 4 0,-18 51 1608,7-16-812,-33 76 872,-32 127 1,-17 132-711,85-328-1075,-23 101 284,-30 274 0,63-387-397,3 1 0,1-1 0,3 1 1,0-1-1,19 70 0,-20-99-52,0 0 0,0 1 1,1-1-1,0 0 0,1-1 0,0 1 0,1-1 0,0 0 1,0-1-1,1 1 0,0-1 0,1 0 0,-1-1 0,2 0 1,-1 0-1,1-1 0,0 0 0,0 0 0,0-1 0,1 0 1,0-1-1,0 0 0,20 5 0,-11-6-33,0-1 0,1 0 0,-1-1 0,1-2-1,-1 0 1,0 0 0,0-2 0,1-1 0,-2 0 0,1-1 0,30-13 0,5-7-54,-1-1-1,-1-3 1,-2-3 0,-1-1 0,70-63 0,-46 29-165,-4-4 0,95-123 0,-114 125 82,-3-2-1,-3-2 1,-3-2-1,-3-1 1,-4-2-1,24-85 0,-39 98 99,-3 0 0,-2-1-1,-4-1 1,-2 0-1,-4 0 1,-2-1 0,-3 1-1,-11-73 1,5 101 26,-1 0-1,-1 1 1,-3 0 0,-1 1 0,-1 0 0,-3 1 0,0 1-1,-3 1 1,-41-57 0,46 72-129,0 0-1,-2 1 0,0 1 1,-2 0-1,1 2 1,-2 0-1,0 1 0,-1 1 1,0 0-1,-1 2 1,0 1-1,-1 0 0,0 2 1,-1 1-1,1 1 1,-42-6-1,49 11-178,1 0 0,-1 1 1,0 1-1,1 0 0,-1 2 0,1-1 0,-22 8 1,26-6-363,1-1 1,0 2 0,0-1 0,1 2-1,-1-1 1,1 1 0,1 0-1,-1 1 1,1 0 0,0 1 0,-10 11-1,-16 37-7975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1.8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1 13981,'0'0'3417,"3"15"-1941,4 0-120,-10 0-276,-1-3-224,-2 9-164,-1 0-120,7 12-424,-3 19-304,3-7-532,0-3-792,3 3-680,-3 7-3529,0-7-4732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2.1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781 0 14877,'0'0'3951,"-3"1"-2140,-8 0-1176,0 0 0,1 1 0,-1 0 1,1 1-1,-1 0 0,1 1 1,0 0-1,0 1 0,1 0 0,-1 0 1,-15 13-1,9-3-356,1 0 0,1 2-1,1 0 1,0 0 0,1 1 0,1 1 0,0 0-1,2 0 1,0 1 0,-9 31 0,4 0-73,1 1 0,3 0 0,-4 61 0,6 23-686,5-1-1,29 253 1,-20-341 22,-2 1-1,-4 79 1,-2-109 254,0 0 0,-1 0 1,-1 0-1,0-1 0,-1 1 0,-1-1 1,-1 0-1,-1-1 0,0 0 1,-11 17-1,2-9-328,-1-2 0,-1 0 0,-1-1-1,0 0 1,-2-2 0,0-1 0,-28 18 0,25-21-2031,-1-1 0,-1 0 1,-53 17-1,22-13-7041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2.3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78 13993,'34'-21'1892,"-17"12"-339,-1 0 747,-2-3-1460,-1 0-172,7 3-84,7 6-268,6 3-328,24-3-588,-13 6-840,0 0-644,2 3-3277,-2 6-4304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2.5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734 13 11977,'-31'-10'2078,"25"8"1529,6 6-1465,2 6-1416,0 0 0,1-1 0,0 1 0,0-1-1,1 0 1,7 13 0,39 57 2131,-35-57-2120,123 168 512,56 91 788,-164-233-1837,-3 2 1,-2 1-1,-3 1 1,18 58-1,-28-65-339,-2 1 1,-2 0-1,-2 0 0,-2 0 0,-2 1 1,-2-1-1,-10 81 0,0-66-294,-3 0 0,-3-1 0,-2-1 0,-3 0 0,-34 67 0,10-40-563,-4-1 0,-100 131-1,57-102-144,-114 107-1,-199 130-9109,186-181-301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2.8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539 73 7345,'-15'-14'466,"9"8"-123,0 1-1,-1-1 1,1 1 0,-1 0-1,0 0 1,-1 1-1,1 0 1,-1 0 0,1 1-1,-1 0 1,0 0 0,-13-2-1,13 5-59,0 0 1,0 0-1,0 1 0,0 0 0,1 1 0,-1-1 0,0 1 1,0 1-1,1 0 0,0 0 0,-1 0 0,1 1 1,0 0-1,1 1 0,-1-1 0,-7 8 0,-5 4 307,1 1 1,1 0-1,0 2 0,-18 26 0,14-14 15,2 1 1,1 1-1,2 0 1,1 2-1,-12 37 1,12-16 203,1 0 0,-10 95 0,15 8 555,15 223 0,-5-359-1272,59 937 2086,70-7-1760,-100-803-626,6-1 1,96 244-1,-99-317-100,4-1-1,61 91 1,-64-116-154,3-1 0,1-3 0,84 79 0,-86-95-55,2-1-1,0-2 1,2-2-1,1-1 1,1-2 0,0-2-1,2-2 1,63 17 0,-35-17-1474,1-3 0,0-4 1,1-2-1,120-3 1,91-19-8527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3.5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0 205 8957,'0'0'15671,"2"-3"-14317,4-2-1114,-1 0 0,1 1 0,-1 0 1,1 0-1,0 0 0,1 0 0,-1 1 1,1 0-1,-1 0 0,14-3 0,10-1 146,40-4-1,-18 3-37,301-50-1207,-24 3-4566,-264 47 4141,-20 4-2177,-17-1-5409,-50 10 2010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3.8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90 6969,'-16'2'7421,"32"1"-4609,40 0-342,165-40-730,-165 27-2163,64-12-3609,158-7 0,-261 29 3154,0 0 0,19 4 0,-24-3 475,-12-1 390,0 0 1,-1 1-1,1-1 1,0 0 0,0 0-1,0 0 1,0 0 0,0 0-1,0 0 1,0 0-1,0 0 1,0 0 0,0 0-1,0 1 1,0-1 0,0 0-1,0 0 1,0 0-1,0 0 1,0 0 0,0 0-1,0 0 1,0 0 0,0 1-1,0-1 1,0 0 0,0 0-1,0 0 1,0 0-1,0 0 1,0 0 0,0 0-1,0 0 1,0 0 0,0 0-1,0 1 1,0-1-1,1 0 1,-1 0 0,0 0-1,0 0 1,0 0 0,0 0-1,0 0 1,0 0-1,0 0 1,0 0 0,0 0-1,0 0 1,1 0 0,-1 0-1,-20 19-133,0-2 0,-1 0 0,-1-1 0,0-2 0,-40 20 0,1-5 731,-74 23 0,-121 28 3510,231-69-2947,25-11-1133,0 0-1,0 0 1,0 0 0,0 1-1,0-1 1,0 0 0,0 0-1,0 0 1,0 0 0,0 1-1,0-1 1,0 0 0,0 0-1,0 0 1,0 0 0,0 0-1,0 1 1,0-1 0,0 0-1,1 0 1,-1 0 0,0 0-1,0 1 1,0-1 0,0 0-1,0 0 1,0 0 0,0 0-1,1 0 1,-1 0 0,0 0-1,0 0 1,0 1 0,0-1 0,0 0-1,1 0 1,-1 0 0,0 0-1,0 0 1,0 0 0,0 0-1,1 0 1,-1 0 0,0 0-1,0 0 1,0 0 0,0 0-1,1 0 1,-1 0 0,0 0-1,0 0 1,0 0 0,0 0-1,0 0 1,1 0 0,-1-1-1,0 1 1,0 0 0,49-1 818,22-7-1306,104-25 0,-98 16-517,173-39-5075,-117 29 570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4.8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16 239 6249,'-12'-5'2562,"11"4"-2211,1 1-1,0-1 0,-1 1 0,1-1 1,0 1-1,0-1 0,-1 1 1,1-1-1,0 1 0,0-1 1,0 1-1,-1-1 0,1 1 0,0-1 1,0 0-1,0 1 0,0-1 1,0 1-1,0-1 0,0 1 0,0-1 1,1 0-1,-1 1 0,0-1 1,0 1-1,0-1 0,1 1 0,-1-1 1,0 1-1,0-1 0,1 1 1,0-1-1,4-13-1453,-2 5 1098,1 0-1,0 0 1,1 1 0,0-1 0,1 1 0,-1 0-1,2 1 1,-1-1 0,1 1 0,0 0 0,0 1-1,1 0 1,0 0 0,0 0 0,0 1-1,17-7 1,6-2-2283,0 2 0,1 1 0,54-11 0,-20 10-4755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5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11 112 9557,'-10'-24'2288,"30"15"-1584,20-3-284,0-3-560,17 0-432,3 0-668,14-7-2024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9.3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 1089 12757,'-5'-8'562,"0"0"1,1-1-1,0 0 0,1 1 0,0-1 1,0 0-1,1 0 0,0-1 0,0 1 0,1 0 1,1-1-1,0 1 0,0-1 0,0 1 1,1 0-1,3-14 0,-1 13-112,1-1 1,0 1 0,0 0-1,1-1 1,0 2-1,1-1 1,0 1-1,0 0 1,1 0-1,0 0 1,1 1 0,0 1-1,17-14 1,1 3-267,0 2 0,1 1 0,1 1 0,1 2 0,0 0 0,0 2 0,1 1 0,1 2 0,-1 1 1,1 1-1,0 2 0,36 0 0,-7 3 108,0 3 0,0 3-1,-1 3 1,0 2 0,81 26 0,-77-16-292,0 3 0,-1 2 0,-2 4 0,-1 1 0,-1 4 0,-2 2 0,-2 2 0,-1 3 0,68 70 0,-79-67 0,-2 2 0,-2 1 0,-2 2 0,-3 2 0,-2 1 0,-2 1 0,-3 2 0,-2 0 0,-2 2 0,21 91 0,-29-81 0,-4 2 0,-2-1 0,-4 1 0,-4 82 0,-8-47 0,-4-1 0,-29 114 0,29-170 0,8-36 0,2-16 0,1-17 0,1 20 0,1-32 0,3-1 0,0 1 0,2-1 0,13-38 0,52-137 0,140-272 0,32 14 0,-130 264-1089,163-222 0,-206 332 403,4 2 0,4 5-1,4 2 1,121-95 0,-83 95-2028,-5 23-292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6:59.6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1059 124 13297,'-27'-50'2401,"24"45"-2034,0 1 0,0-1 1,-1 1-1,1 0 0,-1 1 0,0-1 0,0 1 0,0-1 0,-1 1 0,1 0 1,-1 1-1,0-1 0,0 1 0,-6-2 0,-5-1 316,0 1 0,1 0 0,-19 0 0,8 2-286,0 1 0,-1 1 0,1 1 0,0 2 0,0 0 0,0 2 0,1 1 0,0 1 0,0 1 0,-41 20-1,28-10-302,1 2 0,1 2 0,1 2-1,2 1 1,-61 56 0,68-53-343,2 1 0,1 0 0,1 2 0,1 1 0,-17 35 0,7-1-775,-39 115 0,66-169 930,-1 1-10,0 1-1,0 0 0,2 0 0,0 1 1,0-1-1,1 1 0,1-1 0,1 1 1,1 18-1,-1-30 93,1 0 0,-1-1 0,1 1 0,-1-1 0,1 1 0,0-1 0,0 1 0,0-1 0,0 1 0,1-1 0,-1 0 0,1 0 0,-1 0 0,1 0 0,0 0 0,0 0 0,-1 0 0,2-1 0,-1 1 0,3 2 0,-1-3 39,-1 0 0,1 0 0,-1 0 0,1 0 0,0-1 0,-1 1 0,1-1 0,0 0 0,-1 0 0,1 0-1,0-1 1,-1 1 0,5-2 0,8-3 280,1 0-1,-2-1 0,1-1 1,0-1-1,18-12 0,48-30 1178,81-52 1942,-127 77-2998,1 2 0,1 1-1,46-18 1,-78 38-461,0 0-1,0 1 1,0 0 0,0 0 0,1 0-1,-1 1 1,0 0 0,0 0 0,0 1-1,1 0 1,-1 0 0,0 0 0,0 1-1,0-1 1,0 2 0,-1-1 0,1 0-1,0 1 1,5 4 0,10 7-352,-1 1 0,-1 1 0,25 25 0,-23-21-34,27 22-5071,56 35-1,-74-55 838,26 17-6872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00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97 463 13437,'-12'-13'864,"6"6"365,0 1 1,0 0-1,-1 0 1,1 1 0,-1 0-1,-1 0 1,1 1-1,-11-6 1,17 10-1130,1 0 1,-1 0-1,0-1 1,0 1-1,1 0 1,-1-1-1,0 1 1,1-1-1,-1 1 1,1-1-1,-1 1 1,0-1-1,1 1 0,-1-1 1,1 0-1,-1 1 1,1-1-1,0 0 1,-1 1-1,1-1 1,0 0-1,-1 0 1,1 1-1,0-1 1,0 0-1,0 0 1,0 1-1,0-1 0,0 0 1,0 0-1,0 0 1,0 1-1,0-1 1,0 0-1,0 0 1,0 0-1,1 1 1,-1-1-1,1-1 1,0 0 86,-1 1 1,1 0 0,0-1 0,0 1 0,0-1 0,0 1 0,0 0-1,1 0 1,-1 0 0,0-1 0,0 1 0,1 0 0,-1 1 0,1-1-1,-1 0 1,1 0 0,2 0 0,7 0-188,0 1 0,-1 0 0,1 1 0,0 0 0,0 0 0,-1 2 0,1-1 0,-1 1 0,0 1 0,0 0 0,18 9 0,-5 0-4,-1 1-1,0 0 1,-1 2 0,0 1 0,-2 0-1,0 2 1,-1 0 0,-1 1 0,0 0-1,-2 2 1,20 35 0,-1 8-66,-3 1 1,42 130-1,-72-191-40,1 1 1,0-1-1,1 1 0,-1-1 1,1 0-1,0 0 0,4 5 1,-6-8 87,0-1 0,1 0 1,-1 0-1,0 0 1,1 0-1,-1 0 1,1 0-1,-1 0 1,1-1-1,0 1 1,-1 0-1,1-1 0,0 1 1,-1-1-1,1 0 1,0 0-1,-1 1 1,1-1-1,0 0 1,0-1-1,-1 1 0,1 0 1,0 0-1,-1-1 1,1 1-1,0-1 1,2-1-1,17-8-48,-1 0 0,-1-2 0,0-1 0,-1 0 0,0-1 0,16-17 0,-2 4 17,56-49-4,140-112-47,-183 156 124,0 1 1,2 3 0,68-30-1,-95 49 20,0 2 0,1 0-1,0 2 1,0 0 0,39-3 0,-45 7 1,0 1 1,-1 0 0,1 1-1,0 1 1,-1 1 0,0 0-1,1 0 1,-1 2 0,19 8 0,37 24 255,-2 2 1,-2 4 0,67 56 0,-87-65-138,84 48 1,-106-69-129,1-1 1,1-1-1,0-2 1,0 0-1,44 7 1,-62-15-33,1 0 0,-1-1 0,1 0 0,-1 0 0,1-1 0,-1 0 0,1 0 0,-1-1 0,0 0 0,0-1 0,8-3 0,-4 0 0,0 0 0,0-1 0,-1 0 0,0-1 0,0 0 0,14-15 0,-10 7 0,0-1 0,-1-1 0,-1 0 0,0-1 0,-2-1 0,0 1 0,-1-2 0,8-23 0,-9 18-61,-1 0 0,0-1 0,-2 1-1,-1-1 1,-2-1 0,1-54 0,-4 77 24,0 1 1,-1-1-1,0 0 1,0 0-1,0 1 0,0-1 1,-1 0-1,1 1 1,-1-1-1,0 1 1,-1 0-1,1 0 0,-1 0 1,0 0-1,0 0 1,0 0-1,0 1 0,-1 0 1,1-1-1,-1 1 1,0 0-1,0 1 1,0-1-1,-1 1 0,1 0 1,-7-3-1,5 4-40,-1-1 0,1 1-1,-1 0 1,0 1 0,1-1 0,-1 2-1,0-1 1,1 0 0,-1 1 0,0 1-1,1-1 1,-1 1 0,1 0 0,0 0-1,0 1 1,0 0 0,0 0 0,-10 7-1,7-3-110,0 0 0,0 1 0,0 1 0,1-1 0,1 1 0,0 0 0,0 1 0,0 0 0,1 0 0,1 0 0,0 1 0,0 0 0,-6 22 0,5-8-127,1 1 0,1 0 0,1 0 0,2 0 0,1 34 1,1-53 281,-1 1 0,1-1 1,1 0-1,-1 0 1,1 0-1,1 0 1,-1 0-1,1 0 0,0 0 1,1-1-1,-1 0 1,1 1-1,1-1 1,-1-1-1,1 1 0,0-1 1,0 1-1,1-2 1,-1 1-1,1 0 0,11 5 1,-14-8 108,0 0 1,-1-1-1,1 0 1,0 1-1,0-1 1,0 0-1,0 0 0,0-1 1,0 1-1,0 0 1,1-1-1,-1 0 1,0 0-1,0 0 0,0 0 1,0-1-1,4 0 1,-2 0 82,0-1 0,0 0 1,1 0-1,-1-1 0,-1 1 1,1-1-1,0 0 0,-1-1 1,5-3-1,5-7 500,0 0 0,-1-2 0,-1 1 0,14-23 0,28-39 1199,-34 57-1858,-11 19 0,-5 2 0,-1-1 0,0 1 0,-1-1 0,1 1 0,0 0 0,-1-1 0,1 1 0,-1 0 0,1 1 0,-1-1 0,1 0 0,-1 1 0,0-1 0,0 1 0,1 0 0,-1 0 0,0 0 0,1 2 0,32 45 0,-23-30 0,56 84 0,-6 3 0,77 177 0,-113-217 0,-2 1 0,-4 1 0,-2 1 0,-4 1 0,11 137 0,-23-149 0,-2 0 0,-2 0 0,-19 102 0,21-159 0,-16 92 0,-5-2 0,-45 128 0,42-157-97,-4 0 0,-52 87-1,57-112-4,-1-2 0,-2-1 0,-2-1 1,-63 59-1,73-77-4,-1-1 0,-1-1 0,0-1 0,-1 0 1,0-2-1,-1 0 0,0-1 0,-45 10 1,54-16 73,0 0 1,-1-1 0,1 0 0,-1-1 0,1-1-1,-1 0 1,1-1 0,-1 0 0,1-1 0,0-1 0,-1 0-1,1-1 1,1 0 0,-1-1 0,0 0 0,-20-13-1,25 12 24,0-1-1,0 0 0,0 0 0,1-1 1,0 0-1,1 0 0,-1 0 0,1-1 1,1 0-1,0 0 0,0-1 0,1 1 1,0-1-1,1 0 0,0 0 0,1 0 1,0-1-1,0 1 0,1 0 0,0-1 1,2-18-1,1 6 1,0 0-1,2 0 1,1 0-1,1 0 1,1 1-1,1 0 1,0 0-1,23-38 1,13-12-54,80-99 1,71-57-165,-136 160 187,390-431-189,169-198 137,-609 686 102,185-232 305,-159 193-168,-1-1 0,51-110 0,-77 143-87,0-1 0,-2 0-1,0 0 1,3-26 0,-8 38-25,0-1-1,-1 0 1,1 0 0,-2 0 0,1 0 0,-1 0-1,0 0 1,-1 0 0,0 0 0,0 0 0,-1 1-1,-6-14 1,7 17-14,0 1 1,0 0-1,-1 0 0,1 0 1,-1 0-1,0 0 0,1 1 0,-1-1 1,-1 1-1,1 0 0,0 0 0,0 0 1,-1 0-1,1 0 0,-1 1 0,0 0 1,1-1-1,-1 1 0,0 1 1,0-1-1,1 0 0,-1 1 0,0 0 1,0 0-1,0 0 0,0 1 0,0-1 1,1 1-1,-8 2 0,-3 1 70,0 0 0,1 1 0,0 1 0,0 0 0,0 1 0,-20 15 0,5-1-75,2 1 0,1 1 0,1 2 0,1 0 1,1 2-1,2 0 0,0 1 0,2 1 0,1 1 0,2 1 1,0 0-1,3 0 0,0 2 0,2-1 0,1 2 0,2-1 1,-3 39-1,7-39-8,1 0 0,2 0 1,2 0-1,0-1 0,3 1 0,0-1 1,19 60-1,-14-65-7,0-1 1,2 0-1,1-1 1,1-1-1,1 0 0,1-1 1,1-1-1,1 0 1,37 34-1,-17-25-150,2-1 0,1-2 0,1-1 0,1-3 0,1-1 0,1-3 0,63 21 0,-11-13-713,0-3-1,164 19 1,70-27-3767,3-29-3245,-282 10 6046,207-10-9860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01.2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735 994 12341,'16'-121'942,"26"-156"2384,-20 161-896,22-124 3495,-35 170-2502,2-98 1,-12 167-2975,-1 8-105,-151 453-141,26 20-241,107-403 36,-201 754 2,90-346 0,-46 280 0,158-646 0,5 0 0,5 0 0,5 1 0,18 180 0,-8-255 0,2 1 0,2-1 0,2-1 0,2 1 0,1-2 0,3 0 0,39 68 0,-37-79 0,2-1 0,1 0 0,1-2 0,2-1 0,1-1 0,1-1 0,1-1 0,1-1 0,58 33 0,-26-25-245,1-3 0,1-2-1,2-3 1,0-3 0,2-3 0,90 12 0,-6-12-1413,280-2 1,27-39-3681,-153-7-1046,104-21-6646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05.8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404 202 8721,'1'-8'744,"1"0"0,1 1 0,-1-1 0,1 0 0,1 1 0,-1 0 0,1-1 0,7-8 0,-6 9 41,0 0 0,-1-1 1,0 0-1,0 0 0,-1 0 1,0 0-1,3-11 0,0-33 9055,-8 53-9748,1-1-1,-1 0 1,0 1 0,1-1 0,-1 1-1,0 0 1,1-1 0,-1 1 0,1 0-1,-1 0 1,-1 2 0,-5 2-7,-23 16-69,1 1 0,-45 45 0,22-19-22,21-21 6,2 2 0,1 1 0,1 1 0,1 1 0,-23 39 0,41-57 0,1 0 0,0 1 0,2 0 0,-1 1 0,2-1 0,0 1 0,1 1 0,0-1 0,1 0 0,1 1 0,1-1 0,0 1 0,2 0 0,-1-1 0,6 28 0,6 4 0,3-1 0,1 0 0,2-1 0,2-1 0,46 74 0,159 199 0,-115-170 0,-84-112 0,23 30 0,66 121 0,-104-167 0,-1 1 0,-1 1 0,-1 0 0,-1 0 0,-1 0 0,-1 1 0,-1 0 0,-1 0 0,-1 0 0,-1 39 0,-3-45 0,0 0 0,-1-1 0,-1 1 0,-1-1 0,-1 0 0,0-1 0,0 1 0,-16 24 0,8-19 0,-1-1 0,0 0 0,-1-1 0,-2-1 0,-23 21 0,-3-6 0,-1-1 0,-2-2 0,-1-2 0,-80 33 0,117-56 0,-2 1 0,0 0 0,0-1 0,-1-1 0,-19 4 0,31-7-27,0-1 1,1 0-1,-1 0 1,0 0-1,0 0 1,1 0-1,-1 0 1,0 0-1,1-1 0,-1 1 1,0-1-1,1 1 1,-1-1-1,-2 0 1,4 0-17,-1 1 0,1-1 1,-1 0-1,1 1 1,-1-1-1,1 1 1,-1-1-1,1 0 0,0 1 1,-1-1-1,1 0 1,0 1-1,-1-1 1,1 0-1,0 1 0,0-1 1,0 0-1,0 0 1,0 1-1,0-1 1,0 0-1,0 0 0,0 0 1,1-4-219,0 1 0,1 0 0,0-1-1,-1 1 1,1 0 0,1 0 0,-1 0 0,1 1 0,-1-1 0,4-3 0,167-206-13776,-94 121 2583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188 175 13133,'-35'-10'849,"-52"-16"2521,25 9 2807,58 16-1975,5 0-4010,-1-1 0,1 1 0,0 0 1,0-1-1,-1 1 0,1 0 1,0 0-1,0 0 0,0 0 1,0 0-1,0 0 0,3-1 0,-1-1 154,7-4-140,1 0 1,0 1-1,0 1 1,0-1-1,0 2 0,1 0 1,0 0-1,0 1 0,21-3 1,-10 1-138,56-9-649,128-8-1,85 14-3812,-246 8 3468,265 9-10387,-154 5-622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06.5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905 42 15369,'-1'-4'528,"0"3"-318,0 0 0,1-1 0,-1 1 1,1 0-1,-1 0 0,1 0 0,0-1 0,-1 1 1,1 0-1,0 0 0,0-1 0,0 1 0,0 0 1,0 0-1,0-1 0,0 1 0,0 0 0,1-1 1,-1 1-1,0 0 0,1 0 0,-1 0 0,8-9 11106,-18 33-10596,-71 115-720,16-31 0,13-13 0,-143 239 0,-49 65-4136,35 16-6221,157-293-4933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0.1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 46 7957,'-2'-2'569,"0"1"0,-1 0 0,1-1 1,1 1-1,-1-1 0,0 0 0,0 0 1,1 0-1,-1 0 0,1 0 1,-1 0-1,1 0 0,0 0 0,0-1 1,0 1-1,0 0 0,0-1 0,0 1 1,0-6 6761,2 13-5730,14 60 1039,8 42-727,-13-16-1800,-4 0-1,-4 0 0,-12 105 1,-52 270-53,44-355-61,9-52-1551,3 0 0,2 1 1,7 102-1,-1-137 613,2 1 0,0-1 0,2-1 0,0 1 0,2-1 0,1 0 0,1-1 0,1 0 0,0 0 0,2-1 0,22 28 0,32 26-11369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0.5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432 90 15569,'-2'-3'511,"1"0"0,-1 0 0,0 0-1,1 0 1,0 0 0,-1 0 0,1-1-1,0 1 1,1-1 0,-1 1 0,1 0-1,-1-1 1,1 1 0,0-1 0,1 1-1,0-5 1,-1 5 1935,0 1-369,-2-7-1562,2 8-402,0 1-1,0-1 1,0 0-1,0 0 1,0 0-1,-1 0 1,1 1-1,0-1 1,0 0-1,-1 0 1,1 1-1,0-1 1,-1 0-1,1 0 1,-1 1 0,1-1-1,-1 0 1,1 1-1,-2-2 1,0 3-32,1-1 1,-1 1 0,0-1 0,1 1-1,-1 0 1,1-1 0,-1 1 0,1 0-1,-1 0 1,1 0 0,0 0 0,0 1-1,-1-1 1,0 2 0,-19 18-82,1 0 0,0 2 0,2 0 0,1 1 0,-24 45 0,15-18 0,3 1 0,-18 57 0,28-65 0,1 1 0,3 0 0,2 0 0,1 1 0,3 0 0,2 0 0,7 78 0,1-68 0,3-2 0,2 1 0,2-2 0,2 0 0,3-1 0,27 53 0,73 163 0,-106-232 0,-1 1 0,-2 1 0,-2 0 0,-1 1 0,2 57 0,-9-79-135,-1 1-1,0 0 1,-2-1 0,0 1-1,-1-1 1,0 0 0,-2 0-1,0-1 1,-1 1 0,0-1-1,-2-1 1,0 1 0,0-1 0,-2-1-1,1 0 1,-2-1 0,0 0-1,0 0 1,-2-1 0,1-1-1,-1 0 1,-1-1 0,0-1-1,-24 12 1,31-18-323,1-1-1,-1 1 1,0-1-1,0-1 1,0 0-1,0 0 1,0 0 0,0-1-1,0 0 1,0-1-1,0 0 1,0 0 0,-12-3-1,18 3 90,-1 0-1,0 0 1,0 0 0,0 0 0,1 0-1,-1 0 1,0-1 0,1 1-1,-1-1 1,1 1 0,0-1-1,-1 0 1,1 0 0,0 0-1,0-1 1,0 1 0,1 0-1,-1-1 1,0 1 0,1-1-1,0 0 1,0 1 0,-1-1-1,1 0 1,1 0 0,-2-4 0,-1-34-9642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0.6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1 269 11757,'0'-46'2376,"20"7"-268,20 9-39,7 3-337,6 6-220,14-3-260,14 0-284,13 2-252,13 7-760,7 6-280,3 0-540,7 6-636,0 15-716,-10 9-1057,-7 7-1495,-3 11-3749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0.8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895 0 16454,'-17'33'3024,"23"19"40,-9-4-96,-10 0-411,-7 12-425,-11 10-400,-5 11-896,-15 19-836,-6 8 0,-20 4 0,-10 2 0,-3 7-1500,-7 5-1784,-7 13-1261,-7 6-2355,4-4-6654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2.0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42 7069,'9'-7'2511,"5"-13"11809,-11 14-13024,0 0-3823,-2 3 3687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2.7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131 431 5509,'0'0'5366,"-3"1"-4223,-33 5 1296,33-6-2304,-1 0 0,1 0-1,0 0 1,-1 1-1,1-1 1,0 1 0,-1 0-1,1-1 1,0 2-1,0-1 1,0 0 0,0 1-1,0-1 1,0 1-1,1 0 1,-1 0 0,0 0-1,-3 4 1,5-5-115,-1 1 0,1-1-1,0 1 1,0-1 0,-1 1 0,1 0 0,0 0-1,1 0 1,-1-1 0,0 1 0,0 0 0,1 0-1,-1 0 1,1 0 0,0 0 0,0 0 0,0 1-1,0-1 1,0 0 0,0 0 0,0 0 0,0 0-1,1 0 1,-1 0 0,1 0 0,0 0 0,-1 0 0,1-1-1,0 1 1,0 0 0,0 0 0,0-1 0,1 1-1,-1 0 1,0-1 0,1 1 0,1 0 0,3 4-120,1-1 0,0 0 1,0 0-1,1-1 0,14 7 0,-10-5-41,15 6-329,1-2-1,0-1 1,1-1-1,57 9 1,-4-2-177,119 30-317,-198-44 934,-6 0 36,-6 4 29,0-1 0,0 0 0,-1 0 0,1-1 0,-1-1 0,0 0 0,0 0 0,0 0 0,-18-1 0,20-1 87,-1 0 0,1 0 1,0-1-1,-1 0 0,1 0 0,0-1 0,0 0 0,0 0 0,0-1 0,0 0 0,1-1 1,-1 1-1,1-2 0,0 1 0,0-1 0,0 0 0,1 0 0,0-1 0,0 1 0,0-2 1,1 1-1,-1-1 0,2 1 0,-1-1 0,-5-12 0,-30-51 827,40 69-938,-1 1-1,0-1 1,0 1-1,0-1 1,0 1 0,0-1-1,0 1 1,0 0-1,0 0 1,0-1 0,0 1-1,0 0 1,0 0-1,0 0 1,0 0 0,0 0-1,0 0 1,0 0-1,-1 1 1,-3-1 12,-6 1-3,1 0 0,-1 1 0,0 0 0,0 0 0,1 1 0,0 1 0,0 0 0,0 0 0,-11 7 0,1 1-76,0 1 0,1 0 0,-22 21 0,39-32-92,5-3-47,19-8 151,-1 0-1,0-2 1,-1 0 0,0-1-1,-1-1 1,0-1 0,-1 0-1,-1-2 1,0 0 0,-1 0-1,-1-2 1,0 0 0,-1-1-1,-2 0 1,0-1 0,0 0-1,-2-1 1,-1-1 0,0 1-1,-2-1 1,-1-1 0,0 1-1,3-33 1,10-95-2735,-20 113-197,-1 24 1571,2 9-1331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3.1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1890 44 7349,'-2'-2'853,"-18"-18"-1041,13 8 3004,10 3 7616,-17 23-9790,0 1 0,1 1 0,1 0 0,0 0 0,2 1 0,-11 21 0,3 0 505,-26 80 0,22-38-31,4 2 1,-13 130 0,12 169 205,29 322-1276,-11 289-38,-9-837-9,-8 0-1,-6-1 0,-8-2 0,-68 205 0,59-247-778,-4-3 1,-5-2-1,-5-2 0,-3-2 1,-6-3-1,-3-3 0,-5-3 1,-3-3-1,-167 150 0,173-184-987,-2-2 1,-83 45-1,-56 15-5323,42-33-2506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7.8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24 513 8957,'0'0'10945,"-3"-1"-9738,-15-10 1150,18 11-2239,0 0 0,0-1 0,-1 1 1,1-1-1,0 1 0,0-1 1,-1 1-1,1-1 0,0 1 1,0-1-1,0 1 0,0-1 0,0 1 1,0-1-1,0 1 0,0-1 1,0 1-1,0-1 0,0 1 1,0-1-1,0 1 0,1-1 0,-1 0 1,2-2 40,1-1-1,-1 1 1,1 0 0,-1 0 0,1 1 0,0-1 0,0 1 0,0-1-1,4-1 1,15-9-32,1 0-1,0 2 1,1 1-1,0 1 1,0 1 0,31-6-1,-18 4-78,347-79-1481,-203 50 191,366-72-4944,-172 44-693,4 3-3224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8.3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67 4792,'-22'13'1434,"18"-11"1329,1-3-1283,-25-6 1447,25 6 2,7 0-1702,50-9-305,0 2 0,87-1-1,-51 4-890,347-18-3340,-140 13-2846,-54 4-1745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4.1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648 42 13497,'1'-2'218,"-1"1"0,0-1 0,1 0 0,-1 0 0,0 0 0,0 0 0,0 0 0,0 0 0,-1 0 0,1 1 0,0-1 0,-1 0 0,1 0 1,-1 0-1,0 0 0,1 1 0,-1-1 0,0 0 0,0 1 0,-4-5 5574,-19 9-3282,17-1-2250,-1 1 0,0 0 0,1 1 0,0 0-1,0 0 1,0 1 0,-11 9 0,-49 49 1213,35-31-879,-16 15-408,2 2 0,2 2 0,2 2 0,3 2-1,2 1 1,3 2 0,-41 93 0,59-112-116,1 1-1,3 0 1,1 0-1,2 1 1,2 1-1,2-1 1,1 1 0,2 0-1,2 0 1,2 0-1,2 0 1,2 0-1,12 47 1,-2-39-70,2 0 0,3-2 0,1 0 0,3-1 0,2-1 0,1-2 0,68 80 0,-13-32 0,5-4 0,123 98 0,222 130 0,-160-124 0,-240-168 0,0 0 0,-2 3 0,-1 0 0,50 61 0,-73-79 0,-1 0 0,-1 1 0,1 0 0,-2 0 0,1 0 0,-1 0 0,-1 1 0,0-1 0,3 21 0,-5-22 0,-1 0 0,0-1 0,-1 1 0,0 0 0,0 0 0,-1-1 0,0 1 0,0-1 0,-1 1 0,0-1 0,-1 0 0,0 0 0,-9 14 0,1-5-15,-1-1 0,-1-1 0,0 0-1,-1-1 1,-1-1 0,0 0 0,0-1 0,-2 0 0,1-2-1,-31 14 1,1-4-160,0-2-1,-1-2 0,-56 10 1,59-16-600,0-3 1,0-1-1,0-2 1,-91-4-1,113-3-126,0 0-1,0-2 1,0 0-1,-37-15 1,44 13-459,0-1 0,0 0 1,1-1-1,0-1 0,1 0 1,-25-24-1,-12-23-9656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4.2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24 495 15997,'-23'9'5529,"30"-27"-3205,-1 3-196,4-6-419,7-24-305,13 9-292,14-7-232,13-5-168,20 0-284,20 0-600,20 2-452,27 7-836,17 3-236,3 9-605,10 6-867,-6 9-3557,3 18-6368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4.8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216 236 13813,'-94'45'4225,"36"-25"547,-6-5 4346,113-10-8279,336-41-839,-279 23 0,408-50 0,726-94 0,-1150 147-2932,-35 4-4467,81-18 0,-94 12-4654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5.1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2 16930,'8'9'2527,"-15"-13"-48,-6-3 92,15 28 1677,2 48-2760,-4 85 0,-1-1-452,4 7-1310,12 156-1407,-10-273 1322,2 0 0,2 0-1,2-1 1,1-1 0,24 51 0,-29-76-473,44 84-3141,-45-90 2655,0 0 1,1-1 0,0 1 0,1-1-1,0-1 1,1 0 0,13 10-1,17 5-9011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5.5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54 15437,'-5'-6'746,"3"5"-503,1 0 1,-1-1-1,1 1 0,-1 0 0,1-1 0,0 0 0,0 1 1,0-1-1,0 0 0,0 1 0,0-1 0,0 0 0,1 0 1,-1 0-1,1 0 0,-1 1 0,1-1 0,0 0 0,0 0 1,-1 0-1,1 0 0,1-2 0,1-2 3199,0 7-1120,3 16-80,2 29-643,40 273-489,-33-262-1041,2 0 0,3-1 0,37 79 0,-37-97-69,1-2 0,2 0 0,1-1 0,2-1 0,1-2 0,45 44 0,-54-61 0,-1-1 0,2-1 0,0-1 0,0 0 0,1-1 0,0-1 0,1-1 0,1 0 0,-1-2 0,1-1 0,0 0 0,0-1 0,1-1 0,25 0 0,-33-3 0,0-2 0,0 0 0,-1-1 0,1 0 0,0-1 0,-1 0 0,0-1 0,0-1 0,0 0 0,0-1 0,-1 0 0,1-1 0,-2 0 0,1-1 0,-1 0 0,0-1 0,12-13 0,-6 4 0,0-2 0,-2 1 0,0-2 0,-1 0 0,-2-1 0,0 0 0,-1-1 0,13-40 0,21-79 0,31-90 0,-76 231 0,0 0 0,1 1 0,-1-1 0,0 0 0,0 1 0,1-1 0,-1 0 0,0 0 0,1 1 0,-1-1 0,1 1 0,-1-1 0,1 0 0,-1 1 0,1-1 0,-1 1 0,1-1 0,-1 1 0,1-1 0,0 1 0,1-1 0,-2 1 0,1 0 0,-1 1 0,1-1 0,-1 0 0,1 0 0,-1 0 0,0 1 0,1-1 0,-1 0 0,1 1 0,-1-1 0,1 0 0,-1 1 0,0-1 0,1 0 0,-1 1 0,0-1 0,0 1 0,1-1 0,-1 1 0,0-1 0,1 1 0,9 34 0,-8-6 0,-1 0 0,-1 0 0,-1 0 0,-8 38 0,3-23 0,-89 442 0,35-283 0,-60 168-72,-4-54-4182,102-267 2261,-43 98-6829,6-13-5820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5.6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0 311 23478,'41'-40'3148,"-28"16"-523,-6-3-321,-1 0-1092,-2 0-1212,-1 0 0,17 3 0,10-13 0,-6 10 0,6 3 0,0 6-324,-13 9-3188,13 9-1353,0 3-2211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6.3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15523 1490 6013,'-158'-293'6641,"138"259"-5611,-32-43 0,39 61-731,-28-25 0,10 12 53,-43-39 255,-2 2 1,-132-85-1,-194-75 101,241 153-556,-4 7-1,-305-79 1,-370-5 42,461 114-130,0 17-1,-475 37 1,400 24 40,-699 155 0,496-34 402,-1214 478 1,-299 439 747,146 253-237,1496-925-683,-733 732 1,818-661-115,317-325-179,-128 204 0,206-281-17,2 3-1,-55 135 1,88-178-7,0 0 0,3 1 0,1 0-1,2 0 1,1 0 0,2 1 0,2 0 0,4 59 0,1-74 3,0-1 0,2 0 0,0-1-1,2 1 1,0-1 0,2 0 0,0-1-1,2 0 1,0 0 0,1-1 0,1-1 0,18 21-1,-8-14-8,2-2-1,1 0 1,1-2-1,1 0 1,0-2-1,2-2 1,50 25 0,-16-14-1,2-3 1,87 22 0,206 26 29,-12-32-61,611-5 0,363-105-281,402-113-92,-1-69 119,1782-398-29,-1991 289 243,-38-112 52,-595 96 97,-622 244 0,310-209 1,-196 56 9,-296 215-69,-3-2 0,104-132 0,-139 152-20,-3-1 1,-2-2 0,-2-1-1,-3-1 1,28-79 0,-41 90-9,-3-1 1,-1-1 0,-2 0-1,-3-1 1,-1 1 0,-3-1-1,-6-86 1,-4 70-2,-4 0 0,-2 1-1,-3 0 1,-3 1 0,-2 1-1,-3 1 1,-65-112 0,24 67 1,-5 3 0,-4 3 0,-113-113 0,39 62-3,-7 7 0,-209-148 0,152 145-45,-333-172 0,214 159-163,-6 15 1,-659-184-1,619 233-485,-3 17 0,-506-38 0,592 98-378,-1 14-1,1 12 1,-482 76-1,564-44-1104,3 10 0,-267 99 0,92 12-4466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16.8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355 43 15897,'-184'-27'2085,"134"24"-729,30 0-308,-7 6-264,7 0-432,-7-13-4232,0 4-1357,34 28-4184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20.6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94 459 13845,'-78'-43'3221,"62"35"9392,40 9-10242,-12 1-2283,0 0 0,0 1 0,0 1 0,-1 0 0,20 9-1,60 37 93,-59-31-170,332 205-10,-293-175 0,-2 5 0,118 115 0,-150-129 0,-2 2 0,-2 1 0,-1 1 0,-3 2 0,26 54 0,-43-75 0,-1 1 0,-1 0 0,-1 1 0,-1 0 0,-2 0 0,-1 1 0,-1 0 0,-1-1 0,-2 1 0,0 0 0,-6 46 0,3-62 0,-1 0 0,-1 0 0,1-1 0,-2 1 0,1-1 0,-2 0 0,1 0 0,-2-1 0,1 0 0,-1 0 0,-1 0 0,0-1 0,0 0 0,-19 15 0,25-23 0,0 1 0,0-1 0,0 0 0,0 0 0,0 0 0,-1 0 0,1 0 0,0 0 0,-1 0 0,1-1 0,0 0 0,-1 1 0,1-1 0,-1 0 0,1 0 0,0 0 0,-1 0 0,1-1 0,-1 1 0,1 0 0,0-1 0,-1 0 0,1 0 0,0 0 0,0 0 0,-1 0 0,1 0 0,0 0 0,-2-2 0,1 0 0,-1 0 0,1 0 0,-1 0 0,1-1 0,0 1 0,0-1 0,0 0 0,1 0 0,0 0 0,-1 0 0,1 0 0,1 0 0,-1-1 0,-1-4 0,0-12 0,1 1 0,0-1 0,2 0 0,0 1 0,1-1 0,2 1 0,0-1 0,1 1 0,7-23 0,13-27 0,37-80 0,-47 119 0,37-78-1091,104-166-1,-82 166-680,5 4 0,5 3-1,4 3 1,5 5 0,183-147-1,-129 139-4702,5 17-4016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20.9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707 1 10873,'-16'14'361,"-7"7"473,0 1 0,1 0 0,-21 29 0,-4 13 1001,-207 287 3169,28 16-3741,181-264-918,44-100-247,-1 1 0,1 0-1,0 0 1,0-1 0,0 1-1,1 0 1,-1 0-1,1 0 1,0 0 0,0 0-1,1 7 1,0-10-48,-1 0 0,1 0 0,-1 0 0,1 1 0,-1-1-1,1 0 1,-1 0 0,1 0 0,0 0 0,0 0 0,0 0 0,-1 0 0,1 0 0,0 0 0,0-1 0,0 1-1,0 0 1,1 0 0,-1-1 0,0 1 0,0-1 0,0 1 0,0-1 0,1 1 0,-1-1 0,0 0 0,0 0-1,1 0 1,-1 1 0,0-1 0,1-1 0,-1 1 0,0 0 0,0 0 0,2-1 0,10-1 179,1-1 0,-1-1 0,0 0 0,0-1 0,0 0 0,-1-1 0,13-8 0,85-60 939,-98 65-1034,373-302 2656,-264 209-2070,-114 97-704,-1-1-1,1 1 0,1 1 1,-1-1-1,1 1 1,-1 0-1,1 1 0,0 0 1,12-3-1,-18 6-19,0-1-1,1 1 0,-1 0 1,0 0-1,1 0 0,-1 0 1,1 1-1,-1-1 1,0 1-1,1-1 0,-1 1 1,0 0-1,0 0 0,1 0 1,-1 0-1,0 0 1,0 0-1,0 1 0,0-1 1,0 1-1,-1-1 0,1 1 1,0 0-1,-1 0 0,1-1 1,-1 1-1,0 0 1,1 1-1,-1-1 0,0 0 1,0 0-1,0 0 0,-1 1 1,1-1-1,-1 0 1,1 1-1,-1 1 0,6 29-1292,-2-1 1,-1 1-1,-3 63 0,0-9-3499,0-78 3447,1-1 1,0 1 0,1-1 0,-1 1-1,2-1 1,3 10 0,-5-16 1018,20 52-9543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21.8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112 264 15501,'0'0'7774,"-4"1"-6590,2-1-1104,0-1 1,1 1-1,-1 1 1,0-1-1,1 0 1,-1 0 0,0 0-1,1 1 1,-1-1-1,0 1 1,1 0-1,-1-1 1,1 1-1,-1 0 1,1 0-1,-1 0 1,1 0-1,0 0 1,-1 0-1,1 0 1,0 0-1,0 1 1,0-1-1,0 0 1,0 1-1,0-1 1,0 1-1,1-1 1,-1 1-1,0 0 1,1-1-1,-1 1 1,1 0-1,0-1 1,-1 1 0,1 0-1,0 1 1,-20 79 968,-22 101 199,41-180-1012,1-3-206,0 1 1,0 0-1,0 0 0,0 0 0,0-1 1,0 1-1,1 0 0,-1 0 0,0 0 1,0-1-1,1 1 0,-1 0 0,0 0 1,1-1-1,-1 1 0,1 0 0,-1-1 1,1 1-1,-1-1 0,1 1 0,-1 0 0,1-1 1,-1 1-1,1-1 0,0 0 0,-1 1 1,1-1-1,0 1 0,0-1 0,-1 0 1,1 0-1,0 1 0,0-1 0,0 0 1,-1 0-1,1 0 0,0 0 0,0 0 1,1 0-1,33-7 296,-30 5-239,0 1-51,12-6 44,1 2 0,0 0 1,1 1-1,-1 1 0,1 0 1,0 2-1,-1 0 1,1 1-1,37 5 0,-29 1-77,-1 1-1,0 1 1,-1 1-1,0 1 1,0 1 0,-1 2-1,-1 0 1,0 2-1,0 0 1,35 33-1,50 72-868,-105-117 853,-1 0 1,1-1-1,0 1 0,0-1 0,0 0 0,0 0 0,0 0 0,1-1 1,-1 1-1,1-1 0,-1 0 0,1 1 0,-1-2 0,1 1 0,0 0 0,-1-1 1,1 1-1,0-1 0,-1 0 0,7-1 0,3-1-7,-1 0 0,1-1-1,-1-1 1,18-7 0,9-8 8,-2-1 0,0-2 0,-2-1 0,0-2 0,33-32 0,-13 13-6,64-53-19,100-75 268,-214 168-226,1 0 0,-1 0 0,1 1 0,0 0-1,0 0 1,0 1 0,0 0 0,1 0 0,-1 0 0,1 1 0,-1 0 0,1 0 0,8 0 0,-10 2-1,1 0 1,0 0-1,0 0 1,0 1 0,-1 0-1,1 0 1,0 0 0,-1 1-1,0 0 1,0 0-1,0 0 1,0 0 0,0 1-1,4 5 1,34 32 56,-32-28-40,2-1 0,-1-1 0,1 0 0,1 0 0,18 10 0,-13-12-28,0-1 0,1-1 1,-1-1-1,1 0 0,1-1 1,-1-2-1,1 0 1,0-1-1,34-1 0,-27-2-15,0-2-1,0 0 0,0-2 0,-1-1 0,0-1 0,46-19 1,-53 16 23,1 0 0,-1-2 1,-1 0-1,0-1 1,-1-1-1,-1-1 1,0 0-1,20-24 0,-27 27-9,-1 0 1,0-1-1,0 0 0,-2 0 0,1-1 0,-2 1 0,0-2 0,0 1 1,-2-1-1,0 0 0,0 0 0,-1 0 0,0-19 0,-2 29 4,-1 0 1,0 0-1,-1 0 0,1 0 1,-1 0-1,0 0 0,0 0 1,-1 0-1,1 0 0,-1 0 0,0 1 1,-1-1-1,1 1 0,-1-1 1,0 1-1,0 0 0,0 0 0,0 0 1,-1 0-1,1 1 0,-1 0 1,0-1-1,0 1 0,-1 1 0,1-1 1,-1 0-1,-6-2 0,3 2-4,-1 1-1,1-1 1,-1 2-1,1-1 0,-1 1 1,0 0-1,0 1 1,1 0-1,-1 0 0,0 1 1,0 0-1,1 1 1,-1 0-1,1 0 0,-11 5 1,4-1-44,0 2 1,0 0-1,1 1 0,0 0 1,0 1-1,1 1 0,0 0 1,-21 25-1,28-29-8,0 0 0,1 0-1,0 1 1,0-1 0,0 1-1,1 0 1,1 1 0,-1-1-1,1 0 1,1 1 0,0 0-1,0 0 1,0 0 0,1 0-1,1 0 1,0 0 0,0 0-1,1 9 1,0-13 32,0-1 0,0 0 1,0 0-1,0 0 0,1 0 0,-1 0 1,1 0-1,0 0 0,1-1 0,-1 1 0,0-1 1,1 1-1,0-1 0,0 0 0,0 0 1,0 0-1,6 3 0,-5-3 31,1-1-1,0 1 1,1-1-1,-1-1 1,0 1 0,0-1-1,1 0 1,-1 0 0,1 0-1,-1-1 1,1 0 0,5 0-1,4-2 133,0-1-1,1 0 0,-1 0 1,0-2-1,0 0 0,-1 0 1,0-2-1,18-9 0,-23 10-1,4-3 112,1 1 0,0 1 0,1 0 0,0 1 0,16-5 0,-29 11-234,-1-1-1,1 1 0,-1 0 1,1 0-1,-1 0 0,1 1 1,-1-1-1,1 0 0,-1 0 1,1 1-1,-1-1 0,1 1 1,-1-1-1,0 1 0,1 0 1,-1 0-1,0 0 0,0-1 1,1 1-1,-1 0 0,0 0 1,0 0-1,0 1 0,0-1 1,0 0-1,0 0 0,0 3 1,20 42 42,-16-32-2,26 80 161,34 173 0,-41-154-208,126 709-360,-139-735 87,-3 1-1,-4 101 1,-5-158 162,-1 0 1,-2-1-1,-1 1 0,-1-1 1,-2 0-1,-1-1 0,-1 0 1,-2 0-1,-25 45 0,28-60 57,-2 1-1,1-2 0,-2 1 1,0-2-1,0 1 0,-1-2 0,-1 0 1,0 0-1,0-1 0,-17 8 0,30-17 47,0-1-1,0 1 0,0-1 1,0 0-1,0 1 0,-1-1 1,1 0-1,0 1 0,0-1 0,0 0 1,0 0-1,0 0 0,0 0 1,-1 0-1,1 0 0,0-1 1,0 1-1,0 0 0,0 0 0,0-1 1,0 1-1,0-1 0,0 1 1,0-1-1,0 1 0,0-1 1,0 0-1,0 0 0,0 1 0,0-1 1,1 0-1,-1 0 0,0 0 1,0-1-1,-1-1-6,0 0 0,1 0 0,-1 0 0,1 0 0,0 0 0,0 0 0,0-1 0,0 1 0,0-6 0,2-3-24,0 1 0,1 0 0,0-1-1,1 1 1,0 0 0,1 1-1,0-1 1,1 1 0,7-13 0,-11 22 33,36-65-321,4 1 0,2 2-1,62-67 1,-48 59 77,175-227 120,261-442-1,-388 567 931,43-79 724,-139 236-1356,0 0-1,-1-1 0,-1 0 0,-1-1 0,7-30 0,-13 45 64,-6 6 35,-10 5-200,0 1-1,1 0 1,0 2 0,0-1 0,1 2 0,1 0-1,0 1 1,1 0 0,0 1 0,1 0 0,-17 28-1,14-17 10,1 1-1,1 1 1,1 0-1,1 1 0,1 0 1,-8 54-1,15-69-78,0 0 0,2 0 0,-1 0 0,2 0 0,0 0 0,0 0 0,1 0 0,1 0 0,0-1 0,1 1 0,0-1 0,1 1 0,10 17 0,-6-16 0,1 0 0,0 0 0,1-1 0,0 0 0,1-1 0,0 0 0,1-1 0,1 0 0,-1-1 0,17 8 0,5 1-182,1-2 0,0-2-1,1-1 1,0-2 0,60 12 0,-5-8-1243,114 4-1,165-16-8255,-307-5 6981,181-2-10758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22.8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519 67 8005,'-9'-23'1803,"-5"-21"3672,-2 56-2152,11-8-2990,1 1-1,0 0 1,0 1-1,1-1 1,-1 1-1,1-1 1,0 1-1,1 0 1,-1 0-1,1 0 1,1 1-1,-3 11 1,4-16-290,-302 1239 5443,251-968-4050,12 3 1,-7 445-1,47-622-1436,5 0 0,3 0 0,5-1 0,32 120 0,-30-167 0,1-2 0,3 1 0,47 83 0,-46-99 0,2-1 0,1-1 0,1-1 0,2-1 0,53 46 0,-40-45-362,1-2-1,2-1 1,1-3 0,1-1 0,1-3-1,1-1 1,1-3 0,63 15-1,2-8-1610,0-5 0,184 8 0,24-25-5703,16-24-5077,-333 22 12579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1.6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70 440 17042,'-58'-41'3228,"57"41"-3137,1 0 1,-1 0 0,1 0-1,-1 0 1,1 0-1,-1-1 1,1 1-1,-1 0 1,1 0 0,-1-1-1,1 1 1,-1 0-1,1-1 1,-1 1-1,1 0 1,0-1 0,-1 1-1,1-1 1,0 1-1,-1 0 1,1-1-1,0 1 1,0-1 0,-1 1-1,1-1 1,0 1-1,0-1 1,0 1-1,0-1 1,0 0 0,0 0-1,0-5 803,1-1-449,-1 0 0,1 0 0,0 0 0,1 0-1,-1 0 1,1 1 0,1-1 0,-1 1 0,1-1 0,0 1 0,0 0 0,1 0-1,0 0 1,0 1 0,1-1 0,7-7 0,13-5-206,0 1 0,1 1 0,0 1 0,48-18 0,121-30-449,-60 29-2124,168-19 1,-78 37-2716,-154 16 598,79 11 1,-20 11-6591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1.5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20 9361,'-12'-10'2898,"-4"1"6360,-1 10-326,3 8-6614,3 2-2318,0 0 0,1 0 0,1 1 0,0 1 0,1-1 0,-8 15 0,-37 87 0,43-91 0,2 0 0,0 1 0,2 0 0,0 0 0,2 0 0,1 0 0,1 1 0,1-1 0,1 1 0,1 0 0,7 39 0,-4-42 0,2-1 0,1 1 0,0-1 0,2-1 0,0 1 0,2-2 0,0 1 0,1-1 0,0-1 0,2 0 0,0-1 0,1 0 0,18 14 0,15 9 0,2-1 0,108 62 0,124 42 0,-98-53 0,-135-64 0,64 45 0,-97-60 0,0 2 0,0 0 0,-2 1 0,0 1 0,0 0 0,-1 1 0,12 18 0,-21-26 0,0 0 0,0 0 0,-1 0 0,0 0 0,-1 1 0,0-1 0,0 1 0,0 0 0,-1-1 0,-1 1 0,1 0 0,-1 0 0,-1 0 0,0-1 0,0 1 0,-1 0 0,0-1 0,0 1 0,-1-1 0,0 0 0,0 0 0,-1 0 0,-9 15 0,-2-2 0,0 0 0,-2 0 0,0-2 0,-1 0 0,-1-1 0,-39 29 0,-4-6 0,-2-2 0,-2-3 0,-1-4 0,-109 39 0,90-45-1233,77-24 941,0 0 0,-1-1 0,1 0 0,0 0 0,0-1 0,-1-1-1,-13-2 1,21 3 74,-1-1 1,0 0-1,0 1 0,1-1 0,-1-1 0,1 1 0,-1 0 0,1-1 0,-1 1 0,1-1 0,0 1 1,0-1-1,0 0 0,0 0 0,0 0 0,0-1 0,-3-3 0,3 1-397,0-1 0,0 1-1,0 0 1,1 0 0,-1-1-1,1 1 1,0-1 0,1 1 0,-1-1-1,2-8 1,8-96-14908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1.9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850 1 18078,'-129'156'5744,"-8"5"730,22-28-4134,-67 108-2191,116-150-167,28-38-1451,-53 100 1,73-117 551,2 0 1,1 1-1,2 1 0,-8 43 1,18-67-687,1 1 1,-1 26 0,7 6-4516,11 10-5220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2.2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100 1 12193,'3'6'1053,"-1"0"1,1 0-1,-2 0 0,1 0 0,0 7 0,-1 54 2948,-1-11-1465,3 70 1160,-15 154 1,-35 126-3264,-3 46-850,42-156-4425,24-100-2075,-12-169 3513,12 45 0,18 20-7503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2.7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1 435 12741,'131'-154'2324,"-78"94"-83,-3 11-157,-9 13-344,-5 0-280,1 6-280,7 0-268,6 9-180,7 6-232,0 12-700,0 15-300,-3 15-216,-8 9-384,1 12-500,-10 18-420,-20 10-360,-10 17-2773,-17 22-4108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2.5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758 144 16414,'-14'-28'1110,"8"19"-207,1-1-1,1 0 1,0 0-1,0 0 1,-3-12-1,7 18-539,-1 1-1,-1-1 0,1 1 0,0-1 0,-1 1 0,0 0 1,0 0-1,0-1 0,0 1 0,-4-4 0,5 7-288,0-1 1,1 1-1,-1 0 0,0-1 0,0 1 1,1 0-1,-1 0 0,0-1 1,0 1-1,1 0 0,-1 0 0,0 0 1,0 0-1,0 0 0,1 0 0,-1 0 1,0 0-1,0 0 0,1 1 1,-1-1-1,-1 1 0,-2 0 181,-3 1-30,0 0-1,-1 1 1,1 0 0,0 0-1,0 1 1,1 0 0,-1 0-1,1 1 1,0-1 0,-6 7-1,-7 7 441,-30 37 0,6 5-634,3 2 0,2 1-1,4 2 1,-50 129 0,67-143-31,1 1 0,3 0 0,3 1 0,1 0 0,3 0 0,3 1 0,1 0 0,3 0 0,11 72 0,5-23 0,5-1 0,4-2 0,74 183 0,-73-218-490,-3 2 0,-2 0 0,22 135 0,-40-174 234,-2 0 0,-2 1-1,0-1 1,-2 0-1,-7 35 1,5-43 134,-1 0-1,-1 0 1,-1-1 0,-1 0-1,-1 0 1,0 0 0,-1-2-1,-14 20 1,14-25-332,0 1-1,0-2 1,-2 1 0,1-2 0,-1 1-1,-1-2 1,1 1 0,-2-2 0,1 0-1,-1 0 1,-1-1 0,1-1 0,-21 6-1,22-9-553,0 0 0,0-1 0,-1-1-1,1 0 1,0 0 0,-1-1 0,1-1-1,-1 0 1,-24-7 0,-24-11-7734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2.9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902 1 18826,'-23'87'2968,"-11"-33"-72,7 1-344,-6-4-379,-4 3-381,-3 3-364,-11 4-1296,-12 2-132,-4 9 0,-10-2 0,0 5 0,0 0-636,3 1-1392,10-10-692,4-3-657,10-11-3683,3-4-6902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3.8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1 344 7261,'1'-7'556,"0"1"0,1-1 0,0 0 0,0 1 0,0-1 0,1 1 0,0 0 0,0 0 0,0 0 0,1 0 0,7-8 0,3-2 844,2 0 1,21-17-1,-13 12-603,1-2-115,2 2 1,0 1-1,1 1 0,1 1 1,1 1-1,0 2 0,34-12 1,-55 24-561,0 0 0,0 1 0,0 0 0,0 0 0,1 1 0,-1 0 0,18 1 0,-22 1-93,1-1 0,-1 1 0,0 0 0,0 1 0,1-1 0,-1 1 0,0 0 0,0 0 0,-1 1 0,1 0 0,0-1 0,-1 2 0,0-1 0,0 0 0,5 5 0,-2 1 4,0 0 0,0 1 0,-1 0 0,-1 0 0,0 0 0,0 0 1,-1 1-1,0 0 0,-1 0 0,0 0 0,-1 0 0,2 18 0,-2 0 31,-1 0 0,-1 0-1,-9 57 1,-8 4-5,-4 0-1,-38 101 0,-82 170 122,77-206-105,-7 19 12,-100 277 920,163-427-863,1 1 1,1 1 0,2-1 0,0 1 0,0 32 0,4-51-109,0 0 1,1 0 0,0 0-1,0 0 1,0 0-1,1 0 1,0 0-1,0-1 1,1 1-1,-1-1 1,2 1-1,-1-1 1,1 0-1,-1 0 1,2-1 0,-1 1-1,1-1 1,-1 0-1,2 0 1,-1-1-1,0 1 1,1-1-1,0 0 1,11 5-1,2-1 17,0-1 0,1-1-1,0-1 1,0 0 0,1-2-1,-1 0 1,41-1 0,-12-4 3,0-1-1,62-14 1,-21-2-693,-1-4-1,0-4 1,-3-3 0,0-5-1,98-55 1,5-27-3741,-15-20-3385,-57 24-3698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4.2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469 114 6905,'-2'-11'606,"3"9"-457,-1 0 1,-1-1 0,1 1 0,0 0 0,-1 0-1,1 0 1,-1 0 0,1 0 0,-1 1-1,0-1 1,0 0 0,0 0 0,0 0 0,0 0-1,0 1 1,0-1 0,-1 1 0,1-1 0,-1 1-1,1-1 1,-1 1 0,-2-2 0,4 3 2,-1-1 0,0 1 0,0-1 0,1 0 0,-1 1 0,0-1 0,1 0 0,-1 0 1,1 1-1,-1-1 0,1 0 0,-1 0 0,1 0 0,0 0 0,-1 0 0,1 0 0,0 0 0,0 0 0,-1 0 1,1 0-1,0 0 0,0-1 0,-4-15 5328,0 9-5329,-6-7 2162,9 16-2204,1 0 1,-1 0-1,1 0 0,-1 1 0,1-1 0,0 0 0,-1 0 0,1 0 0,0 0 1,0 0-1,0 1 0,-1-1 0,1 0 0,1 0 0,-1 0 0,0 0 1,0 0-1,0 1 0,1 1 0,2 16 391,1 0-1,0 0 1,1-1 0,1 0 0,1 0 0,17 32-1,-9-18-111,272 636 3264,-203-469-3179,228 609-292,-250-610-183,-8 3 0,33 247 0,-69-298-530,-7 1 1,-7 0-1,-6 0 1,-6 0-1,-8-1 0,-5 0 1,-8-2-1,-6-1 0,-6-1 1,-6-3-1,-7-1 1,-6-3-1,-123 208 0,122-248-687,-5-2 0,-5-3 0,-3-4 0,-4-2 0,-92 79 0,-23-12-4571,1-13-3446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5.0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1 956 11705,'0'-90'1924,"16"51"-228,18-1-259,6-2-209,10-3-268,17-6-164,24-7-184,314-168-252,-231 133-1740,7 5-1705,23 1-1679,31-9-3741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9.4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1137 9473,'5'10'1711,"1"5"1700,-4-7 1942,-18 10 5291,95-219-9057,-15 43-999,67-161-2683,-100 259 1227,1 2-1,3 1 1,48-58 0,11 5-4090,-29 41-3323,-27 29-2695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39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1016 10033,'0'0'14777,"-3"-2"-13162,2 1-1246,-1-1-1,1 1 1,-1 0 0,1-1-1,0 1 1,-1-1 0,1 0-1,0 1 1,0-1 0,0 0-1,0 0 1,0-2 0,0 0-177,1 0 1,0 1 0,0-1 0,0 0-1,1 1 1,-1-1 0,2-4 0,28-117-184,-4 26-11,-2-1 2,-4-1 0,11-195 0,-29 247 0,-2-104 0,0 151 0,0 0 0,0 0 0,0 0 0,0 0 0,-1 0 0,1 0 0,-1 0 0,0 0 0,1 0 0,-2-2 0,1 3 0,0 0 0,1 1 0,-1-1 0,0 0 0,1 1 0,-1-1 0,0 0 0,0 1 0,0-1 0,0 1 0,0-1 0,1 1 0,-1 0 0,0-1 0,0 1 0,0 0 0,0-1 0,0 1 0,0 0 0,0 0 0,0 0 0,0 0 0,0 0 0,0 0 0,0 1 0,0-1 0,0 0 0,0 0 0,0 1 0,0-1 0,0 0 0,0 1 0,0-1 0,0 1 0,0-1 0,0 2 0,-3 0 0,1 1 0,0 0 0,0 0 0,0 0 0,0 0 0,0 0 0,-3 7 0,-1 1 0,2 0 0,-1 1 0,1-1 0,1 1 0,0 0 0,1 1 0,0-1 0,1 1 0,1-1 0,-1 23 0,3-17 0,1 1 0,0-1 0,1 0 0,1 0 0,1 0 0,12 29 0,3-6 0,1-1 0,3-1 0,0-1 0,3-1 0,38 42 0,8-2-36,86 69 0,-96-92-56,-3 2 0,105 127 1,-157-172 33,-1 1 0,0-1-1,0 1 1,-1 0 0,0 1 0,-1-1 0,-1 1 0,0 0 0,4 27 0,-7-31 35,-1-1 0,0 1 0,0 0 1,-1-1-1,0 1 0,-1 0 0,1-1 0,-2 1 0,1-1 0,-1 0 0,-1 0 1,1 0-1,-1 0 0,-1 0 0,0-1 0,-9 12 0,-1-3-6,-1 0 1,-1 0-1,0-2 0,-1 0 0,-1-1 0,0-1 0,-32 15 1,3-5-734,-2-2 1,-55 15 0,60-24-563,44-10 1205,-1-1 1,1 1-1,0-1 1,-1 1-1,1-1 0,-1 0 1,1 0-1,0 0 1,-1 0-1,1 0 1,-1 0-1,1 0 0,0 0 1,-1 0-1,1-1 1,0 1-1,-1 0 0,1-1 1,0 0-1,-1 1 1,1-1-1,0 1 1,0-1-1,0 0 0,0 0 1,0 0-1,0 0 1,0 0-1,0 0 1,0 0-1,0 0 0,0 0 1,0 0-1,1-1 1,-1 1-1,1 0 1,-1 0-1,1-1 0,-1 1 1,0-3-1,1-1-224,0 0 0,0 0 0,0 1 0,0-1 0,1 0 0,-1 0 0,1 0 0,1 0 0,-1 1 0,3-7 0,11-21-3832,36-58 0,-2 17-3468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0.1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0 12089,'0'0'4983,"-3"1"-2665,-5 0-1589,7-1-534,0 0 0,0 0 0,0 0 0,-1 0 0,1 1 0,0-1 0,0 0 0,0 1 0,0-1 0,-1 0 0,1 1 1,0 0-1,0-1 0,-1 2 0,1-1-62,1 1-1,-1-1 1,1 0 0,0 1 0,-1-1 0,1 0 0,0 1 0,0-1 0,0 0 0,0 1 0,0-1-1,0 1 1,0-1 0,1 0 0,-1 1 0,0-1 0,1 0 0,0 2 0,38 146 829,189 653 5273,-116-512-13966,-21-62-2340,-77-182-1910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0.5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0 903 11153,'2'-5'228,"-1"0"1,1 0-1,1 0 1,-1 0-1,0 1 0,1-1 1,0 1-1,0-1 1,1 1-1,-1 0 0,1 0 1,6-5-1,4-2 432,1 1 0,24-12-1,7-5 288,75-50 69,245-169 548,-294 192-865,-3-4 0,118-125 0,-177 171-549,35-44 322,-42 52-390,0 0 0,-1-1 1,1 0-1,-1 1 0,0-1 0,0 0 1,-1 0-1,0 0 0,1 0 1,-1 0-1,0-6 0,-1 10-63,0 0 1,0 1-1,0-1 0,0 0 1,0 0-1,0 1 0,0-1 1,0 0-1,0 1 0,-1-1 1,1 0-1,0 1 0,0-1 0,-1 0 1,1 1-1,0-1 0,-1 0 1,1 1-1,0-1 0,-1 1 1,1-1-1,-1 1 0,1-1 0,-1 1 1,1-1-1,-1 1 0,0-1 1,1 1-1,-1 0 0,0-1 1,1 1-1,-1 0 0,0-1 1,-2 1 21,1 0 1,0 0 0,0 1-1,0-1 1,-1 0-1,1 1 1,0-1 0,0 1-1,0 0 1,0 0 0,-3 1-1,-5 4 130,-1 0-1,1 1 1,-16 13-1,7-1-25,1 0 0,1 1 0,0 1 0,2 1 0,-25 46 0,30-49-200,1 0 1,1 1-1,0 0 0,2 0 0,0 1 1,2 0-1,-4 41 0,7-51-18,2 0 0,0 0-1,0-1 1,0 1 0,2 0 0,-1-1-1,1 1 1,1-1 0,0 0-1,0 0 1,1 0 0,10 15-1,-10-19 45,0 1-1,0-2 0,1 1 0,-1 0 1,1-1-1,0 0 0,1 0 0,-1-1 1,1 0-1,0 0 0,0 0 0,0-1 1,0 0-1,1-1 0,-1 1 0,1-2 1,0 1-1,8 0 0,19-1 70,0-2 0,-1-1-1,1-2 1,64-15 0,-58 10-1388,1 1 1,72-3 0,-75 5-2449,-7-2-2168,-3 7-1535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0.8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0 853 11733,'3'1'1655,"3"1"-1228,0 1-1,-1-1 1,1 1-1,-1 0 1,0 1 0,0-1-1,0 1 1,0 0-1,0 0 1,-1 0 0,0 1-1,0 0 1,4 5-1,-2-2-237,-1-1 111,-1 0 1,1 0-1,-1 0 0,0 1 1,-1-1-1,5 14 0,-2 4 195,1-3 387,-2 0 1,-1 0 0,3 45-1,-13-16 599,6-48-1242,3-6-139,18-14-627,0-2-1,-2-1 1,0 0-1,-1-2 1,-1 0 0,24-40-1,-8 3-1253,41-105-1,29-130-652,-11 27 2520,-12 84 2464,-79 180-2402,1-1 1,-1 1-1,1-1 0,0 1 0,0 0 0,0 0 1,1 0-1,-1 0 0,1 0 0,3-3 0,-5 5-88,0 1 1,0-1-1,0 1 0,0 0 0,0-1 0,0 1 0,1 0 0,-1-1 0,0 1 1,0 0-1,0 0 0,0 0 0,1 0 0,-1 0 0,0 0 0,0 1 0,0-1 0,0 0 1,0 0-1,1 1 0,-1-1 0,0 1 0,0-1 0,0 1 0,0-1 0,0 1 1,0 0-1,0 0 0,-1-1 0,1 1 0,0 0 0,0 0 0,0 0 0,0 1 1,8 9 358,0 1 0,-1 0 0,0 0 1,-1 1-1,11 26 0,22 79 947,-23-63-961,72 180-281,13-6-3736,-87-198 1451,29 43-1,3-14-5178,-9-24-2989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1.0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1 359 13049,'37'-33'1944,"-1"18"-411,8 0-181,6-4-320,4 4-248,6-6-184,14-3-320,10-6-316,3 0-532,3-3-612,4 0-692,-7-1-817,-10 4-1407,-3 3-3053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1.4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2111 6245,'1'1'118,"0"0"0,0 0 0,-1 0-1,1 0 1,0 0 0,-1 0 0,1 0 0,0 0 0,-1 0 0,0 0 0,1 1 0,-1-1 0,1 0 0,-1 0 0,0 0 0,0 1 0,0-1 0,0 0 0,0 1 0,0-1 0,-1 2 0,-10 14 4824,9-15-4058,0 0 1386,-3 28 2702,0-23-2813,-1-19-284,6 7-1640,-1 0 1,1 0 0,0 0 0,1 0-1,-1 0 1,1 0 0,0 0 0,0 0-1,1 1 1,0-1 0,-1 0 0,4-5-1,35-59 1438,-29 51-1334,144-225 487,99-166 97,-56 42-1851,14-24-809,3 0-4178,-150 270 1775,-62 115 3771,20-38-2131,-7 10-3438,-6 13-2318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1.9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51 585 12621,'10'-17'1545,"-1"0"-1,-1-1 0,-1 0 1,9-31-1,8-80 4609,-11 44-3942,3-118 1,-21 159-1871,4 39-136,-1 7-136,0-1-65,0 0 0,1 0 0,-1 0 1,0 0-1,1 1 0,-1-1 1,1 1-1,-1-1 0,1 1 1,0 0-1,0-1 0,0 1 1,-1 0-1,2 0 0,-1 0 1,0 0-1,0 0 0,1 0 1,-1 0-1,1 0 0,-1 0 0,1 0 1,0 4-1,0 4-4,0 1 0,1-1-1,3 15 1,-2-15 20,7 36-112,3-1 1,2 0 0,36 77 0,-13-33-225,-24-57 188,-2 2 1,-1-1 0,-1 1-1,5 48 1,-13-66 82,0 0 0,-1 0 0,-1 0 0,0 1 0,-1-1 0,-1-1 0,0 1 0,-1 0 0,-1-1 0,-1 0 0,-13 26 0,6-14-385,-1-2 1,-2 0-1,0 0 1,-2-2-1,-1 0 0,0-1 1,-2-1-1,-25 20 1,29-28-210,6-4-401,0-1 0,0 0 0,-18 8 0,27-15-901,3-4-597,0 1 2242,-1 1 1,1-1 0,0 1-1,0-1 1,0 1 0,0-1-1,0 1 1,0 0 0,3-2-1,2-5-594,27-34-3049,9-3-1948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2.0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0 143 8713,'11'-42'955,"1"-6"196,-1-4 7176,0 65-6082,-6-2-1912,0 0-1,0 1 1,-2-1-1,1 1 0,-1 0 1,-1 0-1,0 0 1,0 14-1,3 13 277,35 430 2424,0 3-8040,-32-413 3013,-1-2-1568,0-20-1690,4 3-3974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2.2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1 296 9293,'90'-27'1156,"-46"15"-300,-1-3-196,1 0-156,-4-4-236,0-2-240,7-3-232,0 0-156,-3-3-112,-1 3-144,-3-3-296,-6-6-2132,-7 5-1129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4.6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122 600 9193,'3'1'5161,"-4"6"-1491,-10 20 256,-23 42-2280,28-57-808,-5 9-235,1-3-240,1 0 0,1 0 0,1 1 0,1 0 0,-5 21-1,8-22-223,0-8-49,1 0 0,1 1 0,0-1 0,1 11 0,0-16-67,1 0 1,0 0-1,0 0 1,0-1 0,1 1-1,0 0 1,0-1-1,0 1 1,0-1-1,1 0 1,4 6-1,-5-6-12,0-1 0,1 0 0,-1-1 0,0 1-1,1 0 1,0-1 0,0 1 0,0-1 0,0 0-1,0 0 1,0 0 0,0 0 0,1-1 0,-1 1 0,1-1-1,-1 0 1,1 0 0,0 0 0,-1 0 0,1-1-1,0 1 1,0-1 0,-1 0 0,1 0 0,0-1 0,-1 1-1,1-1 1,0 0 0,-1 0 0,1 0 0,0 0-1,-1-1 1,0 1 0,5-3 0,-1-1-12,1 0 0,-1-1 1,0 1-1,0-1 0,-1-1 0,0 1 0,0-1 0,0 0 1,-1-1-1,0 1 0,-1-1 0,1 0 0,5-15 1,-2-6-18,0 0 1,-2 0 0,-1 0 0,-2 0-1,0-1 1,-3 0 0,0 1 0,-1-1 0,-2 1-1,-2-1 1,0 1 0,-17-51 0,18 69 4,-1 0 1,0 1 0,-1-1-1,0 1 1,-8-11 0,-19-33-103,33 53 93,0 0 1,0-1-1,1 1 0,-1 0 1,0 0-1,1 0 1,-1 0-1,1 0 0,-1 0 1,1 0-1,0 0 1,-1 0-1,1 0 0,0 0 1,0 0-1,-1 0 1,2 0-1,0-1-43,5-8-121,2 0 1,-1 0 0,2 1-1,16-14 1,1-2-62,10-7-49,42-29 0,9-6 90,15-12 443,-78 62-55,-25 16-170,1 0 0,0 1-1,0-1 1,-1 1 0,1-1 0,0 1-1,0 0 1,0-1 0,0 1 0,-1 0-1,1 0 1,0-1 0,0 1 0,0 0-1,0 0 1,0 0 0,0 0 0,0 0-1,0 0 1,-1 0 0,1 0 0,0 1-1,0-1 1,0 0 0,0 0-1,0 1 1,-1-1 0,1 1 0,0-1-1,0 1 1,0-1 0,-1 1 0,1-1-1,0 1 1,-1 0 0,1-1 0,-1 1-1,1 0 1,-1-1 0,1 1 0,-1 0-1,1 0 1,-1 0 0,1-1 0,-1 1-1,0 1 1,2 3 51,0-1 0,-1 0 0,0 1-1,0-1 1,-1 1 0,1 0 0,-1-1 0,0 1-1,0 6 1,-21 145 872,-7 0 0,-59 189-1,69-291-934,7-25-544,2 0-1,1 1 0,1 0 0,-3 37 0,9-58 53,0 2-390,1-1 1,0 1-1,0 0 0,3 15 1,-3-25 712,0 1-1,1-1 1,-1 1 0,0-1 0,1 0-1,-1 1 1,1-1 0,-1 0-1,1 0 1,-1 1 0,1-1 0,0 0-1,0 0 1,0 0 0,0 0 0,0 0-1,0 0 1,0 0 0,0 0 0,0 0-1,0-1 1,0 1 0,0 0 0,1-1-1,-1 1 1,0-1 0,1 1 0,-1-1-1,0 0 1,1 1 0,-1-1 0,0 0-1,1 0 1,-1 0 0,1 0 0,-1 0-1,0 0 1,1-1 0,-1 1-1,0 0 1,1-1 0,1 0 0,0-1-299,0 0 0,0 0 0,0 0 1,0-1-1,-1 1 0,1-1 0,-1 0 1,1 0-1,-1 0 0,2-3 0,1-1-879,13-18-4291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4.8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510 102 7293,'-20'-20'1818,"17"13"960,6-10-2052,-1 10 1987,-1 0 3969,-1 5-6544,0 1 0,0-1 1,-1 0-1,2 1 0,-1-1 0,0 0 0,0 1 0,0-1 1,1 0-1,-1 1 0,1-1 0,-1 1 0,1-1 1,0 1-1,-1-1 0,1 1 0,0-1 0,0 1 0,0 0 1,0-1-1,0 1 0,1 0 0,-1 0 0,0 0 1,1 0-1,-1 0 0,2-1 0,-1 1-79,0 1 0,0-1 1,0 1-1,0 0 0,-1 0 0,1 0 0,0 0 1,0 0-1,0 0 0,0 1 0,0-1 0,0 0 1,-1 1-1,1 0 0,0-1 0,0 1 0,-1 0 1,1 0-1,0 0 0,-1 0 0,1 0 0,-1 0 1,1 0-1,-1 1 0,0-1 0,2 2 0,31 41 245,-30-38-210,-2-1-69,1-1 1,-1 1-1,0-1 0,0 1 0,-1 0 0,1 0 1,-1 0-1,0 0 0,0 0 0,-1 0 0,0 10 1,-1 0 2,0-1 1,-7 26 0,4-24-160,0 1-1,-2-1 1,0 0 0,-1-1 0,-1 1 0,0-2-1,-1 1 1,0-1 0,-1 0 0,-1-1-1,0 0 1,-1-1 0,0 0 0,-23 17-1,8-11-1026,-1-1-1,0-2 0,-1 0 0,-1-2 1,0-1-1,-58 14 0,-46 2-6539,75-16 196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5.8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989 81 8965,'28'-28'2477,"-28"27"-2332,1 1 0,-1-1 0,0 0-1,1 1 1,-1-1 0,0 0 0,1 0 0,-1 0-1,0 1 1,0-1 0,0 0 0,0 0 0,0 0-1,0 1 1,0-1 0,0 0 0,0 0-1,0 0 1,0 1 0,0-1 0,0 0 0,-1 0-1,1 1 1,0-1 0,-1 0 0,1 0-1,-1 1 1,1-1 0,0 0 0,-1 1 0,0-1-1,1 1 1,-1-2 0,-4-8 3801,4 9-3323,-1-1 0,1 0 1,-1 0-1,1 1 1,-1-1-1,0 1 1,1 0-1,-1-1 1,-4-1 1533,10 39-1486,-3 0 1,0 0 0,-7 47 0,-23 110 1329,-1-55-2001,-5-2 0,-55 135 0,-142 245 0,133-318 4,-105 194-29,39-84-3434,116-204-1486,5-1-4402,33-76-2664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6.4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1572 8357,'36'-40'1084,"-11"14"1667,33-45 0,-43 46 667,23-49 1,-25 46-1294,18-30 1,41-61 893,28-42 698,141-149-3717,-177 234 0,216-262 0,-179 187 0,-41 57 0,-70 120 0,2 0 0,0 1 0,-6 48 0,10-56 0,-21 135 0,-5 159 0,22 160 0,10-411 0,-4 139 0,0-176 0,-1 1 0,-1 0 0,-1-1 0,-2 0 0,-14 38 0,15-51 0,-1 0 0,0-1 0,-1 1 0,0-1 0,-1-1 0,0 0 0,-1 0 0,0 0 0,0-1 0,-1-1 0,0 0 0,0 0 0,-1-1 0,0-1 0,-1 0 0,-13 4 0,-10 3 0,-1-2 0,0-1 0,-1-2 0,-55 5 0,64-11-43,-1 0 0,1-2 0,-29-3 0,48 2-23,0 0 0,1-1-1,0 0 1,-1 0 0,1-1 0,0-1 0,0 1-1,1-1 1,-1-1 0,1 0 0,0 0-1,-14-12 1,18 13-129,1 0 1,0 0-1,0 0 0,1 0 0,-1-1 0,1 0 0,0 1 1,0-1-1,0 0 0,1 0 0,0 0 0,0 0 1,0 0-1,1 0 0,-1 0 0,1-1 0,0 1 0,1 0 1,-1 0-1,1 0 0,0 0 0,0 0 0,3-5 0,3-11-616,0 0-1,2 1 0,1 0 1,13-21-1,28-39-4955,119-143-1,-66 111-2713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6.6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100 0 11493,'-3'18'5006,"6"28"-2639,0-23-1038,-12 340 4576,-26-4 410,26-272-5963,-16 69-632,16-110-194,2 1-1,-2 56 1,10 100-7347,0-196 6974,0 0 0,0 0 0,1 0 0,0 0 0,0 0 0,0 0 0,1 0 0,0 0 0,1-1 0,0 0 0,4 7 0,24 22-9248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7.1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1230 13153,'-6'-5'817,"5"4"-492,0 0-1,0 0 1,0 0-1,0 0 1,-1 0-1,1 1 1,0-1-1,0 0 0,-1 0 1,1 1-1,-1-1 1,-1 1-1,18-20 3479,-10 15-3554,-1 1 0,1 0 0,0 0 0,-1 0 0,2 0 0,-1 1 0,0 0 0,1 0 0,0 1 0,10-4 0,8-1 346,36-6 1,-29 7-314,226-42 612,191-43-1213,-370 70 255,-2-3-1,0-3 1,116-61 0,-164 72 89,-2-1-1,0-1 1,-1-1-1,26-26 0,78-98 239,-111 112-316,-11 18 34,-7 12 27,-4 2 20,-27 10 149,1 1 0,0 1 1,1 2-1,-31 21 0,-106 83 508,131-92-571,2 0 0,1 3-1,2 0 1,1 2 0,-45 63-1,70-88-97,0 0 0,0 0-1,1 0 1,0 0 0,1 0 0,-1 1-1,1-1 1,1 1 0,-1 0-1,1-1 1,1 1 0,0 0-1,0 0 1,2 14 0,-1-16-33,0 0 1,1-1-1,0 1 1,0 0-1,1-1 1,-1 0-1,1 1 0,1-1 1,-1 0-1,0 0 1,1-1-1,0 1 1,0-1-1,1 0 1,-1 0-1,1 0 1,0-1-1,0 1 1,10 3-1,2 1-190,2-1 1,-1-1-1,1 0 0,0-2 0,0 0 1,0-1-1,0-1 0,27-1 1,-6-2-133,-1-2 1,0-1 0,44-11-1,-44 5 206,-2-2 0,1-1-1,-2-2 1,0-1 0,-1-2-1,0-2 1,-2-1 0,0-1-1,-2-2 1,-1-1 0,0-1-1,36-44 1,-20 14 149,-2-2-1,-3-2 1,-3-2 0,-2-2 0,50-123 0,64-238 3439,-145 414-3022,-2 11 181,2 19 409,-3-8-950,2 18 457,-1 1-1,-1 0 1,-3 49-1,-18 97 381,16-150-949,-80 451 49,-26-7-59,82-355-1,-4 52-2109,28-141 921,1 1 1,1 0-1,2 0 1,4 31-1,-4-55 848,-1 1 1,1-1 0,1 1-1,-1-1 1,0 0-1,1 0 1,-1 0-1,1 0 1,0 0 0,0 0-1,4 4 1,-5-6 255,-1 0 0,1-1 0,0 1 0,-1 0 1,1-1-1,0 1 0,-1-1 0,1 1 0,0-1 1,0 1-1,-1-1 0,1 1 0,0-1 0,0 0 0,0 0 1,0 1-1,-1-1 0,1 0 0,0 0 0,0 0 0,0 0 1,0 0-1,0 0 0,0 0 0,0 0 0,-1 0 1,1 0-1,0-1 0,0 1 0,0 0 0,0-1 0,0 1 1,-1 0-1,1-1 0,0 1 0,0-1 0,-1 1 1,1-1-1,0 0 0,-1 1 0,2-2 0,18-28-4264,-2-6-2253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7.3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0 116 9241,'4'-10'776,"0"-1"-1,1 1 1,0 0-1,7-10 1,-10 17-500,1 0 0,-1 0 0,1 0 0,0 0-1,0 0 1,0 1 0,0-1 0,0 1 0,1 0 0,-1 0 0,1 0-1,-1 0 1,1 1 0,0-1 0,6 0 0,15-4 524,1 2-1,1 0 1,-1 2 0,0 2-1,1 0 1,-1 1 0,0 2 0,43 9-1,-61-10-626,8 1 203,1 1 0,-1 0 0,0 1 0,0 1 0,-1 0 0,0 2 0,27 16 0,-40-23-319,-1 1 1,1-1 0,0 1-1,-1 0 1,0-1 0,1 1 0,-1 0-1,0 0 1,0 0 0,0 0 0,0 0-1,0 0 1,0 0 0,-1 1 0,1-1-1,-1 0 1,1 0 0,-1 0-1,0 1 1,0-1 0,0 0 0,0 1-1,-1-1 1,1 0 0,-1 3 0,0-1 7,-1 0 1,1 0 0,-1-1-1,0 1 1,0-1 0,0 1-1,0-1 1,-1 0 0,1 0 0,-1 0-1,0 0 1,0 0 0,-3 2-1,-19 12 180,0-2 0,0-1-1,-39 16 1,-88 24-654,49-18-1835,95-34 1506,-2 2 307,0 0 1,0 0-1,-13 9 0,3 6-3053,20-18 3006,-1 0 0,1 0 0,-1 0 0,1 1 0,-1-1 0,1 0 0,0 0 0,-1 1-1,1-1 1,0 0 0,0 1 0,0-1 0,0 0 0,0 1 0,0-1 0,1 0 0,-1 2 0,12 23-10645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7.5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97 13601,'-10'-36'2384,"0"24"1953,23-3-2869,-3 2 680,10 4-1956,4 0-396,-1 6-220,4 3-280,0 0-412,0 3-332,-7-3-180,3 6-88,-9 3-33,2 4-219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17:48.6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107 37 12913,'-2'-2'241,"0"0"1,-1 1-1,0-1 0,1 1 0,-1-1 1,0 1-1,0 0 0,0 0 0,0 0 1,0 0-1,0 1 0,0-1 0,0 1 1,0 0-1,0 0 0,0 0 0,-6 1 1,-20-6 1603,18 3 810,1 0 4081,31 21-4333,-9-12-2285,-1-1-1,1 0 0,0-1 0,0-1 0,0 0 0,1 0 0,0-1 0,15 2 0,116 6 650,-106-10-716,858-2-4472,0-60-2631,-719 48 45,-2 1-4296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6.6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1614 130 11933,'1'-2'892,"-1"-1"-1,1 0 1,-1 1 0,1-1-1,-1 0 1,0 0-1,0 0 1,-1 1 0,1-1-1,0 0 1,-1 0-1,0 1 1,1-1 0,-1 0-1,-3-4 1,2 3-424,-1 0 1,1 1-1,-1-1 1,0 1-1,0-1 0,-1 1 1,1 0-1,0 0 1,-6-2-1,-1-1-227,-1 0-1,0 0 1,0 2-1,-1-1 1,1 2-1,-22-5 1,9 4-210,-1 2 0,1 1 0,-1 1 1,1 1-1,-1 1 0,-25 5 0,-2 4-40,-88 30 0,47-6 9,1 5 0,2 3 0,-100 66 0,80-36 0,-191 167 0,269-211 0,2 2 0,-31 38 0,49-53 0,1 1 0,0 0 0,1 1 0,0 0 0,2 0 0,-11 32 0,18-46 0,0 0 0,-1 1 0,2-1 0,-1 0 0,1 1 0,-1-1 0,1 1 0,0 0 0,1-1 0,-1 0 0,1 1 0,0-1 0,0 1 0,0-1 0,1 0 0,-1 1 0,1-1 0,0 0 0,0 0 0,1 0 0,-1-1 0,4 5 0,0-3 0,-1 0 0,1 0 0,0-1 0,0 0 0,0 0 0,0-1 0,1 0 0,-1 0 0,1 0 0,0-1 0,0 0 0,0 0 0,8 1 0,21 1 0,0-2 0,0-1 0,0-1 0,0-2 0,0-2 0,-1-2 0,69-18 0,8-12 0,115-54 0,-209 82 0,460-209 0,-476 216 0,0 0 0,0 0 0,1 0 0,-1 0 0,0 0 0,0 0 0,0 0 0,1 1 0,-1-1 0,0 1 0,0-1 0,1 1 0,-1 0 0,1 0 0,-1 0 0,0 0 0,1 1 0,-1-1 0,0 1 0,0-1 0,1 1 0,-1 0 0,0 0 0,0 0 0,0 0 0,0 0 0,0 0 0,0 0 0,0 1 0,0-1 0,0 1 0,-1 0 0,3 2 0,-1 1 0,0 0 0,-1 0 0,1 0 0,-1 1 0,0-1 0,0 1 0,-1 0 0,0-1 0,0 1 0,0 0 0,-1 0 0,1 6 0,-25 278 0,11-176 0,4-34 20,0-7-108,2 82 1,16 28-3290,4-91-1273,-7-65 504,12 34 1,15 10-9165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7.0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1081 69 18874,'-1'-1'309,"0"-1"-1,0 1 1,0 0 0,0-1 0,0 0 0,0 1-1,1-1 1,-1 1 0,1-1 0,-1 0 0,1 1 0,-1-1-1,1 0 1,0 0 0,0-2 0,0 3-125,0 0 0,0-1 0,0 1 1,0-1-1,0 1 0,-1 0 0,1-1 1,0 1-1,-1 0 0,1-1 0,-1 1 1,0 0-1,1 0 0,-1-1 0,0 1 1,0 0-1,0 0 0,0 0 0,0 0 1,0 0-1,0 0 0,0 0 0,0 0 1,0 1-1,0-1 0,-1 0 0,1 1 1,0-1-1,-1 1 0,1-1 0,-2 0 1,-5-1-25,-1 1 0,1-1 0,-1 1 0,1 0 0,-1 1 1,1 0-1,-1 1 0,0 0 0,1 0 0,0 0 0,-15 6 0,-13 4 405,-43 20 0,73-28-560,-37 17-5,1 3 0,0 1 0,2 2 0,1 2 0,-40 37 0,5 3 0,-91 111 0,16 16-168,124-157 34,1 2 0,2 1 0,-21 55 0,39-84-67,0 1 1,0-1-1,1 1 0,1-1 1,-1 15-1,2-24 143,1 1 0,0-1 0,0 1 0,1 0 0,-1-1 0,1 1 0,-1-1 0,1 1-1,0-1 1,1 1 0,-1-1 0,0 0 0,1 0 0,0 1 0,0-1 0,0 0 0,0-1 0,0 1 0,1 0 0,-1-1-1,4 3 1,-5-4 39,0 0 0,0 0 0,0-1-1,0 1 1,0-1 0,0 1 0,0-1-1,0 1 1,0-1 0,1 0 0,-1 0-1,0 1 1,0-1 0,0 0 0,1 0-1,1-1 1,12 0-8,0-1 1,-1-1-1,1-1 0,-1 0 1,0-1-1,25-12 1,84-51 384,-95 51-232,281-189 2415,-173 111-1867,-75 54-674,133-84 0,-191 124 0,0-1 0,-1 1 0,1 0 0,0 0 0,0 0 0,-1 0 0,1 1 0,0-1 0,0 1 0,0 0 0,6 0 0,-8 0 0,0 0 0,1 0 0,-1 1 0,1-1 0,-1 1 0,0-1 0,1 1 0,-1 0 0,0 0 0,1-1 0,-1 1 0,0 0 0,0 0 0,0 0 0,0 0 0,0 0 0,1 2 0,0 1 0,0 0 0,0 0 0,-1 0 0,1 0 0,-1 0 0,0 0 0,-1 0 0,1 0 0,-1 0 0,0 0 0,0 0 0,0 1 0,0-1 0,-2 7 0,-13 51 0,-2-1 0,-3 0 0,-30 62 0,10-25 0,-56 132 0,-180 309 0,169-369-2459,-7-8-4105,46-66 1250,-21 32-10132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0.5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276 630 12149,'-12'4'941,"0"-1"0,-1 0-1,1-1 1,-26 1 0,32-2-569,0-1 1,-1 1-1,1 1 1,0-1-1,-1 1 0,1 0 1,0 0-1,0 1 1,1 0-1,-1 0 0,0 0 1,1 1-1,0-1 1,0 1-1,0 1 0,0-1 1,1 1-1,-1 0 1,1 0-1,1 0 0,-6 9 1,-1 3 105,1 0 0,1 1 1,0 0-1,1 1 0,-8 36 0,12-34-337,0 0 0,2 0 0,0 0 1,1 1-1,1-1 0,1 0 0,6 24 0,5 12 110,28 75 1,-28-94-159,23 41 0,-29-65-68,0-1 0,1 0 0,1 0 0,0-1 0,1 0 0,12 11 0,-21-22-23,0 0 0,1 0-1,-1 0 1,0 0 0,1 0 0,-1-1 0,1 1 0,-1-1-1,1 1 1,0-1 0,-1 0 0,1 1 0,-1-1-1,1 0 1,0 0 0,-1 0 0,1 0 0,0 0-1,-1 0 1,1-1 0,-1 1 0,1-1 0,0 1-1,-1-1 1,1 1 0,1-2 0,7-1 5,9-4-23,-1 0 1,1-2-1,-1 0 0,-1-1 0,0 0 1,0-2-1,16-14 0,108-105-937,-112 102 597,434-512-4962,-152 161 585,-268 331 3718,9-11-3072,85-76 1,-75 86-2220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0.8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178 371 12505,'-98'69'2472,"65"-50"-307,20-10-197,-4 0-296,0 3 3140,44-39-4536,26-22-700,14 1-236,10-15-612,14-10-648,6-2-468,17-3-3333,10 2-4780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1.0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0 17966,'-17'151'2908,"7"-94"-512,4-2-460,6-1-436,6-9-411,-2 3-193,6 1-520,3 5-468,7 0-920,0-3-381,4-5-907,-4-10-636,0-3-3377,7 0-5724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1.4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1 278 17606,'2'25'606,"0"4"788,1 0-1,1-1 0,1 0 1,10 28-1,-5-34-681,0-1-1,2-1 1,0 0-1,1 0 1,1-1 0,1-1-1,30 29 1,20 27-1309,-63-73 529,0 1 0,-1 0 0,1-1 0,0 0-1,0 1 1,0-1 0,0 0 0,0 0 0,0 0-1,0 0 1,1 0 0,-1 0 0,0-1-1,0 1 1,1-1 0,-1 1 0,0-1 0,1 0-1,-1 0 1,0 0 0,1 0 0,-1-1 0,0 1-1,1-1 1,-1 1 0,0-1 0,0 0 0,0 0-1,0 0 1,1 0 0,-1 0 0,0 0-1,2-2 1,3-2-149,0 0 0,0 0 0,0 0 0,-1-1 0,0 0-1,0-1 1,9-12 0,7-18-212,-2-2 0,-2 0 0,-1-1 0,21-80 0,-29 90 303,11-26-100,36-70 1,-16 40 309,-35 73 121,1 0 0,1 0 0,-1 0 0,2 1 0,0 0 0,17-19 0,-24 31-149,0-1-1,0 1 0,0 0 0,0 0 0,0-1 1,0 1-1,0 0 0,0 0 0,0 0 1,0 0-1,0 0 0,0 1 0,0-1 1,0 0-1,0 0 0,-1 1 0,1-1 1,0 0-1,0 1 0,0-1 0,0 1 1,0-1-1,0 1 0,-1-1 0,1 1 1,1 1-1,2 0 65,-1 1 0,1 0 0,0 0-1,-1 0 1,0 1 0,0-1 0,0 1 0,0 0 0,0 0 0,-1 0 0,0 0 0,0 0 0,0 0 0,0 1 0,0-1 0,0 5 0,7 30 351,-3-13-146,1 0-1,19 48 1,-24-69-321,1-1 0,-1 0 0,1 0 0,0 1-1,0-2 1,0 1 0,1 0 0,-1-1 0,1 1 0,0-1 0,0 0 0,0-1-1,1 1 1,-1-1 0,0 1 0,1-1 0,0-1 0,-1 1 0,1-1 0,0 1-1,0-1 1,0-1 0,0 1 0,0-1 0,0 0 0,0 0 0,0 0 0,0-1-1,9-1 1,-2-1-80,-1-1-1,1 0 0,0 0 1,-1-1-1,0 0 0,0-1 0,-1-1 1,1 1-1,-2-2 0,18-15 1,-24 21-14,-1 0 1,0-1 0,0 1-1,0-1 1,-1 1 0,1-1-1,0 0 1,-1 0 0,0 0-1,0 0 1,0 0 0,0 0-1,0 0 1,0 0 0,-1 0-1,1 0 1,-1 0 0,0 0-1,0 0 1,0-1 0,-1 1-1,1 0 1,-1 0 0,0 0-1,0 0 1,0 0-1,0 0 1,0 0 0,0 0-1,-1 0 1,0 1 0,1-1-1,-1 1 1,-2-3 0,-5-3-339,1 1 0,-1 1 0,0-1 0,-1 2 0,1-1 0,-1 1 1,-1 1-1,-16-6 0,-8 0-3043,-46-6 1,32 7-1154,-1-2-3114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1.7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437 1 14137,'-60'70'938,"23"-27"214,1 1 1,3 1 0,-53 97 0,55-80 340,2 2 1,3 2 0,3 0-1,-26 125 1,39-130-950,2 0 1,2 0 0,4 0-1,2 1 1,14 107-1,-9-134-443,2-1-1,1 0 0,2-1 0,2 0 0,0-1 0,2 0 0,2-1 0,1 0 0,1-1 0,1-2 0,2 0 0,1 0 0,1-2 0,1-1 0,50 39 0,-40-39-276,2-2-1,0-2 1,2-1-1,0-2 1,78 26-1,-61-29-511,0-2 0,0-3-1,110 6 1,-66-16-1174,0-4 1,0-5 0,-1-4-1,176-46 1,-57-5-4278,3-12-3641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1.9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430 3 11453,'-10'-2'1542,"5"2"2820,11 2-855,6 3-3608,3 2 733,-1 0 0,0 1 0,-1 1 0,0 0-1,0 1 1,-1 0 0,0 1 0,19 23 0,-3 1 558,45 76 1,-36-50-888,-4 2 0,-2 1 0,-3 1-1,-3 2 1,-3 1 0,-3 0 0,-3 1-1,-3 1 1,-3 1 0,-3 0 0,-4 0-1,-6 96 1,-9-54-751,-5-1 0,-6 0 0,-60 183 0,31-156-412,-5-2-1,-101 174 1,111-232-737,-4-2 1,-69 82-1,71-104-3088,-80 71-1,16-34-6563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5.4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205 424 7121,'2'-3'898,"7"-11"-510,-4 10 6377,-17-14-3583,-28-58 4777,39 74-6462,-7-19-310,8 21-1141,0-1 0,0 1 0,0 0 0,0 0 0,-1-1 0,1 1 0,0 0 0,0 0 0,0 0 0,0-1 0,-1 1 1,1 0-1,0 0 0,0 0 0,-1 0 0,1 0 0,0-1 0,0 1 0,-1 0 0,1 0 0,0 0 0,0 0 0,-1 0 0,1 0 0,0 0 0,0 0 0,-1 0 1,1 0-1,0 0 0,0 0 0,-1 0 0,1 0 0,0 0 0,0 0 0,-1 0 0,-2 3 189,1 0-1,-1 0 1,1 0 0,0 0-1,0 0 1,0 0 0,0 0-1,-1 6 1,-11 24-235,1 2 0,1 0 0,-9 52 0,7-28 0,-4 13 0,4 1 0,2 0 0,4 0 0,3 1 0,7 116 0,3-149 0,1 0 0,1-1 0,3 0 0,25 68 0,-23-80 0,1-1 0,1 0 0,1-1 0,2 0 0,0-2 0,2 0 0,26 26 0,-21-26 0,2-2 0,0-1 0,2-1 0,0-1 0,1-1 0,1-2 0,0-1 0,1-1 0,1-2 0,0-1 0,46 9 0,-47-14 0,-1-2 0,1-1 0,-1-1 0,1-2 0,0-1 0,-1-1 0,1-2 0,-1-1 0,0-1 0,0-2 0,0-1 0,49-22 0,-54 19 0,1-2 0,-2 0 0,0-1 0,-1-2 0,0 0 0,-2-2 0,0 0 0,-1-1 0,-1-1 0,-1-1 0,-1-1 0,0 0 0,15-32 0,-12 13 0,-3-1 0,-1 0 0,-2-1 0,-2-1 0,-2 0 0,-2-1 0,-2 0 0,-2 0 0,-4-92 0,-5 75 0,-3 0 0,-3 0 0,-3 1 0,-2 0 0,-4 2 0,-46-103 0,50 131 1,-1 0-1,-2 1 1,-1 1-1,-1 1 1,-2 1 0,0 1-1,-2 1 1,-1 1-1,-41-30 1,47 42-2,0 0 0,-1 1 0,0 1 0,-1 0 1,0 2-1,-33-9 0,37 14-1,0 0-1,0 1 1,-1 1 0,1 1-1,-1 1 1,1 0 0,-1 2-1,1 0 1,-18 4 0,19-1-337,2 0-1,-1 1 1,1 0 0,0 1 0,0 1 0,0 1 0,1 0-1,1 0 1,0 2 0,0 0 0,1 0 0,0 1 0,1 0 0,0 1-1,-9 15 1,3-2-1260,2 0-1,1 2 1,0-1-1,2 1 0,2 1 1,0 0-1,-6 39 1,-3 49-9938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5.7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526 33 12509,'-26'-33'19509,"28"54"-18991,-1-19-503,-1 0 1,0 1-1,1-1 0,-1 0 1,0 1-1,0-1 1,0 0-1,-1 1 1,1-1-1,0 0 0,-1 1 1,0-1-1,1 0 1,-2 3-1,-25 54-6,-44 73-1,25-48-184,17-36-2374,-57 74 0,29-45-1232,-25 36-3987,-18 5-5204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8.3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1058 9333,'0'0'11636,"1"2"-10969,20 30 1233,-15-24-1534,-1 0 0,1 0 0,-1 1 0,-1 0 0,6 15 0,86 332 2659,-85-309-2766,2 0-1,2-1 1,2-1-1,2-1 1,40 69-1,-48-95-105,0 0 0,1-1-1,1-1 1,1 0-1,1-1 1,0-1-1,0 0 1,2-1-1,-1 0 1,2-2-1,0 0 1,0-1-1,1 0 1,0-2-1,33 10 1,-29-13-151,0-2-1,1 0 1,0-1 0,0-2 0,-1-1-1,1 0 1,0-2 0,-1 0 0,1-2-1,-1-1 1,0 0 0,33-16-1,-1-3-2,0-2 0,-2-3 0,85-63 0,-22 4 1,112-115 0,90-121 0,-150 149 0,-88 95-226,454-441-8632,-436 438 6071,3 4 0,3 4 0,199-107-1,-200 134-6762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8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1 13793,'15'1'1830,"-21"2"-49,3-2-1490,-1 1 0,1-1 1,0 1-1,1-1 0,-1 1 0,0 0 1,-4 4-1,4-1 41,-1 0 1,1 0-1,1 0 1,-1 1-1,1-1 1,-1 1-1,1 0 1,1 0-1,-1 0 1,1 0-1,0 0 1,0 11-1,1 10 997,4 42 0,5 14-329,3 0-1,3-1 0,5-1 0,2-1 0,65 149 0,-75-205-997,1 0 1,1-1-1,1 0 0,0-1 1,2-1-1,1 0 0,1-1 1,0-1-1,1-1 0,1-1 1,1-1-1,1-1 0,0 0 0,0-2 1,2-1-1,-1-1 0,2-1 1,-1-1-1,1-1 0,0-1 1,1-2-1,0 0 0,0-2 1,29 0-1,2-5-163,0-1 0,0-3 0,0-3 0,104-30 1,214-97-1491,144-119-3403,-17-37-5351,-469 271 9213,187-109-9485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3:58.8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54 808 10569,'-2'-15'1018,"1"13"-708,1-1 1,-1 0-1,1 0 0,-1 0 1,0 1-1,0-1 0,0 0 1,0 1-1,0-1 0,-1 1 1,1-1-1,-1 1 0,0 0 1,-2-3-1,0 0 659,1 0 0,-1 0-1,1 0 1,0-1 0,1 0-1,-1 1 1,-1-8 0,1 4 524,2 7-1125,0 0 0,1 0 0,-1-1 0,1 1 0,-1 0-1,1 0 1,0-1 0,0 1 0,0 0 0,0 0 0,1-1 0,-1 1 0,1-3 0,1 1-149,-1 1 0,1-1 0,-1 1-1,1 0 1,0 0 0,0 0 0,1 0 0,4-5 0,-4 5-206,1 0-1,0 0 1,0 1 0,0 0-1,0 0 1,0 0-1,1 0 1,-1 0-1,1 1 1,-1 0-1,1 0 1,-1 0 0,1 1-1,-1-1 1,6 1-1,6 0-22,-1 1 0,1 1 0,20 4 0,3 4 10,-1 2 0,0 1 0,-1 2 0,0 2 0,-1 1 0,40 28 0,-25-11 0,-1 2 0,-2 2 0,59 63 0,-51-39 0,-2 2 0,-3 2 0,-3 3 0,-3 2 0,61 134 0,-67-113 0,-4 1 0,-5 2 0,-3 1 0,20 153 0,-42-208 0,-1 1 0,-3 0 0,-2 0 0,-10 74 0,11-114 0,-1 0 0,0 0 0,0 0 0,0 0 0,0 0 0,0 0 0,0 0 0,-3 2 0,4-4 0,-1 0 0,1-1 0,-1 1 0,1 0 0,-1-1 0,1 1 0,-1-1 0,0 1 0,1-1 0,-1 1 0,0-1 0,1 1 0,-1-1 0,0 0 0,0 1 0,0-1 0,1 0 0,-1 0 0,0 0 0,-1 1 0,0-2 0,1 1 0,-1-1 0,1 0 0,-1 0 0,1 1 0,-1-1 0,1 0 0,-1 0 0,1 0 0,0-1 0,-1 1 0,1 0 0,0 0 0,0-1 0,0 1 0,0-1 0,0 1 0,1-1 0,-1 1 0,0-1 0,0 1 0,1-1 0,0 0 0,-1 1 0,0-4 0,-3-16 0,0 0 0,1 0 0,1-28 0,0 13 0,3-319 0,30-3 0,-26 305 0,13-100 0,62-259 0,-63 353-270,46-106 1,105-177-2252,-153 314 1918,1 1 0,1 0 0,41-48 0,-32 48-533,0 2 0,2 0 0,47-32 0,-58 46-148,1 0 0,0 1 0,0 1 0,1 1 0,0 1 0,0 0 0,40-7 0,24 10-8211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3:59.1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838 40 13449,'-51'-28'2662,"44"26"-2199,-1-1 0,0 2 0,1-1 0,-1 1 0,0 0 0,0 0 0,0 1 0,1 0 0,-1 0 0,0 1 0,0 0 0,-12 4 0,3-2 231,-13 3 233,0 1 0,1 2 0,0 1-1,-42 20 1,61-25-756,-16 8 203,0 1-1,0 2 1,2 0-1,-42 37 0,48-38-210,-12 11 56,1 1 0,2 1 0,0 2 0,-31 46 0,44-54-130,0 0 1,1 1 0,2 0 0,0 1 0,1 0 0,2 1-1,-10 44 1,17-61-75,0-1 1,1 0-1,0 1 0,0-1 0,1 0 1,0 1-1,0-1 0,1 0 0,0 0 1,0 0-1,0 0 0,1 0 0,0 0 1,6 8-1,-8-13-7,1 1 0,0-1 0,0 0 0,0 1 0,0-1 0,0 0 0,0-1 0,1 1 0,-1 0 0,1 0 0,-1-1 0,1 0 0,0 1 0,-1-1 0,1 0 0,0 0 0,0-1 0,0 1 0,0-1 0,0 1 0,0-1 0,0 0 0,0 0 0,5-1 0,5 0 86,0-1 0,0-1 0,0 0 0,13-6 0,7-4-12,0-2-1,-1-2 1,43-29 0,43-24-13,-116 69-69,0 1 0,0-1 0,0 0 0,-1 1 0,1 0 0,0-1 0,0 1 0,0 0 0,0 0 0,0 0 0,0 0 0,0 0 0,0 1 0,0-1 0,0 1 0,0-1 0,-1 1 0,1-1 0,0 1 0,0 0 0,0 0 0,-1 0 0,1 0 0,-1 0 0,1 1 0,-1-1 0,1 0 0,-1 1 0,0-1 0,1 1 0,-1-1 0,1 3 0,5 7 0,0-1 0,-1 2 0,9 21 0,-7-16 0,44 77-3036,-36-71 729,0 0-1,2-2 1,0 0-1,1-1 1,1 0 0,43 30-1,-18-20-8287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3:59.8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11213,'0'0'7296,"2"2"-6284,1 0-898,0 1 1,-1-1-1,1 1 0,-1-1 0,0 1 1,1 0-1,-1 0 0,-1 0 0,1 0 1,0 1-1,-1-1 0,1 0 0,-1 1 1,0-1-1,0 1 0,-1-1 0,1 1 1,0 3-1,30 139 1618,-12-64-1256,-15-63-384,0 4 42,1 1 0,1-1 1,1 0-1,1 0 0,18 34 1,-24-54-57,1 0 0,-1 1 0,1-1 0,-1-1 0,1 1 0,0 0 0,0-1 1,0 1-1,1-1 0,-1 0 0,1 0 0,-1 0 0,1-1 0,-1 1 0,1-1 1,0 0-1,0 0 0,0 0 0,0 0 0,0-1 0,0 0 0,0 1 0,-1-2 1,1 1-1,7-1 0,6-3 109,1 0 0,0-1 0,-1-1 0,24-12 0,0 1 155,-27 11-264,1 0 0,0 1 0,0 1-1,0 0 1,0 1 0,0 1 0,1 0 0,0 2 0,-1-1 0,24 4 0,-3 5-27,43 14 1,-53-12-45,1-3 0,0 0 0,0-1 1,37 2-1,-34-7-35,0-2 0,0 0 0,-1-3 0,1 0 0,-1-2 0,0-1 0,54-20 0,-73 23 33,22-8 61,0-2-1,55-33 1,-63 31 21,0-1 1,-1-1-1,-1-1 0,-1-1 1,-1-1-1,0-1 0,-2 0 1,0-1-1,-2-2 0,24-46 1,-37 65-64,0-1 1,-1 0 0,0 0 0,-1 0-1,2-11 1,-2 10-10,-1 7-13,-1 1 1,0-1-1,0 0 0,1 1 1,-1-1-1,0 1 0,0-1 1,0 1-1,0 0 1,0-1-1,1 1 0,-1 0 1,0 0-1,0 0 0,0-1 1,0 1-1,0 0 0,0 0 1,0 0-1,-1 1 0,1-1 2,-3 0-12,0 1 0,0 0 0,0 0 0,0 0 0,0 0 0,0 1 0,1-1 0,-1 1 0,0 0 0,1 0 0,-1 0 0,1 1 0,0-1 0,0 1 0,-6 6 0,3-2-110,-1-1 1,1 2-1,1-1 1,-1 1-1,1 0 1,-4 9 0,7-12-33,1-1 1,-1 1 0,1 0-1,0 0 1,0 0 0,1 0-1,0-1 1,0 1-1,0 0 1,0 0 0,1 0-1,-1 0 1,1 0 0,1 0-1,-1-1 1,3 8 0,-2-9 76,0 1 0,-1-1 1,1 1-1,1-1 0,-1 0 1,0 0-1,1 0 0,-1 0 1,1 0-1,0-1 0,0 1 1,0-1-1,0 0 0,1 0 1,-1 0-1,0 0 0,1 0 1,0-1-1,-1 0 0,7 2 1,-3-2 45,0 0 0,-1 0 1,1-1-1,0 0 1,0-1-1,0 1 0,0-1 1,0 0-1,0-1 0,8-2 1,-11 2 190,0 0 0,0 0 0,0 0 0,0 0 0,0-1 0,-1 1 1,1-1-1,-1 0 0,1 0 0,-1-1 0,0 1 0,0-1 0,-1 1 0,1-1 0,-1 0 0,3-6 1,22-30 2322,-5 6-77,-21 34-2404,0-1-1,-1 1 1,1 0 0,-1-1 0,1 1 0,0 0 0,-1-1 0,1 1-1,0 0 1,-1 0 0,1-1 0,0 1 0,0 0 0,-1 0 0,1 0-1,0 0 1,0 0 0,-1 0 0,1 0 0,0 1 0,-1-1 0,1 0-1,0 0 1,0 0 0,-1 1 0,2-1 0,16 7-33,4 14 27,9 20 0,-2 2 0,35 69 0,-10-4 0,-6 3 0,43 141 0,-46-82 0,-8 1 0,-7 2 0,14 344 0,-53-228 0,5-245 0,-3 0 0,-2-1 0,-1 0 0,-25 63 0,28-90 0,0 1 0,-2-1 0,0-1 0,-1 1 0,0-2 0,-1 1 0,-1-2 0,-18 18 0,22-23 0,-1-1 0,-1-1 0,1 1 0,-1-1 0,0-1 0,0 0 0,-1 0 0,1-1 0,-1 0 0,0-1 0,0-1 0,0 1 0,-1-2 0,-15 1 0,7-2 0,1-1 0,-1-1 0,1-1 0,0-1 0,0 0 0,0-2 0,0 0 0,1-1 0,0 0 0,1-2 0,0 0 0,0-1 0,1-1 0,-17-14 0,13 9 0,2-2 0,0 0 0,0-1 0,2-1 0,1-1 0,0 0 0,1-1 0,2 0 0,0-1 0,-11-30 0,11 16-37,1-1 1,2 0-1,2 0 1,1 0-1,-2-74 0,9 61-70,3 0 0,1 1-1,3 0 1,15-53-1,-2 31-77,4 1 0,3 1-1,3 2 1,3 1 0,3 1-1,55-74 1,3 16-1542,154-156-1,135-87-4997,-237 238 98,-5 15-4295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0.6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30 428 11909,'28'-2'1579,"0"0"0,0-2 0,35-9 0,64-8 4385,5-1-3519,-90 12-2144,0-2 0,-1-1 0,-1-3 0,0-1 0,-1-1 0,-1-3 0,0-1 0,-2-2 0,-1-1 0,35-33 0,-62 50-241,0-1 0,-1 1 0,0-2 0,9-14 0,-15 22-55,0 1 0,0-1 1,0 0-1,-1 1 0,1-1 1,0 0-1,-1 0 0,1 0 1,-1 0-1,0 0 0,0 1 0,1-1 1,-1 0-1,-1 0 0,1 0 1,0 0-1,0 0 0,-1 0 1,1 0-1,-1 1 0,1-1 1,-1 0-1,0 0 0,0 1 0,0-1 1,0 0-1,0 1 0,0-1 1,0 1-1,0-1 0,-1 1 1,1 0-1,0-1 0,-1 1 0,0 0 1,1 0-1,-1 0 0,1 0 1,-1 0-1,0 1 0,0-1 1,0 0-1,1 1 0,-1-1 1,0 1-1,0 0 0,0 0 0,0 0 1,-3 0-1,-10 0 17,0 1 0,1 0 0,-1 1 1,0 1-1,1 1 0,-1 0 0,1 1 0,0 0 0,0 1 0,1 0 0,-14 10 1,-23 15 319,-65 54 1,107-80-296,-84 69 326,-114 115 0,174-155-300,1 2 0,2 0 1,1 2-1,2 2 0,2 0 1,-27 62-1,46-90-73,1-1 0,0 1 0,1-1 0,0 1 0,1 0 0,0 0 0,1 0 0,0 1 0,1-1 0,1 13 0,0-18 0,1 1 0,0-1 0,0 0 0,1 1 0,-1-1 0,2 0 0,-1 0 0,1-1 0,0 1 0,0-1 0,1 0 0,0 0 0,0 0 0,0-1 0,1 1 0,0-1 0,8 5 0,5 2-142,1-1 0,0-1 0,1 0 0,0-2 0,0 0 0,1-2 0,0 0 0,0-1 0,27 1 1,25 1-1173,112-5 0,160-29-4459,-115-6-2176,-24 1-4065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0.9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402 63 10945,'-13'-13'864,"7"7"95,0 0 0,0 0-1,0 0 1,-1 1-1,-9-6 1,12 9-534,0 1 0,0-1 0,0 1 0,0 0 0,0 0 0,0 1 0,0-1 1,0 1-1,0-1 0,0 1 0,0 1 0,0-1 0,0 1 0,-8 1 0,5 0-35,-1 1 1,0 0-1,1 0 1,0 1-1,0 0 1,0 0-1,0 1 1,1-1-1,-1 2 1,1-1-1,0 1 1,1-1-1,0 2 1,-1-1-1,-4 10 1,-4 6 210,1 1 1,2 1-1,-15 39 0,3 8-545,2 2-1,4 0 0,-14 135 0,22-68-77,10 155 0,2-211 22,5 1 0,3-2 0,3 0 0,4 0 0,38 103 0,-40-144 0,1-1 0,2-1 0,2-1 0,2-1 0,1 0 0,2-2 0,1-1 0,2-2 0,2 0 0,0-2 0,67 49 0,-51-49-205,2-3 1,0-1-1,2-3 1,1-2-1,0-3 1,2-1-1,0-3 1,1-3-1,87 9 0,-27-12-1029,2-6 0,-1-4-1,185-27 1,-52-14-7182,2-16-5968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2.0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59 10529,'0'0'16662,"0"-3"-16462,0-29 203,0 28 476,-2 2-773,1 1-71,0-1 0,0 1 0,0 0 0,0 0 0,-1-1 0,1 1 0,0 0 0,-1 0 1,1 0-1,-1 0 0,1 1 0,-1-1 0,1 0 0,-1 1 0,1-1 0,-1 1 0,0-1 0,1 1 1,-1 0-1,0 0 0,0-1 0,1 1 0,-1 1 0,0-1 0,1 0 0,-1 0 0,0 1 0,1-1 1,-1 0-1,-2 2 0,1-1 1894,4 2-1445,2 1-440,-1 1 0,0 0 1,-1 0-1,1 0 0,-1 1 0,0-1 1,0 0-1,-1 0 0,1 1 1,-1 5-1,9 122-44,0-5 0,-8-93 0,27 468 0,-23-470-891,1 0 0,1-1-1,2 0 1,1 0 0,2-1 0,31 58-1,-32-70-48,1 0 0,1-1 0,1 0 0,0-1-1,1-1 1,1 0 0,1-1 0,0-1 0,0-1-1,2 0 1,24 13 0,27 8-11322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2.5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19 307 16337,'-1'0'94,"1"0"-1,-1 0 0,0 0 0,0 0 1,0 1-1,1-1 0,-1 0 0,0 0 0,0 1 1,1-1-1,-1 1 0,0-1 0,0 1 1,1-1-1,-1 1 0,1-1 0,-1 1 0,0-1 1,1 1-1,-1 0 0,1-1 0,0 1 0,-1 0 1,1 0-1,-1-1 0,1 1 0,0 0 1,-1 1-1,1 0 354,0 1 0,0 0 0,0-1 0,0 1 0,0 0 1,0-1-1,1 1 0,-1 0 0,2 3 0,5 11 2317,0 0-1,11 20 0,-8-19-1798,21 41-965,4-1 0,67 87 0,-9-15 0,-62-85-31,-10-14-205,32 60 1,-22-39-1355,-29-50 1220,-2-7 79,3-122-295,1-16 349,4 74 287,4 0 1,21-71 0,-25 110 99,3 0 1,0 1-1,2 0 1,0 1-1,3 0 1,35-49-1,-49 75-130,0 0 1,0 1-1,-1-1 0,1 1 0,0-1 1,0 1-1,1 0 0,-1-1 1,0 1-1,0 0 0,1 1 0,-1-1 1,0 0-1,1 1 0,-1-1 0,1 1 1,-1 0-1,1-1 0,-1 1 1,1 0-1,-1 1 0,0-1 0,1 0 1,3 2-1,-2-1 17,1 0 1,-1 1-1,1 0 1,-1 0-1,0 0 1,0 0-1,1 1 1,-1-1-1,-1 1 1,1 0-1,4 5 1,5 8 63,-1 0 0,0 0 0,-1 1 0,16 36 0,24 79 563,-12-26-419,-36-100-245,21 54 0,3-2 0,2 0 0,45 65 0,-63-107 0,0-1 0,1-1 0,1 0 0,0-1 0,1 0 0,0-1 0,1-1 0,0 0 0,1-1 0,0-1 0,1 0 0,0-1 0,0-1 0,0-1 0,37 9 0,-40-13 0,0 0 0,0-1 0,1-1 0,-1 0 0,0-1 0,0 0 0,0-1 0,0-1 0,0 0 0,25-10 0,-29 9 0,1-1 0,-1 0 0,0-1 0,0 0 0,-1-1 0,0 0 0,0 0 0,0-1 0,-1 0 0,-1-1 0,1 0 0,-1 0 0,11-20 0,-8 8 0,0 0 0,-2-1 0,0 0 0,-2-1 0,0 0 0,-2 0 0,0 0 0,-1 0 0,-2-1 0,-2-38 0,-2 27 0,-1 1 0,-2-1 0,-2 1 0,-1 0 0,-1 1 0,-22-48 0,18 54-116,-1 1 0,-1 1-1,-1 0 1,-1 1 0,-1 0 0,-1 2-1,-2 0 1,0 2 0,-1 0 0,0 2-1,-2 0 1,0 2 0,-1 1 0,-56-24 0,55 28-68,-1 1 1,0 1 0,0 1 0,-1 2-1,0 1 1,-1 1 0,1 2 0,-1 1-1,1 1 1,-1 1 0,1 2 0,0 1 0,0 1-1,0 1 1,-37 14 0,50-13-719,1 0-1,1 0 1,-1 2 0,1-1-1,-20 18 1,22-16-1100,0 2 0,1-1 1,-11 16-1,-20 34-9685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2.9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1883 96 14357,'-3'-8'1294,"1"0"0,0 0 0,0-1 0,0 1 0,1-1 0,0-16 4842,2 22-4274,2-4-1208,3-4 712,-5 11-1333,0 1 0,0-1 0,0 0 0,0 1 0,0-1 0,0 1 0,0-1 0,-1 1 0,1-1 1,0 1-1,0 0 0,-1-1 0,1 1 0,0 0 0,-1 0 0,1-1 0,0 1 0,0 1 0,17 23-33,0 2 0,-1-1 0,-2 2 0,-1 0 0,17 47 0,36 159 0,-53-173 0,-4 2 0,-2 0 0,-3 0 0,-2 0 0,-4 1 0,-2-1 0,-3 0 0,-3 0 0,-2-1 0,-25 77 0,-3-27 11,-6-3 0,-94 169-1,-155 187-171,172-289-1324,-162 180 0,189-256-129,-4-3 1,-4-5 0,-135 93 0,-110 44-7028,105-93-2935,243-136 11562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4.3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108 1 13341,'-59'22'2224,"48"-17"157,-8-5 1533,17 0-3365,-14 2 2858,37 7-1370,21-1-1134,-1-1-1,1-3 1,0-1 0,67-5 0,-14 1-574,595 1-2199,3-15-8767,-520 13 4059,-8 4-4049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04.5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490 76 11081,'-88'-40'2801,"28"5"12549,63 35-15139,-1 1 1,0-1-1,0 1 0,0 0 1,0 0-1,0 0 0,0 0 1,0 0-1,0 0 0,0 1 1,3 2-1,5 4 168,23 17-310,-2 0 1,0 2-1,-2 2 0,-1 0 1,-2 2-1,-1 1 1,37 61-1,-28-34-53,-3 2 0,-3 1 1,40 126-1,-48-112-24,-4 1 0,-2 1 0,5 153 0,-19-130-46,-5-1 0,-29 168 1,2-122-168,-6-2-1,-6-1 1,-7-2 0,-89 174 0,51-149-4783,-153 217-1,136-227-2057,13-9-4351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3.9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1445 14049,'-4'-9'736,"3"8"-588,0 0 0,0 0 0,0 0 0,1-1 0,-1 1 0,0 0 0,1-1 0,-1 1 0,1-1 0,-1 1 0,1-1 0,0 1 0,0-1 0,0 1 0,0 0 0,0-1 0,0 1 0,0-1 1,0 1-1,0-1 0,1 1 0,-1-1 0,1 1 0,-1-1 0,1 1 0,-1 0 0,1-1 0,0 1 0,0 0 0,0 0 0,0 0 0,0-1 0,1 0 0,42-36 1291,1 1-1,2 3 1,1 2 0,2 2 0,1 2 0,1 2-1,1 3 1,58-18 0,-76 33-1439,0 1 0,0 2 0,1 2 0,0 1 0,-1 2 0,1 1 0,-1 2 0,1 1 0,-1 2 0,0 1 0,-1 2 0,47 18 0,-45-13 0,0 2 0,-1 1 0,-2 2 0,1 1 0,-2 1 0,-1 2 0,-1 1 0,-1 2 0,-1 1 0,-1 1 0,29 39 0,-34-34 0,-2 1 0,-1 1 0,-2 0 0,-1 2 0,-2 0 0,-1 0 0,-3 1 0,0 1 0,-3 0 0,-1 0 0,1 75 0,-8-45 0,-3-1 0,-3 0 0,-3 0 0,-3-1 0,-3 0 0,-26 66 0,33-103 0,-2-1 0,-2-1 0,0 0 0,-2-1 0,-18 25 0,32-50 0,0-1 0,0 1 0,0-1 0,0 1 0,0-1 0,0 0 0,-1 0 0,1 1 0,0-1 0,-1 0 0,1 0 0,-1 0 0,1-1 0,-1 1 0,1 0 0,-1-1 0,0 1 0,1-1 0,-1 1 0,-3 0 0,3-2 0,1 1 0,-1 0 0,1-1 0,-1 1 0,1-1 0,0 0 0,-1 0 0,1 1 0,0-1 0,-1 0 0,1 0 0,0 0 0,0 0 0,0 0 0,0 0 0,0-1 0,0 1 0,-1-2 0,-3-5 0,1 0 0,0 0 0,1-1 0,-1 1 0,2-1 0,-4-14 0,-3-42 0,-3-125 0,19-73 0,-1 119 0,25-458-1364,53 4-736,17 165-3171,-84 381 3293,2 0-1,2 2 1,28-49-1,-46 92 1121,1 1 1,0 0-1,0 0 0,0 1 0,9-10 1,-8 12-473,0-1 1,0 1 0,0 0 0,0 0 0,8-3-1,-13 6 1318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4.8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525 245 11373,'-4'2'325,"1"0"1,-1-1-1,0 1 0,0-1 0,1 0 1,-1 0-1,0 0 0,0 0 0,0-1 1,0 1-1,0-1 0,0 0 1,0-1-1,0 1 0,0 0 0,0-1 1,0 0-1,0 0 0,0 0 0,-4-3 1,4 3-40,0 1-1,1-1 1,-1 0 0,0 1 0,1 0 0,-1 0 0,0 0 0,1 1 0,-1-1 0,0 1-1,-4 1 1,-40 16 1456,43-16-1459,-10 5 73,0 1 1,1 0-1,0 1 0,1 0 1,-1 2-1,2-1 0,-18 20 1,13-11-97,1 2 1,0 0 0,2 0 0,-15 30 0,7-3-88,2 1 0,2 1 1,2 1-1,-9 54 1,18-64-235,2 0 1,2 0 0,1 0 0,5 48-1,-2-80 44,0 1-1,0-1 0,1 0 0,0 1 1,1-1-1,0-1 0,8 17 1,-10-23 17,0 0 1,0 1-1,1-1 1,-1 0 0,1 0-1,0 0 1,0 0-1,-1 0 1,1-1-1,0 1 1,1 0 0,-1-1-1,0 1 1,0-1-1,1 0 1,-1 0 0,0 0-1,1 0 1,-1 0-1,1-1 1,-1 1 0,1-1-1,0 0 1,-1 1-1,1-1 1,0 0 0,-1 0-1,1-1 1,-1 1-1,1-1 1,-1 1 0,4-2-1,15-6 8,-1-2 1,0 0-1,0-1 0,-1-1 0,0-1 1,-1-1-1,17-16 0,-12 10-17,1 1 0,1 2 0,44-25 0,-40 30 4,0 2 0,1 1 0,57-10 0,-44 11-99,48-16 0,-13-4-243,0-3 0,-3-3 0,0-4 0,75-51 0,-36 4 408,-4-4 1,132-140-1,-236 223-16,1 0 0,-1 0 0,1 0 0,0 1-1,0 0 1,1 1 0,10-6 0,-14 9-18,-1 0 0,1 0 0,-1 0 0,1 0 0,0 1 0,0 0 1,-1 0-1,1 0 0,0 0 0,-1 0 0,1 1 0,0-1 0,0 1 1,-1 0-1,1 0 0,-1 1 0,1-1 0,-1 1 0,0-1 0,5 4 1,37 25 81,-34-21-77,0-1 0,0 0 0,1-1 0,0-1 0,0 0 0,1 0 0,0-1 0,0-1 0,0 0 0,18 3 1,-7-7-15,-1 0 1,1-1 0,0-2 0,-1 0 0,0-2-1,1 0 1,-2-2 0,1 0 0,37-19 0,-39 16 20,0-1 0,-1-1 0,0 0 0,-1-2 1,21-18-1,-16 11 18,-15 15-24,0-1-1,-1-1 1,-1 1 0,1-1 0,7-10 0,-13 14-18,0 0 0,0-1 0,0 1 0,-1 0 0,1-1 0,-1 1 0,0-1 0,0 1 0,-1-1 0,1-5 0,-1 9-15,0 0 1,0 0 0,0 0 0,1 0 0,-1-1 0,0 1-1,-1 0 1,1 0 0,0 0 0,0 0 0,0 0-1,-1-1 1,1 1 0,-1 0 0,1 0 0,-1 0-1,1 0 1,-1 0 0,1 0 0,-1 0 0,0 1 0,0-1-1,1 0 1,-1 0 0,0 0 0,0 1 0,0-1-1,0 0 1,-1 0 0,-1 0 1,1 1-1,-1-1 0,0 1 1,1 0-1,-1 0 1,1 0-1,-1 0 1,0 0-1,1 1 1,-1-1-1,0 1 0,-2 1 1,-8 2-4,1 1 1,-1 0 0,1 1-1,-12 8 1,13-5-133,-1 0 1,2 1 0,-1 0 0,1 0-1,1 1 1,0 0 0,1 1 0,-12 20-1,7-8-478,1 1-1,1 1 1,-9 32-1,19-56 549,1 0-1,-1 0 1,0 0 0,1 0-1,0 0 1,-1 0 0,1 0-1,0 0 1,0 0 0,0 0 0,1 0-1,-1 0 1,0 0 0,1 0-1,-1 0 1,2 3 0,-1-4 34,-1 0 1,1-1 0,0 1-1,-1 0 1,1 0 0,0-1-1,0 1 1,0 0-1,0-1 1,0 1 0,0-1-1,0 1 1,0-1 0,0 1-1,0-1 1,0 0 0,0 0-1,0 1 1,0-1 0,0 0-1,2 0 1,2-1 0,0 1-1,0-1 1,0 0-1,-1 0 1,1-1 0,-1 1-1,1-1 1,-1 0 0,1 0-1,-1-1 1,0 1-1,5-5 1,5-4 247,-1-1 0,0 0 1,0-1-1,-1 0 0,-1-1 0,0 0 0,-1-1 0,-1 0 0,12-27 1,-21 42-214,3-6 219,0 0 0,-1-1 1,0 1-1,0 0 0,0-1 0,-1 1 1,0-1-1,0 0 0,-1 0 1,0-6-1,-2-4 408,2 0 0,1-26 1,0 39 439,1 9-860,104 210 306,33 75-328,-87-150-663,-7 2 1,-6 2-1,-7 1 1,24 251-1,-49-304-153,-4 0 0,-5 0 0,-24 172 0,16-208 357,-2-1-1,-3 0 1,-3-2 0,-1 0-1,-3-1 1,-2-1 0,-48 75 0,68-121 250,-106 148-408,96-136 407,0 0 0,-1-2 0,-1 0 0,-1-1 1,0 0-1,-27 15 0,43-28 47,-1 0 0,1 0 0,-1 0 0,1-1 0,-1 1 0,1 0-1,-1-1 1,1 0 0,-1 1 0,1-1 0,-1 0 0,0 0 0,1 0 0,-1 0 0,1 0 0,-1 0 0,0 0 0,1 0 0,-1-1 0,1 1 0,-1-1 0,1 1 0,-1-1 0,1 1-1,-1-1 1,1 0 0,0 0 0,-1 0 0,-1-2 0,-1-2 51,0 1 0,1-2 0,0 1 0,0 0 0,1 0 0,-1-1 0,1 0 1,0 1-1,1-1 0,-1 0 0,0-7 0,-5-33 282,1 1 0,2-1 0,3 0 0,1 0 0,12-81 0,6 30-345,48-149-1,53-90-1414,-112 320 1308,257-599-5734,-211 504 1351,98-147 0,-38 98-4150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5.1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355 171 14273,'-67'-66'3213,"65"63"-2921,0 1 1,0 0 0,0-1 0,0 1 0,1-1-1,-1 0 1,1 0 0,0 1 0,0-1 0,0 0-1,-1-5 1,-4-9 1758,4 13-1638,-1 0 1,1 1-1,-1-1 0,0 1 0,0 0 0,0-1 1,-1 1-1,1 1 0,-1-1 0,1 0 1,-1 1-1,0 0 0,-7-3 0,9 4-268,-1 0-1,0 0 1,0 0 0,-1 1-1,1-1 1,0 1-1,0 0 1,0 0-1,0 0 1,0 0-1,0 0 1,0 1 0,0-1-1,-1 1 1,1 0-1,1 0 1,-1 0-1,0 0 1,0 1-1,0-1 1,-2 3 0,-4 3-98,1 0 0,1 1 0,-1 0 0,1 1 0,1 0 0,-1 0 0,2 0 0,-1 1 0,1 0 0,1 0 0,0 0 0,-3 12 0,-6 23 23,-11 69 0,13-40-70,-1 147 0,23 77 0,45 220 0,-39-426 0,4-2 0,4 0 0,57 137 0,-66-193-177,1 0 0,2-1 0,1-1 1,1-1-1,2 0 0,30 31 0,-37-46-78,1-1 0,1 0-1,0-1 1,0-1 0,1-1 0,1 0 0,0-2-1,1 0 1,0-1 0,0-1 0,34 7 0,-26-10-1790,1-1 1,-1-1 0,1-2 0,0-1 0,54-7-1,47-16-11172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5.4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 70 13625,'-4'-9'1204,"1"1"0,-1-1-1,-1 1 1,0 0 0,0 0 0,-9-11 5821,6 49-3933,1-4-2343,6 16-414,3 0 0,11 76-1,-6-59-285,45 285-49,-35-266 0,4 0 0,41 100 0,21 9 0,-41-98 0,-3 1 0,35 131 0,-68-197-170,-2 0 0,0 1 0,-2-1 1,-1 1-1,-1 0 0,-1-1 0,-1 1 0,-1-1 0,-9 36 1,6-40-89,0-1 1,-1 1-1,-1-1 1,-1-1 0,-1 0-1,0 0 1,-2-1-1,0 0 1,0-1 0,-2 0-1,-25 24 1,30-34-433,0 1 0,0-1-1,0 0 1,0-1 0,-1 0 0,0-1 0,0 0-1,-1-1 1,-14 4 0,17-5-402,0-1 0,0 0 1,0-1-1,-1 0 0,1 0 0,0 0 1,-15-4-1,-10-9-8268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5.5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1 223 12813,'26'-60'2436,"-16"42"-231,11-6-405,9-6-480,-4 9-244,11 9-344,14 0-540,-1 0-384,7-1-752,3 4-936,4 6-844,6-3-2237,10 3-3928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5.8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58 284 12561,'-37'-80'3230,"33"70"-1917,0 0 0,1 0 0,0-1 0,1 1 0,0-1 0,-1-17 0,3 23-807,0 0 0,1 0 0,-1 0 0,1 0 0,0 1 0,0-1 0,0 0 0,1 0 0,0 1 0,0-1 0,0 1 0,0-1 0,6-6 0,-6 8-465,1-1 1,0 1 0,0 0 0,0 0 0,0 0-1,0 1 1,1-1 0,0 1 0,-1 0 0,1 0-1,0 0 1,0 0 0,0 1 0,0-1 0,8-1-1,-4 3-37,0 0 0,-1 0-1,1 0 1,0 1-1,0 0 1,-1 0 0,1 1-1,7 3 1,7 2-4,-1 1 0,0 2 0,0 0 0,33 22 0,71 63 0,-101-76 0,123 104 0,212 230 0,-269-249 0,-4 3 0,-5 4 0,72 131 0,-109-160 0,-3 1 0,-4 3 0,-4 0 0,-3 3 0,28 144 0,-47-165 0,-3 0 0,-2 0 0,-4 1 0,-3-1 0,-2 1 0,-4-1 0,-3 0 0,-23 84 0,13-86-497,-3-1-1,-3-1 1,-3-1 0,-3-2 0,-2-1-1,-3-2 1,-2-1 0,-3-2 0,-2-2-1,-2-2 1,-3-1 0,-66 51-1,-108 64-8143,-24-2-6036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7.6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1 905 11257,'1'0'466,"-1"0"1,1 1-1,-1-1 1,1 0-1,0 0 1,-1 0-1,1 0 0,0 0 1,-1 0-1,1 0 1,0 0-1,-1 0 1,1 0-1,0 0 0,-1 0 1,1 0-1,0-1 1,-1 1-1,2-1 1,16-17 2380,0 0-1682,-4 11-333,1 0 0,28-9 0,-3 0-31,-14 6-449,602-256 2492,-7-13-9109,-233 100-4572,-197 92-168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8.8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159 372 8453,'-2'-4'614,"0"1"0,-1-1 1,1 0-1,-1 0 0,0 1 1,0 0-1,0-1 0,0 1 1,-1 1-1,1-1 0,-1 0 1,0 1-1,0-1 0,0 1 0,0 1 1,0-1-1,0 0 0,-1 1 1,-4-1-1,8 1-541,-13-4 2267,-18-5 1186,31 9-3481,-1 1 0,1 0-1,0 0 1,0 0-1,-1 0 1,1 1-1,0-1 1,0 0-1,-1 0 1,1 1 0,0-1-1,0 1 1,-1-1-1,1 1 1,0-1-1,0 1 1,0 0-1,0-1 1,0 1 0,0 0-1,0 0 1,-1 1-1,0 3 64,0 0 1,1 0-1,-1 0 0,1 0 0,0 0 0,0 1 0,1-1 1,-1 0-1,1 0 0,0 1 0,2 7 0,-2-2 56,4 42 716,1-1 1,23 92-1,42 96 76,-47-172-955,2-1 0,3-2 0,3-1 0,2-1 0,3-2-1,50 62 1,-64-94-1,2-1 0,1-1 0,2-2 0,0 0 0,2-2 0,0-1 0,1-1 0,1-2-1,2-1 1,-1-2 0,2-1 0,0-1 0,58 14 0,-67-22 0,0-1 0,-1-1 0,2-2 0,-1 0 0,0-2 0,38-4 0,-31 1 0,-1-1 0,0-1 0,-1-2 0,0-1 0,0-1 0,37-17 0,-48 17-22,-1-1 1,-1 0-1,0-1 0,0-1 0,-1 0 1,-1-2-1,0 0 0,0 0 1,-2-1-1,0-1 0,0 0 1,-2-1-1,0 0 0,-1-1 0,-1 0 1,0-1-1,-1 0 0,-2 0 1,9-36-1,-8 18-13,-2 0-1,-1 0 1,-3-1-1,0 1 1,-3-1-1,-1 1 1,-1 0 0,-2 0-1,-15-48 1,4 31 1,-2 0 0,-2 2 0,-2 0 1,-3 1-1,-49-71 0,43 78-66,-3 1 0,-2 1 0,-1 2-1,-2 2 1,-1 1 0,-2 3 0,-2 1 0,-1 2-1,-1 3 1,-2 1 0,0 3 0,-95-33-1,115 48-211,0 1 0,0 2 0,-1 0-1,0 2 1,-1 2 0,1 0 0,0 2 0,-57 7-1,73-5-6,0 1-1,0 0 0,1 1 1,-1 0-1,1 1 0,0 1 1,0 0-1,1 0 0,0 2 1,0-1-1,0 1 0,1 1 1,0 0-1,1 1 0,0 0 1,1 1-1,0 0 1,0 0-1,1 0 0,-11 24 1,12-21-651,2 0 1,0 1 0,1 0 0,0 0 0,1 0 0,1 0 0,0 0 0,1 19-1,7 55-8274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9.1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312 21 16766,'0'1'111,"0"-1"1,0 0-1,-1 1 1,1-1-1,0 0 1,-1 0 0,1 1-1,-1-1 1,1 0-1,0 0 1,-1 1 0,1-1-1,-1 0 1,1 0-1,0 0 1,-1 0 0,1 0-1,-1 0 1,1 0-1,-1 0 1,1 0-1,0 0 1,-1 0 0,1 0-1,-1 0 1,1 0-1,-1 0 1,1 0 0,0-1-1,-1 1 1,1 0-1,-1 0 1,1-1 0,-5-13 3328,3 5 3712,1 10-7063,0-1 1,0 1 0,-1 0 0,1-1 0,0 1 0,0 0 0,0 0 0,0 0-1,0 0 1,0 0 0,0 0 0,1 0 0,-2 2 0,0-1 37,-5 8-130,1 0 0,-1 0 0,2 0 0,0 1-1,0 0 1,-4 17 0,-18 79-1811,16-58 482,-9 20-3286,-58 128 0,26-73-2244,10-1-3425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9.4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64 11805,'-4'-10'2503,"0"-1"1,0 1-1,-4-22 8821,14 56-9350,11 18-1803,-7-21-176,-2 2-1,9 35 0,46 184 6,-32-129 0,166 479-6701,-103-367-4396,-41-118-888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19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4 16674,'-10'-4'2062,"3"4"5547,6 7-947,2 3-6284,-1-4-2155,4 65 2095,-8 98 1,0-69-2298,-17 123-7681,13-163 3451,1 7-5204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0.0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1 194 14957,'30'-103'7314,"-27"98"-7078,-1-1 0,1 1 1,0 0-1,0 0 1,1 0-1,-1 0 0,1 1 1,0-1-1,1 1 1,-1 0-1,1 0 0,0 1 1,0-1-1,0 1 1,0 0-1,0 0 0,1 1 1,-1-1-1,1 1 1,0 1-1,0-1 0,11-1 1,-3 1-82,0 1 0,0 0 0,0 1 1,1 0-1,-1 1 0,0 1 0,0 0 0,24 7 1,-23-4-171,-1 1 0,1 0 1,-1 1-1,0 1 0,-1 0 1,0 0-1,0 2 1,-1 0-1,0 0 0,-1 1 1,0 0-1,0 1 0,-2 0 1,1 0-1,12 25 0,-10-15-122,-2 1-1,-1 1 0,-1-1 0,-1 1 0,-1 0 0,-1 1 0,-1 0 1,-1 0-1,0 29 0,-4 2-66,-3-1 0,-1 1 1,-15 58-1,-51 160-234,-6 33 228,54-172 751,23-131-515,-1-1 0,1 1 0,-1-1 0,1 0 0,0 1-1,1-1 1,-1 1 0,0-1 0,1 0 0,0 1 0,0-1-1,0 0 1,0 0 0,0 1 0,1-1 0,0 0 0,-1 0-1,1-1 1,0 1 0,4 4 0,-3-5-25,0 1 0,1-1 1,-1-1-1,1 1 0,-1 0 0,1-1 0,-1 0 1,1 0-1,0 0 0,0 0 0,-1-1 0,1 1 1,0-1-1,0 0 0,0 0 0,0 0 0,0-1 1,3 0-1,24-5-416,0-1-1,0-1 1,-1-2 0,53-25 0,107-70-3024,-101 52 1344,-70 42 1669,309-194-7825,-260 156 5191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0.1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92 33 8289,'-54'-33'11505,"52"35"-9960,-1 0-1306,0 0 0,1 1 0,-1-1 0,1 1 0,-1 0 0,1 0 0,0 0 0,0 0 0,0 0 1,1 0-1,-1 0 0,1 0 0,-1 1 0,1-1 0,0 1 0,1-1 0,-1 1 0,0-1 0,1 6 0,-1 36-313,2 1-1,2-1 1,9 46 0,-9-64-2015,-1 0 1,-2-1-1,-5 49 0,0-22-3396,4 5-3514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0.5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19 283 13993,'0'-6'675,"0"0"0,-1 0-1,1 1 1,-1-1 0,0 0 0,-1 1-1,-2-8 1,2 8-2,0 0 0,1-1 1,0 1-1,0 0 0,0-1 0,0 1 0,1-1 0,0-7 1,2 6-406,0 0-1,0 1 1,1 0 0,-1-1 0,2 1 0,-1 0 0,1 0 0,-1 1 0,2-1-1,-1 1 1,0 0 0,6-5 0,1 0 17,0 0-1,0 1 1,0 1 0,23-13-1,-26 17-214,1 1 0,-1 0 0,0 0 0,1 1-1,14-3 1,101-8-33,-114 13-141,-1 0-1,0 0 0,1 1 0,-1 0 0,1 0 1,-1 1-1,0 1 0,0 0 0,0 0 0,0 0 0,-1 1 1,1 0-1,-1 1 0,0 0 0,0 0 0,-1 1 0,1 0 1,-1 0-1,-1 1 0,1 0 0,-1 0 0,0 0 1,-1 1-1,7 11 0,-5-5-61,0 2 1,-1-1-1,-1 1 1,0-1-1,-1 1 0,-1 1 1,0-1-1,-2 0 1,1 1-1,-2-1 1,0 1-1,-3 16 0,-8 32-302,-3-1-1,-26 71 0,19-67 64,-19 104 0,37-161 377,2 0 0,0 0 1,0 0-1,1 0 0,0 1 1,1-1-1,0 0 0,1 0 1,0 0-1,0 0 0,2-1 1,-1 1-1,1-1 0,1 1 1,0-1-1,0-1 0,1 1 1,8 9-1,54 56-98,-48-56 125,-1 1 0,0 1 0,17 28 0,-31-42 5,-1 1 1,1 0-1,-2 0 1,1 0-1,-1 1 1,-1-1-1,0 1 1,0 0-1,0 0 1,-1 0-1,0-1 1,-1 1-1,0 0 1,-2 11-1,-3 10-20,-2 0-1,-1 0 0,-1 0 1,-1-1-1,-2 0 0,-1-1 0,-33 52 1,-11 4-1139,-72 80 1,-18-4-2826,73-83-1557,18-15-2753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0.7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1 16189,'10'15'5225,"7"6"-2977,0 0-192,-14 9-435,1 18-317,-1-8-244,0 5-248,1 6-412,6-3-580,-7 13-852,-6-4-512,-11 0-849,-6-3-907,-3 10-3329,-14-1-6224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1.1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94 13925,'10'-48'2717,"-10"47"-2516,1 0 0,-1 0 0,1 0 0,-1 0 1,0-1-1,0 1 0,1 0 0,-1 0 0,0-1 0,0 1 0,0 0 0,0-1 0,0 1 0,-1 0 0,1 0 0,0-1 0,0 1 0,-1 0 1,1 0-1,-1 0 0,1 0 0,-1-1 0,0 1 0,1 0 0,-1 0 0,0 0 0,0 0 0,0 0 0,1 1 0,-1-1 0,0 0 0,-2-1 1,-6-5 7754,12 20-7711,0 0 1,1 0-1,0-1 0,1 1 1,7 13-1,-4-10-184,25 56-425,75 116 0,-84-153 96,2 0 0,1-2-1,2 0 1,61 53-1,-72-72-93,27 23-915,1-2-1,81 45 1,-114-72 1113,0-2 0,1 1 0,0-2 0,0 0-1,0 0 1,1-2 0,0 1 0,0-2 0,0 0 0,0-1 0,0-1 0,0 0 0,0-1 0,0 0 0,20-5 0,-29 4 210,0-1 0,1 1 0,-1-2 0,0 1 0,0 0 0,-1-1 0,1 0-1,-1-1 1,0 1 0,0-1 0,0 0 0,-1 0 0,1 0 0,-1-1 0,-1 0 0,1 1 0,-1-1 0,0-1-1,0 1 1,-1 0 0,3-10 0,3-15 811,-1 1-1,-2-1 1,2-45-1,-4 44-90,-2 12-337,9-55 1636,-8 68-1946,-1 1 0,1 0 1,1-1-1,-1 1 0,1 1 1,0-1-1,0 0 0,1 1 1,6-9-1,-9 13-119,0 0 0,0 0 0,0 0 0,0 1 0,0-1 0,0 0 0,0 1 0,0-1 0,0 1 0,0-1 0,0 1 0,0 0 0,0-1 0,1 1 0,-1 0 0,0 0 0,0 0 0,0 0 0,1 0 0,-1 0 0,0 0 0,0 0 0,0 0 0,1 1 0,-1-1 0,1 1 0,3 1 0,-1 0 0,0 0 0,0 0 0,0 1 0,0-1 0,0 1 0,4 4 0,4 5 0,0 1 0,-1 0 0,13 19 0,-9-6 0,-1 0 0,0 1 0,-3 1 0,0 0 0,9 42 0,23 148 0,-41-205 0,38 318-2736,-35 1-7014,-16-184-7547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1.8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6018 12717,'-47'-5'2228,"40"3"-1092,14 0 285,90-36 4429,58-40-3129,-78 39-1735,233-121 885,110-55-682,-37 32-565,74-26-103,74-28-116,71-29-91,63-25-65,1474-606 45,20 32-62,-1730 694-223,400-156-9,430-172 0,-24-21 0,-781 312-39,-74 22-219,-76 23-424,-69 25-588,-234 138 1260,138-93-1274,-124 82 969,-1-1 0,0-1 1,-1 1-1,0-2 0,-2 0 0,12-16 0,-21 27 181,0 0-1,0 0 0,-1 0 0,1 0 0,-1 0 0,1-1 0,-1 1 0,0 0 0,0-1 0,-1 1 0,1-1 1,-1 1-1,1-1 0,-1 1 0,-1-7 0,0 7-20,1 1 0,-1 0-1,0 0 1,0 0 0,0-1 0,-1 1 0,1 0 0,0 0 0,-1 1 0,0-1-1,1 0 1,-1 0 0,0 1 0,0-1 0,0 1 0,0-1 0,-3-1 0,-6-1-816,-1-1 1,1 2 0,-1-1 0,0 2 0,0-1 0,0 2 0,-19-1 0,-106 2-10355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3.1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24 7753,'-15'-1'646,"0"-1"339,1 2 4234,13-1-4530,-1-1 0,0 1 1,1-1-1,-1 0 0,1 0 0,0 1 0,0-1 0,-1 0 0,0-3 0,50 14-353,0 2 1,-1 2-1,47 20 1,21 6-142,108 26 8,335 111 32,-519-161-223,1 2 1,-2 1-1,0 2 0,64 46 1,-88-55 3,0 1-1,-1 0 1,-1 1 0,0 0-1,-1 1 1,0 0 0,-1 1-1,-1 0 1,0 1 0,-1 0-1,-1 0 1,0 1 0,-2-1-1,6 23 1,-7-16-17,-1 1-1,-2-1 0,0 0 0,-1 1 1,-1-1-1,-2 1 0,-7 33 1,-4 4-349,-37 93 0,29-101-646,-2-1 0,-54 86 0,-80 86-7337,74-110-419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3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85 3328,'-4'-33'436,"-2"18"-4,-4 6-224,-4 0-404,-12 0-1024,2 0 1216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3.9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252 0 7221,'-8'29'878,"1"0"1,1 0 0,2 0 0,1 1-1,1 45 1,-4 315 5088,-6-247-4927,-6 0 0,-38 148-1,31-190-736,-41 181 440,51-202-462,-7 125 0,21-177-221,1 1-1,1-1 0,1 1 0,2-1 0,9 38 0,-10-55-43,0 0 0,1-1 0,1 1 0,0-1 0,0 0 0,1 0 0,0 0 0,1-1 0,0 0 0,0 0 0,1-1 0,0 0 0,1 0 0,0-1 0,0 0 0,13 7 0,-5-6-28,0 0 1,1-1-1,1 0 0,-1-2 0,1 0 0,0-1 0,0-1 1,0-1-1,23 0 0,13-3-124,0-2 1,57-11-1,271-70-1513,-1-37-889,298-149-5441,-299 102-160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4.6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80 413 11981,'-6'-22'1266,"1"0"1,1 0-1,1 0 0,0-36 0,1 23 68,-2 9 395,0 1 1,-2-1 0,-11-31-1,8 28 1015,-8-39 0,43 237-2330,33 190-113,14 39-2829,-17 4 0,4 437 0,-58-574-5675,-7 3-5793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5.2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16 10577,'-16'-15'5628,"-1"30"-4231,10 15-73,37 15 64,21 31-20,22 26 20,31 25-248,27 14-204,26 22-220,232 187-1620,-188-163-376,6-3-896,-2-1-1212,-1 7-2009,10-9-4336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6.1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0 236 6573,'37'-24'1280,"7"-3"-288,3 6-300,10-3-468,6-3-528,1-4-1320,20-5-636,30-9-329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6.7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142 2903 10229,'-18'10'1535,"1"2"0,-1 0-1,2 1 1,-16 16 0,28-26-1102,2-1 796,1-1-1109,1-1-1,-1 1 0,1 0 1,-1-1-1,0 1 1,1-1-1,-1 1 0,0-1 1,1 1-1,-1-1 1,0 1-1,0-1 0,0 0 1,1 0-1,-1 1 1,0-1-1,0 0 0,0 0 1,0 0-1,1 0 1,-3 0-1,-14 2 2202,34-19-1866,1 1 1,1 1-1,0 0 1,37-20 0,-26 16-232,758-413 1245,36 55-2478,-426 199 164,959-428-2566,18 36 671,293-29-1131,-1560 564 2894,2 6 1,134-19-1,-239 47 765,31 0-836,-36 1 965,1 0 1,-1 0 0,1 0 0,-1 1 0,1-1-1,-1 0 1,1 0 0,-1 1 0,0-1 0,1 0-1,-1 1 1,1-1 0,-1 0 0,0 1 0,1-1 0,-1 1-1,0-1 1,1 0 0,-1 1 0,0-1 0,0 1-1,1-1 1,-1 1 0,0-1 0,0 1 0,0-1 0,0 1-1,0-1 1,0 1 0,0-1 0,0 1 0,0 0-1,0-1 1,0 1 0,0-1 0,0 1 0,0-1-1,0 1 1,-1-1 0,1 1 0,0-1 0,0 1 0,0-1-1,-1 1 1,1-1 0,0 0 0,-1 1 0,1-1-1,-1 1 1,1-1 0,-28 41-5160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7.0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440 1670 12557,'-272'118'2076,"209"-73"-287,19-15-285,27-24-48,-6-3-196,3 0-72,47-24-200,50-24-148,47-30-264,63-22-212,58-26-508,60-28-232,56-33-564,45-24-648,46-18-608,20-21-1045,10-3-1475,11 2-3697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9.5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8533,'14'21'1016,"-1"4"-196,-6-10-116,9 15-256,8-9-296,6-6-288,14 0-316,-1 3-544,7-6-2008,7-3-1097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29.7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 1 5368,'-71'124'1141,"58"-82"-249,3-3-224,3 0-428,4-18-728,-7 9-1772,-7 31-317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32.0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2901 6233,'-10'1'1404,"1"-6"9975,9 4-10884,0 1 0,-1 0 0,1-1-1,0 1 1,0-1 0,0 1 0,0-1-1,-1 1 1,1-1 0,-1-7 3573,0-2-7209,0 7 3489,4-17 183,-3 18-503,1 0-1,-1 1 0,1-1 0,-1 0 1,1 1-1,0-1 0,0 0 1,0 1-1,0-1 0,0 1 0,0-1 1,0 1-1,0-1 0,0 1 0,1 0 1,-1 0-1,1 0 0,-1-1 1,1 1-1,-1 1 0,1-1 0,-1 0 1,1 0-1,0 1 0,0-1 0,-1 1 1,1-1-1,0 1 0,0 0 0,2-1 1,9 0 138,-1 0 0,0 1-1,19 2 1,-15-1-46,35-4 160,-37 2-230,35-5 235,90-22 0,244-89 78,-141 41-334,15 2 40,246-79-12,-394 110-41,-1-4 1,-3-5 0,116-77 0,67-58-20,387-225-111,-232 212-306,145-40-994,-24-50 735,12-4 779,-553 284-100,31-16 302,84-55-1,-113 64-170,-2-1-1,0-1 0,-1-1 1,0-1-1,23-30 0,-35 38 196,0-1 0,0 0 0,-2 0 0,14-28 0,-22 41-319,0 0 0,1 0 1,-1 0-1,1 0 1,-1 1-1,1-1 0,-1 0 1,1 0-1,0 0 0,0 1 1,-1-1-1,1 0 0,0 1 1,0-1-1,1 0 0,-1 1 11,-1-1 0,1 1 0,0-1-1,-1 1 1,1-1 0,0 1 0,-1-1-1,1 1 1,-1-1 0,1 1-1,-1-1 1,1 0 0,-1 1 0,0-1-1,1 0 1,-1 0 0,0 1 0,1-1-1,-1 0 1,0-1 0,6-28 250,-6 27-160,2 0-31,12-22-471,0 12-2759,-14 12 2859,1 1-1,-1 0 0,1 0 1,-1-1-1,1 1 1,-1 0-1,1 0 1,0-1-1,-1 1 0,1 0 1,-1 0-1,1 0 1,0 0-1,-1 0 0,1 0 1,0 0-1,-1 0 1,1 0-1,-1 0 1,1 1-1,0-1 0,0 0 1,-4 21-16712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32.6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2434 8285,'-1'2'2745,"-2"10"5477,8-9-8005,0-1 0,0 1-1,0-1 1,1 0 0,0 0-1,-1-1 1,1 1 0,0-1-1,-1-1 1,1 1 0,0-1-1,0 0 1,7-1 0,12-2 190,46-11-1,-45 7-74,100-27 406,146-62-1,-190 65-553,827-361 66,-30-68-654,-108 0 333,-626 371 29,769-514 339,-788 506-109,-104 78-153,-1-1 0,-1 0 0,22-29 0,-40 47-44,-1-1 0,1 1 0,0 0 0,-1-1 0,0 1 0,0-1 0,1 0 0,-1 1 0,-1-1 0,1 0 0,0-5 0,-1 7-32,0-1-1,0 1 0,0 0 1,0 0-1,0 0 0,-1 0 1,1 0-1,0 0 1,-1 0-1,1-1 0,-1 1 1,1 0-1,-1 0 0,0 1 1,1-1-1,-1 0 0,0 0 1,0 0-1,1 0 0,-3-1 1,-1 0-175,0 0-1,0 1 1,0-1 0,0 1-1,-1 0 1,1 0 0,0 0 0,0 0-1,-1 1 1,1 0 0,-1 0 0,1 0-1,-5 1 1,-46 8-3087,15 7-2219,-6 10-4107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35.1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0 319 3764,'11'-11'855,"0"0"0,13-17 0,-13 14-142,0 1-1,18-16 1,6-4 34,12-7 217,-45 38-586,0 0-158,0 1-463,-1 0 384,1 0 1,-1 0-1,0 0 1,0 0-1,0-1 0,0 1 1,0 0-1,0 0 1,0-1-1,0 1 1,1-3-1,-2 3-26,-1 0-1,1 0 1,0-1-1,0 1 1,-1 0 0,1 0-1,-1 0 1,1 0-1,-1 0 1,1 0-1,-1 0 1,1 0-1,-1 0 1,0 1 0,0-1-1,1 0 1,-1 0-1,0 1 1,0-1-1,-1 0 1,-1-2-74,1-1 0,0 1-1,0 0 1,0-1 0,0 1 0,1-1 0,-1 0-1,0-4 1,-5-9 169,-15-16 619,15 21-506,22 31 66,27 39 264,-4 2-1,37 74 0,-50-88-436,422 870 866,-270-538-3353,49 50-5267,-97-222 322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36.1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299 6452 3976,'-12'8'473,"1"0"0,-1-1 0,-1 0 0,0-1 1,1-1-1,-2 0 0,-15 4 0,-33 14 898,21-6-534,25-12-343,1 2-1,0 0 1,-16 10 0,29-16 677,2-3-1149,0-1 0,1 1 0,0-1 0,-1 1 1,1-1-1,0 1 0,0 0 0,0-1 0,1 1 0,-1 0 0,2-3 0,4-5 17,7-13 2,1 1-1,1 0 1,33-33-1,70-56 42,-98 92-66,363-283 167,27 21-153,-350 240-28,1403-856-393,56 89-428,2448-1020-1145,-3657 1698 1996,1564-642 664,-1829 755-609,41-19 134,-88 37-221,0-1 1,0 0-1,0 0 1,1 1-1,-1-1 1,0 0-1,0 1 1,1-1 0,-1 0-1,0 1 1,1 0-1,-1-1 1,0 1-1,1-1 1,-1 1-1,1 0 1,-1-1-1,1 1 1,-1 0-1,1-1 1,0 1-1,-1 0 1,1 0 0,0-1-1,-1 1 1,1 1-1,1-1 0,-1 0-1,1 0 1,-1-1-1,1 1 1,0 0-1,-1-1 1,1 1-1,0 0 1,0-1-1,0 1 1,0-1-1,-1 0 1,1 1-1,0-1 1,0 1-1,0-1 1,0 0-1,1 0 1,9 3-11,-1-1 0,1-1 0,14 1 0,24-4-82,1-2 1,68-15-1,98-32-175,-168 38 229,1239-407-1228,-1217 391 1302,-1-2 1,-1-3-1,-2-3 0,-2-3 1,64-53-1,-100 70 208,-1-2 0,-2-1 1,0-1-1,-2-1 0,-1-1 0,-1-1 0,-2-1 1,16-33-1,-7 11 167,-16 30-105,19-47-1,-31 69-304,0 1-1,0-1 1,1 1-1,-1-1 1,0 1-1,0-1 0,1 1 1,-1-1-1,0 1 1,0-1-1,1 1 1,-1 0-1,1-1 1,-1 1-1,0-1 1,1 1-1,-1 0 0,1-1 1,-1 1-1,1 0 1,-1 0-1,1-1 1,-1 1-1,1 0 1,-1 0-1,1 0 1,-1 0-1,1 0 0,-1 0 1,1 0-1,-1 0 1,1 0-1,-1 0 1,1 0-1,0 0 1,22 10-16,-19-8 19,10 8 5,0 0 0,-1 1-1,0 0 1,-1 1 0,-1 1 0,0 0-1,-1 0 1,15 24 0,-1-2 5,685 870-1233,-608-785 305,6-4 0,4-5 0,183 141-1,-112-128-1185,353 182-1,-369-223 834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40.6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312 188 5561,'0'-4'407,"-1"0"0,0 0 0,0 0 0,0 1 0,0-1 0,0 1 0,-1-1 0,0 1 0,0-1 0,0 1 0,0 0 0,0 0 0,-1 0 0,1 0 0,-6-5 0,3 4 204,1-1 1,-1 0-1,2 0 1,-1-1-1,-3-6 0,1 1 183,1 0-1,-2 0 0,1 1 0,-1 0 0,-1 0 0,-16-16 0,22 25 240,-2 1-1030,0 1 0,0 0-1,-1 0 1,1 0 0,0 0 0,0 1-1,0-1 1,0 1 0,0 0 0,1 1 0,-1-1-1,0 1 1,1-1 0,0 1 0,0 0-1,-1 0 1,2 1 0,-1-1 0,0 0-1,1 1 1,0 0 0,-1 0 0,1-1 0,1 1-1,-3 6 1,-26 59-16,17-43 8,2 0-1,0 1 1,2 1 0,1-1 0,-6 38-1,10-19 80,3 1 0,2 0-1,2 0 1,1-1 0,3 1-1,16 57 1,1-15-37,3-2 0,4-1 0,43 83 0,-39-106-29,3-2 0,72 87 0,-77-109-3,2-2 0,58 47 0,-76-71-2,0-1 0,1-1-1,0-1 1,1 0 0,-1-1 0,2-1 0,-1-1-1,1-1 1,1-1 0,32 5 0,-41-9-2,1-1 1,-1-1 0,0 0 0,1-1-1,-1 0 1,0-1 0,0 0-1,0-1 1,-1 0 0,22-12 0,-17 7 5,0 0 0,0-1 0,-1-1 0,-1 0 0,0-1 0,21-23 0,-17 13-23,-2-1 1,-1-1-1,-1 0 0,0-1 1,-2-1-1,15-44 1,-12 19 2,-2 0 1,11-88 0,-19 91 8,-2 0 0,-2-1 1,-2 1-1,-2 0 0,-3 0 1,-1 0-1,-21-70 0,18 87 6,-1 0-1,-2 1 1,0 0-1,-3 1 1,0 1-1,-2 0 1,-1 1-1,0 1 1,-3 1-1,0 1 1,-50-42-1,35 39 2,-2 1-1,0 3 0,-1 1 1,-1 1-1,-1 3 0,-1 2 1,-1 1-1,0 2 0,0 2 1,-1 2-1,-67-4 0,75 11-52,-47 3-1,73 0-75,1 0 0,-1 0 0,1 1 0,-1 1 0,1 0 0,0 0 0,0 1 0,-18 9 0,24-10-62,0 0-1,1 0 1,-1 1 0,1-1-1,0 1 1,0 0 0,0 0 0,1 0-1,-1 0 1,1 0 0,0 0-1,0 1 1,1-1 0,-1 1-1,0 7 1,-2 6-1843,2 1 0,0 29-1,1-34 82,1 39-5799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41.4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 1 3392,'-7'33'8004,"5"-35"-7688,0 1-264,1 1 1,0-1-1,0 0 1,-1 1-1,1-1 1,-1 1-1,1-1 1,0 1-1,-1-1 0,1 1 1,-1 0-1,1 0 1,-1 0-1,1 0 1,0 0-1,-1 0 1,1 0-1,-1 0 1,-1 1-1,2 0-37,-1 0 0,1 0 0,0 1 0,0-1 0,0 0 0,0 0-1,0 1 1,0-1 0,0 0 0,0 1 0,1-1 0,-1 1 0,0-1 0,1 1 0,-1 0-1,1-1 1,0 1 0,0-1 0,-1 1 0,1 2 0,-1 7 11,1-1 1,0 1-1,1 0 1,3 17 0,1 18 24,16 164 57,-5-81 21,-11-71-70,8 83-203,46 209-1,-48-308-45,1 1 0,3-2 0,1 0 1,2 0-1,1-2 0,3-1 0,0 0 0,3-1 0,36 41 0,-36-51-37,1-1 1,1-2 0,1 0-1,37 23 1,-48-36-255,0-2 0,1 0 0,0 0 0,0-2 0,0 0 1,1-1-1,0-1 0,1-1 0,30 3 0,3-6-1960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41.6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785 544 3608,'-5'-33'475,"-1"1"0,-1 0 0,-1 0 0,-2 1 0,-2 0 0,0 1-1,-19-32 1,16 41-332,0 1-1,-1 0 0,0 2 0,-2-1 0,0 2 0,-1 1 0,-1 0 1,-1 1-1,0 1 0,0 1 0,-2 1 0,-38-15 0,43 20-349,-1 1-1,0 1 1,0 0 0,0 1-1,0 2 1,-1 0-1,1 0 1,-1 2-1,0 1 1,1 0-1,-1 1 1,1 2-1,0 0 1,0 0-1,0 2 1,-32 14 0,0 9-2538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56.9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44 630 14421,'-11'-12'820,"6"7"-483,0-1-1,0 1 0,1-1 1,-5-8-1,8 13-211,1-1 0,-1 1-1,1 0 1,-1 0-1,1 0 1,-1-1-1,1 1 1,0 0 0,0-1-1,0 1 1,-1 0-1,1-1 1,1 1-1,-1 0 1,0-1 0,0 1-1,0 0 1,1-1-1,-1 1 1,0 0-1,1 0 1,0-1-1,-1 1 1,1 0 0,0 0-1,-1 0 1,1 0-1,1-1 1,11-13 1684,1 1 0,0 1 0,1 0 0,17-11 0,-24 20-1552,0-1 0,0 1 0,0 1 0,1 0-1,-1 0 1,1 0 0,0 1 0,0 0 0,0 1-1,14 0 1,-2 1-237,-1 1 1,0 2-1,1 0 0,-1 1 0,0 1 0,0 0 1,-1 2-1,0 0 0,0 2 0,0 0 0,-1 1 0,-1 0 1,0 2-1,0 0 0,27 27 0,-19-15-16,-1 1 1,-1 2-1,-2 0 0,-1 2 0,-1 0 0,-1 1 1,-2 1-1,20 51 0,-14-16-4,-2 1 0,-4 1 0,-3 0 0,9 124 0,-20-107 0,-2 1 0,-5-1 0,-22 126 0,26-207 0,0 2 0,0 1 0,0 0 0,-1-1 0,0 0 0,0 1 0,0-1 0,-1 0 0,0 0 0,0 0 0,-6 8 0,9-14 0,0 0 0,0 0 0,-1 1 0,1-1 0,0 0 0,0 1 0,0-1 0,-1 0 0,1 0 0,0 0 0,0 1 0,-1-1 0,1 0 0,0 0 0,0 0 0,-1 0 0,1 1 0,0-1 0,-1 0 0,1 0 0,0 0 0,-1 0 0,1 0 0,0 0 0,-1 0 0,1 0 0,0 0 0,0 0 0,-1 0 0,1 0 0,0 0 0,-1 0 0,1 0 0,0 0 0,-1 0 0,1-1 0,0 1 0,-1 0 0,1 0 0,0 0 0,0 0 0,-1-1 0,-7-17 0,1-32 0,7 48 0,-1-41 0,1 1 0,2-1 0,14-81 0,44-122 0,-14 91-851,6 1 1,91-185-1,-107 272 142,2 2 1,73-95-1,-77 118 359,3 2 1,1 1 0,1 1-1,61-42 1,-71 59-911,2 2 1,0 1 0,46-19-1,-54 28-684,0 1 0,1 1 0,28-4 1,39 2-8602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57.2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961 107 11557,'-11'-11'1299,"0"1"-1,-1 0 1,-1 1 0,1 0-1,-2 1 1,1 0 0,-1 1-1,0 1 1,0 0-1,-20-5 1,15 7-628,0 1 1,0 1-1,-1 0 0,1 1 0,0 2 1,0-1-1,-38 8 0,27-1-577,0 1 0,0 2 1,1 1-1,0 1 0,0 1 0,2 2 0,0 1 0,0 1 0,2 1 0,-45 41 1,42-31-38,1 0 1,1 1 0,2 2-1,1 0 1,1 2 0,2 0 0,1 2-1,-19 50 1,32-69-58,1 0 0,0 1 0,1-1 0,1 1 0,1 0 0,0 0 0,1 21 0,1-33 0,0 0 0,1 0 0,-1 0 0,1-1 0,0 1 0,0 0 0,1 0 0,-1-1 0,1 1 0,0-1 0,0 0 0,1 1 0,-1-1 0,1 0 0,0 0 0,0-1 0,0 1 0,0-1 0,1 1 0,-1-1 0,1 0 0,0 0 0,0-1 0,0 1 0,1-1 0,-1 0 0,0 0 0,1 0 0,0-1 0,4 2 0,2-2 0,0 0 0,1 0 0,-1-1 0,0 0 0,0-1 0,0-1 0,0 0 0,0 0 0,0-1 0,11-4 0,19-9 0,43-22 0,-82 37 0,54-30 0,87-64 0,-73 46 0,-68 48 0,-1 0 0,1 0 0,0 0 0,-1 0 0,1 0 0,0 0 0,0 0 0,-1 0 0,1 1 0,0-1 0,0 1 0,0-1 0,0 1 0,0 0 0,0 0 0,0 0 0,0 0 0,0 0 0,0 0 0,0 1 0,0-1 0,0 0 0,-1 1 0,1 0 0,0-1 0,0 1 0,0 0 0,-1 0 0,1 0 0,2 2 0,-1 0 0,0 0 0,-1 0 0,1 1 0,0-1 0,-1 1 0,0 0 0,0-1 0,0 1 0,0 0 0,-1 1 0,2 6 0,34 164-1916,-32-153 659,2-1 0,0 1 0,1-2 0,12 21 0,-14-29-568,1-1 1,0-1-1,1 1 1,0-1-1,10 9 1,14 8-8811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58.1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46 197 11957,'-9'-51'1793,"4"21"1035,-1 1 0,-10-30-1,9 43-553,5 5-117,22 18-1193,-5 0-766,0 0 0,-1 1 0,0 1 0,25 20-1,49 52 214,-14-12-222,40 20-130,-69-57-737,-1 3-1,55 57 0,-56-47-31,58 68-778,-96-106 1452,0-1 0,0 0-1,0 0 1,1 0 0,0-1 0,0 0-1,0 0 1,1-1 0,0 1 0,0-1-1,0-1 1,0 1 0,0-1 0,1-1-1,-1 1 1,1-1 0,0-1-1,0 1 1,12 0 0,0-4 159,-1-1 1,1-1-1,-1 0 1,0-1-1,0-2 1,0 0 0,-1 0-1,0-2 1,32-20-1,4-8 1056,85-75-1,-85 61-538,-2-1-1,-2-3 0,50-72 1,-89 110-527,-1 1 1,0-1 0,-1-1 0,-1 0-1,9-31 1,-16 46-106,0 0 1,-1 1-1,1-1 0,-1 0 1,1 1-1,-1-1 0,0 0 1,0 0-1,0 1 0,0-1 1,-1 0-1,1 1 0,-1-1 0,-1-4 1,1 6-12,0 0 1,1 0 0,-1 0-1,0 0 1,0 0-1,1 0 1,-1 1-1,0-1 1,0 0 0,0 0-1,0 1 1,0-1-1,0 1 1,-1-1 0,1 1-1,0-1 1,0 1-1,0 0 1,0 0-1,-1-1 1,1 1 0,0 0-1,0 0 1,0 0-1,-1 0 1,1 0 0,0 1-1,0-1 1,0 0-1,-3 1 1,-7 3-122,1-1 1,-1 1-1,0 1 1,1 0-1,0 1 1,0 0-1,1 0 1,-17 15 0,21-17-45,1 0 0,-1 0 0,1 0 1,1 1-1,-1-1 0,0 1 0,1 0 1,0 0-1,0 0 0,1 1 1,-1-1-1,1 1 0,1-1 0,-1 1 1,1 0-1,-1 0 0,2-1 1,-1 1-1,1 7 0,0-11 95,1 1 1,0-1-1,0 0 0,0 1 1,0-1-1,0 0 1,1 0-1,-1 0 0,1 0 1,-1 0-1,1-1 0,0 1 1,-1 0-1,1-1 0,0 1 1,0-1-1,0 0 0,0 1 1,1-1-1,-1 0 0,3 1 1,0 0-55,-4-1 107,0-1-1,0 0 1,0 0-1,1 1 0,-1-1 1,0 0-1,0 0 1,0 0-1,0 0 0,0-1 1,0 1-1,0 0 1,1 0-1,-1-1 1,0 1-1,0 0 0,0-1 1,1 0-1,3-1-39,-2 2 78,1-1 1,0 0-1,-1 0 1,0 0-1,1 0 1,-1 0-1,0-1 1,1 1-1,-1-1 1,0 0-1,0 0 1,0-1-1,-1 1 0,1 0 1,0-1-1,-1 0 1,0 1-1,1-1 1,-1 0-1,0 0 1,-1 0-1,1-1 1,0 1-1,0-4 1,0 1 275,-1-1-1,0 1 1,0 0 0,-1-1 0,0 1 0,0-1 0,0 1 0,-1 0 0,0-1 0,0 1 0,-1 0 0,0-1-1,-2-5 1,-2-3 657,5 12-67,1-1-118,-4-13-160,-1 8-397,1 14-78,-1 14-44,5 13-87,2-1 0,1 1 0,10 40 0,-6-30 0,84 439 0,-63-334 0,106 708 0,-125-763-145,-5 133 0,-6-184 57,-2-1-1,-2 0 0,-1-1 1,-3 1-1,-24 67 1,29-96-6,0 0 0,-1 0 0,0-1 0,0 0 0,-1 0 0,0-1 0,-1 1 0,0-2 0,-1 1 0,1-1 0,-2 0 0,1-1 0,-1 0 0,0-1 0,-17 9 0,15-11 24,0 1 1,-1-1 0,0-1-1,1 0 1,-1-1-1,0 0 1,0-1-1,0 0 1,-1-1 0,1-1-1,0 0 1,0-1-1,-25-7 1,27 6 57,1-1 1,-1 0-1,1-1 0,0 0 0,1-1 0,-1 0 1,1 0-1,0-1 0,1 0 0,-1-1 1,1 0-1,1 0 0,0-1 0,0 0 1,0 0-1,1 0 0,1-1 0,0 0 1,0 0-1,-6-22 0,3 8 19,2-1 1,1 0-1,1 0 0,1-1 0,2 1 0,0 0 1,1-1-1,6-31 0,2 5 0,3 1 1,2 1-1,3 0 0,41-92 1,-12 51-21,90-134 0,134-125 78,28 21 164,43-51 859,-283 314-710,-31 39-125,-1-1-1,-2-1 0,0-2 1,32-59-1,-77 95 183,10 1-434,1 1 1,1 0-1,-1 0 1,1 1 0,0 0-1,1 1 1,0 0-1,-15 20 1,3-1-4,-36 64 1,46-72 1,0 1 0,2 0 0,1 1 0,0 0 0,1 1 0,-6 38 0,12-49 0,0 0 0,1 0 0,0-1 0,1 1 0,1 0 0,-1 0 0,2-1 0,0 1 0,0-1 0,1 1 0,0-1 0,1 0 0,0-1 0,14 21 0,-8-16-14,2 0 0,0-1 0,1 0 0,0-1 0,1-1 0,1 0 0,0-1 0,0-1 0,1 0 1,0-1-1,1-1 0,23 8 0,-4-5-167,0-1 0,1-1 0,0-2 0,0-2 0,46 0 0,-34-5-1631,-1-3 1,84-14-1,94-35-7461,-185 41 6757,101-25-8776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4:58.6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342 379 13005,'-19'-55'894,"11"30"-142,-1 0 1,-1 0-1,-1 1 0,-1 1 0,-16-24 0,13 24 1373,0 1 1,-2 1-1,-1 0 0,0 1 0,-27-23 0,44 43-2096,0-1 1,0 0-1,0 1 1,0-1-1,0 1 1,0 0-1,0-1 1,0 1-1,0 0 1,0 0-1,0-1 1,0 1-1,0 0 1,0 0-1,0 0 1,0 0-1,0 0 1,0 1-1,0-1 1,0 0-1,0 0 1,0 1-1,0-1 1,0 1-1,0-1 1,0 1-1,0-1 1,0 1-1,0-1 1,0 1-1,0 0 1,1-1-1,-1 1 0,0 0 1,0 0-1,1 0 1,-1 0-1,0 1 1,-4 5 83,1 0 1,-1 0-1,-6 15 1,2 2-114,1-1 0,1 1 0,1 1 0,-4 27 0,-3 101 0,12-48 0,4-1 0,4 1 0,5-1 0,4-1 0,40 133 0,-11-89 0,7-2 0,140 271 0,-149-338-65,3-3 0,3-2 0,3-2-1,3-2 1,122 116 0,-128-142-116,2-2 0,2-2 0,2-2 0,1-3 0,2-2-1,1-3 1,1-2 0,97 28 0,-88-37-1810,1-3 1,118 10-1,34-22-6819,-41-18-4170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5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0 167 12529,'37'-109'2008,"-24"91"-284,4 0-275,0 0-341,3 15-240,3 3-188,11 12-148,13 15-340,-14 9-540,1 12-716,3 16-844,-4 8-3373,-3 6-4224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4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310 283 8249,'-11'-3'637,"1"1"0,-1 1 1,0 0-1,0 1 0,0 0 1,0 1-1,0 0 1,1 0-1,-1 1 0,0 1 1,1-1-1,-1 2 0,1 0 1,-12 6-1,12-6-339,1 1 0,0 1 0,0 0 0,0 0 0,1 1 0,0 0 0,0 0 0,-9 12-1,11-10-116,0 0 0,1 0-1,0 1 1,1 0-1,0 0 1,0 0-1,1 0 1,0 1-1,-2 19 1,1 36 558,2 1 0,3-1-1,20 129 1,-1-79-581,5-2 0,5-1 0,4-2-1,6-1 1,4-1 0,5-3 0,106 168 0,-126-232-335,3-1 0,0-1 0,3-2 0,58 49 1,-65-63 60,0-2 1,2-2-1,1 0 1,0-2-1,1-1 1,1-2 0,40 13-1,-56-24 88,1 1-1,0-2 1,-1 0 0,1-1-1,0-1 1,0-1-1,0-1 1,1 0 0,-2-1-1,1-1 1,0 0-1,25-10 1,-24 6 6,1-1 0,-2-1 0,1-1 0,-1-1 0,-1 0 0,0-1-1,-1-1 1,0 0 0,-1-2 0,22-25 0,-14 11 15,-1-2 0,-2 0-1,-1-1 1,-1-1 0,-2-1 0,-1 0-1,-2-1 1,-2-1 0,8-38 0,-10 23-3,-1-1 0,-4 0 1,-1 0-1,-3 0 0,-12-102 1,-5 56-1,-4 2 1,-4 0 0,-5 2 0,-3 1 0,-5 1 0,-3 3 0,-5 1 0,-62-91 0,70 123 22,-3 3 0,-2 0 1,-50-47-1,62 72-57,0 1 0,-2 1-1,0 2 1,-2 1 0,-1 1-1,-41-17 1,62 32-40,-1 1 0,0 1 0,0 0 0,0 1 1,0 1-1,-1 1 0,1 0 0,-25 1 0,33 1-26,-1 1 1,1 0-1,0 0 0,0 1 0,0 0 1,0 1-1,0 0 0,0 0 1,1 1-1,-1 0 0,1 0 0,0 0 1,0 1-1,1 0 0,-1 1 0,1-1 1,0 1-1,-7 10 0,2 1-320,1 0 0,0 0-1,1 1 1,1 0 0,1 1-1,1 0 1,1 0 0,0 0 0,-3 36-1,3-2-1820,2 0-1,7 79 0,12 20-4491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4.9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1 15337,'0'0'6217,"-24"3"-4729,1-3-224,6 9-248,3 3-224,1 12-176,-10 18-276,16 1-696,-3 8-356,0 3-560,3 0-948,0 13-840,4-1-2729,6 3-4888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5.2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233 1 15081,'0'0'3637,"-3"2"-1974,-14 12-1160,2 1 1,-1 0 0,2 1 0,0 0 0,1 1 0,1 1 0,0 0 0,2 0 0,0 1 0,1 1 0,0-1 0,-4 23-1,-5 21-145,3 1 0,-11 109 0,21-119-283,3 1 0,2 0 1,3-1-1,2 1 0,14 65 0,6-14-1043,63 167 0,10 43-3453,-93-295 3458,-1 0 1,-1 0 0,0 23 0,-4 28-5635,-4-25-2072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5.8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 15149,'2'-2'276,"-1"1"0,1-1-1,0 1 1,-1 0 0,1 0-1,0 0 1,0 0 0,0 0 0,0 0-1,0 1 1,0-1 0,0 1-1,0-1 1,0 1 0,0 0-1,0 0 1,0 0 0,0 0-1,0 0 1,0 0 0,0 0-1,0 1 1,3 0 0,0 2 125,-1 0 1,1 0-1,-1 1 1,0 0-1,0 0 1,0 0-1,6 8 1,9 15 711,-1 0 1,-2 2 0,-1 0-1,-1 0 1,14 42-1,-25-62-960,102 328 975,-16-41-2765,9-52-3705,-72-192 1627,1 0-1,50 69 1,3-20-8116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6.0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298 1 20002,'-20'69'2232,"-7"-33"-388,-3 12-272,-3-2-328,-1-1-139,4 3-337,0 9-304,3 10-624,4 5-976,3 3-577,6-5-995,4-7-936,10-3-2261,10-5-5076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6.3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248 1 17950,'-31'10'8016,"28"-9"-7739,-1 0 0,1-1 0,-1 2 0,1-1 0,0 0-1,-1 1 1,1-1 0,0 1 0,0 0 0,0 0 0,0 0 0,0 1 0,0-1-1,1 1 1,-4 4 0,0 1-165,1 2 0,1-1-1,0 1 1,0-1 0,0 1 0,2 0-1,-1 1 1,1-1 0,1 0 0,-1 1-1,2 14 1,1 12 370,13 71 1,-7-67-418,38 308-34,-37-245-109,-7 145 0,-2-219-191,-31 336-3425,-8-185-492,24-129 404,-35 78 1,-12 7-10165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6.4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1 221 14045,'80'-109'2064,"-50"70"-391,-6 9-397,6 9-152,0 6-392,3 9-148,8 9-268,2 12-448,4 15-736,0 12-1000,-7 9-1025,-3 13-1803,3 11-3677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6.7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198 1 13505,'-150'238'1952,"120"-139"-263,13 1-121,23 11 76,18 16-120,13 15-28,247 497 1624,-133-365-2476,27 31-267,19 23-537,11 19-617,3-3-247,-13-19-424,3-20-408,-4-31-412,-19-30-632,-14-36-2149,-10-39-4004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7.3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132 3304 14033,'-109'-108'1832,"106"105"-1700,0-1-1,0 0 1,0-1 0,1 1 0,0 0 0,-3-6-1,5 9-83,-1-1 0,1 0-1,0 1 1,-1-1-1,1 0 1,0 0 0,0 1-1,0-1 1,0 0 0,0 1-1,1-1 1,-1 0-1,1 1 1,0-4 0,4-3 132,1 0-1,-1 0 1,2 1 0,-1-1 0,1 1 0,14-11 0,-17 15-129,57-52 569,2 3 1,3 3-1,80-47 0,347-161 176,23 24-502,1117-379-32,37 106-829,972-218-1930,-1690 470 1236,-457 114 457,-423 121 669,-18 5 107,54-21-1,-68 16 403,-36 17 269,-7 6-278,-7 11-163,0 0 0,1 1-1,1 0 1,0 1 0,1 0-1,1 0 1,1 0 0,0 1-1,2-1 1,-4 34 0,3 5 87,3 0 0,8 71 1,20 159 208,11 145-146,-41 677-680,-1-954 176,3-115 101,-63 1149-2865,50-1069 2254,-13 150-1970,24-208 1675,3 0 0,9 81 0,-7-130 982,-1 0 0,-1 0 0,0 0 0,0 0 0,-1 0 0,-1 0 0,0 0 0,0 0 0,-1-1 1,-1 1-1,-5 12 0,1-8 21,-1-1 0,0-1 0,-1 0 0,-1 0 0,0-1 0,-1 0 0,-13 12 1,-30 24 292,-80 56 0,23-29 4,-171 88 0,-276 80 404,-16-33-232,417-155-427,-502 179 233,-1020 377 73,279-2-2788,496-147-3653,466-218 342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8.5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0 18614,'-11'26'2733,"11"-26"-2676,0 0 0,0 0 0,0 0-1,0 0 1,-1 0 0,1 0 0,0 1-1,0-1 1,0 0 0,0 0 0,0 0 0,0 0-1,0 1 1,0-1 0,0 0 0,0 0-1,0 0 1,0 1 0,-1-1 0,1 0-1,0 0 1,1 0 0,-1 1 0,0-1 0,0 0-1,0 0 1,0 0 0,0 0 0,0 1-1,0-1 1,0 0 0,0 0 0,0 0 0,0 0-1,0 1 1,0-1 0,1 0 0,-1 0-1,0 0 1,0 0 0,0 0 0,0 1-1,0-1 1,1 0 0,-1 0 0,0 0 0,10 8 438,-1 1 1,0 0-1,0 0 1,-1 1-1,0 0 1,-1 1-1,10 19 1,38 92 3679,-34-69-3563,168 333-783,22-9-777,-92-170-159,-53-85-4495,-24-41-1925,2 13-6901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8.9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21 16654,'30'-21'9224,"-33"45"-7539,-4 22-297,-3 2-276,-7 12-208,1 13-184,2 8-456,-3 9-672,-3 10-1028,-3-4-552,-11-2-941,-3 2-219,4 10-3365,-1-1-6032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9.2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18 14665,'5'-3'325,"1"1"0,-1-1 0,1 1 0,-1 0 0,1 1 0,0-1 0,0 1 0,0 0 0,0 1 0,-1-1 0,1 1 0,12 2 0,23 3 2463,-27-4-2076,0 0 0,-1 1 0,1 1 0,24 9 0,-14-1-447,-1 2 0,0 0 0,-1 1 0,0 2 0,-1 0 0,-1 1 0,-1 1 0,0 1 0,-1 0 0,-2 2 0,29 44 0,-18-20-254,-3 1 0,-2 1 0,-2 1 0,-2 0-1,13 58 1,-19-56-156,-3 1-1,-2 0 1,-2 0-1,-2 66 1,-7-41 0,-3 0 1,-22 96-1,-17 10-115,-103 256 0,55-212 887,93-224-613,0 0 1,1 0 0,-1-1-1,0 1 1,1 0 0,0 0-1,-1 0 1,1 0 0,0 0-1,0 0 1,0-1 0,1 5 0,-1-6-12,0 1 0,1 0 0,-1 0 0,0-1 0,1 1 0,-1 0 0,1-1 1,-1 1-1,1-1 0,-1 1 0,1-1 0,-1 1 0,1-1 0,-1 1 0,1-1 1,0 1-1,-1-1 0,1 0 0,0 1 0,-1-1 0,1 0 0,1 1 1,2-1-27,0 1 0,0-1 0,-1 0 0,1 0 1,0-1-1,0 1 0,0-1 0,0 0 1,0 0-1,6-3 0,17-8-516,-1-1-1,45-30 0,-37 21-19,391-270-9794,-351 239 7077,66-48-5374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9.3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0 10673,'-14'5'1480,"0"1"0,1 1 0,-1 0 0,1 0 0,-12 10-1,18-11-831,1 0 0,0 0 0,0 0 0,0 0 0,1 1 0,-1 0 0,2 0 0,-1 1 0,1-1-1,0 1 1,1 0 0,0 0 0,-3 11 0,-2 14 588,1 0-1,-2 34 0,7-56-1006,-22 263-238,17-91-4881,0-83-2282,5-67 2667,-2 34-8493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9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306 315 15369,'6'-26'668,"-3"13"-182,0 0 0,1 0 0,1 0 0,0 0 0,0 1 1,8-12-1,3 0 1119,0 1-1,1 1 1,26-25 0,-35 39-1339,0 1 1,1 0-1,0 0 0,0 1 1,0 0-1,1 1 0,0 0 1,0 0-1,0 1 0,20-5 1,-28 8-230,0 0 1,1 1 0,-1 0-1,0-1 1,0 1 0,0 0 0,0 0-1,1 0 1,-1 0 0,0 1-1,0-1 1,4 2 0,-2 0-6,-1 0 1,1 1-1,0 0 1,-1 0-1,1 0 1,-1 0-1,0 0 1,4 6-1,-4-5-11,6 6 12,0 1-1,-1 0 1,0 0 0,0 0-1,-2 1 1,1 0-1,-2 0 1,1 1-1,-2-1 1,0 1-1,0 0 1,-1 1 0,2 21-1,-5 33-261,-14 102 0,-1 47-715,15-193 837,1 1 0,2-1 0,1 1 0,0-1 0,2 0 0,15 40 0,-14-48 95,1-1 0,0-1-1,1 0 1,0 0 0,1-1 0,1 0-1,0 0 1,1-1 0,22 18 0,9 0 79,81 45 1,-33-22-25,-59-34-12,-1 2 1,-2 0-1,0 2 1,42 43-1,-63-57-27,0 0 0,-1 1-1,0-1 1,-1 1 0,0 1-1,0-1 1,-1 1-1,-1 0 1,0 0 0,0 1-1,-1-1 1,-1 1 0,0-1-1,0 1 1,-1 0-1,-1 0 1,0 0 0,-3 19-1,-2-5 4,-1 1-1,-2-1 0,-1-1 0,-1 1 1,0-2-1,-2 1 0,-2-2 1,0 1-1,-23 28 0,-23 21-237,-89 87-1,30-48-848,-153 114 0,-149 76-5949,263-192 426,92-59-2400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09.9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185 0 19182,'0'30'2768,"-3"25"-112,-4-13-432,-7-3-375,1 6-341,-4 3-248,1 7-300,-1 8-600,0 3-360,4 1-24,6 5-972,-3 0-628,3 1-608,-6-10-793,-1-6-811,1-2-2393,10-13-5588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0.2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0 17450,'-5'8'1032,"1"1"0,0-1 1,0 1-1,1 0 0,0 0 1,-3 17-1,4-11-222,1 0 1,0 0 0,3 26-1,3 0 9,3 0 0,13 46 0,2-6 169,51 117 0,-57-159-1029,3-1 0,0-2 1,3 0-1,1-1 1,29 32-1,-36-49-180,0-1 1,2-1-1,0-1 1,0 0-1,1-2 1,1 0-1,0-1 1,1-1-1,1-1 1,-1-1-1,1-1 1,35 7-1,-38-11 77,0-1 0,0-1 0,0 0-1,0-2 1,0 0 0,0-1 0,0-1 0,0-1-1,0-1 1,-1-1 0,1 0 0,-1-1 0,0-2 0,-1 0-1,26-15 1,-23 9 139,-1 0-1,0-2 0,-1-1 1,-1 0-1,-1-1 0,19-26 1,76-128 1680,-93 141-1193,-6 8 176,1 0 1,2 1 0,32-35 0,-46 55-629,0 1 0,-1 0 0,1-1 0,0 1 0,0 0 0,0 0 0,0 1 0,0-1 0,0 0 0,0 1 0,0-1 0,1 1 0,-1-1 1,0 1-1,0 0 0,0 0 0,0 0 0,1 0 0,-1 1 0,0-1 0,0 1 0,0-1 0,3 2 0,2 0 30,0 1 0,-1 0 0,1 1 0,-1-1 0,7 6 0,-5-2-60,-1 0 0,0 1 0,0-1 0,0 2 0,-1-1 0,0 1 0,-1 0 0,0 0 0,0 0 0,-1 1 0,0-1 0,3 13 0,3 15 0,10 72 0,-8 13-4312,-10 231 0,-4-238 2014,2-13-4778,6-2-4709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1.1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5558 16462,'-1'1'146,"0"-1"0,0 0 1,0 1-1,0-1 1,1 1-1,-1-1 1,0 1-1,0 0 1,0-1-1,1 1 1,-1 0-1,0-1 1,1 1-1,-1 0 1,0 0-1,1-1 1,-1 1-1,1 0 1,-1 2-1,22-10 1920,56-28 647,444-229 2823,-19 9-4325,-79 57-674,90-33-314,91-30-262,82-34-173,76-22-20,1867-681-221,35 91 533,-1846 643-20,-67 22 56,-79 20 173,-86 25 219,-87 23 15,-90 20-165,-90 21-271,-80 19-82,-214 101-107,0-2-1,0 0 1,-1-2 0,40-37-1,-57 48 5,0-1 0,-1 0-1,0 0 1,0 0-1,-1-1 1,0 0-1,0 0 1,0-1-1,-1 1 1,-1-1-1,1 0 1,-2 0-1,4-16 1,-6 23 64,1 1-1,-1-1 1,0 1 0,0-1-1,0 1 1,0-1 0,-1 1-1,1-1 1,0 1 0,-1-1 0,1 1-1,-1 0 1,1-1 0,-1 1-1,0 0 1,1-1 0,-1 1-1,0 0 1,0 0 0,0 0 0,0-1-1,0 1 1,-2-1 0,0 0-65,-1 0-1,0 0 1,0 1 0,0-1 0,0 1 0,0 0 0,-7-1 0,-55-7-1615,0 4 0,-1 2 1,-85 8-1,111-3 521,-116 8-5711,0 12-4421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2.2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202 1 16778,'-34'0'2392,"14"9"-392,-10 24-344,17 12-316,-1 7-264,-3 2-244,7 9-608,4 7-808,-4 5-604,3 0-1028,-10 7-1236,-3 5-2169,17 1-4632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3.3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 1 7801,'0'0'13310,"-2"0"-13017,-2 2-245,0-1 0,0 1 0,1 0 0,-1 0-1,1 0 1,-1 1 0,1-1 0,0 1 0,0-1 0,0 1 0,0 0 0,1 0 0,-1 1 0,1-1 0,0 0-1,0 1 1,0 0 0,0-1 0,1 1 0,-2 5 0,-3 7 72,1-1 1,1 1-1,-5 32 0,7-20 130,1 1-1,1-1 0,7 47 0,23 86 486,-21-114-572,14 55 114,4 0 0,4-1 0,57 123 1,-59-162-209,3-2 1,2-2-1,3-1 0,2-2 1,3-1-1,59 59 0,-76-90-154,0-2 0,1 0-1,1-2 1,1-1 0,1-1-1,0-1 1,1-1 0,1-2-1,0-2 1,0 0 0,1-2-1,1-2 1,0 0 0,0-3-1,0 0 1,0-3 0,0 0-1,1-2 1,-1-2 0,0-1-1,0-1 1,44-14 0,-34 5 23,-2-3 1,0-1 0,0-1 0,-2-3 0,-1-1 0,-1-2 0,0-2 0,-3-1 0,0-1 0,-2-2 0,-1-2-1,-1 0 1,-2-2 0,-2-2 0,-1 0 0,-1-1 0,-3-1 0,-1-2 0,-2 0 0,-2 0 0,17-68-1,-27 80 16,-2 0-1,-1-1 0,-1 1 1,-1-1-1,-2 1 0,-1-1 0,-1 1 1,-2 0-1,0 0 0,-2 0 0,-2 1 1,0 0-1,-2 1 0,-1 0 0,-1 0 1,-1 1-1,-2 1 0,0 1 1,-1 0-1,-2 1 0,-24-23 0,10 14-137,-1 2 0,-2 2-1,-1 1 1,-1 2 0,-1 1-1,-1 2 1,-1 2 0,-1 2-1,-1 1 1,0 3 0,-1 1-1,0 2 1,-1 3 0,0 1 0,0 2-1,-1 2 1,0 2 0,1 2-1,-1 3 1,1 1 0,0 2-1,0 2 1,-50 17 0,72-17-319,0 0 1,1 2-1,1 1 1,0 0-1,-23 18 1,23-13-1109,2 0 0,-25 27 0,-12 28-5179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3.7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 11921,'-14'7'2074,"12"-5"-160,7 1 116,182 123 5498,7-8-3406,-47-36-3078,4-7 0,171 59 1,-127-66-2585,305 62 0,-144-80-3504,-240-43-117,129-9 0,-88-11-6131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3.8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289 0 13997,'-168'250'2188,"128"-138"-167,20 8-345,10 7-340,0 6-188,0 17-364,7 16-576,-7 15-364,3 6-644,0 3-876,4-3-568,6-9-3273,4-13-4464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4.0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165 31 16618,'-107'-27'2472,"90"24"2412,-3 9-5068,0-3-372,33 9-480,14 6-960,-7 6-860,10 12-2281,20 7-4088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4.2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37 11877,'-67'-30'596,"53"24"-1052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4.4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10 1996,'-51'-9'-652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4.7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4988,'0'0'1541,"20"21"-93,24 9 24,-4-6-64,10 0-376,7-3-196,14 6-168,2 0-180,11-3-424,10-2-436,3-4-676,-3 0-2604,-1-3-2237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4.9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302 0 7817,'-78'256'1044,"35"-144"-176,6 2-348,0-5-456,4-1-488,-4 4-2512,0 3-1033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5.1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10857,'137'102'1364,"-63"-48"-248,13-5-228,3-4-464,-6-6-680,3-9-544,4-6-732,13 0-2000,-1-3-2013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7.2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1837 10989,'1'4'7671,"1"7"-3564,23 75-2460,7 15-960,-4 1 0,24 165 0,-9 215-2330,-42-441 1391,8 90-617,-8-125 759,0 1 1,-1 0 0,0-1-1,-1 1 1,1-1-1,-4 11 1,2-3-140,0-14 219,1-1 1,-1 0-1,1 1 1,0-1-1,0 0 0,-1 0 1,1 0-1,0 0 0,0 0 1,0 0-1,0 0 1,0-1-1,-2-1 0,-3-10-14,-1 1-1,2-1 0,0 0 0,0 0 1,1-1-1,-4-26 0,-2-7-7,-168-917 416,74-12 356,102 953-714,0 0 1,2 0-1,3-33 0,-3 55-5,0 1-1,0-1 1,0 1-1,0-1 1,0 1-1,0-1 0,0 0 1,0 1-1,1-1 1,-1 1-1,0-1 0,0 1 1,1-1-1,-1 1 1,0-1-1,0 1 1,1-1-1,-1 1 0,1-1 1,-1 1-1,0 0 1,1-1-1,-1 1 1,1 0-1,-1-1 0,1 1 1,-1 0-1,1-1 1,-1 1-1,1 0 0,-1 0 1,2 0-1,-1 0 1,0 0 1,1 0-1,-1 1 0,0-1 0,0 1 0,1-1 0,-1 1 0,0 0 0,0-1 1,0 1-1,0 0 0,0 0 0,1 1 0,29 35 25,-15-8-17,-1 1 0,-2 1 0,-1 0-1,8 34 1,-1-7-4,72 215 18,5 41-18,-2-22-297,10-62-808,-23-91-20,-72-126 978,1 1 1,0-2-1,1 1 0,0-1 1,1-1-1,1 0 1,20 13-1,-29-21 97,1 0-1,-1-1 0,1 0 1,-1 0-1,1 0 1,0-1-1,0 0 1,-1 0-1,1 0 0,0 0 1,0-1-1,0 1 1,0-1-1,0-1 1,10-1-1,-9 1 2,0-2 0,1 1 1,-1 0-1,0-1 0,-1 0 0,1-1 0,-1 1 0,1-1 1,-1 0-1,8-9 0,4-6-32,-1-2 0,-1 0 1,0-1-1,20-41 0,-9 13 198,36-50 0,-51 84 30,1 0 1,1 2 0,0-1 0,1 2-1,1 0 1,27-20 0,-36 30-69,1-1-1,0 1 1,-1 0 0,1 1 0,0-1 0,0 1 0,1 1-1,-1-1 1,0 1 0,1 1 0,-1-1 0,0 1 0,1 1-1,6 0 1,5 2 40,0 1 0,-1 1 0,0 1 0,19 7 0,-26-6-70,-8-6-17,0-2-41,33-6-182,-35 6 176,0 1 0,0-1-1,0 1 1,0-1 0,0 0 0,0 1-1,0-1 1,0 0 0,0 0 0,-1 1 0,1-1-1,0 0 1,0 0 0,-1 0 0,1 0 0,-1 0-1,1 0 1,-1 0 0,1 0 0,-1-2 0,2 0-27,51-110-659,-44 99 653,-4 5 21,0 0 1,1 1 0,0-1-1,1 1 1,-1 0 0,2 1-1,8-8 1,-13 13-11,36 5-322,-35-3 205,-2-2-625,11-8 485,-10 8 213,0-1 1,0 1 0,-1-1-1,1 0 1,0 0 0,-1 0-1,0 0 1,0 0-1,0 0 1,0 0 0,0-1-1,2-5 1,63-124-682,-61 121 754,6-6-18,0 0 0,2 1 0,23-23 0,4-7 33,-31 35-53,78-102-1185,-76 95 938,-1 0 0,0-1-1,-2 0 1,12-32 0,-14 29 352,-1-1-1,-1 0 1,-1 0 0,-2-1 0,0 1 0,-1-1 0,-2 0 0,0 1 0,-6-29 0,-52-195 2058,19 102-174,25 93-1107,14 51-73,4 5-604,29 30-730,-2 0 0,47 70 0,-51-68-535,-15-20 350,2-1 0,0 0 1,0-1-1,21 14 1,-31-24 570,1-1 0,0 0 0,0 0 1,-1 0-1,1 0 0,0-1 1,1 1-1,-1-1 0,0 0 0,0-1 1,0 1-1,1-1 0,-1 1 0,0-1 1,0-1-1,1 1 0,-1 0 1,0-1-1,0 0 0,1 0 0,-1 0 1,0-1-1,0 0 0,7-3 0,-4 1 222,0 0-1,0-1 0,0 0 0,0 0 0,-1-1 1,0 0-1,0 0 0,0 0 0,-1-1 0,0 0 0,6-10 1,-2-3 339,0 0 0,-2-1 0,-1 0-1,0-1 1,-2 0 0,3-24 0,3-122 2197,-9 147-2295,-7-272 5599,4 265-3815,-11-48 0,13 75-1994,1 1 0,-1-1 0,0 1-1,1-1 1,-1 1 0,0-1 0,1 1 0,-1-1 0,0 1 0,1-1 0,-1 1-1,1 0 1,-1-1 0,1 1 0,-1 0 0,1-1 0,0 1 0,-1 0 0,1 0-1,-1-1 1,1 1 0,-1 0 0,1 0 0,0 0 0,-1 0 0,1 0 0,-1 0-1,1 0 1,1 0 0,1 1 14,-1-1 0,1 1 0,0 0 1,0 0-1,0 0 0,-1 0 0,1 0 0,-1 1 0,1-1 0,-1 1 0,1 0 0,-1-1 0,0 1 1,0 0-1,0 1 0,0-1 0,0 0 0,2 4 0,33 55 692,-27-42-561,171 376-686,-132-275-1428,22 58-2419,1 1-4868,-21-69-2018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8.1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43 640 15533,'-4'-3'10,"0"1"757,0-1 0,0 1-1,0-1 1,0 0 0,1 0 0,-1-1-1,1 1 1,-6-7 0,37 40 3188,56 59-2591,248 265-1348,-108-74-5529,-163-197 2719,-39-56 951,34 32-1,-8-10-1503,-46-47 2349,0-4 412,0 1 571,-1 0-1,0-1 0,0 1 0,0-1 0,0 1 0,0-1 1,0 0-1,0 1 0,-1-1 0,1 0 0,0 1 1,-1-1-1,0 0 0,1 0 0,-1 0 0,0 0 1,0 1-1,0-1 0,0 0 0,0 0 0,0 0 1,-1-2-1,-16-43 171,13 39-125,-85-170 1178,57 119-436,2-2 0,2-2 0,-19-65 1,40 103-453,1-2 0,1 1 1,1-1-1,1 1 0,2-1 1,1-32-1,1 49-208,0 1-1,1-1 1,-1 0-1,2 1 1,0-1-1,0 1 1,0 0-1,1 0 1,0 0-1,1 1 1,0-1-1,1 1 1,0 0-1,0 1 1,0-1-1,1 1 1,0 0-1,0 1 1,17-12-1,-8 10 15,0 0 0,1 1 0,0 1 0,0 0 0,1 1 0,0 1-1,-1 1 1,1 0 0,1 1 0,-1 1 0,23 2 0,7 3 67,0 1 1,0 3-1,48 13 0,-64-11-112,31 14 0,-46-16-125,1-1 0,0 0 0,0-2 0,0 0 0,0-1 0,30 3 0,-45-7 33,-1-1 0,1 1 1,-1-1-1,0 0 1,1 1-1,-1-1 0,0 0 1,1 0-1,-1 0 0,0-1 1,0 1-1,0-1 1,0 1-1,0-1 0,-1 1 1,1-1-1,0 0 0,-1 0 1,2-2-1,22-40-126,-22 39 115,20-54-57,-18 44 66,0 0 0,1 1 1,1-1-1,10-14 0,-15 25 8,1 0 0,0 1 0,0-1 0,1 1 0,-1 0 1,0 0-1,1 0 0,0 0 0,0 1 0,0-1 0,0 1 0,0 0 0,0 1 0,1-1 0,-1 0 0,1 1 0,-1 0 1,8-1-1,46 0-540,-42 2-40,0 0-1,-1-1 1,25-6-1,-32 4 256,1 0 0,-1-1 0,0 0 0,0 0 0,0-1-1,0 0 1,9-9 0,-3 2-184,-1-1 0,22-25 0,-26 24 600,-1-1 1,0 1 0,-1-2 0,-1 1 0,0-1-1,-1 0 1,-1 0 0,3-25 0,7-17 1841,-7 38-598,1 17-545,-7 5-720,1 0-1,0-1 0,-1 1 0,0 0 1,1 0-1,-1 0 0,0 0 1,0 1-1,1 2 0,7 12 182,10 11-404,2 0 0,0-2 0,2 0 0,1-2 0,49 40 0,-57-53-233,1 0 0,-1-1 0,2-1 0,0-1 1,0-1-1,0 0 0,1-1 0,0-1 0,0 0 1,0-2-1,0 0 0,39-1 0,-58-2 391,1 0 0,0-1 0,-1 1 0,1 0 0,0-1 0,-1 1 0,1-1 0,-1 1 0,1-1 0,-1 1 0,1-1 1,-1 1-1,1-1 0,-1 0 0,1 1 0,-1-1 0,0 0 0,1 1 0,-1-1 0,0 0 0,0 1 0,1-1 0,-1 0 0,0 0 0,0 0 0,2-18 100,-3 14-79,-1 1 1,0-1 0,0 1-1,-1 0 1,1-1-1,-1 1 1,0 0-1,0 0 1,-6-5-1,0-2 31,-139-181 854,144 187-1277,0-1-1,0 0 1,0 0 0,0-1 0,1 1 0,0-1 0,1 0 0,-3-8-1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8.5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0 10057,'-2'1'84,"1"0"0,0 0 0,-1 0 0,1 0 0,0 1 1,-1-1-1,1 0 0,0 0 0,0 1 0,0-1 0,0 1 0,1-1 0,-1 1 0,0-1 0,0 1 1,1-1-1,-1 1 0,1 0 0,0-1 0,-1 1 0,1 0 0,0 2 0,1-1 136,0 1 1,1 0-1,-1-1 0,1 1 0,0-1 0,0 1 0,0-1 0,3 4 1,11 18 654,15 23 738,1-2 1,47 52-1,87 76 225,-56-61-1095,459 451-2097,-530-527 289,2-3 0,67 43 0,-88-64-9,2-1 0,0-1 0,0 0 0,1-2 0,0-1 0,1-1 0,40 7 0,4-7-5070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20.8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64 703 6785,'6'9'802,"2"5"-135,-5-4 8501,-26-12-7508,6 1-947,13 1 989,0 0-1204,-8 1-585,-8-1 2063,20-7-914,10-8-585,5 1-316,1 0-1,0 1 1,1 0-1,1 2 1,0 0-1,30-13 1,-5 1-80,533-275-3537,-210 112-6037,-170 82-1202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0.5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503 6 11729,'-18'-3'1389,"0"2"0,1 0 1,-1 1-1,0 0 0,1 2 0,-1 0 0,-33 9 1,39-7-1021,1 1 1,-1 0 0,1 0 0,0 1 0,0 1-1,1 0 1,0 0 0,0 1 0,1 1 0,0-1-1,0 1 1,-9 14 0,4-3-114,1 0 1,1 1-1,2 0 1,0 1 0,1 0-1,1 0 1,1 1-1,-5 26 1,4-2-50,1-1 0,3 2 0,2 55 0,5-52-94,1-1-1,4-1 1,14 57 0,53 145-68,14 59-1357,-84-286 945,-1 0 0,-1 1 0,-2-1 0,0 1 0,-2-1 0,0 0 0,-7 35 0,4-41-153,-1 0-1,-1 0 1,0-1 0,-2 0 0,0-1 0,0 0 0,-2 0 0,0 0 0,0-1-1,-20 20 1,11-15-1700,-2-2 0,1 0 0,-32 19 0,-5-2-7229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10.6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0 287 13665,'151'-190'1944,"-88"151"-403,-6 15-201,-6 5-588,-1 7-344,4 9-464,-1 12-640,1 13-732,-1 8-577,-6 21-2491,-3 21-3489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29.0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30 567 6925,'-25'-5'1695,"20"4"4252,11-18-2526,-6 17-3224,1 1 0,0-1 0,-1 0-1,1 1 1,-1-1 0,1 0 0,-1 1 0,0-1-1,1 0 1,-1 0 0,0 1 0,0-1-1,-1-2 1,-2-50 2071,3 50-985,0-16-215,0 20-1027,0-1 0,-1 1 0,1-1 1,0 1-1,0-1 0,0 1 0,0 0 0,0-1 1,0 1-1,0-1 0,0 1 0,0-1 0,0 1 1,0 0-1,0-1 0,0 1 0,0-1 0,1 1 1,-1 0-1,0-1 0,0 1 0,0-1 1,1 1-1,-1 0 0,0-1 0,0 1 0,1 0 1,-1-1-1,0 1 0,1 0 0,-1 0 0,0-1 1,1 1-1,-1 0 0,0 0 0,1 0 1,-1-1-1,1 1 0,0 0 0,0 1 13,0-1 0,1 1-1,-1 0 1,0 0 0,0 0 0,0 0-1,0 0 1,0 0 0,0 0-1,0 1 1,0-1 0,1 2 0,28 68 654,-17-44-436,1-1 0,24 35 0,-32-53-193,1 1 0,1-1 0,-1-1 0,1 1 0,0-1 0,1-1 0,0 0 0,0 0 0,0 0-1,17 6 1,-5-5 16,0 0 0,0-2 0,1-1-1,0 0 1,0-2 0,0 0 0,0-2-1,0 0 1,33-6 0,6-4 24,0-2 1,65-23 0,-3-7-829,179-84 0,-177 61-2359,145-99 0,-165 95 610,63-45-5172,-39 19-3152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29.3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335 0 13329,'15'14'1326,"-9"-8"-777,-1-1 1,2 1-1,-1-1 0,0 0 1,1-1-1,0 1 1,0-1-1,1-1 0,-1 1 1,10 2-1,153 46 5045,-51-13-3842,-45-16-1067,-1 4 1,124 63 0,-157-67-818,-1 1 0,-1 2 1,-1 1-1,-1 2 1,-2 2-1,34 37 0,-55-52-73,0 1 0,-1 0 0,-1 0 0,-1 1 0,0 0 0,-1 1 0,-1 0-1,-1 0 1,-1 1 0,0 0 0,4 37 0,-7-30-8,-2-1 0,-1 1 1,-2 0-1,0-1 0,-2 0 0,-1 1 1,0-1-1,-18 45 0,-3-9-167,-2 0 0,-3-2 0,-3-1-1,-2-2 1,-3-2 0,-48 53 0,-28 20-402,-154 130-1,152-158-666,-162 106-1,-1-32-6124,185-118 454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29.4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503 6 13793,'-37'-6'2032,"21"18"-255,-1 0-249,-10-6-136,0 0-180,0 3-304,-16 3-164,6-2-304,-3 5-528,0-3-344,3 0-680,-3-3-808,-1-6-800,5 3-2489,-1 15-4152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24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82 6833,'0'-18'11549,"-1"15"-10495,-4-16-450,2 13 631,0 0 1,0 1-1,-1-1 1,0 1-1,-6-8 5254,21 24-6428,7 13-61,-1 1 0,-2 1 0,0 0 0,16 42 0,-26-56 0,244 688 0,-248-695 0,77 290-2638,12 159-7471,-64-317 6621,-3-15-10060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25.0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446 18 12725,'-26'-18'14938,"24"36"-13777,0 1 0,-2-1 0,-9 33-1,6-25-699,-3 6-455,-22 54 1,-2-3-93,0 6-50,-101 252-8239,63-182 403,-2 16-5255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26.0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33 6149,'12'-19'9688,"-3"5"-5074,-16 32-2817,6-15-1680,-6 15 203,3-7-2804,-13-43-5855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28.0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 28 3784,'0'0'966,"-3"-1"-81,-25-16 18033,25 16-18791,-25-7 154,26 8 1498,2 3-4253,-1 9 890,-1 0 0,0 0 0,0 0 0,-2 0 0,1 0 0,-1 0 0,-10 17 0,-11 30-7026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1.9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553 270 4968,'0'0'6980,"-1"2"-6123,-7 11 957,0-7 6206,0-13-2017,1-5-7773,6 10 2774,-13-4-277,12 5-659,0 0 1,0-1-1,0 0 1,0 1-1,0-1 1,0 0-1,0 0 0,1 0 1,-1 0-1,1 0 1,-1 0-1,1 0 1,-1-3-1,0 3 106,1-1-145,-1-2-21,0 0 0,-1 0 0,1 0 0,-1 0 0,0 1 0,-1-1 0,1 1 0,-9-8 0,11 11-17,-7-6-85,7 6 160,0 1 1,1 0-1,-1 0 0,1-1 1,-1 1-1,0 0 0,1-1 1,-1 1-1,1-1 0,-1 1 1,1-1-1,-1 1 0,1-1 1,0 1-1,-1-1 0,1 1 1,-1-1-1,1 1 0,0-1 1,0 0-1,-1 1 0,1-1 1,0 0-1,0 1 0,0-2 1,11-20-25,-10 20 15,-1-3-85,1 1 31,-1 0-1,1 0 1,0-1 0,0 1-1,1 0 1,-1 0 0,1 0 0,0 1-1,3-6 1,2-5 86,12-47 211,-18 59-11,-3 1-268,-12-2-4,-12-1-1,17 8-10,4-1 0,-14 5 9,0 0 0,1 0 0,0 2 0,1 0 0,0 1 0,0 1 0,1 0 0,1 2 0,0-1 0,1 2 0,0 0 0,2 1 0,-1 0 0,2 0 0,-13 26 0,0 6 30,1 2 1,3 0-1,2 1 1,-16 80-1,17-45-45,-9 171 0,24-171 0,4 0 0,4 0 0,23 126 0,4-61 0,55 153 0,-58-215 0,58 117 0,-78-186 0,1 0 0,1-1 0,1 0 0,1-1 0,1-1 0,0 0 0,1-1 0,1 0 0,0-2 0,24 16 0,-28-21 0,2-1 0,-1-1 0,1 0 0,0-1 0,0-1 0,1 0 0,-1-1 0,1 0 0,0-2 0,0 0 0,0-1 0,0 0 0,1-1 0,-1-1 0,17-3 0,-2-2 0,0-1 0,-1-1 0,1-2 0,-2-1 0,1-1 0,-2-2 0,54-34 0,-65 36 0,0 0 0,-1-1 0,-1-1 0,0-1 0,-1 0 0,0-1 0,-1-1 0,-1 0 0,-1 0 0,0-1 0,-2-1 0,15-38 0,-22 52 0,-1 1 0,0-1 0,-1 0 0,1 0 0,-1 0 0,0 0 0,0 1 0,-1-1 0,1 0 0,-1 0 0,0 0 0,-1 1 0,1-1 0,-1 0 0,-4-8 0,3 6 0,-2 0 0,1 0 0,-1 1 0,0-1 0,0 1 0,-1 0 0,0 0 0,-9-7 0,6 7 0,-1 0 0,0 1 0,0 0 0,-1 1 0,0 0 0,1 0 0,-1 1 0,-1 1 0,-19-3 0,-11 2 0,-53 2 0,86 1 0,-52 3 0,0 3 0,1 2 0,0 3 0,0 2 0,1 3 0,0 3 0,2 2 0,1 3 0,0 2 0,-77 49 0,115-64-15,0 1-1,1 1 1,0 1-1,1 0 1,0 1-1,-15 19 1,30-32-722,-2-12-8150,-2-12 56,13 12-2389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2.6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282 102 3336,'-73'-20'3541,"71"19"-3482,0 0 0,0 0 1,0 0-1,1 0 0,-1 0 1,1 0-1,-1-1 0,1 1 1,-1 0-1,1-1 0,0 0 1,-1 1-1,1-1 1,0 0-1,0 1 0,0-1 1,1 0-1,-1 0 0,0 0 1,1 0-1,-1 0 0,1 0 1,0 0-1,-1 0 0,1-2 1,-1-3-28,0 5 102,8-27-614,-14 31 454,0 0 0,1 1 0,-1 0 0,0 0-1,1 1 1,0-1 0,0 2 0,0-1 0,0 0 0,1 1 0,0 0-1,0 1 1,0-1 0,-6 10 0,-17 18-713,21-26 304,0 1 0,0 0 0,1 1 1,0-1-1,-6 13 0,-4 29-947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3.2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456 1 12801,'0'0'2128,"3"24"2537,4 0-2445,-24-6-256,-10 18-292,10-9-372,-6 3-259,-11 7-221,1 5-160,-4 6-308,4 0-388,2 6-1032,-5 1-517,-1-1-963,-7 6-1000,-6 7-2629,3-1-5500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4.0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1 293 2888,'23'-72'628,"-23"48"-168,0 2-108,-3 1-112,-1 6-12,4-12-216,4 0-68,2 15 4,4-3 12,-3 3 88,0 0-108,3 0-4,3 0-244,-3 3-984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4.8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489 54 3652,'-3'-3'480,"-1"-1"0,0 1 0,1-1 0,-1 1-1,-1 0 1,1 1 0,0-1 0,-1 1 0,1-1 0,-1 2-1,0-1 1,0 0 0,0 1 0,-6-1 0,9 1 500,-1 0 12,-25-13 6437,28 17-6757,-1 10-275,1-1 0,0 1 0,1-1 0,0 0 0,1 1 0,1-1 0,0 0 0,0 0 0,9 20 0,5 17 431,78 245 2078,-3-16-1410,-70-209-1229,95 352 1014,-82-243-1088,-7 2 0,-9 1 0,-4 195 0,-19-196-879,-9 0 1,-8-1-1,-48 197 0,34-244-409,-5-1 1,-6-2-1,-5-2 0,-81 143 1,53-132-4410,-149 196 0,97-166-4731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6.3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12 112 3324,'28'-15'500,"-23"12"88,-3 2 188,1-1-405,0 1 0,0-1 0,-1 0 0,1 1 1,0-1-1,-1 0 0,3-4 0,-6 1 13,0 0 1,0 0-1,-1 0 0,0 0 1,0 0-1,0 0 0,-1 1 1,0-1-1,0 1 1,0 0-1,0 0 0,-1 0 1,1 0-1,-10-7 5207,-3 35-4830,12-3-562,2 0 1,0 0-1,1 0 1,1 0-1,1 0 1,5 27-1,30 129 635,-33-164-779,37 160 606,54 209 755,187 477 659,-230-735-1886,5-3 1,5-2 0,6-3 0,142 189 0,-160-246-332,2-3 1,3-1 0,3-3-1,1-3 1,3-2 0,1-3-1,3-3 1,1-2 0,1-4-1,3-2 1,0-4 0,2-2-1,1-4 1,89 17 0,-62-26-653,0-4 0,1-4 1,-1-5-1,1-4 1,182-30-1,-90-6-599,-2-8-1,186-72 1,-372 117 1376,50-15-233,-2-4 1,0-1 0,90-54 0,-142 76 235,1-1 1,-1 0-1,0 0 0,1 0 0,-1 0 0,0 0 1,0 0-1,0 0 0,1 0 0,-1-1 1,0 1-1,-1 0 0,1-1 0,0 1 0,0-1 1,-1 1-1,1-1 0,0 1 0,-1-1 1,0 1-1,1-1 0,-1 0 0,0 1 0,0-1 1,0 1-1,0-1 0,0 0 0,0 1 1,-1-3-1,-1-1-348,0 0 0,0 0 0,-1 0-1,0 1 1,0-1 0,0 1 0,-5-5 0,-5-8-3088,1-4-2006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6.8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368 1 9997,'-10'16'1646,"0"0"0,1 1-1,-10 24 1,10-20-579,-1 0-1,-15 23 0,23-41-964,-168 275 6080,152-244-5781,1 1 1,3 1 0,0 1-1,3 0 1,1 0 0,-8 55 0,17-80-330,0 0 1,1 1 0,0-1-1,1 0 1,1 0 0,0 1-1,0-1 1,2 0 0,-1-1-1,10 22 1,-5-18-16,1 0-1,0-1 1,0-1 0,1 0 0,1 0 0,0-1-1,16 13 1,17 9 33,1-3-1,1-2 0,93 44 0,-93-50-45,24 12-13,-21-12 5,-1 2 0,-1 2 0,55 42-1,-92-61-33,-1 0 0,0 0-1,0 1 1,-1 0-1,0 0 1,-1 1 0,0 0-1,0 1 1,-1-1-1,0 1 1,-1 1 0,-1-1-1,0 0 1,0 1-1,-1 0 1,0 0 0,-1 0-1,-1 0 1,0 1-1,0-1 1,-1 0 0,-1 0-1,0 1 1,-1-1-1,0 0 1,-1 0 0,-4 13-1,-4 2 3,0 0 0,-1-1 0,-2 0 0,-1-1 0,-1-1-1,-25 31 1,2-10-28,-2-2 0,-51 43-1,43-46-1017,-2-1 1,-86 49-1,136-88 934,-1 1 0,1 0-1,0 0 1,-1-1 0,1 1-1,0-1 1,-1 1 0,1-1-1,-1 1 1,1-1 0,-1 0-1,1 0 1,-1 0 0,1 0-1,-1 0 1,1 0 0,-1 0-1,1 0 1,-1-1 0,1 1-1,-1 0 1,1-1 0,0 1-1,-1-1 1,1 0 0,0 1-1,-1-1 1,1 0 0,0 0-1,0 0 1,0 0 0,0 0-1,0 0 1,0 0 0,0 0-1,0-1 1,0 1 0,0 0-1,0-1 1,1 1 0,-1 0-1,1-1 1,-1 1 0,0-3-1,-1-3-446,0 0-1,0-1 1,1 0-1,0 1 1,0-1-1,1 0 1,1-10-1,9-48-5326,12-11-3510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7.0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27 15229,'-25'-25'2725,"24"25"-2476,0-1 1,0 1-1,0 0 1,1 0-1,-1-1 1,0 1 0,0 0-1,0 0 1,0 0-1,0 0 1,0 0-1,0 0 1,0 0-1,0 0 1,1 1 0,-1-1-1,0 0 1,0 0-1,0 1 1,0-1-1,0 1 1,1-1 0,-1 1-1,0-1 1,0 1-1,1-1 1,-1 1-1,0 0 1,1-1-1,-1 1 1,0 0 0,1-1-1,-1 1 1,1 0-1,-1 1 1,76 120 5298,130 254-5267,-144-246-1219,-5 3 1,-6 2-1,-6 2 1,34 187-1,-57-203-4417,-12-40-3464,-5-34-2102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7.4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44 935 14537,'-18'-4'1454,"-6"-4"847,23 1-1039,10-3 139,191-136 4530,131-73-5376,-299 199-678,216-150-1170,-203 136 1007,289-240-1488,-308 242 1556,-20 22 133,-14 16 14,-30 37 179,1 2 1,2 2-1,3 1 1,-44 87 0,-23 74 54,86-173-146,0 1 0,3 1 0,-12 74 1,21-103-31,0 0 1,1 1 0,0-1-1,0 1 1,1-1 0,1 1-1,-1-1 1,1 0 0,5 12 0,-6-17 10,1 0 1,0-1-1,0 1 1,0-1-1,0 0 1,1 0 0,-1 0-1,1 0 1,0 0-1,0 0 1,0-1-1,0 0 1,1 1 0,-1-1-1,0 0 1,1 0-1,0-1 1,-1 1-1,1-1 1,0 0 0,0 0-1,0 0 1,0-1-1,7 1 1,1 0 8,0-1 0,1-1 0,-1 0 1,0-1-1,0-1 0,-1 1 0,14-6 0,81-37 347,-72 29-227,40-14 0,-58 25-335,1 1 0,0 0 0,28-2-1,3 9-2862,-41-2 1598,-1 1 0,1 0 0,-1 0 0,0 1 0,8 3 0,2 3-7673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7.8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0 665 14617,'29'50'3848,"-23"-42"-3353,0 0 0,-1 0 0,-1 1 0,1 0 0,-1 0-1,4 14 1,-8-23-492,21 85 1518,-4 0 0,9 105-1,-23-109-1222,10 101 142,6-207-360,7-28-193,-2-2 0,21-71 0,-8 20-536,-11 37 197,119-273-3375,-96 251 753,107-151 0,-126 203 2295,1 2 0,2 1 0,1 1 0,2 2 1,80-56-1,-108 84 844,0 0-1,0 1 1,0 0 0,0 0 0,1 1 0,9-2-1,-14 4 73,0 0-1,0 0 0,0 1 0,0 0 1,0 0-1,0 0 0,0 0 0,-1 1 0,1-1 1,0 1-1,0 0 0,0 0 0,-1 1 0,1-1 1,0 1-1,-1 0 0,4 2 0,-3-2 68,0 1-1,-1 0 0,1 0 1,-1 0-1,1 0 1,-1 0-1,0 1 0,0-1 1,-1 1-1,1 0 1,-1 0-1,0 0 0,0 0 1,0 1-1,-1-1 1,1 0-1,0 7 0,13 64 1553,-5 1 0,3 98 0,-4-71-1748,1 22-1988,-11-108 482,0 0-1,-6 33 0,0 1-5655,3-31 702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8.0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1 12321,'-2'46'994,"0"-17"444,2 0 1,5 46-1,47 256 8759,22-3-9398,-62-282-2520,9 91 0,-19-115 592,-1 1-1,-2 0 0,0 0 1,-1-1-1,-1 1 1,-7 25-1,-12 15-4495,2-2-3043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8.2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1 259 10589,'14'-18'516,"-5"7"74,1 0 1,0 0-1,1 0 0,22-17 1,3 3 1239,-3 1-605,1 1 0,1 2 0,1 1 1,62-24-1,-89 41-1153,0 1 1,1 0-1,-1 0 1,1 1 0,0 0-1,0 0 1,-1 1-1,1 1 1,0 0 0,-1 0-1,1 1 1,-1 0-1,1 1 1,14 5 0,-13-3-291,0 1 1,0 0 0,-1 0 0,15 12 0,-13-8-970,-1 0 1,-1 1-1,14 17 1,0 5-6002,-17-19 90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8.9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0 581 5284,'17'-120'1059,"-15"109"-918,1 1-1,1 0 1,-1 0-1,2 0 1,-1 0-1,1 0 1,1 1-1,-1 0 0,2 0 1,-1 1-1,1 0 1,0 0-1,1 0 1,0 1-1,0 0 1,1 1-1,0 0 1,0 0-1,13-6 1,-19 10-124,9-4 143,0 0 0,1 1-1,0 0 1,0 0 0,0 2 0,1 0-1,-1 0 1,27-1 0,-39 4-138,17-1 412,0 1 0,0 1 1,0 1-1,0 0 1,0 2-1,0 0 0,-1 0 1,0 2-1,0 0 1,32 18-1,-41-20-85,-1 1 1,1 1-1,-1-1 0,-1 1 1,1 0-1,-1 1 0,8 9 1,-7-7 112,1 0 0,18 15 0,-24-23-466,0 0-1,0 0 1,0 0-1,1 0 1,-1 0 0,0-1-1,1 1 1,-1-1-1,0 0 1,1 0 0,-1 0-1,1 0 1,-1 0-1,3-1 1,42-7-193,-29 4 81,14-2-123,1-2 1,-1 0-1,-1-3 1,51-22 0,-70 26 214,5-1 79,0-1 0,-1-1-1,0 0 1,19-17 0,-30 22 77,-1 0-1,1 0 1,-1-1 0,0 1 0,0-1-1,-1 0 1,1 0 0,-2 0 0,1-1-1,0 1 1,-1-1 0,-1 1 0,1-1-1,-1 0 1,1-12 0,-2 8 101,-1-1 0,0 1 0,0 0 0,-2 0 0,-3-13 0,-1-6 133,7 27-247,-1 1-156,0 0 0,0 0-1,1 0 1,0 0 0,-1 0-1,1-1 1,0 1 0,0 0-1,0 0 1,0 0 0,1-4-1,1 7-9,2 0-43,1 0-1,0 0 1,-1 0-1,0 1 0,1 0 1,-1 0-1,0 0 1,0 1-1,0-1 0,0 1 1,-1 0-1,6 5 1,93 98-931,-93-96 1237,-8-8 158,1 1 107,-1 3-296,2 0 1,-1-1 0,1 1 0,0-1 0,0 1-1,1-1 1,-1 0 0,1 0 0,5 5 0,6 6 86,-2 1 0,0 0 1,-1 1-1,-1 0 0,0 1 0,-2 0 1,0 1-1,8 27 0,0 9 104,16 108 1,8 246-622,-27-229-422,19 873-2510,-33-1046 3135,-1 1 0,0-1 0,0 1-1,-1-1 1,-4 15 0,5-21 39,0-45 113,14-180 262,9 0 0,9 2 0,78-279 0,-81 404-579,3 2 0,5 1 0,4 1 0,58-96 0,14 18-3226,17 14-3872,-72 97-889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39.0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43 9281,'0'0'1248,"-3"-21"-1016,3 0-696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40.0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1396 5965,'-9'-10'2129,"-1"0"1,0 0 0,0 1-1,-16-11 1,24 19-985,3-1-1039,-1 0 0,1 0 0,0 1 0,0-1 0,0 0-1,0 0 1,0 1 0,0-1 0,0 1 0,1-1 0,-1 1 0,0-1-1,3 0 1,0-3 104,5-4-54,1 1-1,0 0 1,0 0-1,1 1 0,0 1 1,13-7-1,79-29 394,-84 35-481,732-217 1000,-554 172-924,1628-408 240,-864 224-555,-533 114-1104,-211 58-3454,-205 60 3071,-1 0 1,1 0 0,18-11-1,-3 1-5304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40.3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220 70 8317,'0'-2'76,"-1"-2"316,1 0 0,0-1 0,0 1 0,0 0 0,1-1 0,-1 1 0,1 0 0,0 0 0,1 0 0,-1-1 0,1 1 0,-1 0 0,7-9 5668,-9 16-5493,-167 601 1507,168-601-2068,-24 103 96,-13 161-1,33-203-63,2 1 0,4-1-1,17 119 1,-14-155-42,2 0 0,1-1 0,1 1 0,2-2 0,0 1 0,2-2 0,1 0 0,1 0 0,1-1 0,0-1 0,22 22 0,-14-21-145,1-1 0,1-1 0,0-1 0,2-1 0,0-1 0,2-2 0,0-1 0,0-1 0,34 10 0,-21-9-498,2-3 0,-1-1 0,90 11 1,-109-21-336,0-1 1,0-1 0,0-2-1,0 0 1,-1-1-1,1-2 1,-1 0 0,46-17-1,-5-7-5626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40.5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0 214 6701,'266'-102'6916,"-127"49"-3433,-89 32-3158,61-16-1,-109 37-508,-1 0 0,1 0-1,0 1 1,0-1 0,0 1 0,0-1-1,0 1 1,0 0 0,0-1 0,-1 1 0,1 0-1,0 0 1,-1 0 0,1 0 0,-1 1-1,1-1 1,-1 0 0,1 1 0,0 1 0,-3 0-178,-1 1 0,1-1 1,-1 0-1,0 0 0,0 0 1,0 0-1,-1 0 1,1 0-1,-1-1 0,1 1 1,-5 3-1,-3 3-1098,-26 29-3821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40.7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0 308 7181,'91'-9'1528,"-58"-6"-188,-3 3-360,0-6-224,-3-3-160,3-1-148,4-5-360,3 0-512,-1 0-200,1-3-412,-10-6-828,-3 0-756,2 8-745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41.3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94 4464,'89'133'6566,"-87"-131"-6397,1 0-1,-1 0 1,1-1 0,-1 0-1,1 1 1,0-1-1,0 0 1,-1 0-1,1 0 1,0-1 0,6 1-1,-5-1-36,-1 0-1,1-1 1,0 0-1,0 0 1,0 0 0,0 0-1,-1 0 1,1-1-1,0 0 1,-1 0-1,1 0 1,-1 0-1,0 0 1,0-1 0,0 0-1,0 1 1,3-5-1,6-7 260,0 0 0,13-19 0,10-7-127,-34 41-261,0-1 0,1 0 0,-1 1 0,0-1 0,1 1 0,-1-1 0,0 1 0,0-1 0,0 1 0,1 0 0,-1 0 0,0 0 0,1 1 1,-2-2-4,5 4-32,0 0 1,-1 1-1,1 0 0,-1 0 1,0 0-1,0 0 0,-1 0 1,0 1-1,0 0 0,4 9 1,3 4-48,2 3-34,97 156-889,-98-162 926,2 0 0,0-1 1,1 0-1,0-2 0,1 1 1,1-2-1,0 0 1,20 11-1,-32-21 75,0 0 0,0 0 0,0-1 0,0 1 0,0-1 0,1 0 0,-1 0 0,0 0-1,1-1 1,-1 0 0,1 1 0,-1-2 0,1 1 0,-1 0 0,1-1 0,-1 0 0,0 0 0,1 0 0,-1-1 0,0 1 0,0-1 0,0 0 0,0 0 0,0-1 0,0 1 0,-1-1-1,1 0 1,-1 0 0,0 0 0,5-6 0,1-1 99,-1-1 0,0 0 0,-1 0 0,0 0 0,-1-1-1,0-1 1,-1 1 0,6-22 0,-7 18 5,-1 0 0,0-1-1,-2 1 1,0-1 0,-1 1 0,0-1-1,-2 1 1,1-1 0,-2 1 0,-1 0 0,-6-20-1,7 25-76,-1 0 0,-1 1 0,0-1 0,0 1 0,-1 1-1,0-1 1,-1 1 0,0 0 0,0 0 0,-1 1 0,0 0 0,0 1-1,-1-1 1,0 2 0,0-1 0,-19-9 0,23 14-22,0 0-1,-1 0 1,1 1-1,-1-1 1,1 1 0,-1 0-1,0 1 1,1 0 0,-1-1-1,0 2 1,1-1-1,-1 1 1,1 0 0,-1 0-1,1 0 1,-1 1-1,1-1 1,-1 2 0,1-1-1,0 0 1,0 1 0,-7 5-1,12-7 2,0 0 0,0-1-1,0 1 1,0-1 0,0 1-1,0-1 1,0 1 0,0-1-1,1 1 1,-1-1 0,0 1-1,0-1 1,0 1 0,1-1-1,-1 0 1,0 1 0,1-1-1,-1 1 1,0-1 0,1 0-1,-1 1 1,1-1 0,-1 0-1,1 1 1,-1-1 0,1 0-1,-1 0 1,1 1 0,14 8 41,-8-7 21,0-1 0,1 0-1,0 0 1,-1-1 0,1 0 0,-1 0-1,1-1 1,-1 0 0,1 0-1,8-3 1,11-1 429,2-6 117,-20 7-568,-9 4-43,0 0 0,0 0 1,0 0-1,0 0 1,0 0-1,1 0 0,-1-1 1,0 1-1,0 0 0,0 0 1,0 0-1,0 0 0,0 0 1,0 0-1,0 0 0,1 0 1,-1 0-1,0 0 0,0 0 1,0 0-1,0 0 1,0 0-1,0 0 0,0 0 1,1 0-1,-1 0 0,0 0 1,0 1-1,0-1 0,0 0 1,0 0-1,0 0 0,0 0 1,0 0-1,0 0 1,0 0-1,1 0 0,-1 0 1,0 0-1,0 0 0,0 0 1,0 1-1,0-1 0,0 0 1,0 0-1,0 0 0,0 0 1,0 0-1,0 0 0,0 0 1,0 1-1,0-1 1,0 0-1,0 0 0,0 0 1,0 0-1,0 0 0,0 0 1,0 0-1,0 0 0,0 1 1,0-1-1,0 0 0,125 882 699,-5-112-518,-76-353-361,-33-287 69,-1-29 65,-3-85 34,-6-16 9,-1 1 1,0-1-1,0 0 1,1 0-1,-1 0 0,0 0 1,1 0-1,-1 1 1,0-1-1,1 0 1,-1 0-1,1 0 1,-1 0-1,0 0 1,1 0-1,-1 0 0,0 0 1,1 0-1,-1 0 1,0 0-1,1-1 1,-1 1-1,0 0 1,1 0-1,-1 0 1,0 0-1,1 0 0,0-1 1,2-2-1,1-1-1,0 1 1,-1-1 0,0 0-1,0 0 1,3-6 0,26-40-84,-2-2 0,-3-1 0,40-114 0,-32 57-740,22-129 0,-20 9-2266,13-336-1,-50 350-632,-1 160 2203,2-32-2097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5:41.5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152 254 5841,'0'0'3273,"4"-1"-2992,-1-1-162,0 1-10,0-1 1,0 1 0,0 0-1,0 0 1,0 0 0,0 1-1,0-1 1,0 1 0,6-1-1,-7 1 2,-1-1 0,0 0-1,1 1 1,-1-1 0,0 0 0,0 0-1,1 1 1,-1-1 0,0 0-1,0 0 1,0 0 0,0-1 0,0 1-1,0 0 1,-1 0 0,1-1-1,0 1 1,-1 0 0,1-1 0,0 1-1,-1 0 1,0-1 0,1 1-1,-1-1 1,0 1 0,0-1 0,0 1-1,0-1 1,0 1 0,0 0-1,0-3 1,-1-1 53,1 0 0,-1-1 0,0 1 0,-1 0 0,1 0 0,-1 0 0,-4-8 0,-1 1-173,-1 1 0,0 0 1,-1 0-1,0 1 1,0 0-1,-20-15 0,17 16-1124,-1-1-1,-1 2 1,0 0-1,0 0 1,-18-6-1,7 8-4485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19.0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1383 19 12313,'-5'-3'382,"0"1"-1,0-1 1,-1 1 0,1 0-1,-1 0 1,0 1 0,0 0-1,1 0 1,-1 0 0,0 1-1,0-1 1,0 2 0,0-1-1,0 0 1,-5 2 0,-16 3 856,-47 14 0,38-7-624,1 2 0,0 2 0,1 1 0,1 2 0,0 1 0,-58 48 0,39-23-10,2 3 0,-86 106 0,99-104-313,2 1 1,-50 97 0,69-115-208,2 0 1,1 1 0,1 1-1,2 0 1,2 1 0,-4 37-1,10-53-52,1 0-1,1 0 0,1 0 1,1 0-1,0 0 1,2 0-1,0 0 0,2-1 1,0 0-1,1 0 1,0 0-1,15 24 1,-6-17-10,2 0 1,1-1 0,1-1 0,0-1 0,2-1 0,1-1 0,34 24 0,107 71-115,43 33-295,-175-123 307,-2 1 0,-1 2 0,-1 1 0,31 44 1,-38-42-16,-1 0 1,-2 2-1,-1 0 1,-2 1 0,-1 1-1,-1 0 1,12 65 0,-17-49-12,-2 0 0,-2 0 1,-2 0-1,-3 0 0,-9 62 1,-3-33 72,-3 0 0,-4-1 0,-3-1 0,-4-1 0,-3-1 0,-4-2 0,-2-1 0,-4-2 0,-3-2 0,-3-1 0,-3-3 0,-3-2 0,-2-2 0,-4-3 0,-91 74 0,108-101 177,-1-2-1,-1-3 0,-56 27 0,77-43-59,0-2-1,-1 0 0,0-2 1,0 0-1,-1-2 0,0-1 1,0 0-1,-46-1 0,61-3-62,1 0 0,0-1 0,0 0 0,0 0 0,0-1 0,1 0 0,-1-1 0,0 1 0,1-2 0,-1 1 0,1-1 0,0 0 0,0 0-1,1-1 1,-1 0 0,1 0 0,0-1 0,1 1 0,-1-1 0,1-1 0,0 1 0,0-1 0,1 0 0,0 0 0,0 0 0,1 0 0,0-1 0,0 1 0,1-1 0,-3-15 0,2 8-8,2 0 0,-1 1 0,2-1 0,0 0 1,1 0-1,1 0 0,0 1 0,1-1 1,0 1-1,1 0 0,1-1 0,10-20 0,-9 23 8,0 0 0,1 1-1,0 0 1,0 0 0,2 1 0,-1 0-1,1 0 1,1 1 0,-1 0-1,2 1 1,-1 0 0,1 1-1,0 0 1,17-8 0,-21 13 1,-1-1 0,1 1 0,0 0 0,0 1 0,0 0 0,0 0 0,0 0 0,0 1 0,0 0 0,0 0 1,0 1-1,0 0 0,0 0 0,0 1 0,0 0 0,-1 0 0,1 0 0,-1 1 0,1 0 0,-1 0 0,0 1 0,0 0 0,0 0 1,-1 0-1,9 8 0,-1 1 39,0 1-1,-2 0 1,1 1 0,-2 0 0,0 1 0,-1 0 0,0 0 0,10 30 0,-1 8 175,-3 1 0,-1 1 0,8 89 1,-7 177 507,-49 301-5,16-400-634,1-18-261,-10 209-851,26-325-515,4 0 1,23 143 0,-24-222 1197,1 10-551,1-1 1,1 0-1,9 24 1,-12-39 403,0 1 0,0-1 1,0 0-1,0 0 0,1-1 1,0 1-1,-1 0 0,1-1 1,1 0-1,-1 1 0,0-1 1,1-1-1,-1 1 0,1 0 1,0-1-1,0 0 0,0 0 1,0 0-1,7 2 0,0-2-2137,0-1 0,0 0 0,19 0-1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19.6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258 561 7685,'-6'-16'555,"0"0"0,1 0 0,0 0 0,1 0 0,1-1 0,1 0 1,0 0-1,2 1 0,1-30 0,1 30-208,0-1-1,1 1 1,1-1 0,1 1 0,0 1-1,1-1 1,1 1 0,0 0 0,1 0-1,1 1 1,0 0 0,1 0 0,1 1 0,0 0-1,0 1 1,1 1 0,1 0 0,0 0-1,0 1 1,1 1 0,15-8 0,-10 7-249,-1 1-1,1 1 1,1 1 0,0 1 0,0 0 0,0 2 0,0 0 0,1 1 0,-1 1 0,1 1 0,0 1 0,-1 1 0,25 4 0,-27-2-58,0 1-1,0 1 1,0 1 0,-1 0 0,0 2-1,0 0 1,-1 0 0,0 2-1,-1 0 1,0 1 0,0 0 0,-1 1-1,-1 1 1,0 0 0,13 16-1,-17-16-29,0 1-1,-1-1 1,0 2-1,-2-1 1,1 1-1,-2 0 1,0 0-1,6 28 1,14 72 40,9 119 1,-31-194-44,-1 1 0,-2-1 0,-8 68-1,-27 98-15,-75 243 0,75-321-7,-59 197-24,-53 227-70,137-502 67,-2 66-1,11-93 9,1 0-1,1 0 0,1 0 0,1 0 0,7 24 0,-8-40 2,0-1 0,0 1 0,0-1 0,1 0 0,0 0 0,1 0 0,-1 0-1,1 0 1,0-1 0,1 1 0,-1-1 0,1 0 0,0-1 0,0 1 0,0-1 0,1 0-1,9 5 1,-6-5-34,-1 0 0,1-1-1,0-1 1,0 1 0,0-1-1,0-1 1,1 0-1,-1 0 1,0-1 0,0 0-1,1 0 1,12-3 0,4-3-148,-1 0 0,0-1 0,-1-2 0,0-1 0,36-19 0,109-76-590,-123 74 1035,-2-3-1,-1-2 1,-2-1 0,63-73 0,-71 70 495,30-47 0,-54 76 215,-16 28 290,0-1-1069,-6 23 178,1 0 1,3 1-1,1 0 0,1 1 1,3-1-1,1 67 1,34 250-65,-15-236-726,-1 142-1,-16-172 199,-24 165 0,14-202 189,-2-2 1,-3 0 0,-2 0-1,-2-2 1,-28 52 0,4-18-26,-3-1 0,-4-3 0,-73 88 1,48-83-432,-4-4 0,-3-3 0,-156 114 0,-31-12-2682,-9-14-3724,90-59-2275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20.3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1316 12 11149,'-44'-5'470,"2"1"384,-1 1 0,-61 5 0,1 6 898,-184 40 1,221-32-1408,0 3 0,1 3-1,-108 53 1,135-55-208,1 2-1,1 1 0,-55 46 1,80-59-113,0 0 0,1 0 0,0 1 0,1 0 0,0 1 0,0 0 0,2 0 0,-1 1 0,2 0 1,0 0-1,0 1 0,1-1 0,1 1 0,-4 21 0,7-26-9,1 0 0,0-1 0,0 1 0,1 0 0,0 0 0,1-1 0,0 1 1,0-1-1,1 1 0,0-1 0,0 0 0,1 0 0,0 0 0,0-1 0,1 1 0,0-1 0,7 8 0,11 9 0,1 0 1,0-2-1,36 25 0,4 4-13,-42-31-6,0 2 1,-1 1-1,-2 0 1,29 46 0,-33-44 94,-1 0 1,-1 1 0,-2 0 0,-1 1 0,0 0 0,-2 1 0,7 49 0,-5 5 335,-1 103 1,-9-173-412,-23 577 768,-43-3-421,20-198-209,-41 713 79,82-658-158,10-334-106,4-1 1,25 112-1,-29-198 13,0-1-1,2 0 1,0 0-1,1 0 1,1-1-1,1 0 1,22 31-1,-26-42-47,1 0 0,1-1-1,-1 0 1,2 0 0,-1-1 0,1 0-1,0 0 1,0-1 0,1 0 0,0 0-1,0-1 1,0-1 0,1 0 0,-1 0 0,1-1-1,21 4 1,-15-6-331,1 0-1,0-1 1,-1-1-1,1-1 1,0 0-1,-1-1 1,30-10 0,-1-2-3345,69-35 1,-15 0-4751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20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212 342 9961,'-101'-12'1799,"95"12"-1454,0 0 0,0-1 0,0 0 0,0-1 0,0 1 0,0-1 0,1 0 0,-1-1 0,1 1 0,-1-1 0,1 0 0,0 0 0,0-1 0,0 0 0,-6-6 0,9 8-183,1 1-87,0-1 1,-1 1 0,1-1 0,0 1 0,0-1 0,0 0 0,0 1 0,0-1-1,1 0 1,-1 0 0,0 0 0,1 1 0,-1-1 0,1 0 0,0 0-1,0 0 1,0 0 0,0 0 0,0 0 0,0 0 0,0 0 0,0 0 0,1 0-1,-1 0 1,1 1 0,1-4 0,0 0-6,0 0 0,0 1 0,1-1 0,0 1 0,0 0 0,0 0 0,0 0 0,1 0 0,6-5 0,34-22 335,38-3-143,107-32-80,-141 52-250,1 2 0,0 2 0,1 2 0,0 2-1,73 1 1,-73 4-21,210 3-400,-231 1 490,1 1 0,0 1-1,-1 2 1,0 0 0,-1 2 0,46 21 0,-59-21 96,0 0 0,-1 1 1,0 1-1,0 0 0,-1 1 0,-1 1 1,0 0-1,-1 0 0,0 1 1,12 20-1,7 19 320,37 90 1,-43-82-271,-2 1 0,-3 1 0,-3 0 0,-3 1 1,8 96-1,-15-26 48,-17 223 0,-108 562 83,37-165-183,82-656-57,4 0 0,22 125-1,5 95 69,-31-295-105,-1 0-1,-1 1 1,-1-1 0,-1 0-1,-1 0 1,-1-1 0,-1 0-1,-1 0 1,-1 0-1,-1-1 1,-1 0 0,0-1-1,-20 26 1,5-14-69,-2-1 1,-1-1-1,-1-1 1,-1-1-1,-1-2 1,-60 35-1,-17 5-1377,-127 54-1,-4-24-8044,173-76 1491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21.3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0 435 14025,'64'-9'2056,"19"-6"9,5-6-521,9 0-188,3 2-276,11-5-200,23-3-208,13-6-268,11-3-200,-1 0-384,-6 0-212,-11 2-516,-9 4-588,-17 0-484,-17 3-1013,-17 9-1799,-13 0-3769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21.5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0 15277,'3'13'626,"0"0"0,1-1 0,0 0-1,1 0 1,0 0 0,1 0 0,0-1-1,1 0 1,0 0 0,1 0 0,0-1-1,14 13 1,11 7 934,1-1 1,49 31-1,-44-33-625,97 69-277,205 155 1354,-274-195-1655,-3 2-1,106 123 0,-150-156-356,0 1 0,-2 1 0,0 1 0,-2 1 0,-2 0 0,0 1 0,-2 0 0,-1 1 0,-2 0 0,-1 1 0,-1 0 0,-2 0 0,-1 1 0,-2-1 0,-1 1 0,-1 0 0,-6 39 0,-4-11-325,-3-1 0,-3-1 0,-2 0 0,-2-1 0,-3-1 0,-32 55 0,12-34-543,-4-2 1,-4-2 0,-90 103-1,65-95-1770,-157 129-1,-113 39-7119,187-143 755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22.0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1 597 10509,'0'0'3980,"27"-9"-2196,26-9-207,1-6-229,23-9-176,17-12-360,30 0-184,187-49 88,-123 46-628,16-3-316,4-1-456,-1 7-468,-2 0-560,-11 9-456,-17 6-2741,-13 9-3868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22.3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432 80 12057,'-181'-18'2205,"160"14"-1415,0 0 1,1-1-1,-29-12 1,36 12 175,0 1 1,0 0-1,0 1 1,-17-2-1,-24-6 1682,54 11-2632,0 1 0,0-1 0,0 0-1,0 0 1,0 0 0,0 0 0,0 0-1,0 0 1,0 0 0,0 0 0,0 1-1,0-1 1,0 0 0,0 0 0,0 0-1,0 0 1,0 0 0,0 0 0,0 0-1,0 1 1,0-1 0,0 0 0,0 0-1,0 0 1,0 0 0,0 0 0,0 0-1,0 0 1,0 0 0,-1 0 0,1 0-1,0 1 1,0-1 0,0 0 0,0 0-1,0 0 1,0 0 0,0 0 0,0 0-1,-1 0 1,1 0 0,0 0 0,0 0-1,0 0 1,0 0 0,0 0 0,0 0-1,0 0 1,0 0 0,-1 0 0,1 0-1,0 0 1,0 0 0,0 0 0,0 0-1,0 0 1,0 0 0,0 0 0,-1 0-1,1 0 1,0-1 0,1 7 105,0 0-1,1-1 1,-1 1 0,1-1-1,0 1 1,1-1 0,-1 0-1,1 0 1,0 0 0,0 0-1,5 5 1,6 5 49,0-1 0,17 13-1,-27-23-129,38 32 174,281 256 703,-262-231-919,-4 3 1,-2 3-1,51 81 1,-68-86-224,-3 2 0,-3 1 0,-3 1 1,-3 2-1,-2 1 0,-4 1 1,-3 1-1,-3 0 0,-3 1 0,-3 0 1,-3 1-1,-3-1 0,-9 79 0,-4-55-655,-4-1-1,-33 111 1,-10-14-2419,-7-2-3976,27-73-2382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22.5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194 46 15917,'0'0'5053,"-6"-15"-4209,-1 3-380,-16 3-284,-1 6-300,-3 0-592,1 0-784,2 12-712,-9 15-3125,9 3-4272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0.1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373 176 6753,'-1'-3'378,"-1"-1"1,1 1 0,1-1-1,-1 1 1,0-1 0,1 1 0,0-1-1,-1 0 1,2 1 0,-1-1-1,0 0 1,1 1 0,-1-1-1,1 1 1,0-1 0,3-5 0,1-12 1675,-5 15-1516,0 0-1,0 1 0,-1-1 1,0 0-1,0 1 0,0-1 1,-1 1-1,0-1 0,-4-8 1,2 3 53,3 10-538,1 1 0,-1-1 0,1 0 0,-1 0 0,1 0 0,-1 1 0,0-1-1,1 0 1,-1 1 0,0-1 0,1 1 0,-1-1 0,0 1 0,0-1 0,0 1 0,1-1 0,-1 1 0,0 0 0,0-1 0,0 1 0,0 0 0,0 0 0,0 0 0,0 0 0,0 0-1,-1 0 1,0 0 43,0 0-1,-1 0 0,1 0 1,0 1-1,0-1 0,-1 1 0,1 0 1,0-1-1,-4 3 0,-5 5 180,-1 1 0,2 0 0,-1 1 0,1 0 0,1 0 0,0 1 0,0 0 0,1 1-1,1 0 1,-9 17 0,-7 20 319,-22 67-1,44-112-571,-36 103 498,-24 123 0,48-168-408,4 0 0,2 1 0,2 98 0,6-137-95,1-1 0,1 0 0,1 0 0,1 0 0,1-1 0,1 0 0,1 0 0,1 0 1,12 21-1,-11-27-85,0 0 1,1-1 0,1 0 0,0-1 0,1-1 0,0 0 0,1 0 0,1-1-1,0-1 1,0-1 0,30 15 0,-8-8-265,2-1 0,0-3 0,0-1 0,1-2 0,60 8 0,-36-11-212,1-4-1,112-6 0,-129-1 336,0-2-1,0-2 0,-1-2 1,0-2-1,-1-2 1,86-40-1,-110 44 168,-1-2 0,0-1 0,-1-1 0,-1 0 0,0-1 0,-1-2 0,0 1 1,-1-2-1,-1-1 0,-1 0 0,-1 0 0,-1-2 0,0 1 0,-2-2 0,15-37 0,1-30 951,24-141 0,-50 227-604,-1 8 28,0 82 267,14 110-1,-9-170-533,0 0 1,11 29-1,-12-45-66,0 1 1,1-1-1,1 0 1,0 0-1,1 0 0,0-1 1,9 11-1,-12-17-39,0 0 0,1-1 0,-1 1 0,1-1 0,0 0 0,0 0 0,0-1 0,0 1 0,0-1 0,0 0 0,1 0 0,-1-1 0,1 0 0,0 0 0,-1 0 0,1 0 0,0-1 0,-1 0 0,1-1 0,0 1 0,-1-1 0,1 0 0,0 0 0,5-3-1,7-1-62,0-1 0,-1-1 0,0-1 0,0-1 0,0 0-1,15-12 1,-16 9 31,0-1 0,0 0 0,-1-1 0,-1-1 0,-1 0-1,0-1 1,-1 0 0,0-1 0,13-27 0,-21 36 46,39-72 1134,62-166 0,-104 243-785,-2 3-289,-1 0 0,0 1 0,1-1 1,-1 1-1,1-1 0,-1 1 0,1 0 0,-1-1 1,1 1-1,0 0 0,-1 0 0,1 0 0,0 0 0,0 0 1,-1 1-1,1-1 0,0 0 0,0 0 0,1 1 1,-1-1-1,0 1 0,0-1 0,1 1 0,-1-1 1,0 1-1,1-1 0,-1 3 0,-8 46 74,8-44-56,0 10-235,1 0 0,0 0 0,2 0-1,-1 0 1,8 27 0,0-9-2669,20 49 1,-1-25-6243,-9-30-69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0.4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1 233 14149,'13'-8'1055,"9"-5"202,7 2 3949,-21 9-4526,-4 0-406,1 0 1,-1 1 0,1-1 0,-1 1 0,1 0 0,0 1 0,0-1 0,-1 1 0,1 0 0,0 0 0,0 0 0,-1 1 0,1 0 0,4 1 0,8 4-52,0 1 0,0 1 0,-1 1-1,-1 0 1,0 1 0,0 1 0,-1 0 0,0 1 0,0 0 0,-2 1-1,0 1 1,0 0 0,-1 0 0,-1 1 0,0 1 0,13 30-1,-10-18-148,-2 1 0,-1 0-1,-1 0 1,-2 1-1,0 0 1,-3 0 0,0 1-1,-2-1 1,-2 42 0,-6-18-88,-1 0 1,-4 0 0,-1-1 0,-3 0 0,-2-1 0,-37 76-1,38-84-13,11-30 27,0 0 1,-1 0-1,0-1 0,-1 0 1,-10 15-1,15-26-9,3-8-12,13-61-192,3 2-1,29-76 1,66-130-1707,-90 221 1433,21-49-1451,4 2 1,98-146 0,-135 227 1527,90-125-3991,-31 50-1709,-15 31-1974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0.6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1 11025,'-15'30'6937,"12"-27"-6511,1 1 1,0-1 0,1 0 0,-1 1-1,0-1 1,1 1 0,0 0 0,0 0-1,0-1 1,0 1 0,1 0 0,-1 5-1,4 270 4682,0 14-958,-27 25-6724,8-156-1625,7 210-1,16-310-2887,5-11-4636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1.0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9 13401,'0'0'2062,"-2"1"4,-1 0-1824,0 0 0,1 0 0,-1 0-1,1 0 1,-1 0 0,1 1 0,-1-1 0,1 1 0,0 0 0,0 0-1,0-1 1,0 1 0,0 1 0,0-1 0,0 0 0,1 0 0,-1 1-1,1-1 1,0 1 0,-1-1 0,1 1 0,1-1 0,-1 1 0,0 0-1,0-1 1,1 1 0,0 0 0,-1 0 0,1 0 0,0-1 0,0 1-1,1 4 1,1 4-130,1 0 1,0 0-1,0 0 0,1 0 0,1-1 0,-1 1 0,2-1 1,-1 0-1,2-1 0,-1 1 0,1-1 0,1 0 0,-1-1 0,1 0 1,1 0-1,0-1 0,17 12 0,-4-5-481,0-1 0,1-1-1,0-1 1,1-1 0,0-1 0,47 11-1,-64-19 340,0 1 0,0-2 0,-1 1 0,1-1 0,0 0 0,0 0 0,0-1 0,-1 1 0,1-2 0,0 1 0,0-1 0,-1 0 0,0 0 0,1-1 0,-1 0 0,0 0-1,0 0 1,0-1 0,-1 0 0,1 0 0,-1-1 0,0 1 0,0-1 0,0 0 0,-1 0 0,0-1 0,0 1 0,0-1 0,-1 0 0,5-10 0,1-5 366,-1 0 0,-1-1 1,7-35-1,8-26 1656,-3 44-1101,-19 37-865,1 1 0,0 0 0,0-1 0,0 1 1,0 0-1,0 0 0,0 0 0,1 0 0,-1 0 1,0 0-1,0 0 0,1 0 0,-1 0 0,1 1 1,-1-1-1,1 0 0,-1 1 0,1 0 0,-1-1 0,1 1 1,-1 0-1,1 0 0,0-1 0,-1 1 0,1 0 1,-1 1-1,3-1 0,4 4 21,0 0-1,0 0 1,0 1-1,-1 0 1,1 0-1,-1 1 1,-1 0-1,7 7 1,2 2 34,-1 1 1,-1 1 0,-1 0 0,17 31-1,33 81 159,-54-111-215,17 40 12,-2 0 0,-3 2 0,-3 1 0,-2 0 0,-2 1 0,6 111 0,-10 322-1168,-42-2-1373,26-442 2186,-2-1-1,-2-1 0,-3 1 0,-1-2 0,-43 91 1,53-131 280,1 0 0,-1-1 0,0 0 0,0 0 0,-1 0 1,0-1-1,0 0 0,0 0 0,-1 0 0,0-1 0,0 0 0,-1 0 1,1-1-1,-10 4 0,12-6 26,0-1 0,0 0 0,0 0-1,0 0 1,0 0 0,-1-1 0,1 0 0,0 0 0,0 0 0,0 0 0,-1-1-1,1 0 1,0 0 0,0-1 0,0 1 0,0-1 0,0 0 0,1-1 0,-1 1-1,1-1 1,-1 0 0,1 0 0,0 0 0,-5-5 0,-2-4 47,0 1 0,1-1-1,1-1 1,0 0 0,1 0 0,0-1 0,1 0 0,0-1 0,2 1-1,-1-1 1,-4-25 0,4 11 131,1 0 0,1 0 0,2 0 0,1-1 1,4-40-1,5 18-42,1-1 0,3 1 0,2 1-1,2 0 1,3 1 0,2 1 0,1 1 0,37-55 0,-3 16-652,4 3-1,3 3 0,97-97 1,59-21-3344,-60 80-3169,-16 27-3385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5.5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0 449 5497,'13'9'1353,"1"-24"13262,-11 13-13829,6-6-592,1 2-1,0-1 0,0 1 0,0 1 0,1 0 1,0 0-1,0 1 0,0 1 0,14-3 0,116-16 257,-95 17-271,896-91 371,-631 69-870,-59 5 3,498-59-924,-226-1-3989,-481 73 1356,56-19-1,-56 14-3646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5.7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0 143 10249,'19'-82'8192,"-18"80"-7924,0 0 0,0 0-1,-1 0 1,1 0 0,-1 0 0,1 0-1,-1 0 1,0 0 0,0-1 0,0 1-1,0 0 1,0 0 0,0 0 0,-1 0-1,1 0 1,-1-1 0,1 1 0,-1 0 0,0 0-1,0 0 1,0 1 0,0-1 0,0 0-1,0 0 1,0 0 0,-1 1 0,-2-3-1,3 2 523,16 16 351,75 73-331,120 151 1,-157-169-775,-2 1 1,52 97-1,-80-123-380,-2 1-1,-1 1 1,-3 1 0,-2 0 0,13 70 0,-24-92-4,-2 0 0,-1 0 0,-1 0 0,-1 0 1,-1 0-1,-1 0 0,-1 0 0,-1-1 0,-1 0 0,-16 39 1,8-32-987,0 0 0,-32 47 1,23-45-2608,-51 57 1,20-36-4902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6.0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218 7 16025,'12'-6'2649,"-15"10"1162,-15 19-775,13-7-2637,0 0 0,2 0 0,0 0 0,1 1 0,0-1 0,1 1-1,2 20 1,-2 28 372,-25 210-1189,18-200-441,-61 322-5415,-1-140-5560,56-211 4720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6.5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5 182 7145,'0'-4'143,"-2"-8"408,1-1-1,0 1 0,0 0 0,2-15 0,1 19 367,-1 1 0,1-1-1,0 1 1,1 0 0,5-11-1,7-26 5460,-13 42-5277,0 4-100,4 2-790,0 1-1,0-1 1,0 1 0,-1 1-1,0-1 1,0 1 0,-1 0-1,1 0 1,-1 0 0,3 7-1,8 16 4,-1 1-1,-1 0 0,-2 1 0,-1 0 0,-2 0 1,-1 1-1,4 35 0,3 341-2961,-14-407 2723,0 0 0,0 0 0,1 0 0,-1 0 1,0 0-1,1 0 0,-1 0 0,1 0 1,-1 0-1,1 0 0,0 0 0,-1 0 0,1 0 1,0-1-1,0 1 0,0 0 0,-1-1 0,1 1 1,0 0-1,0-1 0,0 1 0,0-1 1,0 1-1,0-1 0,0 0 0,0 1 0,2-1 1,2-3 4,0-1 1,0 0-1,-1-1 1,0 1-1,1-1 1,-2 0-1,6-7 1,-1 2 5,124-184-380,-65 89 294,-50 80 84,117-164-42,-103 150 111,1 1 0,60-54 0,-87 88-57,0-1 39,0 1 0,0 0 1,1 0-1,0 0 0,7-4 0,-11 8-7,1-1 1,-1 0-1,0 1 0,1-1 1,-1 1-1,0 0 0,1-1 0,-1 1 1,1 0-1,-1 1 0,0-1 1,1 0-1,-1 1 0,0-1 1,1 1-1,-1 0 0,0 0 1,0 0-1,3 1 0,-1 1 34,0 0 0,0 0-1,0 0 1,0 1 0,-1-1 0,1 1-1,-1 0 1,0 0 0,0 0-1,-1 1 1,1-1 0,-1 1 0,0-1-1,0 1 1,0 0 0,-1 0-1,1 5 1,4 16 224,-2-1 1,1 31-1,-5-55-278,6 156 708,7 69-9,-8-190-644,1-1 0,1-1 0,2 1 0,19 45 1,-23-67-98,1 0 0,1 0 0,0-1 0,1 1 0,14 16 1,-17-23-41,1 0 1,0-1-1,0 0 1,0 0 0,1 0-1,0-1 1,0 0-1,0 0 1,0 0-1,1-1 1,-1 0 0,15 3-1,-9-3-25,-1 0-1,1-1 0,0-1 1,0 0-1,-1-1 1,1 0-1,0-1 0,0 0 1,-1-1-1,15-4 1,-7-1 37,-1-2 0,0 0 0,0-1-1,-1 0 1,0-2 0,-1 0 0,0-1 0,-1-1 0,0 0 0,13-17 0,20-27-38,57-87 0,-103 141 98,35-52 344,-15 20 646,40-48 0,-66 90-878,1 0 0,0-1 1,0 1-1,1 0 0,0 0 1,0 0-1,0 0 0,1 6 1,-1-1 3,-7 62 78,2 84-1,7-125-991,1 0-1,2 0 1,1 0 0,1-1-1,12 33 1,-16-58 275,0-1 0,0 0-1,0 0 1,1 0 0,0-1 0,5 8 0,-7-10 5,1 0 1,0-1-1,-1 1 0,1-1 1,0 1-1,0-1 1,0 0-1,0 0 1,1 0-1,-1 0 0,0 0 1,0 0-1,1 0 1,-1-1-1,0 1 0,1-1 1,2 0-1,21-1-7418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6.6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15 13621,'-13'-15'5621,"19"27"-4957,1 3-376,0-3-472,3 3-684,3 10-784,0-1-717,4 3-2011,13 21-3377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7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619 1096 11749,'-5'-5'577,"1"-1"0,-1 1 0,0 0 0,0 1 0,0-1 1,-1 1-1,1 0 0,-1 0 0,0 1 0,0 0 0,-13-5 0,8 4-24,-1 0 0,1 1 0,-1 1 1,0 0-1,0 0 0,-16 1 0,9 2-214,1 1 0,-1 1 0,0 1 0,1 0 1,0 1-1,0 1 0,0 1 0,1 1 0,0 0 0,0 1 0,1 1 0,-16 13 0,11-8-207,1 1 0,1 2 0,0 0 0,2 0 0,0 2 0,1 0-1,1 1 1,-18 33 0,30-48-184,0-1 0,1 1-1,0 0 1,0 0 0,1 0-1,-1 0 1,0 7 0,-1 77-1254,2-87 1213,1 1-1,1-1 1,-1 1-1,0-1 1,1 0-1,0 1 1,-1-1 0,1 0-1,1 1 1,-1-1-1,0 0 1,1 0-1,0 0 1,-1 0 0,1 0-1,0-1 1,1 1-1,-1 0 1,0-1-1,1 0 1,0 0 0,-1 1-1,1-1 1,0-1-1,6 4 1,-4-3-13,1 0 0,-1-1 0,1 0 0,-1 0 0,1 0 0,0 0 0,-1-1 0,1 0 0,0 0 0,-1-1 0,1 0 0,6-1 0,11-5-23,0-1 0,-1-1-1,1 0 1,-2-2 0,1-1 0,-2-1-1,0 0 1,0-1 0,25-25 0,-16 11 90,-2 0 1,-1-2 0,-1-1-1,-2-1 1,23-40-1,-2-12 105,-4-2 0,46-141-1,29-186 1865,-115 412-1862,1 0-1,-1 0 1,0 0-1,1 0 1,-1 0-1,0 0 1,0 0-1,1 0 1,-1 0-1,0 0 1,0 0-1,0-1 1,0 1-1,-1 0 1,1 0-1,0 0 1,-1-1 0,-15 16 866,11-8-811,-1 1 0,1 1 0,1-1 0,-1 0 0,1 1 0,1 0-1,-4 11 1,-16 65 477,16-55-412,-9 47-6,4 0-1,3 1 0,0 82 1,10-66-1221,3 0 1,21 110-1,-20-174 463,0-1 1,2 0-1,2 0 0,0-1 1,1 0-1,16 27 0,-21-45 364,0-1 0,1 0-1,0 0 1,0 0 0,1-1-1,-1 0 1,2 0-1,-1-1 1,1 1 0,0-2-1,0 1 1,0-1 0,1-1-1,0 1 1,0-1 0,0-1-1,1 0 1,-1 0 0,1-1-1,-1 0 1,13 1-1,-7-3 101,1-1 0,-1 0-1,1-1 1,-1-1 0,1 0-1,-1-1 1,0 0 0,-1-2-1,1 1 1,-1-2 0,0 0-1,-1-1 1,0 0 0,15-12-1,1-3 282,-1-1-1,-2-1 1,0-1-1,42-57 1,44-87 1619,-97 142-1250,-1 0-1,-1 0 0,-2-2 0,12-44 1,-21 66-375,-1 0 0,0 0 0,0 0 0,-1 0 0,1 0 0,-2 0 0,1 0 0,-4-15 0,3 20-122,1 1 0,-1 0 1,0-1-1,0 1 0,0 0 1,0 0-1,0 0 0,-1 0 1,1 0-1,-1 0 0,1 0 1,-1 0-1,0 1 0,0-1 1,1 1-1,-1-1 0,0 1 1,0 0-1,-1 0 0,1-1 1,0 1-1,0 1 0,-1-1 1,1 0-1,0 1 0,-1-1 1,1 1-1,0-1 0,-1 1 1,1 0-1,-1 0 0,1 0 1,0 1-1,-5 0 0,-3 1 20,-1 1 0,1 0-1,-1 1 1,1 0-1,0 0 1,1 1-1,-1 1 1,1-1-1,0 2 1,0-1 0,1 1-1,-9 9 1,8-7-34,0 0 0,1 0-1,1 1 1,-1 0 0,1 0 0,1 1 0,0 0 0,1 0 0,0 0 0,-6 20 0,9-24-57,0 1 1,1-1 0,0 0-1,1 0 1,-1 1 0,1-1-1,0 0 1,1 1 0,0-1-1,0 0 1,1 0 0,0 0-1,0 0 1,4 8 0,-4-10-14,0-1 1,0 0-1,0 0 0,0 0 1,1-1-1,0 1 1,0 0-1,0-1 1,0 0-1,0 0 0,1 0 1,0 0-1,-1-1 1,1 1-1,0-1 1,0 0-1,0 0 0,1 0 1,-1-1-1,0 1 1,1-1-1,-1 0 1,1 0-1,-1-1 0,1 1 1,-1-1-1,10-1 1,54-8-404,-63 8 413,0 0-1,1-1 1,-1 0-1,0 1 1,0-2-1,-1 1 1,1-1-1,0 1 1,-1-1-1,0 0 1,5-5-1,-1 0 3,0 0-1,0 0 1,-1-1-1,0 0 1,-1 0 0,0-1-1,-1 1 1,0-1-1,0-1 1,-1 1-1,4-13 1,-8 20 1,1 1 0,0 0 0,-1 0 0,1 0 1,0 0-1,0 1 0,0-1 0,0 0 0,1 0 0,-1 1 0,0-1 0,1 0 1,-1 1-1,1 0 0,0-1 0,-1 1 0,1 0 0,0 0 0,0 0 1,0 0-1,0 0 0,0 0 0,0 0 0,0 1 0,0-1 0,0 1 0,0-1 1,4 1-1,-5 0 24,0 0-31,0 1-1,0 0 0,-1-1 1,1 1-1,0 0 0,0-1 1,0 1-1,-1 0 0,1 0 1,0 0-1,-1 0 0,1 0 1,-1-1-1,1 1 0,-1 0 1,1 0-1,-1 0 0,0 1 1,1 1-1,3 6-1323,-4-8 1330,1-1 0,-1 1-1,0 0 1,1 0 0,-1-1-1,1 1 1,-1-1-1,1 1 1,-1 0 0,1-1-1,-1 1 1,1-1 0,-1 1-1,1-1 1,0 1 0,-1-1-1,1 0 1,0 1 0,0-1-1,-1 0 1,1 1 0,0-1-1,0 0 1,-1 0 0,1 0-1,0 0 1,1 0-1,12-19-424,-10 12 524,14-25-218,20-34 321,-2-2 0,-4-1 1,35-107-1,-42 84 317,-3 0 0,-5-2 0,-4 0 1,1-191-1,-15 281-420,1-1 1,-1 0 0,0 1-1,0-1 1,0 1 0,-3-7-1,4 11-56,0-1-1,0 1 0,0-1 1,-1 1-1,1-1 0,0 1 1,0-1-1,-1 1 0,1-1 1,0 1-1,-1-1 0,1 1 1,0 0-1,-1-1 0,1 1 1,-1-1-1,1 1 1,0 0-1,-1 0 0,1-1 1,-1 1-1,1 0 0,-1 0 1,1-1-1,-1 1 0,1 0 1,-1 0-1,0 0 0,1 0 1,-1 0-1,1 0 0,-1 0 1,1 0-1,-1 0 0,1 0 1,-1 0-1,1 0 1,-1 0-1,0 0 0,1 1 1,-1-1-1,1 0 0,-1 0 1,1 1-1,0-1 0,-1 0 1,1 1-1,-1-1 0,1 0 1,-1 1-1,1-1 0,0 1 1,-1-1-1,1 0 1,0 1-1,0-1 0,-1 1 1,1 0-1,-6 9 90,1 1 0,0-1-1,1 1 1,0 0 0,-3 18 0,0-7 13,-11 45 243,-10 76-1,-13 101 203,26-151-358,-3 147-1,18-240-200,-1 47-93,9 83 1,-6-114-46,0 0 0,1 0 0,1 0 0,1-1 0,0 1 1,1-1-1,1 0 0,15 24 0,-18-32 39,1-1-1,-1-1 1,1 1 0,1-1 0,-1 0-1,1 0 1,-1 0 0,2-1 0,-1 0-1,0 0 1,1-1 0,-1 0 0,1 0-1,0 0 1,0-1 0,0 0 0,1 0-1,11 1 1,-9-3 13,0 0 0,0-1-1,0 0 1,0-1 0,0 1 0,-1-2 0,1 0-1,-1 0 1,1 0 0,-1-1 0,0-1-1,-1 0 1,12-7 0,3-5-151,-1-1 0,-1-1 0,-1 0 0,0-2 0,-2 0 0,22-33 0,83-153-479,-82 133 881,-4 9 1061,46-111-1,-82 173-679,-1 4-472,-1 1-1,0-1 1,1 1 0,-1-1 0,0 1 0,0-1 0,1 1-1,-1-1 1,0 0 0,-1 0 0,-1 3 0,-4 4 87,-18 33 445,-39 85 0,-8 54 19,50-123-552,3 2 0,3 1 0,-14 94 0,30-148-126,0 0 0,0 0 1,0-1-1,1 1 0,0 0 0,0 0 1,1 0-1,0 0 0,0-1 0,0 1 0,0-1 1,5 7-1,-6-9 26,1-1-4,-1 0-1,1 0 1,-1-1 0,1 1 0,0 0 0,0-1 0,-1 1 0,1-1 0,0 0 0,0 0-1,1 1 1,-1-1 0,0-1 0,0 1 0,0 0 0,1 0 0,-1-1 0,0 1 0,1-1-1,-1 0 1,4 0 0,3 0-82,0 0-1,0-1 1,0 0 0,11-2-1,18-6-299,-1-1 0,0-1 0,47-23 0,-81 32 336,0 2-45,23-4-538,0-1 0,-1-1 0,1-2 0,-1 0 1,35-18-1,-13 5 322,7-5-784,-19 12-610,-24 12-2450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29.6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1529 10241,'3'3'640,"0"0"-1,-1 1 1,0-1-1,1 1 1,-1-1-1,3 8 1,-2 2 10351,-3-33-10656,0 1-1,2 0 1,0-1-1,1 1 1,1 0 0,1 0-1,8-20 1,3-17 48,67-219 598,8-31-603,15-279 56,-96 408-105,-10 177-325,0 0-1,0 1 1,0-1 0,0 0 0,0 0 0,0 0-1,0 0 1,0 0 0,0 0 0,0 0-1,0 0 1,0 0 0,0 0 0,0 0 0,0 1-1,-1-1 1,1 0 0,0 0 0,0 0-1,0 0 1,0 0 0,0 0 0,0 0 0,0 0-1,0 0 1,-1 0 0,1 0 0,0 0-1,0 0 1,0 0 0,0 0 0,0 0 0,0 0-1,0 0 1,0 0 0,-1 0 0,1 0 0,0 0-1,0 0 1,0 0 0,0 0 0,0 0-1,0-1 1,0 1 0,0 0 0,0 0 0,0 0-1,-1 0 1,1 0 0,0 0 0,0 0-1,0 0 1,0 0 0,0 0 0,0 0 0,0-1-1,0 1 1,-7 6 49,0 0 0,0 0 0,1 0-1,0 1 1,0 0 0,1 0 0,-1 1 0,2-1-1,-1 1 1,1 0 0,0 0 0,1 1 0,0-1-1,-4 15 1,0 14 225,1-1-1,-2 51 0,6-58-244,-5 92-33,6 1 0,5-1 0,34 205 0,-9-179 0,7-1 0,86 226 0,-39-175 0,-37-93 0,58 192 0,-100-277-1,0 0 1,0 0-1,-2 0 1,0 1-1,-2-1 0,0 0 1,-1 1-1,-1-1 1,-4 22-1,3-32-9,0 1 0,0-1 0,-1 0 0,0 0-1,0 0 1,-1 0 0,0 0 0,-1-1 0,0 0 0,0-1 0,-1 1-1,0-1 1,0 0 0,-1-1 0,0 0 0,0 0 0,0 0 0,-1-1-1,-11 5 1,9-5-218,-1-1-1,0-1 1,0 1-1,0-2 1,-1 0-1,1 0 1,-1-1 0,1-1-1,0 0 1,-1 0-1,1-2 1,-1 1-1,1-2 1,-19-5-1,23 6-43,1-1 1,0 1-1,0-1 0,0-1 0,1 0 0,-1 1 0,1-2 0,0 1 0,0-1 1,0 0-1,1 0 0,-1-1 0,1 1 0,1-1 0,-1-1 0,1 1 0,0 0 1,0-1-1,1 0 0,0 0 0,0 0 0,1 0 0,0 0 0,0-1 1,-1-8-1,3 6-497,-1-1 1,2 1 0,0-1-1,0 1 1,0 0 0,1-1-1,1 1 1,0 0 0,0 0-1,1 0 1,6-10 0,36-60-9091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0.9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709 66 10937,'-8'-7'866,"1"0"1,-2 0-1,1 1 0,-1 0 0,1 1 1,-2 0-1,-14-6 0,18 8-534,0 1 1,-1 0-1,1 1 0,-1 0 0,1 0 1,-1 0-1,0 1 0,1 0 0,-1 0 1,0 0-1,1 1 0,-1 0 0,-9 3 1,-5 3-29,1 2 0,0 0 0,0 1 1,1 1-1,0 1 0,1 0 0,0 1 0,1 1 1,1 1-1,0 1 0,1 0 0,-13 19 1,-14 25-3,3 1 1,-42 87 0,72-130-241,-12 27-388,3 1 1,1 0-1,2 2 1,3 0-1,-9 65 1,20-111 299,1 0 0,-1 0 0,1 1-1,0-1 1,-1 0 0,1 0 0,1 1 0,-1-1 0,0 0 0,0 0-1,1 0 1,-1 1 0,1-1 0,0 0 0,0 0 0,0 0 0,0 0-1,2 4 1,-1-5 15,-1 0 0,0 0 0,1 0-1,-1 0 1,1 0 0,0 0-1,-1-1 1,1 1 0,-1 0 0,1-1-1,0 0 1,0 1 0,-1-1-1,1 0 1,0 0 0,0 0 0,0 0-1,2 0 1,5-2-13,-1 1 1,0-1-1,1-1 0,-1 0 0,0 0 1,0 0-1,-1-1 0,10-6 0,-3 0 9,0-1 0,0-1 0,-1 0 0,-1 0 0,0-1-1,11-17 1,4-9 101,22-43 0,-44 72-44,2 0 1,-1 1 0,1 0-1,12-11 1,-19 19-42,0 1-1,0 0 1,0-1 0,1 1 0,-1 0-1,0-1 1,1 1 0,-1 0 0,0 0-1,0 0 1,1-1 0,-1 1 0,0 0-1,1 0 1,-1 0 0,0 0 0,1 0 0,-1-1-1,1 1 1,-1 0 0,0 0 0,1 0-1,-1 0 1,0 0 0,1 0 0,-1 0-1,0 0 1,1 0 0,-1 0 0,1 1-1,-1-1 1,7 12 8,-3 27-8,-4-31 2,9 259 120,0 7-73,-2-201-129,26 128 1,-29-186 36,0-1-1,1 0 1,0-1 0,1 1 0,1-1 0,14 22 0,-19-33 36,0 0 0,0 0 0,0 0 0,0 0 0,0 0 0,0-1 1,0 1-1,0-1 0,1 1 0,-1-1 0,1 0 0,-1 0 0,1 0 0,-1 0 0,1-1 0,0 1 0,-1-1 1,1 1-1,5-1 0,-3 0-1,0-1 1,0 1 0,0-1-1,0 0 1,0 0 0,0 0-1,0-1 1,-1 0 0,9-4 0,0-2-3,-1-1 1,-1 0 0,0-1 0,0 0 0,0 0 0,-2-2-1,1 1 1,11-19 0,59-113 52,-61 106 16,21-34 480,25-54 1042,-63 121-1386,1 4-45,2 0-130,-1 1-1,0-1 1,1 1-1,-1 0 1,0 0-1,0 1 1,0-1-1,0 1 1,0 0 0,0 0-1,-1 0 1,1 1-1,-1-1 1,1 1-1,-1 0 1,0 0-1,0 0 1,5 6-1,-1-1 29,0-3-34,0 1 0,1-1 0,0 0 0,0-1 0,0 0 0,0 0-1,0-1 1,1 0 0,-1-1 0,1 1 0,0-2 0,0 1-1,0-1 1,0-1 0,0 1 0,12-2 0,-4 0 3,0-1 0,0 0-1,0-1 1,0-1 0,-1-1 0,1 0 0,24-13 0,-28 11 25,-1-1 1,0 0-1,-1-1 0,1-1 1,-2 1-1,0-2 0,0 1 1,-1-2-1,0 1 0,10-18 1,-13 20 40,-2 4-36,-2 1-18,1 0 0,-1 0 0,1 0 0,-1 0 0,1 1-1,1-1 1,-1 1 0,0 0 0,1 0 0,-1 0 0,1 0 0,0 1 0,0 0 0,0-1 0,0 1 0,1 1-1,-1-1 1,8-1 0,18-1 3,0-1 0,-1-2-1,1-1 1,-1-1-1,-1-1 1,0-2 0,0-1-1,-1-1 1,-1-1 0,0-1-1,-1-1 1,-1-2-1,-1 0 1,24-27 0,-31 27 61,0-2 0,-1 0 1,15-29-1,-28 46-25,-1 6-15,4 12-10,-1 1 0,0-1 0,-1 1 0,2 16 0,-2-13-16,0 0-1,11 34 0,-7-34-17,1-1 0,1 1 0,1-1 0,1-1 0,0 0 0,1 0 0,0-1 0,2-1-1,-1 0 1,2-1 0,0-1 0,0 0 0,1 0 0,21 10 0,-22-14-26,0-1 1,1-1-1,0 0 1,0 0-1,1-2 1,0 0-1,0-1 1,0-1-1,0 0 1,0-1-1,0-1 1,0-1-1,0 0 1,0-1-1,0-1 1,26-8-1,-30 6-70,0-1-1,-1 0 1,1 0-1,-1-1 1,0-1-1,-1 0 1,0-1-1,0 0 1,-1-1-1,0 0 1,-1 0-1,0-1 1,0 0-1,-1-1 1,-1 0-1,0 0 1,-1 0-1,0-1 1,7-22-1,-4 7-252,-2 0-1,-1-1 0,-1 1 1,-2-1-1,0 0 0,-2 0 0,-2 0 1,-4-41-1,-7 26-147,7 31 351,4 11 117,-1 0 1,1 0-1,-1 0 0,1 1 0,-1-1 1,0 1-1,1-1 0,-1 1 0,0 0 0,0 0 1,0 0-1,0 0 0,0 0 0,0 0 0,-5-1 1,5 2-12,-1-2-10,5 4 0,26 32-34,-23-26 49,0-1 0,1 0 1,-1-1-1,12 10 0,-5-7-35,-9-6 28,1-1-1,0 1 1,-1 0 0,0 0-1,0 0 1,4 6 0,-4-4 28,1-1 1,0 1 0,-1-1-1,2 1 1,-1-1 0,0 0-1,1 0 1,0-1 0,-1 1-1,1-1 1,1 0 0,-1-1-1,0 1 1,1-1 0,-1 0-1,1-1 1,0 1 0,0-1-1,0 0 1,10 0 0,-4-1 4,-1-1 0,0 0 1,1-1-1,-1 0 0,0-1 1,0 0-1,0-1 0,-1-1 1,1 1-1,10-8 0,-1 1 36,0-1-1,-1-1 0,-1-1 1,0 0-1,-1-2 0,-1 0 1,0-1-1,18-25 0,-27 33 34,-1-1-1,-1 1 1,0-1-1,0 0 1,-1 0-1,0 0 1,-1-1-1,0 1 1,0-1-1,-1 0 1,-1 0-1,0 0 1,0 0-1,-1 0 1,-1 0-1,0 0 1,0 0-1,-1 0 1,-5-17-1,-7-9 514,8 23-176,1 1 0,-5-25 0,9 34-361,1 0 0,-1 0 0,1 0 0,0 0 0,0 0 0,1 0 0,-1 0 0,1 1 0,0-1 0,0 0 0,0 0 0,0 0 0,1 0 0,1-3 0,-2 6-32,-1 0-1,1 0 1,0 0 0,-1 0-1,1 0 1,0 1-1,0-1 1,-1 0-1,1 0 1,0 1 0,0-1-1,0 1 1,0-1-1,0 0 1,2 1 0,14-8 31,1 2 1,0 0-1,1 1 1,0 1-1,-1 0 1,1 2-1,1 0 1,29 2-1,-22 1-15,0 1-1,0 2 1,-1 1-1,0 0 0,43 17 1,-57-18-27,-1 1 0,0 0 0,-1 1 0,1 0 0,-1 1 0,-1 0 0,1 1 1,12 12-1,-16-13 5,-1 0 0,1 0 0,-1 0 0,-1 1 0,0-1 0,0 1 0,0 0 0,-1 0 0,0 1 0,0-1 0,-1 1 0,1 10 0,-1 5 4,-2 0 0,0 0 0,-2 0 1,-5 30-1,3-32 3,2 1 1,0-1-1,1 1 1,4 40-1,-2-58-10,0 0-1,0 0 1,1 0 0,-1 0-1,1 0 1,0 0-1,1-1 1,-1 1-1,1-1 1,0 0-1,0 0 1,0 0 0,7 6-1,-3-4-11,-1-1 1,1 0-1,0-1 0,0 0 0,0 0 1,1-1-1,14 5 0,2-2-34,-1 0 0,1-2-1,0-2 1,46 1 0,-19-5 5,-1-2 0,0-2 1,0-2-1,-1-2 0,0-3 0,60-23 1,-50 12 6,-2-2 1,0-3-1,-2-3 1,79-59 0,-130 88 31,-1 0 1,0-1 0,0 0 0,0 1 0,4-9 0,-4 5 129,-9 18-3,4-6-106,-1 0-1,1 0 1,0 1-1,0-1 0,0 1 1,1-1-1,0 1 1,0-1-1,0 1 1,1 0-1,0 0 0,0-1 1,0 1-1,1 0 1,0-1-1,3 12 0,-1-11-54,0 1 0,0 0-1,1-1 1,0 1 0,0-1-1,1-1 1,0 1 0,0 0 0,0-1-1,1 0 1,8 6 0,9 4-397,0-1 1,2-1 0,-1-2 0,1 0 0,51 13 0,3-4-1483,0-3 0,117 8-1,163-10-7803,-236-13 1950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1.1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36 230 10713,'-2'1'650,"0"-1"-1,0 1 1,1 0-1,-1-1 1,0 1-1,0-1 1,0 1-1,0-1 1,0 0 0,0 0-1,0 0 1,0 0-1,0 0 1,-3-1-1,1-1 1544,27 3-442,29-1-579,1-1 0,76-13 0,-68 7-824,64-7-92,756-90-4902,-516 48-1902,-270 41 2004,26-7-5254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1.3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252 19 12681,'-23'-16'2806,"19"13"-94,4 5-2383,1-1-1,0 1 1,-1-1 0,1 1 0,0-1-1,-1 0 1,1 0 0,0 1 0,0-1-1,0 0 1,0 0 0,2 2 0,2 2 441,23 22 832,2-1 1,0-2-1,2 0 1,51 27 0,-50-30-957,99 62-358,-4 5 1,178 160-1,-284-227-288,-1 1 0,-1 1 0,-1 0 0,-1 2 0,22 39 0,-32-48 0,0 0 0,-2 1 0,0 0 0,-1 0 0,0 0 0,-2 0 0,0 1 0,0-1 0,-2 1 0,-1 33 0,-4-21 0,-1-1 0,-1 1 0,-1-1 0,-2-1 0,0 0 0,-2 0 0,-2-1 0,-22 39 0,-2-9 0,-2-1 0,-76 82 0,39-58-1924,-3-3 0,-135 99 1,-203 96-9152,262-183-1862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2.7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16 7993,'3'-15'14259,"-9"21"-13137,5-4-971,-1 0 0,1 0 0,0 0 0,0 0 0,0 0 0,0 0 0,0 0 0,0 0 0,1 1 0,-1-1 0,1 0-1,-1 1 1,1-1 0,0 0 0,0 1 0,0 2 0,7 41 921,-4-33-743,87 419 4597,-89-426-4894,20 114-1452,49 159 0,-41-187-743,-15-43-884,3-1 0,23 49 1,-17-66-2795,6-5-3490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3.2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1 100 13277,'46'-18'1695,"2"1"-1,0 2 0,1 3 1,77-10-1,-56 14-1099,0 2 0,1 4-1,0 3 1,102 14 0,-158-13-539,0 1 0,1 1 0,-2 0-1,1 1 1,0 0 0,-1 1 0,0 1 0,0 0 0,20 14 0,-28-16-52,-1-1 1,0 1 0,-1-1 0,1 1 0,-1 1-1,0-1 1,0 1 0,0-1 0,-1 1 0,0 0-1,0 0 1,0 1 0,-1-1 0,0 0 0,-1 1-1,1 0 1,-1-1 0,0 1 0,-1 0 0,1-1-1,-1 1 1,-1 0 0,1 0 0,-3 7 0,-2 10-33,-1-2 0,-2 1 0,0-1 0,-1 0 0,-2 0 0,0-1 0,-14 20 0,-107 134-309,117-156 282,-29 33-92,4-5-60,2 2 0,-51 85 0,85-125 183,0-1 0,0 1-1,0 0 1,2 0 0,-1 0 0,-2 19-1,4-23 15,1 0 0,0 1 0,0-1-1,1 0 1,-1 0 0,1 0-1,0 0 1,1 0 0,-1 0 0,1 0-1,0 0 1,0-1 0,1 1-1,2 4 1,6 6-33,1-2-1,0 1 1,1-2 0,0 0-1,1 0 1,0-1 0,28 15-1,119 54-318,-138-70 327,24 11-34,117 58-300,-147-69 310,-1 0 0,0 1 1,0 1-1,-1 1 1,-1 0-1,0 0 0,12 17 1,-21-23 45,-1-1 0,0 0 0,0 1 0,-1 0 0,0-1 0,0 1 1,-1 1-1,1-1 0,-1 0 0,-1 1 0,0-1 0,0 1 0,0-1 0,-1 1 1,0-1-1,-1 1 0,1-1 0,-2 1 0,1-1 0,-1 1 0,0-1 0,0 0 1,-1 0-1,0 0 0,0 0 0,-1 0 0,-6 8 0,-5 7 18,-1-1 0,-1 0 0,-2-2 0,1 0-1,-2-1 1,-30 22 0,-40 21 327,-148 76 1,207-120-145,28-15-71,7-6-12,9-10-62,2 1 0,0 1-1,0 0 1,21-11 0,-1-1-14,224-154 98,-86 56 160,102-64 3051,-269 183-3221,-1 0-1,1 1 0,0-1 0,0 1 1,0 0-1,0 0 0,0 1 0,8-1 1,-12 1-90,0 1 1,0 0 0,0 0 0,0 0 0,1 1-1,-1-1 1,0 0 0,0 1 0,0 0 0,0-1-1,0 1 1,0 0 0,-1 0 0,1 0 0,0 0-1,0 0 1,-1 0 0,1 1 0,0-1-1,-1 1 1,1-1 0,-1 1 0,0-1 0,0 1-1,1 0 1,-1 0 0,0-1 0,1 3 0,5 19-151,-1-1 0,-1 1-1,0 0 1,1 27 0,-2-16-617,11 75-3656,-6-35-5793,-3-25 475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3.3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54 14013,'61'-51'1896,"-21"48"-427,-7 3-357,4 0-660,-10 3-588,3 3-844,0 6-653,4 3-803,-11 9-1536,14 22-2829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3.9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1517 44 13857,'-3'-2'97,"-4"-3"391,0 0 0,0 1 1,0-1-1,-1 2 0,0-1 0,0 1 1,0 0-1,0 1 0,0-1 1,0 2-1,0-1 0,-1 1 1,-14 0-1,6 4-82,-1 1 0,1 1 1,-1 0-1,2 1 0,-1 1 0,1 0 1,-22 14-1,-105 79 816,121-83-1077,5-5-80,2 1-1,0 0 1,0 1 0,1 1-1,1 0 1,-19 30 0,28-39-130,0 1-1,1-1 1,0 1 0,0-1-1,1 1 1,0 0 0,0 0 0,0 0-1,1 0 1,0 0 0,0 0 0,1 0-1,0 0 1,0 0 0,1 1 0,0-1-1,0 0 1,1 0 0,-1 0 0,2 0-1,-1-1 1,1 1 0,3 6 0,-3-8 27,0-1 1,1 1-1,-1-1 1,1 0-1,0 0 1,0 0-1,0 0 1,0-1-1,1 1 1,0-1-1,0 0 1,-1-1-1,1 1 1,1-1-1,-1 0 1,0 0-1,1-1 1,-1 1-1,1-1 1,-1-1-1,1 1 1,-1-1-1,1 0 1,-1 0 0,1 0-1,6-2 1,1 0 182,1 0 0,-1-1 1,0-1-1,-1 0 0,1-1 1,-1 0-1,1-1 0,-2 0 1,20-14-1,-24 14 339,0 0 0,0-1 0,-1 0 0,10-13 0,9-9 864,-24 28-1318,0 1 0,-1 0 0,1-1 0,0 1 0,0 0 0,0 0 0,0 0 0,0 0 0,0 0 0,-1 0 0,1 0 0,0 0 0,0 0 0,0 0 0,0 1 0,0-1 0,-1 0 0,1 0 0,0 1 0,0-1 0,0 1 0,-1-1 0,2 1 0,0 0 48,2 2-38,0-1 1,-1 1 0,1 0-1,0 0 1,-1 1-1,0-1 1,0 1 0,0 0-1,0 0 1,-1-1 0,1 2-1,-1-1 1,0 0 0,2 7-1,4 11 85,8 39 0,-11-39-67,66 326 362,-65-297-476,-2 0 1,-3 0-1,-2 0 1,-14 98-1,0-81-115,-2-1 0,-3 0 0,-3-2 0,-3 0 0,-43 75 0,25-62-209,-4-3-1,-3-1 1,-98 108 0,96-127 191,-2-2 1,-2-3 0,-2-2-1,-3-2 1,-1-4 0,-2-2-1,-2-3 1,-1-3 0,-2-3-1,-78 23 1,130-48 162,0-1-1,0-2 1,0 0 0,-35 2-1,47-5 20,1-1 0,-1 1 0,1-1 0,0 0 0,-1 0 0,1-1 0,0 1 0,0-1-1,-6-3 1,8 3 2,1 0 0,-1 0 0,1 0 0,-1 0 0,1 0 0,0 0-1,-1-1 1,1 1 0,1-1 0,-1 0 0,0 1 0,1-1 0,-1 0-1,1 0 1,0 0 0,-2-5 0,2 0-7,-1 0-1,2 0 1,-1 0 0,1 0-1,0 0 1,1 0 0,0 0-1,0 0 1,1 0 0,0 0-1,6-15 1,5-7-164,27-47 1,-34 66 113,59-98-1328,6 3 0,132-153-1,198-172-4479,-286 313 4240,329-298-2003,-294 290 3650,315-257 3192,-449 370-2630,0 1-1,1 0 1,1 1 0,0 1-1,0 1 1,39-13 0,-47 19-415,0 1 0,0 0 0,0 0 0,0 1 0,0 1 0,0 0 0,1 0 0,10 2 0,-12 0-621,0 0 0,0 1 0,0 0 0,0 0 0,14 8 0,-22-10 212,-1-1 1,1 1-1,-1-1 0,1 1 1,-1 0-1,1-1 1,-1 1-1,0 0 1,1 0-1,-1-1 1,0 1-1,1 0 0,-1 0 1,0-1-1,0 1 1,0 0-1,0 0 1,0 0-1,0-1 0,0 1 1,0 1-1,0 0-878,3 14-4986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15.1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642 62 11029,'-6'-22'2146,"5"17"3290,0 3-3819,-13-26 1481,12 25 390,-11 2-2516,11 1-857,0 0 0,0 0 0,0 0 0,0 0 0,0 0 0,0 0 0,0 1 0,0-1-1,0 1 1,0-1 0,1 1 0,-1 0 0,0 0 0,0-1 0,1 1 0,-1 0 0,0 1 0,1-1 0,-1 0 0,1 0 0,-1 1 0,1-1 0,0 1 0,-3 2-1,-38 46 66,2 0-1,2 3 0,3 1 0,2 2 0,2 1 1,-33 87-1,4 23 247,-42 194 1,64-203-427,-27 256 0,57-329 0,5 2 0,4-1 0,3 0 0,27 148 0,-23-192-92,3 0 0,2-2 0,1 1 1,2-2-1,2 0 0,1-1 0,2 0 0,2-2 0,1-1 1,2-1-1,1-1 0,1-1 0,2-1 0,2-2 1,0-2-1,2 0 0,1-2 0,39 21 0,-29-23-948,1-1 0,1-3 0,1-1-1,98 21 1,-76-27-1729,1-3-1,0-3 1,74-3-1,41-12-8989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15.5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1157 35 12105,'-2'1'162,"1"-1"0,-1 1 0,1 0 0,0-1 0,-1 1 0,0-1 0,1 1 0,-1-1 0,1 1 0,-1-1 0,1 0 0,-1 0 1,0 0-1,1 0 0,-1 0 0,1 0 0,-1-1 0,1 1 0,-1 0 0,1-1 0,-1 1 0,1-1 0,-1 0 0,1 1 0,-1-1 0,1 0 0,0 0 0,-1 0 0,1 0 0,0 0 0,0 0 0,0 0 0,0 0 0,0-1 0,0 1 0,0 0 0,0-1 0,0 1 0,1 0 0,-2-3 0,-10-11 5376,12 15-5418,0 0 0,0 0 0,-1 0 0,1 0 0,0 0 0,0 0 0,0 0 0,0 0 0,0-1 0,0 1 0,-1 0 0,1 0 0,0 0 0,0 0 0,0 0 0,0 0 0,0 0 0,-1 0 0,1 0 0,0 0 0,0 0 0,0 0 0,0 0 0,0 0 0,-1 0 0,1 0 0,0 0 0,0 0 0,0 0 1,0 1-1,0-1 0,-1 0 0,1 0 0,0 0 0,0 0 0,0 0 0,0 0 0,0 0 0,0 0 0,0 0 0,0 1 0,-1-1 0,1 0 0,0 0 0,0 0 0,0 0 0,0 0 0,0 1 0,-1 11 3533,4 7-4803,56 201 1267,-21-88-137,-5 2 20,22 187 0,-41-190 0,-5 1 0,-14 205 0,-68 231 0,-58 26-2489,80-422 739,-100 230 0,108-310 415,-5-3 1,-3-1-1,-4-3 0,-4-3 1,-3-2-1,-4-3 0,-84 77 1,-23-1-3846,-1-14-2757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16.8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341 413 10877,'-159'16'2376,"70"-10"1279,8 1 1780,70-3-3181,31-2-385,-3-1-1806,97 1 1298,203-24 0,-206 12-1075,938-111-1005,0-32-5515,-987 144 5679,533-86-9218,-330 54 501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17.3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276 67 11309,'-47'-7'876,"5"1"861,-48-14 1,23-6 3381,54 20-3548,11 5-372,-5 6 500,-1 0-1154,8-5-519,0 1 0,0 0 0,1-1 0,-1 1 0,0 0-1,0-1 1,0 1 0,1-1 0,-1 1 0,0 0 0,0-1 0,1 1 0,-1-1-1,1 1 1,-1-1 0,0 1 0,1-1 0,-1 1 0,1-1 0,-1 1 0,1-1 0,0 1-1,16 11 242,-1 0 0,2-2-1,22 12 1,-14-8-100,183 95 694,145 81-658,-262-136-673,146 117 1,-194-134 140,-2 2-1,-1 1 1,-3 3-1,60 84 1,-74-90 88,-2 2 0,-2 1 0,-1 0 1,-2 1-1,-2 1 0,-1 1 0,7 46 1,-11-27-98,-3 1 1,-3-1 0,-2 1 0,-3-1-1,-3 1 1,-3-1 0,-2 0 0,-3 0-1,-33 99 1,10-64-340,-4-3-1,-5-1 1,-3-2 0,-4-2-1,-73 95 1,68-110-842,-4-3 0,-2-3 0,-4-2 1,-131 101-1,31-47-4640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17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 0 10861,'-33'28'528,"13"-31"-708,-24-6-1056,24 9-1724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28.6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1 211 6441,'9'-26'1615,"5"-11"4494,-14 40-6038,1 0 1,-1 0-1,1 0 1,0 0-1,0 0 1,0-1-1,0 1 1,1 0-1,-1 0 1,1-1-1,0 1 1,-1-1-1,1 1 1,0-1-1,1 0 1,3 4-1,4 5 152,3 7 130,2-1-1,0 0 1,0-1-1,24 19 1,-32-30-211,1 1 0,0-1 0,0 0 0,1 0 0,-1-1 0,1 0 0,0-1 0,0 0 0,0 0 0,0-1 0,1 0 0,-1-1 0,11 1 0,0-3-15,0-1 0,0-1 0,0-1 0,38-12 0,83-38-159,-89 32-203,214-102-3365,-103 44-2167,-37 25-1604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29.2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48 2424,'-26'-23'640,"21"19"5263,6 3-5818,-1 1 0,0-1 0,0 0 0,0 1 0,0-1 0,0 0 0,0 1 0,0-1 0,0 0 0,0 1 0,0-1 0,0 0 0,-1 1 0,1-1 0,0 0-1,0 1 1,-1-1 0,1 0 0,0 1 0,-1-1 0,1 1 0,0-1 0,-1 1 0,1-1 0,-1 1 0,1-1 0,-1 1 0,1-1 0,-1 1 0,0 0 0,1-1-1,-1 1 1,1 0 0,-1 0 0,0-1 0,1 1 0,-1 0 0,0 0 0,0 0-50,0 1-1,0-1 1,1 1-1,-1 0 1,0-1-1,1 1 1,-1 0-1,0 0 1,1-1-1,-1 1 1,1 0-1,-1 0 1,1 0-1,0 0 1,-1-1-1,1 1 1,0 0-1,0 0 1,-1 0-1,1 0 1,0 0-1,0 0 1,0 0-1,0 0 1,0 0-1,1 0 1,-1 0-1,0 0 1,0 0 0,0-1-1,1 2 1,3 20 168,2-2 0,0 1 0,1-1 1,12 26-1,-14-35-113,1 0 0,0 0 1,1-1-1,0 0 0,0 0 0,1-1 1,1 0-1,-1 0 0,11 7 0,-15-14-66,0 0 0,-1 0 0,1 0 0,0 0 0,0-1 0,0 0 0,1 0 0,-1 0 0,0 0 0,0 0 0,1-1 0,-1 0 0,0 0 0,6-1 0,-1 0-53,-1 0 0,1-1 0,-1 0 0,1-1 0,13-6 0,23-15-1119,-2-3 0,-2-1 0,0-2 0,41-41 0,-58 51-415,42-34-3639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56.7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28 441 5144,'0'0'15963,"-3"1"-16030,-19 12 58,20-12 1251,4-3-1983,21-21 893,-1-1 0,-2-1 0,0-1 0,-2 0 0,0-2 0,-2 0 0,-2-1 0,0 0 0,-2-1 0,12-43-1,-10-12 2814,-15 84-2903,1-1 0,-1 1 0,1-1 0,-1 1 0,0-1 0,1 1 0,-1-1 0,0 1 0,0 0 0,0-1 0,0 1 0,0 0 0,-1 0 0,1 0-1,0 0 1,-3-2 0,1 0 631,-5 19-362,1 0 0,0 0 0,2 1 0,0 0 0,-5 31 0,-4 96 1532,11-108-1473,-36 839 113,76 0-392,-26-774-969,4 0 1,5-2-1,57 173 0,-67-245 8,2 0-1,0-1 1,2-1 0,17 26-1,-21-38-148,1 0 0,0-1 0,14 13 0,-14-16-871,1 0 0,0 0-1,25 13 1,26 4-8753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57.0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633 55 6857,'-5'-10'2371,"-5"-17"9217,5 10-7158,14 19-4232,-1 0 1,0 0-1,-1 1 0,1 0 1,0 0-1,-1 1 1,1 0-1,-1 1 1,0-1-1,8 8 1,3 1 15,-2-3-269,0 2 1,-1-1-1,0 2 0,-1 0 0,-1 0 0,0 2 1,0-1-1,-2 2 0,0-1 0,-1 2 0,0-1 1,-1 1-1,-1 1 0,-1 0 0,-1 0 0,0 0 1,-1 1-1,-1-1 0,-1 1 0,0 0 1,-2 0-1,0 1 0,-1-1 0,-1 0 0,-1 0 1,0 0-1,-2 0 0,0 0 0,-1-1 0,-1 0 1,-1 0-1,-14 28 0,3-15-73,-2-1 0,-1-1 0,-1-1 0,-2-1 0,-1-1 0,-1-1-1,-38 29 1,5-11-212,-2-2-1,-103 51 1,148-83 208,-130 58-1068,130-61 760,0-1 1,0 0-1,0-1 1,-1-1-1,1-1 0,-1 0 1,-21-1-1,-6-9-2252,43 8 2487,0 0 0,0-1 0,0 1 0,0 0 0,1 0 0,-1-1 0,0 1 0,0 0 0,0-1 0,0 1 0,1-1 0,-1 1 0,0-1 0,1 0 0,-1 1 0,0-1 0,1 0 0,-1 1 0,1-1 0,-1 0 0,1 0 0,-1 1 0,1-1 0,-1-2 0,4-31-7934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57.4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738 161 11601,'1'-1'197,"0"-1"0,1 1-1,-1 0 1,0-1 0,1 1 0,-1-1 0,0 1-1,0-1 1,0 0 0,0 1 0,-1-1 0,1 0-1,0 0 1,-1 0 0,1 0 0,-1 1-1,0-1 1,1-3 0,-2-1 372,0 1 1,0 0-1,0 0 0,0 0 1,-4-7-1,1 0 222,3 8-534,0 0 0,-1 0 0,0 0 0,1 0 0,-1 0 0,0 0 0,-1 1 0,1-1 0,-1 1 0,0-1 0,1 1 0,-1 0 0,-1 0 0,1 1 0,0-1 0,-1 0 1,1 1-1,-1 0 0,0 0 0,0 0 0,0 0 0,0 1 0,0 0 0,0 0 0,-6-1 0,-3 0-131,-1 2 1,0 0 0,1 0 0,-1 1-1,1 1 1,-1 0 0,1 1 0,-1 1-1,1 0 1,-13 6 0,-10 5 46,2 2 1,-44 29 0,35-18-188,1 2 0,2 2 1,1 1-1,2 2 0,-33 41 1,58-61-149,1 0 0,0 2 0,-13 28 0,20-38 72,1-1 0,1 1 0,-1-1 0,1 1-1,0 0 1,1 0 0,-1 0 0,1 0-1,1 0 1,-1 0 0,1 1 0,1-1 0,0 8-1,0-14 75,-1 1 0,0-1 0,1 1 0,-1-1-1,1 1 1,-1-1 0,1 1 0,0-1 0,0 0 0,-1 1-1,1-1 1,0 0 0,0 0 0,0 0 0,1 0-1,-1 1 1,0-1 0,0-1 0,2 2 0,0-1 27,0-1 0,0 1 1,0-1-1,0 0 1,0 0-1,1 0 0,-1 0 1,0-1-1,0 1 0,0-1 1,0 0-1,0 0 0,5-2 1,90-36 744,-80 30-456,0 0 0,-1-1 0,0-1 0,22-19 0,3-1 509,202-123 2905,-242 153-3714,0 0 0,0 0 0,1 0 0,-1 1 0,1-1 0,-1 0 0,0 1 0,1 0 0,-1 0 0,1-1 0,-1 1 0,1 1 0,-1-1 0,1 0 0,-1 1 0,1-1 0,-1 1 0,1 0 0,-1-1 0,0 1 0,0 0 0,3 2 0,0 0 0,0 0 0,0 1 0,-1 0 0,1 0 0,-1 0 0,0 0 0,0 1 0,4 5 0,8 18-112,0 1 1,-2 1-1,-1 0 1,-1 1-1,12 50 1,7 17-677,19 61-4983,-26-81 591,-6-32-1428,7-3-4159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57.7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24 253 13809,'-24'-24'11175,"41"41"-7394,-2-4-3091,1-1 1,1-1-1,0-1 0,26 13 1,25 13-194,-28-9-488,0 2 0,-2 1 0,-2 2 0,0 1 1,-2 2-1,-2 2 0,-2 0 0,-1 3 0,-1 0 1,23 49-1,-34-56-55,-1 1 0,-2 0 0,-2 1 0,-1 1 0,-1-1 0,-2 2 0,-2-1 0,-1 1 0,-2 0 0,-2 0 0,-1 0 0,-2 0 0,-11 64 0,12-98 62,1 0 1,-1-1-1,0 1 1,0 0-1,0-1 0,0 1 1,-1-1-1,1 1 0,-1-1 1,1 0-1,-1 1 1,-3 2-1,5-5-7,-1 1-1,1-1 1,-1 1-1,0-1 1,1 0-1,-1 1 0,0-1 1,1 0-1,-1 0 1,0 1-1,1-1 1,-1 0-1,0 0 1,1 0-1,-1 0 1,0 0-1,0 0 1,1 0-1,-1 0 1,0 0-1,0 0 1,1-1-1,-1 1 1,0 0-1,1 0 1,-1-1-1,0 1 1,1 0-1,-1-1 1,1 1-1,-1 0 1,0-1-1,1 1 1,-1-1-1,1 1 1,-1-1-1,1 0 1,-1 1-1,1-1 1,0 1-1,-1-1 0,1-1 1,-5-8-7,0 0 0,1 0 0,1-1 0,0 1 0,0-1 0,1 0 0,0 0 0,0-22 0,2 31-2,-2-18 0,2 0 0,4-33 0,-2 25 0,8-70 0,26-114 0,-24 159-410,2 1 0,2 1-1,3 1 1,37-73 0,71-96-3618,-103 183 2128,1 1-1,2 2 1,58-56-1,-72 77-154,1 1 0,24-14 0,34-11-7882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58.4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1 278 8869,'7'3'390,"-2"-2"278,1 1 0,-1 0-1,0 0 1,-1 0-1,1 0 1,0 1 0,-1 0-1,1 0 1,6 5-1,-4-7 1302,75-10 2229,-49 6-3074,0-1 0,36-9 0,-46 7-780,18-5 361,51-21-1,-80 27-608,-1 0-1,0-1 1,-1 0-1,1-1 0,-1 0 1,0 0-1,-1-1 0,0-1 1,9-10-1,-16 17-85,-1 0-1,1 0 0,-1 0 0,0 0 1,0-1-1,0 1 0,0 0 0,-1-1 1,1 1-1,-1-1 0,1 1 1,-1-1-1,0 1 0,0-1 0,0 1 1,0-1-1,0 1 0,0-1 0,-1 1 1,1 0-1,-1-1 0,0 1 1,0-1-1,0 1 0,-2-4 0,0 1-1,0 0 0,-1-1 0,1 1-1,-1 1 1,0-1 0,-1 1-1,1-1 1,-8-4 0,5 4-10,0 2-1,-1-1 1,1 1 0,-1 0 0,1 1-1,-1-1 1,0 2 0,0-1 0,0 1-1,0 0 1,-16 1 0,7 0 3,0 2 1,0 0-1,1 1 1,-30 8 0,37-8 25,-1 1 0,1-1 0,0 2-1,0-1 1,0 1 0,1 1 0,0 0 0,0 0 0,0 0 0,1 1 0,-1 0 0,2 1 0,-1-1 0,-7 14 0,7-10 44,2 1-1,-1-1 0,1 1 1,1 1-1,0-1 0,1 1 1,0 0-1,1-1 1,1 1-1,-1 16 0,3-5 28,0 0 0,2-1 0,0 1 0,2 0 0,0-1 0,2 0 0,0 0 0,2-1 0,0 0 0,2-1 0,24 38 0,-21-39-120,1 0 0,1-2-1,0 0 1,2 0-1,0-2 1,1 0 0,0-1-1,1-1 1,29 14-1,-37-22-46,1 0-1,0-1 1,0-1-1,1 0 0,0-1 1,-1 0-1,1-1 1,0-1-1,0 0 0,0-1 1,0 0-1,0-1 1,0-1-1,0 0 0,0-1 1,-1 0-1,24-10 1,-13 2-149,1-1 1,-2-1 0,0-1 0,0-1-1,-2-1 1,0-1 0,0-1-1,-2-1 1,0 0 0,-2-2-1,25-34 1,4-19-73,-3-2 0,40-99 0,-80 169 301,9-25 471,-2-2 1,12-62-1,-9 35 214,-12 56-138,0 8-280,8 117 651,-7-75-776,2 0 0,2-1 0,14 51-1,-16-82-114,1 0 0,1-1-1,0 1 1,1-1 0,0-1-1,1 1 1,0-1 0,1 0-1,19 18 1,-24-26-11,0-1 0,1 0 1,-1-1-1,1 1 0,0-1 0,0 0 0,0 0 0,0 0 0,0-1 0,1 1 1,-1-1-1,0-1 0,1 1 0,-1-1 0,1 0 0,-1 0 0,0-1 1,1 1-1,-1-1 0,8-2 0,-1-1 21,1 0 0,-1 0 1,-1-1-1,1-1 0,-1 1 0,0-2 0,16-11 1,77-76 316,-78 67-199,2 2 1,1 1-1,61-40 1,-83 60-167,-1 1 0,1 0 0,0 1 0,0 0 0,0 0 0,0 0 0,0 1 0,1 0 0,-1 1 0,0-1 0,0 2 0,1-1 0,-1 1 0,0 0 0,0 0 0,11 3 0,4 5 0,1 0 0,-1 1 0,33 20 0,-6-2 0,-32-19 0,84 43 0,119 44 0,-185-83 0,1-2 0,0-2 0,0-1 0,1-2 0,0-1 0,0-2 0,57-3 0,-23-7 0,-1-4 0,88-24 0,32-7-11940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29:58.8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 49 13309,'-5'-16'1113,"-2"-1"298,6 1 4721,-7 26-1535,7-9-4465,0 0 0,0 0 0,-1 0-1,1-1 1,1 2 0,-1-1 0,0 0 0,0 0 0,0 0 0,0 0 0,1 0 0,-2 3 0,2 6 365,-1 0 1,2-1-1,-1 1 0,1 0 0,4 17 0,0-1 74,5 76-108,-4 153 0,-7-184-453,-12 332-10,5-242 0,7-125-1259,0-1 0,3 0-1,1 0 1,13 63 0,-16-95 500,1 1 1,1-1-1,-1 0 0,0 0 1,1 0-1,-1 0 0,1 0 1,0 0-1,0 0 0,0-1 0,0 1 1,1-1-1,-1 1 0,6 3 1,32 23-11349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08.6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269 101 2432,'0'0'4063,"3"0"-3839,16 1-1258,-1 1 15788,-19-2-14755,1 1 5,-1 0 0,0-1-1,1 1 1,0 0 0,-1-1 0,1 1-1,-1 0 1,1-1 0,0 1-1,-1 0 1,1 0 0,0 0 0,0-1-1,0 1 1,0 0 0,-1 0 0,1 1-1,-5 15-714,2-14 674,0-1 0,1 1 0,-1-1 0,-1 0 0,1 0 0,0 0 0,0 0 0,-1 0 0,1-1 0,-1 0 0,0 1 0,-5 0 0,-53 7-205,36-7 147,-93 10 455,85-5 913,26-5-666,21-8-54,17-3-173,-1 0-1,1 3 1,0 0 0,38-2 0,-13 2-163,591-49 633,-405 40-1065,86-7-438,177-12-4850,-354 16-2469,-92 19 564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09.1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299 114 12109,'0'-5'816,"1"-1"0,0 0 1,-1 0-1,0 0 0,-1 0 0,1 0 0,-1 0 0,-1 0 0,1 0 0,-1 0 1,-2-7-1,-2-12 3817,3 14-652,-3 30-2150,-94 439-1412,2-15-446,87-389-5,3-18-69,-14 66-867,-13 146 0,35-242 940,-1-1-1,2 0 0,-1 0 0,0 0 1,1 1-1,0-1 0,0 0 0,1 0 0,2 5 1,-4-8 22,1-1 1,0 0 0,-1 0 0,1 1 0,0-1-1,0 0 1,0 0 0,0 0 0,0 0 0,0 0-1,0 0 1,1 0 0,-1-1 0,0 1 0,0 0-1,1-1 1,-1 1 0,0-1 0,1 1 0,-1-1-1,0 1 1,1-1 0,-1 0 0,1 0 0,-1 0-1,1 0 1,-1 0 0,1 0 0,-1 0 0,0 0-1,1-1 1,-1 1 0,2-1 0,7-3-6,-1 0 0,1 0 0,-1-1 0,15-11 0,-9 7 0,27-20-11,42-37 0,-47 35 104,53-33 1,-59 45 9,0 1 0,1 1 0,48-16 0,-70 29-45,0 1 0,1 1 1,0 0-1,-1 0 1,1 1-1,0 0 0,0 1 1,0 0-1,0 1 0,-1 0 1,1 1-1,0 0 0,-1 1 1,1 0-1,16 7 1,-13-3 36,-2 1 1,1 0 0,-1 0-1,0 1 1,-1 1 0,0 0 0,-1 0-1,0 1 1,16 23 0,-12-13-137,-1 1 0,0 0 0,-2 1 0,15 46 1,-17-44-903,0 0 0,2 0 1,26 44-1,-29-57-290,1 0-1,0-1 1,15 15 0,-16-19-388,-1 0 1,1-1-1,1 0 1,-1-1 0,16 8-1,24 4-8779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09.4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1 383 12941,'0'0'2426,"3"1"121,34 3 629,-1-1 0,57-3 1,-52-2-2830,0-3 0,-1-1 0,1-2 0,-2-2 0,1-2 0,-1-1 0,66-33 0,-100 43-348,0 0 0,0 0 0,0-1 0,0 0 0,0 0 0,-1 0-1,0 0 1,1-1 0,-2 0 0,1 1 0,-1-2 0,1 1 0,-1 0 0,-1-1-1,1 1 1,-1-1 0,0 0 0,0 0 0,-1 0 0,1 0 0,-1 0-1,-1 0 1,1 0 0,-1 0 0,0 0 0,-1 0 0,1 0 0,-3-9-1,2 9-6,-1-1-1,0 0 0,0 1 0,-1-1 1,0 1-1,0-1 0,0 1 0,-1 0 1,0 1-1,0-1 0,-1 1 0,1-1 1,-1 2-1,0-1 0,-1 0 0,1 1 1,-1 0-1,0 0 0,0 0 0,0 1 0,0 0 1,0 0-1,-1 1 0,-12-3 0,8 2 11,-1 2 0,0 0 0,0 0 0,1 1 1,-1 1-1,0 0 0,1 1 0,-1 0 0,0 0 0,1 1 0,0 1 0,0 0 0,0 0 0,0 1 0,1 1 0,0 0 0,0 0 0,0 1 0,1 0 0,0 1 0,0 0 0,1 0 0,-14 18 0,8-9 37,2 1-1,0 1 1,1-1 0,1 2-1,1-1 1,1 2 0,0-1-1,2 1 1,0 0 0,1 0-1,2 1 1,-2 23 0,4-26-13,1-1 1,1 1 0,0-1-1,1 1 1,1-1-1,1 0 1,1 0-1,11 28 1,-9-32-107,0 0 0,1-1 0,0 0 0,1-1 0,0 1 0,1-2 0,0 1 0,1-2 0,0 1 0,25 16 0,-15-14-504,1 0-1,0-2 0,0-1 1,1 0-1,1-2 1,0-1-1,31 6 1,-21-7-2949,1-2 0,49 1 0,-13-7-8086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09.8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60 572 9001,'-28'-2'2525,"23"1"2028,4 0-4322,1 1 1,0-1 0,-1 0 0,1 1-1,-1-1 1,1 1 0,-1-1-1,1 1 1,-1-1 0,0 1-1,1-1 1,-1 1 0,0-1-1,1 1 1,-1 0 0,0-1-1,0 1 1,-1 0 0,-9-7 1535,9 2 2349,4-5-3837,0 1 0,1-1 0,0 1 1,1 0-1,0 0 0,10-15 0,40-52 2498,-35 51-1941,21-35 0,8-37-836,-35 67 0,2 0 0,1 2 0,0-1 0,39-46 0,-54 73 0,1 1 0,0-1 0,-1 1 0,1-1 0,0 1 0,0 0 0,0 0 0,0 0 0,0 0 0,0 0 0,1 0 0,-1 1 0,0-1 0,0 1 0,1-1 0,-1 1 0,0 0 0,0 0 0,1 0 0,-1 0 0,0 0 0,1 1 0,-1-1 0,0 1 0,0-1 0,0 1 0,1 0 0,-1 0 0,0 0 0,0 0 0,0 0 0,0 0 0,3 3 0,6 5 0,-1-1 0,1 2 0,-1-1 0,10 14 0,-19-22 0,49 63 0,60 99 0,-95-138 0,-1 0 0,0 1 0,-2 0 0,-2 1 0,0 1 0,-2-1 0,10 56 0,-16-65 0,0 0 0,-2 0 0,0 1 0,-1-1 0,-1 0 0,0 0 0,-1 0 0,-1 0 0,-1-1 0,-1 1 0,0-1 0,-1 0 0,-16 26 0,8-21-162,0-1 0,-1-1 0,-1-1 0,0 0 0,-2-1 0,0-1 0,-28 18 0,10-10-403,0-3 0,-2-1-1,-57 23 1,94-43 287,-1 0 1,0 0-1,1 0 0,-1-1 1,0 1-1,0-1 0,1 1 1,-1-1-1,0 0 1,0 0-1,1 0 0,-1-1 1,0 1-1,0 0 0,1-1 1,-1 0-1,0 0 0,-3-1 1,5 1-29,0 0-1,0 0 1,-1 0 0,1 0 0,0 0 0,0 0 0,0 0 0,0-1 0,0 1 0,1 0 0,-1 0-1,0-1 1,1 1 0,-1-1 0,1 1 0,-1 0 0,1-1 0,-1 1 0,1-1 0,0 1-1,0-1 1,0 1 0,0-1 0,0 1 0,0-1 0,0 0 0,1 1 0,-1 0 0,0-1 0,1 1-1,0-2 1,17-46-10849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10.4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1 699 12449,'10'1'801,"0"0"1,0-1-1,0 0 0,-1 0 1,1-1-1,0 0 0,0-1 1,16-4-1,9-6 2408,34-16 1,-23 9-2894,-14 6 265,-1-2 0,-1 0 0,55-38 0,-70 41-454,0 0 1,0-1 0,-2 0-1,1-1 1,-2-1-1,0 0 1,-1 0-1,15-27 1,-15 21-52,-2 0 0,13-38 0,-20 53-67,0 0 1,-1 0-1,0 1 1,0-1-1,0 0 1,-1 0-1,0 0 1,0 0-1,-1 0 1,1 0-1,-1 0 1,0 0-1,-1 1 1,0-1-1,0 0 1,-3-6-1,4 10-7,-1 0 1,1 0-1,-1 0 0,1 1 0,-1-1 0,0 1 0,0-1 0,0 1 0,0-1 0,0 1 0,0 0 0,0 0 0,0 0 0,0 0 0,0 1 0,-1-1 0,1 0 0,0 1 1,0 0-1,-1-1 0,1 1 0,0 0 0,-1 0 0,1 1 0,0-1 0,-1 0 0,1 1 0,0-1 0,-1 1 0,1 0 0,0 0 0,0 0 0,-4 2 0,-4 2 17,0 0 0,1 1 0,-1 0 0,1 1 0,-16 14 0,-4 12 42,0 1-1,3 1 0,1 2 1,1 0-1,2 2 0,2 0 1,1 1-1,-20 68 0,30-79-42,2 0-1,1 0 0,1 1 1,-2 59-1,7-76-41,1 0 0,1 0 0,-1 0 0,2-1 0,0 1 0,5 12 0,-5-18-13,0 0 1,0 0 0,1-1 0,0 1 0,0-1-1,0 0 1,1 0 0,0-1 0,0 1 0,1-1-1,7 6 1,-4-6-25,0 0 0,0 0 1,0-1-1,0-1 0,1 0 0,-1 0 0,1 0 0,0-2 1,0 1-1,15 0 0,-2-1-39,0-2 0,0 0 0,33-6 0,-29 1 56,-2-2 0,1 0 0,-1-2 0,0 0 1,-1-2-1,0-1 0,-1-1 0,-1 0 0,0-2 0,-1-1 0,29-29 0,-12 6 13,-1-2 0,-3 0 0,-1-3 1,43-78-1,-41 57 366,-3-2 1,-2-1-1,24-91 0,-43 121-5,1-4 725,25-63 0,-28 94-929,-4 14-46,2 15-19,-7-15-60,169 480-1,-98-277 0,-65-188 0,-2 0 0,0 0 0,0 0 0,-2 0 0,0 0 0,-1 1 0,-1-1 0,-2 24 0,0-29 0,0 1 0,-1-1 0,-1 0 0,0 0 0,0 0 0,-1-1 0,0 0 0,-1 0 0,-1 0 0,0 0 0,0-1 0,-13 14 0,-1-3-382,-1-2 0,-1 0 0,0-1 0,-1-1 0,-1-2 1,-1 0-1,-52 21 0,38-21-570,0-2 1,0-2-1,-1-2 1,-83 9-1,107-17-228,-21 3-2017,11 0-3287,8 0-4625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10.7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 31 11757,'1'-1'174,"-1"0"1,0 0-1,0 0 0,0-1 1,1 1-1,-1 0 0,0 0 1,0 0-1,-1 0 0,1 0 1,0 0-1,0 0 0,0 0 1,-1 0-1,1 0 0,-1 0 1,1 0-1,-1 0 0,1 0 0,-2-1 1,-24-6 16953,-4 19-27837,14 0 3607,5 1-4649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13.6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45 899 10989,'-12'4'2452,"11"-4"-1619,0 0 1,0 0 0,0 1-1,0-1 1,0 0-1,0 0 1,0 0 0,0 0-1,0-1 1,0 1-1,0 0 1,0 0 0,0-1-1,0 1 1,0 0-1,0-1 1,-1 0 0,-3-3 745,-1-1-3857,4 4 3592,24-25-126,-2-3-928,-1-1 1,-2-1 0,25-61 0,22-108-181,22-184-132,-86 378 43,1-1-1,-1 1 1,0-1-1,-1 1 1,1 0 0,-1-1-1,-1 1 1,-3-12-1,4 16 6,0 0 0,1 0 0,-1 0 1,0 0-1,-1 0 0,1 0 0,0 1 0,0-1 0,-1 0 0,1 1 0,-1 0 0,-2-3 0,3 4 1,0-1 0,0 1 0,0-1 0,0 1 0,0 0 1,0-1-1,0 1 0,-1 0 0,1 0 0,0 0 0,0 0 0,0 0 0,0 0 0,-1 0 0,1 0 0,0 0 1,0 1-1,0-1 0,0 0 0,0 1 0,0-1 0,0 1 0,-2 0 0,-4 4 0,0 0 0,1 1 0,0-1 0,0 1-1,0 0 1,0 1 0,1-1 0,0 1 0,1 0 0,0 1 0,0-1-1,0 1 1,1-1 0,0 1 0,0 0 0,1 0 0,0 0 0,-1 14 0,0-4 2,2 1 0,0-1 1,1 1-1,0-1 0,2 1 1,0-1-1,9 31 1,-3-24 9,2 0 1,1 0 0,1-1 0,1 0 0,1-1 0,30 38 0,119 118-278,-126-141 139,2 1-16,-5-6-136,49 62-1,-76-85 235,0 0 0,0 0 0,-1 1 0,-1-1-1,1 1 1,-2 0 0,0 1 0,0-1 0,-1 1 0,0 0 0,1 20 0,-4-25 32,0 1 0,-1-1-1,0 0 1,-1 1-1,1-1 1,-1 0 0,-1 0-1,1 0 1,-1 0-1,-1 0 1,1 0-1,-1-1 1,0 0 0,0 0-1,-1 0 1,0 0-1,0-1 1,-11 10 0,-8 3-209,0-1 0,-1 0 0,-38 17-1,50-27 52,-1 1-137,0 0 1,-1-2-1,0 1 0,0-2 0,0 0 0,-1-1 1,0 0-1,-17 0 0,31-3 125,0-1 1,0 0-1,0 1 0,-1-1 1,1-1-1,0 1 0,0 0 1,-1 0-1,1-1 0,0 1 1,0-1-1,0 0 0,0 0 1,0 0-1,0 0 0,0 0 1,0 0-1,0 0 0,0 0 1,1-1-1,-1 1 0,0-1 1,1 0-1,-1 1 0,1-1 1,0 0-1,-1 0 0,1 0 1,0 0-1,0 0 1,0 0-1,1 0 0,-2-3 1,1 0-454,1 0 0,0 0 0,0-1 0,0 1 0,1 0 1,-1 0-1,1 0 0,0-1 0,1 1 0,-1 0 1,1 0-1,5-8 0,23-33-7107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14.6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34 874 6229,'-34'16'13189,"35"-14"-12570,1 9-16,2 7-215,0 0 1,1 0-1,1 0 1,15 30-1,2-24-282,-22-23-115,-1-1-1,1 0 1,0 1-1,0-1 1,0 0-1,0 0 1,0 0 0,0 0-1,0 0 1,0 0-1,0 0 1,0 0-1,0 0 1,0 0-1,0-1 1,0 1 0,0 0-1,0-1 1,1 0-1,-1 1-19,17-5-200,0-2-1,-1 1 1,21-12-1,-27 12 228,0 0 0,0 1 1,1 0-1,0 1 0,0 0 0,0 1 0,0 1 0,15-2 0,-12 3 130,-1-1 0,1 0 0,-1-1-1,16-5 1,-8 2-22,44-15 170,-45 13-193,37-8-1,-50 15-75,-1 0-1,1 0 1,-1 1-1,1 0 1,0 0-1,0 0 1,-1 1-1,1 1 0,-1-1 1,1 1-1,-1 1 1,0-1-1,0 1 1,8 4-1,3 2 5,0 0 0,0-1 0,1-1-1,0-1 1,1-1 0,-1-1 0,1 0 0,0-1-1,0-2 1,0 0 0,0-1 0,0-1 0,24-4-1,-6-2 12,-1-1-1,0-3 0,-1-1 0,45-21 0,30-24 176,-109 56-174,-5 2-89,-31 4-804,37 16 808,-1-16 54,0-1 1,0 1-1,1-1 1,-1 0-1,1 0 1,0 0-1,0 0 1,0 0-1,1 0 1,-1-1-1,5 4 1,13 14 9,-19-18 8,1 0 1,1-1 0,-1 1 0,0-1-1,1 1 1,-1-1 0,1 0-1,0 0 1,-1-1 0,1 1 0,0-1-1,0 0 1,0 0 0,0 0 0,0 0-1,1-1 1,-1 0 0,0 1-1,0-2 1,0 1 0,0 0 0,0-1-1,0 0 1,6-1 0,10-4 12,0-1 0,0-1 0,28-15 0,-33 16 2,8-5 36,0-1 0,-1-1 0,0 0 1,-1-2-1,-1-1 0,0 0 0,-2-2 0,19-22 0,-15 11 4,0-1-1,-3 0 1,0-2 0,-2 0-1,13-37 1,11-55 93,0 3 524,-24 62-146,-16 56-104,0 10 90,1 47 510,-4 64 0,-1-68-635,3 1 1,6 57 0,1-64-168,12 47 0,-14-74-182,0 1 1,2-1-1,0 0 0,0-1 0,17 24 1,-20-33-44,0 0 0,1-1 0,0 1 1,0-1-1,0-1 0,0 1 0,1-1 1,0 0-1,0 0 0,0 0 0,1-1 0,-1 0 1,1 0-1,-1-1 0,1 0 0,0 0 1,0-1-1,0 1 0,0-2 0,14 1 1,-11-1-16,-1-1 1,1 0 0,-1-1 0,1 0 0,-1-1 0,0 0 0,0 0 0,0-1 0,-1 0-1,1 0 1,-1-1 0,0 0 0,0-1 0,-1 0 0,10-8 0,3-8-28,-1 0-1,-1-1 1,-1-2 0,0 1 0,18-42 0,53-142-282,-72 167 261,124-336 110,-117 327 197,-22 48 22,-1 8 66,-4 76 232,-19 110-1,-1-1-692,21-151-571,2 0 1,7 69-1,-2-83-143,0-1 0,2 0 1,10 28-1,12 8-2931,-21-50 1883,0-1-1,0 0 1,12 13-1,26 17-9534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15.3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1 10049,'0'0'10988,"-3"2"-9322,1 0-1484,0-1-1,0 1 1,0 0 0,0 0-1,1 0 1,-1 0-1,0 1 1,1-1-1,0 0 1,-1 1-1,1-1 1,0 1-1,0-1 1,1 1-1,-1-1 1,0 1-1,0 5 1,0 6 357,1 0 0,3 24 0,0 5 264,25 367 2669,-18-227-3137,23 221 234,-30-380-569,1 1 0,10 28 0,-13-47 0,1 0 0,1 0 0,-1 0 0,1-1 0,0 1 0,0-1 0,1 0 0,-1 0 0,1 0 0,1 0 0,-1-1 0,0 1 0,1-1 0,6 4 0,-7-6-3,-1 0 0,1-1 0,-1 0-1,1 0 1,0 0 0,0 0 0,-1 0 0,1-1 0,0 0 0,0 0-1,6 0 1,40-9-130,-44 7 99,22-6-165,0-2 0,-1-1-1,40-21 1,7-4-80,-19 14 134,1 2 1,0 3-1,2 2 0,0 2 0,106-8 0,-159 21 120,0 0-1,0 0 0,0 0 0,0 1 0,0-1 0,9 4 1,-14-4 23,0 0 0,1 0 1,-1 0-1,0 0 0,1 0 1,-1 0-1,0 1 1,0-1-1,1 0 0,-1 0 1,0 0-1,0 1 0,1-1 1,-1 0-1,0 0 1,0 0-1,1 1 0,-1-1 1,0 0-1,0 1 0,0-1 1,0 0-1,0 0 1,1 1-1,-1-1 0,0 0 1,0 1-1,0-1 0,0 0 1,0 1-1,0-1 1,0 0-1,0 1 0,0 0 1,-1 0-2,0 0 1,0 0 0,0 0-1,0 0 1,0 0 0,0 0-1,0 0 1,0 0 0,0 0-1,-1 0 1,1 0 0,-3 1-1,-35 14-20,-1 0 0,-1-3 0,0-1 0,-53 8 0,12-3-109,-152 24-2923,196-36 2069,29-4 73,-1 0 1,1 0-1,0-1 1,0 0-1,-16-3 0,10 1-1351,34-14-13073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16.7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1 926 13753,'17'-7'1520,"0"0"-1,35-9 0,-37 12-170,-12 3-1066,0 0 0,1 0 1,-1 1-1,0-1 0,1 1 0,-1 0 1,0 0-1,1 0 0,-1 1 1,0-1-1,1 1 0,-1-1 0,0 1 1,4 1-1,3 2-108,0-1-1,0 1 1,0 1-1,-1 0 1,1 0 0,-1 1-1,0 0 1,-1 1 0,0-1-1,0 2 1,0-1 0,-1 1-1,0 0 1,0 1 0,-1 0-1,0 0 1,-1 0 0,8 18-1,-9-16-98,-1-2-22,0 0-1,0-1 0,-1 1 0,0 1 0,0-1 0,-1 0 0,-1 10 1,-1 2 31,-2 0 1,-8 37-1,1 13-35,10-69-44,0 0 0,0 0 0,0 0 0,1 0 0,-1-1 0,1 1 0,-1 0 0,1 0 0,0-1 0,-1 1 0,1-1 0,0 1 0,0 0 0,0-1 0,1 0 0,-1 1 0,0-1 0,2 2 0,2-3-5,0 0 1,0 0-1,-1-1 1,1 0 0,0 0-1,0 0 1,-1-1-1,1 1 1,6-4 0,21-11-45,-1-1 0,-1-1-1,53-43 1,-44 32-24,17-17-63,-3-3 0,-2-2 0,71-90 0,-51 57 64,-60 73 33,-8 8 11,0 0-1,0 0 0,0 0 1,-1-1-1,1 1 0,-1-1 1,4-7-1,-6 2-93,-8 15-11,-17 21-173,20-21 158,-45 57-1131,37-46 855,0-1 0,-25 25 1,33-37 342,1 1 0,-1-1 0,1 1 0,0 0 0,0 1 0,-5 10 0,8-14 13,1 5 148,0-6-74,0 1-1,0-1 1,-1 0-1,1 1 1,0-1-1,0 1 1,1-1-1,-1 0 1,0 1-1,0-1 1,1 0-1,-1 1 1,1-1-1,-1 0 0,1 1 1,-1-1-1,1 0 1,0 0-1,1 2 1,13 3 87,1-2 0,0 0 0,0 0 1,21 1-1,-3 0-466,16 1-971,20-13-3171,97-23 0,-141 25 3416,-8 0 235,-1-1 1,1-1-1,-2 0 0,1-1 1,26-18-1,23-11 192,-56 32 919,0 0 1,-1-1-1,0 0 0,0 0 0,0-1 0,-1-1 1,12-11-1,-11 7 918,0 0 0,-1 0 0,0-1 0,12-27 1,-10 22 608,-10 19-1747,-1-1 0,1 0 0,0 0 0,0 0 0,0 0 0,0 0 0,0 0 0,0 0 0,0 0 0,1 0 0,-1 1 0,0-1 1,0 0-1,0 0 0,0 0 0,0 0 0,0 0 0,0 0 0,0 0 0,0 0 0,0 0 0,0 0 0,0 0 0,0 1 0,0-1 0,0 0 0,0 0 0,0 0 0,0 0 0,1 0 0,-1 0 0,0 0 1,0 0-1,0 0 0,0 0 0,0 0 0,0 0 0,0 0 0,0 0 0,0 0 0,1 0 0,-1 0 0,0 0 0,0 0 0,0 0 0,0 0 0,0 0 0,0 0 0,0 0 0,0 0 0,0 0 0,0 0 0,1 0 1,-1 0-1,0 0 0,0 0 0,0 0 0,0 0 0,0-1 0,0 1 0,0 0 0,0 0 0,0 0 0,0 0 0,0 0 0,0 0 0,0 0 0,0 0 0,0 0 0,-1 33 3717,-1-4-4099,2-24 374,0 1 0,1-1 0,0 1 1,0-1-1,0 0 0,1 1 0,0-1 1,0 0-1,0 0 0,0 0 0,1 0 0,0 0 1,0-1-1,0 1 0,1-1 0,-1 0 1,1 0-1,0 0 0,0 0 0,1-1 1,-1 0-1,1 0 0,8 5 0,-1-3-67,0 1 0,0-2 0,0 0 0,1 0-1,-1-1 1,1-1 0,0 0 0,0-1 0,13 0 0,-3-1 5,0-1 1,0-2 0,-1 0 0,1-1 0,-1-1-1,30-12 1,-39 12 83,1-1 0,-1-1 0,0 0 0,-1 0 0,0-1 0,0-1 0,0 0 0,-1-1 0,-1 0 0,19-23 0,-12 7 41,0 0 0,-2 0 1,19-50-1,23-88 222,-54 155-289,37-116 341,-38 122-341,-3 22 50,-8 164 34,10-155-108,1 0 0,2-1 0,1 1-1,12 41 1,-16-67 0,-1 1-6,2 1 0,-1-1 1,0 1-1,1-1 0,-1 0 0,1 0 0,0 1 0,0-1 0,0-1 0,0 1 0,1 0 1,-1 0-1,1-1 0,0 1 0,0-1 0,4 3 0,-2-3-9,0 1 0,0-1 0,0 0 0,1 0 0,-1-1 0,1 0 0,-1 0 0,1 0 0,9 0 1,4-2-20,0-1 0,0 0 1,0-1-1,-1-1 1,24-9-1,-11 3-4,32-9 49,-60 19-9,0 0-1,-1 0 0,1 0 0,0 1 0,-1-1 0,1 1 1,-1-1-1,1 1 0,0 0 0,-1 0 0,5 3 0,1 0 28,4 2 62,-1-1-84,1 0 0,0 0 0,0-1 0,0 0 0,0-1 0,23 3 0,-11-6-145,1-1 0,-1 0 0,0-2 0,0-1 0,0 0 0,25-10-1,-37 10-120,0 0-558,1-1 0,20-11 0,-29 14 497,-1-1-1,1 1 1,-1-1 0,0 0-1,0 0 1,0 0-1,-1 0 1,1 0-1,-1-1 1,0 1 0,1-1-1,1-4 1,-3 5-593,5-28-1025,-4 25 2003,0 1-1,1-1 0,0 0 0,0 1 0,0 0 0,1 0 0,-1 0 0,1 0 0,1 0 1,4-4-1,-4 4 309,0 1 0,-1-1 0,0-1 0,0 1 1,0-1-1,-1 1 0,5-11 0,21-65 2776,-28 78-1406,-4 3-1691,0 1 0,0-1 0,1 1 0,-1 0 1,0 0-1,0 0 0,1 0 0,-1 0 0,1 1 0,0-1 0,-1 1 0,1 0 1,0 0-1,0-1 0,-3 4 0,-25 34 265,17-19-210,2 0 0,0 1-1,-8 25 1,14-34-75,1 0-1,1 1 0,0 0 0,0 0 1,1 0-1,0 26 0,2-36-42,0 1-1,1-1 0,-1 1 0,1-1 0,0 1 0,0-1 1,0 1-1,0-1 0,1 0 0,0 0 0,-1 1 0,1-1 1,0 0-1,0-1 0,1 1 0,-1 0 0,1-1 1,-1 1-1,1-1 0,5 4 0,-1-3-71,0 1 1,0-1-1,0-1 1,0 1-1,1-1 1,-1 0-1,1-1 1,12 1-1,31 1-79,1-3 0,-1-2 0,0-2 0,0-3 0,-1-2 0,1-2 0,-2-2 0,0-2 0,-1-2 0,0-3 0,-2-1 0,0-3 0,-2-1 0,48-36 0,-61 36 213,-1-1 0,-2-2-1,0 0 1,-2-2 0,31-45-1,90-174 1544,-102 166-694,-41 76-801,1-3 91,0 1 1,0 0-1,1 0 0,1 1 1,9-11-1,-13 17 592,-9 20 696,1-6-1150,-98 316 2432,90-272-4231,2 0 0,-4 80 1,8-71-1924,8-26-3321,0-32 4757,3 17-6889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17.0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0 123 9337,'34'-11'660,"-21"5"-184,1 2-1,0 0 1,1 0-1,-1 1 1,0 1-1,21 0 1,7-1 2368,0-2 0,59-14 1,-78 12-1900,32-13 1,-33 11-682,40-11 1,-50 18-261,0 1 0,0 0 0,0 1 0,0 0 0,0 1 0,0 0 0,0 1 0,0 1-1,-1-1 1,1 2 0,-1 0 0,0 0 0,0 1 0,0 0 0,19 13 0,-8-3 25,0 1 0,-1 1 0,-1 1 0,-1 1 0,0 0 0,16 24 0,-27-33-16,-1 1 0,0 0 0,-1 0 0,0 1 0,-1 0 0,0 0 0,-1 0 0,0 0 0,-1 1 0,-1-1 0,3 24 0,-5-26-122,0 1 1,-1-1-1,0 0 1,0 0 0,-1 0-1,0 0 1,-1-1-1,0 1 1,0-1 0,-1 1-1,-1-1 1,1 0-1,-1 0 1,-1-1 0,-9 12-1,1-5-887,0-1-1,-30 22 1,-7 1-3898,31-23 1287,3 0-4885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17.1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37 10981,'10'21'4588,"-17"-36"-2783,1 0 2583,-4-1-4268,3 4-532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6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27 691 6537,'-22'10'1780,"17"-8"57,23 1 1712,-5-1-2728,0-1-1,1-1 0,-1 0 1,17-2-1,9-4-15,49-15-1,-44 10-321,1161-265 1546,4 22-7526,-1081 228 4341,169-34-3630,-5 8-2717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7.2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1 8693,'-14'15'1859,"1"1"0,0 1 0,-15 25 0,28-42-1838,-3 5 582,1-1-1,-1 1 0,1 0 0,0 0 0,1 0 0,-1 0 0,-1 6 0,3-9-473,0 0 0,0 1 0,1-1-1,-1 0 1,1 0 0,-1 0-1,1 0 1,-1 0 0,1 1 0,0-1-1,0 0 1,0 0 0,0-1 0,1 1-1,-1 0 1,0 0 0,1-1 0,-1 1-1,1 0 1,0-1 0,2 2 0,-1 0-11,4 3 34,0-1 0,0 1 0,0-2 1,1 1-1,0-1 0,0 0 1,0-1-1,0 0 0,0 0 0,0-1 1,11 2-1,51 11 386,84 5 1,104-4-879,259-26-2295,6-31-3549,-297 21 1396,90-4-5103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30:37.8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13565,'0'0'5421,"17"6"-4685,0 0-180,6 9-168,31 12-176,-1-12-260,11 0-392,20-9-264,20-6-516,30-9-556,10-6-853,10-6-1423,17-9-2973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0.3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2 588 10757,'-1'-12'745,"0"-1"-1,1 0 1,1 1-1,0-1 1,1 1-1,0-1 1,1 1-1,0-1 1,1 1-1,1 0 1,0 1-1,0-1 1,1 1-1,0 0 1,13-16-1,-11 18-350,1-1-1,1 1 1,-1 1-1,1-1 1,1 2-1,-1 0 0,2 0 1,-1 0-1,22-7 1,-15 7-132,0 0 0,0 2 1,1 1-1,0 0 0,31-2 0,-8 3 214,61 4-1,-80 1-360,0 1 0,0 1-1,0 1 1,-1 0 0,27 12 0,-19-4-24,-1 1 0,0 2 1,-2 1-1,0 2 1,0 0-1,42 42 0,-38-28-17,-1 1-1,-1 1 1,-2 2-1,29 53 1,-16-13-26,-4 2 1,-3 1-1,-4 2 1,31 143-1,-38-118-32,-4 2-1,4 141 1,-20-181-31,-4 0 0,-2-1 0,-4 1 0,-28 119 0,31-167 24,-2-1 1,0 0 0,-1-1 0,0 0 0,-22 34 0,29-52-9,0 0 1,0 0-1,1 0 0,-1 0 1,0 0-1,0 0 0,0 0 1,0-1-1,0 1 0,0 0 1,0-1-1,0 1 1,-1-1-1,1 1 0,0-1 1,0 1-1,0-1 0,0 0 1,-1 0-1,1 1 1,0-1-1,0 0 0,-1 0 1,1 0-1,0-1 0,0 1 1,-1 0-1,1 0 0,0-1 1,0 1-1,0 0 1,-1-1-1,1 1 0,-2-2 1,-1-1 8,0 1 1,0-1-1,1 0 1,-1 0 0,1-1-1,0 1 1,-5-6 0,3-1-13,-1-1 0,1 0 0,1-1 0,0 1 0,0-1 0,1 1 1,1-1-1,-3-24 0,4 29-1,-10-111-206,5 0 1,15-205 0,-1 219-234,5 1-1,4 1 1,4 0 0,5 2 0,4 0 0,68-149 0,-70 192-250,3 2 0,3 0 1,1 2-1,82-91 1,-83 108-10,2 3 1,1 0 0,1 3 0,2 1-1,1 2 1,1 1 0,47-19 0,-33 20-1846,1 3 0,65-16 0,-11 15-5262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1.6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914 527 9865,'3'0'105,"21"-7"1152,-24 4-543,-13-1 103,5 3-520,1 1-1,-1 0 0,0 0 0,1 1 0,-1 0 0,1 0 0,-1 0 0,1 1 0,0 1 0,-1-1 0,-11 7 0,-5 3 538,-42 30-1,-14 18-299,3 4 0,3 2 1,3 5-1,-81 101 0,74-73-272,-81 138-1,125-167-110,24-45 76,10-24-204,1 0 1,0-1-1,-1 1 1,1-1-1,0 1 1,0-1-1,-1 1 1,1-1-1,0 1 1,0-1-1,0 0 0,0 1 1,0-1-1,-1 0 1,1 0-1,0 0 1,0 0-1,0 0 1,0 0-1,0 0 1,1 0-1,4-1 20,1 0-1,-1 0 1,0 0-1,0-1 1,0 0 0,0 0-1,-1-1 1,1 0-1,0 0 1,-1 0-1,0 0 1,0-1 0,0 0-1,5-5 1,13-12 263,32-41-1,-22 24 59,2-1 77,31-33 528,-59 65-885,0 0-1,1 1 0,0 0 1,0 0-1,1 0 0,14-6 1,-19 11-74,-1 0 0,0 0 1,0 0-1,1 1 1,-1-1-1,1 1 0,-1 0 1,0 0-1,1 0 1,-1 1-1,0-1 1,1 1-1,-1 0 0,0 0 1,1 0-1,-1 0 1,0 0-1,5 3 0,-3 0-71,1-1 0,-1 1 0,0 0-1,0 1 1,0-1 0,-1 1 0,1 0 0,5 8-1,41 68-737,-28-42-281,2-1 0,1-2-1,39 42 1,-56-68 672,1-1 0,0 0-1,1-1 1,0 0 0,1 0-1,-1-1 1,1-1 0,1 0-1,-1-1 1,1 0 0,0-1-1,0 0 1,0-1 0,0 0 0,18 0-1,-18-2 210,0-2-1,0 0 1,1 0-1,-1-1 1,0-1-1,0 0 1,-1-1-1,1-1 1,-1 1-1,1-2 1,-2 0-1,1 0 1,-1-1-1,21-17 1,-4 0 209,0-3 1,-1 0-1,44-60 1,-29 27 304,-2-2-1,46-97 1,46-145 2379,-74 165-752,-36 84-970,29-60 866,-42 102-1485,-7 11 373,-1 4-588,5 9-118,-2 0 1,1 1 0,-1 0-1,-1 0 1,4 23-1,-3-18-233,1 0 0,1-1 0,0 1 0,1-1 0,1-1 0,15 24 0,-20-35 160,-1-1 1,1 0-1,0 1 1,0-1-1,0 0 0,0-1 1,1 1-1,-1 0 1,1-1-1,-1 0 1,1 0-1,0 0 0,0 0 1,0-1-1,0 1 1,0-1-1,1 0 1,7 1-1,-2-2-17,1 0 1,-1 0-1,1-1 0,-1 0 1,17-4-1,-13 2 43,0-2 0,0 0 0,-1 0 0,0-1 0,0-1 1,0 0-1,-1-1 0,0 0 0,0-1 0,-1 0 0,0-1 0,12-14 0,-18 18 27,0 1 0,0-1 0,-1 0-1,0-1 1,0 1 0,-1-1 0,0 1-1,0-1 1,0 0 0,-1 0 0,0 0 0,0-1-1,-1 1 1,0 0 0,0-1 0,0 1 0,-1-1-1,-1 1 1,1 0 0,-1-1 0,0 1-1,-1 0 1,0-1 0,0 1 0,-5-11 0,4 13-2,0 0 0,0 0 1,0 0-1,-1 0 0,0 1 0,0-1 1,0 1-1,0 0 0,-1 1 1,0-1-1,0 1 0,0-1 1,0 1-1,0 1 0,0-1 1,-1 1-1,1 0 0,-1 0 1,0 1-1,-8-2 0,4 2-15,0 0 0,0 0 1,0 1-1,0 1 0,0 0 0,0 0 0,0 1 1,1 0-1,-1 0 0,0 1 0,-9 5 0,17-7 13,0-1-1,0 1 1,0 0-1,0 0 1,0 0-1,0 0 1,0 0 0,0 0-1,1 0 1,-1 1-1,1-1 1,-1 1-1,1-1 1,-1 1-1,1 0 1,0-1 0,0 1-1,0 0 1,0 0-1,0 0 1,0 0-1,0 0 1,1 0-1,-1 0 1,1 0-1,-1 0 1,1 0 0,0 1-1,0-1 1,0 0-1,0 0 1,0 0-1,0 0 1,2 4-1,-1-3 0,0 1 0,1-1-1,0 0 1,0-1-1,0 1 1,0 0 0,0 0-1,1-1 1,-1 1-1,1-1 1,-1 0 0,1 0-1,0 0 1,0 0-1,0 0 1,0-1-1,0 1 1,1-1 0,-1 0-1,5 1 1,6 1 51,0-1 1,0-1-1,0 0 1,0-1-1,1 0 1,-1-1-1,0-1 1,24-5-1,8-6 554,56-24 0,-15 5 47,-55 28-493,-17 4-115,1 1 0,-1 0 0,0 1 0,0 1 0,17 6 0,-24-7-48,-1 1 1,0 0-1,1 0 1,-1 1-1,-1 0 1,1 0-1,-1 1 1,1-1-1,-1 2 0,0-1 1,-1 1-1,0-1 1,9 14-1,0 5-382,-1 2-1,16 47 0,-17-42-114,21 43 0,-31-71 492,0 0 1,0 0-1,0 0 1,0 0-1,0 0 1,0 0-1,1-1 1,0 1-1,-1-1 1,1 0-1,0 0 1,0 0-1,0 0 1,0 0-1,0-1 1,1 1-1,-1-1 1,0 0-1,6 1 1,-3-1 24,0-1 0,0 0 0,0 0 0,0-1 0,0 0-1,0 0 1,0 0 0,0 0 0,0-1 0,9-4 0,8-6 96,-1-1-1,0-1 1,0 0-1,24-24 1,23-24 158,-2-4 0,84-109 0,-129 148-158,-1 0 1,-2-2-1,0 0 1,23-53-1,-24 20 21,-18 59-126,0 0 1,1 0 0,-1 0-1,0 1 1,0-1 0,-1 0-1,1 0 1,-1 0 0,1 1-1,-1-1 1,-1-3 0,0 0-13,3 6 10,-1 0 0,0 0 0,0 0 0,0 0 0,0 0 1,0 0-1,0 0 0,0-1 0,0 1 0,0 0 0,0 0 0,0 0 1,0 0-1,-1 0 0,1 0 0,0 0 0,0-1 0,0 1 0,0 0 1,0 0-1,0 0 0,0 0 0,0 0 0,0 0 0,0 0 0,0 0 1,0 0-1,0-1 0,-1 1 0,1 0 0,0 0 0,0 0 0,0 0 1,0 0-1,0 0 0,0 0 0,0 0 0,0 0 0,-1 0 0,1 0 0,0 0 1,0 0-1,0 0 0,0 0 0,0 0 0,0 0 0,-1 0 0,1 0 1,0 0-1,0 0 0,0 0 0,0 0 0,0 0 0,0 0 0,0 0 1,0 0-1,-1 1 0,1-1 0,0 0 0,0 0 0,0 0 0,-10 2 15,5-1-15,0 0 1,1 0-1,-1 1 0,0-1 0,1 1 0,0 0 0,-1 0 0,1 1 1,0-1-1,0 1 0,-5 4 0,1 2-6,-1 0 1,1 1-1,0 0 0,1 1 1,0 0-1,1 0 1,0 0-1,1 1 0,0 0 1,1 0-1,0 0 0,1 0 1,0 1-1,1 0 0,0-1 1,1 1-1,1 0 0,0 0 1,1-1-1,3 23 0,-1-12 82,-2-19-24,-1 1 0,1-1 0,-1 1 1,1-1-1,0 1 0,1-1 0,-1 0 0,1 0 0,0 1 1,0-1-1,0-1 0,1 1 0,2 4 0,15 20 48,-2 1-1,-1 0 1,-1 1-1,-2 1 1,16 48-1,-12-30-94,133 391-52,-108-302-211,35 128-244,-70-230 422,-2 0 0,-1 0 0,-2 0 0,-2 0 1,-4 54-1,1-77 86,-1 0 0,0 0 1,-1-1-1,0 1 1,-1-1-1,-1 0 0,0-1 1,0 1-1,-1-1 0,0-1 1,-1 1-1,-1-1 0,1 0 1,-1-1-1,-1 0 0,0-1 1,-21 15-1,11-10 171,-1-1-1,-1-1 1,0-1 0,0 0-1,-1-2 1,0-1 0,0 0-1,-42 4 1,60-10-121,1 0-1,-1 0 1,0-1 0,0 0-1,0 0 1,0 0 0,0-1 0,0 1-1,0-1 1,0 0 0,0-1-1,1 1 1,-1-1 0,0 0-1,1 0 1,0 0 0,-1-1 0,1 0-1,0 0 1,0 0 0,-6-6-1,6 3-21,1 1-1,0-1 1,0 0-1,0 0 1,1 0-1,0 0 1,0 0-1,0 0 1,1-1-1,0 1 1,0-1-1,1 1 1,0-1-1,0 1 1,2-12-1,4-17 52,2 0-1,1 0 1,2 0 0,1 1-1,23-43 1,-4 6-61,176-396 98,44-108-80,-110 256-134,-137 310 60,-3 13 83,1 10 51,0-1-1,-1 1 1,-1-1-1,0 1 1,-1 0-1,0-1 1,-1 1-1,-7 23 1,0 11 206,-6 36 177,0-9 44,-7 135 0,21-190-484,1 0-1,1 1 1,1-1 0,1 0-1,1 0 1,0 0-1,1 0 1,2-1-1,0 0 1,1 0-1,16 29 1,-15-36-135,0 0 1,1-1 0,0 0 0,1 0-1,0-1 1,1-1 0,0 0 0,1 0-1,-1-1 1,2-1 0,-1 0 0,1-1-1,0 0 1,0-1 0,0-1 0,1 0-1,23 2 1,0-1-498,0-3-1,1 0 1,-1-3-1,0-1 1,68-13 0,-35-1-2288,0-3 0,70-29 0,9-11-6689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1.9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369 69 11733,'-11'-1'467,"1"0"0,-1-1 0,1 0 0,0-1 0,0 0 0,0 0 0,0-1 0,0-1 0,-12-6 1,15 6 281,2 1-40,0 0 1,-1 0-1,0 1 1,0-1 0,-12-3-1,16 6-551,-1 1 0,1-1-1,-1 1 1,1 0 0,-1 0-1,1 0 1,-1 0 0,0 0 0,1 1-1,-1-1 1,1 1 0,-1-1 0,1 1-1,0 0 1,-1 0 0,1 0-1,0 1 1,-1-1 0,1 0 0,-2 3-1,-3 2 177,0 0 0,0 1 0,1-1-1,0 2 1,0-1 0,1 1 0,0-1-1,0 1 1,-5 13 0,-1 4 398,2 1-1,-9 40 1,1 14-539,4 1 0,4 0 1,3 0-1,4 1 0,3-1 0,4 1 1,4-1-1,3 0 0,3-1 0,4-1 0,3 0 1,44 101-1,-41-126-428,1-1 1,3-2-1,50 70 1,-59-95 27,0-2 1,2-1 0,0 0-1,2-2 1,0 0 0,1-2 0,1-1-1,31 17 1,-24-19-582,1-2 0,0 0 1,1-3-1,0-1 0,1-1 0,68 7 0,-57-13-1460,0-2 0,0-2-1,1-2 1,87-17 0,-5-11-7984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2.1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179 48 12021,'-55'-26'2493,"9"4"2377,28 37-2202,13-10-2472,1 1-1,0 0 1,0 0 0,0 0-1,1 0 1,-1 0 0,2 1-1,-1-1 1,1 1-1,0 0 1,-2 7 0,-1 17 415,-2 39 0,5-45-377,-2 50 302,10 139-1,28 76-2309,-23-207 669,42 200-7374,-38-238 3603,4-10-2833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2.4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1 333 9345,'0'0'67,"1"-1"-1,-1 1 1,0 0 0,1 0 0,-1-1-1,0 1 1,1 0 0,-1 0-1,0 0 1,1-1 0,-1 1 0,1 0-1,-1 0 1,1 0 0,-1 0 0,0 0-1,1 0 1,-1 0 0,1 0 0,-1 0-1,0 0 1,1 0 0,-1 0-1,1 0 1,-1 0 0,1 1 0,-1-1-1,0 0 1,1 0 0,-1 0 0,0 1-1,1-1 1,-1 0 0,0 0 0,1 1-1,-1-1 1,0 0 0,1 1-1,-1 0 1,-2 20 2740,-4 20-931,10 31-88,2 0 0,19 80 1,-16-112-1218,2 0 1,1-1 0,2-1 0,2 0 0,28 48-1,-40-79-481,1 0-1,0 0 0,0-1 1,0 0-1,1 0 0,0 0 1,0 0-1,1-1 1,0 0-1,0-1 0,0 1 1,0-1-1,0-1 0,1 0 1,0 0-1,12 4 0,-13-6-52,-1 0-1,1 0 0,0-1 0,-1 0 0,1 0 0,0 0 0,0-1 1,-1 0-1,1 0 0,-1-1 0,1 0 0,-1 0 0,1 0 0,-1-1 1,0 0-1,0 0 0,0 0 0,-1-1 0,1 0 0,8-9 1,0-1-2,-2 0 1,0-2-1,0 1 1,-2-1-1,0-1 1,-1 0-1,0 0 1,-1-1-1,-1 0 1,-1-1-1,-1 1 1,4-28-1,-3 8-37,-2 0-1,-1 0 1,-3 0-1,0 0 1,-9-51-1,4 56-106,-2 0-1,-1 0 1,-1 1-1,-2 0 1,-1 0-1,-24-44 1,25 57-192,-1 0 0,-1 1 0,0 0 0,-2 1 0,1 1 0,-2 0 1,-1 1-1,0 0 0,0 2 0,-35-21 0,43 30-51,0-1 1,1 2-1,-2-1 1,1 1-1,0 1 1,-1 0-1,1 0 1,-1 1-1,-11-1 1,17 2-60,0 0 0,0 0 0,0 1 0,0-1 0,0 1 0,0 0 0,0 0 0,0 0 0,0 0 0,0 1 0,1 0 0,-1 0 0,0 0 0,1 0 0,0 0 0,-1 1 0,1-1 0,0 1 0,0 0 0,1 0 0,-1 0 0,1 0 0,-5 7 0,-3 25-7367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2.9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1615 6 11865,'-7'-2'732,"-2"-1"244,2 2 4446,5 3-5155,0-1 0,1 1 0,-1-1 1,1 1-1,0 0 0,0 0 0,-1-1 0,1 1 0,0 0 0,-1 4 1,1-3 49,-2 5-46,0 0 1,0 0 0,1 1 0,0-1 0,1 1-1,0 0 1,0-1 0,1 1 0,0 0 0,1 0-1,2 13 1,4 14 715,17 53 1,-10-41-336,179 781 3882,-177-730-4522,-5 0-1,-3 1 1,-5 0 0,-5 0 0,-4-1-1,-4 1 1,-26 110 0,0-77-564,-6-1 1,-6-1-1,-5-3 0,-6-3 0,-5-2 1,-6-3-1,-4-3 0,-6-4 1,-109 120-1,116-155-959,-4-2 1,-2-4-1,-159 110 1,133-115-2690,-150 71-1,13-27-5622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4.6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250 452 9425,'0'0'7337,"-1"2"-6646,-19 39 495,3 1 0,-18 58 1,8-18-398,-10 28 783,-43 214 1,66-238-1202,3 1 0,5 0 0,5 100 0,3-142-293,3 0 0,1 0 0,3 0 0,1-1 0,2 0 0,3-1-1,1 0 1,29 55 0,-33-77-54,1 1 0,1-2 0,0 0 0,2-1-1,0 0 1,1-1 0,1-1 0,1-1 0,0 0 0,1-2-1,0 0 1,2-1 0,-1-1 0,1-1 0,1-1 0,46 13 0,-42-17-3,1-1 0,0-1 1,0-2-1,1-1 0,-1-1 1,0-1-1,0-2 0,47-9 1,-42 4-14,0-2 0,0-1 0,-1-1 0,-1-2 1,0-1-1,52-34 0,-47 22-4,-1-1 1,-2-1-1,-1-2 1,-1-1-1,-2-2 1,-1 0-1,-2-2 1,-2-1-1,-1-1 1,32-72-1,-36 62-16,-1 0 0,-3-1 0,-2 0 0,-2-1-1,-3 0 1,-1-1 0,-3 0 0,-2 0-1,-5-60 1,-4 42-9,-3 1 0,-3 0-1,-3 1 1,-3 0 0,-3 2 0,-2 0-1,-4 2 1,-2 1 0,-2 1 0,-4 1 0,-2 3-1,-2 1 1,-3 1 0,-73-70 0,80 90-14,-2 3 0,-45-31 0,64 50 15,-1 1-1,0 1 0,-1 1 1,0 1-1,0 0 0,-40-9 1,51 16-63,-1 0 0,0 1 1,0 0-1,1 1 0,-1 0 1,0 1-1,0 0 0,0 1 1,1 0-1,-12 4 0,15-4-30,-1 1-1,1 1 0,0-1 1,0 1-1,1 1 1,-1-1-1,1 1 1,0 0-1,0 1 1,1-1-1,-1 1 0,1 0 1,1 0-1,-1 1 1,1-1-1,-5 11 1,0 1-438,1 1 1,1 0 0,1 1-1,0-1 1,1 1-1,1 1 1,1-1 0,0 27-1,2-14-1551,2 0 0,2 0-1,10 53 1,14 5-5857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4.8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734 69 15465,'-1'0'161,"-1"0"-1,1 0 1,0 0-1,-1-1 1,1 1-1,-1 0 1,1 0-1,0-1 1,0 1-1,-1-1 1,1 0-1,0 1 1,0-1-1,-1 0 1,1 1-1,0-1 1,0 0-1,0 0 0,0 0 1,0 0-1,0 0 1,1 0-1,-1-1 1,0 1-1,0 0 1,1 0-1,-1-2 1,0-2 818,1 1 0,1-1 0,-1 1 0,1 0 0,-1-1 0,1 1 0,1 0 0,2-8 0,-10 44 1508,-12 33-977,-28 51-3580,-4-3 0,-104 172 1,58-136-3566,-142 168 1,136-196-6671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5.8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1353 367 7065,'-6'-10'377,"2"5"16,0 0 0,1 0 0,0-1-1,0 1 1,1 0 0,-1-1-1,1 0 1,0 0 0,1 1 0,-1-1-1,0-8 1,2 1 173,-1 0 1,-1 0-1,0 0 0,-1 1 1,0-1-1,-1 1 0,0-1 1,-1 1-1,-1 1 0,0-1 1,0 1-1,-1 0 0,-1 0 1,-15-17-1,16 20-455,-1 0 0,0 1 0,0 0 0,0 1 0,-1 0 0,0 0 1,0 0-1,-1 1 0,0 1 0,0 0 0,0 0 0,0 1 0,0 0 0,-1 1 0,1 0 0,-1 0 1,0 2-1,-11-1 0,-20 5 13,1 2 1,0 1 0,1 2-1,0 3 1,0 0-1,-60 30 1,-4 10-29,-104 71 1,168-98-95,1 1 1,1 3 0,2 1 0,0 1 0,3 2-1,-33 41 1,53-57-30,2 0-1,0 1 0,1 0 1,1 0-1,0 1 1,2 0-1,-6 21 1,9-25-15,1 1 1,1 0 0,0 0 0,1 0 0,1 0 0,1 0 0,0 0 0,1 0 0,0-1 0,6 18 0,-5-21 1,1 0-1,1 0 1,0 0 0,1 0 0,0-1 0,1 0-1,0-1 1,1 1 0,0-1 0,13 12-1,-8-10-17,2 0-1,-1-1 0,1-1 1,1 0-1,0-1 0,29 12 0,-16-10 11,0-2 1,0-1-1,1-1 0,0-2 0,0-1 0,0-1 0,0-2 0,52-3 0,-46-3 34,0-1 0,0-1 0,-1-2 0,0-2 0,-1-1 1,45-23-1,-37 13 11,-2-2 0,0-1 1,-2-2-1,54-50 0,-49 34 132,-1-1-1,-2-3 0,-2-1 1,-3-1-1,-1-2 0,-3-2 0,-2-1 1,22-59-1,-33 64 445,-2-1-1,-1 0 1,-4-1-1,7-60 1,-17 107-481,0-43 639,-1 47-717,0-1 1,0 0 0,0 1 0,0-1-1,0 1 1,0-1 0,0 1-1,0-1 1,0 1 0,0-1-1,-1 0 1,1 1 0,0-1-1,0 1 1,-1-1 0,1 1 0,0-1-1,-1 1 1,1 0 0,0-1-1,-1 1 1,1-1 0,-1 1-1,1 0 1,0-1 0,-1 1-1,1 0 1,-1 0 0,0-1 0,1 1-1,-1 0 1,1 0 0,-1 0-1,1-1 1,-1 1 0,1 0-1,-1 0 1,1 0 0,-1 0-1,0 0 1,1 0 0,-1 0-1,1 0 1,-1 1 0,1-1 0,-1 0-1,1 0 1,-1 0 0,0 1-1,1-1 1,-1 0 0,1 0-1,0 1 1,-1-1 0,1 1-1,-1-1 1,0 1 0,-3 2 55,0 1 1,0 0 0,0 0-1,0 0 1,0 0-1,1 1 1,0-1 0,0 1-1,0 0 1,1 0-1,0 0 1,-1 0 0,2 0-1,-3 11 1,-1 7 149,1 0 0,-1 30 0,1 119 510,21 187-1,-6-193-582,-8 350 274,-10-432-392,-3 1 1,-4-2-1,-4 1 1,-30 85-1,30-121-104,-2-2 0,-3 0 1,-1-2-1,-3 0 0,-1-2 0,-2-1 1,-2-2-1,-69 68 0,46-58-639,-2-2 0,-2-2 0,-2-3 0,-2-3 0,-101 48 0,-128 39-3534,93-47-4604,88-36-1470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6.3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1815 10357,'-7'8'4948,"22"-19"-3342,8-6-623,17-2-189,1 1 0,1 2 1,74-18-1,-108 31-735,1100-218 1556,-727 170-1415,66-2 56,59-4-118,60 3-5,60 1 53,57-1 35,56 1 2,2281-108 524,9 55 523,-1204 45-123,778-74 704,-26-145 468,-1463 60-1664,-1065 208-1026,-1-3 1,81-36-1,-87 25-1021,-41 26 1329,0 0 0,-1 0 0,1-1-1,-1 1 1,1 0 0,-1-1 0,1 1 0,-1 0 0,1-1 0,-1 1 0,1-1 0,-1 1 0,0-1 0,1 1 0,-1-1 0,0 1 0,1-1-1,-1 1 1,0-1 0,0 1 0,1-1 0,-1 0 0,0 1 0,0-1 0,0 1 0,0-1 0,0 0 0,0 1 0,0-1 0,0 0 0,0 1-1,0-1 1,0-1 0,-21-9-1968,9 7 851,-1 1 0,0 1-1,-1 0 1,1 1 0,0 1 0,0 0 0,0 0 0,-14 3-1,-70 6-10624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7.3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1511 92 8405,'11'-11'585,"0"1"0,1 0 0,-1 1 0,2 1 0,0-1 0,0 2 0,0 0 0,15-5 0,-20 10-369,0 0 0,0 0-1,0 1 1,0 0 0,1 0 0,-1 1 0,0 0-1,0 1 1,0 0 0,0 0 0,0 0 0,14 5 0,-10-2-12,1 0 1,0 1-1,-1 1 1,0 0 0,0 0-1,15 12 1,62 55 713,-74-61-794,108 102 474,-5 5 1,-5 4 0,161 231 0,-220-271-501,-3 3 0,-4 2 0,-4 2 1,-4 2-1,-3 2 0,-6 1 1,-3 1-1,-4 1 0,14 141 0,-31-157-44,-4 0-1,-13 139 0,-78 362 153,61-461-164,-64 174 0,8-83-162,-8-5 0,-10-3 0,-218 325 0,173-323-402,-9-7 0,-9-7 0,-217 195 0,236-258-1173,-316 214 1,15-91-4868,188-134-712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7.8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760 48 4920,'-78'-34'1564,"71"32"-1266,-1-1-1,1 1 1,0 0 0,-1 1 0,1-1-1,-1 2 1,0-1 0,1 1 0,-1 0-1,0 1 1,1-1 0,-1 1 0,1 1-1,-1 0 1,1 0 0,0 0 0,-1 1-1,1 0 1,1 1 0,-1-1 0,0 1-1,1 0 1,0 1 0,-8 7-1,-4 6 226,0 1-1,2 0 0,0 2 0,1 0 0,-18 34 0,-10 23 455,4 2-1,3 2 0,-37 125 1,31-51 173,-21 165-1,23-34-367,13 2-1,12 1 1,41 515-1,94-44-1458,-69-555-575,123 321-1,-132-426-198,98 169 0,-99-205-460,3-1 0,3-2 0,69 70 0,78 46-7768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8.9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16 218 4636,'0'0'3493,"-1"-2"-2568,-1 0-746,1 1-1,-1-1 0,1 0 1,0 1-1,0-1 0,0 0 1,0 0-1,0 0 1,0 0-1,1 1 0,-1-1 1,1 0-1,-1 0 1,1-1-1,0 1 0,0 0 1,0 0-1,0-2 1,0 2-127,1-1 1,0 1 0,0 0 0,0 0 0,0 0 0,1 0-1,-1 0 1,0 1 0,1-1 0,0 0 0,-1 1-1,1-1 1,0 1 0,-1-1 0,1 1 0,0 0 0,0 0-1,4-2 1,18-8 62,1 0 1,-1 2-1,45-10 0,83-8 64,-116 21-133,574-54-758,-526 60 23,-79 0 512,-28 9-118,-11 1 199,-1-1 1,-1-2 0,-50 4-1,-25 4 28,-346 92 18,406-90 44,29-9 0,-47 9 0,192-45-10,-17 3-87,518-75-1786,-620 100 1807,-183 9-281,-331 13 596,289-14-45,217-8-289,9-1-120,177-29-3910,-115 19 1858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29.5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87 546 4748,'-29'-45'3228,"27"43"-2831,-1 0-1,1 0 1,-1 0 0,1 0-1,-1 1 1,0-1-1,0 1 1,0 0 0,0 0-1,-5-2 1,1 1 236,-6-3 86,10 4 997,6-2-1366,2-1-299,0-1 0,0 1-1,0 0 1,0 1 0,1-1 0,0 1 0,-1 0 0,1 1 0,0-1-1,1 1 1,6-1 0,13-3 67,42-2 0,-36 4-63,1049-82-12,-383 38-822,-663 45 734,636-56-799,531-123-3331,-1200 182 4103,1 0-180,-1-1 0,1 1-1,0 0 1,-1-1 0,1 0-1,-1 0 1,1 0 0,-1 0 0,1 0-1,-1 0 1,1-1 0,-1 1-1,0-1 1,0 1 0,0-1 0,3-4-1,8-6-3260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0.8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356 1524 5248,'-9'-13'1164,"0"0"0,1 0 0,-7-16-1,9 17-365,1 1-498,0-1 0,1 0 0,0-1 0,1 1 0,1-1-1,0 1 1,0-1 0,1 0 0,1 0 0,0 0 0,1 1 0,0-1 0,1 0 0,0 1 0,7-20 0,7-14 53,2 1 1,42-76 0,-39 80-96,30-56 202,68-149 333,-95 183-631,28-129 0,-45 156-140,-2 0-1,-1-1 1,-2 1-1,-2-1 1,-5-46-1,4 76-13,0-1 0,-1 1-1,0 0 1,0 0 0,0 0 0,-1 0 0,0 0 0,0 1-1,-6-9 1,7 12-2,0 1 0,0-1 0,0 1 0,0 0 0,-1 0-1,1 0 1,0 0 0,-1 1 0,0-1 0,1 1 0,-1-1 0,0 1-1,0 0 1,0 0 0,0 0 0,0 0 0,0 1 0,0-1 0,0 1-1,0 0 1,0 0 0,0 0 0,0 0 0,-6 1 0,-2 2 6,0 0 1,0 1-1,0 0 1,0 1-1,1 0 1,0 1-1,0 0 1,0 0-1,-16 15 1,-7 10 24,-35 40 1,63-65-31,-40 45 41,1 3 1,4 2-1,-56 97 0,77-116-24,1 2 0,2-1 1,2 2-1,1 0 0,2 0 0,2 1 1,-5 52-1,12-48 10,1 1 1,2-1 0,3 0-1,1-1 1,2 1-1,19 59 1,-7-43-80,3-2 1,3 0-1,62 107 1,231 273-1638,-122-185 146,-185-238 1416,0 0-1,-1 1 1,-1 0 0,0 0-1,11 34 1,-19-48 104,-1 1 0,1 0 0,-1-1 0,1 1 0,-1-1 0,0 1 0,0 0 0,-1-1 0,1 1-1,-1 0 1,1-1 0,-1 1 0,-1-1 0,1 1 0,0-1 0,-1 0 0,1 1 0,-1-1 0,0 0 0,0 0 0,-1 0 0,1-1 0,0 1 0,-1 0 0,0-1-1,0 0 1,1 1 0,-1-1 0,-1 0 0,1 0 0,0-1 0,-4 2 0,0-1 10,1-1 0,-1 1-1,0-2 1,1 1 0,-1-1 0,0 0-1,0 0 1,1-1 0,-1 0 0,0 0-1,1-1 1,-1 1 0,-7-4 0,11 3-23,-1 1 0,1-1 1,0 0-1,0 0 1,0 0-1,1 0 0,-1 0 1,0-1-1,1 1 0,0-1 1,-1 0-1,1 0 1,0 0-1,1 0 0,-1 0 1,0 0-1,1 0 1,0 0-1,-1-1 0,1 1 1,1 0-1,-1-1 0,0 1 1,1-1-1,0 1 1,0-1-1,0-6 0,4-18-179,1 0-1,1 0 0,1 0 1,2 1-1,1 0 0,1 1 1,1 0-1,19-31 0,16-17-113,79-96 0,-72 101 505,4 3 0,2 3 1,3 2-1,89-65 0,-118 104 154,52-25 1,-85 46-331,3-1 30,-1 0 1,1 1-1,0-1 0,0 1 0,0-1 1,0 1-1,0 0 0,0 1 1,0-1-1,0 1 0,0 0 0,0 0 1,0 0-1,1 0 0,-1 1 0,0-1 1,0 1-1,6 3 0,-5-2 3,0 1 0,-1-1 0,0 1 0,0 1-1,0-1 1,0 0 0,0 1 0,0 0 0,-1 0 0,0 0 0,0 0-1,5 9 1,-1 4 13,0-1 1,0 1-1,-2 0 0,0 0 0,-1 1 0,-1 0 1,2 23-1,-2 161 170,-1-15-408,-2-183 175,0 1 1,1-1 0,0 1-1,0-1 1,0 1 0,0-1-1,1 0 1,0 1 0,0-1-1,0 0 1,0 0 0,5 5-1,-6-7 4,0-1 0,1 0 0,-1 0 0,1 0 0,-1 0 0,1 0 0,-1 0-1,1 0 1,0 0 0,0 0 0,-1-1 0,1 1 0,0-1 0,0 1 0,0-1 0,0 0 0,0 0-1,-1 0 1,1 0 0,0 0 0,0 0 0,0 0 0,0-1 0,0 1 0,-1-1 0,1 1 0,0-1 0,0 0-1,-1 0 1,1 0 0,0 0 0,-1 0 0,3-2 0,9-6-31,-1 0 0,-1 0 0,1-1 1,-2-1-1,17-20 0,46-76-109,-34 47 187,-37 63-34,0-1 1,1 1-1,-2 0 1,1-1-1,0 1 1,0 0-1,1 5 1,16 138 100,-17-136-98,0 1 0,1-1 0,1 0 0,0 0-1,0 0 1,1 0 0,0-1 0,0 1 0,1-1 0,1-1 0,-1 1 0,1-1-1,1 0 1,0-1 0,0 0 0,0 0 0,1-1 0,0 1 0,0-2 0,0 0 0,1 0-1,15 5 1,-9-6 2,-1 0-1,1-2 1,0 0-1,-1 0 1,1-2 0,0 0-1,0-1 1,0 0-1,24-6 1,-32 5 14,0 0 0,0-1 0,1 0 1,-2 0-1,10-5 0,20-8 133,-15 7-26,-17 6-151,0 1 0,0 0 0,0 0 0,0 0 0,1 0 0,-1 1 0,1 0 0,-1 0 0,1 1-1,-1-1 1,1 1 0,-1 1 0,7 0 0,-2 1-291,0 1-1,0-2 1,0 1-1,1-1 0,-1-1 1,1 0-1,-1 0 0,0-1 1,1 0-1,-1-1 1,0 0-1,0-1 0,0 0 1,0-1-1,-1 0 1,17-9-1,-18 8 225,0-1 0,-1 0 0,0 0 1,0 0-1,-1-1 0,1 0 0,-2 0 0,1-1 0,-1 1 1,0-1-1,0-1 0,-1 1 0,0 0 0,-1-1 0,0 0 1,0 0-1,-1 0 0,2-17 0,1-23 128,-2-1 1,-3 1-1,-11-98 0,9 131 10,-1 1-1,0-1 0,-1 1 0,-1 0 1,-12-25-1,16 38-49,0 1 0,0-1 0,0 1 1,-1-1-1,1 1 0,-1-1 0,1 1 1,-1 0-1,1 0 0,-1 0 0,0 0 0,0 0 1,0 0-1,1 1 0,-1-1 0,0 0 1,0 1-1,0-1 0,0 1 0,0 0 0,-3 0 1,-4 0-226,0 1 0,0 0 1,-15 3-1,-2 1-2818,2-2 1401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1.0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1 8613,'-2'6'234,"-2"3"302,1 0 0,0 1 0,1-1 0,0 1 0,1-1 0,-1 17 0,-1-1 706,-2-1-1,0 1 1,-15 40-1,-8 33 579,-17 277 533,36-273-2294,-8 190-2499,18-98-2934,2-139 1062,6-6-2375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1.2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399 24 9345,'12'-5'805,"-1"1"0,1 1 0,0-1 0,0 2 0,0-1 1,18 0-1,-28 3-745,0 0 0,0 0-1,0 0 1,1 0 0,-1 0 0,0 1 0,0-1 0,0 1 0,0-1 0,0 1 0,-1 0 0,1-1 0,0 1 0,0 0 0,0 0 0,-1 1 0,1-1 0,0 0 0,-1 0 0,1 1 0,-1-1-1,0 1 1,1 0 0,-1-1 0,0 1 0,0 0 0,0-1 0,0 1 0,0 0 0,0 0 0,-1 0 0,1 0 0,-1 0 0,1 0 0,-1 0 0,0 0 0,0 0 0,0 0 0,0 0 0,0 0-1,0 0 1,0 0 0,-1 0 0,0 4 0,-2 4 24,1 0 0,-2 1 0,1-1 0,-1-1 0,-1 1 0,0-1 0,0 1 0,-1-1 0,0-1 0,-10 12 0,-10 9 47,-41 35 1,66-64-131,-134 117-15,-10 8-2752,55-38-3770,63-55-30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1.3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185 160 9249,'-37'-39'1844,"20"21"-416,-13-6-144,13 15-296,0-6-252,4 3-112,-4 2-620,4-2-988,-1 0-652,4 3-2280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3.1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1 363 11129,'1'-4'138,"-1"2"-33,1 0 0,-1 0 0,1 0 1,-1 0-1,1 0 0,0 0 0,0 1 0,0-1 0,0 0 0,0 0 0,0 0 0,0 1 0,1-1 0,-1 1 0,1-1 0,-1 1 0,1 0 0,0-1 0,-1 1 1,1 0-1,0 0 0,0 0 0,0 0 0,-1 0 0,1 1 0,0-1 0,0 1 0,0-1 0,1 1 0,-1 0 0,2-1 0,21-1 539,1 1 0,-1 1-1,0 1 1,1 2-1,-1 0 1,47 13 0,-18 0-100,-1 3 1,57 27 0,-63-21-435,0 1 0,-2 2 0,-2 2 0,0 2 0,-2 2 0,-2 2 1,-1 1-1,-2 2 0,-1 1 0,-2 2 0,-2 2 0,-3 0 0,-1 2 1,35 81-1,-46-85-88,-1 1 1,-2 1 0,-2 0 0,-3 1 0,-1 0-1,-2 0 1,-2 0 0,-2 1 0,-2-1-1,-2 0 1,-2 1 0,-2-1 0,-13 46-1,-2-13-18,-3-1-1,-50 106 0,54-140 273,-2-1 0,-1-1 0,-3-2 0,-1 0 0,-46 49 1,73-87-251,0 0 1,1 0 0,-1 0 0,0 0 0,0-1 0,0 1 0,0 0 0,0 0 0,0 0 0,0-1-1,0 1 1,0-1 0,0 1 0,0-1 0,-1 1 0,1-1 0,0 0 0,0 1 0,0-1 0,-1 0-1,1 0 1,0 0 0,0 0 0,-1 0 0,1 0 0,0 0 0,0 0 0,0-1 0,-1 1 0,1 0 0,0-1-1,0 1 1,0-1 0,0 1 0,0-1 0,0 0 0,0 1 0,0-1 0,0 0 0,0 0 0,0 0-1,0 0 1,0 0 0,0 0 0,1 0 0,-1 0 0,0 0 0,1 0 0,-1 0 0,1 0 0,0 0-1,-1 0 1,1-1 0,0 1 0,-1 0 0,1 0 0,0-1 0,0 1 0,0-2 0,0-5 24,1 0 0,0 0 0,0 0 1,1 0-1,0 0 0,0 0 0,1 1 1,0-1-1,6-10 0,0-4 29,118-270 323,-49 117-380,239-490-1974,65 36-3267,-130 310-2991,-119 180-467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4.0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428 154 7885,'-1'-1'161,"0"0"0,-1-1 0,1 1 1,-1 0-1,0 1 0,1-1 0,-1 0 1,0 0-1,0 1 0,1-1 0,-1 1 1,0-1-1,0 1 0,0 0 0,0 0 1,1 0-1,-1 0 0,0 0 0,0 0 1,0 0-1,0 1 0,0-1 0,1 0 1,-1 1-1,0 0 0,0 0 0,1-1 1,-3 2-1,-11 5 777,1-1 0,-17 12 0,6-3-724,2 2 0,0 0 0,1 1 0,0 2 0,2 0 0,0 1 0,2 1 0,0 0 1,1 2-1,2 0 0,0 1 0,2 0 0,0 1 0,2 1 0,1-1 0,1 2 0,2 0 0,-7 44 0,13-67-194,1 0-1,0 0 1,0 0-1,1 0 0,-1 0 1,1 0-1,0 0 0,0 0 1,1 0-1,0 0 0,-1-1 1,4 6-1,-4-8-15,0-1 0,0 1 0,0-1 0,0 0 0,0 1 0,0-1 0,0 0 0,0 0 0,0 1 0,1-1 0,-1 0 0,0 0 0,1 0 0,-1-1 0,1 1 0,-1 0 0,1-1 0,-1 1 0,1-1 0,0 1 0,-1-1 0,1 1 0,0-1 0,-1 0 0,1 0 0,0 0 0,-1 0 0,1 0 0,0-1 0,-1 1 0,1 0 0,0-1 0,-1 1 0,4-2 0,9-7 15,0 0 1,0 0-1,-1-2 1,0 1-1,-1-2 0,19-21 1,-6 6-26,-24 26 5,20-21 1,49-38 0,-62 54 2,0 1 0,1 0 0,0 0 1,0 1-1,0 0 0,1 0 0,-1 1 0,1 0 0,19-2 1,124-13 285,300-76 1,-90-39 110,-124 41-351,-224 86-75,-1 2 0,1-1 0,1 2 0,-1 0 0,0 1-1,1 1 1,-1 0 0,1 1 0,-1 1 0,1 0 0,-1 1-1,0 1 1,1 0 0,-1 1 0,-1 1 0,1 0 0,23 13 0,-32-15 11,1 1 0,-1-1 0,1-1 0,-1 1 0,1-1 0,0 0 0,0 0 0,0-1 0,0 0 0,1-1 0,-1 1 0,0-1 0,0-1 0,0 1 0,0-1 0,1 0 0,-1-1 0,0 0 0,-1 0 0,1 0 0,0-1 0,-1 0 0,1 0 0,-1-1 0,9-6 0,-9 4 9,1 0 1,-1 0-1,0-1 1,-1 0 0,1 0-1,-1 0 1,4-10 0,-7 14 1,-1 0 0,1 0 1,-1 0-1,0 0 0,0 0 0,0 0 1,-1 0-1,1 0 0,-1 0 1,0 0-1,1-1 0,-1 1 1,-1 0-1,1 0 0,0 0 1,-1-1-1,0 1 0,0 0 1,0 0-1,0 0 0,0 0 1,0 0-1,-3-3 0,2 4 0,1 0-1,-1-1 1,0 1-1,0 1 1,0-1 0,0 0-1,0 0 1,0 1-1,-1-1 1,1 1-1,-1 0 1,1 0 0,-1 0-1,1 0 1,-1 0-1,1 0 1,-1 1-1,-4-1 1,3 1-7,-1 0 1,0 0-1,0 1 0,0-1 0,0 1 0,1 0 1,-1 0-1,0 1 0,1 0 0,-5 2 1,3-2-40,1 1 0,0 0 0,-1 0 0,1 0 0,1 1 1,-1 0-1,1 0 0,-1 0 0,1 0 0,0 1 1,0 0-1,1-1 0,0 1 0,0 1 0,0-1 0,0 0 1,-2 9-1,4-12 32,1-1 1,0 1-1,0 0 0,0-1 1,-1 1-1,2 0 0,-1-1 1,0 1-1,0 0 1,1-1-1,-1 1 0,0 0 1,1-1-1,0 1 1,-1-1-1,1 1 0,0-1 1,0 0-1,0 1 1,2 1-1,-1-1-17,0 1 0,1-1 0,0 0 1,0 0-1,-1-1 0,1 1 0,0-1 0,0 1 0,6 1 0,2-1-17,-1 1 0,1-2-1,0 1 1,-1-2 0,17 1-1,-11-4 143,-1-1-1,0 0 0,1-1 0,-1 0 0,-1-1 1,1-1-1,-1 0 0,25-18 0,-38 24-74,0 0 0,1 0 0,-1 0 0,0 0 0,1 0-1,-1 1 1,0-1 0,1 0 0,-1 1 0,1-1 0,-1 1-1,1-1 1,0 1 0,-1 0 0,1 0 0,-1 0 0,1 0 0,-1 0-1,1 0 1,0 0 0,-1 0 0,1 1 0,-1-1 0,1 0-1,-1 1 1,1 0 0,-1-1 0,1 1 0,-1 0 0,0-1 0,1 1-1,-1 0 1,0 0 0,1 0 0,-1 1 0,0-1 0,0 0-1,0 0 1,0 0 0,0 1 0,-1-1 0,1 1 0,1 0-1,2 8 15,-1 1 0,1-1 0,-2 1 0,1-1 0,0 14 0,1-4 99,14 79 56,-5 1-1,-3 0 0,-5 1 0,-5-1 0,-4 1 0,-22 137 0,0-102-205,-5-1 1,-7-2-1,-5-2 0,-66 140 1,93-238 30,-27 41-1,35-62-31,153-244-184,109-180-289,31-49 265,0 21 1475,-274 421-1120,0-1-1,-1 0 1,9-25-1,-36 51 225,11 0-314,0 0-1,0 0 1,1 0 0,0 1-1,0 0 1,1 0 0,0 0-1,0 0 1,-5 15-1,-24 82 146,24-70-115,-36 163 64,40-160-65,1 0 1,2 0-1,4 57 1,0-74-73,1 0 1,0 0 0,2 0 0,0-1-1,2 1 1,0-2 0,16 33 0,-14-37-68,0 0 0,1 0 0,0-1 0,1 0 0,1-1 0,0-1 0,1 0 0,0 0 0,0-1 0,23 12 0,-1-4-617,0-1-1,1-2 0,55 16 1,122 14-6105,-38-19-2381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5.6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530 0 11609,'0'0'5545,"-3"2"-4060,-3 1-1060,0 1-1,1 0 1,0 0 0,0 1-1,0-1 1,0 1 0,1 0-1,0 1 1,-6 8 0,-28 61 1703,22-41-1480,-28 64 649,-49 160 0,-6 111-2873,50-169-1550,-41 170-6360,47-157-1598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5.8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871 115 13589,'9'-36'1079,"-8"27"-480,2-1 0,-1 0 0,1 1 0,1 0 0,0 0 0,6-11-1,-9 17 1434,-9 21 1318,-71 212 1659,33-87-4015,-226 507 248,124-318-3148,-41 138-3011,78-150-4982,57-144-1882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6.2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2646 132 8565,'-58'-105'6654,"56"101"-4930,1 1-395,-1-15 390,1 16-680,1 5-103,1 25-78,3 54 574,4-2 0,24 109 0,2 5-523,-17-32-182,-5 250-1,-59 165-10,18-399-662,-8-2-1,-8-2 1,-7-1-1,-137 300 0,77-242-917,-181 276-1,190-355-62,-6-5-1,-203 211 1,186-236-673,-6-5-1,-220 152 1,205-174-2546,-165 78 0,19-37-5731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4.5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662 419 9937,'-10'-195'2285,"-3"71"789,10 114-2405,1-1 1,-2 1-1,1 0 0,-1 0 1,-1 0-1,-11-17 0,16 26-634,0 0-1,-1 1 1,1-1 0,-1 0-1,1 1 1,0-1 0,-1 0-1,0 1 1,1-1 0,-1 1-1,1-1 1,-1 1 0,0-1-1,1 1 1,-1-1 0,0 1-1,1 0 1,-1-1 0,0 1-1,0 0 1,0 0 0,1-1-1,-1 1 1,0 0 0,0 0-1,1 0 1,-1 0 0,-2 0-1,-25 17 726,9-1-335,1 0 1,1 1-1,0 1 1,2 1-1,0 0 1,-23 38-1,7-1 501,-35 89-1,-55 220 986,32 12-835,-7 266-129,87-497-786,6 1 1,23 211-1,-8-269-243,3-1 0,4 0 0,4-2 0,60 147 0,-56-175-260,1-1-1,4-2 0,1 0 0,3-3 1,2-1-1,3-1 0,67 64 0,-59-72-415,2-1 0,1-2 0,2-3 0,2-2-1,1-3 1,64 25 0,-51-28-2220,1-4 0,124 25 0,27-14-7638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5.0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776 556 6633,'-54'-60'2076,"51"55"-1662,0 1 0,0-1 0,0 0 0,1 0 0,0 0 0,0 0 1,0 0-1,0-1 0,0-6 0,2 10-291,0 0 1,-1 0-1,1 0 1,0 0-1,-1 0 0,1 0 1,-1 0-1,0 0 1,0 0-1,0 1 1,0-1-1,0 0 0,0 0 1,0 1-1,0-1 1,-1 1-1,1-1 1,-1 1-1,1-1 0,-1 1 1,1 0-1,-1 0 1,0 0-1,0 0 1,0 0-1,1 0 0,-1 0 1,0 1-1,0-1 1,-4 0-1,-1 0 109,0 1 0,0 1 0,-1-1 0,1 1 0,0 0 0,0 1 0,1-1 0,-12 5 0,18-6-228,-13 5 212,1 1 1,-1 0 0,2 0 0,-1 1 0,1 1-1,0 0 1,0 0 0,-13 15 0,-4 7 470,-36 47 1,18-12-23,2 2 0,4 2-1,2 1 1,4 2 0,2 2 0,4 1 0,-26 109-1,35-97-387,4 0 0,3 1 0,5 0 0,3 1 0,4 0 0,17 130 0,-9-165-175,3-1 1,1 0-1,27 68 0,-28-91-57,3 0 1,0-1 0,2-1-1,1 0 1,1-1-1,40 46 1,-48-63-51,1 1 0,0-2 0,1 1 0,-1-1 0,2-1 0,-1 0 0,1-1 0,1-1 0,-1 0 0,1 0 0,0-2 0,1 1 0,-1-2 0,0 0 0,1-1 0,0 0 0,0-1 0,0-1 0,-1 0 0,1-1 0,0-1 0,0 0 0,-1-1 0,1 0 0,-1-1 0,0-1 0,22-11 0,-10 4-52,-2-2 1,0 0 0,-1-2 0,0 0-1,-1-1 1,-1-2 0,19-21 0,10-9-198,-3-3 1,-2-2 0,71-111-1,-77 94-16,-3-1-1,-4-2 1,-3-1-1,39-154 1,-45 116-166,-5-1 0,7-214 0,-25 238 232,-4 0-1,-3 0 1,-24-112-1,20 153 103,-2 1-1,-2 0 1,-3 1-1,-1 0 1,-2 2-1,-2 0 1,-40-57 0,51 86 12,-1 1 0,0 0 1,0 0-1,-2 2 0,0-1 1,0 2-1,-1 0 0,-29-16 1,38 25 8,0-1 1,0 1-1,0 0 1,0 1 0,-1 0-1,1 0 1,-1 0-1,1 1 1,-1 0 0,0 1-1,1 0 1,-1 0 0,0 0-1,1 1 1,-1 0-1,0 1 1,1 0 0,-1 0-1,1 0 1,0 1 0,0 0-1,0 1 1,0-1-1,1 1 1,-8 6 0,0 2-258,1 0 1,0 1 0,0 1 0,1 0-1,1 1 1,-18 31 0,-44 108-2846,20-18-1750,5 17-2887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5.2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861 58 16057,'-6'-6'455,"-12"-16"1986,17 21-2198,1 0-1,-1-1 1,1 1-1,0 0 1,0 0-1,0-1 1,0 1-1,0 0 0,0 0 1,0-1-1,0 1 1,0 0-1,0 0 1,1 0-1,-1-1 1,0 1-1,1 0 1,-1 0-1,1 0 0,1-2 1,-1 1 1559,-16 17 858,-141 204 271,16 15-3444,-35 52-3334,37-87-896,7-10-3833,45-53-2199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7.5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127 130 5981,'-10'-15'8432,"8"16"-6979,-1-1-1072,1 1 0,-1 0 0,1-1 0,-1 1 0,1-1 0,-1 0-1,1 0 1,-1 0 0,1 0 0,-1 0 0,1-1 0,-1 1 0,1-1 0,0 1 0,-1-1 0,1 0 0,-1 0-1,-1-2 1,-12-2 3449,-20 4-3069,27 2-633,4-1 977,29-10-925,19-1-157,0 1 0,1 3 0,76-4 0,-80 8-14,665-27-47,-22 18-1842,-549 6 1391,10 1-497,-51 7-4920,-100-1 3966,-1 0-1,0 0 1,0 1-1,-10 3 1,-6 6-5283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7.8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44 330 9445,'-41'-43'8823,"39"41"-7491,4-6-33,-1 5-1145,-1-1-26,1 0 0,0 1 1,1-1-1,-1 0 1,0 1-1,1 0 1,0-1-1,0 1 0,0 0 1,0 0-1,1 0 1,-1 0-1,1 0 0,-1 1 1,1-1-1,0 1 1,0-1-1,0 1 0,4-2 1,28-13 288,0 1 0,1 1 0,1 2 0,60-13 0,164-18 223,-180 32-510,401-36-1545,-159 31-2459,-172 15 369,-53 6-3032,-47 2-1624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8.8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323 177 10537,'-17'-13'747,"13"11"-520,1-1-1,-1 1 1,1-1-1,-1 0 0,1 0 1,0-1-1,0 1 1,0-1-1,0 1 1,1-1-1,-1 0 0,1 0 1,0 0-1,-2-6 1,-1-4 1020,-1 0 0,0 0 0,-1 1 0,-17-25 0,23 37-1138,0-1-18,-1 1 1,1 0 0,0 0 0,-1 0 0,1 0-1,-1 0 1,1 0 0,-1 0 0,1 1 0,-1-1-1,1 1 1,-1-1 0,0 1 0,1-1 0,-1 1-1,0 0 1,0 0 0,1 0 0,-1 0 0,0 0-1,-2 0 1,-2 6 99,-1 0 0,1 0 0,0 1-1,0-1 1,1 1 0,0 1 0,-6 9 0,9-14-124,-10 18 254,1 0 0,1 1 0,0 1 0,2 0 0,-9 39 0,-14 122 643,28-163-857,-7 84 140,4 1 0,4 0 0,6 1 0,4-2 0,4 1-1,53 203 1,-51-259-203,2-1 0,3 0-1,1-1 1,2-2 0,54 83-1,-60-108-27,0 0-1,2-1 1,0-1-1,2 0 0,32 23 1,-36-30-17,1-2-1,0 0 1,1-1 0,1-1 0,-1 0-1,1-1 1,0-2 0,23 5 0,-19-6-6,0-1 0,1-1-1,0-2 1,-1 0 0,1-1 0,-1-1 0,0-2 0,1 0 0,42-15 0,-39 9-16,0-2-1,-1-1 1,0-1 0,-1-1-1,0-1 1,-1-1 0,28-27 0,-20 12-55,-1-1 1,-2-1 0,-1-2 0,-2-1 0,-2-1 0,-1-1-1,-2 0 1,-2-2 0,-1-1 0,16-60 0,-20 45-6,-2-1 1,-3-1 0,-2 0-1,-3 0 1,-3 0-1,-2 0 1,-3 0 0,-2 0-1,-3 1 1,-3 0 0,-2 0-1,-2 1 1,-3 1 0,-50-101-1,61 140-16,-2 1 1,0 1-1,-1-1 0,-1 2 1,0-1-1,-1 2 0,0-1 0,-30-21 1,37 31 12,0 0 1,-1 0-1,0 1 1,1 0-1,-1 0 1,0 0 0,0 1-1,0 0 1,-1 0-1,1 1 1,0 0-1,-1 0 1,1 1 0,-1 0-1,1 0 1,-1 1-1,1 0 1,0 0 0,-1 1-1,1 0 1,0 0-1,0 1 1,0 0-1,0 0 1,-6 4 0,2 0-186,1 1 0,0 1 0,0-1 0,1 1 0,1 1 1,-1 0-1,1 0 0,1 0 0,0 1 0,0 0 1,1 1-1,-7 19 0,-5 18-1935,-20 89 0,32-114 1511,-16 92-4215,13 14-2824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9.0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379 34 14429,'-101'-33'2629,"91"45"-533,3 3-576,-16 3-180,-7 18-236,6-2-252,-2 5-136,2 15-188,7 15-608,4 13-404,-4 2-580,0 7-760,1 5-752,-11 3-3137,0 7-4776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39.8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84 221 9097,'-3'-24'724,"-18"-79"3472,6 49-733,4 14 5343,-2 69-7310,7 0-1199,1 0 1,2 1-1,0-1 1,3 42-1,-1-5-109,0-55-171,0 293-1416,4-248 868,21 519-9957,-19-463 4996,9-6-3088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0.2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238 0 14993,'-2'3'1809,"-10"21"887,-15 48 1,3-6-804,0-1-481,3 0-1,-23 122 0,-1 143 208,37-262-1290,-22 331 503,30-336-795,3 1-1,3-1 1,2-1 0,22 82 0,-26-128-81,2 0 1,0 0 0,0-1 0,2 1 0,0-2 0,0 1 0,1-1 0,1-1 0,1 1 0,22 21 0,-24-26 4,1-2 1,0 0 0,0 0-1,1 0 1,0-1-1,0-1 1,0 0 0,0-1-1,1 0 1,0 0-1,0-1 1,0-1 0,0 0-1,0-1 1,21 0-1,-13-3-13,0 0-1,-1-1 0,1-2 1,-1 0-1,0 0 0,0-2 1,-1 0-1,0-2 0,0 0 1,-1-1-1,0 0 0,17-15 1,1-3-101,-1-1 0,-2-2-1,-1-2 1,36-47 0,-39 42 28,-1-2 0,-3 0 0,-1-1 0,-1-2 0,-3 0 0,27-91 1,-38 105 78,-1-1 1,-2 0-1,-1-1 1,-2 1-1,-1-1 1,-1 1-1,-1-1 1,-2 1-1,-1-1 1,-2 1-1,-17-54 0,11 51-6,-2 1-1,-1 1 0,-1 0 1,-24-33-1,28 48-101,0 0 0,-1 1 0,-1 0-1,0 1 1,-1 1 0,0 0 0,-1 1 0,-28-17 0,36 25-56,0 0 1,-1 1 0,1-1-1,-1 2 1,0-1 0,1 1-1,-1 0 1,0 1 0,-1 0-1,1 1 1,0 0 0,0 0-1,0 1 1,0 0 0,0 0-1,0 1 1,0 0 0,-13 6-1,9-2-718,-1 1 0,2 0-1,-1 1 1,1 1 0,0 0 0,1 0-1,0 1 1,1 1 0,0 0-1,-16 21 1,-21 38-7575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0.4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610 0 15169,'0'0'6481,"-13"6"-5157,-4 0-276,4 18-208,-14 10-308,-3-1-544,-4 12-408,-9 9-252,-17 7-524,-11 11-732,-16 0-760,-20 7-2825,0 11-4468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1.0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7 465 6297,'-2'-3'532,"1"1"-1,1-1 1,-1 0 0,0 0 0,1 0 0,-1 1 0,1-1 0,0 0 0,0 0 0,0 0 0,0 0 0,0 0 0,1 1 0,0-1 0,-1 0 0,1 0-1,0 0 1,0 1 0,2-3 0,-1 1-262,1 1-1,-1-1 0,1 1 1,0 0-1,0 0 0,1 0 1,-1 1-1,1-1 0,-1 1 1,1 0-1,6-3 0,10-3-328,0 2 1,1 0-1,0 1 0,26-3 0,-30 6 763,310-32 205,7 24-524,-304 10-348,602-5 406,190-4-186,-5-51 472,-734 51-496,0-4 0,158-46 0,-184 36-153,-53 21-76,0 0 1,-1 0-1,1-1 1,-1 1 0,0-1-1,1 1 1,-1-1-1,-1 0 1,1-1 0,0 1-1,2-4 1,-4 6-16,-1-1 0,1 1 0,-1 0 0,0 0 1,1-1-1,-1 1 0,0-1 0,1 1 0,-1 0 0,0-1 0,0 1 1,0-1-1,-1 1 0,1 0 0,0-1 0,0 1 0,-1 0 0,1-1 1,-1 1-1,1 0 0,-1-1 0,1 1 0,-1 0 0,0 0 0,0 0 1,0-1-1,0 1 0,1 0 0,-1 0 0,-1 0 0,1 1 0,0-1 1,-1-1-1,-3-2-116,-1 1-1,1 0 1,0 0 0,-1 0 0,0 1 0,-7-3-1,-1 2-357,0 0 0,1 1 0,-1 1 0,0 0 0,0 1 0,0 0 0,-17 3 0,-2 2-3421,-60 17-1,28-1-4327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2.2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803 2211 10049,'0'0'2,"-7"-21"721,-2 1-1,0 1 1,-2-1 0,0 2 0,-13-18-1,-19-34 2557,34 52-2345,0 2 1,-1-1-1,-21-24 1,-42-27 1774,52 50-1771,0-1 1,-31-39-1,40 42-516,0 0 0,2-2 1,0 1-1,0-1 0,-8-25 1,14 32-296,1 0 0,1-1 1,0 1-1,0 0 0,1-1 1,0 1-1,1-1 1,1 1-1,0-1 0,4-19 1,-1 12-55,0 1 0,2 0 0,0 0 0,1 0 0,1 1 0,0 0 0,1 1 0,15-21 0,-2 4-11,106-149 219,-34 65-215,114-154-10,-177 225-58,-2-2 0,-2-2 0,-2 0 0,19-57-1,-38 89 0,9-22-15,-2 0-1,-1-1 1,-2-1-1,7-71 1,-17 108 13,0 0-1,0 1 1,0-1-1,-1 0 1,0 0 0,0 1-1,0-1 1,0 1-1,-1-1 1,1 1 0,-1-1-1,0 1 1,-1 0-1,1 0 1,-6-7 0,5 8-1,1 1 1,-1 0 0,0 0-1,0 0 1,0 0 0,0 1 0,0-1-1,0 1 1,0 0 0,0-1-1,-1 2 1,1-1 0,0 0 0,-1 1-1,1-1 1,0 1 0,-1 0-1,1 0 1,-1 0 0,1 1-1,0-1 1,-6 2 0,-3 2 3,0 0 0,1 1 0,-1 0 0,1 1 0,0 0 1,1 0-1,0 1 0,0 1 0,0 0 0,-16 17 0,-1 6 5,1 0 1,-23 37-1,10-6 4,3 2 1,3 1-1,3 2 0,3 1 0,2 1 1,4 1-1,-23 136 0,24-53-34,7 1 0,11 263 0,32-15-576,3 122-848,-33-475 1193,-3 0-1,-2 0 1,-20 89-1,17-109 118,-1 0 0,-2 0-1,-1-1 1,-1-1 0,-1 0 0,-1 0-1,-26 33 1,17-30-44,-2-1-1,0-2 1,-40 33-1,49-47 117,-1 0-1,-1 0 1,0-2 0,-1 0-1,0-2 1,0 0 0,-24 7-1,38-14 54,1-1-1,-1 1 0,0-1 0,1-1 0,-1 1 0,0-1 1,1 0-1,-1 0 0,0 0 0,1-1 0,-1 0 1,-8-2-1,13 3 13,0-1 0,0 1 0,1 0 0,-1-1 0,0 1 0,0-1 0,0 1 0,1-1 0,-1 1 0,0-1 1,1 0-1,-1 1 0,0-1 0,1 0 0,-1 1 0,1-1 0,-1 0 0,1 0 0,-1 0 0,1 1 0,0-1 0,-1 0 0,1 0 0,0 0 1,0 0-1,-1-1 0,7-26-41,-5 25 39,4-12-12,1 0 0,0 1 0,1 0 0,1 1 0,13-19 1,58-66-78,-68 85 80,291-323-613,-300 334 624,186-197-379,176-189-264,-87 83 250,-181 199 281,449-546-426,-168 144 432,-369 497 109,0 0 20,1 0 1,16-15-1,-28 58 219,-5-9-166,-2 0 0,0 0 0,-1-1 0,-1-1 0,-15 21 0,-13 23 99,-86 168 224,54-97-205,-34 80 157,-141 406 0,231-572-306,2 1 0,-14 94-1,25-122-67,2 0 0,0 0 0,1 0 0,1 1 0,1-1 0,1 0 1,2 0-1,11 39 0,-13-55-10,0 1 1,0-1-1,0 0 0,1 0 1,0 0-1,1 0 1,-1-1-1,1 0 1,1 0-1,-1 0 1,1 0-1,0-1 1,0 0-1,1 0 0,12 7 1,-5-4-44,0 0-1,0-1 1,1-1 0,0 0 0,0-1-1,1-1 1,0 0 0,-1-1 0,1-1-1,26 1 1,-14-5-93,0-2 0,0 0-1,0-2 1,-1-1 0,0-1-1,0-2 1,-1 0 0,35-20 0,-1-4-263,-1-3 0,67-55 1,164-147 260,-286 235 280,1 0 1,0 1-1,1-1 1,-1 1-1,0 0 1,1 1 0,9-4-1,-15 6-100,0 0-1,0 0 0,0 0 0,0 0 1,1 0-1,-1 0 0,0 0 1,0 0-1,0 0 0,0 0 0,0 0 1,0 0-1,0 0 0,0 0 1,1 0-1,-1 0 0,0 0 1,0 0-1,0 0 0,0 0 0,0 0 1,0 0-1,0 0 0,0 0 1,1 0-1,-1 0 0,0 0 0,0 0 1,0 0-1,0 0 0,0 0 1,0 0-1,0 0 0,0 0 1,0 0-1,0 1 0,1-1 0,-1 0 1,0 0-1,0 0 0,0 0 1,0 0-1,0 0 0,0 0 0,0 0 1,0 1-1,0-1 0,0 0 1,0 0-1,0 0 0,0 0 0,0 0 1,0 0-1,0 0 0,0 0 1,0 1-1,0-1 0,0 0 1,0 0-1,0 0 0,0 0 0,0 0 1,0 0-1,0 0 0,-1 1 1,8 141 899,-7-132-874,1 0-1,0 0 1,0 0 0,1 0 0,0 0 0,1 0 0,0-1 0,1 0 0,0 1 0,7 12 0,-7-18-19,-1 1 0,1-1 0,0 0 0,1 0 0,-1 0 0,1 0 0,0-1 0,-1 0 0,2 0 0,-1 0 0,0-1 0,0 0 0,1 0 0,-1 0 0,1 0 1,0-1-1,0 0 0,-1 0 0,10 0 0,7-1 39,0-2 0,-1 0 0,1 0 1,-1-2-1,1-1 0,40-15 0,-55 18-18,0 1-1,0 0 0,0 0 1,0 1-1,0 0 1,13 1-1,-20-1-30,0 0-1,1 0 1,-1 0-1,0 0 1,0 0-1,0 0 1,0 0-1,1 0 1,-1 0 0,0 0-1,0 0 1,0 0-1,0 0 1,1 0-1,-1 0 1,0 0-1,0 0 1,0 1-1,0-1 1,0 0-1,1 0 1,-1 0 0,0 0-1,0 0 1,0 0-1,0 1 1,0-1-1,0 0 1,0 0-1,0 0 1,1 0-1,-1 0 1,0 1-1,0-1 1,0 0 0,0 0-1,0 0 1,0 0-1,0 1 1,0-1-1,0 0 1,0 0-1,0 0 1,0 0-1,0 1 1,0-1-1,14 123-87,1 7-4833,-15-129 4607,0 0 1,0 0 0,0 0 0,0 0-1,0 0 1,1-1 0,-1 1-1,0 0 1,1 0 0,-1 0 0,0 0-1,1-1 1,-1 1 0,1 0 0,-1 0-1,1-1 1,1 2 0,1 1-1547,4 10-6099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2.3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232 15 5164,'13'-15'2793,"-33"21"-1873,0 0-152,0 12-164,-13 16-172,6-1-220,-3 12-488,-1 6-648,-2 7-1948,3 8-965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2.5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985 107 10041,'40'-68'2611,"-38"65"-2185,0 0 0,0 0-1,-1 0 1,2 1 0,-1-1-1,0 0 1,0 1 0,1 0-1,-1 0 1,1 0 0,0 0-1,4-2 1,0-1 979,-12 32 2567,-89 276 3004,-96 143-5511,-38-15-702,-50 103-3142,213-390 644,-85 274 1,132-350-140,-14 91 0,29-126 178,0 50 0,4-63-40,1 1-1,0-2 0,9 31 0,13 15-8111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2.7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643 227 10761,'37'-41'817,"-19"21"229,-1-1 1,28-44 0,-38 56-389,-1 0 0,1 0 0,1 1 0,-1 0 0,14-10-1,-18 16-434,1 0 0,-1-1 0,1 1 0,-1 0 0,1 0-1,0 1 1,7-3 0,-9 4-150,-1 0 1,1-1-1,0 1 1,-1 0-1,1 0 1,0 0-1,-1 0 0,1 1 1,0-1-1,-1 0 1,1 1-1,0-1 1,-1 1-1,1-1 0,-1 1 1,1 0-1,-1 0 1,1-1-1,1 3 1,0-1 45,0 1 1,0 0 0,-1 0-1,1 0 1,-1 0 0,1 0-1,-1 0 1,0 1 0,-1-1-1,1 1 1,0-1 0,-1 1-1,0 0 1,0 0 0,1 6-1,-1-4 16,-1 1-1,0 0 0,-1 0 1,1-1-1,-1 1 0,0-1 0,-1 1 1,-3 9-1,-4 5 124,-1-1 0,0 0 1,-1-1-1,-24 31 0,12-23-75,0-1 0,-1 0 0,-56 42 0,-97 56-513,111-80-168,-18 12-597,-86 60-1558,139-92 183,1 1-1,1 2 1,-29 33-1,18-6-7150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2.8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242 88 11277,'-37'-45'1788,"23"24"-340,-2 9-260,2 3-540,-6 9-728,-3 0-780,-11 18-580,-16 6-2592,17 6-2921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3.1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194 130 14653,'-42'-10'1078,"25"5"-106,1 0 0,-1 2-1,1 0 1,-1 1 0,-25 1 0,20 3 709,17-2-198,12 1-107,402 29 2261,-274-25-3154,144 8 141,69 5-102,71 7-40,57 3-156,59 0-96,1418 58-94,2-56-980,-351-62-422,-16-88-1885,-1266 77 1571,-193 24-1183,173-48 1,-280 60 1136,-1 0 0,0-2 0,21-11 0,-34 15-151,0 0 0,-1-1 1,0 0-1,0 0 0,7-8 0,-14 14 1750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4.4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970 241 9741,'0'0'4522,"3"0"-3226,12 2-623,233 25 3260,519-42-2121,-490 4-1476,610-32 127,-6-56-1510,-822 89-274,63-18-1,-120 28 1217,-1 0 1,0 0 0,1-1 0,-1 1-1,1 0 1,-1-1 0,0 1 0,1-1-1,-1 0 1,0 1 0,1-1 0,-1 0-1,0 0 1,0 1 0,0-1 0,0 0-1,0 0 1,0 0 0,0-1 0,0 1-1,0 0 1,0 0 0,-1 0-1,1-1 1,0 1 0,0-2 0,-2 1 20,0 1-1,1 0 1,-1-1 0,0 1 0,0 0 0,0 0-1,0 0 1,0-1 0,-1 1 0,1 0 0,0 1-1,0-1 1,-1 0 0,1 0 0,0 1 0,-1-1-1,1 0 1,-1 1 0,1-1 0,-1 1 0,1 0-1,-1 0 1,-2-1 0,-35-6-786,0 1 0,-64 0 1,-86 10-296,81 0 717,-1361 87 941,672-19 2139,-162 18 1092,457-13-599,482-72-2779,17-1-82,38 0 128,413 3 562,-242-10-794,898-6-615,5-34-2389,153-86-3347,-1217 123 5878,110-20-811,-127 19 656,-1 0 1,0-2 0,38-18 0,-26 2-874,-39 25 1277,1 0 1,-1 0-1,1 0 0,-1-1 0,1 1 0,-1 0 0,0-1 0,1 1 0,-1 0 0,1-1 0,-1 1 0,0-1 1,1 1-1,-1-1 0,0 1 0,1-1 0,-1 1 0,0-1 0,0 1 0,1-1 0,-1 1 0,0-1 0,0 1 1,0-1-1,0 1 0,0-1 0,0 1 0,0-1 0,0 0 0,0 1 0,0-1 0,0 1 0,0-1 0,-1 0 1,-22-21-2698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4.5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78 398 4340,'-64'13'1256,"51"-11"1443,16-3-1403,12-6-798,0 1-1,1 1 1,0 0 0,31-5-1,-2 1-22,861-144 2267,16 65-3114,-551 56-635,347-30-4424,-362 27-71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5.1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54 232 6285,'-34'-12'4304,"21"0"-3168,6 3-216,14-3-144,23-6-192,17 3-112,33 0-128,41-3-280,30 0-268,36 3-164,28-6-528,19 9-144,14-7-504,7 1-1672,6 0-1417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5.3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88 356 3860,'-70'-15'1056,"53"6"649,30-12-1325,18-3 124,2 3-104,24 3-60,20 0-60,10-1-44,17-2-296,6 0 260,21-3-96,13 3-168,10 0-264,7 0-328,-4-3-660,1-6-637,3 2 249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5.5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0 224 5104,'24'-21'1081,"-4"3"-281,6-7-160,28-5-160,3 12-228,17 0-204,19-3-336,25-3-324,22 0-1565,18 0-167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6.8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275 118 5653,'-4'-5'370,"0"0"-1,-1 0 1,0 1 0,0-1 0,0 1 0,-1 1 0,0-1 0,-8-3 0,-52-21 2695,50 23-2462,-28-11 1255,-48-10-1,90 25-1492,5 2 77,51 4 295,83-1 0,-51-4-522,1880 68-231,554 10-4130,-1394-71 2220,-1-35 359,-835 9 902,-205 9-1504,108-26 0,-125 17-1050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7.2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413 62 6453,'-212'-25'1720,"43"-6"2557,137 25-2192,61 7-325,304 23 46,540 34-824,2530-4-1320,-1179-120-1162,-1904 45-1768,-345 9-2433,-26 0 409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0:47.5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107 239 7633,'-96'-15'1699,"96"15"-1667,-1 0 0,1 0 0,0 0-1,-1 0 1,1 0 0,-1 0 0,1 0 0,-1 0-1,1-1 1,0 1 0,-1 0 0,1 0-1,-1 0 1,1-1 0,0 1 0,-1 0 0,1 0-1,0-1 1,-1 1 0,1 0 0,0 0 0,0-1-1,-1 1 1,1-1 0,0 1 0,0 0 0,-1-1-1,1 1 1,0 0 0,0-1 0,0 1 0,0-1-1,0 1 1,0-1 0,-1 1 0,1 0-1,0-1 1,0 1 0,0-1 0,0 1 0,1-1-1,-1 1 1,0 0 0,0-1 0,0 1 0,0-1-1,0 1 1,0 0 0,1-1 0,-1 1 0,0-1-1,0 1 1,1 0 0,-1-1 0,1 1-1,19-18 1093,-18 17-1004,16-9 195,-1 1 0,2 1 0,-1 0 0,1 2 1,0 0-1,0 1 0,0 1 0,24-2 0,-15 1-94,166-24 851,214-4 0,203 24-183,-588 9-855,1067 13 599,-102 0-558,1498-47-698,-1838 20 112,-417 12 247,383-23-1590,-609 25 1019,-11 1-1783,-27 7-1115,-29 1-2033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21.9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561 198 10985,'-89'85'8856,"-34"51"-5268,117-128-3441,-187 237 2945,169-209-2851,2 1 0,1 1 0,2 0 1,1 2-1,-14 50 0,28-78-181,1 1 0,1-1 0,0 1 0,0 0 1,1 0-1,2 25 0,0-31-37,0 1 0,1-1 0,0 0 1,0 0-1,0 0 0,1 0 0,0-1 0,0 1 0,1-1 0,-1 1 1,2-1-1,-1 0 0,8 8 0,-2-5 0,1 0 0,0-1 0,0 0 0,1 0 1,0-1-1,0-1 0,0 0 0,1-1 0,0 0 0,0-1 0,0 0 0,1-1 1,-1-1-1,25 2 0,-2-3 4,1-2 0,-1-1 1,0-2-1,51-12 0,-48 7-14,-1-2-1,0-1 0,0-2 0,-2-2 0,0-1 1,0-2-1,-2-1 0,48-37 0,-54 32-6,-1-2 0,-1 0 0,-1-2-1,-2 0 1,-1-2 0,22-40 0,-41 66-7,14-23-2,-2-1-1,0-1 0,-2 0 0,-2-1 1,-1 0-1,-1 0 0,-1-1 0,-2-1 1,-2 1-1,0-1 0,-3 0 0,-2-36 1,1 46-2,-2-1 1,-1 1 0,-1 0 0,-1 0-1,-1 1 1,-1-1 0,-1 1 0,-14-27-1,17 39-18,0 1 0,-1-1 0,0 1 0,-1 1 0,0-1 0,0 1 0,-1 0 0,0 1 0,0 0 0,-1 0-1,0 1 1,0 0 0,-1 0 0,1 1 0,-1 1 0,0-1 0,-1 1 0,1 1 0,-17-3 0,17 4-155,0 2 1,0-1-1,-1 1 1,1 1 0,0 0-1,0 0 1,0 1-1,0 0 1,0 1-1,1 0 1,-1 1 0,1 0-1,0 0 1,0 1-1,0 0 1,0 0-1,1 1 1,0 1 0,-13 12-1,5-2-609,0 0 0,2 1 0,0 0-1,1 1 1,1 1 0,1 0 0,-14 35-1,-3 30-5328,7 4-3882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22.2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1718 145 15057,'10'-27'1031,"18"-44"2537,-4 27 3556,-22 41-5251,-2 9-184,-2 34-1367,-2-1 0,-1 1 0,-2-1 0,-23 70 0,-70 156 492,97-259-813,-387 789 23,-64-27-39,85-150-113,316-526-118,-121 218-2338,26 3-4391,137-286 3268,-10 46 0,10-1-8738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22.5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898 21 13437,'-2'-2'258,"-1"-1"-1,0 1 0,0 0 1,0 1-1,0-1 1,0 0-1,0 1 1,-1 0-1,1 0 0,0 0 1,-1 0-1,1 0 1,0 1-1,-1-1 0,1 1 1,-1 0-1,1 0 1,-1 0-1,1 1 0,-1-1 1,1 1-1,0 0 1,-1 0-1,-5 2 0,-11 4 309,0 0 0,0 1-1,1 2 1,0 0-1,1 0 1,0 2-1,0 0 1,1 1-1,1 1 1,-22 24-1,-1 5 150,3 2 0,-51 83-1,45-60-254,3 1 0,-39 96 0,66-134-368,1 1 0,1 1 0,2 0 1,1 0-1,1 1 0,2 0 0,2-1 0,2 38 0,1-58-70,0 1-1,1-1 1,1 1 0,0-1-1,1 0 1,1 0 0,0 0-1,1 0 1,0-1 0,0 0-1,2 0 1,-1-1 0,17 19-1,-16-23-35,-1 0 0,1 0-1,0-1 1,0 0-1,1 0 1,0-1-1,0 0 1,1-1 0,-1 0-1,1 0 1,0-1-1,0 0 1,0-1 0,0 0-1,0 0 1,0-1-1,1-1 1,18-1-1,-16 0-9,-1-1-1,0 0 0,0-1 0,0 0 0,-1-1 1,1 0-1,-1-1 0,0-1 0,0 0 0,11-7 1,-8 2-14,-1 1 0,0-2 0,0 0 1,-1 0-1,-1-1 0,17-25 1,-15 17-11,-1-1 1,0 0 0,-2-1-1,-1 0 1,0 0 0,-2-1-1,-1 0 1,0-1 0,-2 1-1,1-28 1,-4 37-81,-1-1-1,-1 1 1,0 0 0,-1-1-1,0 1 1,-1 0 0,-1 0-1,-1 1 1,0-1-1,-1 1 1,0 0 0,-1 0-1,0 1 1,-2 0 0,1 0-1,-1 1 1,-1 0 0,-1 0-1,1 1 1,-2 1 0,1 0-1,-1 0 1,-1 1-1,0 1 1,0 0 0,-1 1-1,1 0 1,-25-7 0,7 3-697,-1 2 0,0 2 1,-1 0-1,1 3 0,-1 0 0,-38 2 1,22 3-2860,-80 13 1,-3 9-5889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23.3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21 17182,'36'-17'3207,"-28"13"-522,4 19 1517,-1-1-3688,-1 0-1,-1 1 0,0 0 0,-1 1 0,11 31 0,23 90 1874,-39-124-2362,21 88-25,15 143 0,-11 108 0,-15-155 0,3 209 58,0 10-350,12-203-2692,-21-184 842,16 44 0,-15-55-91,0 0-1,1-1 0,14 21 0,17 14-11112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23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205 211 15593,'-101'-81'3185,"78"51"-581,0-1-476,13 16-408,-4-3-392,4 3-319,-3 3-457,3 3-692,23 21-1801,17 12 209,0 0-892,7 13 280,13 11-3413,7 6-4840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28.1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0 278 8381,'0'-8'332,"1"1"-1,0-1 1,0 1 0,1 0 0,-1-1 0,2 1 0,-1 0-1,1 0 1,0 0 0,1 1 0,-1-1 0,1 1-1,0 0 1,1 0 0,0 0 0,0 0 0,0 1 0,7-6-1,3-1 78,0 1 0,1 1-1,0 1 1,1 0-1,0 0 1,31-9 0,112-22 991,-147 37-1295,36-6 112,1 2-1,1 2 1,-1 2-1,0 2 1,1 3-1,-1 2 1,0 2-1,0 2 1,89 27-1,-112-25-153,1 1 0,-2 1 0,1 1 1,-2 2-1,0 0 0,-1 2 0,43 37 0,-51-38-20,-1 1-1,0 0 1,-1 1 0,-2 1-1,1 0 1,-2 0-1,-1 1 1,0 1 0,-2 0-1,0 0 1,6 29 0,-9-28-4,-1 1 1,-2 0 0,0 1 0,-1-1 0,-1 0-1,-2 0 1,-4 25 0,0-15 6,-2 0-1,-1 0 1,-2-1-1,-18 39 1,-5-7 108,-2-1 1,-3-2-1,-87 104 0,-143 124 669,-19-18 180,148-142-516,114-105-384,-2 1 76,-30 35 0,52-52-134,0-1 1,0 1-1,1 1 0,0-1 0,0 1 1,1 0-1,0 0 0,0 0 0,-3 15 0,7-22-32,-1 0 0,1 1-1,0-1 1,-1 0 0,1 0-1,0 0 1,1 1-1,-1-1 1,0 0 0,0 0-1,1 0 1,0 0 0,-1 0-1,1 0 1,0 1-1,0-2 1,0 1 0,0 0-1,0 0 1,3 2 0,-1-1-8,0 0 0,1 0 1,0 0-1,-1-1 1,1 0-1,0 0 1,0 0-1,1 0 0,6 1 1,10 3-155,1-1 0,-1-1 0,1-1 0,0-1 0,37-1 0,117-17-1108,-119 8 784,538-89-4911,-199 11-1648,-103 21-1886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28.3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745 203 10881,'-7'-8'285,"-1"1"-1,1 0 1,-1 1-1,-1 0 1,1 0 0,-1 0-1,0 1 1,0 1-1,-1 0 1,1 0-1,-1 0 1,-15-2 0,-103-27 3273,-15-3 93,-162-24 1593,303 60-5328,1 0 1,-1 0 0,0-1-1,0 1 1,1 0-1,-1 0 1,0 1-1,0-1 1,1 0 0,-1 1-1,0-1 1,1 1-1,-1-1 1,0 1-1,1 0 1,-1-1 0,-2 3-1,4-3-28,-1 1 0,0 0-1,1-1 1,-1 1 0,1-1 0,-1 1-1,1 0 1,-1-1 0,1 1 0,-1 0-1,1 0 1,0-1 0,-1 1 0,1 0-1,0 0 1,0 0 0,-1-1 0,1 1-1,0 0 1,0 0 0,0 0 0,0 0-1,0 0 1,0-1 0,1 1 0,-1 0-1,0 0 1,0 1 0,3 3-1149,0 0-1,-1 1 1,2-1 0,-1 0 0,4 5 0,0-1-808,25 33-7588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1.3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149 726 4708,'-23'-5'1317,"23"5"-1200,-1 0 0,0-1-1,0 1 1,0 0 0,0-1 0,1 1-1,-1-1 1,0 1 0,0-1 0,1 0 0,-1 1-1,0-1 1,1 0 0,-1 1 0,1-1-1,-1 0 1,1 0 0,-2-1 0,-8-10 1536,-15-4-343,20 14-1040,1-1 0,0 1 0,-1-1 1,1 0-1,0 0 0,1 0 0,-1-1 0,0 1 0,1-1 0,0 0 0,0 0 0,0 0 0,0 0 0,1-1 1,0 1-1,-1-1 0,0-4 0,-1-4 51,1 0-1,0 0 1,1 0 0,1-1 0,0 1 0,1-1 0,0 1-1,1 0 1,4-20 0,-1 14-89,1 0-1,1 1 1,1 0 0,0 0-1,2 1 1,11-19 0,-4 11-90,2 0 1,1 2-1,1 0 1,0 1 0,2 1-1,1 0 1,0 2-1,37-22 1,-36 27-99,2 0 1,-1 2-1,2 1 1,0 2-1,0 0 0,0 2 1,1 1-1,0 1 0,1 1 1,-1 1-1,1 2 1,-1 1-1,1 1 0,50 10 1,-55-7-33,0 2 0,0 1 1,-1 0-1,0 2 0,0 1 1,-1 1-1,0 1 1,-1 0-1,0 2 0,-1 0 1,-1 2-1,0 0 0,-1 1 1,-1 1-1,-1 0 0,0 1 1,19 31-1,-18-18-5,-2 0-1,-1 1 1,-1 0-1,-1 1 1,-3 1-1,0-1 1,-3 2-1,0-1 1,-3 1-1,-1 69 1,-8-13 32,-3-1 0,-5-1 0,-28 99 0,-82 204 444,-31-11 823,135-332-1071,-66 136 673,16-37 25,64-135-824,-17 43 338,21-52-394,1-1 0,0 1 0,0-1 0,0 1 0,1 0 0,-1 0 0,1-1 0,0 1 0,2 7 0,-2-10-36,0-1 0,1 0 0,-1 1 0,1-1-1,-1 1 1,1-1 0,0 0 0,0 0 0,0 1 0,-1-1 0,1 0-1,0 0 1,0 0 0,0 0 0,1 0 0,-1 0 0,0 0-1,0-1 1,0 1 0,1 0 0,-1-1 0,0 1 0,1-1-1,-1 1 1,1-1 0,-1 1 0,2-1 0,4 1 26,0-1 0,0 0 0,-1 0 0,1-1 0,8-1 0,44-11 65,-2-3 1,101-41 0,-55 18-269,1031-369-5333,-376 137-6305,-528 187 2928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1.9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1156 14 9945,'-3'-14'8178,"5"25"-3642,1 3-5896,19 47 2555,1-1 0,46 82 0,-39-83-834,144 278 845,140 298-291,-215-385-740,-10 5 0,-12 3 0,-11 3-1,-11 3 1,32 416 0,-76-485-123,-9 0 1,-8 1 0,-32 197 0,16-261-41,-6-1 1,-5-1-1,-5-3 1,-7 0 0,-79 159-1,58-164-262,-4-2 0,-6-4 1,-180 211-1,171-236-407,-4-3 1,-4-5-1,-3-3 0,-174 109 1,206-151-205,-2-2 1,-2-4-1,-76 26 1,101-44-512,0-2 0,0-1 0,-1-3 0,0-2 0,0-1 0,-66-2 0,-18-19-7017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2.6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293 527 9997,'-18'-33'838,"11"23"-364,2-1 1,-1 0-1,2 0 0,-1 0 1,-2-14-1,5 18-114,2-1 0,-1 0 0,1 1-1,0-1 1,0 1 0,1-1-1,0 0 1,0 1 0,1-1 0,3-9-1,3-6 650,16-33-1,-22 54-956,7-17 210,1 0 0,1 1 0,1 0 0,1 1 0,0 0 0,1 1 0,1 1 0,1 0 1,33-24-1,-40 33-228,-1 0 1,1 1 0,0 0 0,1 0 0,-1 1 0,1 1 0,0 0 0,0 0 0,0 1 0,0 0 0,1 0 0,-1 1 0,0 1 0,1 0 0,-1 0 0,1 1-1,-1 0 1,0 1 0,0 0 0,0 1 0,17 6 0,-12-1-12,0 0 0,-1 1-1,0 0 1,-1 1 0,0 1-1,-1 0 1,0 0 0,-1 2-1,0-1 1,-1 1 0,0 1 0,-1 0-1,0 0 1,10 26 0,-5-8-8,-2 1 0,-2 1 0,0 0 1,-3 0-1,7 69 0,-10-21 24,-4 0 0,-3 1 0,-4-1 0,-25 116-1,-5-41 75,-73 198 0,-153 250 1135,-50-26 657,273-511-1662,-37 71 275,66-117-396,2 1 0,0 0 0,1 0 0,-5 31 1,12-49-100,0 0 0,0-1 1,1 1-1,-1 0 1,1 0-1,0 0 0,1-1 1,-1 1-1,1 0 1,0 0-1,0-1 1,0 1-1,1-1 0,-1 1 1,1-1-1,0 0 1,1 1-1,-1-1 0,1 0 1,3 4-1,-1-4-6,-1 0-1,1-1 0,0 0 1,0 0-1,0 0 0,1 0 1,-1-1-1,1 0 0,-1 0 1,1 0-1,0-1 0,0 0 1,0 0-1,0-1 0,-1 1 1,8-1-1,33-3-187,-1-2 0,0-2 0,0-2 0,55-18 0,406-144-2779,-7-35-860,144-75-5294,-301 139-435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3.1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904 1 9561,'0'0'2921,"0"5"-1584,-6 20-470,0-1 0,-1 1 0,-2-2 0,0 1 0,-16 26 0,-6 20 372,-120 258 2746,-5 14-1022,-146 449 244,247-614-2423,8 3 0,-38 290 0,76-384-784,4 0 0,4 0 0,4 1 0,3-1 0,32 158 0,-23-185 0,3 0 0,2-1 0,2-1 0,3-1 0,2-1 0,3-1 0,2-2 0,2-1 0,42 47 0,-28-45-5,3-2 0,1-2 0,104 74 0,-74-69-23,2-4-1,114 51 0,-37-36-149,4-6-1,307 67 1,-103-57-1993,674 36 0,386-102-5329,-926-24 960,-12-8-4220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4.6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0 10957,'0'0'7577,"-4"30"-5617,-2 34-56,-11 8-212,4 24-256,3 19-324,6 24-227,24 174 183,14-138-1316,13 15-800,3 15-589,-7 15-1067,-9 21-212,-4 15-3037,-10-6-5148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5.4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1 261 9637,'8'-23'417,"2"-7"1321,2 1 0,29-54 1,-37 76-1501,1 1 1,-1-1 0,1 0 0,1 1-1,-1 0 1,1 0 0,0 1 0,0 0 0,1 0-1,-1 0 1,1 1 0,0 0 0,1 0-1,-1 1 1,1-1 0,13-2 0,-5 3-138,0 2 1,-1 0-1,1 1 0,0 0 1,-1 1-1,1 1 1,0 1-1,-1 0 0,0 1 1,0 0-1,0 1 1,18 10-1,0 1-23,0 2 0,-1 1 0,-2 2 0,33 27 1,-31-21-43,-2 2 1,0 1 0,-2 1 0,-2 1 0,-1 1-1,-1 2 1,-2 0 0,35 76 0,-44-77-35,0 0 0,-3 1 0,-1 0 1,-1 1-1,-2 0 0,-2 0 0,-1 0 0,-2 0 1,-1 1-1,-8 56 0,-1-42 22,-3 0 0,-19 54 0,-45 94 23,21-60-77,51-129 27,1-2 7,0 0 1,1 0-1,-1 0 1,0 10 0,2-16-14,1 0 1,0 0 0,0-1-1,0 1 1,0 0 0,0 0 0,1 0-1,-1 0 1,0-1 0,1 1-1,-1 0 1,1 0 0,0-1 0,0 1-1,-1 0 1,1-1 0,0 1 0,0-1-1,1 1 1,-1-1 0,0 0-1,0 1 1,1-1 0,-1 0 0,3 2-1,1 0-32,0-1-1,1 1 1,-1-1 0,0-1-1,1 1 1,0-1-1,-1 1 1,1-2 0,8 1-1,3 0-142,0-2 1,27-4-1,296-68-2722,-201 39 1203,85-19-3179,20-7-2963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5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386 2547 16225,'-267'58'2649,"149"-32"1322,135-50-1376,5 8-2238,1 1 0,0 1 0,46-20 0,-43 22-218,1353-576 660,375-30-3128,-1552 549 2074,2702-813-4420,-2547 787 3630,-60 12 3,156-60-1957,-388 121 2202,-32 11-111,-28 6-413,-48 9-788,32-2 2022,-106 20-2997,-33 19-1087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6.6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1027 935 6245,'-4'-5'542,"0"0"0,0 1-1,0-1 1,-1 1 0,0 0 0,0 0 0,-8-5 0,12 8-379,0 0-1,0 1 1,0-1-1,-1 0 1,1 0-1,1 0 1,-1 0-1,0 0 1,0 0-1,0 0 1,0 0-1,1 0 1,-1 0-1,0-2 1,-11-12 2070,3 6-1599,8 7-508,-1 0 1,0 0 0,1 0 0,-1 0 0,0 0 0,0 0 0,0 1 0,0-1-1,-1 1 1,1 0 0,0 0 0,-1 0 0,1 0 0,0 0 0,-1 0 0,1 0-1,-1 1 1,0-1 0,1 1 0,-1 0 0,1 0 0,-1 0 0,0 0 0,1 0-1,-1 0 1,1 1 0,-4 0 0,-17 9 247,0 1-1,0 1 1,1 0-1,1 2 1,1 0-1,0 2 1,-22 21-1,-120 137 1850,154-166-2118,-54 71 353,2 2 1,5 3-1,2 2 0,5 2 0,4 2 1,4 3-1,3 0 0,5 3 1,-29 143-1,52-196-384,2 0 1,2 0-1,2 0 1,2 1-1,2 0 1,7 50-1,-6-77-66,2 1-1,0 0 1,1-1-1,0 0 1,2 0-1,0 0 1,1-1 0,0 0-1,1-1 1,1 0-1,1 0 1,0-1-1,1 0 1,0-1-1,1 0 1,0-1-1,24 15 1,-10-11-113,1-2 0,0-1 0,1-1 0,0-2 1,1-1-1,0-1 0,1-1 0,-1-2 0,1-1 0,32-1 1,19-2-479,0-3 1,129-22-1,-83 0-12,-1-5 0,-1-6-1,-1-6 1,-3-4-1,-2-7 1,114-66-1,-145 67 215,-2-4 0,-2-3 0,-3-4 0,129-128 0,-168 146 370,-3-2 1,-1-2 0,-3-1 0,-2-2 0,-2-1 0,-2-1 0,-3-2 0,-2-1-1,23-79 1,-34 81 117,-2-1-1,-3 0 1,-2 0-1,-3-1 1,-2 1-1,-2-1 1,-3 0-1,-2 1 1,-18-77-1,11 84 23,-2 0-1,-2 1 1,-2 1-1,-2 0 0,-2 2 1,-2 1-1,-2 0 1,-2 2-1,-1 1 0,-63-65 1,52 66-29,-3 2 1,-1 2-1,-1 1 1,-2 3 0,-1 2-1,-1 1 1,-2 3-1,-57-19 1,73 31-129,-1 2 0,-1 1 0,0 2 0,0 2 0,0 1 0,-1 2 0,0 1 0,1 2 0,-1 2 0,0 1 0,1 2 0,-73 20 0,79-13-206,0 1-1,1 1 1,1 2 0,1 1-1,0 1 1,1 2 0,1 0-1,1 2 1,1 0 0,0 2-1,-26 37 1,11-10-1748,3 3 0,2 1 0,3 1 0,-47 119 0,25-18-6248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6.9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4 8121,'-27'-4'8357,"54"8"-12058,3-1-19,3-6-2353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8.0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5870 1154 6453,'-20'-160'7399,"18"147"-6988,-1 0 0,-1 0 1,0 0-1,-1 0 0,0 1 0,-1-1 1,0 2-1,-1-1 0,-1 1 0,1 0 1,-19-19-1,-1 3 128,0 1-1,-2 1 1,-34-21 0,39 31-373,-1 1 1,0 1 0,-1 1-1,0 1 1,-1 2-1,0 0 1,-47-7-1,0 4 129,-127-2-1,-386 37 409,544-20-650,-740 106 1787,650-84-1421,2 7 0,1 5 0,3 6 0,1 6 0,2 5 0,3 5 0,-179 117 0,-403 383 1107,201-95-629,1 65-113,371-377-592,8 5 0,-182 307 0,266-393-173,2 3 1,4 0-1,3 2 0,-25 108 0,42-133-9,3 0-1,2 1 1,2 0 0,3 0-1,2 1 1,2-1-1,17 95 1,-12-115-10,2-1 0,0 0 0,3-1 0,0 0 0,2-1 0,1 0 0,2-1 0,0-1 0,2-1 0,1 0 0,1-1 0,40 35 0,-26-30 0,1-2 0,2-1 0,1-2 0,1-2 0,0-1 0,2-3 0,1-1 0,57 16 0,-10-11 0,1-4 0,1-4 0,0-3 0,1-5 0,153-8 0,-27-17 0,269-57 0,-187 10 0,387-139 0,268-170 0,-18-76 0,-709 318 0,408-308 0,-595 407 0,21-17 0,-3-3 0,103-116 0,124-176 0,-236 280 0,-3-3 0,-3-2 0,37-78 0,-63 112 0,39-77-16,-4-4 0,-6-1 0,-5-3 0,-5-1 0,-6-2 0,20-154 0,-46 221 26,-3 0 0,-3-1 0,-2 1 1,-3 0-1,-2 0 0,-2 1 0,-3 0 0,-2 1 0,-25-61 1,21 71-20,-1 1 1,-3 1-1,-1 1 1,-2 2 0,-2 0-1,-2 1 1,-1 2-1,-2 1 1,-2 2-1,-1 1 1,-48-35 0,29 32-21,-2 2 1,-2 3 0,0 3 0,-2 2 0,-1 2 0,-117-27-1,72 29 5,-1 4-1,0 6 1,-147 1-1,110 15-73,0 7 0,-174 35 0,-273 98-548,89 30-530,418-138 408,3 4-1,1 3 1,-134 98-1,190-123 342,2 1 0,1 0 0,0 2 0,1 1 0,1 0-1,-28 46 1,40-55 41,0 0-1,1 0 1,0 0-1,1 1 1,0 0-1,2 0 1,-1 0 0,2 0-1,0 1 1,0-1-1,2 1 1,0-1-1,0 1 1,1-1-1,6 25 1,-3-23-583,1 1 1,1-1-1,1 0 1,0-1-1,12 19 1,5 2-3606,33 35 0,-57-70 4520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8.5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145 1520 11685,'-24'-19'850,"10"10"50,1-2 0,0 0-1,1-1 1,-12-14 0,23 25-662,1 1 1,-1-1 0,1 0-1,-1 0 1,0 0 0,1 1 0,-1-1-1,0 0 1,0 0 0,0 1-1,0-1 1,1 1 0,-1-1-1,0 1 1,0-1 0,0 1 0,0 0-1,0-1 1,0 1 0,0 0-1,0 0 1,0 0 0,0 0 0,0 0-1,-1 0 1,1 0 0,0 0-1,0 0 1,0 0 0,0 1 0,0-1-1,0 0 1,-1 1 0,0 1-118,1-1 0,0 0 1,0 0-1,0 1 1,0-1-1,1 0 0,-1 1 1,0-1-1,1 1 0,-1-1 1,0 1-1,1-1 1,0 1-1,-1 0 0,1-1 1,0 1-1,0-1 0,0 1 1,0 0-1,0 2 1,2 6 82,1 1 0,0-1 0,0 0 1,1 0-1,9 17 0,-1 0 106,30 73 319,-5 2 1,-4 2-1,33 183 1,-16 98-26,-49-375-558,0 1 45,4 24 106,-4-34-193,-1 1 0,1-1-1,0 1 1,-1-1 0,1 0-1,0 1 1,0-1-1,0 0 1,0 0 0,0 1-1,0-1 1,0 0 0,1 0-1,-1 0 1,0 0 0,0-1-1,1 1 1,-1 0 0,1 0-1,2 0 1,1 0-4,0 0 0,0 0 0,0-1 0,0 0 0,0 0 0,0 0 0,0 0 0,0-1 0,0 0 0,0 0 0,0 0 0,0-1 0,9-4 0,7-4 0,38-24 0,-48 26 0,141-98 0,177-161 0,-102 77 0,815-543 0,299-46-841,-486 360-7484,-727 360 3545,-115 54 1039,-32 17 761,8-6 1411,-47 28-5978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38.8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166 1225 16041,'-15'6'1251,"-1"1"-1,-24 16 1,35-19-839,-1 0 0,1 1 0,0-1 0,0 1 0,1 0 0,-1 0 0,1 1 0,0-1 0,-5 12 1,1 2 127,0 0 0,2 1 0,0 0 0,1 0 0,1 1 0,1-1 1,1 1-1,1 34 0,2-20-53,2-1 0,1 1 0,2-1 0,14 47 0,-17-73-448,0 0 0,0 0 0,1-1 0,0 1 0,0-1 0,1 1 0,0-1 0,0-1 0,1 1 0,0-1 0,0 0 0,0 0 0,1-1 0,-1 1 0,2-2 0,-1 1 0,0-1 0,1 0 0,0 0 0,0-1 0,0 0 0,0-1 0,10 2 0,12 2 65,1-2-1,-1-2 1,1 0-1,0-2 1,36-5-1,68-9-103,144-35 0,137-54 0,719-261-1687,-19-66-972,470-164-5388,-898 371 215,-281 101-1726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0.3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82 893 9465,'0'0'1732,"-1"2"-316,-4 3-927,1 2-1,1-1 0,-1 0 1,1 1-1,0-1 1,1 1-1,-4 13 1,-8 58 507,9-46-403,0-5-274,-10 102 810,7 36-73,6-129-834,0 100 470,3-113-524,1 0 0,2 0 0,5 24 1,-7-42-141,-1-1 1,0 0-1,1 0 1,0 0-1,0 0 1,0 0-1,1 0 1,-1-1-1,1 1 1,0-1-1,0 1 1,0-1 0,0 0-1,0 0 1,1-1-1,-1 1 1,1-1-1,0 0 1,0 1-1,0-2 1,0 1-1,0 0 1,0-1-1,1 0 1,-1 0-1,0 0 1,1 0-1,5-1 1,8 1 15,0-2 0,0 0 0,-1 0 0,1-2 0,32-9-1,42-17 76,-2-4 0,121-62 0,-190 85-129,687-371-1074,-419 217 79,739-376-3938,-326 209-1943,-349 175 150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0.5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138 535 7829,'-104'3'2864,"87"3"-1772,0 0-192,31-12-148,19-13-144,91-41 244,-17 9-584,24-6-300,16-7-440,31 1-540,13-12-780,13-4-1688,27 4-1913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1.4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577 2774 4316,'-20'-3'237,"-167"-13"2304,136 12-858,-58-10-1,89 10-1028,0-1 0,0 0 0,1-2 0,0 0 0,-34-19 0,49 24-550,0 0 0,0-1 1,0 0-1,1 1 1,-1-2-1,1 1 0,-1 0 1,1-1-1,0 1 1,0-1-1,1 0 1,-1 0-1,1 0 0,0 0 1,0-1-1,0 1 1,1 0-1,-1-1 0,1 1 1,0-1-1,0-6 1,1 5-50,0-1 1,1 1-1,0 0 1,0-1-1,1 1 1,0 0-1,0-1 1,0 1 0,1 0-1,-1 1 1,2-1-1,-1 0 1,1 1-1,7-9 1,6-4 19,0 2 1,1 0-1,0 1 1,1 1-1,1 0 1,40-19-1,47-22 34,2 6 0,151-48 0,256-48-70,-99 46-160,73-5-123,70 0-78,63 0-52,1213-166-429,12 28 303,432-39 203,208-27 94,-1994 241 104,-61-1-169,50-18-484,-18-23-929,-390 88-2,-1-3 1,116-56-1,-94 23-3026,-96 57 4707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2.1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13 327 8489,'-13'-40'2172,"30"1"-360,-4 12-200,4 0-268,10 3-255,6 0-201,14-3-128,10 5-236,7-2-116,9 0-240,11 9-404,7 3-532,9 3-480,11 0-529,9 6-2639,1 6-3421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2.4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0 407 7937,'0'0'2244,"10"-24"-580,14-9-180,13 12-184,10 0-228,10-3-151,16-7-197,18 4-188,23-9-136,16 0-520,24 3-732,24 3-713,13-3-611,16-1-1748,21 10-2737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2.8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67 479 5577,'-40'-27'1732,"30"3"-68,3 0-124,-3-3-236,20 0-148,10-21-192,4 11-276,12 1 24,11-3-176,17 0-96,16 3-111,14 3-349,0 5-493,6 4-679,8 6-160,6 9-2572,-7 6-2733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2.9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0 133 5637,'67'6'1484,"-7"-9"-112,1-3-144,9 0-264,7-6-268,10 0-160,20-4-344,14 1-568,10-9-620,9 3-2196,11-3-1369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3.4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350 703 9721,'-4'2'270,"1"0"-1,-1 1 1,1-1 0,0 1-1,0-1 1,0 1 0,0 0 0,0 0-1,0 1 1,1-1 0,-4 7-1,-21 48 2152,14-27-1964,-37 64 983,-18 41-229,47-88-971,-72 189 567,84-207-722,0 1 0,3 0 0,0 0 0,2 1 0,1 62 0,3-79-68,2-1-1,0 0 1,1 0-1,0 0 1,1-1 0,0 1-1,2-1 1,-1 0-1,2 0 1,-1-1-1,2 1 1,-1-2-1,2 1 1,0-1 0,0 0-1,1-1 1,11 10-1,-8-10-7,0 0-1,1-1 0,0 0 1,1-2-1,0 1 1,0-2-1,0 0 0,1-1 1,0 0-1,0-1 1,0-1-1,0-1 0,1 0 1,24-1-1,-5-3 7,-1-1 1,0-2-1,0-2 0,0-1 0,-1-2 0,-1-1 0,1-2 0,-2-1 0,40-23 1,-35 15-6,0-2 1,-1-2-1,-1-1 1,-2-2 0,0-1-1,-3-2 1,32-40-1,-24 18-8,-3-2 0,-1-1 0,-4-2 0,-2-1 0,-2-1 0,-3-2 0,22-98 0,-36 117-74,-1-1-1,-2 1 1,-2-1 0,-2 0-1,-3-1 1,-1 1-1,-2 0 1,-14-64-1,12 84-149,-1 1 0,-1-1-1,-1 2 1,-2-1-1,0 1 1,-1 0-1,-1 1 1,-2 1-1,0 0 1,-1 1-1,0 1 1,-2 0-1,-1 1 1,0 1-1,-1 1 1,-28-17-1,9 12-645,0 1 0,-2 3 0,0 1 0,-1 2-1,-1 2 1,0 2 0,0 1 0,-68-3-1,-79 7-4618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29.5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60 470 8617,'-8'-8'1244,"1"0"0,0 0 0,0 0 0,0-1 0,-7-13 0,12 18-1011,1 0 0,-1 0 0,1 0 0,0-1 0,0 1 0,0 0 1,1-1-1,0 1 0,-1-1 0,2 1 0,-1-1 0,0 1 0,1 0 0,0-1 0,0 1 0,0 0 0,2-5 1,2-2-149,0 1 0,0 0 0,1 0 0,1 1 1,0 0-1,0 0 0,0 0 0,1 1 1,1 0-1,-1 0 0,1 1 0,0 0 1,14-7-1,10-5-340,1 2 0,62-23 0,-22 16-888,2 2-1,104-16 1,160 4-4956,-274 33 2706,-10 5-1406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29.6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644 130 6061,'-49'27'360,"-137"69"1448,75-50 1621,-130 34-1,192-69-1095,49-11-2319,0 0 0,-1 0 0,1 1 0,0-1 0,0 0 0,0 0 0,0 0 0,-1 0 0,1 0 0,0 0 0,0 0 0,0 0 0,-1 0 0,1 0 0,0 0 0,0 0 0,0 0 0,-1 0 0,1 0 0,0 0 0,0 0 0,0 0 0,-1 0 0,1 0 0,0 0 0,0 0 0,0-1 0,-1 1 1,1 0-1,0 0 0,0 0 0,0 0 0,0 0 0,-1 0 0,1-1 0,0 1 0,0 0 0,0 0 0,0 0 0,0 0 0,0-1 0,0 1 0,0 0 0,-1 0 0,1 0 0,0-1 0,18-13 476,10-2-297,0 2 0,58-21 0,72-12-986,-84 26 225,566-152-7847,-379 107 2028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4.4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0 630 5497,'18'-24'6417,"-13"15"-5403,0 0 1,1 0-1,-1 1 1,2 0 0,-1 0-1,16-13 1,-8 9-342,0 1 0,1 1 0,22-12 0,2 2-423,2 3 0,62-19 0,416-100-1154,-141 42-2258,89-24-4450,-188 60-184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5.5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 1322 8737,'-6'-1'351,"0"0"1,1 0-1,-1-1 1,1 1-1,0-1 0,-1-1 1,-8-4-1,12 5-169,0 0 0,0 1 0,1-1 0,-1 0 0,1 0 0,-1 0-1,1 0 1,0 0 0,0 0 0,-1-1 0,2 1 0,-1 0 0,0 0 0,0-1-1,1 1 1,-1-1 0,1 1 0,0-1 0,0 1 0,0 0 0,0-1 0,0-3-1,2-7 4,1 0 0,0 0 0,0 0 0,1 0 0,1 1 0,0 0 0,0 0 1,2 0-1,-1 1 0,2-1 0,-1 2 0,1-1 0,1 1 0,14-13 0,8-6-54,2 2 0,0 1 1,48-26-1,20-7-166,3 5 0,121-44-1,233-63-1057,-448 157 1062,976-267-2761,13 77 58,-292 112-72,-696 81 2722,-7 0 38,1 1-1,-1 0 1,1 0 0,-1 0 0,1 0-1,-1 0 1,1 1 0,-1 0 0,8 2-1,-12-3 45,0 0 0,0 1 0,1-1 0,-1 0 0,0 0 0,0 0 0,0 0 0,1 0 0,-1 1-1,0-1 1,0 0 0,0 0 0,0 0 0,1 1 0,-1-1 0,0 0 0,0 0 0,0 1 0,0-1-1,0 0 1,0 0 0,0 0 0,0 1 0,0-1 0,0 0 0,0 0 0,0 1 0,0-1-1,0 0 1,0 0 0,0 1 0,0-1 0,0 0 0,0 0 0,0 1 0,0-1 0,0 0 0,0 0-1,0 1 1,-1-1 0,1 0 0,0 0 0,0 0 0,0 1 0,0-1 0,-1 0 0,1 0 0,0 0-1,0 0 1,0 1 0,-1-1 0,1 0 0,0 0 0,0 0 0,-1 0 0,1 0 0,0 0-1,-11 5 3,1-1-1,-1 0 0,0 0 0,0-1 1,-19 2-1,4 1 5,-272 48 301,213-40-155,-403 68 850,-1362 300 2714,1772-361-3591,-707 197 857,763-211-957,-80 28 124,89-29-114,0 0 1,1 0-1,0 1 1,1 1-1,-17 13 0,28-21-31,-1 0-1,1 0 1,-1 1-1,1-1 1,0 0-1,-1 0 1,1 1-1,-1-1 1,1 0-1,0 0 1,-1 1-1,1-1 1,0 0-1,-1 1 1,1-1-1,0 0 1,0 1-1,-1-1 1,1 1-1,0-1 1,0 0-1,0 1 1,0-1-1,0 1 1,-1-1-1,1 1 1,0-1-1,0 1 1,0-1-1,0 0 1,0 1-1,0-1 1,0 1-1,0-1 1,1 1-1,-1-1 1,0 1-1,0-1 1,0 0-1,0 1 1,1-1-1,-1 1 1,0-1 0,0 0-1,1 1 1,-1-1-1,0 0 1,1 1-1,25 7-18,-18-7 11,31 5-82,0-1 0,1-2 0,55-3 0,130-19-423,-145 11 304,2069-142-5100,-2110 149 5240,29-3-20,1 4 1,74 8-1,-139-8 130,-22 9-9,4-1-22,-5-2-11,-1 0-1,1 0 1,-1-2-1,-27 3 1,-90 1-351,84-6 87,-170-11-1811,133 3 573,-7 2-209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5.8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282 236 8165,'-138'-34'1340,"102"22"-252,2 0-228,21 9-164,-7-9-184,-1 0-396,11-9-416,0 0-352,30-3-488,21-21-2032,12 5-1357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6.0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10 103 4012,'-10'-18'2609,"23"2"-2569,4 1-232,-7 0-112,4 0-288,-1 3-1065,4 0 725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6.2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490 0 4388,'-205'18'1285,"138"-6"-305,10-3-196,14 0-160,23-6-104,-10 0-188,-1-3-264,15 12-264,-4-3-176,46-15-2613,25-3 541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6.5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751 1 3368,'-269'78'1393,"165"-49"-617,-147 48 120,236-71-869,1 0 0,0 0 0,-18 12 1,28-15-13,-1-1 1,1 1 0,1 0 0,-1 1 0,0-1 0,1 0 0,-1 1 0,1 0 0,0 0-1,1 0 1,-1 0 0,1 0 0,-4 9 0,5-11-11,1-1-1,0 1 1,-1 0-1,1-1 1,0 1 0,0 0-1,0-1 1,0 1-1,1-1 1,-1 1 0,0 0-1,1-1 1,-1 1-1,1-1 1,-1 1 0,1-1-1,0 1 1,1 2-1,24 22 25,-3-2-234,-20-20-7,-2-2-31,1 1 1,-1 0-1,1-1 1,0 1-1,0-1 1,0 0-1,0 0 1,3 3-1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7.5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444 871 13529,'-29'0'833,"-38"3"2163,64-3-2743,1 0 0,-1 0 0,1 0 1,-1 0-1,1 0 0,-1-1 1,1 1-1,-1-1 0,1 1 0,0-1 1,-4-1-1,-20-5 1297,-167-25 1610,172 26-2854,14 4-215,0 1 0,-1-1 1,1 1-1,0 0 0,-9 0 1,15 1-89,0 0 0,0 1-1,0-1 1,0 0 0,0 0 0,0 0 0,1 1 0,-1-1 0,0 1 0,0-1 0,0 0 0,0 1 0,0 0 0,0-1 0,1 1 0,-1-1 0,0 1 0,1 0 0,-1 0 0,0-1 0,1 1 0,-1 0 0,1 0 0,-1 0 0,1 0 0,-1-1 0,1 1 0,0 0 0,-1 0 0,1 0 0,0 0 0,0 0 0,0 0 0,0 0 0,0 0 0,0 0 0,0 0 0,0 0 0,0 0 0,0 0 0,0 0 0,1 2 0,6 29 59,1-1 0,1 0-1,16 36 1,0-1 22,-18-44-78,1 0 1,2-1-1,0 0 0,19 29 1,-27-47-3,1 0-1,0 1 1,0-1 0,0-1 0,0 1 0,0 0-1,1-1 1,-1 0 0,1 0 0,0 0-1,-1 0 1,1 0 0,0-1 0,0 1 0,0-1-1,0 0 1,1-1 0,-1 1 0,0-1 0,0 1-1,0-1 1,1-1 0,5 0 0,10-2-39,0-1 0,-1-1 0,34-13 1,-29 10-58,-23 7 89,1178-388-4867,-1055 352 4209,982-295-4601,10 45 1119,-523 166-306,-334 77 509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7.6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67 621 13253,'-67'-42'2276,"91"18"-487,-1-3-385,7 3-368,17-4-268,20-2-276,30-12-376,21-3-428,22-6-492,376-124-4749,-315 108 1397,13 1-3169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7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647 606 7265,'-219'-32'1426,"173"26"-245,-1-2 0,-81-26 0,117 31-951,1-1 0,-1 0 0,1 0 0,0-1-1,0-1 1,0 0 0,1 0 0,0-1-1,0 0 1,1 0 0,-1-1 0,2 0-1,-1-1 1,1 1 0,1-2 0,-1 1 0,2-1-1,-1 0 1,1 0 0,1 0 0,0-1-1,0 1 1,-3-21 0,0 4 46,2-1 0,1 1 0,0-35 0,3 54-495,1 1 0,1 0 0,0 0 0,0 0 0,0 0 0,0 0 0,1 0 0,1 0 0,-1 0 0,1 1 0,0-1 0,0 1 0,1 0 1,0 0-1,0 0 0,1 0 0,-1 1 0,6-5 0,27-16-4267,8 2-2737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1:48.0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335 64 10457,'-161'-36'1168,"101"30"-236,33 6-256,0-6-528,1 0-540,5 3-1484,8-3 236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4.3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132 125 4280,'-1'1'197,"0"0"0,1 0-1,-1 0 1,0 0-1,0 0 1,-1 0-1,1 0 1,0 0 0,0-1-1,0 1 1,0 0-1,-1-1 1,1 1-1,0-1 1,-1 0 0,1 1-1,0-1 1,-1 0-1,1 0 1,-2 0-1,-31-4 2329,10 1-613,21 2-1378,0 0 0,-1-1 0,1 1 0,0-1 0,0 0 0,0 0 1,0 0-1,0 0 0,1 0 0,-1-1 0,-3-4 0,5 7-415,0-1 1,0-1 0,1 1 1,-1 0-1,0 0 0,0-1 0,1 1 0,-1 0 1,1-1-1,-1 1 0,1 0 0,0-1 0,-1 1 0,1-1 1,0 1-1,0-1 0,0 1 0,0-1 0,0 1 1,0 0-1,1-1 0,-1 1 0,0-1 0,1 1 0,-1 0 1,1-1-1,0 1 0,-1 0 0,1-1 0,0 1 1,0 0-1,-1 0 0,1 0 0,2-2 0,0-1 23,1 0 1,0 0-1,0 1 0,0-1 0,0 1 1,1 0-1,8-5 0,-4 4-28,1 0 0,-1 0-1,1 2 1,0-1 0,0 1 0,0 0 0,0 1-1,0 0 1,0 1 0,0 0 0,16 2 0,-12 1-12,-1 0 1,1 1-1,-1 0 1,0 1-1,0 0 1,-1 1-1,21 13 1,-13-4-22,0 0 0,-1 1 0,-1 1 0,0 0 0,-2 1 0,0 1 0,-1 1 0,-1 0 0,12 23 0,-8-7-97,-1 1 0,-3 0 0,0 0 0,-3 2 0,-1-1 0,-2 2 0,-2-1 0,-1 1 0,-1 72 0,-5-55-1029,-2 1 1,-12 65 0,7-87-946,-14 44 0,12-53-733,-1 0 0,-16 28 0,-6-2-6501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4.5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0 136 9885,'77'-51'2032,"-57"45"-296,4-6 40,19-6-295,-6 3-277,7 3-324,9 3-256,18 3-500,6 0-452,10 6-652,3 0-544,11 3-281,-4 3-2571,-3 0-3369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4.6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520 0 8041,'0'0'4160,"-10"15"-2132,-3 4 0,-4-10-411,-10 12-257,4 3-200,-4-3-172,-3 3-200,-4 6-120,1 3-148,-1 7-268,-3 2-380,-3-3-504,-7 3-852,-3 0-736,3 1-3481,-3-1-4760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5.2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604 201 7869,'11'-18'1975,"2"1"0,0 1 0,22-23 0,-33 38-1865,-1-1 0,0 1 0,1 0 0,-1-1 0,0 1 0,0-1 0,0 0 0,0 1 0,0-1 0,0 0 0,-1 1 0,1-1 0,0 0-1,-1 0 1,1 0 0,-1 0 0,0 0 0,0 0 0,0 0 0,0 1 0,0-1 0,0 0 0,0 0 0,-1 0 0,1 0 0,0 0 0,-1 0-1,0 0 1,1 1 0,-1-1 0,0 0 0,0 1 0,0-1 0,-2-1 0,0-1-54,0 1 1,0 0-1,-1 0 1,0 0-1,1 0 1,-1 0-1,0 1 1,0 0-1,-1 0 1,1 0-1,0 0 1,-9-1-1,-15-3 54,-1 3-1,0 0 0,0 2 1,0 0-1,0 3 0,0 0 1,-51 11-1,42-4-32,1 1-1,1 2 1,0 2 0,1 1-1,-48 28 1,77-40-60,0 1 1,0 0 0,0 1-1,1-1 1,0 1-1,0 0 1,1 1-1,-1-1 1,1 1-1,0 0 1,0 0-1,-3 8 1,5-9-6,0-1 1,1 1-1,0-1 1,0 1-1,0 0 1,0 0-1,1-1 1,0 1 0,0 0-1,0 0 1,0-1-1,1 1 1,0 0-1,0 0 1,0-1-1,1 1 1,-1-1-1,4 7 1,3 3 13,1-1 0,0 0 0,0-1 0,2 0 0,-1 0 0,24 19 0,83 54 54,-75-57-60,97 62-249,66 47-1321,-197-130 1392,1-1 0,-1 2 0,-1-1 0,0 1 0,0 0 0,0 1 0,8 13 0,-14-19 131,1 0 1,-1 0 0,0-1 0,0 1 0,0 0-1,0 0 1,-1 0 0,1 0 0,-1 0 0,0 0-1,0 0 1,0 0 0,0 0 0,0 0-1,-1 0 1,1 0 0,-1 0 0,0 0 0,0 0-1,0 0 1,0-1 0,0 1 0,-1 0-1,1-1 1,-1 1 0,0-1 0,0 1 0,0-1-1,0 0 1,0 0 0,-3 2 0,-5 4-17,0-1 0,0 0 1,-1-1-1,0 0 1,0-1-1,-1 0 0,1-1 1,-1 0-1,-22 4 1,-6-1 63,-68 2 0,102-8 70,0-1 0,1 0 0,-1-1 0,1 1 0,-1-1 0,0 0 0,1 0 0,-11-5 0,15 6-59,0-1 0,0 1 0,0-1 0,0 0 0,0 0 1,0 1-1,0-1 0,0 0 0,0 0 0,1 0 0,-1 0 1,0 0-1,0 0 0,1 0 0,-1 0 0,1-1 0,-1 1 1,0-2-1,1 1 2,0 0 1,0-1-1,0 1 1,0 0-1,0 0 1,1 0-1,-1-1 1,1 1-1,-1 0 1,1 0-1,0 0 1,0 0-1,0 0 1,2-3-1,4-7 79,1 1-1,1 0 1,0 0-1,1 0 1,17-14 0,64-46 168,-60 48-242,4-4-226,170-123-2006,-148 112-2753,104-50 0,-114 68-909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5.4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520 1 6985,'0'0'187,"1"1"1,0 0-1,0 0 1,0-1-1,-1 1 1,1 0-1,0 0 1,-1 0-1,1 0 0,0 0 1,-1 0-1,1 0 1,-1 0-1,0 0 1,1 0-1,-1 0 1,0 1-1,0-1 1,0 0-1,0 0 1,0 0-1,0 0 1,0 0-1,0 0 1,0 1-1,0-1 1,0 0-1,-1 0 1,1 0-1,-1 0 1,1 0-1,-1 0 1,1 0-1,-1 0 1,1 0-1,-1 0 1,0 0-1,-1 1 1,-4 6 563,0-1 0,-1 1 0,-11 8 0,14-12-349,-44 39 1205,-23 22-893,-86 60 1,117-97-1832,-39 27-2204,28-18-2306,16-9-2063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5.8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952 121 7877,'-3'-42'2001,"3"41"-1854,1-1 0,-1 1 0,0 0 0,-1 0 0,1-1-1,0 1 1,0 0 0,0 0 0,-1-1 0,1 1 0,-1 0 0,1 0 0,-1 0-1,1 0 1,-1 0 0,0 0 0,0 0 0,1 0 0,-2-2 0,-2-1 408,1 0-261,0 0 1,0 1-1,-1 0 1,1 0-1,0 0 1,-1 0-1,0 0 1,0 0-1,0 1 1,0 0-1,0 0 1,0 0-1,-1 1 1,1-1-1,-1 1 1,1 0-1,-1 0 1,-4 0-1,-8-1 151,1 0-1,-1 1 1,-30 2 0,24 2-331,1 1 1,0 0 0,0 2 0,1 1 0,0 1 0,0 0-1,1 2 1,0 0 0,0 1 0,1 1 0,-21 18 0,-17 18-1136,3 2 1,-50 61-1,65-69-202,34-36 1085,-106 120-4067,109-123 4033,18-1 842,-3-3-430,-1-2 0,0 0 0,0 0 1,0-1-1,0-1 0,0 0 0,14-8 0,7-3 464,143-53 3771,-176 69-4457,1-1 0,0 1 0,0 0 1,0-1-1,0 1 0,-1 0 0,1 0 1,0 0-1,0-1 0,0 1 0,0 0 1,0 0-1,0 0 0,-1 0 0,1 0 1,0 1-1,0-1 0,0 0 0,0 0 1,0 1-1,-1-1 0,1 0 0,0 1 1,0-1-1,0 1 0,-1-1 0,1 1 1,1 0-1,-1 1 4,-1 0 0,1-1 0,0 1 0,-1-1-1,1 1 1,-1 0 0,0-1 0,0 1 0,0 0 0,1 0 0,-2-1 0,1 1 0,0 0 0,0 1 0,-2 8 57,-1-1 0,0 1 0,0-1 0,-6 13 1,-13 19-8,-2 0 0,-48 64 1,-70 69-2348,126-157 1781,-109 120-7587,64-61-649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6.7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 1237 18258,'-69'32'1932,"47"-17"-166,22-15-1725,-1 0 1,1 1-1,0-1 1,0 0-1,0 0 1,-1 1-1,1-1 1,0 0-1,0 0 1,0 1-1,0-1 1,0 0-1,-1 1 1,1-1-1,0 0 0,0 1 1,0-1-1,0 0 1,0 0-1,0 1 1,0-1-1,0 0 1,0 1-1,0-1 1,0 0-1,0 1 1,0-1-1,1 0 1,-1 1-1,0-1 1,0 0-1,0 0 1,0 1-1,1-1 0,1 2 99,1-1 0,-1 1-1,1-1 1,-1 0-1,1 0 1,0 0-1,0 0 1,0-1-1,3 2 1,22 2 268,0 0 0,0-2 0,0 0 0,30-4 0,121-17 291,-95 9-459,1814-277-4052,-346-59-594,-41 9 1047,-470 134 136,-597 121-1918,-274 51 284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7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274 18 7209,'12'-17'2762,"-14"23"2128,-23 37 2791,15-25-8966,-14 25 2127,3 2 0,-30 93 1,-14 103-63,54-193-646,-15 71-182,5 2-1,-6 136 1,25-227-119,1 0-1,2 0 1,1 0 0,6 30 0,-6-50 56,0 0 0,1 0 0,0-1 1,1 1-1,0-1 0,1 0 0,0 0 0,0 0 1,1 0-1,0-1 0,0 0 0,1 0 0,0-1 1,0 0-1,11 8 0,-5-7-31,1 1 0,0-2 0,0 0 0,1 0 0,0-2 0,0 0 0,1 0 0,-1-1 0,1-1 0,0-1 0,0 0 0,0-1 0,0-1 0,0-1 0,0 0 0,0-1 0,23-5 0,4-4-40,-1-2-1,-1-1 1,0-2-1,-2-2 1,50-30 0,-43 20 100,-2-2 0,-1-2 0,-1-2 1,-1-1-1,-3-3 0,47-55 0,-57 57 44,-1-1-1,-1-2 0,-3 0 1,-1-1-1,-2-2 1,-1 0-1,22-80 0,-35 98 30,-1 1 0,0-1 0,-2-1 0,-1 1 0,-1 0 0,-1-1 0,-1 1 0,-2 0 0,0 0 0,-13-47 0,11 57-9,0 1 0,-1 0-1,-1 0 1,0 0 0,-1 1 0,0 0-1,-1 1 1,-11-12 0,-2 1-86,-49-36-1,70 57 103,-19-13-105,-1 0 0,-1 2 1,0 0-1,0 2 0,-2 0 0,1 1 0,-1 2 0,0 0 0,0 1 0,-1 2 0,-30-2 0,19 3-326,1 2 0,-1 1 0,1 2 1,-1 1-1,-51 12 0,33-2-1919,-63 25 0,7 7-3018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7.8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0 154 7473,'5'-9'507,"1"-1"-1,0 1 1,0 0 0,0 1 0,1 0 0,1 0 0,-1 0 0,1 1 0,1 0-1,-1 0 1,15-8 0,-9 8-298,1-1 0,0 2 0,0 0 0,0 1 0,21-5 0,-34 10-135,1-1-17,-3 0-63,1 0 0,0 1 1,0-1-1,0 1 0,0-1 0,0 1 0,0 0 1,0-1-1,0 1 0,1 0 0,-1-1 0,0 1 1,0 0-1,0 0 0,0 0 0,0 0 0,0 0 1,0 1-1,3-1 0,-4 1-49,1 0 1,-1 0 0,0 0-1,1 0 1,-1 0-1,0 0 1,0 0-1,0 0 1,0 1 0,1-1-1,-1 0 1,-1 0-1,1 0 1,0 0-1,0 1 1,-1 12-642,-2 4-3165,0-11 2437,-1 17-3564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7.6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6013,'20'-18'1117,"-16"15"1864,20 7-1088,325 49 1871,143-4-2644,792 68-589,1036 2-2150,8-64 321,-1696-43 959,644 8-2319,-645-12-1498,-224-2-209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13.9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63 3604,'0'0'2983,"0"-3"-2137,4-30 4407,-6 31-5211,-7-20 94,-14 19-10016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9.8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98 155 2860,'0'0'3693,"-2"-2"-3452,-4-3-280,0 0 528,0 0 0,1-1 0,0 1 0,-7-11 0,10 14-75,-21-22 1258,21 22-1303,-4-2-522,4 2 334,1 1 0,-1-1-1,0 1 1,0-1 0,0 0-1,1 0 1,-1 0-1,1 0 1,0 0 0,-1 0-1,1 0 1,0 0 0,-1-4-1,2 5-128,0 0-1,-1-1 1,1 1-1,0 0 1,0 0-1,1 0 1,-1 0-1,0 0 1,0 0 0,0 0-1,1 0 1,-1 0-1,1 0 1,-1 0-1,1 0 1,-1 0-1,1 0 1,-1 0-1,1 0 1,0 1-1,-1-1 1,1 0-1,0 0 1,0 1-1,0-1 1,0 0-1,-1 1 1,1-1-1,0 1 1,0-1 0,0 1-1,0 0 1,0-1-1,0 1 1,0 0-1,0 0 1,2-1-1,7 0 21,0-1-1,0 2 1,14-1 0,-5 1 49,144-6 273,19-2-43,-164 7-604,0 1 0,0 1-1,0 1 1,22 4-1,-37-5-58,16 12-1800,-11-26-8355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10.3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2 4032,'-7'-2'4873,"17"12"-3778,14 15-605,-8-1-2,1-1 0,1 0 1,36 33-1,-42-43-346,81 73 591,24 25-233,-97-90-478,-14-17-5,-1 1 0,0 0 0,0 0 0,-1 1 0,0-1 0,0 1 0,0 0 0,3 9 0,-4-9-15,0 0 0,-1 1 0,0-1 1,0 1-1,0-1 0,-1 1 1,0 0-1,-1 0 0,0 8 0,0-10 1,-1-1 0,0 0 0,0 0 0,0 0 0,-1 1 0,0-1 0,1-1 0,-2 1 0,1 0 0,0 0 0,-1-1 0,1 1 0,-1-1 0,0 0 0,-6 6 0,-11 6-261,0 0-1,-1-2 1,-1 0-1,-31 13 1,-24 15-5604,56-29 1937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13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24 3480,'30'-6'828,"-6"0"-140,-1 6-127,1 0 55,-1 0-492,7 0-232,20-12-3097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14.9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52 4216,'-14'-3'1119,"11"-2"1198,24-11 5693,-30 3-9938,1-1-3452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2:57.9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 3 4124,'-1'-1'56,"0"1"0,0 0-1,0-1 1,0 1-1,0 0 1,-1 0-1,1 0 1,0 0 0,0 0-1,0 0 1,0 0-1,0 0 1,0 0 0,0 0-1,0 1 1,0-1-1,0 0 1,0 1-1,0-1 1,0 1 0,0-1-1,-10 11 8954,10-10-8954,-1 0 0,0 1 0,1-1-1,-1 0 1,1 1 0,0 0 0,-1-1 0,1 1 0,0 0 0,-1 2-1,0-2 1527,28 8-1379,-24-8-52,3-1-94,0 0 0,0 1 0,0-1 0,0 1 0,0 1 0,-1-1 0,1 0 0,5 5 0,2 1 104,-9-7-8,4 1 64,19 6 75,-19-6-88,18 1 85,84 18 73,-103-20-335,1 0 0,0 1 0,-1 0-1,1 0 1,-1 1 0,7 3 0,-8-3 9,1 0-1,0-1 1,0 0-1,0 0 1,0 0 0,8 0-1,105 19 146,-31-6-147,-15-3 87,129 7 0,-176-18-13,0 2 0,32 7-1,-34-5-38,95 13 156,184 35 392,-222-35-251,1-3 1,164 6-1,61-6 103,-13 10-452,-262-20-7,61 21-1,-60-15 12,62 11-1,439 8 75,-318-25-94,18-8 74,108 0 316,61-3 90,-271 2-286,-92 4-99,68-8 0,44 1 50,-73 5 1,45 1 124,235 29 0,-236-14 226,-66-8-193,380 31 1877,-350-35-2028,86 8 97,-158-9-237,0 0-1,28-4 1,12 2-13,-28 3 17,156 13-17,-139-12-15,-40-3 46,0 0-293,11 1 921,16 0-3403,-28-2 2189,0 1 1,1-1-1,-1 1 1,0-1-1,0 0 1,0 0-1,0 0 1,1-1-1,-2 1 1,1-1-1,0 0 1,0 0-1,0 0 1,3-3-1,3-5-795,0-1-610,3 1-2457,3-2-2688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2:58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262 108 5124,'-5'-5'1218,"0"-2"-1,1 1 0,-1 0 1,1-1-1,-7-16 3171,10 21-2946,-5-22 2036,-1-3 1869,5 27-4050,2 14-2020,3 22 1023,1 0 0,1-1 1,2 1-1,21 58 0,159 377 174,-159-409-435,47 115-513,-67-156 282,-2 1-1,0 0 1,-2 0 0,0 0-1,-1 1 1,-1 28 0,-2-42 90,-1 0 1,1 0 0,-1-1-1,-1 1 1,0 0 0,0-1-1,-1 1 1,0-1 0,0 0-1,-6 9 1,0-1-123,0-1 1,-1 0-1,-1-1 1,-1 0-1,0 0 0,0-2 1,-2 1-1,1-2 0,-19 13 1,-188 95-4415,67-51-3995,105-47 1605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2:59.6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155 18 6025,'20'-15'1464,"-16"12"1053,-1 40 1318,-4-21-3058,-1 1 0,-1-1 0,-1 0 0,0 0 0,-10 26 0,7-24-366,-54 133 1766,13-36-1121,40-95-954,1 2 0,1-1-1,1 1 1,0 0 0,2 0 0,1 0 0,0 0 0,3 25 0,0-32-73,1-1-1,0 0 1,1 0 0,1 0-1,1 0 1,-1 0 0,2-1-1,0 0 1,1 0 0,0-1-1,1 0 1,0 0 0,17 18-1,-18-21-26,1-1-1,1 0 0,-1 0 1,1 0-1,0-2 0,1 1 1,0-1-1,0 0 0,0-1 1,1 0-1,0-1 0,11 3 1,0-1 14,0-1 1,1-2 0,-1 0-1,1-1 1,0-1 0,0-2-1,41-4 1,-53 2-20,1 1-1,-1-2 1,1 1 0,-1-2-1,0 0 1,0 0 0,-1 0-1,1-2 1,-1 1-1,-1-1 1,1-1 0,-1 1-1,-1-2 1,1 1 0,-1-1-1,11-17 1,-5 4 0,-1-1 0,-1 1 0,-1-2 0,-1 0-1,-1 0 1,-1-1 0,-1 0 0,-2 0 0,0 0 0,-2-1 0,-1 0 0,-1-35 0,-15-125-5,11 165 5,-2 0-1,0 0 0,-1 0 1,-1 1-1,-2-1 0,-14-27 0,7 19 29,13 21-55,0 1 0,-1 0 0,0 1 1,0-1-1,0 0 0,-1 1 0,0 0 0,0 0 0,-1 1 1,0-1-1,1 1 0,-2 1 0,-8-7 0,11 11-112,1-1 0,0 1 1,0 0-1,-1 0 0,1 0 0,0 1 0,0-1 1,0 1-1,-1 0 0,1 0 0,0 0 0,0 0 0,-3 2 1,1 0-239,1 0 1,1 1 0,-1-1-1,0 1 1,1 0 0,0 0 0,-1 0-1,2 1 1,-1-1 0,-3 8-1,-17 49-5946,12-18-1298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2:59.8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383 3 12037,'2'12'1498,"-5"-11"81,-13-17 5740,14 18-7171,0-1-1,0 1 1,0-1-1,0 1 0,0 0 1,1 0-1,-1 0 1,1 0-1,-1 0 0,-2 4 1,2-2 63,-50 70 734,-113 149-4985,112-166 259,14-16-2511,7-6-1822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0.3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63 7093,'2'0'250,"0"-1"1,0 1-1,0-1 1,0 1-1,0-1 1,-1 0-1,1 0 1,0 0-1,0 0 1,-1 0-1,1 0 1,0-1-1,-1 1 1,1 0-1,-1-1 1,0 1-1,1-1 1,-1 0-1,0 1 1,0-1-1,0 0 1,0 0-1,0 1 1,-1-1-1,2-4 1,-1 3 1676,6-9 1185,-1 1 5336,-10 12-8371,1 1 1,-1 0-1,0 1 1,0-1-1,1 1 0,-1-1 1,1 1-1,0 0 0,0 0 1,0 1-1,0-1 0,1 0 1,-1 1-1,1 0 0,0-1 1,-3 9-1,-5 10 173,-12 46 0,10-26-97,2-8-452,2 0 1,-7 56-1,0 7-1276,-6-6-730,-3 19-1997,9-36-2371,1-7-3653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0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60 10265,'20'-25'2161,"-16"20"1612,36-19 1444,-37 22-5131,1 1 0,0 0 0,0 1 1,-1-1-1,1 1 0,0-1 0,0 1 0,0 0 1,0 1-1,-1-1 0,1 1 0,0 0 0,0-1 0,-1 2 1,1-1-1,0 0 0,-1 1 0,0-1 0,1 1 1,-1 0-1,0 0 0,0 1 0,5 3 0,-4-3-70,-1 0-1,0 0 1,0 0-1,0 1 1,0-1-1,-1 1 1,1-1-1,-1 1 1,0 0-1,0 0 1,0 0-1,-1 0 1,1 0-1,-1 0 1,0 1-1,0-1 1,-1 0-1,1 1 1,-1-1-1,0 9 1,-4 3-30,0 0 0,-1 0 1,-1 0-1,0-1 0,-1 0 1,-14 23-1,-65 85-314,65-94 285,-14 14-207,-14 23-493,23-21-5918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1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215 150 11997,'7'-19'1178,"-4"9"-289,0 0 0,1 1 0,0-1-1,0 1 1,1 0 0,1 0-1,-1 0 1,9-10 0,2-5 527,-11 16-1117,1 6 36,2 1-216,-6 1-99,0-1 0,0 1 0,0 0-1,0-1 1,0 1 0,0 0 0,0 0-1,0 1 1,0-1 0,0 0 0,0 1-1,0-1 1,0 1 0,0 0-1,0 0 1,-1-1 0,1 1 0,0 0-1,0 0 1,-1 1 0,1-1 0,-1 0-1,1 1 1,1 1 0,4 8 4,-2 0-1,1 1 1,-1 0 0,-1 0 0,0 0 0,0 0 0,-2 1-1,1-1 1,-2 1 0,1-1 0,-2 1 0,0 0-1,0 0 1,-1-1 0,-1 1 0,0 0 0,-4 12 0,-20 62-166,-3-1 0,-4-1 1,-3-1-1,-5-3 1,-60 94-1,26-30-11,50-92 147,22-47-5,0 0 0,1 0-1,0 1 1,0-1 0,0 1 0,0-1 0,1 1 0,0 10 0,1-15 9,0 0 0,0 0 1,0 0-1,1 0 0,-1 0 1,1 0-1,-1 0 1,1 0-1,0 0 0,0 0 1,0-1-1,0 1 0,0 0 1,0-1-1,0 1 1,1-1-1,-1 1 0,0-1 1,1 1-1,-1-1 0,1 0 1,0 0-1,-1 0 0,1 0 1,0 0-1,0 0 1,0 0-1,-1-1 0,1 1 1,0 0-1,0-1 0,3 1 1,10 1-124,0-1 0,0 0 0,1-1 0,-1-1 0,24-3 0,79-21-1969,-77 15 928,166-40-7991,-137 35 2205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1.2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225 9 7781,'-19'-7'2195,"15"5"-141,1 5-195,-8 10-408,1 1 0,0-1 0,1 2 0,-8 15 0,-29 69-144,43-90-1408,-35 65-2548,6-24-4950,10-20-1519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1.6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54 168 10925,'1'-4'474,"2"-10"1444,0 0 0,9-21 0,-10 30-1650,1 1 0,-1 0-1,0-1 1,1 1 0,0 0 0,0 1 0,0-1-1,1 1 1,-1-1 0,1 1 0,0 0 0,4-3 0,4-1-56,0 1 0,1-1 0,0 2 1,0 0-1,1 0 0,-1 2 0,1-1 1,0 2-1,0 0 0,0 0 0,0 1 0,1 1 1,-1 1-1,21 3 0,-27-3-206,1 1 0,0 0 1,-1 1-1,1 0 0,-1 1 0,0 0 0,0 0 0,0 0 0,0 1 0,-1 1 0,0-1 1,0 1-1,0 0 0,-1 0 0,0 1 0,0 0 0,-1 0 0,0 1 0,0-1 0,0 1 1,-1 0-1,0 0 0,4 16 0,-3-7-57,-1 1 0,-1-1 0,-1 0 0,0 1 1,-1-1-1,-1 1 0,-1-1 0,0 1 0,-1-1 0,-1 1 0,-1-1 0,-1 0 1,-8 23-1,-11 16-200,-3-1 0,-52 80 0,7-11-175,66-113 370,0 1 1,1-1-1,0 1 0,1 1 1,0-1-1,1 0 0,-3 24 1,6-26 35,0 0 1,1-1 0,0 1-1,0 0 1,1-1 0,0 0-1,1 1 1,0-1 0,1 0-1,-1 0 1,6 8 0,41 59-80,-7-12-80,-39-58 184,0 0 0,-1 1 0,0 0 0,0 0 0,-1 0 0,2 8 0,-3-12 0,-1 0-1,0 0 1,0 0-1,0 1 1,0-1-1,0 0 0,-1 0 1,1 0-1,-1 0 1,0 1-1,0-1 0,0 0 1,0 0-1,-1 0 1,1-1-1,-1 1 1,-2 3-1,-6 7 19,-1 0-1,-1-1 1,1-1-1,-2 0 1,-24 17 0,-78 40-319,21-13-2456,67-38 660,-7 3-4863,15-8 664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1.8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292 15 10637,'-33'-15'5300,"40"33"-3959,-1-2-245,-12 2-296,-4-3-200,-4 12-68,-13 15-140,7-15-300,-3 6-436,-4 4-696,-3-1-592,-14-3-1189,11 6-1503,-4 6-3321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2.3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151 12 11629,'14'-11'2613,"-38"19"3772,23-2-6165,1 0 0,-2 0 0,1-1 1,-1 1-1,-4 10 0,1-2-33,-42 113 761,33-97-865,2 2-1,1 0 1,1 0-1,-9 60 0,17-71-68,-2 13-185,1 0 0,2 0 0,1 0 0,7 45 0,-6-70 83,1 0 0,1 0 0,0 0 0,0 0 0,1-1-1,0 1 1,0-1 0,10 15 0,-9-18 31,-1 0 0,1 0 0,0-1 0,0 1 0,1-1 0,-1 0 0,1 0 0,0-1 0,0 0 0,0 0 0,1 0 0,-1-1 0,10 3 0,-11-4 47,0 0 0,0-1 0,-1 0 0,1 0 0,0 0 0,0 0 0,0-1 0,-1 0 0,1 0 0,0 0 0,-1 0 0,1-1 0,-1 0 0,1 0 0,-1 0 0,0-1 0,0 1 0,0-1 0,0 0 0,0 0 0,3-4 0,9-9 41,0-2 0,-1 1-1,15-24 1,-14 19 52,107-141 890,-73 88 38,-33 46-276,25-30 1,-40 81 159,-3-7-755,-1 1 0,0-1 0,-2 0 0,0 0 0,0 0 0,-8 17 0,-6 21 76,-20 92-393,-14 46-2221,20-97 40,-2 7-1999,13-32-1450,4-1-2707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2.5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348 13 13137,'0'0'7665,"-16"-6"-6273,-1 0-236,-3 15-204,0-3-208,-7 6-140,-3 3-532,6 0-596,-16 15-412,17-9-664,-11 7-696,-3-7-792,7 6-2025,0 3-4068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3.0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 11117,'40'-18'2168,"-23"24"1725,3-12-2193,0 3 568,-7 6-1472,4 3-280,3 9-364,14 15-368,-18-9-424,15 18-736,-1 6-572,7 4-3557,-4 8-4436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2.9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510 244 10645,'3'-91'8908,"0"13"-4764,-2 66-3218,0 0 1,1 0-1,7-24 1,-8 33-250,-6 5-338,-3 1-300,0 1-1,0 1 1,0-1-1,0 1 1,0 1-1,1 0 0,-12 11 1,-47 57 88,44-48-76,-120 152 75,116-139-104,1 1 0,-35 78 0,54-103-76,0 0 1,2 1-1,0 0 0,0 0 0,2 0 0,0 0 0,1 0 0,0 0 1,2 1-1,0-1 0,3 19 0,6 12-665,3-1 1,25 66-1,-35-105 567,-1 0-1,0 1 1,0-1 0,-1 0-1,0 1 1,0 14 0,-1-19 17,0 1 0,-1 0-1,0 0 1,1 0 0,-1 0 0,0-1 0,-1 1 0,1-1 0,-1 1 0,0-1 0,1 1 0,-1-1 0,-1 0 0,1 0 0,-5 5-1,3-4 41,1 0-366,-1 0-1,0-1 0,1 1 1,-1-1-1,-1 0 1,1 0-1,0 0 0,-1-1 1,0 0-1,1 1 1,-1-2-1,-10 4 1,-18 1-4925,3 3-3216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3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657 0 10253,'-34'43'2188,"-30"8"1881,34-33-2113,0 3-328,0 3-308,-7 6-260,0 3-176,-6 4-316,-4 2-200,0 3-520,0 3-268,-10-3-584,10 4-728,10-4-536,4 3-3317,-4 0-4564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3.7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626 165 10769,'1'-1'181,"0"0"0,0 0 0,0 0 0,0 0-1,0-1 1,0 1 0,0 0 0,0-1 0,-1 1 0,1 0 0,0-1 0,-1 1-1,1-1 1,-1 1 0,0-1 0,1 1 0,-1-1 0,0-2 0,-8-29 2506,7 29-2242,-1-1 1,1 0-1,0 0 1,0 1 0,0-1-1,1 0 1,-1-6-1,1 7-117,0 1 0,0-1 0,-1 1 0,0-1 0,1 1-1,-1-1 1,-1 1 0,1 0 0,0 0 0,-1-1 0,-2-3 0,4 7-275,-1-1 0,1 0 1,-1 0-1,1 0 0,-1 0 1,0 0-1,1 0 1,-1 1-1,0-1 0,0 0 1,0 1-1,0-1 1,1 0-1,-1 1 0,0-1 1,0 1-1,0-1 0,0 1 1,0 0-1,0-1 1,0 1-1,0 0 0,0 0 1,-1 0-1,1 0 1,0 0-1,0 0 0,0 0 1,0 0-1,0 0 0,0 0 1,0 1-1,0-1 1,0 0-1,0 1 0,0-1 1,0 1-1,0-1 1,0 1-1,0-1 0,0 1 1,-1 1-1,-19 19 182,1 0 1,1 2-1,-31 47 0,36-49-170,-150 235 281,96-147-281,23-34 36,-44 95-1,73-133-75,1-1 0,3 2 0,0 0 0,3 0 0,-5 42 0,13-68-50,0 0 1,1-1-1,1 1 1,-1-1-1,2 1 1,0-1-1,0 1 1,1-1-1,0 0 1,1 0-1,1 0 1,-1-1-1,2 1 1,9 14-1,-9-18-24,0 1 1,0 0-1,1-1 0,0 0 1,0-1-1,1 0 0,0 0 0,0 0 1,0-1-1,1-1 0,0 1 1,-1-1-1,2-1 0,-1 1 1,0-2-1,1 1 0,12 1 0,-6-2-5,-1-1 0,1-1-1,0 0 1,0-1 0,-1-1-1,1 0 1,-1-1 0,21-7-1,-28 8 40,0-2-1,1 1 1,-1-1-1,-1 0 1,1-1-1,-1 1 1,1-2-1,-1 1 1,-1-1-1,1 0 1,-1 0-1,0-1 1,0 0-1,-1 0 1,8-13-1,-11 16-33,-1 0 1,1 0-1,-1-1 0,0 1 0,0 0 0,0 0 1,0-1-1,-1 1 0,0 0 0,0-1 0,0 1 1,0-1-1,-1 1 0,0 0 0,0-1 0,-2-7 1,-2 2-158,1-1-1,-1 1 1,-1 0 0,0 1 0,-7-10 0,4 7-685,0 1 0,0 1 0,-20-18 0,23 24-516,1 0 0,-1 0 0,0 1 0,0 0 0,0 0 0,-8-3 0,-5 0-6603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03.9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395 0 10473,'-20'30'2300,"4"-23"-144,-8 5-139,7 0-105,4 0-396,-14 15-156,7-3-268,-7-3-212,-6 6-220,9 3-588,-6 0-400,0 1-492,3-1-820,1 0-752,-1 0-3341,-7 3-4808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16.5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32 4788,'-32'-24'9803,"26"20"-10675,0 1-3357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17.5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0 3752,'-31'15'7442,"29"-16"-6971,-23-6 5580,334 61-4938,-128-18-1004,1210 192-35,-666-113-670,1036 71-5982,-1503-186 3324,-172-2 858,-7-1-808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17.7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229 81 3776,'-188'-61'3597,"147"46"-1391,42 15-2165,-1 0 1,0 0 0,0 0 0,0 0 0,0 0 0,0 0 0,0 0-1,0 0 1,0-1 0,0 1 0,0 0 0,1 0 0,-1 0 0,0 0-1,0 0 1,0 0 0,0-1 0,0 1 0,0 0 0,0 0 0,0 0-1,0 0 1,0 0 0,0 0 0,0-1 0,0 1 0,0 0 0,0 0-1,0 0 1,0 0 0,-1 0 0,1 0 0,0-1 0,0 1 0,0 0-1,0 0 1,0 0 0,0 0 0,0 0 0,0 0 0,0 0 0,0 0-1,0 0 1,-1-1 0,1 1 0,67 7 2156,-23-2-2445,570 83 677,-404-54-667,1081 201-2054,-105-17-3308,-963-181 2825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18.8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 3612,'0'0'5237,"2"-2"-5380,1 0-151,-2 1 108,1 0 0,-1-1 0,1 1 1,-1 0-1,1 0 0,-1 0 0,1 0 0,0 0 1,0 0-1,-1 1 0,1-1 0,0 1 1,0-1-1,0 1 0,2-1 0,16 4-2269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19.1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18 4184,'-30'-15'2917,"50"12"-2889,-3 3 64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0.4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0 3572,'0'0'9023,"-2"1"-8949,0 0 0,0 0 1,0 0-1,0 0 0,0 0 0,0 0 0,0 0 0,1 1 0,-3 1 1,310 124 1241,5 1-1022,390 230 539,19 7-107,422 76-111,-326-172-254,-511-167-213,434 173 151,-198-68-2,-397-154-115,252 84 506,-297-108-503,1-4 0,109 11-1,-83-25-105,0-5-1,0-6 0,1-5 0,-1-6 1,187-41-1,-265 42-83,376-87-76,-329 78-2663,-73 14 1415,-17 4-245,-2-17-9829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0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413 97 6145,'-37'-17'1724,"37"17"-1647,-1-1 0,1 1 1,-1-1-1,1 1 0,0 0 0,-1-1 0,1 1 0,-1-1 0,1 1 0,0-1 0,-1 1 0,1-1 0,0 1 0,-1-1 0,1 1 0,0-1 0,0 1 0,0-1 0,0 0 0,-1 1 0,1-1 0,0 1 0,0-1 0,0 0 0,0 1 1,0-1-1,0 1 0,1-1 0,-1 0 0,0 1 0,0-1 0,0 1 0,1-1 0,-1 1 0,0-1 0,0 0 0,1 0 0,-1 1 183,0-58 7371,16 73-6189,-9-5-1318,0 0 0,-1 0 0,0 1 0,-1 0 0,6 17 0,10 19 79,11 19 101,38 109 1,-57-135-239,-3 0 1,-1 2 0,-1-1 0,1 53 0,-7-36-43,-3 0 0,-3 1 0,-2-1-1,-3 0 1,-3-1 0,-1 0 0,-4-1 0,-1-1 0,-30 60 0,16-51-607,-2-1 0,-3-2 0,-63 80-1,-42 34-3252,45-64-3165,64-71 896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5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431 0 12345,'-6'1'355,"0"1"-1,0-1 0,0 1 1,0 0-1,1 0 1,-1 0-1,1 1 0,-1 0 1,1 0-1,0 0 1,0 1-1,1 0 0,-1 0 1,1 0-1,-6 6 1,3-3-135,-20 20 1274,1 1 0,-39 54 1,40-44-896,3 1 0,1 1 0,-31 83 1,29-58-271,3 1 1,3 2 0,-9 73 0,21-96-225,1 1 1,3-1-1,2 1 1,2-1-1,14 78 1,-3-68-178,1 0 1,3-2-1,3 0 1,2-1-1,1-2 1,4 0-1,1-2 1,2-1-1,3-1 1,1-2-1,44 42 1,-25-33-522,3-3 1,1-3-1,3-2 1,1-3-1,3-3 1,0-3-1,129 51 1,-101-53-1188,2-5 0,153 26 0,54-23-4539,-97-25-508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5.9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355 140 7693,'-17'-14'1406,"17"14"-1346,-1-1-1,1 0 1,0 1 0,0-1-1,0 1 1,0-1 0,-1 0-1,1 1 1,0-1 0,0 1-1,0-1 1,0 0 0,0 1-1,0-1 1,0 1 0,1-1-1,-1 0 1,0 1 0,0-1-1,0 1 1,1-2 0,2-1 232,0-1 0,0 0 0,0 1 0,0 0 1,1 0-1,7-6 0,-4 4-51,4-5 414,1 2 0,1-1 0,0 1 0,0 1-1,0 0 1,1 1 0,0 1 0,0 0 0,28-6-1,-34 10-581,1 1 0,-1-1-1,0 1 1,1 0-1,-1 1 1,0 0 0,0 1-1,1-1 1,-1 1-1,0 1 1,0 0 0,-1 0-1,1 0 1,-1 1-1,1 0 1,-1 1 0,0 0-1,12 10 1,-8-4-33,-1 0 0,0 1 0,-1 0 1,0 1-1,-1 0 0,0 0 0,-1 1 1,0 0-1,-1 0 0,-1 0 0,0 1 0,-1 0 1,-1 0-1,0 0 0,0 17 0,-1-9-20,-1 0-1,-2 1 1,0-1-1,-2 0 1,0 0-1,-2 0 1,0 0-1,-2 0 0,-12 28 1,-1-9 2,-2-1 0,-2-2 0,-1 0 0,-55 63-1,-141 128 30,133-143-30,-3-2 5,56-55-29,2 2-1,1 1 1,-47 63-1,77-94 6,1 0 0,-1 0 0,1 1 0,0-1 0,0 1-1,0-1 1,0 1 0,0 0 0,0-1 0,1 1 0,0-1-1,-1 1 1,1 0 0,0 0 0,0-1 0,0 1 0,1 0-1,-1-1 1,0 1 0,1 0 0,0-1 0,0 1 0,0-1 0,0 1-1,0-1 1,0 1 0,1-1 0,-1 0 0,1 1 0,2 1-1,0 1-7,1 0 0,1-1-1,-1 0 1,1 0 0,0 0-1,-1 0 1,2-1-1,-1 0 1,0 0 0,1-1-1,6 2 1,34 7-275,1-1 0,0-3 0,53 1 0,154-7-1790,-254-2 2059,343-20-4462,-148 5-23,-9 6-1979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3.3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66 8545,'10'-4'120,"27"-10"945,1 1-1,0 2 1,70-10-1,-76 19-813,0 1-1,1 2 1,-1 1 0,0 2-1,-1 1 1,1 1 0,-1 2-1,0 1 1,0 1-1,39 20 1,-60-25-236,0-1 1,-1 1-1,1 1 1,-2 0-1,1 0 0,-1 1 1,14 13-1,-18-15-15,-1-1 0,0 0 0,0 1 0,0 0 0,0 0 0,-1 0 0,0 0 0,0 0 0,0 0 0,-1 1 0,1-1 0,-1 0 0,-1 1 0,1-1 0,-1 1 0,0 0 0,-1 8 0,-2 1 18,0-1 0,-1 1 0,-1-1 0,0 0 0,-1 0 1,-1-1-1,0 0 0,0 0 0,-18 21 0,-98 106 149,104-120-129,-120 123 238,-194 220 55,323-351-310,1 0 0,0 1 0,1 0-1,0 1 1,2 0 0,-1 0 0,-6 23 0,12-33-14,0 0 0,0 0 0,0 1 0,1-1 0,0 1 0,-1-1 0,2 1 0,-1-1 0,0 0 0,1 1 0,0-1 0,0 0 0,0 1 1,1-1-1,-1 0 0,1 0 0,0 0 0,0 0 0,0 0 0,1-1 0,-1 1 0,1-1 0,0 1 0,0-1 0,0 0 0,1 0 0,-1 0 0,1-1 0,-1 1 1,5 1-1,9 5 16,1-2 0,0 0 0,0-2 0,1 1 0,0-2 0,-1-1 0,1 0 0,20 0 0,-10 0-2,203 11 143,123-13-99,-315-2-88,147 0-841,241-34 1,-414 33 665,86-17-789,-89 16 490,0 0 0,-1 0 1,1-1-1,-1-1 1,0 1-1,14-11 1,-9 3-2903,-4-7-1446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3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1276 30 5673,'-11'-11'2606,"17"5"1781,-5 6-4200,-1-1 1,1 1-1,0 0 0,0-1 0,-1 1 1,1-1-1,0 1 0,0-1 0,-1 0 0,1 1 1,-1-1-1,1 0 0,2-5 4726,-1 11-4413,10 38 93,-1 0 0,6 53 1,-9-43-362,4 28-19,-4 1-1,-3 127 0,-39 164-426,14-266-489,-4-1 0,-4-1 0,-84 198 0,-184 275-3094,210-431 2290,-142 186 0,172-263 231,-3-3-1,-3-2 1,-3-3-1,-99 73 1,40-51-2683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4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1 8509,'0'0'3342,"-4"0"-2005,-1 2-1010,-1 0 1,1 0-1,-1 0 0,1 1 1,0-1-1,-1 2 1,2-1-1,-1 0 0,0 1 1,1 0-1,-1 0 1,1 0-1,0 1 1,0-1-1,-4 9 0,-6 7 215,1 1 0,-15 35-1,19-34-379,1 1 0,1 0 1,1 0-1,1 0 0,1 1 0,2 0 0,0 0 0,2 40 0,2-36-96,0 0 0,2-1 0,2 1 0,0-1 1,2 0-1,1 0 0,14 30 0,-16-44-53,0 0 0,0-1 0,2 0 0,-1 0 1,2 0-1,-1-1 0,1-1 0,1 0 0,0 0 0,1-1 1,0 0-1,0-1 0,0-1 0,1 0 0,0 0 1,1-1-1,0-1 0,0 0 0,0-1 0,0-1 0,0 0 1,1-1-1,0 0 0,-1-1 0,28-2 0,-19-3-6,1 0 0,-2-2-1,1 0 1,-1-2 0,0 0-1,0-2 1,-1 0 0,-1-1-1,0-2 1,0 0 0,27-23-1,139-123 57,-89 76 85,-55 52-37,-41 33-82,0 0-1,-1 0 1,1 0 0,0 0 0,-1 0 0,0 0 0,1 0-1,-1 0 1,0 0 0,0 0 0,-1 3 0,-1 13 6,-2 0 1,0 0-1,-1-1 1,-1 1 0,-13 27-1,3-6-3,7-16-42,-149 402-961,93-206-2797,17 5-4535,34-129 965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6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141 0 12061,'0'0'2818,"-3"1"-1767,-3 1-876,0 0 0,0 0 0,0 0 1,1 0-1,-1 1 0,1 0 0,-1 1 0,1-1 0,0 1 0,0 0 0,1 0 0,-1 0 0,1 1 1,0-1-1,-6 9 0,3-2-103,1 1 0,0-1 0,0 1 1,1 1-1,1-1 0,0 0 0,0 1 0,2 0 1,-4 26-1,6-29-72,0-1 0,1 0 0,0 1 0,0-1 0,1 0 1,0 0-1,1 1 0,-1-2 0,2 1 0,-1 0 0,2-1 0,-1 1 1,1-1-1,11 14 0,-8-11-18,2-1 0,-1 0-1,1-1 1,1 0 0,-1-1 0,2 0 0,-1 0 0,1-1 0,13 5 0,-3-3-23,0-1 0,1-2 0,0 0 0,33 4 0,-8-6 85,-1-1 1,55-5 0,59 3 1444,-153-1-1310,0 1 0,0 0 0,0 1 0,16 5-1,-21-6-105,0 0 0,0 1 0,-1-1-1,1 1 1,0 0 0,-1 0-1,1 0 1,-1 1 0,1-1-1,-1 0 1,0 1 0,0-1 0,0 1-1,0 0 1,-1 0 0,2 3-1,1 4 66,0 1-1,-1 0 0,-1 0 0,0 0 0,0 0 1,-1 0-1,-1 21 0,-10 84 254,7-93-431,-16 84-1290,5-30-1823,6 3-4419,7-21-1661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1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1 371 7561,'0'0'3279,"0"-3"-1834,0 1-1256,0 0-58,0 0 1,0 0-1,0-1 1,0 1-1,0 0 1,0 0-1,1 0 1,-1-1-1,1 1 1,0 0-1,-1 0 1,1 0-1,0 0 1,0 0-1,0 0 1,0 0-1,1 1 0,-1-1 1,0 0-1,1 1 1,-1-1-1,1 1 1,0-1-1,3-1 1,16-12 379,2 2 1,0 0-1,0 1 0,38-12 1,105-27 363,283-38-64,9 40-2389,310 2-8033,-576 45 3780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1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1 547 7297,'1'-3'1847,"2"-7"-763,0-1-1,1 1 1,0 0-1,8-12 1,48-69 2268,-48 76-3173,1 1 1,0 0 0,1 1 0,1 1 0,0 0 0,0 1-1,1 0 1,1 2 0,22-11 0,17-4-175,93-25 0,230-35-3113,-145 38-727,-87 16-119,12 5-1887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4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26 103 3628,'3'16'5064,"-6"-41"263,-15 34-5235,11-7 5,15-9-75,4-2-55,-9 7 25,1-1 0,-1 1 0,0-1 0,0 1 1,0-1-1,0 0 0,0 0 0,-1 0 0,3-4 1,26-33-35,-29 38 110,-1 0-41,0 1-1,1 0 1,-1-1 0,0 1-1,1 0 1,-1 0-1,1 0 1,-1 0 0,1 0-1,0 0 1,0 0-1,-1 1 1,1-1-1,2 0 1,3 12 17,-1 1 0,0 0 0,-1 0 0,0 0 0,5 23 0,9 69 573,-12-62-413,40 289 953,-23-182-800,45 216 30,41 19-226,-54-246-63,66 133 61,-100-224-131,2-1-1,34 48 0,-36-60-15,164 219 70,-146-207-69,3-3 0,0-1 1,60 43-1,-60-53-3,1-2-1,2-2 1,0-2 0,2-2-1,1-2 1,1-2 0,62 16-1,-53-22-417,0-3-1,1-1 0,0-4 0,1-2 1,-1-3-1,1-2 0,-1-3 0,0-3 1,0-2-1,-1-3 0,109-37 0,-154 44-82,0-1 1,0-1-1,0 0 0,-1-1 0,0 0 1,0-1-1,-1 0 0,-1-1 0,1-1 1,-1 0-1,-1 0 0,0-1 0,10-15 1,7-13-3005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4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15 5164,'0'-1'43,"0"1"-1,0-1 1,0 1-1,0-1 1,0 0-1,0 1 0,0-1 1,0 1-1,-1-1 1,1 1-1,0-1 0,0 0 1,-1 1-1,1-1 1,0 1-1,-1-1 0,1 1 1,-1-1-1,1 1 1,0 0-1,-1-1 1,1 1-1,-1-1 0,1 1 1,-1 0-1,0 0 1,1-1-1,-1 1 0,1 0 1,-1 0-1,1-1 1,-1 1-1,-1 0 0,1 1 65,0-1 0,0 1 0,0 0 0,0 0 0,-1 0-1,1-1 1,0 1 0,1 0 0,-1 0 0,0 1 0,0-1-1,0 0 1,1 0 0,-2 2 0,-1 3 272,0 1 0,0-1 0,0 0 0,1 1 0,0 0 0,-1 12 0,3-8-57,1-1 0,0 1 0,1-1 1,0 1-1,5 12 0,-2-8-20,3 11 284,1-1 0,1-1 0,21 38 0,50 67 893,-36-59-909,84 131 467,73 97-251,-102-153-568,0-4 0,131 248-1,-206-336-287,-1 1-1,-3 1 0,24 107 0,-38-126-28,-2 0-1,-1 0 1,-2 1 0,-2-1-1,-1 1 1,-2-1-1,-10 50 1,1-34-207,-2 1 1,-3-2 0,-2 0-1,-35 68 1,33-82-228,-1 0 0,-2-1 0,-1-2 0,-2 0 0,-1-2 0,-35 31 0,52-53-227,-1 0 0,-1 0 0,0-1 0,0-1 1,-1 0-1,-23 9 0,-21 3-4567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4.8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33 10389,'-17'-33'1508,"4"42"-280,0 0 2361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5.7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132 175 6285,'14'-15'1393,"-14"14"-1282,-1 1 0,1-1 1,0 0-1,-1 0 0,1 1 0,-1-1 0,1 1 0,-1-1 1,1 0-1,-1 1 0,1-1 0,-1 1 0,0-1 0,1 1 1,-1 0-1,0-1 0,1 1 0,-1 0 0,0-1 0,0 1 0,-1-1 85,-1 0 61,0-1 0,0 0 0,0 0 0,1-1 0,-1 1 0,1-1 0,-1 1 0,1-1 0,0 0 0,0 0 0,0 0 0,0 0 0,1 0 0,-1 0 1,1 0-1,-2-7 0,-7-11 750,9 18-451,0-5-188,-1 1 0,1 0 0,-1 1 0,-4-10-1,-2-10 236,8 23-522,-8 24 131,0-1 0,2 1 0,1 0 0,0 1 0,2-1 0,-2 31 0,2-20-7,-15 428 1422,40 1-1400,-14-328-495,41 266-3466,4-136-4120,-31-163 487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6.3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15 3732,'3'-15'2817,"-14"24"-3009,10-7-34,-6 4 535,3-5-3261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6.4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0 268,'0'0'-92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6.8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150 15 4480,'-7'-15'7684,"7"18"-7528,-31 109 1387,-1 4-559,1 96 153,-5 247 0,24 174-2240,19-444-3291,42 251 1,-26-325 146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7.1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607 0 9241,'-1'3'1615,"-4"20"-128,0-1 0,-12 28-1,-49 91 542,22-49-1380,-193 401-4076,80-241-2310,139-225 4560,-38 61-3486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7.6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21 183 6217,'14'-16'1281,"0"0"1,13-22 0,-21 31-963,0 0 0,1 0 1,0 1-1,0 0 0,0 0 0,1 0 0,0 1 0,0 1 0,16-8 0,0 1 218,1 2-1,31-8 0,-43 14-452,0 0 0,1 2 1,-1-1-1,1 2 0,0 0 0,-1 0 1,1 1-1,-1 1 0,0 0 0,1 1 0,-1 1 1,0 0-1,0 0 0,-1 1 0,1 1 1,-1 0-1,-1 1 0,1 0 0,-1 1 0,0 0 1,-1 1-1,0 0 0,0 0 0,9 13 1,-5-6-61,-2 1 1,0 0-1,0 1 1,-2 0 0,0 1-1,-1 0 1,-1 1 0,-1 0-1,-1 0 1,-1 0-1,0 1 1,-2 0 0,0 0-1,-1 41 1,-5-25 9,-2 1 0,-1-1 1,-3 0-1,0-1 0,-20 45 0,-84 168 58,77-181-78,11-22 25,2 1 0,-22 67 0,40-99-30,1 0 1,1 0 0,0 0-1,1 1 1,0-1 0,2 1-1,0 0 1,0-1 0,2 1-1,0-1 1,0 1 0,7 18-1,13 25-12,41 75 0,-39-87-162,-2 1-1,-1 1 1,15 61-1,-32-95 112,-1 0-1,0 1 1,-2 0-1,0-1 1,0 1-1,-1 0 0,-1 0 1,-1-1-1,0 1 1,-1 0-1,-1-1 1,-1 0-1,0 0 1,0 0-1,-9 14 0,-1-3-150,0-1 0,-2-1 0,-1-1 0,-1 0 0,-1-1 0,-40 33 0,17-20-778,-2-3 0,-83 45 0,56-42-1387,-33 10-4241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7.8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503 0 12449,'-4'24'1860,"-6"9"-208,-3-5-299,-7-4-201,-3 9-340,-1 0-160,-6 6-124,-10 3-200,3 4-324,-3 5-476,-7 9-540,3-3-660,-3 4-621,-13 2-2163,-4 9-3445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8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486 205 10829,'0'-12'491,"1"-1"1,0 0-1,1 1 1,0 0-1,1-1 1,8-22-1,-8 29-320,0 0 0,0 0 0,0 1 1,0-1-1,1 1 0,0 0 0,0 0 0,0 0 0,1 0 0,0 1 0,0 0 1,0 0-1,0 0 0,0 1 0,1-1 0,6-2 0,-7 4-92,1 0 0,-1 0-1,0 1 1,1-1-1,0 1 1,-1 1 0,1-1-1,-1 1 1,1 0 0,0 0-1,-1 0 1,1 1 0,0 0-1,-1 0 1,11 4 0,-8-2-35,0 1 1,0 0 0,-1 1-1,1 0 1,-1 0 0,0 1 0,-1-1-1,1 2 1,7 8 0,2 6-5,-1 1 1,-1 0 0,-1 1-1,-1 0 1,-1 1 0,8 26-1,-16-42-30,5 14 21,-1-1 1,7 40-1,-11-24-61,-1 1-1,-4 53 0,-30 257-368,24-296 324,-2 0 0,-2-1 0,-3 0 0,-1-1 0,-25 49 0,28-67 34,-57 121-199,-102 165 0,-112 131-49,121-199 130,153-233 255,0-1 1,0 1 0,2 1-1,0-1 1,-5 20 0,12-33-66,0-1 0,0 1 0,1-1 0,0 1 0,-1-1 0,1 1 0,0-1 0,1 1 0,-1-1 0,1 1 0,-1-1 0,1 1 0,0-1 0,3 6 0,-3-6-14,1-1 1,0 1 0,0-1-1,1 0 1,-1 0-1,0 1 1,1-2-1,-1 1 1,1 0 0,0 0-1,-1-1 1,1 0-1,0 1 1,0-1-1,0 0 1,0-1 0,0 1-1,0 0 1,6-1-1,12 2-61,0-1 0,1 0-1,-1-2 1,0-1 0,27-5 0,111-32-804,-105 25 516,579-182-6824,-546 167 4921,51-17-2703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39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6 223 3072,'0'0'1648,"0"3"-845,-5 20 208,6-17 1818,24-12-2263,-1-1 1,31-14 0,25-8 110,92-20-625,1 7-1,3 8 0,313-20 0,-118 42-4573,-183 11 83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9.3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1 130 3104,'0'0'1970,"6"-13"-1245,0 1-425,-5 10 549,-1-1-652,-3-64 1264,3 64-903,1 5-528,0-1 0,0 1 0,0-1 0,0 1 0,0-1 0,0 1 1,1-1-1,-1 0 0,1 0 0,-1 0 0,1 0 0,-1 0 0,1 0 1,-1 0-1,1 0 0,0-1 0,0 1 0,1 0 0,61 1 189,0-3 1,78-10-1,-57 3-119,932-25-4,-306 89-2449,-526-38-331,-96-8 115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29.5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90 3636,'17'-6'2689,"-7"-3"-2073,17-6-112,13 6-64,10-3-72,21-3-100,16 3-60,3 6-52,11 3-216,9 3-244,4-3-276,-3 3-1708,-1 0-381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5:53:40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1 242 4844,'0'0'6542,"3"-2"-6139,8-7-197,0 0-1,1 1 1,0 1 0,0 0-1,25-9 1,76-22 88,-78 28-256,282-92-6130,-207 69 1813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28.0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455 2047 10017,'-23'28'2541,"-2"-2"1,-55 44-1,57-51-703,-19 13 428,38-29-1983,0 0 1,0 0-1,1 0 1,-1 1-1,1-1 1,0 1-1,-5 7 1,6-10-124,0 1 0,0-1 1,0 0-1,0 0 0,0 0 0,-1 0 1,1-1-1,0 1 0,-1 0 0,1-1 1,-1 0-1,1 1 0,-4-1 0,2 0 289,2 0 1380,2-3-1000,6-18-481,0 1 1,1-1-1,1 1 0,2 1 0,18-31 0,20-45 48,98-343 214,-31-9-662,-89 340 72,8-26-41,96-411-56,-122 512 78,3-14-54,-1-1 1,-2 0 0,2-82 0,-15 95 15,5 33 36,0 0 0,-1 1-1,1-1 1,0 1 0,0-1 0,0 0 0,-1 1-1,1-1 1,0 1 0,-1-1 0,1 1 0,0-1-1,-1 1 1,1-1 0,-1 1 0,1-1 0,-1 1-1,1-1 1,-1 1 0,1 0 0,-1-1 0,1 1-1,-1 0 1,0 0 0,1-1 0,-1 1 0,1 0 0,-1 0-1,0 0 1,1 0 0,-1 0 0,1 0 0,-1 0-1,0 0 1,-1 0 0,-22 10-9,19-7 7,-4 2 14,0 1 0,0 0 0,1 0-1,0 1 1,0 0 0,1 0 0,0 1 0,0 0 0,-10 18 0,-3 8 32,-22 51 0,38-77-48,-155 376 87,117-279-61,-53 146 89,-82 339-1,138-414-162,7 2 0,-15 346 0,48-404-98,5 0 0,6 0 0,5-1 0,37 134 0,2-57-541,130 304 0,-10-46-456,-164-419 1079,-1 0 0,-2 1 0,-2 0 0,-1 0 0,-2 0 0,-1 1 0,-2 0 0,-5 50 0,1-61 34,2-1 0,-2 1 0,-1-1 0,-1 0 0,-1 0 0,-1-1 0,-1 1 0,-12 24 0,12-34 29,0-1 0,-1 1-1,0-2 1,-1 1 0,0-1 0,-1-1-1,-1 0 1,0 0 0,-1-2 0,0 1-1,0-1 1,-28 14 0,40-23 4,-1 0 0,0 0 0,1 0 0,-1 0 0,0-1 0,1 1 0,-1 0 0,0-1 0,0 0 0,1 1 0,-1-1 0,0 0 0,0 0 0,0 0 0,0 0 0,1 0-1,-1 0 1,0-1 0,0 1 0,0-1 0,1 1 0,-1-1 0,0 0 0,1 1 0,-1-1 0,0 0 0,1 0 0,-1 0 0,1 0 0,-1-1 0,1 1 0,0 0 0,0-1 0,-1 1 0,1 0 0,0-1 0,0 0 0,0 1 0,1-1 0,-1 1 0,0-3 0,-1-1-14,0-1 0,1 1 1,0-1-1,0 0 0,0 1 1,1-1-1,0 0 0,0 1 0,0-1 1,1 0-1,0 1 0,2-8 1,13-36-180,3 1 0,2 0 1,2 2-1,37-57 0,134-160-328,-59 106 879,6 7 0,6 6 1,300-225-1,-447 369-354,39-29 351,68-38 0,-95 61-243,0 0 0,0 1 0,1 0-1,-1 1 1,1 0 0,0 1-1,0 1 1,0 0 0,0 1-1,23 0 1,-31 1-62,-1 0-1,1 1 1,-1 0-1,1 0 1,-1 0 0,0 0-1,0 1 1,1-1-1,-1 1 1,0 0-1,0 0 1,-1 1 0,1-1-1,0 1 1,-1 0-1,0 0 1,1 0 0,3 5-1,-4-3 7,0 1 1,0-1-1,0 1 1,-1 0-1,0 0 0,0 0 1,-1 0-1,1 0 0,-1 0 1,0 0-1,-1 12 0,-1 6 39,-1 1-1,-2-1 1,0 0-1,-2 0 0,-13 37 1,-24 47-260,-68 124 0,24-57-1475,-52 125-6367,131-284 6579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28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181 293 13853,'-77'-106'2384,"50"64"-371,4 6-521,6 6-280,10 18-236,-3-3-320,3-4-524,-3 4-556,7-3-732,16 30-2844,8 22-1065,-8 17-4024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28.5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21 320 13977,'-19'-25'2841,"17"15"787,9 1-2893,-6 8-248,0-1-289,1 0 0,-1 0 0,1 0 0,0 0 1,-1 1-1,1-1 0,0 1 0,0-1 0,0 1 0,0 0 0,0-1 0,1 1 0,-1 0 1,0 1-1,0-1 0,1 0 0,-1 1 0,1-1 0,-1 1 0,0 0 0,1-1 0,-1 1 1,1 0-1,-1 1 0,1-1 0,2 1 0,5 1 23,1 1 0,-1 1 0,0 0-1,15 7 1,-22-9-129,19 10 35,0 0 1,-1 2-1,-1 1 0,0 0 0,-1 1 1,-1 1-1,0 1 0,-2 1 0,0 0 1,-1 1-1,0 1 0,-2 0 0,-1 1 1,-1 0-1,0 1 0,-2 0 0,-1 1 1,0 0-1,-2 0 0,4 32 0,-3 5-44,-4 1-1,-2 0 1,-2 0-1,-16 98 1,-71 240 152,-44 9 34,133-449-52,3 8-224,2 1 0,1 0 0,1 0 1,18-41-1,63-123-55,-81 178 58,219-390-527,-161 307-461,152-173 1,-101 151-1503,187-153-1,9 53-8044,-171 140-354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2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37 274 10905,'-30'-126'2392,"27"110"-1369,1-1 1,1 1-1,0 0 0,3-29 0,0 12 920,-2 28-67,1 9-1075,8 169 2026,-5-54-1999,16 149 344,10 178-245,25 235-138,-38-570-698,5-1-1,5-2 0,4 0 0,50 114 0,-60-176-62,1-1 0,3-1 0,1-1 0,2-1 0,66 74 1,-73-94-74,1 0 1,2-2-1,0-1 1,0-1-1,2-1 1,0-1-1,1-2 1,1 0-1,0-2 1,59 17-1,-45-20-121,1-2 0,0-1 0,0-3 0,1-1 0,-1-3 0,0-1 1,0-2-1,0-3 0,0-1 0,-1-1 0,0-3 0,46-19 0,-21 3-102,-1-3 0,-2-3-1,-1-3 1,-2-3 0,-2-2 0,81-73 0,-72 49 56,-2-2 0,-3-4 0,-4-2 0,66-106 0,-68 82-224,-4-2 0,-4-2 1,45-140-1,-33 46-1613,36-210 1,-30-2-6542,-48 276 1392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3.0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730 1 10485,'-62'32'2850,"41"-22"-1260,1 1 0,0 0 0,-27 22 0,17-7-18,2 2 0,0 1 0,-38 52 0,46-50-1215,0 1 0,2 1-1,1 0 1,2 1 0,2 1-1,1 0 1,-8 39 0,-2 35-40,6 0 1,4 0 0,5 2 0,8 134 0,13-51-13,61 295 1,1-145-7,18 89-79,-70-294-220,6 159-1,-28-244-335,-3 0 1,-1 0-1,-3 0 1,-3 0-1,-2-1 1,-2 0-1,-2-1 1,-3 0-1,-2-2 1,-2 0-1,-42 71 1,51-102-204,-1 0 1,-1-1 0,0 0 0,-2-2 0,0 1 0,0-2 0,-2 0 0,-21 13 0,24-18-805,-1-1 0,-1-1 0,0-1 0,0 0 0,0-1 0,-23 5 0,-23-2-8958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3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399 0 13493,'-30'6'732,"23"-6"-515,0 1 0,1 0-1,-1 1 1,1-1 0,-1 2 0,1-1 0,0 0 0,0 1 0,0 0 0,0 1 0,1-1 0,-1 1 0,-4 5 0,0 0 159,1 1 0,0 0 1,0 0-1,1 1 0,1 0 1,0 0-1,0 1 0,1 0 1,1 0-1,0 1 0,1-1 1,-4 15-1,-2 19 227,3 1 0,-3 50 0,8-69-440,-24 369 677,-16 164-3929,4-218-59,17-147 89,-1-2-3693,17-133 818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3.4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 10577,'30'-19'2152,"-4"22"-188,8 22-267,6 8-293,4 6-324,3 9-236,16 12-160,18 13-156,12 2-104,11 7-248,0-1-620,3 3-784,-10 4-660,-10-13-889,-9-9-1623,-5-2-3409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3.5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1779 0 10829,'-325'172'1432,"208"-91"-272,3 10-228,10-1-180,-3 7-144,-11 5-368,-9 25 189,-17 14-626,-10 16-775,-7 15-688,0 3-2260,14 9-2729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3.9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10785,'17'75'2180,"-1"-23"-168,18-4-55,9 0-173,14 9 4,261 184 2024,-143-132-3024,32 12-72,34-4-708,17 7-460,4-7-156,2-5-352,-3-4-280,-16-11-452,-4-19-496,-13-12-3385,-17-14-4560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4.1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1377 0 13529,'-108'12'1913,"106"-12"-1812,0 1 0,-1-1-1,1 0 1,0 1 0,0-1-1,0 1 1,0-1 0,0 1 0,0 0-1,0 0 1,1 0 0,-1 0-1,0 0 1,0 1 0,1-1 0,-3 2-1,-23 29 1475,1 0 0,2 1 1,-33 60-1,-48 119 670,-147 467-1056,77-185-3494,-80 117-2600,66-211-2739,65-158-1407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5.4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 46 8621,'-1'-1'465,"-18"-21"613,9 9 1378,8 4 4627,1 13-6976,-1 0-1,0 0 1,1 0 0,0 0-1,0 1 1,0-1 0,0 0-1,1 1 1,0-1-1,-1 1 1,2-1 0,-1 1-1,1-1 1,1 8 0,3 7 186,1-1 0,10 23 0,-8-22-52,490 1223 5692,-49-226-4717,-165-534-863,-199-362-226,174 193 1,-211-264-230,2-1 0,2-3 1,1-2-1,3-2 0,1-3 0,2-2 0,2-3 0,1-3 0,1-2 1,1-4-1,1-2 0,103 21 0,-95-30-382,1-3-1,0-3 1,0-4 0,1-2-1,94-13 1,-113 4-305,-1-2-1,0-3 1,0-2 0,-2-3-1,0-1 1,-1-4-1,80-45 1,-107 52-17,-1-1 0,-1 0 0,0-2 0,31-34 0,-33 29-1040,-1-1 1,17-29-1,12-27-5238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5.6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131 8 9601,'-13'-2'440,"-33"-3"1206,44 4-1451,-1 1 0,1 0 1,-1 0-1,1 1 0,0-1 1,-1 0-1,1 1 0,0 0 0,-1-1 1,1 1-1,0 0 0,0 0 1,-1 0-1,1 1 0,-3 2 0,2 1 83,0 0 0,0 0-1,0 0 1,1 1 0,0-1-1,0 1 1,1 0-1,-2 11 1,1-9-22,-1 12 115,0 1 0,2-1 0,0 1 1,2-1-1,0 1 0,1-1 0,1 0 0,1 1 0,8 23 0,4 6 221,2-1 0,36 67 0,126 210 793,32 79-497,-157-296-810,73 208-1,-122-301-86,41 123-383,-7 2 1,-5 2 0,-7 2-1,12 171 1,-37-266-2,-3 1 0,-2 0 1,-2-1-1,-11 52 0,7-68-577,-1 1 1,-17 41-1,15-51-736,0 0 0,-2-2 0,-24 35 0,-19 9-7128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5.8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151 64 13725,'-57'-15'1880,"34"15"-363,3 0-297,-4 0-432,11-9-1452,-1 0-848,24-4-417,-3 4-2419,23 0-3345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28.8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460 965 13389,'-212'-113'2406,"183"97"-751,-46-36 0,44 28-263,28 22-1242,-14-9 931,1-2 1,-22-21 0,34 31-887,0-1 1,1-1 0,0 1-1,0 0 1,0-1 0,0 1-1,0-1 1,1 0 0,0 0-1,0 0 1,1 0-1,-1-1 1,1 1 0,-1-9-1,2 12-149,0 0 1,0 0-1,0 0 0,0 0 0,1 0 0,-1 1 0,1-1 0,-1 0 0,1 0 0,-1 0 0,2-1 0,2-3 64,0 1 1,0-1-1,0 1 0,0 0 1,10-7-1,17-15 171,2 2 0,1 1 1,1 2-1,1 1 0,1 2 0,0 2 0,72-23 0,59-6 44,215-28 0,186 5-377,622-12-2094,5 48-2552,-1035 29 3823,-146 4 767,633-17-4441,-221-3-2197,-139 2-2036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29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28 10665,'-189'-20'2178,"101"13"1770,72 6-2344,20 7 94,32 16 488,-32-20-2140,304 138 4346,-110-55-3234,148 83-14,-7 15 0,511 366 1,-734-463-954,-4 6 0,133 137 1,-202-180-122,-2 1 0,62 100 1,-81-113-47,-2 2-1,-2 1 1,-2 0 0,-1 1 0,10 44 0,-19-55-23,-1 0 1,-2 0 0,0 0 0,-2 0 0,-2 1 0,0-1 0,-12 56-1,5-50-38,-2-1 0,-1 0-1,-2-1 1,-2-1 0,-1 0-1,-25 39 1,3-15-114,-3-2 0,-3-2-1,-58 56 1,-169 128-1227,151-147 170,-4-7-1,-3-4 0,-162 72 1,-65 2-3303,-5-18-3608,153-61-1439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29.9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743 51 14233,'19'-48'5101,"-18"45"-3192,-12 16 678,6-1-2220,0 0 1,1 1-1,0 0 0,1-1 1,0 1-1,-1 23 0,0-9-50,-18 114 522,-6-2 0,-68 203 0,-178 299-68,31-86-422,236-536-348,-32 94 2,36-101-22,1 0 0,0 0 0,0 0 0,1 0 0,1 0 0,0 0 0,3 19 0,-2-26-13,0 0 1,1 0 0,0 0-1,0 0 1,0-1-1,1 1 1,-1-1-1,1 1 1,0-1 0,0 0-1,1 0 1,-1-1-1,1 1 1,0-1 0,0 1-1,0-1 1,0 0-1,1-1 1,-1 1 0,1-1-1,-1 0 1,1 0-1,7 2 1,13 3-196,0-1 1,0-1-1,39 2 0,-43-5 95,361 16-1374,9 1 745,-173 10 430,-180-22 215,0 2 1,-1 2-1,59 25 1,-86-31 87,0 0-1,0 0 1,-1 2 0,0-1 0,0 1 0,0 0 0,-1 1 0,0-1 0,9 14 0,-14-17 17,0 0 1,-1 0-1,1 0 0,-1 0 1,0 1-1,0-1 1,0 1-1,-1-1 1,0 1-1,0 0 0,0 0 1,0 0-1,-1-1 1,1 1-1,-1 0 0,-1 0 1,1 0-1,-1 0 1,0-1-1,0 1 1,0 0-1,0 0 0,-1-1 1,-2 5-1,-3 3 1,1 0 0,-2-1 1,0 0-1,0-1 0,-1 0 0,0 0 0,-20 17 0,-4-3 45,-45 26 0,12-9-108,64-39-31,7-5 22,100-45-176,2 4 0,143-39 0,-89 42 161,168-20 0,-281 54 134,0 2 0,62 3 0,-88 3-14,-1 1-1,1 1 1,-1 0-1,0 2 1,0 1-1,0 0 1,27 14 0,-29-12-23,0 0 1,0-2 0,28 6 0,-34-9 3,-2-1 8,1 0-1,-1 0 1,0-1 0,1 0-1,-1-1 1,1-1 0,-1 0 0,1 0-1,-1-1 1,1-1 0,12-4-1,-3 1-22,-5 2 8,-1-2-1,1 0 0,-2 0 0,1-2 1,-1 0-1,0 0 0,21-18 1,82-83-80,-51 44-71,-31 32 100,343-295-485,-189 182 533,-6-9 0,259-285 0,-407 401 153,130-158 395,-164 196-535,-1 1-1,0-1 1,0 0-1,1 1 1,-1-1-1,0 0 0,1 1 1,-1-1-1,1 0 1,-1 1-1,1-1 1,-1 1-1,1-1 1,-1 1-1,1-1 1,0 1-1,-1-1 1,1 1-1,0 0 1,-1-1-1,1 1 1,0 0-1,0 0 1,-1-1-1,2 1 0,-3 22 170,-7 22-116,-14 42 1,-9 40-33,23-77-171,3 0 1,1 0-1,2 0 1,3 1-1,2-1 1,16 89-1,-14-116-127,2 0 0,0 0 0,2-1 0,0 0 1,1 0-1,2-1 0,15 22 0,-16-27-84,1-1 1,1-1-1,0 0 1,0 0-1,1-2 1,1 0-1,0 0 1,0-1-1,1-1 0,18 7 1,8 0-1040,1-2 1,1-2-1,0-2 1,0-2-1,57 3 0,16-1-4526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0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9 5601,'-80'-9'928,"29"18"-152,41 0-140,-10-9-124,0 3-108,0 3-220,7 6-520,-18-9-3169,5 6 1289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0.5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768 1 13853,'-39'65'4687,"-37"83"1,-13 79 413,-43 244-1170,-47 371-3418,101-457-1406,-6 84-3700,53-285 291,-2-1-3843,7-55-3711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0.8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85 15313,'-6'14'362,"0"0"0,0 1 0,2 0-1,0 0 1,1 1 0,0-1 0,1 1-1,0 20 1,3-11 218,2 0 0,0 1 1,2-1-1,10 34 0,3-4 438,3-2 1,2 0-1,41 69 1,85 110 875,-99-162-1473,3-2 1,3-3-1,124 113 1,-126-132-425,3-2 1,1-3-1,1-2 1,3-3-1,1-3 1,1-2-1,2-3 1,1-3-1,0-3 0,2-4 1,0-2-1,1-3 1,1-3-1,0-3 1,0-3-1,0-4 1,132-16-1,-119 2-302,0-5 0,-2-3 0,90-37 0,-62 13-238,171-100-1,86-96-351,-15-23 249,-177 132 434,184-157-1013,65-47-5183,-324 270 881,-8 13-3347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1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240 13 15361,'-11'-5'1753,"14"3"-569,8-3 5026,-11 6-6091,-1 0 1,1 0 0,0 0 0,-1 1 0,1-1 0,-1 0 0,1 0 0,-1 0 0,1 0 0,-1 0 0,0 0-1,0 0 1,-1 1 0,-9 15 476,3 12 59,-11 57 0,13-52-379,-12 40 0,-110 283 162,119-323-987,2-1-1,-5 42 1,4-21-854,7-43 1151,-2 2-183,2 0 0,-1 0 0,2 18-1,0-25 273,1-1-1,0 1 0,0 0 0,1-1 0,-1 1 0,1-1 0,1 1 0,-1-1 1,1 0-1,0 0 0,4 6 0,-2-5 76,-3-1-79,1-1 1,0 0 0,0-1-1,0 1 1,0 0 0,1-1 0,-1 1-1,1-1 1,0 0 0,0-1-1,0 1 1,1-1 0,-1 1-1,7 1 1,-1-1-43,1-1 0,0-1-1,0 1 1,0-2 0,0 1-1,0-2 1,0 1 0,0-1 0,15-4-1,13-5-299,48-17-1,369-177-445,-335 144 995,722-305 2650,-801 350-2547,2 2 0,-1 2 0,2 1 0,-1 3-1,1 2 1,0 2 0,0 1 0,0 3 0,0 1-1,74 15 1,429 52-526,4-26 199,-87 35-115,-219-28-1222,-143-36 723,1-4 0,0-4 0,135-10-1,309-65 2927,-9-52 1492,-151 29-2947,-330 80-768,336-63-1828,121 1-445,-432 57 748,-64 16 834,15 2-4832,-10 2 448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6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97 778 5164,'5'-50'1671,"5"-37"2885,-9 76-3242,1 1 1,1-1-1,0 1 0,1 0 1,7-15-1,-9 22 208,-6 20-430,-19 104 1329,-7 127-1,7 146-993,9-129-772,-26 336-72,40-600-588,-2 13-217,1-1-1,1 1 1,0 0-1,0 0 1,2-1-1,4 24 1,-6-37 191,0 0 1,1 0-1,-1 0 1,0 0 0,0 0-1,0 1 1,0-1-1,1 0 1,-1 0 0,0 0-1,0 0 1,0 0-1,1 0 1,-1 0 0,0 0-1,0 0 1,0 0-1,1 0 1,-1 0 0,0 0-1,0 0 1,0 0-1,1 0 1,-1 0 0,0 0-1,0 0 1,0 0 0,0 0-1,1 0 1,-1 0-1,0-1 1,0 1 0,0 0-1,0 0 1,1 0-1,-1 0 1,0 0 0,0 0-1,0-1 1,0 1-1,0 0 1,1 0 0,-1 0-1,0-1 1,8-7-372,-3 0 145,-1 0 0,1-1 0,-2 1 1,1-1-1,-1 0 0,0 0 0,2-17 0,-4 21 175,26-124-1350,56-377-1836,149-729 3575,-221 1186 22,3 0 1,1 1-1,3 1 1,30-60-1,-46 103-270,0 0 0,1 0 0,-1 1-1,1-1 1,0 1 0,0-1 0,0 1 0,0 0 0,0 0 0,1 0-1,-1 1 1,1-1 0,0 1 0,0 0 0,0 0 0,0 0 0,5-1-1,-5 2 15,0 1 0,0 0 0,0 0 0,1 0 1,-1 0-1,0 1 0,0 0 0,0 0 0,0 0 0,0 0 0,0 1 0,0-1 0,-1 1 0,1 0 0,0 0 0,-1 0 0,0 1 0,5 3 0,8 7 195,0 1 1,-1 1 0,-1 0-1,20 27 1,42 76 477,-63-96-626,66 118 88,-6 3 0,54 153 0,84 315-4536,-158-452 2008,17 60-5889,-40-132-412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7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1 756 7937,'2'-3'2033,"4"-5"-1651,1 0 0,1 1 0,0-1 0,0 1 1,0 1-1,1-1 0,0 2 0,0-1 1,1 1-1,-1 0 0,1 1 0,0 0 1,17-3-1,19-5-65,82-9 1,-100 17-49,341-37-385,-2 0-1471,493-106-2029,-479 48 2323,-267 61 1136,167-80 0,-110 35 311,-49 22 79,-121 61-231,1 0-1,-1 0 1,0 0-1,1 1 0,-1-1 1,0 0-1,0 1 1,1-1-1,-1 1 1,0 0-1,0-1 1,0 1-1,0 0 1,0 0-1,0 0 1,0-1-1,0 1 0,0 0 1,0 0-1,0 0 1,1 2-1,0 6 3,-1-1 0,0 1-1,0-1 1,-1 1 0,0-1 0,-2 15-1,0 6-109,-7 23-72,12-50 126,0-1 0,0 1 0,0-1 0,0 0 0,0 1 0,0-2 0,6 2-1,-7-2-9,1-1 0,0 1-1,0-1 1,0 0-1,-1 0 1,1 0-1,0 0 1,-1 0-1,1-1 1,-1 1-1,4-4 1,-5 5-36,16-13-722,-16 12 643,-1 0 0,1 0-1,0 1 1,-1-1 0,1 0 0,0 1 0,0-1 0,0 1-1,0-1 1,-1 1 0,1-1 0,0 1 0,0-1 0,0 1 0,0 0-1,0-1 1,2 1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7.6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53 222 7153,'-51'-63'5255,"50"61"-5093,1 0-1,0 1 0,-1-1 0,1 0 0,0 1 0,0-1 0,0 0 0,1 1 0,-1-1 0,0 1 0,0-1 0,1 0 0,-1 1 0,1-1 0,0 1 0,-1-1 0,1 1 0,0-1 0,1-1 0,3-3-49,0 1-1,0 0 1,0 0 0,1 1-1,-1-1 1,1 1-1,0 0 1,1 1-1,-1-1 1,0 1-1,1 0 1,12-3-1,13-3 126,47-6 0,-67 13-243,125-18-1618,183-2 0,141 30-4464,-411-4 4887,0 2 0,0 3-1,56 16 1,-56-11 779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8.2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166 910 10881,'-37'-9'926,"17"3"512,0 0-1,-37-16 1,27 12 3435,29 9-4748,1 1 0,0-1 0,0 0 0,0 1 0,0-1 0,0 0 0,-1 0 0,1 1 0,0-1 0,1 0 0,-1 1 0,0-1 0,0 0 0,0 0 0,0 1 0,0-1 0,1 0 0,-1 1 0,0-1 0,1 0 0,-1 1 0,1-1 0,-1 1 0,0-1 0,1 0 0,0 0 0,-1 1-53,5-6 130,-1 0-1,1 0 0,1 1 1,-1-1-1,1 1 1,0 1-1,0-1 0,0 1 1,10-5-1,70-30 597,-65 31-607,76-28 498,176-40 0,111 4-212,-250 49-376,1775-263-3755,-1557 238 1888,-141 22-7,262-46-4826,-457 69 6010,0-1 0,0-1 0,0-1 0,15-7-1,-21 7-607,0 0 0,-1 0 0,17-14 0,-1-7-3692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8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135 97 7265,'-81'-56'2133,"78"54"-1899,0 0 0,0-1 1,0 0-1,0 0 1,0 0-1,0 0 0,1 0 1,-3-4-1,-7-5 5060,0 26-2837,12-11-2351,-1 0 0,1-1-1,0 1 1,0 0 0,0-1-1,0 1 1,0 0 0,0 0-1,1-1 1,0 1 0,-1-1-1,1 1 1,0 0 0,0-1-1,0 1 1,0-1 0,1 0 0,-1 1-1,1-1 1,1 2 0,6 12 341,87 167 1974,162 344 574,-220-436-2775,-5 2-1,-3 0 0,33 193 0,-50-177-247,-5 0 0,-12 216 0,-4-241-395,-3 1 1,-4-2-1,-4 0 1,-41 110-1,45-153-82,-2-2 0,-1 0-1,-31 45 1,35-62-346,-1-1 0,-1-1 0,-1 0 0,-1-1 1,0 0-1,-35 24 0,6-12-4958,22-12-3442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8.5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 37 14249,'-74'-27'4237,"58"21"-2845,2 3 732,21 18-2100,3 3-480,0 3-736,10 21-860,0 1-3417,-3 2-4404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39.9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309 146 5308,'1'0'69,"-1"0"0,1 0 0,0 0-1,0 0 1,0 0 0,0 0 0,-1 0-1,1 0 1,0 0 0,0 0 0,0 0-1,0 0 1,-1 0 0,1-1 0,0 1-1,0 0 1,-1-1 0,1 1-1,0-1 1,0 1 0,-1-1 0,1 1-1,1-2 1,-9-14 1826,1 5 4642,4 9-6112,1 0-319,0 1-1,0 0 1,-1 0 0,1 0 0,0 0 0,-1 0 0,1 0-1,0 1 1,-1-1 0,1 0 0,-1 1 0,1-1 0,-1 1-1,1-1 1,-1 1 0,0 0 0,1 0 0,-1 0-1,1 0 1,-1 0 0,0 0 0,1 0 0,-4 1 0,2 0 137,-1 0 0,0 0 0,1 1 0,-1-1 0,1 1 0,0 0 0,-1 0 0,1 0 0,-7 7 1479,-4-3-1662,5-3 917,12-12-455,7-16 2403,-8 17-2777,0 0 0,-1 0 0,0-1-1,0-14 1,-1 19 54,-3-29 40,2 30 112,0 7-511,-23 97 735,-22 194-1,19 114-182,19-246-349,-10 322-1130,-1 27-2317,-35-4-5056,38-409 3133,2-7-3150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40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1267 99 8269,'29'-66'3158,"-29"65"-2973,1-1 1,-1 1-1,0-1 1,0 1-1,0-1 0,0 1 1,0-1-1,0 0 0,-1 1 1,1-1-1,0 1 1,-1-1-1,0-2 0,-1-5 2235,-33 86-1136,-68 129-206,-298 414-423,95-156-2394,174-256 106,-28 47-1310,58-86-1905,50-76-464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40.3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 8429,'124'-12'1360,"-67"39"-276,0 18-192,3 9-208,1 13-124,5 14-96,8 16-112,97 138-756,-81-91-512,-6 19-1024,-10 9-1208,6 6-1285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27:40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178 164 9741,'-104'-85'1596,"94"70"-312,-7-6-244,-3 3-344,7 6 28,0 0 84,23 45-3012,3 15 476,0-5-1776,1 14-1965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9.5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1 407 2988,'70'-48'788,"-36"24"-164,9-3-132,7 2-92,14-2-199,26-3 111,38-9-112,29-3-216,24-3-464,40-7-1153,50 4 741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09.6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259 317 5837,'-14'20'815,"-46"68"3629,52-78-3998,0 1 1,1 0-1,1 0 1,-1 0-1,2 1 1,0 0-1,-6 21 1,8-24-215,-29 120 1865,14-47-1110,-39 183 1406,49-203-1794,2 0-1,3 87 1,31 235 1253,-13-275-1284,44 160 0,-32-174-437,5-2 0,3-1 0,5-1 0,66 110 0,-78-155-100,2-2-1,2-1 1,2-2-1,2-1 1,1-1-1,2-3 1,2-1-1,1-1 1,72 42-1,-80-58-24,1-2 0,0-1 0,1-2 0,1-1 0,0-2 0,0-2 0,1-1 0,0-2 0,0-2 0,1-1 0,-1-2 0,0-2 0,0-1 0,68-15-1,-58 7 3,-1-3 0,-1-1 0,0-3 0,-1-2 0,-1-1 0,-1-3 0,-1-1 0,-1-2 0,-1-2 0,-2-1 0,41-43 0,-29 19-99,-3-3 0,-2-1-1,-3-2 1,59-114 0,97-285-788,-125 246 87,-9-3 0,-10-2-1,-9-3 1,27-365 0,-66 447-2156,-16-214 1,10 351 2786,-1 0 1,1 0 0,0 0 0,-1-1-1,1 1 1,-1 0 0,0 0 0,0 0-1,1 0 1,-1 0 0,-3-3 0,4 5 99,-1-1 0,1 1 0,-1 0 0,1-1 0,0 1 0,-1 0 0,1-1 0,-1 1 0,1 0 0,-1 0 0,1-1 0,-1 1 0,0 0 0,1 0 0,-1 0 0,1 0 0,-1 0 0,1 0 0,-1 0 0,1 0 0,-1 0 0,0 0 0,1 0 0,-1 0 0,1 1 0,-2-1 0,0 1-273,0 1 0,-1-1 0,1 1 0,0 0-1,0-1 1,0 1 0,0 0 0,0 0 0,1 0 0,-3 4-1,-9 32-4550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09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1223 140 11021,'-21'-23'689,"13"14"-267,1 0 1,-1 1-1,-1 0 0,1 0 1,-1 1-1,-1 1 0,-17-11 1,-36-18 3216,61 33-3483,-1 1 1,0 0-1,1 0 1,-1 0-1,0 0 0,0 0 1,0 0-1,0 1 1,0 0-1,0-1 1,0 1-1,1 0 1,-1 0-1,0 1 1,0-1-1,0 1 1,0-1-1,-3 2 0,-4 0 155,-9 2 81,0 1 0,1 1 0,0 0 0,0 1-1,1 1 1,0 1 0,0 1 0,-20 14 0,16-7-65,0 1 0,1 0 0,0 2 0,2 0 0,-21 30 0,13-11-80,2 1 0,2 1 0,2 0 0,2 2 0,1 0 0,-19 82 0,23-64-127,3 0-1,3 0 0,2 1 0,3 0 0,3 0 1,3 0-1,2-1 0,3 1 0,2-1 1,38 113-1,152 287 101,-72-186-191,-25 9-54,-93-243 16,-1 1 1,-3 0 0,-1 1-1,-2 0 1,-2 0-1,-5 65 1,-1-73-6,-1-1 1,-2 0-1,-1-1 1,-2 0-1,-1 0 0,-2-1 1,-1-1-1,-27 47 0,20-45-218,-1 0-1,-1-1 1,-2-1-1,-1-1 0,-1-2 1,-2-1-1,0 0 0,-2-3 1,-1 0-1,-1-2 0,-1-2 1,-44 20-1,23-16-1168,-74 19 0,116-39 938,-1 0 0,0-1-1,1-1 1,-1 0 0,0-1 0,0 0 0,0-2-1,0 1 1,0-2 0,0 1 0,1-2 0,-1 0 0,-16-6-1,23 6-198,0 1 0,0-1 0,1 0 0,0-1 0,-1 0 0,1 0 0,1 0 0,-7-6 0,5 2-1201,0-1 0,1 1-1,0-1 1,-7-14-1,13 23 1851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0.1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178 757 13409,'-101'-52'2104,"71"16"-95,6 3-37,11 0-200,3-3-316,10 0-284,17-4-240,26-5-192,24 0-264,37-3-292,30-1-488,225-47-1072,-128 51 72,37 3-664,20-1-468,16 1-3177,18 6-4628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1.5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1302 229 4764,'32'-28'1781,"45"-48"-1,-62 58-240,0 0 0,-1-1 1,-1-1-1,14-27 0,-27 47-1519,0 0 1,0 0-1,0 0 0,0 0 0,-1 0 1,1 0-1,0 0 0,0 0 0,0 0 0,0 0 1,0 0-1,0 0 0,0 0 0,0 0 1,-1 0-1,1 0 0,0 0 0,0 0 1,0 0-1,0 0 0,0 0 0,0 0 1,0 0-1,0 0 0,0 0 0,-1 0 0,1 0 1,0 0-1,0 0 0,0 0 0,0 0 1,0 0-1,0-1 0,0 1 0,0 0 1,0 0-1,0 0 0,0 0 0,0 0 1,0 0-1,0 0 0,0 0 0,0 0 0,0 0 1,0-1-1,0 1 0,0 0 0,0 0 1,0 0-1,0 0 0,0 0 0,0 0 1,-20 5 452,1 0 0,0 2 1,0 1-1,-20 10 0,-76 48 526,84-47-685,-65 42 674,2 4 0,-135 124 0,-134 191 952,289-291-1592,5 3 0,-60 105 0,101-147-236,1 0 1,3 2-1,3 1 0,1 1 1,3 1-1,-11 60 1,24-86-67,0 1 0,3-1 0,0 0 0,2 1 0,0-1 1,3 0-1,0 0 0,2 0 0,13 40 0,-11-46-28,2-1-1,0 1 1,1-2-1,1 0 1,2 0-1,0-1 1,0 0 0,2-2-1,1 0 1,0 0-1,33 24 1,-14-17-100,2-2-1,0-1 1,2-3 0,0-1 0,1-1 0,1-3 0,0-1 0,51 8 0,3-6-302,0-3 1,162-2-1,-131-15 82,0-6-1,-1-5 1,-1-5 0,0-6-1,-2-5 1,-2-6 0,135-61-1,-86 19 43,-4-6 0,-4-8-1,-4-6 1,174-146-1,-270 193 188,-3-2-1,-1-2 0,78-103 0,-126 147 58,-1-1 0,0-1-1,-1 0 1,10-25 0,-15 32 7,0 0 1,-1-1-1,0 1 1,-1-1 0,0 1-1,0-1 1,-1 1-1,0-11 1,-1 11 3,-1 1 0,1 0 0,-2 0 0,1 0 0,-1 0 0,0 0 0,0 1 1,0-1-1,-1 1 0,0 0 0,-1 0 0,1 0 0,-1 0 0,0 1 0,-1 0 0,1 0 0,-1 0 0,0 1 1,0 0-1,-11-6 0,-6-1 3,0 0 0,-1 2 1,0 0-1,0 2 0,0 1 1,-1 1-1,0 1 0,-27-1 1,-18 2 31,-121 10 1,70 8-19,1 5 0,1 5-1,1 5 1,1 6 0,2 5 0,2 4-1,-124 70 1,68-14 7,142-82-23,1 2 0,0 1 0,-37 42 0,56-56-7,0 1 0,0 0 1,1 0-1,0 0 0,1 1 0,-7 16 0,11-22 10,0-1-1,0 0 1,0 1-1,0-1 1,1 0 0,-1 1-1,1-1 1,0 1-1,0-1 1,0 1-1,1-1 1,-1 0-1,1 1 1,0-1-1,0 0 1,0 1-1,0-1 1,1 0-1,-1 0 1,1 0-1,0 0 1,0 0-1,0 0 1,4 4-1,2 0 4,0 0-1,0-1 0,1 0 0,0-1 0,0 1 1,0-2-1,1 1 0,0-1 0,15 4 0,10 1 27,53 6 0,447 14 480,-221-21-203,-204-2-158,200 16 24,-289-20-176,-8-1-19,-1 0 1,1 1-1,0 0 0,-1 1 1,0 1-1,1 0 0,15 7 1,-5 10-1240,-23-20 1122,-1 0 0,1 0 0,0 1 0,-1-1 1,1 0-1,-1 0 0,1 0 0,-1-1 0,0 1 1,1 0-1,-1 0 0,0 0 0,0 0 0,1 0 0,-1-1 1,-1 2-1,-37 25-10369,51-21 4346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2.8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1555 9049,'0'-3'1866,"-6"-24"887,5 24-1497,1 7-22,-5 21-355,-2-1 1,0 0-1,-14 30 0,9-24-367,-15 54-1,21-51-392,1 0 0,2 1 1,1-1-1,1 1 0,2-1 0,2 1 1,7 38-1,-7-60-111,1-1 0,0 1-1,0-1 1,1 0 0,0 0 0,1 0-1,0-1 1,1 0 0,0 0 0,1-1 0,0 0-1,0 0 1,1-1 0,0 0 0,1 0 0,-1-1-1,2 0 1,-1-1 0,1 0 0,-1-1-1,2 0 1,-1-1 0,0 0 0,1 0 0,0-1-1,0-1 1,0 0 0,0-1 0,0 0 0,0-1-1,0 0 1,0-1 0,13-2 0,10-4 0,0-2 0,0 0 1,55-25-1,97-56-96,-117 54 10,69-35 23,152-72 21,-237 120-2,1 3-1,2 2 0,82-16 0,-122 32 37,1 0 0,-1 2 0,1 0-1,-1 0 1,1 2 0,27 6 0,-40-7-2,0-1 1,-1 1 0,1 0 0,-1 1 0,0-1 0,0 1 0,0 0 1,1 0-1,-2 0 0,1 0 0,0 1 0,0-1 0,-1 1 0,1 0 0,-1 0 0,0 0 0,3 5 0,2 1 3,1 0 3,0 0 1,0 1 0,8 13 0,-12-16 5,0 1 0,1-1 0,0 0 0,1-1 1,-1 1-1,10 6 0,-5-6-16,1-1 0,-1 0-1,1-1 1,0 0 0,0 0 0,1-2-1,-1 1 1,1-2 0,0 0 0,-1 0-1,1-1 1,0-1 0,0 0 0,0-1-1,0 0 1,22-5 0,13-6-47,0-2 0,-2-2 0,45-22 1,-83 35 47,27-11-26,75-37-43,-100 46 59,0-1-1,0-1 1,0 0 0,-1 0-1,-1-1 1,1 0 0,-1 0-1,8-11 1,-15 17 10,0 1-1,1-1 1,-1 0 0,0 0-1,0 1 1,0-1-1,-1 0 1,1 0 0,0 0-1,-1 0 1,1 0 0,-1 0-1,0 0 1,1-1 0,-1 1-1,0 0 1,0 0 0,-1 0-1,1 0 1,0 0 0,-1 0-1,1 0 1,-1 0-1,0 0 1,1 0 0,-1 0-1,0 0 1,0 0 0,0 0-1,-1 1 1,1-1 0,0 0-1,-3-1 1,-5-5-1,0 1 0,0 0 0,-1 0 0,0 1 0,-12-5 0,-4-3-12,39-2-53,-9 13 70,0 0 0,1 0 0,0 0 0,0 1 0,0 0 0,0-1 0,0 2 0,0-1 0,0 1 0,0-1 0,1 2 1,-1-1-1,1 0 0,-1 1 0,0 0 0,1 0 0,6 2 0,-9-2 15,1 1-1,0-1 1,-1 1 0,0 0-1,1 0 1,-1 0 0,1 1-1,-1-1 1,0 1 0,0-1-1,0 1 1,0 0 0,0 1-1,0-1 1,-1 0 0,1 1-1,-1-1 1,0 1 0,1 0-1,-1 0 1,0 0 0,-1 0-1,1 0 1,0 0 0,-1 1-1,2 4 1,3 56 149,-7-55-149,1 1 0,0-1-1,1 0 1,0 0-1,0 0 1,1 0-1,1 0 1,-1 0-1,1-1 1,1 1-1,-1-1 1,1 0-1,10 14 1,-3-10-71,-1-1-1,2-1 1,-1 0-1,1-1 1,1 0-1,0-1 1,0 0 0,1-1-1,0-1 1,20 7-1,23 2-475,1-3 0,1-2 0,0-3 0,0-3-1,0-2 1,69-6 0,7-10-1786,209-48-1,41-61-1849,-202 57 2931,546-172 5091,-665 214-1565,101-52-1,-164 75-2180,1 1-1,0-1 1,-1 0-1,1 1 0,-1-1 1,1 0-1,-1 0 1,0 0-1,1 0 0,-1 0 1,0-1-1,0 1 0,1 0 1,-1 0-1,0-1 1,0 1-1,-1-1 0,1 1 1,0-1-1,1-2 1,-3 3-52,1 0 0,-1 0 0,1 0 1,0 0-1,-1 0 0,0 0 1,1 1-1,-1-1 0,0 0 0,1 0 1,-1 1-1,0-1 0,0 0 1,1 1-1,-1-1 0,0 0 0,0 1 1,0 0-1,0-1 0,0 1 1,0-1-1,0 1 0,-2 0 0,-9-4 191,-1 1 0,0 1 0,-19-2 0,-10 3 79,1 1 0,-1 2 0,-43 8 0,-121 33 231,111-19-687,0 4 0,2 4 0,1 5 0,-90 49 0,165-76-20,0 1-1,1 0 1,0 1 0,1 0-1,0 2 1,-19 21 0,32-33 123,0 1 1,0-1-1,1 0 1,-1 1-1,1-1 0,-1 1 1,1-1-1,0 1 1,0 0-1,0-1 0,1 1 1,-1 0-1,0 0 1,1 0-1,0 5 0,0-6 10,0 0-1,1 0 0,-1-1 0,1 1 0,0 0 1,-1 0-1,1-1 0,0 1 0,0 0 0,0-1 1,0 1-1,1-1 0,-1 1 0,0-1 0,1 0 0,-1 0 1,0 1-1,3 0 0,2 1-4,-1 0 0,1-1 0,-1 0-1,1 0 1,0 0 0,-1-1 0,1 0 0,0 0 0,0 0-1,0-1 1,0 0 0,0 0 0,9-2 0,5-2-11,-1-1 0,0-1 0,0 0 0,-1-2 0,25-13 1,84-58-133,-42 14 72,-3-2 1,117-125-1,123-179-89,-238 270 120,358-463-128,-256 317 435,-120 169 411,-111 201 1255,20-52-1694,4 1 0,3 1 1,3 1-1,3 0 0,3 1 0,2 123 0,9-154-187,2 0-1,1-1 0,2 1 0,3-1 0,1-1 0,2 0 0,2-1 0,1 0 0,3-1 0,1-1 1,2-1-1,48 64 0,-52-79-40,2-2 1,0 0-1,2-1 1,0-1-1,1-1 1,1-1-1,0-1 1,50 23-1,-51-29-27,-1-2 0,2 0 0,-1-2 0,1 0 0,0-2 0,0 0 0,0-2 0,1-1 0,-1-1 0,1-1-1,23-4 1,-3-2-41,-1-2 0,0-3-1,-1-1 1,0-2 0,-1-2-1,-1-1 1,-1-3 0,0-1-1,-2-2 1,52-41 0,-79 56 59,-1-1 0,0 1 0,-1-2 0,0 1 0,-1-1 1,14-23-1,-21 30 17,1 1 0,0 0 0,-1-1 0,0 1 0,0-1 0,0 1 0,0-1 1,-1 0-1,0 1 0,1-1 0,-1 0 0,0 1 0,-1-1 0,1 0 0,-1 1 0,1-1 0,-1 0 1,0 1-1,-1-1 0,1 1 0,-1 0 0,1-1 0,-1 1 0,0 0 0,0 0 0,0 0 1,-1 0-1,1 0 0,-1 1 0,-3-4 0,-4-2 8,0 1 0,0 1 0,-1-1 0,0 2-1,0 0 1,0 0 0,0 1 0,-1 0 0,1 1 0,-1 0 0,0 1 0,-18-1 0,-1 1 10,-1 1 1,1 2-1,-52 8 1,61-5-6,0 0 0,1 2-1,-29 11 1,42-14-7,0 0 0,1 1 1,-1 0-1,1 0 0,0 1 0,0 0 0,0 1 0,1-1 0,-1 1 0,1 0 1,-7 10-1,12-14 1,1-1 1,-1 1 0,0-1 0,0 1-1,1 0 1,-1-1 0,1 1-1,0 0 1,-1-1 0,1 1 0,0 0-1,0 0 1,0-1 0,0 1-1,1 0 1,-1-1 0,0 1 0,1 0-1,-1-1 1,1 1 0,-1 0 0,1-1-1,0 1 1,0-1 0,-1 1-1,2 1 1,2 2 5,0 0 0,0 0-1,1 0 1,0-1 0,5 5 0,4 1 4,0 0 0,1-1 0,1-1 0,-1-1 0,1 0 1,23 7-1,106 21 65,123 15-103,195 38-1294,-156-14-3032,-213-47 1733,99 24-2617,-179-49 5575,0-1-1,1 0 1,-1-1 0,25-3 0,-36 2 1308,-6-3-1165,-1 0-1,0 0 1,0 0 0,0 0 0,-7-4-1,8 6-403,0 0 0,0 0 1,0 0-1,0 0 0,-1 1 0,1 0 0,0-1 0,-1 1 0,0 0 0,1 1 0,-1-1 0,1 1 0,-1-1 0,0 1 0,1 0 0,-1 0 0,0 1 0,1-1 0,-1 1 1,0 0-1,1 0 0,-1 0 0,1 0 0,0 1 0,-4 1 0,3-1-301,1 1 0,-1-1-1,1 1 1,0 0 0,0 0 0,0 0-1,0 0 1,0 0 0,-3 6 0,4-5-453,0 1 1,0-1-1,0 1 1,0-1-1,1 1 1,-1 0-1,1-1 1,-1 10-1,-1 37-4735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3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1536 1158 11565,'-51'-4'355,"-35"-3"819,-104-22 1,-300-60 3405,-36-8-1399,359 54-1542,166 43-1607,-1 0 1,1-1-1,-1 1 1,1 0-1,0-1 1,-1 1-1,1-1 0,0 0 1,-1 1-1,1-1 1,0 0-1,0 0 1,0 0-1,-1 0 1,1 0-1,0 0 0,0 0 1,1 0-1,-3-2 1,4 1-10,0 1 0,0-1 0,0 1 0,0 0 0,0-1 0,0 1 0,0 0 0,0 0 0,0 0 0,1 0 0,-1 0 0,0 0 0,1 0 0,-1 0 0,1 0 0,-1 1 0,1-1 0,1 0 0,13-5 41,0 0 1,1 1-1,-1 0 1,1 1-1,25-1 1,640-62 445,-271 43-410,83-1-110,76-2-198,75-3-132,2412-100-1239,-1626 79 847,646-31-1425,-1562 51 1074,-72-11-384,-72-14-441,-76-18-717,-234 54 507,98-47 0,-109 40-1052,52-40 0,-100 66 3087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4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663 2225 9189,'-256'39'1753,"214"-33"-882,1-2-1,-1-2 0,0-1 0,-44-6 1,71 4-549,2 0 101,1-1-1,-1 1 1,1-2-1,0 0 1,-19-7-1,29 9-353,-1 0-1,0 0 0,1 0 0,-1 0 0,1-1 0,0 1 0,-1-1 1,1 0-1,0 0 0,0 0 0,0 0 0,0 0 0,0 0 0,1 0 1,-1-1-1,1 1 0,-1-1 0,1 1 0,0-1 0,0 1 0,0-1 1,0 0-1,1 0 0,-1 1 0,1-1 0,-1 0 0,1 0 0,0 0 1,0 1-1,1-5 0,0 1-3,0 1 0,1-1 1,0 1-1,0-1 0,0 1 0,1 0 0,-1-1 1,1 1-1,1 1 0,-1-1 0,1 0 1,4-4-1,6-5 85,0 2 0,29-21 0,23-7 65,1 3 0,2 2 0,82-28 0,124-36 120,70-7-13,68-4-134,1303-259 23,20 66-885,-58 43-1174,777-135-3783,-2017 312 3479,-59 5-1870,-48 7-2145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5.8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 2427 7609,'-161'216'972,"150"-201"-820,0 0 0,1 2-1,1-1 1,1 1 0,0 0-1,-6 22 1,12-30-41,1 1-1,0-1 1,0 0 0,1 0-1,0 0 1,0 1-1,1-1 1,1 0-1,-1 0 1,6 15 0,-5-17-3,1 0 1,-1-1 0,1 1 0,0-1 0,1 0-1,0 0 1,0 0 0,0 0 0,1-1-1,-1 0 1,1 0 0,10 8 0,-5-7 39,0 1 0,0-1 1,0-1-1,1 0 0,0 0 0,22 5 1,6-2 174,0-1 1,1-3 0,57 0-1,-94-4-310,107-1 644,174-24 1,112-44-86,554-172 131,-18-75-478,15-78-70,-23-51-134,85-74-27,-30-51-94,-867 497-745,162-138-1,-255 195 170,-1-2 0,0 0 1,-1-1-1,24-36 0,-39 52 361,-1 1-1,0 0 0,1 0 1,-1-1-1,0 1 0,0-1 1,0 1-1,-1-1 0,1 0 1,-1 1-1,1-5 0,-1 5-250,-1 0 0,1 0 0,-1 0 0,0 0 0,0 0 1,1 0-1,-1 0 0,0 0 0,-3-3 0,4 5 563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5.9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17 112 6089,'-17'-93'-1809,"20"75"513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6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843 1 10837,'-22'97'1512,"-4"-1"1,-4-2-1,-5 0 0,-82 157 0,21-85-369,-156 284 529,178-303-1261,-62 173 0,122-278-319,-19 82 0,31-110-73,-1 1-1,2-1 1,0 0-1,1 1 0,0-1 1,1 0-1,1 1 1,0-1-1,7 23 0,-6-31-13,0 1-1,0-1 0,0 0 0,1 0 0,0-1 1,0 1-1,1-1 0,-1 0 0,1 0 0,0 0 1,0-1-1,1 0 0,-1 0 0,1 0 0,0-1 1,0 1-1,9 2 0,4 1-12,1-1 1,0 0-1,0-2 0,34 4 1,-4-5-74,-1-1 0,91-9 0,102-27-312,-115 13 193,1203-126-1245,7 53 883,-1334 94 561,620-69-95,-529 50 73,-1-3 0,-2-5 1,0-3-1,129-64 0,189-82-1195,-271 131-1066,151-29 0,-201 55-1032,126-10 0,-115 25-669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6.8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0 932 6045,'18'-30'561,"-12"20"-270,0 0-1,-1 0 1,0 0 0,-1-1-1,0 0 1,0 0 0,2-13-1,17-71 1927,16-88-660,-24 100-1915,4 1-1,3 1 1,49-118-1,-68 193 143,0 0-481,-1-1 0,0 0 0,0 1-1,0-1 1,1-12 0,-2-5-3191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7.0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800 0 9969,'-125'216'3256,"66"-121"-2745,16-23-392,-3-2 0,-86 100 0,123-161-162,-1 0 0,1 0 1,-1-1-1,-1-1 0,1 0 1,-1 0-1,0-1 0,-1-1 1,0 0-1,0 0 0,-20 4 1,25-7 23,0-1 1,-1 0-1,1 0 1,0-1 0,-1 0-1,1 0 1,0-1-1,-1 0 1,1 0 0,0-1-1,0 1 1,0-2-1,0 1 1,0-1 0,0 0-1,1-1 1,0 1-1,-1-1 1,1 0 0,1-1-1,-9-7 1,5 3-149,1-1 0,0 0 0,1 0-1,0-1 1,0 1 0,1-2 0,1 1 0,0-1 0,0 1 0,-5-26 0,6 20-660,2-1 0,0 0 0,0 1 0,2-23 0,6-37-3392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7.2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1059 21 5372,'27'-21'3765,"-57"39"-2773,-17 24-164,3 19-88,-13 17-60,-13 22-120,-11 29-68,-2 25-104,-4 18-72,-292 593-1896,295-578 336,11-9-2096,22-3-1645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7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0 136 8513,'178'-97'1152,"-91"76"-304,13 9-428,8 6-476,-1 6-396,-3 0-1012,3 6-1152,7 15-745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7.8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1122 131 9989,'103'-96'1513,"-99"92"-1328,0 0 0,0 1 0,0-1 0,0 1 0,1 0 0,-1 1 0,1-1 0,0 1 0,-1 0 0,9-3 0,-10 5-71,0 0-1,0 0 0,0 1 1,0-1-1,-1 1 0,1-1 0,0 1 1,0 0-1,-1 0 0,1 0 1,-1 1-1,1-1 0,-1 1 0,3 1 1,0 1 19,0-1 1,0 1-1,0 0 1,-1 1-1,0-1 1,0 1-1,0 0 1,0 0-1,-1 0 1,0 0-1,0 0 1,0 1-1,-1 0 1,0-1-1,0 1 0,0 0 1,-1 0-1,0 0 1,0 0-1,0 0 1,-1 8-1,0 15 331,-2-1-1,0 0 0,-11 43 1,-103 402 2802,-29-3-1468,133-433-1685,-159 448 148,-273 546 0,219-552-2382,26 10-4341,159-357 987,21-12-3209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8.1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1 998 8713,'31'-30'278,"-6"6"53,0 1 0,1 1 1,1 1-1,2 2 1,-1 0-1,58-25 0,55-11 861,2 6 0,181-37 0,307-28 504,719-41-393,15 71-839,-1081 69-395,5783-159-2939,-5485 174 1964,-54-1 38,-58-1 94,-58-1 119,-58-1 113,-132 2 85,453-22-1813,-656 21 1731,-19 3 530,0 0 0,0 0 0,0 0 0,0 0 1,0 0-1,0 0 0,0 0 0,-1 0 1,1 0-1,0 0 0,0 0 0,0-1 0,0 1 1,0 0-1,0 0 0,0 0 0,0 0 0,0 0 1,0 0-1,0 0 0,0 0 0,0 0 1,0 0-1,0 0 0,0 0 0,0 0 0,0 0 1,0-1-1,0 1 0,0 0 0,0 0 0,0 0 1,0 0-1,0 0 0,0 0 0,0 0 1,0 0-1,0 0 0,0 0 0,0 0 0,0 0 1,0 0-1,0 0 0,0-1 0,0 1 0,0 0 1,0 0-1,0 0 0,0 0 0,0 0 1,1 0-1,-1 0 0,0 0 0,0 0 0,0 0 1,0 0-1,0 0 0,0 0 0,-33-7-1097,29 7 992,-85-10-1780,-24 5-26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8.4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2680 25 3840,'14'-23'1345,"-14"23"-1268,1 0 1,0 0-1,-1-1 0,1 1 1,0 0-1,0 0 0,-1 0 1,1 0-1,0 0 0,-1 0 0,1 0 1,0 0-1,-1 0 0,1 0 1,0 0-1,0 0 0,-1 1 1,1-1-1,0 0 0,-1 0 1,1 1-1,-1-1 0,1 1 0,0-1 1,-1 0-1,1 1 0,0 0 1,-1-1 91,2 1-8,-1 0 0,1 0 0,-1 0 0,1 0 1,-1 0-1,0 0 0,1 0 0,-1 0 0,0 0 1,0 1-1,0-1 0,0 0 0,0 1 0,0-1 1,0 1-1,0-1 0,-1 1 0,1 0 0,-1-1 0,1 4 1,0-1 31,-1 1 0,1-1 0,-1 1 0,0-1 0,-1 1 0,1-1 0,-3 9 0,-2 5 198,-2 0 0,-15 31 0,20-44-252,-20 36 443,-1-1-1,-39 50 1,-69 71 249,62-78-521,-71 89 113,-392 488 219,-12-17-1785,50-95-1305,89-100-2476,129-133-1288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19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 7045,'-12'8'546,"8"-5"-374,0-1-1,0 1 1,1 0 0,-1 0-1,1 0 1,0 0 0,-4 5-1,6-7-91,1 1 0,-1-1 0,1 0 0,-1 0 0,1 0 0,0 1 0,0-1 0,-1 0 1,1 1-1,0-1 0,0 0 0,0 1 0,0-1 0,1 0 0,-1 0 0,0 1 0,1-1 0,-1 0 0,0 0 0,1 1 0,-1-1 0,1 0 0,0 0 0,-1 0 0,1 0 0,0 0 0,0 0 0,0 0 0,0 0 0,0 0 0,1 1 0,10 9 386,1-1 0,0 0 0,0-1 0,1 0 0,0-1-1,1-1 1,0 0 0,0-1 0,19 6 0,160 30 1707,-167-37-1956,976 121 3502,-821-107-3325,274 27 453,59 8-129,62 7-94,311 34-15,830 83 128,-664-76-434,2196 140-646,1-155-1532,-2627-96 1144,-76-15-298,-75-15-516,-79-15-1145,-81-15-3146,-77-20-3635,-235 89 9450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0.5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5986 1 4252,'-189'147'3159,"6"8"-1,-193 211 0,16 46-639,14 24-928,211-264-1141,-537 727 916,21 22-495,-384 523-1331,698-1001-247,-381 483-1378,5 66-2794,495-693-855,166-233 2059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2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0 3268,'-5'2'137,"1"-1"-1,0 1 1,0 0-1,0 1 1,0-1-1,1 1 0,-1 0 1,0 0-1,1 0 1,0 0-1,0 0 1,0 1-1,0-1 1,0 1-1,1 0 0,-3 5 1,-1 4 237,-10 20 492,-15 51 0,19-48-379,10-33-167,4-1 6,-1-1-300,0 1-1,0-1 1,0 0-1,1 0 0,-1 0 1,0 0-1,0 0 0,1-1 1,-1 1-1,1 0 0,-1-1 1,0 1-1,1-1 0,-1 1 1,1-1-1,0 0 0,-1 1 1,1-1-1,-1 0 0,1 0 1,-1 0-1,3-1 0,35-12 305,-20 6-210,52-15 39,1 3 0,0 3 1,1 4-1,132-6 1,306 27-1,-511-9-159,1122 101-49,2 64 38,494 122-289,-3 28 214,-1351-263 60,-32-6-61,932 162-797,-1065-193-845,165 1 1,-158-25-1204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2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4250 381 4292,'238'-335'7493,"-206"291"-6774,-31 43-253,-5 7-171,-81 105 441,-87 123-22,39-32-370,-373 543 530,-414 464-387,746-985-449,-780 981-517,322-408-29,-89 104-1219,688-862 1458,-76 101-508,95-120 245,1 1 0,0 1 0,2 0 0,-15 42 0,25-63 402,1-1 0,0 1 1,0-1-1,0 1 1,0 0-1,0-1 1,0 1-1,0-1 1,0 1-1,0-1 1,0 1-1,1 0 0,-1-1 1,0 1-1,0-1 1,0 1-1,1-1 1,-1 1-1,0-1 1,1 1-1,-1-1 1,0 1-1,1-1 0,0 1 1,0 1-571,6 10-2415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2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36 2588,'10'-18'-180,"4"9"-536,-1 0 140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3.4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2492 1 5080,'5'3'315,"1"1"0,-1 0-1,0 0 1,-1 1 0,1-1-1,-1 1 1,0 0 0,0 1-1,0-1 1,-1 0-1,0 1 1,0 0 0,0 0-1,-1 0 1,0 0 0,2 8-1,1 8 392,-1 1 0,0-1-1,0 31 1,-4 12 600,-2 0 0,-20 119 0,-46 125 653,9-87-1431,-10-4 1,-9-2-1,-10-5 1,-8-3-1,-127 198 0,-234 271-80,-36-28-191,220-307-270,-20-21-1548,293-321 1559,-103 95-1484,89-84 992,0-1 1,-1 0-1,0-1 1,0-1-1,-27 11 1,38-17 155,-1-1 0,1 1 0,0-1 0,-1 0 0,1 0 0,-1-1 0,1 1 0,-1-1 0,1 0 0,-1 0 0,1-1 0,0 1 0,-1-1 0,1 0 0,-1 0 0,1 0 0,0-1 0,0 0 1,0 1-1,-7-5 0,-27-25-6562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3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481 1 6805,'-40'66'584,"-68"133"1711,-94 297 1726,165-378-3348,5 1 1,-22 165-1,50-253-548,2-1 0,1 0 0,1 1 0,2-1 0,1 1 1,1-1-1,15 52 0,-14-66-81,0 0 0,1 0 0,1-1 0,1 0 0,0-1 0,1 0-1,1 0 1,0-1 0,0 0 0,2 0 0,-1-1 0,1-1 0,1 0 0,0-1 0,26 15 0,-14-13-3,0-1 1,0-1-1,1-1 1,0-2-1,1 0 0,0-2 1,52 3-1,-10-5-19,0-4 1,69-10-1,-6-8-80,-1-5 1,-2-7-1,136-50 1,368-168-287,-592 232 326,695-311-485,-316 138-1486,-221 99-536,-68 29-1974,-58 27-236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3.8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74 179 7149,'20'-52'1432,"-20"31"-320,0 0-348,0 0-620,-10 6-444,-10-9-936,-10 9-1420,-4 6-769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4.6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8583 812 7021,'-15'-21'382,"11"16"-241,1 0-1,-1 0 1,0 0-1,0 0 1,0 0 0,-1 1-1,0 0 1,1 0 0,-2 0-1,1 1 1,0-1-1,-1 1 1,-10-4 0,-22-5 434,0 3 1,0 0-1,-1 3 1,0 1-1,0 2 1,0 2-1,0 1 1,0 2 0,0 2-1,-40 9 1,-49 16-223,-202 74 1,320-100-316,-342 124 296,-243 81-389,432-160-43,-287 46 1,248-72 26,-1-9-1,-1-9 0,1-8 0,0-10 1,-396-79-1,-960-309 44,22-81 10,1197 373-53,-290-94-2010,590 191 1408,-68-11 0,89 22 179,0 0 1,-1 1-1,0 0 1,1 2-1,-30 4 1,46-4 280,-16 5-2398,19-5 2374,-1 0 1,1 0-1,-1 0 0,1 0 0,0 0 0,0 0 1,0 1-1,0-1 0,0 0 0,0 0 0,0 0 1,0 0-1,0 0 0,0 0 0,1 2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25.0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3621 1 9557,'-297'4'1253,"250"-1"-810,0 2 0,0 2 0,-89 25 0,111-25-292,-175 54 621,3 8 0,3 9 1,-280 157-1,170-54-474,-351 276 0,259-122-271,315-256-221,-89 113 1,111-119-300,-81 135 0,113-161 116,2 1-1,3 1 1,1 1-1,-18 69 1,34-99 194,1 1 0,0 0 0,1 0 1,2 0-1,0 0 0,1 1 0,4 26 1,-2-35-4,1-1 0,0 0 1,1 0-1,0 0 0,0 0 1,2-1-1,-1 1 0,2-1 1,-1-1-1,1 1 0,1-1 1,0 0-1,16 14 1,-14-15-347,1 0 0,0-1 0,1 0 0,24 11 1,64 19-2950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4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296 30 12837,'18'-7'6655,"-23"-5"1463,0 3-9301,4 7 2734,-1 2-1466,1 1 0,-1-1 0,1 0-1,-1 1 1,1-1 0,0 1 0,-1 0 0,1-1 0,0 1 0,-1 0 0,1 0 0,0 0 0,0 0-1,0 0 1,-1 0 0,1 0 0,1 0 0,-1 0 0,0 1 0,0-1 0,0 0 0,0 1 0,1-1-1,-1 0 1,1 1 0,-1-1 0,1 1 0,-1 1 0,-7 49 872,7-40-640,-40 339 839,-9 68-1259,3-119 103,-51 410 0,72-270 0,27-377 0,2 0 0,4 0 0,2-1 0,33 117 0,-31-145 0,1-1 0,2-1 0,2 0 0,1-2 0,1 1 0,1-2 0,41 47 0,-39-54 0,1-1 0,0 0 0,2-2 0,0-1 0,1-1 0,1-1 0,1-2 0,0 0 0,38 13 0,22-1 0,1-3 0,1-4 0,0-4 0,116 4 0,-51-13 0,201-18 0,151-56 0,-292 22 0,-173 35 0,-1-2 0,-1-2 0,45-24 0,-74 34 0,0 0 0,-1-1 0,0-1 0,0 0 0,-1 0 0,15-15 0,-21 20 0,0-1 0,0 1 0,-1-1 0,1 0 0,0 1 0,-1-1 0,0 0 0,0 0 0,0 0 0,0 0 0,0 0 0,0 0 0,-1 0 0,1-1 0,-1 1 0,0 0 0,0 0 0,0 0 0,-1 0 0,1-1 0,-1 1 0,0 0 0,1 0 0,-1 0 0,-1 0 0,1 0 0,0 0 0,-3-3 0,-2-3 3,0 2 1,0-1-1,-1 0 1,1 1-1,-2 1 0,1-1 1,-13-8-1,-67-35-323,10 6-2373,48 23 373,0-1-1,-36-38 1,-9-17-5299,60 62 5397,-33-31-7773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5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1013 9533,'2'-1'300,"0"-1"0,0 1 0,0 0 0,1 0 0,-1 0 0,0 1 0,1-1 0,-1 0 0,0 1 0,1 0 0,-1-1 0,1 1 0,4 1 0,0-4 1514,9-11-925,2 1 0,0 1 1,0 0-1,1 2 0,0 0 0,22-7 1,34-20 931,223-137 2054,-219 121-3272,117-101 1,-144 107-521,171-159-565,-56 47-1627,-90 91 23,-76 67 1966,1-1 0,-1 1 1,1 0-1,-1 0 0,1 0 0,0 0 1,-1 0-1,1 0 0,0 0 0,0 0 1,0 1-1,-1-1 0,1 1 0,0-1 1,0 1-1,0 0 0,0 0 0,0-1 1,0 1-1,0 1 0,0-1 0,0 0 1,0 1-1,0-1 0,0 1 0,0-1 1,0 1-1,-1 0 0,4 1 0,-2 0-19,-1 1 0,0-1 0,0 0 0,0 1 0,-1-1 0,1 1-1,-1-1 1,1 1 0,-1 0 0,0 0 0,0-1 0,0 1 0,0 0 0,0 0-1,-1 0 1,0 0 0,1 0 0,-1 3 0,-1 20-1319,-2-1-1,0 0 1,-2 1-1,-9 32 1,-18 50-6111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6.0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3153 10765,'3'-2'291,"0"0"0,-1-1-1,1 1 1,0-1 0,-1 0 0,0 0 0,0 0 0,0 0 0,0 0-1,0 0 1,0-1 0,-1 1 0,2-7 0,6-11 308,1 0 0,0 1 0,23-33 0,48-55 824,-70 94-1343,234-262 1120,21 16-743,-157 155-265,-55 52-41,88-80 547,-121 116-540,0 1 1,1 1-1,1 1 0,0 0 0,27-9 0,-45 21-108,-1 0 0,1 1-1,-1 0 1,1 0 0,-1 0 0,1 1-1,0-1 1,0 1 0,-1 0-1,1 1 1,0-1 0,-1 1-1,1 0 1,0 0 0,-1 0 0,1 1-1,-1-1 1,0 1 0,0 0-1,1 1 1,-1-1 0,5 5-1,0 0 28,-1 0 0,0 1-1,0 0 1,-1 1 0,0 0-1,-1 0 1,11 20 0,45 89 266,-58-110-368,0 1 0,1-1 0,0 0 1,0 0-1,1 0 0,12 13 0,-15-18 16,0 0 0,1 0 0,-1-1 0,1 0 0,-1 1 0,1-1 0,0-1 0,0 1 0,-1 0 0,1-1 0,0 0 0,1 0 0,-1 0 0,0 0 0,0-1 0,0 0 0,0 0 0,8 0 0,2-3-21,-1 0 1,1 0-1,-1-1 0,0-1 0,0 0 0,22-13 1,73-53-8,-55 34 87,18-11 665,2 4 1,136-62 0,-197 102-535,1 0 0,-1 0 0,1 1 0,0 0 0,-1 2 1,16-2-1,-26 3-202,1 0 1,-1 0-1,0 0 1,1 0 0,-1 0-1,1 0 1,-1 1-1,0-1 1,1 1-1,-1 0 1,0 0-1,1-1 1,-1 2-1,0-1 1,0 0 0,0 0-1,0 1 1,0-1-1,0 1 1,0-1-1,-1 1 1,1 0-1,0 0 1,-1 0 0,0 0-1,1 0 1,-1 0-1,0 0 1,0 0-1,0 0 1,0 1-1,0-1 1,-1 0-1,1 1 1,-1-1 0,0 1-1,1-1 1,-1 0-1,0 4 1,0-3-193,-1 1 0,1-1-1,0 1 1,-1-1 0,0 1 0,1-1 0,-1 0 0,-1 1 0,1-1 0,0 0-1,-1 0 1,0 0 0,0 0 0,0 0 0,0 0 0,0 0 0,0-1-1,-1 1 1,1-1 0,-1 1 0,-3 1 0,1-1-442,0 0 0,0-1 0,0 1 0,0-1 0,-1 0 0,1-1 0,0 1 0,-1-1 0,1 0 0,-1-1 0,-8 1 0,13-2 533,1 0 1,0 0-1,-1 0 1,1 0 0,0 0-1,0 0 1,-1 0 0,1 0-1,0-1 1,0 1-1,0 0 1,1 0 0,-1 0-1,0 0 1,0 0 0,0 0-1,1-2 1,1 0 52,-1-1 1,1 0 0,-1 1-1,1-1 1,1 1-1,-1 0 1,0-1-1,1 1 1,-1 0 0,1 0-1,0 1 1,0-1-1,0 1 1,5-4 0,9-8 57,223-256 3099,-28 28 206,-168 198-2503,2 1 0,2 3 1,59-39-1,-78 60-205,1 2 0,52-23 0,-70 35-355,1 1 1,-1 0-1,1 0 0,-1 2 0,1-1 0,0 2 0,0 0 0,0 0 0,0 1 0,15 2 0,-21-1-126,-1 0 0,0 1 0,0 0 0,0 0-1,0 0 1,0 1 0,0-1 0,-1 1 0,1 1 0,-1-1 0,0 1-1,0 0 1,0 0 0,-1 1 0,9 9 0,-8-7-20,0 1 1,-1 0-1,0 0 0,0 0 1,-1 1-1,0-1 0,-1 1 1,0 0-1,0 0 1,1 10-1,-2 5 4,-1-1 0,-1 1 0,-1-1 0,0 1 0,-2-1 0,-1 0 0,-13 38 0,2-19-16,-2-1 1,-1-1 0,-45 67 0,41-78-135,18-25-143,14-18-28,150-183-1453,-64 81 1165,106-123-39,-157 191 506,2 1 1,2 3-1,2 1 1,58-36-1,-108 79 53,16-12 35,2 0-1,-1 1 0,2 1 1,-1 0-1,1 2 1,22-8-1,-37 15-17,-1 0 0,1 1-1,-1-1 1,1 1 0,0-1 0,-1 1 0,1 0 0,-1 0 0,1 1-1,0-1 1,-1 1 0,1 0 0,-1 0 0,1 0 0,-1 0 0,1 1-1,-1-1 1,0 1 0,0 0 0,0 0 0,0 0 0,0 0-1,0 0 1,-1 1 0,4 3 0,-1 0 7,-1 0-1,0 0 1,0 1 0,-1-1 0,0 1 0,0 0-1,0 0 1,-1 0 0,0 1 0,2 12-1,-2 9-228,-2-1 0,-1 0 0,0 0 1,-8 32-1,8-54 135,1-1-43,0 1 1,0-1 0,0 1 0,1 0 0,0-1 0,0 0-1,0 1 1,4 9 0,-5-15 110,0 0-1,0 1 0,0-1 1,1 0-1,-1 0 1,0 0-1,0 0 1,0 0-1,0 0 0,0 1 1,0-1-1,0 0 1,0 0-1,0 0 0,0 0 1,1 0-1,-1 0 1,0 0-1,0 1 1,0-1-1,0 0 0,0 0 1,0 0-1,1 0 1,-1 0-1,0 0 1,0 0-1,0 0 0,0 0 1,0 0-1,1 0 1,-1 0-1,0 0 1,0 0-1,0 0 0,0 0 1,0 0-1,1 0 1,-1 0-1,0 0 0,0 0 1,0 0-1,0 0 1,0 0-1,1 0 1,-1-1-1,0 1 0,0 0 1,0 0-1,0 0 1,0 0-1,0 0 0,12-4-25,0 1 0,-1-2 0,0 0-1,0 0 1,0-1 0,0 0 0,-1 0-1,0-2 1,-1 1 0,1-1-1,8-10 1,13-18 12,-2-2 1,-1 0-1,26-49 0,59-133-11,-83 157 0,121-244-1647,-115 233 765,-11 22-1734,1 2 0,64-91 0,-90 140 2469,1 0 1,0 0-1,-1-1 1,1 1-1,0 0 0,-1-1 1,0 1-1,1-1 0,-1 1 1,0 0-1,0-1 0,1 1 1,-1-1-1,0 1 0,0-1 1,-1 1-1,1-1 0,0 1 1,0 0-1,-1-1 0,1 1 1,-1-1-1,1 1 0,-1 0 1,0-1-1,0 1 0,1 0 1,-3-2-1,1-1-589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6.4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1 1060,'-87'21'-364,"57"-24"124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6.7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2780 31 4728,'0'0'4624,"2"-2"-3279,53-27 8179,-56 35-8822,-11 44 81,-3 0 0,-1-1-1,-35 71 1,-87 138 940,130-244-1658,-337 535 1548,-33-17-1011,182-259-712,-239 313-1256,-198 289-935,160-155-3022,416-642 3307,-9 15-5023,53-71 121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7.1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714 1 11905,'-10'12'652,"2"2"0,0-1 0,0 1 0,-8 23 0,-8 15 681,-254 388 3736,138-225-4141,50-73-514,61-97-122,-34 69 0,56-100-212,1 1 1,0 0 0,1 0 0,1 1 0,0-1 0,1 1-1,1 0 1,0 0 0,1 21 0,2-33-55,-1-1 1,1 1 0,0 0-1,0-1 1,1 1-1,-1 0 1,1-1-1,-1 1 1,1-1-1,0 0 1,1 0 0,-1 0-1,0 0 1,1 0-1,0 0 1,-1-1-1,1 1 1,0-1-1,1 0 1,-1 0 0,0 0-1,0 0 1,1 0-1,-1-1 1,1 1-1,0-1 1,-1 0-1,8 1 1,7 1 23,-1-1 0,1 0-1,0-1 1,0-1 0,18-2 0,12-4-101,0-2 1,-1-2 0,1-2-1,49-20 1,182-85-841,-275 115 875,159-78-1480,179-117 0,133-132-7783,-295 196 323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7.6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10189,'0'3'1546,"5"19"-380,2 0 1,0 0-1,1-1 0,1 1 0,13 21 1,68 99 1178,7-10-189,157 164 0,-91-130-1802,8-7-1,6-7 0,6-8 0,7-9 1,286 155-1,406 122-2091,-422-258-1981,12-44-6019,-307-82 407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8.0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77 213 5857,'-25'62'1507,"15"-39"-559,1 0 1,1 1 0,1 0 0,-4 25 0,7-21-158,2 0 0,1 0 0,2 0 0,0 0 0,2 0 0,1 0 0,13 46 0,-9-50-530,1-1 0,1-1 0,1 1-1,0-2 1,2 0 0,1 0 0,0-1-1,1-1 1,20 20 0,-12-17-119,2 0 0,0-2 0,1-1 0,0-1 1,2-1-1,0-1 0,1-2 0,0-1 0,1-1 0,1-2 0,48 11 0,-31-13-58,1-1 0,0-3-1,0-2 1,-1-2 0,1-2-1,95-18 1,-69 5-102,-2-4 1,0-3-1,-1-3 0,-1-3 1,-2-3-1,86-53 1,-99 49-572,-1-3-1,-2-2 1,-2-3 0,-2-1 0,-2-3 0,-2-2 0,57-79-1,-83 101 19,-2-1-1,-1 0 0,-1-1 1,13-35-1,-24 54 379,-1 0 1,1 0 0,-2 0-1,0-1 1,0 1-1,-1-1 1,0 1-1,0-1 1,-2 1 0,1-1-1,-1 1 1,-1-1-1,0 1 1,0 0-1,-1 0 1,-7-18-1,6 22 62,0-1 0,-1 1 0,0 0 0,0 0-1,0 0 1,-1 1 0,0 0 0,0 0 0,-1 0-1,1 1 1,-1 0 0,0 0 0,0 0 0,-11-3-1,1 1-287,0 1 0,0 1 0,-1 0 0,1 1 0,-21-1 0,16 4-712,-37 3 1,-27 10-1511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8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 1 6189,'5'3'193,"7"4"650,0 0 1,22 9 0,-25-9-358,1-1-1,-2 1 1,1 1 0,-1-1 0,0 1-1,-1 1 1,0-1 0,8 13 0,-2-4-113,16 15 209,1-2 1,36 29-1,-6-6-120,317 261-474,-312-265-223,56 47-864,-118-92 960,1-1-1,-1 1 0,0 0 1,0 1-1,0-1 0,0 0 1,2 6-1,-1-1-132,-4-9 265,0 0 0,0 0 0,0 0-1,1 0 1,-1 0 0,0 0 0,0 0 0,0 1 0,0-1 0,0 0 0,0 0-1,0 0 1,0 0 0,0 0 0,0 0 0,0 1 0,0-1 0,0 0 0,0 0-1,0 0 1,0 0 0,0 0 0,0 0 0,0 1 0,0-1 0,0 0 0,0 0-1,0 0 1,0 0 0,0 0 0,0 0 0,0 0 0,-1 1 0,1-1 0,0 0-1,0 0 1,0 0 0,0 0 0,0 0 0,0 0 0,0 0 0,0 0 0,0 0-1,-1 0 1,1 1 0,0-1 0,0 0 0,0 0 0,0 0 0,0 0 0,0 0-1,-1 0 1,1 0 0,0 0 0,0 0 0,0 0 0,0 0 0,0 0 0,-1 0-1,-17 6-190,0-1 0,0 0 0,0-1-1,-37 2 1,-10 3-69,-53 15-438,-194 65 0,36 18-3146,161-54 650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39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1673 561 6573,'65'-137'1794,"-47"103"-200,0 1 1,43-54 0,-3 1 1047,-25 32 208,57-73 0,-88 125-2166,-2 6 236,-1 8-627,0 0 0,-1-1 0,0 1 1,0 0-1,-2-1 0,1 0 0,-7 13 0,-43 79 544,22-47-427,-300 546 1467,216-415-1594,-59 85 10,-152 222 88,143-221-220,133-200-140,-623 964 3,665-1022-74,-2 0-7,1 1 0,-13 33 0,20-45 1,1-1 1,0 0-1,0 1 0,0-1 1,1 1-1,-1-1 0,1 1 1,0-1-1,0 1 1,0-1-1,0 1 0,0-1 1,1 1-1,0-1 0,0 1 1,0-1-1,0 0 0,0 1 1,1-1-1,-1 0 1,3 4-1,-2-6-10,0 1-1,0 0 1,0-1 0,0 0 0,0 1-1,0-1 1,0 0 0,1 0 0,-1 0-1,0-1 1,0 1 0,1 0 0,-1-1 0,1 0-1,-1 1 1,1-1 0,-1 0 0,0 0-1,1-1 1,-1 1 0,5-1 0,3-1-137,-1 0 1,1-1 0,16-6 0,-17 5 62,-1-1 0,1 1 0,-1-2 0,0 1 0,0-1 0,-1 0 1,1-1-1,-1 1 0,10-15 0,-2 1-479,-2-1 0,15-31 0,-25 46 482,-1 2-72,0 0 0,0-1 0,0 0-1,-1 1 1,0-1 0,0 0 0,0 0 0,0 0 0,-1 0 0,0 1 0,0-1 0,0 0 0,-1 0 0,0 0 0,1 0 0,-2 0 0,1 1 0,-1-1-1,-3-7 1,-1 0-1161,-1 0-1,0 1 0,-1 0 0,-1 0 0,-15-15 0,-8-5-5863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40.4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3500 27 5072,'0'-17'930,"0"7"6413,-21 22-5378,15-6-1711,0 0-1,0 0 0,1 1 1,0 0-1,0 0 1,0 0-1,1 1 1,0-1-1,1 1 0,0 0 1,-3 10-1,-7 15 246,-190 372 3215,-28-6-1659,119-208-1408,-67 115 79,-299 539 462,47 35-812,94-15-693,38 19-310,292-861 610,-463 1474-1082,67 13-1058,249-801-789,59 3-6801,86-528 2085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41.7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15239 194 5781,'5'-11'1003,"-1"1"1,0-1 0,-1 0 0,-1-1 0,1 1-1,-1 0 1,-1-1 0,0 1 0,-2-22 0,0-27 2943,-2 61-3593,-15 4-164,1 0 0,0 2 0,1 0 0,-1 1 0,1 0 0,1 1-1,0 1 1,-24 20 0,-288 263 1123,17 19-618,-287 363 122,37 34-393,342-429-291,-619 830-62,61 44-69,535-744-154,18 10 0,18 9 0,-264 807 0,359-866-189,-72 219-206,-41-16 135,183-488 347,-4-2-1,-3-3 1,-4-1 0,-4-3-1,-2-2 1,-4-2 0,-3-4-1,-3-2 1,-2-3 0,-4-3-1,-79 50 1,29-37 34,-2-5 1,-3-6-1,-197 66 0,-427 78-108,-563 43 155,322-69 3,13 54 50,-340 222-3,47 117-99,144 32-483,841-423-521,111-69-113,88-57-397,89-56 1512,-1 1-1,1-1 1,0 0-1,-1 0 1,1 0-1,0 0 1,-1 0-1,1 0 1,-1 0-1,1 0 1,0 0 0,-1 0-1,1 0 1,0 0-1,-1 0 1,1 0-1,-1 0 1,1 0-1,0 0 1,-1 0-1,1 0 1,0 0-1,-1-1 1,1 1 0,0 0-1,-1 0 1,1 0-1,0-1 1,-1 1-1,1 0 1,0-1-1,0 1 1,-1 0-1,1 0 1,0-1 0,0 1-1,0 0 1,-1-1-1,1 1 1,0-1-1,0 1 1,0 0-1,0-1 1,0 1-1,0 0 1,0-1-1,0 0-84,0-1 56,0 0 0,0 0 1,0-1-1,0 1 1,1 0-1,-1 0 1,1 0-1,0 0 1,-1 0-1,1 0 1,0 0-1,0 0 1,0 0-1,1 0 1,-1 0-1,0 1 1,1-1-1,-1 0 1,1 1-1,0-1 1,-1 1-1,4-2 1,2-5-153,117-108-2172,-71 69-822,70-80 0,-98 101 249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42.9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245 370 4900,'-29'-47'1170,"27"43"-980,0 0 1,0 0-1,0 0 1,1-1-1,-1 1 1,1 0-1,0-1 1,1 1-1,-1 0 1,1-1-1,0-7 1,-3-18 444,-1-12 7,4 35-563,-1-1 0,1 1-1,-1 0 1,-1 0 0,-1-8 0,-7-13-24,-25-47 1,28 62-122,7 12 46,-1-1 0,1 1-1,-1 0 1,1 0 0,-1 0 0,0-1 0,1 1 0,-1 0 0,0 0 0,0 0 0,0 0 0,0 0 0,0 0 0,0 1 0,0-1 0,0 0 0,0 0 0,0 1-1,-1-1 1,1 1 0,0-1 0,0 1 0,-1-1 0,1 1 0,0 0 0,-1-1 0,1 1 0,-3 0 0,0 0 59,0-1 0,0 1 0,0 0 0,0 0-1,1 0 1,-1 1 0,0-1 0,0 1 0,0 0 0,-6 2 0,8-2 208,0 1-13,-2 0-114,1 0-1,0 0 0,-1 0 0,1 0 1,0 1-1,0-1 0,0 1 0,1 0 1,-1 0-1,1 0 0,-1 1 0,1-1 1,0 0-1,0 1 0,1-1 0,-1 1 1,1 0-1,-1 0 0,1-1 0,0 1 1,1 0-1,-1 6 0,1 6 148,2 1-1,0-1 0,1 0 1,1-1-1,0 1 0,8 20 1,48 92 1229,-45-99-1185,56 100 552,6-3 1,5-3-1,6-4 1,122 129-1,452 387 314,-157-220-937,-426-356-271,306 218-544,-268-201-820,173 84 1,-241-137-143,86 27 0,-110-43 123,0-1-1,0-1 1,27 1 0,37-4-6103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6:31:43.5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2154 226 5448,'61'-67'1506,"-58"63"-1212,1-1 0,0 1 0,-1-1-1,0 1 1,0-1 0,-1 0 0,1 0 0,-1 0 0,0 0 0,2-10 0,9-18 1407,10-11 931,-22 42-2020,1 0-146,12-13 1,-13 15-461,-1 0 1,0 0-1,0 0 1,0 0 0,0 0-1,0 0 1,0 0-1,0 0 1,0 0-1,1 0 1,-1 0-1,0 0 1,0 0 0,0 0-1,0 0 1,0 0-1,0 0 1,1 0-1,-1 0 1,0 0-1,0 0 1,0 0-1,0 0 1,0 0 0,0 0-1,0 0 1,1 0-1,-1 0 1,0 0-1,0 0 1,0 0-1,0 0 1,0 0 0,0 0-1,0 0 1,0 1-1,0-1 1,1 0-1,-1 0 1,0 0-1,0 0 1,0 0-1,0 0 1,0 0 0,0 1-1,0-1 1,0 0-1,0 0 1,0 0-1,0 0 1,0 0-1,0 0 1,0 0 0,0 1-1,0-1 1,0 0-1,0 0 1,0 0-1,0 0 1,-9 37 513,0-4-409,-70 286 532,35-158-1220,42-154 379,-5 25-782,8-23 390,9-14 12,17-23-57,0-1 0,42-64 0,-27 34 309,10-11 50,160-198 351,-206 261-60,-2 2 71,0 1 1,0-1-1,1 1 1,9-7 0,-12 10-45,-1 0 1,1 0 0,-1 0 0,1 1 0,0-1-1,-1 1 1,1-1 0,0 1 0,-1-1 0,1 1 0,0 0-1,0 0 1,-1 0 0,1 0 0,0 0 0,0 0-1,-1 1 1,1-1 0,0 1 0,-1-1 0,1 1-1,3 1 1,-3-1 11,1 1 0,-1 0 1,0-1-1,1 1 0,-1 0 0,0 0 0,0 0 0,0 1 0,-1-1 0,1 0 0,0 1 0,-1-1 1,0 1-1,1 0 0,-1-1 0,0 1 0,0 0 0,-1 0 0,1 0 0,0 0 0,-1-1 0,0 1 0,0 5 1,0 7 160,-1 0 0,0 0 0,-6 22 1,5-27-135,-11 39 299,-1-1-1,-3 0 1,-2-2 0,-36 66-1,32-65-144,-208 373 1136,-24-8-573,190-309-651,-67 107 103,-613 1017-174,666-1087-208,-639 1168-3916,601-1091 2063,-34 68-3997,88-155 288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51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89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61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61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86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37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206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92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65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3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64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7CB240B-EA66-4B50-8FBF-0F0F4443169A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1741556-1EC5-4C43-A484-12F3EF507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7559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4.xml"/><Relationship Id="rId21" Type="http://schemas.openxmlformats.org/officeDocument/2006/relationships/image" Target="../media/image91.png"/><Relationship Id="rId42" Type="http://schemas.openxmlformats.org/officeDocument/2006/relationships/customXml" Target="../ink/ink102.xml"/><Relationship Id="rId47" Type="http://schemas.openxmlformats.org/officeDocument/2006/relationships/image" Target="../media/image104.png"/><Relationship Id="rId63" Type="http://schemas.openxmlformats.org/officeDocument/2006/relationships/image" Target="../media/image112.png"/><Relationship Id="rId68" Type="http://schemas.openxmlformats.org/officeDocument/2006/relationships/customXml" Target="../ink/ink115.xml"/><Relationship Id="rId7" Type="http://schemas.openxmlformats.org/officeDocument/2006/relationships/image" Target="../media/image84.png"/><Relationship Id="rId2" Type="http://schemas.openxmlformats.org/officeDocument/2006/relationships/customXml" Target="../ink/ink82.xml"/><Relationship Id="rId16" Type="http://schemas.openxmlformats.org/officeDocument/2006/relationships/customXml" Target="../ink/ink89.xml"/><Relationship Id="rId29" Type="http://schemas.openxmlformats.org/officeDocument/2006/relationships/image" Target="../media/image95.png"/><Relationship Id="rId11" Type="http://schemas.openxmlformats.org/officeDocument/2006/relationships/image" Target="../media/image86.png"/><Relationship Id="rId24" Type="http://schemas.openxmlformats.org/officeDocument/2006/relationships/customXml" Target="../ink/ink93.xml"/><Relationship Id="rId32" Type="http://schemas.openxmlformats.org/officeDocument/2006/relationships/customXml" Target="../ink/ink97.xml"/><Relationship Id="rId37" Type="http://schemas.openxmlformats.org/officeDocument/2006/relationships/image" Target="../media/image99.png"/><Relationship Id="rId40" Type="http://schemas.openxmlformats.org/officeDocument/2006/relationships/customXml" Target="../ink/ink101.xml"/><Relationship Id="rId45" Type="http://schemas.openxmlformats.org/officeDocument/2006/relationships/image" Target="../media/image103.png"/><Relationship Id="rId53" Type="http://schemas.openxmlformats.org/officeDocument/2006/relationships/image" Target="../media/image107.png"/><Relationship Id="rId58" Type="http://schemas.openxmlformats.org/officeDocument/2006/relationships/customXml" Target="../ink/ink110.xml"/><Relationship Id="rId66" Type="http://schemas.openxmlformats.org/officeDocument/2006/relationships/customXml" Target="../ink/ink114.xml"/><Relationship Id="rId5" Type="http://schemas.openxmlformats.org/officeDocument/2006/relationships/image" Target="../media/image83.png"/><Relationship Id="rId61" Type="http://schemas.openxmlformats.org/officeDocument/2006/relationships/image" Target="../media/image111.png"/><Relationship Id="rId19" Type="http://schemas.openxmlformats.org/officeDocument/2006/relationships/image" Target="../media/image90.png"/><Relationship Id="rId14" Type="http://schemas.openxmlformats.org/officeDocument/2006/relationships/customXml" Target="../ink/ink88.xml"/><Relationship Id="rId22" Type="http://schemas.openxmlformats.org/officeDocument/2006/relationships/customXml" Target="../ink/ink92.xml"/><Relationship Id="rId27" Type="http://schemas.openxmlformats.org/officeDocument/2006/relationships/image" Target="../media/image94.png"/><Relationship Id="rId30" Type="http://schemas.openxmlformats.org/officeDocument/2006/relationships/customXml" Target="../ink/ink96.xml"/><Relationship Id="rId35" Type="http://schemas.openxmlformats.org/officeDocument/2006/relationships/image" Target="../media/image98.png"/><Relationship Id="rId43" Type="http://schemas.openxmlformats.org/officeDocument/2006/relationships/image" Target="../media/image102.png"/><Relationship Id="rId48" Type="http://schemas.openxmlformats.org/officeDocument/2006/relationships/customXml" Target="../ink/ink105.xml"/><Relationship Id="rId56" Type="http://schemas.openxmlformats.org/officeDocument/2006/relationships/customXml" Target="../ink/ink109.xml"/><Relationship Id="rId64" Type="http://schemas.openxmlformats.org/officeDocument/2006/relationships/customXml" Target="../ink/ink113.xml"/><Relationship Id="rId69" Type="http://schemas.openxmlformats.org/officeDocument/2006/relationships/image" Target="../media/image115.png"/><Relationship Id="rId8" Type="http://schemas.openxmlformats.org/officeDocument/2006/relationships/customXml" Target="../ink/ink85.xml"/><Relationship Id="rId51" Type="http://schemas.openxmlformats.org/officeDocument/2006/relationships/image" Target="../media/image106.png"/><Relationship Id="rId3" Type="http://schemas.openxmlformats.org/officeDocument/2006/relationships/image" Target="../media/image82.png"/><Relationship Id="rId12" Type="http://schemas.openxmlformats.org/officeDocument/2006/relationships/customXml" Target="../ink/ink87.xml"/><Relationship Id="rId17" Type="http://schemas.openxmlformats.org/officeDocument/2006/relationships/image" Target="../media/image89.png"/><Relationship Id="rId25" Type="http://schemas.openxmlformats.org/officeDocument/2006/relationships/image" Target="../media/image93.png"/><Relationship Id="rId33" Type="http://schemas.openxmlformats.org/officeDocument/2006/relationships/image" Target="../media/image97.png"/><Relationship Id="rId38" Type="http://schemas.openxmlformats.org/officeDocument/2006/relationships/customXml" Target="../ink/ink100.xml"/><Relationship Id="rId46" Type="http://schemas.openxmlformats.org/officeDocument/2006/relationships/customXml" Target="../ink/ink104.xml"/><Relationship Id="rId59" Type="http://schemas.openxmlformats.org/officeDocument/2006/relationships/image" Target="../media/image110.png"/><Relationship Id="rId67" Type="http://schemas.openxmlformats.org/officeDocument/2006/relationships/image" Target="../media/image114.png"/><Relationship Id="rId20" Type="http://schemas.openxmlformats.org/officeDocument/2006/relationships/customXml" Target="../ink/ink91.xml"/><Relationship Id="rId41" Type="http://schemas.openxmlformats.org/officeDocument/2006/relationships/image" Target="../media/image101.png"/><Relationship Id="rId54" Type="http://schemas.openxmlformats.org/officeDocument/2006/relationships/customXml" Target="../ink/ink108.xml"/><Relationship Id="rId62" Type="http://schemas.openxmlformats.org/officeDocument/2006/relationships/customXml" Target="../ink/ink1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4.xml"/><Relationship Id="rId15" Type="http://schemas.openxmlformats.org/officeDocument/2006/relationships/image" Target="../media/image88.png"/><Relationship Id="rId23" Type="http://schemas.openxmlformats.org/officeDocument/2006/relationships/image" Target="../media/image92.png"/><Relationship Id="rId28" Type="http://schemas.openxmlformats.org/officeDocument/2006/relationships/customXml" Target="../ink/ink95.xml"/><Relationship Id="rId36" Type="http://schemas.openxmlformats.org/officeDocument/2006/relationships/customXml" Target="../ink/ink99.xml"/><Relationship Id="rId49" Type="http://schemas.openxmlformats.org/officeDocument/2006/relationships/image" Target="../media/image105.png"/><Relationship Id="rId57" Type="http://schemas.openxmlformats.org/officeDocument/2006/relationships/image" Target="../media/image109.png"/><Relationship Id="rId10" Type="http://schemas.openxmlformats.org/officeDocument/2006/relationships/customXml" Target="../ink/ink86.xml"/><Relationship Id="rId31" Type="http://schemas.openxmlformats.org/officeDocument/2006/relationships/image" Target="../media/image96.png"/><Relationship Id="rId44" Type="http://schemas.openxmlformats.org/officeDocument/2006/relationships/customXml" Target="../ink/ink103.xml"/><Relationship Id="rId52" Type="http://schemas.openxmlformats.org/officeDocument/2006/relationships/customXml" Target="../ink/ink107.xml"/><Relationship Id="rId60" Type="http://schemas.openxmlformats.org/officeDocument/2006/relationships/customXml" Target="../ink/ink111.xml"/><Relationship Id="rId65" Type="http://schemas.openxmlformats.org/officeDocument/2006/relationships/image" Target="../media/image113.png"/><Relationship Id="rId4" Type="http://schemas.openxmlformats.org/officeDocument/2006/relationships/customXml" Target="../ink/ink83.xml"/><Relationship Id="rId9" Type="http://schemas.openxmlformats.org/officeDocument/2006/relationships/image" Target="../media/image85.png"/><Relationship Id="rId13" Type="http://schemas.openxmlformats.org/officeDocument/2006/relationships/image" Target="../media/image87.png"/><Relationship Id="rId18" Type="http://schemas.openxmlformats.org/officeDocument/2006/relationships/customXml" Target="../ink/ink90.xml"/><Relationship Id="rId39" Type="http://schemas.openxmlformats.org/officeDocument/2006/relationships/image" Target="../media/image100.png"/><Relationship Id="rId34" Type="http://schemas.openxmlformats.org/officeDocument/2006/relationships/customXml" Target="../ink/ink98.xml"/><Relationship Id="rId50" Type="http://schemas.openxmlformats.org/officeDocument/2006/relationships/customXml" Target="../ink/ink106.xml"/><Relationship Id="rId55" Type="http://schemas.openxmlformats.org/officeDocument/2006/relationships/image" Target="../media/image108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8.xml"/><Relationship Id="rId21" Type="http://schemas.openxmlformats.org/officeDocument/2006/relationships/image" Target="../media/image125.png"/><Relationship Id="rId42" Type="http://schemas.openxmlformats.org/officeDocument/2006/relationships/customXml" Target="../ink/ink136.xml"/><Relationship Id="rId47" Type="http://schemas.openxmlformats.org/officeDocument/2006/relationships/image" Target="../media/image138.png"/><Relationship Id="rId63" Type="http://schemas.openxmlformats.org/officeDocument/2006/relationships/image" Target="../media/image146.png"/><Relationship Id="rId68" Type="http://schemas.openxmlformats.org/officeDocument/2006/relationships/customXml" Target="../ink/ink149.xml"/><Relationship Id="rId84" Type="http://schemas.openxmlformats.org/officeDocument/2006/relationships/customXml" Target="../ink/ink157.xml"/><Relationship Id="rId89" Type="http://schemas.openxmlformats.org/officeDocument/2006/relationships/image" Target="../media/image159.png"/><Relationship Id="rId112" Type="http://schemas.openxmlformats.org/officeDocument/2006/relationships/customXml" Target="../ink/ink171.xml"/><Relationship Id="rId16" Type="http://schemas.openxmlformats.org/officeDocument/2006/relationships/customXml" Target="../ink/ink123.xml"/><Relationship Id="rId107" Type="http://schemas.openxmlformats.org/officeDocument/2006/relationships/image" Target="../media/image168.png"/><Relationship Id="rId11" Type="http://schemas.openxmlformats.org/officeDocument/2006/relationships/image" Target="../media/image120.png"/><Relationship Id="rId32" Type="http://schemas.openxmlformats.org/officeDocument/2006/relationships/customXml" Target="../ink/ink131.xml"/><Relationship Id="rId37" Type="http://schemas.openxmlformats.org/officeDocument/2006/relationships/image" Target="../media/image133.png"/><Relationship Id="rId53" Type="http://schemas.openxmlformats.org/officeDocument/2006/relationships/image" Target="../media/image141.png"/><Relationship Id="rId58" Type="http://schemas.openxmlformats.org/officeDocument/2006/relationships/customXml" Target="../ink/ink144.xml"/><Relationship Id="rId74" Type="http://schemas.openxmlformats.org/officeDocument/2006/relationships/customXml" Target="../ink/ink152.xml"/><Relationship Id="rId79" Type="http://schemas.openxmlformats.org/officeDocument/2006/relationships/image" Target="../media/image154.png"/><Relationship Id="rId102" Type="http://schemas.openxmlformats.org/officeDocument/2006/relationships/customXml" Target="../ink/ink166.xml"/><Relationship Id="rId5" Type="http://schemas.openxmlformats.org/officeDocument/2006/relationships/image" Target="../media/image117.png"/><Relationship Id="rId90" Type="http://schemas.openxmlformats.org/officeDocument/2006/relationships/customXml" Target="../ink/ink160.xml"/><Relationship Id="rId95" Type="http://schemas.openxmlformats.org/officeDocument/2006/relationships/image" Target="../media/image162.png"/><Relationship Id="rId22" Type="http://schemas.openxmlformats.org/officeDocument/2006/relationships/customXml" Target="../ink/ink126.xml"/><Relationship Id="rId27" Type="http://schemas.openxmlformats.org/officeDocument/2006/relationships/image" Target="../media/image128.png"/><Relationship Id="rId43" Type="http://schemas.openxmlformats.org/officeDocument/2006/relationships/image" Target="../media/image136.png"/><Relationship Id="rId48" Type="http://schemas.openxmlformats.org/officeDocument/2006/relationships/customXml" Target="../ink/ink139.xml"/><Relationship Id="rId64" Type="http://schemas.openxmlformats.org/officeDocument/2006/relationships/customXml" Target="../ink/ink147.xml"/><Relationship Id="rId69" Type="http://schemas.openxmlformats.org/officeDocument/2006/relationships/image" Target="../media/image149.png"/><Relationship Id="rId113" Type="http://schemas.openxmlformats.org/officeDocument/2006/relationships/image" Target="../media/image171.png"/><Relationship Id="rId80" Type="http://schemas.openxmlformats.org/officeDocument/2006/relationships/customXml" Target="../ink/ink155.xml"/><Relationship Id="rId85" Type="http://schemas.openxmlformats.org/officeDocument/2006/relationships/image" Target="../media/image157.png"/><Relationship Id="rId12" Type="http://schemas.openxmlformats.org/officeDocument/2006/relationships/customXml" Target="../ink/ink121.xml"/><Relationship Id="rId17" Type="http://schemas.openxmlformats.org/officeDocument/2006/relationships/image" Target="../media/image123.png"/><Relationship Id="rId33" Type="http://schemas.openxmlformats.org/officeDocument/2006/relationships/image" Target="../media/image131.png"/><Relationship Id="rId38" Type="http://schemas.openxmlformats.org/officeDocument/2006/relationships/customXml" Target="../ink/ink134.xml"/><Relationship Id="rId59" Type="http://schemas.openxmlformats.org/officeDocument/2006/relationships/image" Target="../media/image144.png"/><Relationship Id="rId103" Type="http://schemas.openxmlformats.org/officeDocument/2006/relationships/image" Target="../media/image166.png"/><Relationship Id="rId108" Type="http://schemas.openxmlformats.org/officeDocument/2006/relationships/customXml" Target="../ink/ink169.xml"/><Relationship Id="rId54" Type="http://schemas.openxmlformats.org/officeDocument/2006/relationships/customXml" Target="../ink/ink142.xml"/><Relationship Id="rId70" Type="http://schemas.openxmlformats.org/officeDocument/2006/relationships/customXml" Target="../ink/ink150.xml"/><Relationship Id="rId75" Type="http://schemas.openxmlformats.org/officeDocument/2006/relationships/image" Target="../media/image152.png"/><Relationship Id="rId91" Type="http://schemas.openxmlformats.org/officeDocument/2006/relationships/image" Target="../media/image160.png"/><Relationship Id="rId96" Type="http://schemas.openxmlformats.org/officeDocument/2006/relationships/customXml" Target="../ink/ink16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8.xml"/><Relationship Id="rId15" Type="http://schemas.openxmlformats.org/officeDocument/2006/relationships/image" Target="../media/image122.png"/><Relationship Id="rId23" Type="http://schemas.openxmlformats.org/officeDocument/2006/relationships/image" Target="../media/image126.png"/><Relationship Id="rId28" Type="http://schemas.openxmlformats.org/officeDocument/2006/relationships/customXml" Target="../ink/ink129.xml"/><Relationship Id="rId36" Type="http://schemas.openxmlformats.org/officeDocument/2006/relationships/customXml" Target="../ink/ink133.xml"/><Relationship Id="rId49" Type="http://schemas.openxmlformats.org/officeDocument/2006/relationships/image" Target="../media/image139.png"/><Relationship Id="rId57" Type="http://schemas.openxmlformats.org/officeDocument/2006/relationships/image" Target="../media/image143.png"/><Relationship Id="rId106" Type="http://schemas.openxmlformats.org/officeDocument/2006/relationships/customXml" Target="../ink/ink168.xml"/><Relationship Id="rId114" Type="http://schemas.openxmlformats.org/officeDocument/2006/relationships/customXml" Target="../ink/ink172.xml"/><Relationship Id="rId10" Type="http://schemas.openxmlformats.org/officeDocument/2006/relationships/customXml" Target="../ink/ink120.xml"/><Relationship Id="rId31" Type="http://schemas.openxmlformats.org/officeDocument/2006/relationships/image" Target="../media/image130.png"/><Relationship Id="rId44" Type="http://schemas.openxmlformats.org/officeDocument/2006/relationships/customXml" Target="../ink/ink137.xml"/><Relationship Id="rId52" Type="http://schemas.openxmlformats.org/officeDocument/2006/relationships/customXml" Target="../ink/ink141.xml"/><Relationship Id="rId60" Type="http://schemas.openxmlformats.org/officeDocument/2006/relationships/customXml" Target="../ink/ink145.xml"/><Relationship Id="rId65" Type="http://schemas.openxmlformats.org/officeDocument/2006/relationships/image" Target="../media/image147.png"/><Relationship Id="rId73" Type="http://schemas.openxmlformats.org/officeDocument/2006/relationships/image" Target="../media/image151.png"/><Relationship Id="rId78" Type="http://schemas.openxmlformats.org/officeDocument/2006/relationships/customXml" Target="../ink/ink154.xml"/><Relationship Id="rId81" Type="http://schemas.openxmlformats.org/officeDocument/2006/relationships/image" Target="../media/image155.png"/><Relationship Id="rId86" Type="http://schemas.openxmlformats.org/officeDocument/2006/relationships/customXml" Target="../ink/ink158.xml"/><Relationship Id="rId94" Type="http://schemas.openxmlformats.org/officeDocument/2006/relationships/customXml" Target="../ink/ink162.xml"/><Relationship Id="rId99" Type="http://schemas.openxmlformats.org/officeDocument/2006/relationships/image" Target="../media/image164.png"/><Relationship Id="rId101" Type="http://schemas.openxmlformats.org/officeDocument/2006/relationships/image" Target="../media/image165.png"/><Relationship Id="rId4" Type="http://schemas.openxmlformats.org/officeDocument/2006/relationships/customXml" Target="../ink/ink117.xml"/><Relationship Id="rId9" Type="http://schemas.openxmlformats.org/officeDocument/2006/relationships/image" Target="../media/image119.png"/><Relationship Id="rId13" Type="http://schemas.openxmlformats.org/officeDocument/2006/relationships/image" Target="../media/image121.png"/><Relationship Id="rId18" Type="http://schemas.openxmlformats.org/officeDocument/2006/relationships/customXml" Target="../ink/ink124.xml"/><Relationship Id="rId39" Type="http://schemas.openxmlformats.org/officeDocument/2006/relationships/image" Target="../media/image134.png"/><Relationship Id="rId109" Type="http://schemas.openxmlformats.org/officeDocument/2006/relationships/image" Target="../media/image169.png"/><Relationship Id="rId34" Type="http://schemas.openxmlformats.org/officeDocument/2006/relationships/customXml" Target="../ink/ink132.xml"/><Relationship Id="rId50" Type="http://schemas.openxmlformats.org/officeDocument/2006/relationships/customXml" Target="../ink/ink140.xml"/><Relationship Id="rId55" Type="http://schemas.openxmlformats.org/officeDocument/2006/relationships/image" Target="../media/image142.png"/><Relationship Id="rId76" Type="http://schemas.openxmlformats.org/officeDocument/2006/relationships/customXml" Target="../ink/ink153.xml"/><Relationship Id="rId97" Type="http://schemas.openxmlformats.org/officeDocument/2006/relationships/image" Target="../media/image163.png"/><Relationship Id="rId104" Type="http://schemas.openxmlformats.org/officeDocument/2006/relationships/customXml" Target="../ink/ink167.xml"/><Relationship Id="rId7" Type="http://schemas.openxmlformats.org/officeDocument/2006/relationships/image" Target="../media/image118.png"/><Relationship Id="rId71" Type="http://schemas.openxmlformats.org/officeDocument/2006/relationships/image" Target="../media/image150.png"/><Relationship Id="rId92" Type="http://schemas.openxmlformats.org/officeDocument/2006/relationships/customXml" Target="../ink/ink161.xml"/><Relationship Id="rId2" Type="http://schemas.openxmlformats.org/officeDocument/2006/relationships/customXml" Target="../ink/ink116.xml"/><Relationship Id="rId29" Type="http://schemas.openxmlformats.org/officeDocument/2006/relationships/image" Target="../media/image129.png"/><Relationship Id="rId24" Type="http://schemas.openxmlformats.org/officeDocument/2006/relationships/customXml" Target="../ink/ink127.xml"/><Relationship Id="rId40" Type="http://schemas.openxmlformats.org/officeDocument/2006/relationships/customXml" Target="../ink/ink135.xml"/><Relationship Id="rId45" Type="http://schemas.openxmlformats.org/officeDocument/2006/relationships/image" Target="../media/image137.png"/><Relationship Id="rId66" Type="http://schemas.openxmlformats.org/officeDocument/2006/relationships/customXml" Target="../ink/ink148.xml"/><Relationship Id="rId87" Type="http://schemas.openxmlformats.org/officeDocument/2006/relationships/image" Target="../media/image158.png"/><Relationship Id="rId110" Type="http://schemas.openxmlformats.org/officeDocument/2006/relationships/customXml" Target="../ink/ink170.xml"/><Relationship Id="rId115" Type="http://schemas.openxmlformats.org/officeDocument/2006/relationships/image" Target="../media/image172.png"/><Relationship Id="rId61" Type="http://schemas.openxmlformats.org/officeDocument/2006/relationships/image" Target="../media/image145.png"/><Relationship Id="rId82" Type="http://schemas.openxmlformats.org/officeDocument/2006/relationships/customXml" Target="../ink/ink156.xml"/><Relationship Id="rId19" Type="http://schemas.openxmlformats.org/officeDocument/2006/relationships/image" Target="../media/image124.png"/><Relationship Id="rId14" Type="http://schemas.openxmlformats.org/officeDocument/2006/relationships/customXml" Target="../ink/ink122.xml"/><Relationship Id="rId30" Type="http://schemas.openxmlformats.org/officeDocument/2006/relationships/customXml" Target="../ink/ink130.xml"/><Relationship Id="rId35" Type="http://schemas.openxmlformats.org/officeDocument/2006/relationships/image" Target="../media/image132.png"/><Relationship Id="rId56" Type="http://schemas.openxmlformats.org/officeDocument/2006/relationships/customXml" Target="../ink/ink143.xml"/><Relationship Id="rId77" Type="http://schemas.openxmlformats.org/officeDocument/2006/relationships/image" Target="../media/image153.png"/><Relationship Id="rId100" Type="http://schemas.openxmlformats.org/officeDocument/2006/relationships/customXml" Target="../ink/ink165.xml"/><Relationship Id="rId105" Type="http://schemas.openxmlformats.org/officeDocument/2006/relationships/image" Target="../media/image167.png"/><Relationship Id="rId8" Type="http://schemas.openxmlformats.org/officeDocument/2006/relationships/customXml" Target="../ink/ink119.xml"/><Relationship Id="rId51" Type="http://schemas.openxmlformats.org/officeDocument/2006/relationships/image" Target="../media/image140.png"/><Relationship Id="rId72" Type="http://schemas.openxmlformats.org/officeDocument/2006/relationships/customXml" Target="../ink/ink151.xml"/><Relationship Id="rId93" Type="http://schemas.openxmlformats.org/officeDocument/2006/relationships/image" Target="../media/image161.png"/><Relationship Id="rId98" Type="http://schemas.openxmlformats.org/officeDocument/2006/relationships/customXml" Target="../ink/ink164.xml"/><Relationship Id="rId3" Type="http://schemas.openxmlformats.org/officeDocument/2006/relationships/image" Target="../media/image116.png"/><Relationship Id="rId25" Type="http://schemas.openxmlformats.org/officeDocument/2006/relationships/image" Target="../media/image127.png"/><Relationship Id="rId46" Type="http://schemas.openxmlformats.org/officeDocument/2006/relationships/customXml" Target="../ink/ink138.xml"/><Relationship Id="rId67" Type="http://schemas.openxmlformats.org/officeDocument/2006/relationships/image" Target="../media/image148.png"/><Relationship Id="rId20" Type="http://schemas.openxmlformats.org/officeDocument/2006/relationships/customXml" Target="../ink/ink125.xml"/><Relationship Id="rId41" Type="http://schemas.openxmlformats.org/officeDocument/2006/relationships/image" Target="../media/image135.png"/><Relationship Id="rId62" Type="http://schemas.openxmlformats.org/officeDocument/2006/relationships/customXml" Target="../ink/ink146.xml"/><Relationship Id="rId83" Type="http://schemas.openxmlformats.org/officeDocument/2006/relationships/image" Target="../media/image156.png"/><Relationship Id="rId88" Type="http://schemas.openxmlformats.org/officeDocument/2006/relationships/customXml" Target="../ink/ink159.xml"/><Relationship Id="rId111" Type="http://schemas.openxmlformats.org/officeDocument/2006/relationships/image" Target="../media/image170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5.xml"/><Relationship Id="rId21" Type="http://schemas.openxmlformats.org/officeDocument/2006/relationships/image" Target="../media/image182.png"/><Relationship Id="rId42" Type="http://schemas.openxmlformats.org/officeDocument/2006/relationships/customXml" Target="../ink/ink193.xml"/><Relationship Id="rId47" Type="http://schemas.openxmlformats.org/officeDocument/2006/relationships/image" Target="../media/image195.png"/><Relationship Id="rId63" Type="http://schemas.openxmlformats.org/officeDocument/2006/relationships/image" Target="../media/image203.png"/><Relationship Id="rId68" Type="http://schemas.openxmlformats.org/officeDocument/2006/relationships/customXml" Target="../ink/ink206.xml"/><Relationship Id="rId84" Type="http://schemas.openxmlformats.org/officeDocument/2006/relationships/customXml" Target="../ink/ink214.xml"/><Relationship Id="rId89" Type="http://schemas.openxmlformats.org/officeDocument/2006/relationships/image" Target="../media/image216.png"/><Relationship Id="rId16" Type="http://schemas.openxmlformats.org/officeDocument/2006/relationships/customXml" Target="../ink/ink180.xml"/><Relationship Id="rId107" Type="http://schemas.openxmlformats.org/officeDocument/2006/relationships/image" Target="../media/image225.png"/><Relationship Id="rId11" Type="http://schemas.openxmlformats.org/officeDocument/2006/relationships/image" Target="../media/image177.png"/><Relationship Id="rId32" Type="http://schemas.openxmlformats.org/officeDocument/2006/relationships/customXml" Target="../ink/ink188.xml"/><Relationship Id="rId37" Type="http://schemas.openxmlformats.org/officeDocument/2006/relationships/image" Target="../media/image190.png"/><Relationship Id="rId53" Type="http://schemas.openxmlformats.org/officeDocument/2006/relationships/image" Target="../media/image198.png"/><Relationship Id="rId58" Type="http://schemas.openxmlformats.org/officeDocument/2006/relationships/customXml" Target="../ink/ink201.xml"/><Relationship Id="rId74" Type="http://schemas.openxmlformats.org/officeDocument/2006/relationships/customXml" Target="../ink/ink209.xml"/><Relationship Id="rId79" Type="http://schemas.openxmlformats.org/officeDocument/2006/relationships/image" Target="../media/image211.png"/><Relationship Id="rId102" Type="http://schemas.openxmlformats.org/officeDocument/2006/relationships/customXml" Target="../ink/ink223.xml"/><Relationship Id="rId5" Type="http://schemas.openxmlformats.org/officeDocument/2006/relationships/image" Target="../media/image174.png"/><Relationship Id="rId90" Type="http://schemas.openxmlformats.org/officeDocument/2006/relationships/customXml" Target="../ink/ink217.xml"/><Relationship Id="rId95" Type="http://schemas.openxmlformats.org/officeDocument/2006/relationships/image" Target="../media/image219.png"/><Relationship Id="rId22" Type="http://schemas.openxmlformats.org/officeDocument/2006/relationships/customXml" Target="../ink/ink183.xml"/><Relationship Id="rId27" Type="http://schemas.openxmlformats.org/officeDocument/2006/relationships/image" Target="../media/image185.png"/><Relationship Id="rId43" Type="http://schemas.openxmlformats.org/officeDocument/2006/relationships/image" Target="../media/image193.png"/><Relationship Id="rId48" Type="http://schemas.openxmlformats.org/officeDocument/2006/relationships/customXml" Target="../ink/ink196.xml"/><Relationship Id="rId64" Type="http://schemas.openxmlformats.org/officeDocument/2006/relationships/customXml" Target="../ink/ink204.xml"/><Relationship Id="rId69" Type="http://schemas.openxmlformats.org/officeDocument/2006/relationships/image" Target="../media/image206.png"/><Relationship Id="rId80" Type="http://schemas.openxmlformats.org/officeDocument/2006/relationships/customXml" Target="../ink/ink212.xml"/><Relationship Id="rId85" Type="http://schemas.openxmlformats.org/officeDocument/2006/relationships/image" Target="../media/image214.png"/><Relationship Id="rId12" Type="http://schemas.openxmlformats.org/officeDocument/2006/relationships/customXml" Target="../ink/ink178.xml"/><Relationship Id="rId17" Type="http://schemas.openxmlformats.org/officeDocument/2006/relationships/image" Target="../media/image180.png"/><Relationship Id="rId33" Type="http://schemas.openxmlformats.org/officeDocument/2006/relationships/image" Target="../media/image188.png"/><Relationship Id="rId38" Type="http://schemas.openxmlformats.org/officeDocument/2006/relationships/customXml" Target="../ink/ink191.xml"/><Relationship Id="rId59" Type="http://schemas.openxmlformats.org/officeDocument/2006/relationships/image" Target="../media/image201.png"/><Relationship Id="rId103" Type="http://schemas.openxmlformats.org/officeDocument/2006/relationships/image" Target="../media/image223.png"/><Relationship Id="rId20" Type="http://schemas.openxmlformats.org/officeDocument/2006/relationships/customXml" Target="../ink/ink182.xml"/><Relationship Id="rId41" Type="http://schemas.openxmlformats.org/officeDocument/2006/relationships/image" Target="../media/image192.png"/><Relationship Id="rId54" Type="http://schemas.openxmlformats.org/officeDocument/2006/relationships/customXml" Target="../ink/ink199.xml"/><Relationship Id="rId62" Type="http://schemas.openxmlformats.org/officeDocument/2006/relationships/customXml" Target="../ink/ink203.xml"/><Relationship Id="rId70" Type="http://schemas.openxmlformats.org/officeDocument/2006/relationships/customXml" Target="../ink/ink207.xml"/><Relationship Id="rId75" Type="http://schemas.openxmlformats.org/officeDocument/2006/relationships/image" Target="../media/image209.png"/><Relationship Id="rId83" Type="http://schemas.openxmlformats.org/officeDocument/2006/relationships/image" Target="../media/image213.png"/><Relationship Id="rId88" Type="http://schemas.openxmlformats.org/officeDocument/2006/relationships/customXml" Target="../ink/ink216.xml"/><Relationship Id="rId91" Type="http://schemas.openxmlformats.org/officeDocument/2006/relationships/image" Target="../media/image217.png"/><Relationship Id="rId96" Type="http://schemas.openxmlformats.org/officeDocument/2006/relationships/customXml" Target="../ink/ink2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5.xml"/><Relationship Id="rId15" Type="http://schemas.openxmlformats.org/officeDocument/2006/relationships/image" Target="../media/image179.png"/><Relationship Id="rId23" Type="http://schemas.openxmlformats.org/officeDocument/2006/relationships/image" Target="../media/image183.png"/><Relationship Id="rId28" Type="http://schemas.openxmlformats.org/officeDocument/2006/relationships/customXml" Target="../ink/ink186.xml"/><Relationship Id="rId36" Type="http://schemas.openxmlformats.org/officeDocument/2006/relationships/customXml" Target="../ink/ink190.xml"/><Relationship Id="rId49" Type="http://schemas.openxmlformats.org/officeDocument/2006/relationships/image" Target="../media/image196.png"/><Relationship Id="rId57" Type="http://schemas.openxmlformats.org/officeDocument/2006/relationships/image" Target="../media/image200.png"/><Relationship Id="rId106" Type="http://schemas.openxmlformats.org/officeDocument/2006/relationships/customXml" Target="../ink/ink225.xml"/><Relationship Id="rId10" Type="http://schemas.openxmlformats.org/officeDocument/2006/relationships/customXml" Target="../ink/ink177.xml"/><Relationship Id="rId31" Type="http://schemas.openxmlformats.org/officeDocument/2006/relationships/image" Target="../media/image187.png"/><Relationship Id="rId44" Type="http://schemas.openxmlformats.org/officeDocument/2006/relationships/customXml" Target="../ink/ink194.xml"/><Relationship Id="rId52" Type="http://schemas.openxmlformats.org/officeDocument/2006/relationships/customXml" Target="../ink/ink198.xml"/><Relationship Id="rId60" Type="http://schemas.openxmlformats.org/officeDocument/2006/relationships/customXml" Target="../ink/ink202.xml"/><Relationship Id="rId65" Type="http://schemas.openxmlformats.org/officeDocument/2006/relationships/image" Target="../media/image204.png"/><Relationship Id="rId73" Type="http://schemas.openxmlformats.org/officeDocument/2006/relationships/image" Target="../media/image208.png"/><Relationship Id="rId78" Type="http://schemas.openxmlformats.org/officeDocument/2006/relationships/customXml" Target="../ink/ink211.xml"/><Relationship Id="rId81" Type="http://schemas.openxmlformats.org/officeDocument/2006/relationships/image" Target="../media/image212.png"/><Relationship Id="rId86" Type="http://schemas.openxmlformats.org/officeDocument/2006/relationships/customXml" Target="../ink/ink215.xml"/><Relationship Id="rId94" Type="http://schemas.openxmlformats.org/officeDocument/2006/relationships/customXml" Target="../ink/ink219.xml"/><Relationship Id="rId99" Type="http://schemas.openxmlformats.org/officeDocument/2006/relationships/image" Target="../media/image221.png"/><Relationship Id="rId101" Type="http://schemas.openxmlformats.org/officeDocument/2006/relationships/image" Target="../media/image222.png"/><Relationship Id="rId4" Type="http://schemas.openxmlformats.org/officeDocument/2006/relationships/customXml" Target="../ink/ink174.xml"/><Relationship Id="rId9" Type="http://schemas.openxmlformats.org/officeDocument/2006/relationships/image" Target="../media/image176.png"/><Relationship Id="rId13" Type="http://schemas.openxmlformats.org/officeDocument/2006/relationships/image" Target="../media/image178.png"/><Relationship Id="rId18" Type="http://schemas.openxmlformats.org/officeDocument/2006/relationships/customXml" Target="../ink/ink181.xml"/><Relationship Id="rId39" Type="http://schemas.openxmlformats.org/officeDocument/2006/relationships/image" Target="../media/image191.png"/><Relationship Id="rId34" Type="http://schemas.openxmlformats.org/officeDocument/2006/relationships/customXml" Target="../ink/ink189.xml"/><Relationship Id="rId50" Type="http://schemas.openxmlformats.org/officeDocument/2006/relationships/customXml" Target="../ink/ink197.xml"/><Relationship Id="rId55" Type="http://schemas.openxmlformats.org/officeDocument/2006/relationships/image" Target="../media/image199.png"/><Relationship Id="rId76" Type="http://schemas.openxmlformats.org/officeDocument/2006/relationships/customXml" Target="../ink/ink210.xml"/><Relationship Id="rId97" Type="http://schemas.openxmlformats.org/officeDocument/2006/relationships/image" Target="../media/image220.png"/><Relationship Id="rId104" Type="http://schemas.openxmlformats.org/officeDocument/2006/relationships/customXml" Target="../ink/ink224.xml"/><Relationship Id="rId7" Type="http://schemas.openxmlformats.org/officeDocument/2006/relationships/image" Target="../media/image175.png"/><Relationship Id="rId71" Type="http://schemas.openxmlformats.org/officeDocument/2006/relationships/image" Target="../media/image207.png"/><Relationship Id="rId92" Type="http://schemas.openxmlformats.org/officeDocument/2006/relationships/customXml" Target="../ink/ink218.xml"/><Relationship Id="rId2" Type="http://schemas.openxmlformats.org/officeDocument/2006/relationships/customXml" Target="../ink/ink173.xml"/><Relationship Id="rId29" Type="http://schemas.openxmlformats.org/officeDocument/2006/relationships/image" Target="../media/image186.png"/><Relationship Id="rId24" Type="http://schemas.openxmlformats.org/officeDocument/2006/relationships/customXml" Target="../ink/ink184.xml"/><Relationship Id="rId40" Type="http://schemas.openxmlformats.org/officeDocument/2006/relationships/customXml" Target="../ink/ink192.xml"/><Relationship Id="rId45" Type="http://schemas.openxmlformats.org/officeDocument/2006/relationships/image" Target="../media/image194.png"/><Relationship Id="rId66" Type="http://schemas.openxmlformats.org/officeDocument/2006/relationships/customXml" Target="../ink/ink205.xml"/><Relationship Id="rId87" Type="http://schemas.openxmlformats.org/officeDocument/2006/relationships/image" Target="../media/image215.png"/><Relationship Id="rId61" Type="http://schemas.openxmlformats.org/officeDocument/2006/relationships/image" Target="../media/image202.png"/><Relationship Id="rId82" Type="http://schemas.openxmlformats.org/officeDocument/2006/relationships/customXml" Target="../ink/ink213.xml"/><Relationship Id="rId19" Type="http://schemas.openxmlformats.org/officeDocument/2006/relationships/image" Target="../media/image181.png"/><Relationship Id="rId14" Type="http://schemas.openxmlformats.org/officeDocument/2006/relationships/customXml" Target="../ink/ink179.xml"/><Relationship Id="rId30" Type="http://schemas.openxmlformats.org/officeDocument/2006/relationships/customXml" Target="../ink/ink187.xml"/><Relationship Id="rId35" Type="http://schemas.openxmlformats.org/officeDocument/2006/relationships/image" Target="../media/image189.png"/><Relationship Id="rId56" Type="http://schemas.openxmlformats.org/officeDocument/2006/relationships/customXml" Target="../ink/ink200.xml"/><Relationship Id="rId77" Type="http://schemas.openxmlformats.org/officeDocument/2006/relationships/image" Target="../media/image210.png"/><Relationship Id="rId100" Type="http://schemas.openxmlformats.org/officeDocument/2006/relationships/customXml" Target="../ink/ink222.xml"/><Relationship Id="rId105" Type="http://schemas.openxmlformats.org/officeDocument/2006/relationships/image" Target="../media/image224.png"/><Relationship Id="rId8" Type="http://schemas.openxmlformats.org/officeDocument/2006/relationships/customXml" Target="../ink/ink176.xml"/><Relationship Id="rId51" Type="http://schemas.openxmlformats.org/officeDocument/2006/relationships/image" Target="../media/image197.png"/><Relationship Id="rId72" Type="http://schemas.openxmlformats.org/officeDocument/2006/relationships/customXml" Target="../ink/ink208.xml"/><Relationship Id="rId93" Type="http://schemas.openxmlformats.org/officeDocument/2006/relationships/image" Target="../media/image218.png"/><Relationship Id="rId98" Type="http://schemas.openxmlformats.org/officeDocument/2006/relationships/customXml" Target="../ink/ink221.xml"/><Relationship Id="rId3" Type="http://schemas.openxmlformats.org/officeDocument/2006/relationships/image" Target="../media/image173.png"/><Relationship Id="rId25" Type="http://schemas.openxmlformats.org/officeDocument/2006/relationships/image" Target="../media/image184.png"/><Relationship Id="rId46" Type="http://schemas.openxmlformats.org/officeDocument/2006/relationships/customXml" Target="../ink/ink195.xml"/><Relationship Id="rId67" Type="http://schemas.openxmlformats.org/officeDocument/2006/relationships/image" Target="../media/image205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3.png"/><Relationship Id="rId21" Type="http://schemas.openxmlformats.org/officeDocument/2006/relationships/image" Target="../media/image235.png"/><Relationship Id="rId42" Type="http://schemas.openxmlformats.org/officeDocument/2006/relationships/customXml" Target="../ink/ink246.xml"/><Relationship Id="rId63" Type="http://schemas.openxmlformats.org/officeDocument/2006/relationships/image" Target="../media/image256.png"/><Relationship Id="rId84" Type="http://schemas.openxmlformats.org/officeDocument/2006/relationships/customXml" Target="../ink/ink267.xml"/><Relationship Id="rId16" Type="http://schemas.openxmlformats.org/officeDocument/2006/relationships/customXml" Target="../ink/ink233.xml"/><Relationship Id="rId107" Type="http://schemas.openxmlformats.org/officeDocument/2006/relationships/image" Target="../media/image278.png"/><Relationship Id="rId11" Type="http://schemas.openxmlformats.org/officeDocument/2006/relationships/image" Target="../media/image230.png"/><Relationship Id="rId32" Type="http://schemas.openxmlformats.org/officeDocument/2006/relationships/customXml" Target="../ink/ink241.xml"/><Relationship Id="rId37" Type="http://schemas.openxmlformats.org/officeDocument/2006/relationships/image" Target="../media/image243.png"/><Relationship Id="rId53" Type="http://schemas.openxmlformats.org/officeDocument/2006/relationships/image" Target="../media/image251.png"/><Relationship Id="rId58" Type="http://schemas.openxmlformats.org/officeDocument/2006/relationships/customXml" Target="../ink/ink254.xml"/><Relationship Id="rId74" Type="http://schemas.openxmlformats.org/officeDocument/2006/relationships/customXml" Target="../ink/ink262.xml"/><Relationship Id="rId79" Type="http://schemas.openxmlformats.org/officeDocument/2006/relationships/image" Target="../media/image264.png"/><Relationship Id="rId102" Type="http://schemas.openxmlformats.org/officeDocument/2006/relationships/customXml" Target="../ink/ink276.xml"/><Relationship Id="rId123" Type="http://schemas.openxmlformats.org/officeDocument/2006/relationships/image" Target="../media/image286.png"/><Relationship Id="rId128" Type="http://schemas.openxmlformats.org/officeDocument/2006/relationships/customXml" Target="../ink/ink289.xml"/><Relationship Id="rId5" Type="http://schemas.openxmlformats.org/officeDocument/2006/relationships/image" Target="../media/image227.png"/><Relationship Id="rId90" Type="http://schemas.openxmlformats.org/officeDocument/2006/relationships/customXml" Target="../ink/ink270.xml"/><Relationship Id="rId95" Type="http://schemas.openxmlformats.org/officeDocument/2006/relationships/image" Target="../media/image272.png"/><Relationship Id="rId22" Type="http://schemas.openxmlformats.org/officeDocument/2006/relationships/customXml" Target="../ink/ink236.xml"/><Relationship Id="rId27" Type="http://schemas.openxmlformats.org/officeDocument/2006/relationships/image" Target="../media/image238.png"/><Relationship Id="rId43" Type="http://schemas.openxmlformats.org/officeDocument/2006/relationships/image" Target="../media/image246.png"/><Relationship Id="rId48" Type="http://schemas.openxmlformats.org/officeDocument/2006/relationships/customXml" Target="../ink/ink249.xml"/><Relationship Id="rId64" Type="http://schemas.openxmlformats.org/officeDocument/2006/relationships/customXml" Target="../ink/ink257.xml"/><Relationship Id="rId69" Type="http://schemas.openxmlformats.org/officeDocument/2006/relationships/image" Target="../media/image259.png"/><Relationship Id="rId113" Type="http://schemas.openxmlformats.org/officeDocument/2006/relationships/image" Target="../media/image281.png"/><Relationship Id="rId118" Type="http://schemas.openxmlformats.org/officeDocument/2006/relationships/customXml" Target="../ink/ink284.xml"/><Relationship Id="rId134" Type="http://schemas.openxmlformats.org/officeDocument/2006/relationships/customXml" Target="../ink/ink292.xml"/><Relationship Id="rId80" Type="http://schemas.openxmlformats.org/officeDocument/2006/relationships/customXml" Target="../ink/ink265.xml"/><Relationship Id="rId85" Type="http://schemas.openxmlformats.org/officeDocument/2006/relationships/image" Target="../media/image267.png"/><Relationship Id="rId12" Type="http://schemas.openxmlformats.org/officeDocument/2006/relationships/customXml" Target="../ink/ink231.xml"/><Relationship Id="rId17" Type="http://schemas.openxmlformats.org/officeDocument/2006/relationships/image" Target="../media/image233.png"/><Relationship Id="rId33" Type="http://schemas.openxmlformats.org/officeDocument/2006/relationships/image" Target="../media/image241.png"/><Relationship Id="rId38" Type="http://schemas.openxmlformats.org/officeDocument/2006/relationships/customXml" Target="../ink/ink244.xml"/><Relationship Id="rId59" Type="http://schemas.openxmlformats.org/officeDocument/2006/relationships/image" Target="../media/image254.png"/><Relationship Id="rId103" Type="http://schemas.openxmlformats.org/officeDocument/2006/relationships/image" Target="../media/image276.png"/><Relationship Id="rId108" Type="http://schemas.openxmlformats.org/officeDocument/2006/relationships/customXml" Target="../ink/ink279.xml"/><Relationship Id="rId124" Type="http://schemas.openxmlformats.org/officeDocument/2006/relationships/customXml" Target="../ink/ink287.xml"/><Relationship Id="rId129" Type="http://schemas.openxmlformats.org/officeDocument/2006/relationships/image" Target="../media/image289.png"/><Relationship Id="rId54" Type="http://schemas.openxmlformats.org/officeDocument/2006/relationships/customXml" Target="../ink/ink252.xml"/><Relationship Id="rId70" Type="http://schemas.openxmlformats.org/officeDocument/2006/relationships/customXml" Target="../ink/ink260.xml"/><Relationship Id="rId75" Type="http://schemas.openxmlformats.org/officeDocument/2006/relationships/image" Target="../media/image262.png"/><Relationship Id="rId91" Type="http://schemas.openxmlformats.org/officeDocument/2006/relationships/image" Target="../media/image270.png"/><Relationship Id="rId96" Type="http://schemas.openxmlformats.org/officeDocument/2006/relationships/customXml" Target="../ink/ink2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8.xml"/><Relationship Id="rId23" Type="http://schemas.openxmlformats.org/officeDocument/2006/relationships/image" Target="../media/image236.png"/><Relationship Id="rId28" Type="http://schemas.openxmlformats.org/officeDocument/2006/relationships/customXml" Target="../ink/ink239.xml"/><Relationship Id="rId49" Type="http://schemas.openxmlformats.org/officeDocument/2006/relationships/image" Target="../media/image249.png"/><Relationship Id="rId114" Type="http://schemas.openxmlformats.org/officeDocument/2006/relationships/customXml" Target="../ink/ink282.xml"/><Relationship Id="rId119" Type="http://schemas.openxmlformats.org/officeDocument/2006/relationships/image" Target="../media/image284.png"/><Relationship Id="rId44" Type="http://schemas.openxmlformats.org/officeDocument/2006/relationships/customXml" Target="../ink/ink247.xml"/><Relationship Id="rId60" Type="http://schemas.openxmlformats.org/officeDocument/2006/relationships/customXml" Target="../ink/ink255.xml"/><Relationship Id="rId65" Type="http://schemas.openxmlformats.org/officeDocument/2006/relationships/image" Target="../media/image257.png"/><Relationship Id="rId81" Type="http://schemas.openxmlformats.org/officeDocument/2006/relationships/image" Target="../media/image265.png"/><Relationship Id="rId86" Type="http://schemas.openxmlformats.org/officeDocument/2006/relationships/customXml" Target="../ink/ink268.xml"/><Relationship Id="rId130" Type="http://schemas.openxmlformats.org/officeDocument/2006/relationships/customXml" Target="../ink/ink290.xml"/><Relationship Id="rId135" Type="http://schemas.openxmlformats.org/officeDocument/2006/relationships/image" Target="../media/image292.png"/><Relationship Id="rId13" Type="http://schemas.openxmlformats.org/officeDocument/2006/relationships/image" Target="../media/image231.png"/><Relationship Id="rId18" Type="http://schemas.openxmlformats.org/officeDocument/2006/relationships/customXml" Target="../ink/ink234.xml"/><Relationship Id="rId39" Type="http://schemas.openxmlformats.org/officeDocument/2006/relationships/image" Target="../media/image244.png"/><Relationship Id="rId109" Type="http://schemas.openxmlformats.org/officeDocument/2006/relationships/image" Target="../media/image279.png"/><Relationship Id="rId34" Type="http://schemas.openxmlformats.org/officeDocument/2006/relationships/customXml" Target="../ink/ink242.xml"/><Relationship Id="rId50" Type="http://schemas.openxmlformats.org/officeDocument/2006/relationships/customXml" Target="../ink/ink250.xml"/><Relationship Id="rId55" Type="http://schemas.openxmlformats.org/officeDocument/2006/relationships/image" Target="../media/image252.png"/><Relationship Id="rId76" Type="http://schemas.openxmlformats.org/officeDocument/2006/relationships/customXml" Target="../ink/ink263.xml"/><Relationship Id="rId97" Type="http://schemas.openxmlformats.org/officeDocument/2006/relationships/image" Target="../media/image273.png"/><Relationship Id="rId104" Type="http://schemas.openxmlformats.org/officeDocument/2006/relationships/customXml" Target="../ink/ink277.xml"/><Relationship Id="rId120" Type="http://schemas.openxmlformats.org/officeDocument/2006/relationships/customXml" Target="../ink/ink285.xml"/><Relationship Id="rId125" Type="http://schemas.openxmlformats.org/officeDocument/2006/relationships/image" Target="../media/image287.png"/><Relationship Id="rId7" Type="http://schemas.openxmlformats.org/officeDocument/2006/relationships/image" Target="../media/image228.png"/><Relationship Id="rId71" Type="http://schemas.openxmlformats.org/officeDocument/2006/relationships/image" Target="../media/image260.png"/><Relationship Id="rId92" Type="http://schemas.openxmlformats.org/officeDocument/2006/relationships/customXml" Target="../ink/ink271.xml"/><Relationship Id="rId2" Type="http://schemas.openxmlformats.org/officeDocument/2006/relationships/customXml" Target="../ink/ink226.xml"/><Relationship Id="rId29" Type="http://schemas.openxmlformats.org/officeDocument/2006/relationships/image" Target="../media/image239.png"/><Relationship Id="rId24" Type="http://schemas.openxmlformats.org/officeDocument/2006/relationships/customXml" Target="../ink/ink237.xml"/><Relationship Id="rId40" Type="http://schemas.openxmlformats.org/officeDocument/2006/relationships/customXml" Target="../ink/ink245.xml"/><Relationship Id="rId45" Type="http://schemas.openxmlformats.org/officeDocument/2006/relationships/image" Target="../media/image247.png"/><Relationship Id="rId66" Type="http://schemas.openxmlformats.org/officeDocument/2006/relationships/customXml" Target="../ink/ink258.xml"/><Relationship Id="rId87" Type="http://schemas.openxmlformats.org/officeDocument/2006/relationships/image" Target="../media/image268.png"/><Relationship Id="rId110" Type="http://schemas.openxmlformats.org/officeDocument/2006/relationships/customXml" Target="../ink/ink280.xml"/><Relationship Id="rId115" Type="http://schemas.openxmlformats.org/officeDocument/2006/relationships/image" Target="../media/image282.png"/><Relationship Id="rId131" Type="http://schemas.openxmlformats.org/officeDocument/2006/relationships/image" Target="../media/image290.png"/><Relationship Id="rId136" Type="http://schemas.openxmlformats.org/officeDocument/2006/relationships/customXml" Target="../ink/ink293.xml"/><Relationship Id="rId61" Type="http://schemas.openxmlformats.org/officeDocument/2006/relationships/image" Target="../media/image255.png"/><Relationship Id="rId82" Type="http://schemas.openxmlformats.org/officeDocument/2006/relationships/customXml" Target="../ink/ink266.xml"/><Relationship Id="rId19" Type="http://schemas.openxmlformats.org/officeDocument/2006/relationships/image" Target="../media/image234.png"/><Relationship Id="rId14" Type="http://schemas.openxmlformats.org/officeDocument/2006/relationships/customXml" Target="../ink/ink232.xml"/><Relationship Id="rId30" Type="http://schemas.openxmlformats.org/officeDocument/2006/relationships/customXml" Target="../ink/ink240.xml"/><Relationship Id="rId35" Type="http://schemas.openxmlformats.org/officeDocument/2006/relationships/image" Target="../media/image242.png"/><Relationship Id="rId56" Type="http://schemas.openxmlformats.org/officeDocument/2006/relationships/customXml" Target="../ink/ink253.xml"/><Relationship Id="rId77" Type="http://schemas.openxmlformats.org/officeDocument/2006/relationships/image" Target="../media/image263.png"/><Relationship Id="rId100" Type="http://schemas.openxmlformats.org/officeDocument/2006/relationships/customXml" Target="../ink/ink275.xml"/><Relationship Id="rId105" Type="http://schemas.openxmlformats.org/officeDocument/2006/relationships/image" Target="../media/image277.png"/><Relationship Id="rId126" Type="http://schemas.openxmlformats.org/officeDocument/2006/relationships/customXml" Target="../ink/ink288.xml"/><Relationship Id="rId8" Type="http://schemas.openxmlformats.org/officeDocument/2006/relationships/customXml" Target="../ink/ink229.xml"/><Relationship Id="rId51" Type="http://schemas.openxmlformats.org/officeDocument/2006/relationships/image" Target="../media/image250.png"/><Relationship Id="rId72" Type="http://schemas.openxmlformats.org/officeDocument/2006/relationships/customXml" Target="../ink/ink261.xml"/><Relationship Id="rId93" Type="http://schemas.openxmlformats.org/officeDocument/2006/relationships/image" Target="../media/image271.png"/><Relationship Id="rId98" Type="http://schemas.openxmlformats.org/officeDocument/2006/relationships/customXml" Target="../ink/ink274.xml"/><Relationship Id="rId121" Type="http://schemas.openxmlformats.org/officeDocument/2006/relationships/image" Target="../media/image285.png"/><Relationship Id="rId3" Type="http://schemas.openxmlformats.org/officeDocument/2006/relationships/image" Target="../media/image226.png"/><Relationship Id="rId25" Type="http://schemas.openxmlformats.org/officeDocument/2006/relationships/image" Target="../media/image237.png"/><Relationship Id="rId46" Type="http://schemas.openxmlformats.org/officeDocument/2006/relationships/customXml" Target="../ink/ink248.xml"/><Relationship Id="rId67" Type="http://schemas.openxmlformats.org/officeDocument/2006/relationships/image" Target="../media/image258.png"/><Relationship Id="rId116" Type="http://schemas.openxmlformats.org/officeDocument/2006/relationships/customXml" Target="../ink/ink283.xml"/><Relationship Id="rId137" Type="http://schemas.openxmlformats.org/officeDocument/2006/relationships/image" Target="../media/image293.png"/><Relationship Id="rId20" Type="http://schemas.openxmlformats.org/officeDocument/2006/relationships/customXml" Target="../ink/ink235.xml"/><Relationship Id="rId41" Type="http://schemas.openxmlformats.org/officeDocument/2006/relationships/image" Target="../media/image245.png"/><Relationship Id="rId62" Type="http://schemas.openxmlformats.org/officeDocument/2006/relationships/customXml" Target="../ink/ink256.xml"/><Relationship Id="rId83" Type="http://schemas.openxmlformats.org/officeDocument/2006/relationships/image" Target="../media/image266.png"/><Relationship Id="rId88" Type="http://schemas.openxmlformats.org/officeDocument/2006/relationships/customXml" Target="../ink/ink269.xml"/><Relationship Id="rId111" Type="http://schemas.openxmlformats.org/officeDocument/2006/relationships/image" Target="../media/image280.png"/><Relationship Id="rId132" Type="http://schemas.openxmlformats.org/officeDocument/2006/relationships/customXml" Target="../ink/ink291.xml"/><Relationship Id="rId15" Type="http://schemas.openxmlformats.org/officeDocument/2006/relationships/image" Target="../media/image232.png"/><Relationship Id="rId36" Type="http://schemas.openxmlformats.org/officeDocument/2006/relationships/customXml" Target="../ink/ink243.xml"/><Relationship Id="rId57" Type="http://schemas.openxmlformats.org/officeDocument/2006/relationships/image" Target="../media/image253.png"/><Relationship Id="rId106" Type="http://schemas.openxmlformats.org/officeDocument/2006/relationships/customXml" Target="../ink/ink278.xml"/><Relationship Id="rId127" Type="http://schemas.openxmlformats.org/officeDocument/2006/relationships/image" Target="../media/image288.png"/><Relationship Id="rId10" Type="http://schemas.openxmlformats.org/officeDocument/2006/relationships/customXml" Target="../ink/ink230.xml"/><Relationship Id="rId31" Type="http://schemas.openxmlformats.org/officeDocument/2006/relationships/image" Target="../media/image240.png"/><Relationship Id="rId52" Type="http://schemas.openxmlformats.org/officeDocument/2006/relationships/customXml" Target="../ink/ink251.xml"/><Relationship Id="rId73" Type="http://schemas.openxmlformats.org/officeDocument/2006/relationships/image" Target="../media/image261.png"/><Relationship Id="rId78" Type="http://schemas.openxmlformats.org/officeDocument/2006/relationships/customXml" Target="../ink/ink264.xml"/><Relationship Id="rId94" Type="http://schemas.openxmlformats.org/officeDocument/2006/relationships/customXml" Target="../ink/ink272.xml"/><Relationship Id="rId99" Type="http://schemas.openxmlformats.org/officeDocument/2006/relationships/image" Target="../media/image274.png"/><Relationship Id="rId101" Type="http://schemas.openxmlformats.org/officeDocument/2006/relationships/image" Target="../media/image275.png"/><Relationship Id="rId122" Type="http://schemas.openxmlformats.org/officeDocument/2006/relationships/customXml" Target="../ink/ink286.xml"/><Relationship Id="rId4" Type="http://schemas.openxmlformats.org/officeDocument/2006/relationships/customXml" Target="../ink/ink227.xml"/><Relationship Id="rId9" Type="http://schemas.openxmlformats.org/officeDocument/2006/relationships/image" Target="../media/image229.png"/><Relationship Id="rId26" Type="http://schemas.openxmlformats.org/officeDocument/2006/relationships/customXml" Target="../ink/ink238.xml"/><Relationship Id="rId47" Type="http://schemas.openxmlformats.org/officeDocument/2006/relationships/image" Target="../media/image248.png"/><Relationship Id="rId68" Type="http://schemas.openxmlformats.org/officeDocument/2006/relationships/customXml" Target="../ink/ink259.xml"/><Relationship Id="rId89" Type="http://schemas.openxmlformats.org/officeDocument/2006/relationships/image" Target="../media/image269.png"/><Relationship Id="rId112" Type="http://schemas.openxmlformats.org/officeDocument/2006/relationships/customXml" Target="../ink/ink281.xml"/><Relationship Id="rId133" Type="http://schemas.openxmlformats.org/officeDocument/2006/relationships/image" Target="../media/image291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06.xml"/><Relationship Id="rId21" Type="http://schemas.openxmlformats.org/officeDocument/2006/relationships/image" Target="../media/image303.png"/><Relationship Id="rId42" Type="http://schemas.openxmlformats.org/officeDocument/2006/relationships/customXml" Target="../ink/ink314.xml"/><Relationship Id="rId47" Type="http://schemas.openxmlformats.org/officeDocument/2006/relationships/image" Target="../media/image316.png"/><Relationship Id="rId63" Type="http://schemas.openxmlformats.org/officeDocument/2006/relationships/image" Target="../media/image324.png"/><Relationship Id="rId68" Type="http://schemas.openxmlformats.org/officeDocument/2006/relationships/customXml" Target="../ink/ink327.xml"/><Relationship Id="rId84" Type="http://schemas.openxmlformats.org/officeDocument/2006/relationships/customXml" Target="../ink/ink335.xml"/><Relationship Id="rId89" Type="http://schemas.openxmlformats.org/officeDocument/2006/relationships/image" Target="../media/image337.png"/><Relationship Id="rId16" Type="http://schemas.openxmlformats.org/officeDocument/2006/relationships/customXml" Target="../ink/ink301.xml"/><Relationship Id="rId107" Type="http://schemas.openxmlformats.org/officeDocument/2006/relationships/image" Target="../media/image346.png"/><Relationship Id="rId11" Type="http://schemas.openxmlformats.org/officeDocument/2006/relationships/image" Target="../media/image298.png"/><Relationship Id="rId32" Type="http://schemas.openxmlformats.org/officeDocument/2006/relationships/customXml" Target="../ink/ink309.xml"/><Relationship Id="rId37" Type="http://schemas.openxmlformats.org/officeDocument/2006/relationships/image" Target="../media/image311.png"/><Relationship Id="rId53" Type="http://schemas.openxmlformats.org/officeDocument/2006/relationships/image" Target="../media/image319.png"/><Relationship Id="rId58" Type="http://schemas.openxmlformats.org/officeDocument/2006/relationships/customXml" Target="../ink/ink322.xml"/><Relationship Id="rId74" Type="http://schemas.openxmlformats.org/officeDocument/2006/relationships/customXml" Target="../ink/ink330.xml"/><Relationship Id="rId79" Type="http://schemas.openxmlformats.org/officeDocument/2006/relationships/image" Target="../media/image332.png"/><Relationship Id="rId102" Type="http://schemas.openxmlformats.org/officeDocument/2006/relationships/customXml" Target="../ink/ink344.xml"/><Relationship Id="rId5" Type="http://schemas.openxmlformats.org/officeDocument/2006/relationships/image" Target="../media/image295.png"/><Relationship Id="rId90" Type="http://schemas.openxmlformats.org/officeDocument/2006/relationships/customXml" Target="../ink/ink338.xml"/><Relationship Id="rId95" Type="http://schemas.openxmlformats.org/officeDocument/2006/relationships/image" Target="../media/image340.png"/><Relationship Id="rId22" Type="http://schemas.openxmlformats.org/officeDocument/2006/relationships/customXml" Target="../ink/ink304.xml"/><Relationship Id="rId27" Type="http://schemas.openxmlformats.org/officeDocument/2006/relationships/image" Target="../media/image306.png"/><Relationship Id="rId43" Type="http://schemas.openxmlformats.org/officeDocument/2006/relationships/image" Target="../media/image314.png"/><Relationship Id="rId48" Type="http://schemas.openxmlformats.org/officeDocument/2006/relationships/customXml" Target="../ink/ink317.xml"/><Relationship Id="rId64" Type="http://schemas.openxmlformats.org/officeDocument/2006/relationships/customXml" Target="../ink/ink325.xml"/><Relationship Id="rId69" Type="http://schemas.openxmlformats.org/officeDocument/2006/relationships/image" Target="../media/image327.png"/><Relationship Id="rId80" Type="http://schemas.openxmlformats.org/officeDocument/2006/relationships/customXml" Target="../ink/ink333.xml"/><Relationship Id="rId85" Type="http://schemas.openxmlformats.org/officeDocument/2006/relationships/image" Target="../media/image335.png"/><Relationship Id="rId12" Type="http://schemas.openxmlformats.org/officeDocument/2006/relationships/customXml" Target="../ink/ink299.xml"/><Relationship Id="rId17" Type="http://schemas.openxmlformats.org/officeDocument/2006/relationships/image" Target="../media/image301.png"/><Relationship Id="rId33" Type="http://schemas.openxmlformats.org/officeDocument/2006/relationships/image" Target="../media/image309.png"/><Relationship Id="rId38" Type="http://schemas.openxmlformats.org/officeDocument/2006/relationships/customXml" Target="../ink/ink312.xml"/><Relationship Id="rId59" Type="http://schemas.openxmlformats.org/officeDocument/2006/relationships/image" Target="../media/image322.png"/><Relationship Id="rId103" Type="http://schemas.openxmlformats.org/officeDocument/2006/relationships/image" Target="../media/image344.png"/><Relationship Id="rId108" Type="http://schemas.openxmlformats.org/officeDocument/2006/relationships/customXml" Target="../ink/ink347.xml"/><Relationship Id="rId54" Type="http://schemas.openxmlformats.org/officeDocument/2006/relationships/customXml" Target="../ink/ink320.xml"/><Relationship Id="rId70" Type="http://schemas.openxmlformats.org/officeDocument/2006/relationships/customXml" Target="../ink/ink328.xml"/><Relationship Id="rId75" Type="http://schemas.openxmlformats.org/officeDocument/2006/relationships/image" Target="../media/image330.png"/><Relationship Id="rId91" Type="http://schemas.openxmlformats.org/officeDocument/2006/relationships/image" Target="../media/image338.png"/><Relationship Id="rId96" Type="http://schemas.openxmlformats.org/officeDocument/2006/relationships/customXml" Target="../ink/ink3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6.xml"/><Relationship Id="rId15" Type="http://schemas.openxmlformats.org/officeDocument/2006/relationships/image" Target="../media/image300.png"/><Relationship Id="rId23" Type="http://schemas.openxmlformats.org/officeDocument/2006/relationships/image" Target="../media/image304.png"/><Relationship Id="rId28" Type="http://schemas.openxmlformats.org/officeDocument/2006/relationships/customXml" Target="../ink/ink307.xml"/><Relationship Id="rId36" Type="http://schemas.openxmlformats.org/officeDocument/2006/relationships/customXml" Target="../ink/ink311.xml"/><Relationship Id="rId49" Type="http://schemas.openxmlformats.org/officeDocument/2006/relationships/image" Target="../media/image317.png"/><Relationship Id="rId57" Type="http://schemas.openxmlformats.org/officeDocument/2006/relationships/image" Target="../media/image321.png"/><Relationship Id="rId106" Type="http://schemas.openxmlformats.org/officeDocument/2006/relationships/customXml" Target="../ink/ink346.xml"/><Relationship Id="rId10" Type="http://schemas.openxmlformats.org/officeDocument/2006/relationships/customXml" Target="../ink/ink298.xml"/><Relationship Id="rId31" Type="http://schemas.openxmlformats.org/officeDocument/2006/relationships/image" Target="../media/image308.png"/><Relationship Id="rId44" Type="http://schemas.openxmlformats.org/officeDocument/2006/relationships/customXml" Target="../ink/ink315.xml"/><Relationship Id="rId52" Type="http://schemas.openxmlformats.org/officeDocument/2006/relationships/customXml" Target="../ink/ink319.xml"/><Relationship Id="rId60" Type="http://schemas.openxmlformats.org/officeDocument/2006/relationships/customXml" Target="../ink/ink323.xml"/><Relationship Id="rId65" Type="http://schemas.openxmlformats.org/officeDocument/2006/relationships/image" Target="../media/image325.png"/><Relationship Id="rId73" Type="http://schemas.openxmlformats.org/officeDocument/2006/relationships/image" Target="../media/image329.png"/><Relationship Id="rId78" Type="http://schemas.openxmlformats.org/officeDocument/2006/relationships/customXml" Target="../ink/ink332.xml"/><Relationship Id="rId81" Type="http://schemas.openxmlformats.org/officeDocument/2006/relationships/image" Target="../media/image333.png"/><Relationship Id="rId86" Type="http://schemas.openxmlformats.org/officeDocument/2006/relationships/customXml" Target="../ink/ink336.xml"/><Relationship Id="rId94" Type="http://schemas.openxmlformats.org/officeDocument/2006/relationships/customXml" Target="../ink/ink340.xml"/><Relationship Id="rId99" Type="http://schemas.openxmlformats.org/officeDocument/2006/relationships/image" Target="../media/image342.png"/><Relationship Id="rId101" Type="http://schemas.openxmlformats.org/officeDocument/2006/relationships/image" Target="../media/image343.png"/><Relationship Id="rId4" Type="http://schemas.openxmlformats.org/officeDocument/2006/relationships/customXml" Target="../ink/ink295.xml"/><Relationship Id="rId9" Type="http://schemas.openxmlformats.org/officeDocument/2006/relationships/image" Target="../media/image297.png"/><Relationship Id="rId13" Type="http://schemas.openxmlformats.org/officeDocument/2006/relationships/image" Target="../media/image299.png"/><Relationship Id="rId18" Type="http://schemas.openxmlformats.org/officeDocument/2006/relationships/customXml" Target="../ink/ink302.xml"/><Relationship Id="rId39" Type="http://schemas.openxmlformats.org/officeDocument/2006/relationships/image" Target="../media/image312.png"/><Relationship Id="rId109" Type="http://schemas.openxmlformats.org/officeDocument/2006/relationships/image" Target="../media/image347.png"/><Relationship Id="rId34" Type="http://schemas.openxmlformats.org/officeDocument/2006/relationships/customXml" Target="../ink/ink310.xml"/><Relationship Id="rId50" Type="http://schemas.openxmlformats.org/officeDocument/2006/relationships/customXml" Target="../ink/ink318.xml"/><Relationship Id="rId55" Type="http://schemas.openxmlformats.org/officeDocument/2006/relationships/image" Target="../media/image320.png"/><Relationship Id="rId76" Type="http://schemas.openxmlformats.org/officeDocument/2006/relationships/customXml" Target="../ink/ink331.xml"/><Relationship Id="rId97" Type="http://schemas.openxmlformats.org/officeDocument/2006/relationships/image" Target="../media/image341.png"/><Relationship Id="rId104" Type="http://schemas.openxmlformats.org/officeDocument/2006/relationships/customXml" Target="../ink/ink345.xml"/><Relationship Id="rId7" Type="http://schemas.openxmlformats.org/officeDocument/2006/relationships/image" Target="../media/image296.png"/><Relationship Id="rId71" Type="http://schemas.openxmlformats.org/officeDocument/2006/relationships/image" Target="../media/image328.png"/><Relationship Id="rId92" Type="http://schemas.openxmlformats.org/officeDocument/2006/relationships/customXml" Target="../ink/ink339.xml"/><Relationship Id="rId2" Type="http://schemas.openxmlformats.org/officeDocument/2006/relationships/customXml" Target="../ink/ink294.xml"/><Relationship Id="rId29" Type="http://schemas.openxmlformats.org/officeDocument/2006/relationships/image" Target="../media/image307.png"/><Relationship Id="rId24" Type="http://schemas.openxmlformats.org/officeDocument/2006/relationships/customXml" Target="../ink/ink305.xml"/><Relationship Id="rId40" Type="http://schemas.openxmlformats.org/officeDocument/2006/relationships/customXml" Target="../ink/ink313.xml"/><Relationship Id="rId45" Type="http://schemas.openxmlformats.org/officeDocument/2006/relationships/image" Target="../media/image315.png"/><Relationship Id="rId66" Type="http://schemas.openxmlformats.org/officeDocument/2006/relationships/customXml" Target="../ink/ink326.xml"/><Relationship Id="rId87" Type="http://schemas.openxmlformats.org/officeDocument/2006/relationships/image" Target="../media/image336.png"/><Relationship Id="rId110" Type="http://schemas.openxmlformats.org/officeDocument/2006/relationships/customXml" Target="../ink/ink348.xml"/><Relationship Id="rId61" Type="http://schemas.openxmlformats.org/officeDocument/2006/relationships/image" Target="../media/image323.png"/><Relationship Id="rId82" Type="http://schemas.openxmlformats.org/officeDocument/2006/relationships/customXml" Target="../ink/ink334.xml"/><Relationship Id="rId19" Type="http://schemas.openxmlformats.org/officeDocument/2006/relationships/image" Target="../media/image302.png"/><Relationship Id="rId14" Type="http://schemas.openxmlformats.org/officeDocument/2006/relationships/customXml" Target="../ink/ink300.xml"/><Relationship Id="rId30" Type="http://schemas.openxmlformats.org/officeDocument/2006/relationships/customXml" Target="../ink/ink308.xml"/><Relationship Id="rId35" Type="http://schemas.openxmlformats.org/officeDocument/2006/relationships/image" Target="../media/image310.png"/><Relationship Id="rId56" Type="http://schemas.openxmlformats.org/officeDocument/2006/relationships/customXml" Target="../ink/ink321.xml"/><Relationship Id="rId77" Type="http://schemas.openxmlformats.org/officeDocument/2006/relationships/image" Target="../media/image331.png"/><Relationship Id="rId100" Type="http://schemas.openxmlformats.org/officeDocument/2006/relationships/customXml" Target="../ink/ink343.xml"/><Relationship Id="rId105" Type="http://schemas.openxmlformats.org/officeDocument/2006/relationships/image" Target="../media/image345.png"/><Relationship Id="rId8" Type="http://schemas.openxmlformats.org/officeDocument/2006/relationships/customXml" Target="../ink/ink297.xml"/><Relationship Id="rId51" Type="http://schemas.openxmlformats.org/officeDocument/2006/relationships/image" Target="../media/image318.png"/><Relationship Id="rId72" Type="http://schemas.openxmlformats.org/officeDocument/2006/relationships/customXml" Target="../ink/ink329.xml"/><Relationship Id="rId93" Type="http://schemas.openxmlformats.org/officeDocument/2006/relationships/image" Target="../media/image339.png"/><Relationship Id="rId98" Type="http://schemas.openxmlformats.org/officeDocument/2006/relationships/customXml" Target="../ink/ink342.xml"/><Relationship Id="rId3" Type="http://schemas.openxmlformats.org/officeDocument/2006/relationships/image" Target="../media/image294.png"/><Relationship Id="rId25" Type="http://schemas.openxmlformats.org/officeDocument/2006/relationships/image" Target="../media/image305.png"/><Relationship Id="rId46" Type="http://schemas.openxmlformats.org/officeDocument/2006/relationships/customXml" Target="../ink/ink316.xml"/><Relationship Id="rId67" Type="http://schemas.openxmlformats.org/officeDocument/2006/relationships/image" Target="../media/image326.png"/><Relationship Id="rId20" Type="http://schemas.openxmlformats.org/officeDocument/2006/relationships/customXml" Target="../ink/ink303.xml"/><Relationship Id="rId41" Type="http://schemas.openxmlformats.org/officeDocument/2006/relationships/image" Target="../media/image313.png"/><Relationship Id="rId62" Type="http://schemas.openxmlformats.org/officeDocument/2006/relationships/customXml" Target="../ink/ink324.xml"/><Relationship Id="rId83" Type="http://schemas.openxmlformats.org/officeDocument/2006/relationships/image" Target="../media/image334.png"/><Relationship Id="rId88" Type="http://schemas.openxmlformats.org/officeDocument/2006/relationships/customXml" Target="../ink/ink337.xml"/><Relationship Id="rId111" Type="http://schemas.openxmlformats.org/officeDocument/2006/relationships/image" Target="../media/image348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1.xml"/><Relationship Id="rId21" Type="http://schemas.openxmlformats.org/officeDocument/2006/relationships/image" Target="../media/image358.png"/><Relationship Id="rId42" Type="http://schemas.openxmlformats.org/officeDocument/2006/relationships/customXml" Target="../ink/ink369.xml"/><Relationship Id="rId47" Type="http://schemas.openxmlformats.org/officeDocument/2006/relationships/image" Target="../media/image371.png"/><Relationship Id="rId63" Type="http://schemas.openxmlformats.org/officeDocument/2006/relationships/image" Target="../media/image379.png"/><Relationship Id="rId68" Type="http://schemas.openxmlformats.org/officeDocument/2006/relationships/customXml" Target="../ink/ink382.xml"/><Relationship Id="rId84" Type="http://schemas.openxmlformats.org/officeDocument/2006/relationships/customXml" Target="../ink/ink390.xml"/><Relationship Id="rId89" Type="http://schemas.openxmlformats.org/officeDocument/2006/relationships/image" Target="../media/image392.png"/><Relationship Id="rId16" Type="http://schemas.openxmlformats.org/officeDocument/2006/relationships/customXml" Target="../ink/ink356.xml"/><Relationship Id="rId11" Type="http://schemas.openxmlformats.org/officeDocument/2006/relationships/image" Target="../media/image353.png"/><Relationship Id="rId32" Type="http://schemas.openxmlformats.org/officeDocument/2006/relationships/customXml" Target="../ink/ink364.xml"/><Relationship Id="rId37" Type="http://schemas.openxmlformats.org/officeDocument/2006/relationships/image" Target="../media/image366.png"/><Relationship Id="rId53" Type="http://schemas.openxmlformats.org/officeDocument/2006/relationships/image" Target="../media/image374.png"/><Relationship Id="rId58" Type="http://schemas.openxmlformats.org/officeDocument/2006/relationships/customXml" Target="../ink/ink377.xml"/><Relationship Id="rId74" Type="http://schemas.openxmlformats.org/officeDocument/2006/relationships/customXml" Target="../ink/ink385.xml"/><Relationship Id="rId79" Type="http://schemas.openxmlformats.org/officeDocument/2006/relationships/image" Target="../media/image387.png"/><Relationship Id="rId5" Type="http://schemas.openxmlformats.org/officeDocument/2006/relationships/image" Target="../media/image350.png"/><Relationship Id="rId90" Type="http://schemas.openxmlformats.org/officeDocument/2006/relationships/customXml" Target="../ink/ink393.xml"/><Relationship Id="rId95" Type="http://schemas.openxmlformats.org/officeDocument/2006/relationships/image" Target="../media/image395.png"/><Relationship Id="rId22" Type="http://schemas.openxmlformats.org/officeDocument/2006/relationships/customXml" Target="../ink/ink359.xml"/><Relationship Id="rId27" Type="http://schemas.openxmlformats.org/officeDocument/2006/relationships/image" Target="../media/image361.png"/><Relationship Id="rId43" Type="http://schemas.openxmlformats.org/officeDocument/2006/relationships/image" Target="../media/image369.png"/><Relationship Id="rId48" Type="http://schemas.openxmlformats.org/officeDocument/2006/relationships/customXml" Target="../ink/ink372.xml"/><Relationship Id="rId64" Type="http://schemas.openxmlformats.org/officeDocument/2006/relationships/customXml" Target="../ink/ink380.xml"/><Relationship Id="rId69" Type="http://schemas.openxmlformats.org/officeDocument/2006/relationships/image" Target="../media/image382.png"/><Relationship Id="rId80" Type="http://schemas.openxmlformats.org/officeDocument/2006/relationships/customXml" Target="../ink/ink388.xml"/><Relationship Id="rId85" Type="http://schemas.openxmlformats.org/officeDocument/2006/relationships/image" Target="../media/image390.png"/><Relationship Id="rId3" Type="http://schemas.openxmlformats.org/officeDocument/2006/relationships/image" Target="../media/image349.png"/><Relationship Id="rId12" Type="http://schemas.openxmlformats.org/officeDocument/2006/relationships/customXml" Target="../ink/ink354.xml"/><Relationship Id="rId17" Type="http://schemas.openxmlformats.org/officeDocument/2006/relationships/image" Target="../media/image356.png"/><Relationship Id="rId25" Type="http://schemas.openxmlformats.org/officeDocument/2006/relationships/image" Target="../media/image360.png"/><Relationship Id="rId33" Type="http://schemas.openxmlformats.org/officeDocument/2006/relationships/image" Target="../media/image364.png"/><Relationship Id="rId38" Type="http://schemas.openxmlformats.org/officeDocument/2006/relationships/customXml" Target="../ink/ink367.xml"/><Relationship Id="rId46" Type="http://schemas.openxmlformats.org/officeDocument/2006/relationships/customXml" Target="../ink/ink371.xml"/><Relationship Id="rId59" Type="http://schemas.openxmlformats.org/officeDocument/2006/relationships/image" Target="../media/image377.png"/><Relationship Id="rId67" Type="http://schemas.openxmlformats.org/officeDocument/2006/relationships/image" Target="../media/image381.png"/><Relationship Id="rId20" Type="http://schemas.openxmlformats.org/officeDocument/2006/relationships/customXml" Target="../ink/ink358.xml"/><Relationship Id="rId41" Type="http://schemas.openxmlformats.org/officeDocument/2006/relationships/image" Target="../media/image368.png"/><Relationship Id="rId54" Type="http://schemas.openxmlformats.org/officeDocument/2006/relationships/customXml" Target="../ink/ink375.xml"/><Relationship Id="rId62" Type="http://schemas.openxmlformats.org/officeDocument/2006/relationships/customXml" Target="../ink/ink379.xml"/><Relationship Id="rId70" Type="http://schemas.openxmlformats.org/officeDocument/2006/relationships/customXml" Target="../ink/ink383.xml"/><Relationship Id="rId75" Type="http://schemas.openxmlformats.org/officeDocument/2006/relationships/image" Target="../media/image385.png"/><Relationship Id="rId83" Type="http://schemas.openxmlformats.org/officeDocument/2006/relationships/image" Target="../media/image389.png"/><Relationship Id="rId88" Type="http://schemas.openxmlformats.org/officeDocument/2006/relationships/customXml" Target="../ink/ink392.xml"/><Relationship Id="rId91" Type="http://schemas.openxmlformats.org/officeDocument/2006/relationships/image" Target="../media/image393.png"/><Relationship Id="rId96" Type="http://schemas.openxmlformats.org/officeDocument/2006/relationships/customXml" Target="../ink/ink3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1.xml"/><Relationship Id="rId15" Type="http://schemas.openxmlformats.org/officeDocument/2006/relationships/image" Target="../media/image355.png"/><Relationship Id="rId23" Type="http://schemas.openxmlformats.org/officeDocument/2006/relationships/image" Target="../media/image359.png"/><Relationship Id="rId28" Type="http://schemas.openxmlformats.org/officeDocument/2006/relationships/customXml" Target="../ink/ink362.xml"/><Relationship Id="rId36" Type="http://schemas.openxmlformats.org/officeDocument/2006/relationships/customXml" Target="../ink/ink366.xml"/><Relationship Id="rId49" Type="http://schemas.openxmlformats.org/officeDocument/2006/relationships/image" Target="../media/image372.png"/><Relationship Id="rId57" Type="http://schemas.openxmlformats.org/officeDocument/2006/relationships/image" Target="../media/image376.png"/><Relationship Id="rId10" Type="http://schemas.openxmlformats.org/officeDocument/2006/relationships/customXml" Target="../ink/ink353.xml"/><Relationship Id="rId31" Type="http://schemas.openxmlformats.org/officeDocument/2006/relationships/image" Target="../media/image363.png"/><Relationship Id="rId44" Type="http://schemas.openxmlformats.org/officeDocument/2006/relationships/customXml" Target="../ink/ink370.xml"/><Relationship Id="rId52" Type="http://schemas.openxmlformats.org/officeDocument/2006/relationships/customXml" Target="../ink/ink374.xml"/><Relationship Id="rId60" Type="http://schemas.openxmlformats.org/officeDocument/2006/relationships/customXml" Target="../ink/ink378.xml"/><Relationship Id="rId65" Type="http://schemas.openxmlformats.org/officeDocument/2006/relationships/image" Target="../media/image380.png"/><Relationship Id="rId73" Type="http://schemas.openxmlformats.org/officeDocument/2006/relationships/image" Target="../media/image384.png"/><Relationship Id="rId78" Type="http://schemas.openxmlformats.org/officeDocument/2006/relationships/customXml" Target="../ink/ink387.xml"/><Relationship Id="rId81" Type="http://schemas.openxmlformats.org/officeDocument/2006/relationships/image" Target="../media/image388.png"/><Relationship Id="rId86" Type="http://schemas.openxmlformats.org/officeDocument/2006/relationships/customXml" Target="../ink/ink391.xml"/><Relationship Id="rId94" Type="http://schemas.openxmlformats.org/officeDocument/2006/relationships/customXml" Target="../ink/ink395.xml"/><Relationship Id="rId4" Type="http://schemas.openxmlformats.org/officeDocument/2006/relationships/customXml" Target="../ink/ink350.xml"/><Relationship Id="rId9" Type="http://schemas.openxmlformats.org/officeDocument/2006/relationships/image" Target="../media/image352.png"/><Relationship Id="rId13" Type="http://schemas.openxmlformats.org/officeDocument/2006/relationships/image" Target="../media/image354.png"/><Relationship Id="rId18" Type="http://schemas.openxmlformats.org/officeDocument/2006/relationships/customXml" Target="../ink/ink357.xml"/><Relationship Id="rId39" Type="http://schemas.openxmlformats.org/officeDocument/2006/relationships/image" Target="../media/image367.png"/><Relationship Id="rId34" Type="http://schemas.openxmlformats.org/officeDocument/2006/relationships/customXml" Target="../ink/ink365.xml"/><Relationship Id="rId50" Type="http://schemas.openxmlformats.org/officeDocument/2006/relationships/customXml" Target="../ink/ink373.xml"/><Relationship Id="rId55" Type="http://schemas.openxmlformats.org/officeDocument/2006/relationships/image" Target="../media/image375.png"/><Relationship Id="rId76" Type="http://schemas.openxmlformats.org/officeDocument/2006/relationships/customXml" Target="../ink/ink386.xml"/><Relationship Id="rId97" Type="http://schemas.openxmlformats.org/officeDocument/2006/relationships/image" Target="../media/image396.png"/><Relationship Id="rId7" Type="http://schemas.openxmlformats.org/officeDocument/2006/relationships/image" Target="../media/image351.png"/><Relationship Id="rId71" Type="http://schemas.openxmlformats.org/officeDocument/2006/relationships/image" Target="../media/image383.png"/><Relationship Id="rId92" Type="http://schemas.openxmlformats.org/officeDocument/2006/relationships/customXml" Target="../ink/ink394.xml"/><Relationship Id="rId2" Type="http://schemas.openxmlformats.org/officeDocument/2006/relationships/customXml" Target="../ink/ink349.xml"/><Relationship Id="rId29" Type="http://schemas.openxmlformats.org/officeDocument/2006/relationships/image" Target="../media/image362.png"/><Relationship Id="rId24" Type="http://schemas.openxmlformats.org/officeDocument/2006/relationships/customXml" Target="../ink/ink360.xml"/><Relationship Id="rId40" Type="http://schemas.openxmlformats.org/officeDocument/2006/relationships/customXml" Target="../ink/ink368.xml"/><Relationship Id="rId45" Type="http://schemas.openxmlformats.org/officeDocument/2006/relationships/image" Target="../media/image370.png"/><Relationship Id="rId66" Type="http://schemas.openxmlformats.org/officeDocument/2006/relationships/customXml" Target="../ink/ink381.xml"/><Relationship Id="rId87" Type="http://schemas.openxmlformats.org/officeDocument/2006/relationships/image" Target="../media/image391.png"/><Relationship Id="rId61" Type="http://schemas.openxmlformats.org/officeDocument/2006/relationships/image" Target="../media/image378.png"/><Relationship Id="rId82" Type="http://schemas.openxmlformats.org/officeDocument/2006/relationships/customXml" Target="../ink/ink389.xml"/><Relationship Id="rId19" Type="http://schemas.openxmlformats.org/officeDocument/2006/relationships/image" Target="../media/image357.png"/><Relationship Id="rId14" Type="http://schemas.openxmlformats.org/officeDocument/2006/relationships/customXml" Target="../ink/ink355.xml"/><Relationship Id="rId30" Type="http://schemas.openxmlformats.org/officeDocument/2006/relationships/customXml" Target="../ink/ink363.xml"/><Relationship Id="rId35" Type="http://schemas.openxmlformats.org/officeDocument/2006/relationships/image" Target="../media/image365.png"/><Relationship Id="rId56" Type="http://schemas.openxmlformats.org/officeDocument/2006/relationships/customXml" Target="../ink/ink376.xml"/><Relationship Id="rId77" Type="http://schemas.openxmlformats.org/officeDocument/2006/relationships/image" Target="../media/image386.png"/><Relationship Id="rId8" Type="http://schemas.openxmlformats.org/officeDocument/2006/relationships/customXml" Target="../ink/ink352.xml"/><Relationship Id="rId51" Type="http://schemas.openxmlformats.org/officeDocument/2006/relationships/image" Target="../media/image373.png"/><Relationship Id="rId72" Type="http://schemas.openxmlformats.org/officeDocument/2006/relationships/customXml" Target="../ink/ink384.xml"/><Relationship Id="rId93" Type="http://schemas.openxmlformats.org/officeDocument/2006/relationships/image" Target="../media/image394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09.xml"/><Relationship Id="rId21" Type="http://schemas.openxmlformats.org/officeDocument/2006/relationships/image" Target="../media/image406.png"/><Relationship Id="rId42" Type="http://schemas.openxmlformats.org/officeDocument/2006/relationships/customXml" Target="../ink/ink417.xml"/><Relationship Id="rId47" Type="http://schemas.openxmlformats.org/officeDocument/2006/relationships/image" Target="../media/image419.png"/><Relationship Id="rId63" Type="http://schemas.openxmlformats.org/officeDocument/2006/relationships/image" Target="../media/image427.png"/><Relationship Id="rId68" Type="http://schemas.openxmlformats.org/officeDocument/2006/relationships/customXml" Target="../ink/ink430.xml"/><Relationship Id="rId16" Type="http://schemas.openxmlformats.org/officeDocument/2006/relationships/customXml" Target="../ink/ink404.xml"/><Relationship Id="rId11" Type="http://schemas.openxmlformats.org/officeDocument/2006/relationships/image" Target="../media/image401.png"/><Relationship Id="rId24" Type="http://schemas.openxmlformats.org/officeDocument/2006/relationships/customXml" Target="../ink/ink408.xml"/><Relationship Id="rId32" Type="http://schemas.openxmlformats.org/officeDocument/2006/relationships/customXml" Target="../ink/ink412.xml"/><Relationship Id="rId37" Type="http://schemas.openxmlformats.org/officeDocument/2006/relationships/image" Target="../media/image414.png"/><Relationship Id="rId40" Type="http://schemas.openxmlformats.org/officeDocument/2006/relationships/customXml" Target="../ink/ink416.xml"/><Relationship Id="rId45" Type="http://schemas.openxmlformats.org/officeDocument/2006/relationships/image" Target="../media/image418.png"/><Relationship Id="rId53" Type="http://schemas.openxmlformats.org/officeDocument/2006/relationships/image" Target="../media/image422.png"/><Relationship Id="rId58" Type="http://schemas.openxmlformats.org/officeDocument/2006/relationships/customXml" Target="../ink/ink425.xml"/><Relationship Id="rId66" Type="http://schemas.openxmlformats.org/officeDocument/2006/relationships/customXml" Target="../ink/ink429.xml"/><Relationship Id="rId74" Type="http://schemas.openxmlformats.org/officeDocument/2006/relationships/customXml" Target="../ink/ink433.xml"/><Relationship Id="rId79" Type="http://schemas.openxmlformats.org/officeDocument/2006/relationships/image" Target="../media/image435.png"/><Relationship Id="rId5" Type="http://schemas.openxmlformats.org/officeDocument/2006/relationships/image" Target="../media/image398.png"/><Relationship Id="rId61" Type="http://schemas.openxmlformats.org/officeDocument/2006/relationships/image" Target="../media/image426.png"/><Relationship Id="rId19" Type="http://schemas.openxmlformats.org/officeDocument/2006/relationships/image" Target="../media/image405.png"/><Relationship Id="rId14" Type="http://schemas.openxmlformats.org/officeDocument/2006/relationships/customXml" Target="../ink/ink403.xml"/><Relationship Id="rId22" Type="http://schemas.openxmlformats.org/officeDocument/2006/relationships/customXml" Target="../ink/ink407.xml"/><Relationship Id="rId27" Type="http://schemas.openxmlformats.org/officeDocument/2006/relationships/image" Target="../media/image409.png"/><Relationship Id="rId30" Type="http://schemas.openxmlformats.org/officeDocument/2006/relationships/customXml" Target="../ink/ink411.xml"/><Relationship Id="rId35" Type="http://schemas.openxmlformats.org/officeDocument/2006/relationships/image" Target="../media/image413.png"/><Relationship Id="rId43" Type="http://schemas.openxmlformats.org/officeDocument/2006/relationships/image" Target="../media/image417.png"/><Relationship Id="rId48" Type="http://schemas.openxmlformats.org/officeDocument/2006/relationships/customXml" Target="../ink/ink420.xml"/><Relationship Id="rId56" Type="http://schemas.openxmlformats.org/officeDocument/2006/relationships/customXml" Target="../ink/ink424.xml"/><Relationship Id="rId64" Type="http://schemas.openxmlformats.org/officeDocument/2006/relationships/customXml" Target="../ink/ink428.xml"/><Relationship Id="rId69" Type="http://schemas.openxmlformats.org/officeDocument/2006/relationships/image" Target="../media/image430.png"/><Relationship Id="rId77" Type="http://schemas.openxmlformats.org/officeDocument/2006/relationships/image" Target="../media/image434.png"/><Relationship Id="rId8" Type="http://schemas.openxmlformats.org/officeDocument/2006/relationships/customXml" Target="../ink/ink400.xml"/><Relationship Id="rId51" Type="http://schemas.openxmlformats.org/officeDocument/2006/relationships/image" Target="../media/image421.png"/><Relationship Id="rId72" Type="http://schemas.openxmlformats.org/officeDocument/2006/relationships/customXml" Target="../ink/ink432.xml"/><Relationship Id="rId3" Type="http://schemas.openxmlformats.org/officeDocument/2006/relationships/image" Target="../media/image397.png"/><Relationship Id="rId12" Type="http://schemas.openxmlformats.org/officeDocument/2006/relationships/customXml" Target="../ink/ink402.xml"/><Relationship Id="rId17" Type="http://schemas.openxmlformats.org/officeDocument/2006/relationships/image" Target="../media/image404.png"/><Relationship Id="rId25" Type="http://schemas.openxmlformats.org/officeDocument/2006/relationships/image" Target="../media/image408.png"/><Relationship Id="rId33" Type="http://schemas.openxmlformats.org/officeDocument/2006/relationships/image" Target="../media/image412.png"/><Relationship Id="rId38" Type="http://schemas.openxmlformats.org/officeDocument/2006/relationships/customXml" Target="../ink/ink415.xml"/><Relationship Id="rId46" Type="http://schemas.openxmlformats.org/officeDocument/2006/relationships/customXml" Target="../ink/ink419.xml"/><Relationship Id="rId59" Type="http://schemas.openxmlformats.org/officeDocument/2006/relationships/image" Target="../media/image425.png"/><Relationship Id="rId67" Type="http://schemas.openxmlformats.org/officeDocument/2006/relationships/image" Target="../media/image429.png"/><Relationship Id="rId20" Type="http://schemas.openxmlformats.org/officeDocument/2006/relationships/customXml" Target="../ink/ink406.xml"/><Relationship Id="rId41" Type="http://schemas.openxmlformats.org/officeDocument/2006/relationships/image" Target="../media/image416.png"/><Relationship Id="rId54" Type="http://schemas.openxmlformats.org/officeDocument/2006/relationships/customXml" Target="../ink/ink423.xml"/><Relationship Id="rId62" Type="http://schemas.openxmlformats.org/officeDocument/2006/relationships/customXml" Target="../ink/ink427.xml"/><Relationship Id="rId70" Type="http://schemas.openxmlformats.org/officeDocument/2006/relationships/customXml" Target="../ink/ink431.xml"/><Relationship Id="rId75" Type="http://schemas.openxmlformats.org/officeDocument/2006/relationships/image" Target="../media/image43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9.xml"/><Relationship Id="rId15" Type="http://schemas.openxmlformats.org/officeDocument/2006/relationships/image" Target="../media/image403.png"/><Relationship Id="rId23" Type="http://schemas.openxmlformats.org/officeDocument/2006/relationships/image" Target="../media/image407.png"/><Relationship Id="rId28" Type="http://schemas.openxmlformats.org/officeDocument/2006/relationships/customXml" Target="../ink/ink410.xml"/><Relationship Id="rId36" Type="http://schemas.openxmlformats.org/officeDocument/2006/relationships/customXml" Target="../ink/ink414.xml"/><Relationship Id="rId49" Type="http://schemas.openxmlformats.org/officeDocument/2006/relationships/image" Target="../media/image420.png"/><Relationship Id="rId57" Type="http://schemas.openxmlformats.org/officeDocument/2006/relationships/image" Target="../media/image424.png"/><Relationship Id="rId10" Type="http://schemas.openxmlformats.org/officeDocument/2006/relationships/customXml" Target="../ink/ink401.xml"/><Relationship Id="rId31" Type="http://schemas.openxmlformats.org/officeDocument/2006/relationships/image" Target="../media/image411.png"/><Relationship Id="rId44" Type="http://schemas.openxmlformats.org/officeDocument/2006/relationships/customXml" Target="../ink/ink418.xml"/><Relationship Id="rId52" Type="http://schemas.openxmlformats.org/officeDocument/2006/relationships/customXml" Target="../ink/ink422.xml"/><Relationship Id="rId60" Type="http://schemas.openxmlformats.org/officeDocument/2006/relationships/customXml" Target="../ink/ink426.xml"/><Relationship Id="rId65" Type="http://schemas.openxmlformats.org/officeDocument/2006/relationships/image" Target="../media/image428.png"/><Relationship Id="rId73" Type="http://schemas.openxmlformats.org/officeDocument/2006/relationships/image" Target="../media/image432.png"/><Relationship Id="rId78" Type="http://schemas.openxmlformats.org/officeDocument/2006/relationships/customXml" Target="../ink/ink435.xml"/><Relationship Id="rId4" Type="http://schemas.openxmlformats.org/officeDocument/2006/relationships/customXml" Target="../ink/ink398.xml"/><Relationship Id="rId9" Type="http://schemas.openxmlformats.org/officeDocument/2006/relationships/image" Target="../media/image400.png"/><Relationship Id="rId13" Type="http://schemas.openxmlformats.org/officeDocument/2006/relationships/image" Target="../media/image402.png"/><Relationship Id="rId18" Type="http://schemas.openxmlformats.org/officeDocument/2006/relationships/customXml" Target="../ink/ink405.xml"/><Relationship Id="rId39" Type="http://schemas.openxmlformats.org/officeDocument/2006/relationships/image" Target="../media/image415.png"/><Relationship Id="rId34" Type="http://schemas.openxmlformats.org/officeDocument/2006/relationships/customXml" Target="../ink/ink413.xml"/><Relationship Id="rId50" Type="http://schemas.openxmlformats.org/officeDocument/2006/relationships/customXml" Target="../ink/ink421.xml"/><Relationship Id="rId55" Type="http://schemas.openxmlformats.org/officeDocument/2006/relationships/image" Target="../media/image423.png"/><Relationship Id="rId76" Type="http://schemas.openxmlformats.org/officeDocument/2006/relationships/customXml" Target="../ink/ink434.xml"/><Relationship Id="rId7" Type="http://schemas.openxmlformats.org/officeDocument/2006/relationships/image" Target="../media/image399.png"/><Relationship Id="rId71" Type="http://schemas.openxmlformats.org/officeDocument/2006/relationships/image" Target="../media/image431.png"/><Relationship Id="rId2" Type="http://schemas.openxmlformats.org/officeDocument/2006/relationships/customXml" Target="../ink/ink397.xml"/><Relationship Id="rId29" Type="http://schemas.openxmlformats.org/officeDocument/2006/relationships/image" Target="../media/image410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48.xml"/><Relationship Id="rId117" Type="http://schemas.openxmlformats.org/officeDocument/2006/relationships/image" Target="../media/image493.png"/><Relationship Id="rId21" Type="http://schemas.openxmlformats.org/officeDocument/2006/relationships/image" Target="../media/image445.png"/><Relationship Id="rId42" Type="http://schemas.openxmlformats.org/officeDocument/2006/relationships/customXml" Target="../ink/ink456.xml"/><Relationship Id="rId47" Type="http://schemas.openxmlformats.org/officeDocument/2006/relationships/image" Target="../media/image458.png"/><Relationship Id="rId63" Type="http://schemas.openxmlformats.org/officeDocument/2006/relationships/image" Target="../media/image466.png"/><Relationship Id="rId68" Type="http://schemas.openxmlformats.org/officeDocument/2006/relationships/customXml" Target="../ink/ink469.xml"/><Relationship Id="rId84" Type="http://schemas.openxmlformats.org/officeDocument/2006/relationships/customXml" Target="../ink/ink477.xml"/><Relationship Id="rId89" Type="http://schemas.openxmlformats.org/officeDocument/2006/relationships/image" Target="../media/image479.png"/><Relationship Id="rId112" Type="http://schemas.openxmlformats.org/officeDocument/2006/relationships/customXml" Target="../ink/ink491.xml"/><Relationship Id="rId16" Type="http://schemas.openxmlformats.org/officeDocument/2006/relationships/customXml" Target="../ink/ink443.xml"/><Relationship Id="rId107" Type="http://schemas.openxmlformats.org/officeDocument/2006/relationships/image" Target="../media/image488.png"/><Relationship Id="rId11" Type="http://schemas.openxmlformats.org/officeDocument/2006/relationships/image" Target="../media/image440.png"/><Relationship Id="rId32" Type="http://schemas.openxmlformats.org/officeDocument/2006/relationships/customXml" Target="../ink/ink451.xml"/><Relationship Id="rId37" Type="http://schemas.openxmlformats.org/officeDocument/2006/relationships/image" Target="../media/image453.png"/><Relationship Id="rId53" Type="http://schemas.openxmlformats.org/officeDocument/2006/relationships/image" Target="../media/image461.png"/><Relationship Id="rId58" Type="http://schemas.openxmlformats.org/officeDocument/2006/relationships/customXml" Target="../ink/ink464.xml"/><Relationship Id="rId74" Type="http://schemas.openxmlformats.org/officeDocument/2006/relationships/customXml" Target="../ink/ink472.xml"/><Relationship Id="rId79" Type="http://schemas.openxmlformats.org/officeDocument/2006/relationships/image" Target="../media/image474.png"/><Relationship Id="rId102" Type="http://schemas.openxmlformats.org/officeDocument/2006/relationships/customXml" Target="../ink/ink486.xml"/><Relationship Id="rId123" Type="http://schemas.openxmlformats.org/officeDocument/2006/relationships/image" Target="../media/image496.png"/><Relationship Id="rId5" Type="http://schemas.openxmlformats.org/officeDocument/2006/relationships/image" Target="../media/image437.png"/><Relationship Id="rId90" Type="http://schemas.openxmlformats.org/officeDocument/2006/relationships/customXml" Target="../ink/ink480.xml"/><Relationship Id="rId95" Type="http://schemas.openxmlformats.org/officeDocument/2006/relationships/image" Target="../media/image482.png"/><Relationship Id="rId22" Type="http://schemas.openxmlformats.org/officeDocument/2006/relationships/customXml" Target="../ink/ink446.xml"/><Relationship Id="rId27" Type="http://schemas.openxmlformats.org/officeDocument/2006/relationships/image" Target="../media/image448.png"/><Relationship Id="rId43" Type="http://schemas.openxmlformats.org/officeDocument/2006/relationships/image" Target="../media/image456.png"/><Relationship Id="rId48" Type="http://schemas.openxmlformats.org/officeDocument/2006/relationships/customXml" Target="../ink/ink459.xml"/><Relationship Id="rId64" Type="http://schemas.openxmlformats.org/officeDocument/2006/relationships/customXml" Target="../ink/ink467.xml"/><Relationship Id="rId69" Type="http://schemas.openxmlformats.org/officeDocument/2006/relationships/image" Target="../media/image469.png"/><Relationship Id="rId113" Type="http://schemas.openxmlformats.org/officeDocument/2006/relationships/image" Target="../media/image491.png"/><Relationship Id="rId118" Type="http://schemas.openxmlformats.org/officeDocument/2006/relationships/customXml" Target="../ink/ink494.xml"/><Relationship Id="rId80" Type="http://schemas.openxmlformats.org/officeDocument/2006/relationships/customXml" Target="../ink/ink475.xml"/><Relationship Id="rId85" Type="http://schemas.openxmlformats.org/officeDocument/2006/relationships/image" Target="../media/image477.png"/><Relationship Id="rId12" Type="http://schemas.openxmlformats.org/officeDocument/2006/relationships/customXml" Target="../ink/ink441.xml"/><Relationship Id="rId17" Type="http://schemas.openxmlformats.org/officeDocument/2006/relationships/image" Target="../media/image443.png"/><Relationship Id="rId33" Type="http://schemas.openxmlformats.org/officeDocument/2006/relationships/image" Target="../media/image451.png"/><Relationship Id="rId38" Type="http://schemas.openxmlformats.org/officeDocument/2006/relationships/customXml" Target="../ink/ink454.xml"/><Relationship Id="rId59" Type="http://schemas.openxmlformats.org/officeDocument/2006/relationships/image" Target="../media/image464.png"/><Relationship Id="rId103" Type="http://schemas.openxmlformats.org/officeDocument/2006/relationships/image" Target="../media/image486.png"/><Relationship Id="rId108" Type="http://schemas.openxmlformats.org/officeDocument/2006/relationships/customXml" Target="../ink/ink489.xml"/><Relationship Id="rId124" Type="http://schemas.openxmlformats.org/officeDocument/2006/relationships/customXml" Target="../ink/ink497.xml"/><Relationship Id="rId54" Type="http://schemas.openxmlformats.org/officeDocument/2006/relationships/customXml" Target="../ink/ink462.xml"/><Relationship Id="rId70" Type="http://schemas.openxmlformats.org/officeDocument/2006/relationships/customXml" Target="../ink/ink470.xml"/><Relationship Id="rId75" Type="http://schemas.openxmlformats.org/officeDocument/2006/relationships/image" Target="../media/image472.png"/><Relationship Id="rId91" Type="http://schemas.openxmlformats.org/officeDocument/2006/relationships/image" Target="../media/image480.png"/><Relationship Id="rId96" Type="http://schemas.openxmlformats.org/officeDocument/2006/relationships/customXml" Target="../ink/ink4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8.xml"/><Relationship Id="rId23" Type="http://schemas.openxmlformats.org/officeDocument/2006/relationships/image" Target="../media/image446.png"/><Relationship Id="rId28" Type="http://schemas.openxmlformats.org/officeDocument/2006/relationships/customXml" Target="../ink/ink449.xml"/><Relationship Id="rId49" Type="http://schemas.openxmlformats.org/officeDocument/2006/relationships/image" Target="../media/image459.png"/><Relationship Id="rId114" Type="http://schemas.openxmlformats.org/officeDocument/2006/relationships/customXml" Target="../ink/ink492.xml"/><Relationship Id="rId119" Type="http://schemas.openxmlformats.org/officeDocument/2006/relationships/image" Target="../media/image494.png"/><Relationship Id="rId44" Type="http://schemas.openxmlformats.org/officeDocument/2006/relationships/customXml" Target="../ink/ink457.xml"/><Relationship Id="rId60" Type="http://schemas.openxmlformats.org/officeDocument/2006/relationships/customXml" Target="../ink/ink465.xml"/><Relationship Id="rId65" Type="http://schemas.openxmlformats.org/officeDocument/2006/relationships/image" Target="../media/image467.png"/><Relationship Id="rId81" Type="http://schemas.openxmlformats.org/officeDocument/2006/relationships/image" Target="../media/image475.png"/><Relationship Id="rId86" Type="http://schemas.openxmlformats.org/officeDocument/2006/relationships/customXml" Target="../ink/ink478.xml"/><Relationship Id="rId13" Type="http://schemas.openxmlformats.org/officeDocument/2006/relationships/image" Target="../media/image441.png"/><Relationship Id="rId18" Type="http://schemas.openxmlformats.org/officeDocument/2006/relationships/customXml" Target="../ink/ink444.xml"/><Relationship Id="rId39" Type="http://schemas.openxmlformats.org/officeDocument/2006/relationships/image" Target="../media/image454.png"/><Relationship Id="rId109" Type="http://schemas.openxmlformats.org/officeDocument/2006/relationships/image" Target="../media/image489.png"/><Relationship Id="rId34" Type="http://schemas.openxmlformats.org/officeDocument/2006/relationships/customXml" Target="../ink/ink452.xml"/><Relationship Id="rId50" Type="http://schemas.openxmlformats.org/officeDocument/2006/relationships/customXml" Target="../ink/ink460.xml"/><Relationship Id="rId55" Type="http://schemas.openxmlformats.org/officeDocument/2006/relationships/image" Target="../media/image462.png"/><Relationship Id="rId76" Type="http://schemas.openxmlformats.org/officeDocument/2006/relationships/customXml" Target="../ink/ink473.xml"/><Relationship Id="rId97" Type="http://schemas.openxmlformats.org/officeDocument/2006/relationships/image" Target="../media/image483.png"/><Relationship Id="rId104" Type="http://schemas.openxmlformats.org/officeDocument/2006/relationships/customXml" Target="../ink/ink487.xml"/><Relationship Id="rId120" Type="http://schemas.openxmlformats.org/officeDocument/2006/relationships/customXml" Target="../ink/ink495.xml"/><Relationship Id="rId125" Type="http://schemas.openxmlformats.org/officeDocument/2006/relationships/image" Target="../media/image497.png"/><Relationship Id="rId7" Type="http://schemas.openxmlformats.org/officeDocument/2006/relationships/image" Target="../media/image438.png"/><Relationship Id="rId71" Type="http://schemas.openxmlformats.org/officeDocument/2006/relationships/image" Target="../media/image470.png"/><Relationship Id="rId92" Type="http://schemas.openxmlformats.org/officeDocument/2006/relationships/customXml" Target="../ink/ink481.xml"/><Relationship Id="rId2" Type="http://schemas.openxmlformats.org/officeDocument/2006/relationships/customXml" Target="../ink/ink436.xml"/><Relationship Id="rId29" Type="http://schemas.openxmlformats.org/officeDocument/2006/relationships/image" Target="../media/image449.png"/><Relationship Id="rId24" Type="http://schemas.openxmlformats.org/officeDocument/2006/relationships/customXml" Target="../ink/ink447.xml"/><Relationship Id="rId40" Type="http://schemas.openxmlformats.org/officeDocument/2006/relationships/customXml" Target="../ink/ink455.xml"/><Relationship Id="rId45" Type="http://schemas.openxmlformats.org/officeDocument/2006/relationships/image" Target="../media/image457.png"/><Relationship Id="rId66" Type="http://schemas.openxmlformats.org/officeDocument/2006/relationships/customXml" Target="../ink/ink468.xml"/><Relationship Id="rId87" Type="http://schemas.openxmlformats.org/officeDocument/2006/relationships/image" Target="../media/image478.png"/><Relationship Id="rId110" Type="http://schemas.openxmlformats.org/officeDocument/2006/relationships/customXml" Target="../ink/ink490.xml"/><Relationship Id="rId115" Type="http://schemas.openxmlformats.org/officeDocument/2006/relationships/image" Target="../media/image492.png"/><Relationship Id="rId61" Type="http://schemas.openxmlformats.org/officeDocument/2006/relationships/image" Target="../media/image465.png"/><Relationship Id="rId82" Type="http://schemas.openxmlformats.org/officeDocument/2006/relationships/customXml" Target="../ink/ink476.xml"/><Relationship Id="rId19" Type="http://schemas.openxmlformats.org/officeDocument/2006/relationships/image" Target="../media/image444.png"/><Relationship Id="rId14" Type="http://schemas.openxmlformats.org/officeDocument/2006/relationships/customXml" Target="../ink/ink442.xml"/><Relationship Id="rId30" Type="http://schemas.openxmlformats.org/officeDocument/2006/relationships/customXml" Target="../ink/ink450.xml"/><Relationship Id="rId35" Type="http://schemas.openxmlformats.org/officeDocument/2006/relationships/image" Target="../media/image452.png"/><Relationship Id="rId56" Type="http://schemas.openxmlformats.org/officeDocument/2006/relationships/customXml" Target="../ink/ink463.xml"/><Relationship Id="rId77" Type="http://schemas.openxmlformats.org/officeDocument/2006/relationships/image" Target="../media/image473.png"/><Relationship Id="rId100" Type="http://schemas.openxmlformats.org/officeDocument/2006/relationships/customXml" Target="../ink/ink485.xml"/><Relationship Id="rId105" Type="http://schemas.openxmlformats.org/officeDocument/2006/relationships/image" Target="../media/image487.png"/><Relationship Id="rId8" Type="http://schemas.openxmlformats.org/officeDocument/2006/relationships/customXml" Target="../ink/ink439.xml"/><Relationship Id="rId51" Type="http://schemas.openxmlformats.org/officeDocument/2006/relationships/image" Target="../media/image460.png"/><Relationship Id="rId72" Type="http://schemas.openxmlformats.org/officeDocument/2006/relationships/customXml" Target="../ink/ink471.xml"/><Relationship Id="rId93" Type="http://schemas.openxmlformats.org/officeDocument/2006/relationships/image" Target="../media/image481.png"/><Relationship Id="rId98" Type="http://schemas.openxmlformats.org/officeDocument/2006/relationships/customXml" Target="../ink/ink484.xml"/><Relationship Id="rId121" Type="http://schemas.openxmlformats.org/officeDocument/2006/relationships/image" Target="../media/image495.png"/><Relationship Id="rId3" Type="http://schemas.openxmlformats.org/officeDocument/2006/relationships/image" Target="../media/image436.png"/><Relationship Id="rId25" Type="http://schemas.openxmlformats.org/officeDocument/2006/relationships/image" Target="../media/image447.png"/><Relationship Id="rId46" Type="http://schemas.openxmlformats.org/officeDocument/2006/relationships/customXml" Target="../ink/ink458.xml"/><Relationship Id="rId67" Type="http://schemas.openxmlformats.org/officeDocument/2006/relationships/image" Target="../media/image468.png"/><Relationship Id="rId116" Type="http://schemas.openxmlformats.org/officeDocument/2006/relationships/customXml" Target="../ink/ink493.xml"/><Relationship Id="rId20" Type="http://schemas.openxmlformats.org/officeDocument/2006/relationships/customXml" Target="../ink/ink445.xml"/><Relationship Id="rId41" Type="http://schemas.openxmlformats.org/officeDocument/2006/relationships/image" Target="../media/image455.png"/><Relationship Id="rId62" Type="http://schemas.openxmlformats.org/officeDocument/2006/relationships/customXml" Target="../ink/ink466.xml"/><Relationship Id="rId83" Type="http://schemas.openxmlformats.org/officeDocument/2006/relationships/image" Target="../media/image476.png"/><Relationship Id="rId88" Type="http://schemas.openxmlformats.org/officeDocument/2006/relationships/customXml" Target="../ink/ink479.xml"/><Relationship Id="rId111" Type="http://schemas.openxmlformats.org/officeDocument/2006/relationships/image" Target="../media/image490.png"/><Relationship Id="rId15" Type="http://schemas.openxmlformats.org/officeDocument/2006/relationships/image" Target="../media/image442.png"/><Relationship Id="rId36" Type="http://schemas.openxmlformats.org/officeDocument/2006/relationships/customXml" Target="../ink/ink453.xml"/><Relationship Id="rId57" Type="http://schemas.openxmlformats.org/officeDocument/2006/relationships/image" Target="../media/image463.png"/><Relationship Id="rId106" Type="http://schemas.openxmlformats.org/officeDocument/2006/relationships/customXml" Target="../ink/ink488.xml"/><Relationship Id="rId10" Type="http://schemas.openxmlformats.org/officeDocument/2006/relationships/customXml" Target="../ink/ink440.xml"/><Relationship Id="rId31" Type="http://schemas.openxmlformats.org/officeDocument/2006/relationships/image" Target="../media/image450.png"/><Relationship Id="rId52" Type="http://schemas.openxmlformats.org/officeDocument/2006/relationships/customXml" Target="../ink/ink461.xml"/><Relationship Id="rId73" Type="http://schemas.openxmlformats.org/officeDocument/2006/relationships/image" Target="../media/image471.png"/><Relationship Id="rId78" Type="http://schemas.openxmlformats.org/officeDocument/2006/relationships/customXml" Target="../ink/ink474.xml"/><Relationship Id="rId94" Type="http://schemas.openxmlformats.org/officeDocument/2006/relationships/customXml" Target="../ink/ink482.xml"/><Relationship Id="rId99" Type="http://schemas.openxmlformats.org/officeDocument/2006/relationships/image" Target="../media/image484.png"/><Relationship Id="rId101" Type="http://schemas.openxmlformats.org/officeDocument/2006/relationships/image" Target="../media/image485.png"/><Relationship Id="rId122" Type="http://schemas.openxmlformats.org/officeDocument/2006/relationships/customXml" Target="../ink/ink496.xml"/><Relationship Id="rId4" Type="http://schemas.openxmlformats.org/officeDocument/2006/relationships/customXml" Target="../ink/ink437.xml"/><Relationship Id="rId9" Type="http://schemas.openxmlformats.org/officeDocument/2006/relationships/image" Target="../media/image439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3.png"/><Relationship Id="rId18" Type="http://schemas.openxmlformats.org/officeDocument/2006/relationships/customXml" Target="../ink/ink506.xml"/><Relationship Id="rId26" Type="http://schemas.openxmlformats.org/officeDocument/2006/relationships/customXml" Target="../ink/ink510.xml"/><Relationship Id="rId39" Type="http://schemas.openxmlformats.org/officeDocument/2006/relationships/image" Target="../media/image516.png"/><Relationship Id="rId21" Type="http://schemas.openxmlformats.org/officeDocument/2006/relationships/image" Target="../media/image507.png"/><Relationship Id="rId34" Type="http://schemas.openxmlformats.org/officeDocument/2006/relationships/customXml" Target="../ink/ink514.xml"/><Relationship Id="rId42" Type="http://schemas.openxmlformats.org/officeDocument/2006/relationships/customXml" Target="../ink/ink518.xml"/><Relationship Id="rId47" Type="http://schemas.openxmlformats.org/officeDocument/2006/relationships/image" Target="../media/image520.png"/><Relationship Id="rId50" Type="http://schemas.openxmlformats.org/officeDocument/2006/relationships/customXml" Target="../ink/ink522.xml"/><Relationship Id="rId55" Type="http://schemas.openxmlformats.org/officeDocument/2006/relationships/image" Target="../media/image524.png"/><Relationship Id="rId7" Type="http://schemas.openxmlformats.org/officeDocument/2006/relationships/image" Target="../media/image500.png"/><Relationship Id="rId2" Type="http://schemas.openxmlformats.org/officeDocument/2006/relationships/customXml" Target="../ink/ink498.xml"/><Relationship Id="rId16" Type="http://schemas.openxmlformats.org/officeDocument/2006/relationships/customXml" Target="../ink/ink505.xml"/><Relationship Id="rId29" Type="http://schemas.openxmlformats.org/officeDocument/2006/relationships/image" Target="../media/image511.png"/><Relationship Id="rId11" Type="http://schemas.openxmlformats.org/officeDocument/2006/relationships/image" Target="../media/image502.png"/><Relationship Id="rId24" Type="http://schemas.openxmlformats.org/officeDocument/2006/relationships/customXml" Target="../ink/ink509.xml"/><Relationship Id="rId32" Type="http://schemas.openxmlformats.org/officeDocument/2006/relationships/customXml" Target="../ink/ink513.xml"/><Relationship Id="rId37" Type="http://schemas.openxmlformats.org/officeDocument/2006/relationships/image" Target="../media/image515.png"/><Relationship Id="rId40" Type="http://schemas.openxmlformats.org/officeDocument/2006/relationships/customXml" Target="../ink/ink517.xml"/><Relationship Id="rId45" Type="http://schemas.openxmlformats.org/officeDocument/2006/relationships/image" Target="../media/image519.png"/><Relationship Id="rId53" Type="http://schemas.openxmlformats.org/officeDocument/2006/relationships/image" Target="../media/image523.png"/><Relationship Id="rId58" Type="http://schemas.openxmlformats.org/officeDocument/2006/relationships/customXml" Target="../ink/ink526.xml"/><Relationship Id="rId5" Type="http://schemas.openxmlformats.org/officeDocument/2006/relationships/image" Target="../media/image499.png"/><Relationship Id="rId61" Type="http://schemas.openxmlformats.org/officeDocument/2006/relationships/image" Target="../media/image527.png"/><Relationship Id="rId19" Type="http://schemas.openxmlformats.org/officeDocument/2006/relationships/image" Target="../media/image506.png"/><Relationship Id="rId14" Type="http://schemas.openxmlformats.org/officeDocument/2006/relationships/customXml" Target="../ink/ink504.xml"/><Relationship Id="rId22" Type="http://schemas.openxmlformats.org/officeDocument/2006/relationships/customXml" Target="../ink/ink508.xml"/><Relationship Id="rId27" Type="http://schemas.openxmlformats.org/officeDocument/2006/relationships/image" Target="../media/image510.png"/><Relationship Id="rId30" Type="http://schemas.openxmlformats.org/officeDocument/2006/relationships/customXml" Target="../ink/ink512.xml"/><Relationship Id="rId35" Type="http://schemas.openxmlformats.org/officeDocument/2006/relationships/image" Target="../media/image514.png"/><Relationship Id="rId43" Type="http://schemas.openxmlformats.org/officeDocument/2006/relationships/image" Target="../media/image518.png"/><Relationship Id="rId48" Type="http://schemas.openxmlformats.org/officeDocument/2006/relationships/customXml" Target="../ink/ink521.xml"/><Relationship Id="rId56" Type="http://schemas.openxmlformats.org/officeDocument/2006/relationships/customXml" Target="../ink/ink525.xml"/><Relationship Id="rId8" Type="http://schemas.openxmlformats.org/officeDocument/2006/relationships/customXml" Target="../ink/ink501.xml"/><Relationship Id="rId51" Type="http://schemas.openxmlformats.org/officeDocument/2006/relationships/image" Target="../media/image522.png"/><Relationship Id="rId3" Type="http://schemas.openxmlformats.org/officeDocument/2006/relationships/image" Target="../media/image498.png"/><Relationship Id="rId12" Type="http://schemas.openxmlformats.org/officeDocument/2006/relationships/customXml" Target="../ink/ink503.xml"/><Relationship Id="rId17" Type="http://schemas.openxmlformats.org/officeDocument/2006/relationships/image" Target="../media/image505.png"/><Relationship Id="rId25" Type="http://schemas.openxmlformats.org/officeDocument/2006/relationships/image" Target="../media/image509.png"/><Relationship Id="rId33" Type="http://schemas.openxmlformats.org/officeDocument/2006/relationships/image" Target="../media/image513.png"/><Relationship Id="rId38" Type="http://schemas.openxmlformats.org/officeDocument/2006/relationships/customXml" Target="../ink/ink516.xml"/><Relationship Id="rId46" Type="http://schemas.openxmlformats.org/officeDocument/2006/relationships/customXml" Target="../ink/ink520.xml"/><Relationship Id="rId59" Type="http://schemas.openxmlformats.org/officeDocument/2006/relationships/image" Target="../media/image526.png"/><Relationship Id="rId20" Type="http://schemas.openxmlformats.org/officeDocument/2006/relationships/customXml" Target="../ink/ink507.xml"/><Relationship Id="rId41" Type="http://schemas.openxmlformats.org/officeDocument/2006/relationships/image" Target="../media/image517.png"/><Relationship Id="rId54" Type="http://schemas.openxmlformats.org/officeDocument/2006/relationships/customXml" Target="../ink/ink5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0.xml"/><Relationship Id="rId15" Type="http://schemas.openxmlformats.org/officeDocument/2006/relationships/image" Target="../media/image504.png"/><Relationship Id="rId23" Type="http://schemas.openxmlformats.org/officeDocument/2006/relationships/image" Target="../media/image508.png"/><Relationship Id="rId28" Type="http://schemas.openxmlformats.org/officeDocument/2006/relationships/customXml" Target="../ink/ink511.xml"/><Relationship Id="rId36" Type="http://schemas.openxmlformats.org/officeDocument/2006/relationships/customXml" Target="../ink/ink515.xml"/><Relationship Id="rId49" Type="http://schemas.openxmlformats.org/officeDocument/2006/relationships/image" Target="../media/image521.png"/><Relationship Id="rId57" Type="http://schemas.openxmlformats.org/officeDocument/2006/relationships/image" Target="../media/image525.png"/><Relationship Id="rId10" Type="http://schemas.openxmlformats.org/officeDocument/2006/relationships/customXml" Target="../ink/ink502.xml"/><Relationship Id="rId31" Type="http://schemas.openxmlformats.org/officeDocument/2006/relationships/image" Target="../media/image512.png"/><Relationship Id="rId44" Type="http://schemas.openxmlformats.org/officeDocument/2006/relationships/customXml" Target="../ink/ink519.xml"/><Relationship Id="rId52" Type="http://schemas.openxmlformats.org/officeDocument/2006/relationships/customXml" Target="../ink/ink523.xml"/><Relationship Id="rId60" Type="http://schemas.openxmlformats.org/officeDocument/2006/relationships/customXml" Target="../ink/ink527.xml"/><Relationship Id="rId4" Type="http://schemas.openxmlformats.org/officeDocument/2006/relationships/customXml" Target="../ink/ink499.xml"/><Relationship Id="rId9" Type="http://schemas.openxmlformats.org/officeDocument/2006/relationships/image" Target="../media/image501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40.xml"/><Relationship Id="rId21" Type="http://schemas.openxmlformats.org/officeDocument/2006/relationships/image" Target="../media/image537.png"/><Relationship Id="rId42" Type="http://schemas.openxmlformats.org/officeDocument/2006/relationships/customXml" Target="../ink/ink548.xml"/><Relationship Id="rId47" Type="http://schemas.openxmlformats.org/officeDocument/2006/relationships/image" Target="../media/image550.png"/><Relationship Id="rId63" Type="http://schemas.openxmlformats.org/officeDocument/2006/relationships/image" Target="../media/image558.png"/><Relationship Id="rId68" Type="http://schemas.openxmlformats.org/officeDocument/2006/relationships/customXml" Target="../ink/ink561.xml"/><Relationship Id="rId84" Type="http://schemas.openxmlformats.org/officeDocument/2006/relationships/customXml" Target="../ink/ink569.xml"/><Relationship Id="rId16" Type="http://schemas.openxmlformats.org/officeDocument/2006/relationships/customXml" Target="../ink/ink535.xml"/><Relationship Id="rId11" Type="http://schemas.openxmlformats.org/officeDocument/2006/relationships/image" Target="../media/image532.png"/><Relationship Id="rId32" Type="http://schemas.openxmlformats.org/officeDocument/2006/relationships/customXml" Target="../ink/ink543.xml"/><Relationship Id="rId37" Type="http://schemas.openxmlformats.org/officeDocument/2006/relationships/image" Target="../media/image545.png"/><Relationship Id="rId53" Type="http://schemas.openxmlformats.org/officeDocument/2006/relationships/image" Target="../media/image553.png"/><Relationship Id="rId58" Type="http://schemas.openxmlformats.org/officeDocument/2006/relationships/customXml" Target="../ink/ink556.xml"/><Relationship Id="rId74" Type="http://schemas.openxmlformats.org/officeDocument/2006/relationships/customXml" Target="../ink/ink564.xml"/><Relationship Id="rId79" Type="http://schemas.openxmlformats.org/officeDocument/2006/relationships/image" Target="../media/image566.png"/><Relationship Id="rId5" Type="http://schemas.openxmlformats.org/officeDocument/2006/relationships/image" Target="../media/image529.png"/><Relationship Id="rId19" Type="http://schemas.openxmlformats.org/officeDocument/2006/relationships/image" Target="../media/image536.png"/><Relationship Id="rId14" Type="http://schemas.openxmlformats.org/officeDocument/2006/relationships/customXml" Target="../ink/ink534.xml"/><Relationship Id="rId22" Type="http://schemas.openxmlformats.org/officeDocument/2006/relationships/customXml" Target="../ink/ink538.xml"/><Relationship Id="rId27" Type="http://schemas.openxmlformats.org/officeDocument/2006/relationships/image" Target="../media/image540.png"/><Relationship Id="rId30" Type="http://schemas.openxmlformats.org/officeDocument/2006/relationships/customXml" Target="../ink/ink542.xml"/><Relationship Id="rId35" Type="http://schemas.openxmlformats.org/officeDocument/2006/relationships/image" Target="../media/image544.png"/><Relationship Id="rId43" Type="http://schemas.openxmlformats.org/officeDocument/2006/relationships/image" Target="../media/image548.png"/><Relationship Id="rId48" Type="http://schemas.openxmlformats.org/officeDocument/2006/relationships/customXml" Target="../ink/ink551.xml"/><Relationship Id="rId56" Type="http://schemas.openxmlformats.org/officeDocument/2006/relationships/customXml" Target="../ink/ink555.xml"/><Relationship Id="rId64" Type="http://schemas.openxmlformats.org/officeDocument/2006/relationships/customXml" Target="../ink/ink559.xml"/><Relationship Id="rId69" Type="http://schemas.openxmlformats.org/officeDocument/2006/relationships/image" Target="../media/image561.png"/><Relationship Id="rId77" Type="http://schemas.openxmlformats.org/officeDocument/2006/relationships/image" Target="../media/image565.png"/><Relationship Id="rId8" Type="http://schemas.openxmlformats.org/officeDocument/2006/relationships/customXml" Target="../ink/ink531.xml"/><Relationship Id="rId51" Type="http://schemas.openxmlformats.org/officeDocument/2006/relationships/image" Target="../media/image552.png"/><Relationship Id="rId72" Type="http://schemas.openxmlformats.org/officeDocument/2006/relationships/customXml" Target="../ink/ink563.xml"/><Relationship Id="rId80" Type="http://schemas.openxmlformats.org/officeDocument/2006/relationships/customXml" Target="../ink/ink567.xml"/><Relationship Id="rId85" Type="http://schemas.openxmlformats.org/officeDocument/2006/relationships/image" Target="../media/image569.png"/><Relationship Id="rId3" Type="http://schemas.openxmlformats.org/officeDocument/2006/relationships/image" Target="../media/image528.png"/><Relationship Id="rId12" Type="http://schemas.openxmlformats.org/officeDocument/2006/relationships/customXml" Target="../ink/ink533.xml"/><Relationship Id="rId17" Type="http://schemas.openxmlformats.org/officeDocument/2006/relationships/image" Target="../media/image535.png"/><Relationship Id="rId25" Type="http://schemas.openxmlformats.org/officeDocument/2006/relationships/image" Target="../media/image539.png"/><Relationship Id="rId33" Type="http://schemas.openxmlformats.org/officeDocument/2006/relationships/image" Target="../media/image543.png"/><Relationship Id="rId38" Type="http://schemas.openxmlformats.org/officeDocument/2006/relationships/customXml" Target="../ink/ink546.xml"/><Relationship Id="rId46" Type="http://schemas.openxmlformats.org/officeDocument/2006/relationships/customXml" Target="../ink/ink550.xml"/><Relationship Id="rId59" Type="http://schemas.openxmlformats.org/officeDocument/2006/relationships/image" Target="../media/image556.png"/><Relationship Id="rId67" Type="http://schemas.openxmlformats.org/officeDocument/2006/relationships/image" Target="../media/image560.png"/><Relationship Id="rId20" Type="http://schemas.openxmlformats.org/officeDocument/2006/relationships/customXml" Target="../ink/ink537.xml"/><Relationship Id="rId41" Type="http://schemas.openxmlformats.org/officeDocument/2006/relationships/image" Target="../media/image547.png"/><Relationship Id="rId54" Type="http://schemas.openxmlformats.org/officeDocument/2006/relationships/customXml" Target="../ink/ink554.xml"/><Relationship Id="rId62" Type="http://schemas.openxmlformats.org/officeDocument/2006/relationships/customXml" Target="../ink/ink558.xml"/><Relationship Id="rId70" Type="http://schemas.openxmlformats.org/officeDocument/2006/relationships/customXml" Target="../ink/ink562.xml"/><Relationship Id="rId75" Type="http://schemas.openxmlformats.org/officeDocument/2006/relationships/image" Target="../media/image564.png"/><Relationship Id="rId83" Type="http://schemas.openxmlformats.org/officeDocument/2006/relationships/image" Target="../media/image56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0.xml"/><Relationship Id="rId15" Type="http://schemas.openxmlformats.org/officeDocument/2006/relationships/image" Target="../media/image534.png"/><Relationship Id="rId23" Type="http://schemas.openxmlformats.org/officeDocument/2006/relationships/image" Target="../media/image538.png"/><Relationship Id="rId28" Type="http://schemas.openxmlformats.org/officeDocument/2006/relationships/customXml" Target="../ink/ink541.xml"/><Relationship Id="rId36" Type="http://schemas.openxmlformats.org/officeDocument/2006/relationships/customXml" Target="../ink/ink545.xml"/><Relationship Id="rId49" Type="http://schemas.openxmlformats.org/officeDocument/2006/relationships/image" Target="../media/image551.png"/><Relationship Id="rId57" Type="http://schemas.openxmlformats.org/officeDocument/2006/relationships/image" Target="../media/image555.png"/><Relationship Id="rId10" Type="http://schemas.openxmlformats.org/officeDocument/2006/relationships/customXml" Target="../ink/ink532.xml"/><Relationship Id="rId31" Type="http://schemas.openxmlformats.org/officeDocument/2006/relationships/image" Target="../media/image542.png"/><Relationship Id="rId44" Type="http://schemas.openxmlformats.org/officeDocument/2006/relationships/customXml" Target="../ink/ink549.xml"/><Relationship Id="rId52" Type="http://schemas.openxmlformats.org/officeDocument/2006/relationships/customXml" Target="../ink/ink553.xml"/><Relationship Id="rId60" Type="http://schemas.openxmlformats.org/officeDocument/2006/relationships/customXml" Target="../ink/ink557.xml"/><Relationship Id="rId65" Type="http://schemas.openxmlformats.org/officeDocument/2006/relationships/image" Target="../media/image559.png"/><Relationship Id="rId73" Type="http://schemas.openxmlformats.org/officeDocument/2006/relationships/image" Target="../media/image563.png"/><Relationship Id="rId78" Type="http://schemas.openxmlformats.org/officeDocument/2006/relationships/customXml" Target="../ink/ink566.xml"/><Relationship Id="rId81" Type="http://schemas.openxmlformats.org/officeDocument/2006/relationships/image" Target="../media/image567.png"/><Relationship Id="rId4" Type="http://schemas.openxmlformats.org/officeDocument/2006/relationships/customXml" Target="../ink/ink529.xml"/><Relationship Id="rId9" Type="http://schemas.openxmlformats.org/officeDocument/2006/relationships/image" Target="../media/image531.png"/><Relationship Id="rId13" Type="http://schemas.openxmlformats.org/officeDocument/2006/relationships/image" Target="../media/image533.png"/><Relationship Id="rId18" Type="http://schemas.openxmlformats.org/officeDocument/2006/relationships/customXml" Target="../ink/ink536.xml"/><Relationship Id="rId39" Type="http://schemas.openxmlformats.org/officeDocument/2006/relationships/image" Target="../media/image546.png"/><Relationship Id="rId34" Type="http://schemas.openxmlformats.org/officeDocument/2006/relationships/customXml" Target="../ink/ink544.xml"/><Relationship Id="rId50" Type="http://schemas.openxmlformats.org/officeDocument/2006/relationships/customXml" Target="../ink/ink552.xml"/><Relationship Id="rId55" Type="http://schemas.openxmlformats.org/officeDocument/2006/relationships/image" Target="../media/image554.png"/><Relationship Id="rId76" Type="http://schemas.openxmlformats.org/officeDocument/2006/relationships/customXml" Target="../ink/ink565.xml"/><Relationship Id="rId7" Type="http://schemas.openxmlformats.org/officeDocument/2006/relationships/image" Target="../media/image530.png"/><Relationship Id="rId71" Type="http://schemas.openxmlformats.org/officeDocument/2006/relationships/image" Target="../media/image562.png"/><Relationship Id="rId2" Type="http://schemas.openxmlformats.org/officeDocument/2006/relationships/customXml" Target="../ink/ink528.xml"/><Relationship Id="rId29" Type="http://schemas.openxmlformats.org/officeDocument/2006/relationships/image" Target="../media/image541.png"/><Relationship Id="rId24" Type="http://schemas.openxmlformats.org/officeDocument/2006/relationships/customXml" Target="../ink/ink539.xml"/><Relationship Id="rId40" Type="http://schemas.openxmlformats.org/officeDocument/2006/relationships/customXml" Target="../ink/ink547.xml"/><Relationship Id="rId45" Type="http://schemas.openxmlformats.org/officeDocument/2006/relationships/image" Target="../media/image549.png"/><Relationship Id="rId66" Type="http://schemas.openxmlformats.org/officeDocument/2006/relationships/customXml" Target="../ink/ink560.xml"/><Relationship Id="rId61" Type="http://schemas.openxmlformats.org/officeDocument/2006/relationships/image" Target="../media/image557.png"/><Relationship Id="rId82" Type="http://schemas.openxmlformats.org/officeDocument/2006/relationships/customXml" Target="../ink/ink5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77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B567DB0-A560-07B1-EEAC-E0F1F337FE99}"/>
              </a:ext>
            </a:extLst>
          </p:cNvPr>
          <p:cNvGrpSpPr/>
          <p:nvPr/>
        </p:nvGrpSpPr>
        <p:grpSpPr>
          <a:xfrm>
            <a:off x="1075731" y="355340"/>
            <a:ext cx="4368240" cy="1290600"/>
            <a:chOff x="1075731" y="355340"/>
            <a:chExt cx="4368240" cy="12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365AF53-BFE7-5267-F6AB-FD3855D72BC5}"/>
                    </a:ext>
                  </a:extLst>
                </p14:cNvPr>
                <p14:cNvContentPartPr/>
                <p14:nvPr/>
              </p14:nvContentPartPr>
              <p14:xfrm>
                <a:off x="1075731" y="355340"/>
                <a:ext cx="629280" cy="1290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365AF53-BFE7-5267-F6AB-FD3855D72BC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69611" y="349220"/>
                  <a:ext cx="641520" cy="13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8BDA8FA-A585-3894-23AE-52AD8234F46D}"/>
                    </a:ext>
                  </a:extLst>
                </p14:cNvPr>
                <p14:cNvContentPartPr/>
                <p14:nvPr/>
              </p14:nvContentPartPr>
              <p14:xfrm>
                <a:off x="2004171" y="732620"/>
                <a:ext cx="627480" cy="572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8BDA8FA-A585-3894-23AE-52AD8234F46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98051" y="726500"/>
                  <a:ext cx="63972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7DC7AA0-5805-E74F-2455-8898AA4822CE}"/>
                    </a:ext>
                  </a:extLst>
                </p14:cNvPr>
                <p14:cNvContentPartPr/>
                <p14:nvPr/>
              </p14:nvContentPartPr>
              <p14:xfrm>
                <a:off x="2990931" y="365420"/>
                <a:ext cx="149040" cy="1162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7DC7AA0-5805-E74F-2455-8898AA4822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84811" y="359300"/>
                  <a:ext cx="161280" cy="11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45E6B63-F363-A36B-320A-98A2C1912E57}"/>
                    </a:ext>
                  </a:extLst>
                </p14:cNvPr>
                <p14:cNvContentPartPr/>
                <p14:nvPr/>
              </p14:nvContentPartPr>
              <p14:xfrm>
                <a:off x="3118731" y="565580"/>
                <a:ext cx="703800" cy="654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45E6B63-F363-A36B-320A-98A2C1912E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12611" y="559460"/>
                  <a:ext cx="71604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1C9E97A-F6DA-969F-C51F-DE1EFC043718}"/>
                    </a:ext>
                  </a:extLst>
                </p14:cNvPr>
                <p14:cNvContentPartPr/>
                <p14:nvPr/>
              </p14:nvContentPartPr>
              <p14:xfrm>
                <a:off x="4196931" y="627860"/>
                <a:ext cx="219960" cy="76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C9E97A-F6DA-969F-C51F-DE1EFC0437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90811" y="621740"/>
                  <a:ext cx="232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3282C1A-C003-8CBE-D550-C52CD0C2C658}"/>
                    </a:ext>
                  </a:extLst>
                </p14:cNvPr>
                <p14:cNvContentPartPr/>
                <p14:nvPr/>
              </p14:nvContentPartPr>
              <p14:xfrm>
                <a:off x="4310331" y="1009820"/>
                <a:ext cx="196560" cy="199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3282C1A-C003-8CBE-D550-C52CD0C2C6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04211" y="1003700"/>
                  <a:ext cx="208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54012D-D1B7-403A-5C50-14423066A4ED}"/>
                    </a:ext>
                  </a:extLst>
                </p14:cNvPr>
                <p14:cNvContentPartPr/>
                <p14:nvPr/>
              </p14:nvContentPartPr>
              <p14:xfrm>
                <a:off x="4764651" y="721100"/>
                <a:ext cx="679320" cy="119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54012D-D1B7-403A-5C50-14423066A4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58531" y="714980"/>
                  <a:ext cx="6915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35D8E7-5AB4-67EF-1843-EF730D02AAAB}"/>
              </a:ext>
            </a:extLst>
          </p:cNvPr>
          <p:cNvGrpSpPr/>
          <p:nvPr/>
        </p:nvGrpSpPr>
        <p:grpSpPr>
          <a:xfrm>
            <a:off x="6382851" y="443540"/>
            <a:ext cx="1290960" cy="748800"/>
            <a:chOff x="6382851" y="443540"/>
            <a:chExt cx="1290960" cy="74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E48F3A1-A98A-0698-5511-7DF6BE97FFEA}"/>
                    </a:ext>
                  </a:extLst>
                </p14:cNvPr>
                <p14:cNvContentPartPr/>
                <p14:nvPr/>
              </p14:nvContentPartPr>
              <p14:xfrm>
                <a:off x="6382851" y="443540"/>
                <a:ext cx="1125720" cy="206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E48F3A1-A98A-0698-5511-7DF6BE97FF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76731" y="437420"/>
                  <a:ext cx="1137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0AAE331-B3ED-51AA-515A-AA2363B5D9AB}"/>
                    </a:ext>
                  </a:extLst>
                </p14:cNvPr>
                <p14:cNvContentPartPr/>
                <p14:nvPr/>
              </p14:nvContentPartPr>
              <p14:xfrm>
                <a:off x="6849411" y="661340"/>
                <a:ext cx="35280" cy="524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0AAE331-B3ED-51AA-515A-AA2363B5D9A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43291" y="655220"/>
                  <a:ext cx="4752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0E8751-4A8A-34BA-C147-E691519161F7}"/>
                    </a:ext>
                  </a:extLst>
                </p14:cNvPr>
                <p14:cNvContentPartPr/>
                <p14:nvPr/>
              </p14:nvContentPartPr>
              <p14:xfrm>
                <a:off x="7348731" y="803540"/>
                <a:ext cx="325080" cy="388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0E8751-4A8A-34BA-C147-E691519161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42611" y="797420"/>
                  <a:ext cx="337320" cy="40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CA1935-B932-E5AA-6397-A1E87873C84D}"/>
              </a:ext>
            </a:extLst>
          </p:cNvPr>
          <p:cNvGrpSpPr/>
          <p:nvPr/>
        </p:nvGrpSpPr>
        <p:grpSpPr>
          <a:xfrm>
            <a:off x="8386251" y="294140"/>
            <a:ext cx="3182040" cy="1195920"/>
            <a:chOff x="8386251" y="294140"/>
            <a:chExt cx="3182040" cy="11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176E93-D5BF-F0C3-4173-322EB244BC78}"/>
                    </a:ext>
                  </a:extLst>
                </p14:cNvPr>
                <p14:cNvContentPartPr/>
                <p14:nvPr/>
              </p14:nvContentPartPr>
              <p14:xfrm>
                <a:off x="8386251" y="417980"/>
                <a:ext cx="650880" cy="695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176E93-D5BF-F0C3-4173-322EB244BC7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80131" y="411860"/>
                  <a:ext cx="66312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746BC6D-B83C-9A1B-62CF-2A72503B27FF}"/>
                    </a:ext>
                  </a:extLst>
                </p14:cNvPr>
                <p14:cNvContentPartPr/>
                <p14:nvPr/>
              </p14:nvContentPartPr>
              <p14:xfrm>
                <a:off x="9148011" y="294140"/>
                <a:ext cx="667800" cy="1195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746BC6D-B83C-9A1B-62CF-2A72503B2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41891" y="288020"/>
                  <a:ext cx="680040" cy="12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9B1DDA-1E2F-0430-2D17-5CA65240192C}"/>
                    </a:ext>
                  </a:extLst>
                </p14:cNvPr>
                <p14:cNvContentPartPr/>
                <p14:nvPr/>
              </p14:nvContentPartPr>
              <p14:xfrm>
                <a:off x="9752091" y="698780"/>
                <a:ext cx="251640" cy="294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9B1DDA-1E2F-0430-2D17-5CA65240192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45971" y="692660"/>
                  <a:ext cx="2638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C4940E9-76C4-FC72-BEF1-F6964D55424A}"/>
                    </a:ext>
                  </a:extLst>
                </p14:cNvPr>
                <p14:cNvContentPartPr/>
                <p14:nvPr/>
              </p14:nvContentPartPr>
              <p14:xfrm>
                <a:off x="10326291" y="466940"/>
                <a:ext cx="1028160" cy="482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C4940E9-76C4-FC72-BEF1-F6964D5542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320171" y="460820"/>
                  <a:ext cx="104040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1AD87F-22AE-A527-0E17-1893B566A8B5}"/>
                    </a:ext>
                  </a:extLst>
                </p14:cNvPr>
                <p14:cNvContentPartPr/>
                <p14:nvPr/>
              </p14:nvContentPartPr>
              <p14:xfrm>
                <a:off x="11104971" y="572420"/>
                <a:ext cx="463320" cy="23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1AD87F-22AE-A527-0E17-1893B566A8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098851" y="566300"/>
                  <a:ext cx="47556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C1246BC-4447-D4E6-7CCA-1C8CC2F75E06}"/>
                  </a:ext>
                </a:extLst>
              </p14:cNvPr>
              <p14:cNvContentPartPr/>
              <p14:nvPr/>
            </p14:nvContentPartPr>
            <p14:xfrm>
              <a:off x="996235" y="2426420"/>
              <a:ext cx="556560" cy="568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C1246BC-4447-D4E6-7CCA-1C8CC2F75E0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90115" y="2420300"/>
                <a:ext cx="568800" cy="58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A820B33E-5C14-C91D-F9C9-336473F8CAF1}"/>
              </a:ext>
            </a:extLst>
          </p:cNvPr>
          <p:cNvGrpSpPr/>
          <p:nvPr/>
        </p:nvGrpSpPr>
        <p:grpSpPr>
          <a:xfrm>
            <a:off x="2594995" y="1996580"/>
            <a:ext cx="1826640" cy="1035360"/>
            <a:chOff x="2594995" y="1996580"/>
            <a:chExt cx="1826640" cy="10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F5C436A-C404-D6C3-E883-9FC7797DCDAA}"/>
                    </a:ext>
                  </a:extLst>
                </p14:cNvPr>
                <p14:cNvContentPartPr/>
                <p14:nvPr/>
              </p14:nvContentPartPr>
              <p14:xfrm>
                <a:off x="2594995" y="2223020"/>
                <a:ext cx="592200" cy="808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F5C436A-C404-D6C3-E883-9FC7797DCD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88875" y="2216900"/>
                  <a:ext cx="60444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FD2873-B59D-289A-4A81-9AB0600A4A6C}"/>
                    </a:ext>
                  </a:extLst>
                </p14:cNvPr>
                <p14:cNvContentPartPr/>
                <p14:nvPr/>
              </p14:nvContentPartPr>
              <p14:xfrm>
                <a:off x="3440275" y="1996580"/>
                <a:ext cx="855360" cy="909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FD2873-B59D-289A-4A81-9AB0600A4A6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34155" y="1990460"/>
                  <a:ext cx="86760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FADB5DD-C484-ED32-63BC-3B0FEF2F87C1}"/>
                    </a:ext>
                  </a:extLst>
                </p14:cNvPr>
                <p14:cNvContentPartPr/>
                <p14:nvPr/>
              </p14:nvContentPartPr>
              <p14:xfrm>
                <a:off x="3894235" y="2254700"/>
                <a:ext cx="527400" cy="43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FADB5DD-C484-ED32-63BC-3B0FEF2F87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8115" y="2248580"/>
                  <a:ext cx="53964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ABFE831-BE32-8D0F-FA4E-C6DC2CC637E8}"/>
                  </a:ext>
                </a:extLst>
              </p14:cNvPr>
              <p14:cNvContentPartPr/>
              <p14:nvPr/>
            </p14:nvContentPartPr>
            <p14:xfrm>
              <a:off x="5583715" y="1584740"/>
              <a:ext cx="811440" cy="17758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ABFE831-BE32-8D0F-FA4E-C6DC2CC637E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577595" y="1578620"/>
                <a:ext cx="823680" cy="178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9C6021A-0BE7-3C66-9197-75852D7E4D23}"/>
              </a:ext>
            </a:extLst>
          </p:cNvPr>
          <p:cNvGrpSpPr/>
          <p:nvPr/>
        </p:nvGrpSpPr>
        <p:grpSpPr>
          <a:xfrm>
            <a:off x="7702675" y="1617500"/>
            <a:ext cx="4390920" cy="1089360"/>
            <a:chOff x="7702675" y="1617500"/>
            <a:chExt cx="4390920" cy="108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2E883F-2C9E-6B9F-8680-514A4F32F267}"/>
                    </a:ext>
                  </a:extLst>
                </p14:cNvPr>
                <p14:cNvContentPartPr/>
                <p14:nvPr/>
              </p14:nvContentPartPr>
              <p14:xfrm>
                <a:off x="7702675" y="2191700"/>
                <a:ext cx="81720" cy="476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2E883F-2C9E-6B9F-8680-514A4F32F26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96555" y="2185580"/>
                  <a:ext cx="9396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730019-1DA0-2BA8-9402-FCB38F82CEE5}"/>
                    </a:ext>
                  </a:extLst>
                </p14:cNvPr>
                <p14:cNvContentPartPr/>
                <p14:nvPr/>
              </p14:nvContentPartPr>
              <p14:xfrm>
                <a:off x="7948195" y="1786700"/>
                <a:ext cx="166680" cy="90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730019-1DA0-2BA8-9402-FCB38F82CE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42075" y="1780580"/>
                  <a:ext cx="1789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BA98590-C759-A991-7F23-83F7A3DA02F1}"/>
                    </a:ext>
                  </a:extLst>
                </p14:cNvPr>
                <p14:cNvContentPartPr/>
                <p14:nvPr/>
              </p14:nvContentPartPr>
              <p14:xfrm>
                <a:off x="8004715" y="2143820"/>
                <a:ext cx="869040" cy="563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BA98590-C759-A991-7F23-83F7A3DA02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98595" y="2137700"/>
                  <a:ext cx="88128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11A7331-385E-7A46-73C9-8E43420B2AD7}"/>
                    </a:ext>
                  </a:extLst>
                </p14:cNvPr>
                <p14:cNvContentPartPr/>
                <p14:nvPr/>
              </p14:nvContentPartPr>
              <p14:xfrm>
                <a:off x="9422035" y="1617500"/>
                <a:ext cx="151920" cy="859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11A7331-385E-7A46-73C9-8E43420B2A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15915" y="1611380"/>
                  <a:ext cx="16416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CAC611C-6B7F-7613-26DE-1AEFBCA093C1}"/>
                    </a:ext>
                  </a:extLst>
                </p14:cNvPr>
                <p14:cNvContentPartPr/>
                <p14:nvPr/>
              </p14:nvContentPartPr>
              <p14:xfrm>
                <a:off x="9042955" y="2097380"/>
                <a:ext cx="691200" cy="78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CAC611C-6B7F-7613-26DE-1AEFBCA093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36835" y="2091260"/>
                  <a:ext cx="703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CF154A0-2F97-D204-F96F-DF672881033A}"/>
                    </a:ext>
                  </a:extLst>
                </p14:cNvPr>
                <p14:cNvContentPartPr/>
                <p14:nvPr/>
              </p14:nvContentPartPr>
              <p14:xfrm>
                <a:off x="9792835" y="1915940"/>
                <a:ext cx="831240" cy="499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CF154A0-2F97-D204-F96F-DF672881033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86715" y="1909820"/>
                  <a:ext cx="84348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31DAD31-A1EA-DA96-DD6C-FC8AB6E2CA40}"/>
                    </a:ext>
                  </a:extLst>
                </p14:cNvPr>
                <p14:cNvContentPartPr/>
                <p14:nvPr/>
              </p14:nvContentPartPr>
              <p14:xfrm>
                <a:off x="10774915" y="1934300"/>
                <a:ext cx="542520" cy="477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31DAD31-A1EA-DA96-DD6C-FC8AB6E2CA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68795" y="1928180"/>
                  <a:ext cx="5547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73EDE5-C615-9439-2FB3-C10E6D457ADB}"/>
                    </a:ext>
                  </a:extLst>
                </p14:cNvPr>
                <p14:cNvContentPartPr/>
                <p14:nvPr/>
              </p14:nvContentPartPr>
              <p14:xfrm>
                <a:off x="11027635" y="2162900"/>
                <a:ext cx="488520" cy="211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73EDE5-C615-9439-2FB3-C10E6D457AD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21515" y="2156780"/>
                  <a:ext cx="500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F2033F-D787-89A8-191C-A9BB4628A257}"/>
                    </a:ext>
                  </a:extLst>
                </p14:cNvPr>
                <p14:cNvContentPartPr/>
                <p14:nvPr/>
              </p14:nvContentPartPr>
              <p14:xfrm>
                <a:off x="11730715" y="1867340"/>
                <a:ext cx="78840" cy="66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F2033F-D787-89A8-191C-A9BB4628A2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724595" y="1861220"/>
                  <a:ext cx="910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E977F2-CC72-8E4A-F8C7-B8C33D775DBE}"/>
                    </a:ext>
                  </a:extLst>
                </p14:cNvPr>
                <p14:cNvContentPartPr/>
                <p14:nvPr/>
              </p14:nvContentPartPr>
              <p14:xfrm>
                <a:off x="11513995" y="2182340"/>
                <a:ext cx="579600" cy="276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E977F2-CC72-8E4A-F8C7-B8C33D775DB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507875" y="2176220"/>
                  <a:ext cx="5918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5B18B58-16ED-4628-78DF-91C453C2C707}"/>
                    </a:ext>
                  </a:extLst>
                </p14:cNvPr>
                <p14:cNvContentPartPr/>
                <p14:nvPr/>
              </p14:nvContentPartPr>
              <p14:xfrm>
                <a:off x="12005755" y="2413100"/>
                <a:ext cx="19800" cy="62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5B18B58-16ED-4628-78DF-91C453C2C70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999635" y="2406980"/>
                  <a:ext cx="32040" cy="74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E4BF122-093B-BA91-644E-7FB168CB5DBF}"/>
              </a:ext>
            </a:extLst>
          </p:cNvPr>
          <p:cNvSpPr txBox="1"/>
          <p:nvPr/>
        </p:nvSpPr>
        <p:spPr>
          <a:xfrm>
            <a:off x="755087" y="3863141"/>
            <a:ext cx="6094324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b="0" i="1" dirty="0">
                <a:solidFill>
                  <a:srgbClr val="DCDCDC"/>
                </a:solidFill>
                <a:effectLst/>
                <a:latin typeface="Mono Lisa"/>
              </a:rPr>
              <a:t># Amit</a:t>
            </a: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br>
              <a:rPr lang="en-US" b="0" dirty="0">
                <a:solidFill>
                  <a:srgbClr val="BECFDA"/>
                </a:solidFill>
                <a:effectLst/>
                <a:latin typeface="Mono Lisa"/>
              </a:rPr>
            </a:b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Name 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=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49E9A6"/>
                </a:solidFill>
                <a:effectLst/>
                <a:latin typeface="Mono Lisa"/>
              </a:rPr>
              <a:t>"Amit"</a:t>
            </a: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br>
              <a:rPr lang="en-US" b="0" dirty="0">
                <a:solidFill>
                  <a:srgbClr val="BECFDA"/>
                </a:solidFill>
                <a:effectLst/>
                <a:latin typeface="Mono Lisa"/>
              </a:rPr>
            </a:b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for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 err="1">
                <a:solidFill>
                  <a:srgbClr val="E4B781"/>
                </a:solidFill>
                <a:effectLst/>
                <a:latin typeface="Mono Lisa"/>
              </a:rPr>
              <a:t>i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in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Name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:</a:t>
            </a:r>
          </a:p>
          <a:p>
            <a:pPr>
              <a:lnSpc>
                <a:spcPts val="1500"/>
              </a:lnSpc>
              <a:buNone/>
            </a:pP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    </a:t>
            </a:r>
            <a:r>
              <a:rPr lang="en-US" b="0" dirty="0">
                <a:solidFill>
                  <a:srgbClr val="49D6E9"/>
                </a:solidFill>
                <a:effectLst/>
                <a:latin typeface="Mono Lisa"/>
              </a:rPr>
              <a:t>print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US" b="0" dirty="0" err="1">
                <a:solidFill>
                  <a:srgbClr val="E4B781"/>
                </a:solidFill>
                <a:effectLst/>
                <a:latin typeface="Mono Lisa"/>
              </a:rPr>
              <a:t>i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6A184BE-0289-31C1-C0D3-6625EF3630AA}"/>
              </a:ext>
            </a:extLst>
          </p:cNvPr>
          <p:cNvGrpSpPr/>
          <p:nvPr/>
        </p:nvGrpSpPr>
        <p:grpSpPr>
          <a:xfrm>
            <a:off x="2299795" y="3479388"/>
            <a:ext cx="5072400" cy="1176840"/>
            <a:chOff x="2299795" y="3479388"/>
            <a:chExt cx="5072400" cy="11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3459EA-1BEB-77D2-4380-C6B76337381F}"/>
                    </a:ext>
                  </a:extLst>
                </p14:cNvPr>
                <p14:cNvContentPartPr/>
                <p14:nvPr/>
              </p14:nvContentPartPr>
              <p14:xfrm>
                <a:off x="2299795" y="4244748"/>
                <a:ext cx="1329120" cy="411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3459EA-1BEB-77D2-4380-C6B76337381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93675" y="4238628"/>
                  <a:ext cx="134136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930E676-85EF-8A13-8C03-182DBA5232EB}"/>
                    </a:ext>
                  </a:extLst>
                </p14:cNvPr>
                <p14:cNvContentPartPr/>
                <p14:nvPr/>
              </p14:nvContentPartPr>
              <p14:xfrm>
                <a:off x="3794155" y="3778188"/>
                <a:ext cx="576720" cy="606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930E676-85EF-8A13-8C03-182DBA5232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88035" y="3772068"/>
                  <a:ext cx="58896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4E68E7-9A2E-1DC6-6014-DCA2AE500AD3}"/>
                    </a:ext>
                  </a:extLst>
                </p14:cNvPr>
                <p14:cNvContentPartPr/>
                <p14:nvPr/>
              </p14:nvContentPartPr>
              <p14:xfrm>
                <a:off x="4498315" y="3859548"/>
                <a:ext cx="341640" cy="319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4E68E7-9A2E-1DC6-6014-DCA2AE500A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92195" y="3853428"/>
                  <a:ext cx="3538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DD3BE8-6471-14B8-C2F3-55ABCF0CC3EC}"/>
                    </a:ext>
                  </a:extLst>
                </p14:cNvPr>
                <p14:cNvContentPartPr/>
                <p14:nvPr/>
              </p14:nvContentPartPr>
              <p14:xfrm>
                <a:off x="4878835" y="3845508"/>
                <a:ext cx="465120" cy="342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DD3BE8-6471-14B8-C2F3-55ABCF0CC3E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72715" y="3839388"/>
                  <a:ext cx="4773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EB2E7E-4C39-C345-FB77-B74AA2327ECF}"/>
                    </a:ext>
                  </a:extLst>
                </p14:cNvPr>
                <p14:cNvContentPartPr/>
                <p14:nvPr/>
              </p14:nvContentPartPr>
              <p14:xfrm>
                <a:off x="5376355" y="3479388"/>
                <a:ext cx="856080" cy="563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EB2E7E-4C39-C345-FB77-B74AA2327EC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70235" y="3473268"/>
                  <a:ext cx="86832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B833E71-6AC0-9CE1-2AE0-F205C7EA50BB}"/>
                    </a:ext>
                  </a:extLst>
                </p14:cNvPr>
                <p14:cNvContentPartPr/>
                <p14:nvPr/>
              </p14:nvContentPartPr>
              <p14:xfrm>
                <a:off x="6481915" y="3509268"/>
                <a:ext cx="890280" cy="300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B833E71-6AC0-9CE1-2AE0-F205C7EA50B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75795" y="3503148"/>
                  <a:ext cx="902520" cy="31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90DD04F-3F0C-F715-50E6-DD5609609E24}"/>
                  </a:ext>
                </a:extLst>
              </p14:cNvPr>
              <p14:cNvContentPartPr/>
              <p14:nvPr/>
            </p14:nvContentPartPr>
            <p14:xfrm>
              <a:off x="2196475" y="4903548"/>
              <a:ext cx="1970640" cy="3200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90DD04F-3F0C-F715-50E6-DD5609609E2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190355" y="4897428"/>
                <a:ext cx="1982880" cy="33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B553AE31-C3CC-460E-E5C0-4E86EF2661CA}"/>
              </a:ext>
            </a:extLst>
          </p:cNvPr>
          <p:cNvGrpSpPr/>
          <p:nvPr/>
        </p:nvGrpSpPr>
        <p:grpSpPr>
          <a:xfrm>
            <a:off x="6857035" y="4019028"/>
            <a:ext cx="2960280" cy="1611000"/>
            <a:chOff x="6857035" y="4019028"/>
            <a:chExt cx="2960280" cy="161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D83863-79D9-67C9-FA81-06FD104B481A}"/>
                    </a:ext>
                  </a:extLst>
                </p14:cNvPr>
                <p14:cNvContentPartPr/>
                <p14:nvPr/>
              </p14:nvContentPartPr>
              <p14:xfrm>
                <a:off x="6857035" y="4456428"/>
                <a:ext cx="100440" cy="234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D83863-79D9-67C9-FA81-06FD104B48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50915" y="4450308"/>
                  <a:ext cx="112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8FDEB67-2A3F-6CB0-BB0B-B2F0B451E0AA}"/>
                    </a:ext>
                  </a:extLst>
                </p14:cNvPr>
                <p14:cNvContentPartPr/>
                <p14:nvPr/>
              </p14:nvContentPartPr>
              <p14:xfrm>
                <a:off x="7172755" y="4447788"/>
                <a:ext cx="68040" cy="236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8FDEB67-2A3F-6CB0-BB0B-B2F0B451E0A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66635" y="4441668"/>
                  <a:ext cx="80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90A6CEC-B68E-AAE2-2372-2B059AF028BE}"/>
                    </a:ext>
                  </a:extLst>
                </p14:cNvPr>
                <p14:cNvContentPartPr/>
                <p14:nvPr/>
              </p14:nvContentPartPr>
              <p14:xfrm>
                <a:off x="7429435" y="4277508"/>
                <a:ext cx="514080" cy="803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90A6CEC-B68E-AAE2-2372-2B059AF028B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23315" y="4271388"/>
                  <a:ext cx="52632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44C987-98F2-77A3-584A-E8D0D23962EE}"/>
                    </a:ext>
                  </a:extLst>
                </p14:cNvPr>
                <p14:cNvContentPartPr/>
                <p14:nvPr/>
              </p14:nvContentPartPr>
              <p14:xfrm>
                <a:off x="7442755" y="4589988"/>
                <a:ext cx="506880" cy="149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44C987-98F2-77A3-584A-E8D0D23962E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36635" y="4583868"/>
                  <a:ext cx="519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83EB48D-8801-6C9B-3D85-661982CEC6A7}"/>
                    </a:ext>
                  </a:extLst>
                </p14:cNvPr>
                <p14:cNvContentPartPr/>
                <p14:nvPr/>
              </p14:nvContentPartPr>
              <p14:xfrm>
                <a:off x="8074555" y="4091748"/>
                <a:ext cx="797400" cy="597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83EB48D-8801-6C9B-3D85-661982CEC6A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68435" y="4085628"/>
                  <a:ext cx="80964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044121C-DA8A-C1E7-000B-11A70D7C3DB3}"/>
                    </a:ext>
                  </a:extLst>
                </p14:cNvPr>
                <p14:cNvContentPartPr/>
                <p14:nvPr/>
              </p14:nvContentPartPr>
              <p14:xfrm>
                <a:off x="9060235" y="4019028"/>
                <a:ext cx="153000" cy="406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044121C-DA8A-C1E7-000B-11A70D7C3DB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54115" y="4012908"/>
                  <a:ext cx="1652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524A1B3-42CD-83C2-F20E-4EA372CBBB27}"/>
                    </a:ext>
                  </a:extLst>
                </p14:cNvPr>
                <p14:cNvContentPartPr/>
                <p14:nvPr/>
              </p14:nvContentPartPr>
              <p14:xfrm>
                <a:off x="9040435" y="4073388"/>
                <a:ext cx="547920" cy="230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524A1B3-42CD-83C2-F20E-4EA372CBBB2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34315" y="4067268"/>
                  <a:ext cx="560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EC0D0A9-C139-0921-F5D1-5CC4F2184A50}"/>
                    </a:ext>
                  </a:extLst>
                </p14:cNvPr>
                <p14:cNvContentPartPr/>
                <p14:nvPr/>
              </p14:nvContentPartPr>
              <p14:xfrm>
                <a:off x="7556515" y="4953588"/>
                <a:ext cx="447120" cy="415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EC0D0A9-C139-0921-F5D1-5CC4F2184A5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50395" y="4947468"/>
                  <a:ext cx="4593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BA4C632-CFE7-D4ED-7DC2-45ECEF0D9A2D}"/>
                    </a:ext>
                  </a:extLst>
                </p14:cNvPr>
                <p14:cNvContentPartPr/>
                <p14:nvPr/>
              </p14:nvContentPartPr>
              <p14:xfrm>
                <a:off x="8184355" y="4767828"/>
                <a:ext cx="20880" cy="1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BA4C632-CFE7-D4ED-7DC2-45ECEF0D9A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78235" y="4761708"/>
                  <a:ext cx="331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210A3B-B175-3190-9BA2-F480E98A6994}"/>
                    </a:ext>
                  </a:extLst>
                </p14:cNvPr>
                <p14:cNvContentPartPr/>
                <p14:nvPr/>
              </p14:nvContentPartPr>
              <p14:xfrm>
                <a:off x="8108395" y="5365788"/>
                <a:ext cx="138960" cy="264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210A3B-B175-3190-9BA2-F480E98A699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02275" y="5359668"/>
                  <a:ext cx="151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A38E24C-5BA6-6DE1-DBC6-4CAD31878344}"/>
                    </a:ext>
                  </a:extLst>
                </p14:cNvPr>
                <p14:cNvContentPartPr/>
                <p14:nvPr/>
              </p14:nvContentPartPr>
              <p14:xfrm>
                <a:off x="8200195" y="5136828"/>
                <a:ext cx="35280" cy="24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A38E24C-5BA6-6DE1-DBC6-4CAD3187834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194075" y="5130708"/>
                  <a:ext cx="47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0AD333B-9246-1BD8-13F7-02CACDB0AD97}"/>
                    </a:ext>
                  </a:extLst>
                </p14:cNvPr>
                <p14:cNvContentPartPr/>
                <p14:nvPr/>
              </p14:nvContentPartPr>
              <p14:xfrm>
                <a:off x="8457955" y="4706268"/>
                <a:ext cx="379080" cy="560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0AD333B-9246-1BD8-13F7-02CACDB0AD9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51835" y="4700148"/>
                  <a:ext cx="39132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3ABA565-9C1D-B968-1104-DC145D049636}"/>
                    </a:ext>
                  </a:extLst>
                </p14:cNvPr>
                <p14:cNvContentPartPr/>
                <p14:nvPr/>
              </p14:nvContentPartPr>
              <p14:xfrm>
                <a:off x="8858275" y="5225748"/>
                <a:ext cx="21960" cy="15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3ABA565-9C1D-B968-1104-DC145D0496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52155" y="5219628"/>
                  <a:ext cx="34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6CFB7C1-AC61-27F9-8F69-3D41DD85CAFE}"/>
                    </a:ext>
                  </a:extLst>
                </p14:cNvPr>
                <p14:cNvContentPartPr/>
                <p14:nvPr/>
              </p14:nvContentPartPr>
              <p14:xfrm>
                <a:off x="8897155" y="5169588"/>
                <a:ext cx="100440" cy="187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6CFB7C1-AC61-27F9-8F69-3D41DD85CAF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91035" y="5163468"/>
                  <a:ext cx="1126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ED0371-B474-045D-BC73-A7253C12D864}"/>
                    </a:ext>
                  </a:extLst>
                </p14:cNvPr>
                <p14:cNvContentPartPr/>
                <p14:nvPr/>
              </p14:nvContentPartPr>
              <p14:xfrm>
                <a:off x="9015235" y="4907868"/>
                <a:ext cx="79920" cy="39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ED0371-B474-045D-BC73-A7253C12D8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09115" y="4901748"/>
                  <a:ext cx="92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F342CCB-EAE4-4896-A1DE-A9D4C4154D67}"/>
                    </a:ext>
                  </a:extLst>
                </p14:cNvPr>
                <p14:cNvContentPartPr/>
                <p14:nvPr/>
              </p14:nvContentPartPr>
              <p14:xfrm>
                <a:off x="9004795" y="4515108"/>
                <a:ext cx="675720" cy="399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F342CCB-EAE4-4896-A1DE-A9D4C4154D6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998675" y="4508988"/>
                  <a:ext cx="6879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E55AD57-2B2E-AE56-DDA3-0F0DA1A08985}"/>
                    </a:ext>
                  </a:extLst>
                </p14:cNvPr>
                <p14:cNvContentPartPr/>
                <p14:nvPr/>
              </p14:nvContentPartPr>
              <p14:xfrm>
                <a:off x="9703915" y="4713468"/>
                <a:ext cx="108720" cy="219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E55AD57-2B2E-AE56-DDA3-0F0DA1A0898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97795" y="4707348"/>
                  <a:ext cx="1209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0104ECB-883F-DF37-1527-09D3AA9D49B0}"/>
                    </a:ext>
                  </a:extLst>
                </p14:cNvPr>
                <p14:cNvContentPartPr/>
                <p14:nvPr/>
              </p14:nvContentPartPr>
              <p14:xfrm>
                <a:off x="9791755" y="4512948"/>
                <a:ext cx="25560" cy="66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0104ECB-883F-DF37-1527-09D3AA9D49B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785635" y="4506828"/>
                  <a:ext cx="378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BBD4683-D0E9-E1AE-FD75-18B4EBEEC1DC}"/>
              </a:ext>
            </a:extLst>
          </p:cNvPr>
          <p:cNvGrpSpPr/>
          <p:nvPr/>
        </p:nvGrpSpPr>
        <p:grpSpPr>
          <a:xfrm>
            <a:off x="1124035" y="5268588"/>
            <a:ext cx="1056960" cy="57600"/>
            <a:chOff x="1124035" y="5268588"/>
            <a:chExt cx="1056960" cy="5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B2E339-1D4D-F154-D57A-9AF66979D9A8}"/>
                    </a:ext>
                  </a:extLst>
                </p14:cNvPr>
                <p14:cNvContentPartPr/>
                <p14:nvPr/>
              </p14:nvContentPartPr>
              <p14:xfrm>
                <a:off x="1124035" y="5287668"/>
                <a:ext cx="236880" cy="38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CB2E339-1D4D-F154-D57A-9AF66979D9A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17915" y="5281548"/>
                  <a:ext cx="249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BE5140B-4EA3-A4FF-067E-37EF6963A55B}"/>
                    </a:ext>
                  </a:extLst>
                </p14:cNvPr>
                <p14:cNvContentPartPr/>
                <p14:nvPr/>
              </p14:nvContentPartPr>
              <p14:xfrm>
                <a:off x="1876795" y="5268588"/>
                <a:ext cx="304200" cy="52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BE5140B-4EA3-A4FF-067E-37EF6963A55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70675" y="5262468"/>
                  <a:ext cx="3164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ACEE70C-91F8-DDF0-EA9D-9DB3563BD7B6}"/>
              </a:ext>
            </a:extLst>
          </p:cNvPr>
          <p:cNvGrpSpPr/>
          <p:nvPr/>
        </p:nvGrpSpPr>
        <p:grpSpPr>
          <a:xfrm>
            <a:off x="1041595" y="5691948"/>
            <a:ext cx="947880" cy="133560"/>
            <a:chOff x="1041595" y="5691948"/>
            <a:chExt cx="947880" cy="13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C10C5E5-BBBA-1FCC-2947-5849850BDAA7}"/>
                    </a:ext>
                  </a:extLst>
                </p14:cNvPr>
                <p14:cNvContentPartPr/>
                <p14:nvPr/>
              </p14:nvContentPartPr>
              <p14:xfrm>
                <a:off x="1041595" y="5691948"/>
                <a:ext cx="947880" cy="73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C10C5E5-BBBA-1FCC-2947-5849850BDAA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5475" y="5685828"/>
                  <a:ext cx="960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0572530-AB33-48CA-6DBC-3DD9BE562B30}"/>
                    </a:ext>
                  </a:extLst>
                </p14:cNvPr>
                <p14:cNvContentPartPr/>
                <p14:nvPr/>
              </p14:nvContentPartPr>
              <p14:xfrm>
                <a:off x="1102795" y="5707788"/>
                <a:ext cx="878040" cy="117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0572530-AB33-48CA-6DBC-3DD9BE562B3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6675" y="5701668"/>
                  <a:ext cx="8902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35D2945-6DCB-D63A-CC07-0551CB30A0A4}"/>
              </a:ext>
            </a:extLst>
          </p:cNvPr>
          <p:cNvGrpSpPr/>
          <p:nvPr/>
        </p:nvGrpSpPr>
        <p:grpSpPr>
          <a:xfrm>
            <a:off x="9503395" y="2711508"/>
            <a:ext cx="2405160" cy="810000"/>
            <a:chOff x="9503395" y="2711508"/>
            <a:chExt cx="2405160" cy="81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C289B6-9794-D061-41BC-A1D99C47AA01}"/>
                    </a:ext>
                  </a:extLst>
                </p14:cNvPr>
                <p14:cNvContentPartPr/>
                <p14:nvPr/>
              </p14:nvContentPartPr>
              <p14:xfrm>
                <a:off x="9503395" y="2864508"/>
                <a:ext cx="93240" cy="657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C289B6-9794-D061-41BC-A1D99C47AA0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97275" y="2858388"/>
                  <a:ext cx="10548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18DDC4-3DF6-27C0-397C-E70C8D4D5820}"/>
                    </a:ext>
                  </a:extLst>
                </p14:cNvPr>
                <p14:cNvContentPartPr/>
                <p14:nvPr/>
              </p14:nvContentPartPr>
              <p14:xfrm>
                <a:off x="9503395" y="3073308"/>
                <a:ext cx="260640" cy="287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18DDC4-3DF6-27C0-397C-E70C8D4D582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97275" y="3067188"/>
                  <a:ext cx="2728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A45989D-5DA9-EEE3-8F80-57823507B1AD}"/>
                    </a:ext>
                  </a:extLst>
                </p14:cNvPr>
                <p14:cNvContentPartPr/>
                <p14:nvPr/>
              </p14:nvContentPartPr>
              <p14:xfrm>
                <a:off x="9924235" y="3168348"/>
                <a:ext cx="370440" cy="142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A45989D-5DA9-EEE3-8F80-57823507B1A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18115" y="3162228"/>
                  <a:ext cx="382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DEF7243-68A8-2B91-318C-1F2881E0DFFA}"/>
                    </a:ext>
                  </a:extLst>
                </p14:cNvPr>
                <p14:cNvContentPartPr/>
                <p14:nvPr/>
              </p14:nvContentPartPr>
              <p14:xfrm>
                <a:off x="10409155" y="3075108"/>
                <a:ext cx="35280" cy="32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DEF7243-68A8-2B91-318C-1F2881E0DF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03035" y="3068988"/>
                  <a:ext cx="47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0E6C521-6AFB-6773-6D57-3385A7AB494D}"/>
                    </a:ext>
                  </a:extLst>
                </p14:cNvPr>
                <p14:cNvContentPartPr/>
                <p14:nvPr/>
              </p14:nvContentPartPr>
              <p14:xfrm>
                <a:off x="10557475" y="2930748"/>
                <a:ext cx="317520" cy="333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0E6C521-6AFB-6773-6D57-3385A7AB494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51355" y="2924628"/>
                  <a:ext cx="3297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D57A89-11EC-FC55-FE3A-01B6C0187667}"/>
                    </a:ext>
                  </a:extLst>
                </p14:cNvPr>
                <p14:cNvContentPartPr/>
                <p14:nvPr/>
              </p14:nvContentPartPr>
              <p14:xfrm>
                <a:off x="10804435" y="3017508"/>
                <a:ext cx="341640" cy="45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D57A89-11EC-FC55-FE3A-01B6C018766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798315" y="3011388"/>
                  <a:ext cx="353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5EE23D2-CA28-EA87-3677-31E7122D91D8}"/>
                    </a:ext>
                  </a:extLst>
                </p14:cNvPr>
                <p14:cNvContentPartPr/>
                <p14:nvPr/>
              </p14:nvContentPartPr>
              <p14:xfrm>
                <a:off x="11266675" y="2865588"/>
                <a:ext cx="148680" cy="444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5EE23D2-CA28-EA87-3677-31E7122D91D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60555" y="2859468"/>
                  <a:ext cx="16092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60D6550-1517-51D9-DF23-889B25D483BD}"/>
                    </a:ext>
                  </a:extLst>
                </p14:cNvPr>
                <p14:cNvContentPartPr/>
                <p14:nvPr/>
              </p14:nvContentPartPr>
              <p14:xfrm>
                <a:off x="11528035" y="3065028"/>
                <a:ext cx="81000" cy="144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60D6550-1517-51D9-DF23-889B25D483B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521915" y="3058908"/>
                  <a:ext cx="93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ABA7C18-5625-E0A6-B540-E46B3F6324B2}"/>
                    </a:ext>
                  </a:extLst>
                </p14:cNvPr>
                <p14:cNvContentPartPr/>
                <p14:nvPr/>
              </p14:nvContentPartPr>
              <p14:xfrm>
                <a:off x="11690755" y="2843988"/>
                <a:ext cx="46080" cy="36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ABA7C18-5625-E0A6-B540-E46B3F6324B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684635" y="2837868"/>
                  <a:ext cx="58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187429C-3590-A3E2-161B-710144DFC692}"/>
                    </a:ext>
                  </a:extLst>
                </p14:cNvPr>
                <p14:cNvContentPartPr/>
                <p14:nvPr/>
              </p14:nvContentPartPr>
              <p14:xfrm>
                <a:off x="11627035" y="2711508"/>
                <a:ext cx="281520" cy="716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187429C-3590-A3E2-161B-710144DFC69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620915" y="2705388"/>
                  <a:ext cx="293760" cy="72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2C56406-0890-B1A1-3E66-7DA7CC7F6FBD}"/>
              </a:ext>
            </a:extLst>
          </p:cNvPr>
          <p:cNvGrpSpPr/>
          <p:nvPr/>
        </p:nvGrpSpPr>
        <p:grpSpPr>
          <a:xfrm>
            <a:off x="10476475" y="3661188"/>
            <a:ext cx="1260720" cy="828360"/>
            <a:chOff x="10476475" y="3661188"/>
            <a:chExt cx="1260720" cy="82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0A0F272-3C6B-C342-591F-816B5C8BFF26}"/>
                    </a:ext>
                  </a:extLst>
                </p14:cNvPr>
                <p14:cNvContentPartPr/>
                <p14:nvPr/>
              </p14:nvContentPartPr>
              <p14:xfrm>
                <a:off x="10867435" y="3820308"/>
                <a:ext cx="453600" cy="669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0A0F272-3C6B-C342-591F-816B5C8BFF2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61315" y="3814188"/>
                  <a:ext cx="46584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D1A7505-000B-7875-1AE8-BFA96105ADB7}"/>
                    </a:ext>
                  </a:extLst>
                </p14:cNvPr>
                <p14:cNvContentPartPr/>
                <p14:nvPr/>
              </p14:nvContentPartPr>
              <p14:xfrm>
                <a:off x="11049235" y="4103988"/>
                <a:ext cx="347760" cy="97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D1A7505-000B-7875-1AE8-BFA96105ADB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043115" y="4097868"/>
                  <a:ext cx="360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43A2BD-7F0E-573B-605B-B0652F8CC132}"/>
                    </a:ext>
                  </a:extLst>
                </p14:cNvPr>
                <p14:cNvContentPartPr/>
                <p14:nvPr/>
              </p14:nvContentPartPr>
              <p14:xfrm>
                <a:off x="10476475" y="3752268"/>
                <a:ext cx="156960" cy="196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43A2BD-7F0E-573B-605B-B0652F8CC13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70355" y="3746148"/>
                  <a:ext cx="169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9D12724-9F7B-C26D-8343-2846C990D6B1}"/>
                    </a:ext>
                  </a:extLst>
                </p14:cNvPr>
                <p14:cNvContentPartPr/>
                <p14:nvPr/>
              </p14:nvContentPartPr>
              <p14:xfrm>
                <a:off x="11695795" y="3661188"/>
                <a:ext cx="41400" cy="125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9D12724-9F7B-C26D-8343-2846C990D6B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689675" y="3655068"/>
                  <a:ext cx="5364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87A7C7F-BB79-1D15-9D0B-63F2EA388083}"/>
              </a:ext>
            </a:extLst>
          </p:cNvPr>
          <p:cNvGrpSpPr/>
          <p:nvPr/>
        </p:nvGrpSpPr>
        <p:grpSpPr>
          <a:xfrm>
            <a:off x="10823875" y="5147628"/>
            <a:ext cx="774720" cy="375840"/>
            <a:chOff x="10823875" y="5147628"/>
            <a:chExt cx="774720" cy="3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2ECD58F-D8EE-C5B6-B55C-5316C31C1F7C}"/>
                    </a:ext>
                  </a:extLst>
                </p14:cNvPr>
                <p14:cNvContentPartPr/>
                <p14:nvPr/>
              </p14:nvContentPartPr>
              <p14:xfrm>
                <a:off x="10823875" y="5155548"/>
                <a:ext cx="626040" cy="367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2ECD58F-D8EE-C5B6-B55C-5316C31C1F7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817755" y="5149428"/>
                  <a:ext cx="6382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B25A426-8E53-EDA8-E2AF-474F823D831E}"/>
                    </a:ext>
                  </a:extLst>
                </p14:cNvPr>
                <p14:cNvContentPartPr/>
                <p14:nvPr/>
              </p14:nvContentPartPr>
              <p14:xfrm>
                <a:off x="11584915" y="5147628"/>
                <a:ext cx="13680" cy="45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B25A426-8E53-EDA8-E2AF-474F823D831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78795" y="5141508"/>
                  <a:ext cx="2592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2E408E8-E1D0-061F-1DD5-A0D4E9B91C74}"/>
              </a:ext>
            </a:extLst>
          </p:cNvPr>
          <p:cNvGrpSpPr/>
          <p:nvPr/>
        </p:nvGrpSpPr>
        <p:grpSpPr>
          <a:xfrm>
            <a:off x="1741795" y="4645068"/>
            <a:ext cx="410400" cy="114840"/>
            <a:chOff x="1741795" y="4645068"/>
            <a:chExt cx="41040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D896E63-4A02-EFE8-B4D5-D43F93C3161C}"/>
                    </a:ext>
                  </a:extLst>
                </p14:cNvPr>
                <p14:cNvContentPartPr/>
                <p14:nvPr/>
              </p14:nvContentPartPr>
              <p14:xfrm>
                <a:off x="1751515" y="4645068"/>
                <a:ext cx="368280" cy="59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D896E63-4A02-EFE8-B4D5-D43F93C3161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45395" y="4638948"/>
                  <a:ext cx="380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FB92583-1189-9F68-A310-3321E21F875A}"/>
                    </a:ext>
                  </a:extLst>
                </p14:cNvPr>
                <p14:cNvContentPartPr/>
                <p14:nvPr/>
              </p14:nvContentPartPr>
              <p14:xfrm>
                <a:off x="1791115" y="4669188"/>
                <a:ext cx="361080" cy="53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FB92583-1189-9F68-A310-3321E21F875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84995" y="4663068"/>
                  <a:ext cx="373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782CD52-3975-7961-3FF6-CB3B57E89761}"/>
                    </a:ext>
                  </a:extLst>
                </p14:cNvPr>
                <p14:cNvContentPartPr/>
                <p14:nvPr/>
              </p14:nvContentPartPr>
              <p14:xfrm>
                <a:off x="1814515" y="4671348"/>
                <a:ext cx="233640" cy="75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782CD52-3975-7961-3FF6-CB3B57E8976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08395" y="4665228"/>
                  <a:ext cx="245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24FBB8F-70A9-17B2-B241-986DCCA1C098}"/>
                    </a:ext>
                  </a:extLst>
                </p14:cNvPr>
                <p14:cNvContentPartPr/>
                <p14:nvPr/>
              </p14:nvContentPartPr>
              <p14:xfrm>
                <a:off x="1741795" y="4699428"/>
                <a:ext cx="269280" cy="40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24FBB8F-70A9-17B2-B241-986DCCA1C09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735675" y="4693308"/>
                  <a:ext cx="281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C8E6326-9389-68B8-C591-9711DBBF1666}"/>
                    </a:ext>
                  </a:extLst>
                </p14:cNvPr>
                <p14:cNvContentPartPr/>
                <p14:nvPr/>
              </p14:nvContentPartPr>
              <p14:xfrm>
                <a:off x="1899835" y="4715988"/>
                <a:ext cx="192240" cy="43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C8E6326-9389-68B8-C591-9711DBBF166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893715" y="4709868"/>
                  <a:ext cx="204480" cy="5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3520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253D333-DD39-5CC9-DFCD-EBAC1B5FC544}"/>
              </a:ext>
            </a:extLst>
          </p:cNvPr>
          <p:cNvGrpSpPr/>
          <p:nvPr/>
        </p:nvGrpSpPr>
        <p:grpSpPr>
          <a:xfrm>
            <a:off x="1160035" y="441348"/>
            <a:ext cx="4212000" cy="1089360"/>
            <a:chOff x="1160035" y="441348"/>
            <a:chExt cx="4212000" cy="108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BB9FD2B-52AF-E9A4-12E6-EB3301417013}"/>
                    </a:ext>
                  </a:extLst>
                </p14:cNvPr>
                <p14:cNvContentPartPr/>
                <p14:nvPr/>
              </p14:nvContentPartPr>
              <p14:xfrm>
                <a:off x="1160035" y="503988"/>
                <a:ext cx="900360" cy="857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BB9FD2B-52AF-E9A4-12E6-EB33014170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3915" y="497868"/>
                  <a:ext cx="912600" cy="87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80E7C6E-CFFB-E124-F20D-8083D6FC18AD}"/>
                    </a:ext>
                  </a:extLst>
                </p14:cNvPr>
                <p14:cNvContentPartPr/>
                <p14:nvPr/>
              </p14:nvContentPartPr>
              <p14:xfrm>
                <a:off x="1996315" y="853548"/>
                <a:ext cx="275040" cy="380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80E7C6E-CFFB-E124-F20D-8083D6FC18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90195" y="847428"/>
                  <a:ext cx="2872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8F5D989-D827-8068-0AC8-110700DAE0F8}"/>
                    </a:ext>
                  </a:extLst>
                </p14:cNvPr>
                <p14:cNvContentPartPr/>
                <p14:nvPr/>
              </p14:nvContentPartPr>
              <p14:xfrm>
                <a:off x="2441275" y="834108"/>
                <a:ext cx="1551960" cy="696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8F5D989-D827-8068-0AC8-110700DAE0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35155" y="827988"/>
                  <a:ext cx="156420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8C530F0-878E-140D-C722-CD32C8F45AB9}"/>
                    </a:ext>
                  </a:extLst>
                </p14:cNvPr>
                <p14:cNvContentPartPr/>
                <p14:nvPr/>
              </p14:nvContentPartPr>
              <p14:xfrm>
                <a:off x="4279795" y="737988"/>
                <a:ext cx="274320" cy="670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8C530F0-878E-140D-C722-CD32C8F45A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73675" y="731868"/>
                  <a:ext cx="28656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F34EFD-5877-20DC-8AB3-A8E30C3064A9}"/>
                    </a:ext>
                  </a:extLst>
                </p14:cNvPr>
                <p14:cNvContentPartPr/>
                <p14:nvPr/>
              </p14:nvContentPartPr>
              <p14:xfrm>
                <a:off x="4841755" y="441348"/>
                <a:ext cx="530280" cy="959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F34EFD-5877-20DC-8AB3-A8E30C3064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35635" y="435228"/>
                  <a:ext cx="54252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343CA9-D576-1758-ACC5-458BCA90F26E}"/>
                    </a:ext>
                  </a:extLst>
                </p14:cNvPr>
                <p14:cNvContentPartPr/>
                <p14:nvPr/>
              </p14:nvContentPartPr>
              <p14:xfrm>
                <a:off x="4722235" y="775428"/>
                <a:ext cx="101160" cy="475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343CA9-D576-1758-ACC5-458BCA90F26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16115" y="769308"/>
                  <a:ext cx="1134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747AF7-CB73-AF2A-2CE7-A0325613F22D}"/>
                    </a:ext>
                  </a:extLst>
                </p14:cNvPr>
                <p14:cNvContentPartPr/>
                <p14:nvPr/>
              </p14:nvContentPartPr>
              <p14:xfrm>
                <a:off x="4710355" y="609468"/>
                <a:ext cx="322200" cy="90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747AF7-CB73-AF2A-2CE7-A0325613F2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04235" y="603348"/>
                  <a:ext cx="33444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51676E0-953F-054D-B4E4-0E9DC0578A4D}"/>
              </a:ext>
            </a:extLst>
          </p:cNvPr>
          <p:cNvGrpSpPr/>
          <p:nvPr/>
        </p:nvGrpSpPr>
        <p:grpSpPr>
          <a:xfrm>
            <a:off x="6217675" y="528468"/>
            <a:ext cx="1082160" cy="900720"/>
            <a:chOff x="6217675" y="528468"/>
            <a:chExt cx="1082160" cy="90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EB04EB6-3766-36A0-7C87-B94B254A0D08}"/>
                    </a:ext>
                  </a:extLst>
                </p14:cNvPr>
                <p14:cNvContentPartPr/>
                <p14:nvPr/>
              </p14:nvContentPartPr>
              <p14:xfrm>
                <a:off x="6217675" y="933828"/>
                <a:ext cx="851760" cy="100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EB04EB6-3766-36A0-7C87-B94B254A0D0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11555" y="927708"/>
                  <a:ext cx="864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9CC4760-DCC5-718F-9036-585FD2920103}"/>
                    </a:ext>
                  </a:extLst>
                </p14:cNvPr>
                <p14:cNvContentPartPr/>
                <p14:nvPr/>
              </p14:nvContentPartPr>
              <p14:xfrm>
                <a:off x="6860275" y="528468"/>
                <a:ext cx="439560" cy="900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9CC4760-DCC5-718F-9036-585FD292010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54155" y="522348"/>
                  <a:ext cx="451800" cy="91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9498EE9-CFB8-5CD0-A748-9C3EA7BF40C9}"/>
                  </a:ext>
                </a:extLst>
              </p14:cNvPr>
              <p14:cNvContentPartPr/>
              <p14:nvPr/>
            </p14:nvContentPartPr>
            <p14:xfrm>
              <a:off x="9415555" y="2410908"/>
              <a:ext cx="175320" cy="398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9498EE9-CFB8-5CD0-A748-9C3EA7BF40C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09435" y="2404788"/>
                <a:ext cx="187560" cy="41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502FA8C2-A4B4-EC20-3DC7-090157FEAE8A}"/>
              </a:ext>
            </a:extLst>
          </p:cNvPr>
          <p:cNvGrpSpPr/>
          <p:nvPr/>
        </p:nvGrpSpPr>
        <p:grpSpPr>
          <a:xfrm>
            <a:off x="10225915" y="2100588"/>
            <a:ext cx="515160" cy="609120"/>
            <a:chOff x="10225915" y="2100588"/>
            <a:chExt cx="515160" cy="60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D86C5EA-ADDD-9E48-6002-5713E6E348C8}"/>
                    </a:ext>
                  </a:extLst>
                </p14:cNvPr>
                <p14:cNvContentPartPr/>
                <p14:nvPr/>
              </p14:nvContentPartPr>
              <p14:xfrm>
                <a:off x="10225915" y="2100588"/>
                <a:ext cx="450720" cy="609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D86C5EA-ADDD-9E48-6002-5713E6E348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19795" y="2094468"/>
                  <a:ext cx="46296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D933D37-CFD6-A96B-D293-B05115529E21}"/>
                    </a:ext>
                  </a:extLst>
                </p14:cNvPr>
                <p14:cNvContentPartPr/>
                <p14:nvPr/>
              </p14:nvContentPartPr>
              <p14:xfrm>
                <a:off x="10668355" y="2625828"/>
                <a:ext cx="72720" cy="73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D933D37-CFD6-A96B-D293-B05115529E2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62235" y="2619708"/>
                  <a:ext cx="8496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B08EAB-6C9F-785A-390D-82D6F6F78E16}"/>
              </a:ext>
            </a:extLst>
          </p:cNvPr>
          <p:cNvGrpSpPr/>
          <p:nvPr/>
        </p:nvGrpSpPr>
        <p:grpSpPr>
          <a:xfrm>
            <a:off x="8056195" y="346668"/>
            <a:ext cx="3683160" cy="1336680"/>
            <a:chOff x="8056195" y="346668"/>
            <a:chExt cx="3683160" cy="13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3AA4B9F-192A-EDB7-F08C-90976946314C}"/>
                    </a:ext>
                  </a:extLst>
                </p14:cNvPr>
                <p14:cNvContentPartPr/>
                <p14:nvPr/>
              </p14:nvContentPartPr>
              <p14:xfrm>
                <a:off x="8056195" y="538908"/>
                <a:ext cx="517680" cy="599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3AA4B9F-192A-EDB7-F08C-9097694631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50075" y="532788"/>
                  <a:ext cx="52992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17F873-962F-F626-E2E7-E40D36E80CE6}"/>
                    </a:ext>
                  </a:extLst>
                </p14:cNvPr>
                <p14:cNvContentPartPr/>
                <p14:nvPr/>
              </p14:nvContentPartPr>
              <p14:xfrm>
                <a:off x="8596195" y="938148"/>
                <a:ext cx="141840" cy="397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17F873-962F-F626-E2E7-E40D36E80CE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90075" y="932028"/>
                  <a:ext cx="1540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5B16DB3-1558-E3D1-8CA5-1476D9A037DF}"/>
                    </a:ext>
                  </a:extLst>
                </p14:cNvPr>
                <p14:cNvContentPartPr/>
                <p14:nvPr/>
              </p14:nvContentPartPr>
              <p14:xfrm>
                <a:off x="9415195" y="554028"/>
                <a:ext cx="35640" cy="599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5B16DB3-1558-E3D1-8CA5-1476D9A037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09075" y="547908"/>
                  <a:ext cx="4788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5666A6C-DD95-2F8B-9EA9-857ADEA823AD}"/>
                    </a:ext>
                  </a:extLst>
                </p14:cNvPr>
                <p14:cNvContentPartPr/>
                <p14:nvPr/>
              </p14:nvContentPartPr>
              <p14:xfrm>
                <a:off x="9863035" y="730788"/>
                <a:ext cx="84600" cy="21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5666A6C-DD95-2F8B-9EA9-857ADEA823A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56915" y="724668"/>
                  <a:ext cx="96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AE2500-1291-654A-FDAD-A9C55A961F92}"/>
                    </a:ext>
                  </a:extLst>
                </p14:cNvPr>
                <p14:cNvContentPartPr/>
                <p14:nvPr/>
              </p14:nvContentPartPr>
              <p14:xfrm>
                <a:off x="9753235" y="1072788"/>
                <a:ext cx="199440" cy="29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AE2500-1291-654A-FDAD-A9C55A961F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47115" y="1066668"/>
                  <a:ext cx="2116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0AB9067-CF72-EAE3-63FE-220507B75428}"/>
                    </a:ext>
                  </a:extLst>
                </p14:cNvPr>
                <p14:cNvContentPartPr/>
                <p14:nvPr/>
              </p14:nvContentPartPr>
              <p14:xfrm>
                <a:off x="10461715" y="346668"/>
                <a:ext cx="349200" cy="709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0AB9067-CF72-EAE3-63FE-220507B754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55595" y="340548"/>
                  <a:ext cx="361440" cy="72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41B6B67-7A09-AE96-E6CB-F388A33C453D}"/>
                    </a:ext>
                  </a:extLst>
                </p14:cNvPr>
                <p14:cNvContentPartPr/>
                <p14:nvPr/>
              </p14:nvContentPartPr>
              <p14:xfrm>
                <a:off x="11031235" y="900348"/>
                <a:ext cx="170280" cy="299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41B6B67-7A09-AE96-E6CB-F388A33C453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025115" y="894228"/>
                  <a:ext cx="1825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AAACBEF-CECF-42D1-811F-A794C3193679}"/>
                    </a:ext>
                  </a:extLst>
                </p14:cNvPr>
                <p14:cNvContentPartPr/>
                <p14:nvPr/>
              </p14:nvContentPartPr>
              <p14:xfrm>
                <a:off x="11259115" y="430908"/>
                <a:ext cx="458640" cy="712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AAACBEF-CECF-42D1-811F-A794C319367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52995" y="424788"/>
                  <a:ext cx="47088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36D3EC1-0E87-5B9C-8D1C-D52CE10A6F18}"/>
                    </a:ext>
                  </a:extLst>
                </p14:cNvPr>
                <p14:cNvContentPartPr/>
                <p14:nvPr/>
              </p14:nvContentPartPr>
              <p14:xfrm>
                <a:off x="8239795" y="1587588"/>
                <a:ext cx="3499560" cy="9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36D3EC1-0E87-5B9C-8D1C-D52CE10A6F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33675" y="1581468"/>
                  <a:ext cx="351180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DA29416-FFBB-DD1B-E467-ADA4096EF8A2}"/>
                  </a:ext>
                </a:extLst>
              </p14:cNvPr>
              <p14:cNvContentPartPr/>
              <p14:nvPr/>
            </p14:nvContentPartPr>
            <p14:xfrm>
              <a:off x="8783755" y="3072948"/>
              <a:ext cx="2333880" cy="247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DA29416-FFBB-DD1B-E467-ADA4096EF8A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77635" y="3066828"/>
                <a:ext cx="2346120" cy="25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BC92A9E0-E0C6-0DEE-7409-CF1C20EF44FE}"/>
              </a:ext>
            </a:extLst>
          </p:cNvPr>
          <p:cNvGrpSpPr/>
          <p:nvPr/>
        </p:nvGrpSpPr>
        <p:grpSpPr>
          <a:xfrm>
            <a:off x="2877955" y="2464188"/>
            <a:ext cx="2863440" cy="3372120"/>
            <a:chOff x="2877955" y="2464188"/>
            <a:chExt cx="2863440" cy="337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683DC3E-689C-AA03-3DFB-9356D5B152DA}"/>
                    </a:ext>
                  </a:extLst>
                </p14:cNvPr>
                <p14:cNvContentPartPr/>
                <p14:nvPr/>
              </p14:nvContentPartPr>
              <p14:xfrm>
                <a:off x="3911155" y="2464188"/>
                <a:ext cx="210240" cy="676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683DC3E-689C-AA03-3DFB-9356D5B152D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05035" y="2458068"/>
                  <a:ext cx="22248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BDF55E7-3AF8-B230-A10A-F193492B6882}"/>
                    </a:ext>
                  </a:extLst>
                </p14:cNvPr>
                <p14:cNvContentPartPr/>
                <p14:nvPr/>
              </p14:nvContentPartPr>
              <p14:xfrm>
                <a:off x="3381595" y="3096708"/>
                <a:ext cx="1167480" cy="75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BDF55E7-3AF8-B230-A10A-F193492B688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5475" y="3090588"/>
                  <a:ext cx="1179720" cy="76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54D8FF-C0A7-456D-6C64-B9425669C978}"/>
                    </a:ext>
                  </a:extLst>
                </p14:cNvPr>
                <p14:cNvContentPartPr/>
                <p14:nvPr/>
              </p14:nvContentPartPr>
              <p14:xfrm>
                <a:off x="3452515" y="4096788"/>
                <a:ext cx="557280" cy="913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54D8FF-C0A7-456D-6C64-B9425669C97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46395" y="4090668"/>
                  <a:ext cx="56952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A9652C7-A458-D931-D211-13E44BF7F4A2}"/>
                    </a:ext>
                  </a:extLst>
                </p14:cNvPr>
                <p14:cNvContentPartPr/>
                <p14:nvPr/>
              </p14:nvContentPartPr>
              <p14:xfrm>
                <a:off x="4195555" y="4534548"/>
                <a:ext cx="8640" cy="149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A9652C7-A458-D931-D211-13E44BF7F4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9435" y="4528428"/>
                  <a:ext cx="208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22CE7E6-9984-DFB0-6245-B756F38CB32F}"/>
                    </a:ext>
                  </a:extLst>
                </p14:cNvPr>
                <p14:cNvContentPartPr/>
                <p14:nvPr/>
              </p14:nvContentPartPr>
              <p14:xfrm>
                <a:off x="4814035" y="3827148"/>
                <a:ext cx="281160" cy="688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22CE7E6-9984-DFB0-6245-B756F38CB3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07915" y="3821028"/>
                  <a:ext cx="29340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3A50E19-0328-6162-E15E-D970568FC970}"/>
                    </a:ext>
                  </a:extLst>
                </p14:cNvPr>
                <p14:cNvContentPartPr/>
                <p14:nvPr/>
              </p14:nvContentPartPr>
              <p14:xfrm>
                <a:off x="5291755" y="3663348"/>
                <a:ext cx="147600" cy="28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3A50E19-0328-6162-E15E-D970568FC97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85635" y="3657228"/>
                  <a:ext cx="159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7DA4E40-2449-1E00-9145-B7E47FFBE5CD}"/>
                    </a:ext>
                  </a:extLst>
                </p14:cNvPr>
                <p14:cNvContentPartPr/>
                <p14:nvPr/>
              </p14:nvContentPartPr>
              <p14:xfrm>
                <a:off x="5270155" y="3413508"/>
                <a:ext cx="471240" cy="1110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7DA4E40-2449-1E00-9145-B7E47FFBE5C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64035" y="3407388"/>
                  <a:ext cx="483480" cy="11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B4FAF8-81FE-669D-7F9B-0D08677D8704}"/>
                    </a:ext>
                  </a:extLst>
                </p14:cNvPr>
                <p14:cNvContentPartPr/>
                <p14:nvPr/>
              </p14:nvContentPartPr>
              <p14:xfrm>
                <a:off x="2877955" y="4141788"/>
                <a:ext cx="717840" cy="1694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B4FAF8-81FE-669D-7F9B-0D08677D87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71835" y="4135668"/>
                  <a:ext cx="730080" cy="17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6650A9A-80B3-6540-B7F7-1E59B2345A77}"/>
                    </a:ext>
                  </a:extLst>
                </p14:cNvPr>
                <p14:cNvContentPartPr/>
                <p14:nvPr/>
              </p14:nvContentPartPr>
              <p14:xfrm>
                <a:off x="4939675" y="4604388"/>
                <a:ext cx="379800" cy="73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6650A9A-80B3-6540-B7F7-1E59B2345A7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33555" y="4598268"/>
                  <a:ext cx="392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8A11A71-EFD2-55B5-A15A-5C9F0C1B6BEA}"/>
                    </a:ext>
                  </a:extLst>
                </p14:cNvPr>
                <p14:cNvContentPartPr/>
                <p14:nvPr/>
              </p14:nvContentPartPr>
              <p14:xfrm>
                <a:off x="4880635" y="4686828"/>
                <a:ext cx="341280" cy="109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8A11A71-EFD2-55B5-A15A-5C9F0C1B6BE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74515" y="4680708"/>
                  <a:ext cx="353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B1F18E7-D638-6D66-C135-D7662ADC78AD}"/>
                    </a:ext>
                  </a:extLst>
                </p14:cNvPr>
                <p14:cNvContentPartPr/>
                <p14:nvPr/>
              </p14:nvContentPartPr>
              <p14:xfrm>
                <a:off x="3566635" y="5217108"/>
                <a:ext cx="136440" cy="86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B1F18E7-D638-6D66-C135-D7662ADC78A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60515" y="5210988"/>
                  <a:ext cx="1486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5F1B125-9A0F-565C-6C40-35BB309294F3}"/>
                    </a:ext>
                  </a:extLst>
                </p14:cNvPr>
                <p14:cNvContentPartPr/>
                <p14:nvPr/>
              </p14:nvContentPartPr>
              <p14:xfrm>
                <a:off x="3691555" y="5334468"/>
                <a:ext cx="105120" cy="40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5F1B125-9A0F-565C-6C40-35BB309294F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85435" y="5328348"/>
                  <a:ext cx="117360" cy="5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775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BB6A3D95-DF49-5C7E-3F2F-A8D790416A48}"/>
              </a:ext>
            </a:extLst>
          </p:cNvPr>
          <p:cNvGrpSpPr/>
          <p:nvPr/>
        </p:nvGrpSpPr>
        <p:grpSpPr>
          <a:xfrm>
            <a:off x="832435" y="55428"/>
            <a:ext cx="11361960" cy="6694200"/>
            <a:chOff x="832435" y="55428"/>
            <a:chExt cx="11361960" cy="66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CB43365-C565-3BB9-6412-B80BC99096C9}"/>
                    </a:ext>
                  </a:extLst>
                </p14:cNvPr>
                <p14:cNvContentPartPr/>
                <p14:nvPr/>
              </p14:nvContentPartPr>
              <p14:xfrm>
                <a:off x="832435" y="406428"/>
                <a:ext cx="1301760" cy="970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CB43365-C565-3BB9-6412-B80BC99096C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6315" y="400308"/>
                  <a:ext cx="1314000" cy="9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C44FED1-895A-CF02-6F84-CAEDBF1566C7}"/>
                    </a:ext>
                  </a:extLst>
                </p14:cNvPr>
                <p14:cNvContentPartPr/>
                <p14:nvPr/>
              </p14:nvContentPartPr>
              <p14:xfrm>
                <a:off x="2063635" y="938148"/>
                <a:ext cx="406800" cy="339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C44FED1-895A-CF02-6F84-CAEDBF1566C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57515" y="932028"/>
                  <a:ext cx="4190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C6ACA2F-AD4A-A7DB-1948-99F7FBAB1C10}"/>
                    </a:ext>
                  </a:extLst>
                </p14:cNvPr>
                <p14:cNvContentPartPr/>
                <p14:nvPr/>
              </p14:nvContentPartPr>
              <p14:xfrm>
                <a:off x="2713795" y="780468"/>
                <a:ext cx="2062080" cy="1092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C6ACA2F-AD4A-A7DB-1948-99F7FBAB1C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7675" y="774348"/>
                  <a:ext cx="2074320" cy="11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9F06EC5-013F-4CA9-C082-D181C81F31CB}"/>
                    </a:ext>
                  </a:extLst>
                </p14:cNvPr>
                <p14:cNvContentPartPr/>
                <p14:nvPr/>
              </p14:nvContentPartPr>
              <p14:xfrm>
                <a:off x="5243155" y="164868"/>
                <a:ext cx="1000080" cy="1738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9F06EC5-013F-4CA9-C082-D181C81F31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37035" y="158748"/>
                  <a:ext cx="1012320" cy="17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F5A39D-A224-9890-D0AF-8887B0B2EDD6}"/>
                    </a:ext>
                  </a:extLst>
                </p14:cNvPr>
                <p14:cNvContentPartPr/>
                <p14:nvPr/>
              </p14:nvContentPartPr>
              <p14:xfrm>
                <a:off x="6334315" y="615948"/>
                <a:ext cx="268560" cy="932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F5A39D-A224-9890-D0AF-8887B0B2ED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28195" y="609828"/>
                  <a:ext cx="280800" cy="9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54D7A41-D770-D6BE-3EA6-97D787E3D691}"/>
                    </a:ext>
                  </a:extLst>
                </p14:cNvPr>
                <p14:cNvContentPartPr/>
                <p14:nvPr/>
              </p14:nvContentPartPr>
              <p14:xfrm>
                <a:off x="6537355" y="532428"/>
                <a:ext cx="456120" cy="63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54D7A41-D770-D6BE-3EA6-97D787E3D6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31235" y="526308"/>
                  <a:ext cx="468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17BC007-DA22-A2C2-743F-1C3A4612C875}"/>
                    </a:ext>
                  </a:extLst>
                </p14:cNvPr>
                <p14:cNvContentPartPr/>
                <p14:nvPr/>
              </p14:nvContentPartPr>
              <p14:xfrm>
                <a:off x="7550035" y="1203108"/>
                <a:ext cx="327240" cy="586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17BC007-DA22-A2C2-743F-1C3A4612C8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43915" y="1196988"/>
                  <a:ext cx="33948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381CC2-6836-6F1F-1918-8DC229AE7E65}"/>
                    </a:ext>
                  </a:extLst>
                </p14:cNvPr>
                <p14:cNvContentPartPr/>
                <p14:nvPr/>
              </p14:nvContentPartPr>
              <p14:xfrm>
                <a:off x="8621755" y="328308"/>
                <a:ext cx="68400" cy="703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381CC2-6836-6F1F-1918-8DC229AE7E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15635" y="322188"/>
                  <a:ext cx="8064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883B8B3-BD46-4A61-471A-ED66AD7B9867}"/>
                    </a:ext>
                  </a:extLst>
                </p14:cNvPr>
                <p14:cNvContentPartPr/>
                <p14:nvPr/>
              </p14:nvContentPartPr>
              <p14:xfrm>
                <a:off x="9187675" y="355668"/>
                <a:ext cx="155880" cy="79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883B8B3-BD46-4A61-471A-ED66AD7B986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81555" y="349548"/>
                  <a:ext cx="16812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309FFE8-2147-09B8-ED00-14DC9DE16EA9}"/>
                    </a:ext>
                  </a:extLst>
                </p14:cNvPr>
                <p14:cNvContentPartPr/>
                <p14:nvPr/>
              </p14:nvContentPartPr>
              <p14:xfrm>
                <a:off x="9309355" y="80988"/>
                <a:ext cx="473040" cy="96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309FFE8-2147-09B8-ED00-14DC9DE16E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03235" y="74868"/>
                  <a:ext cx="4852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BFA645-94BC-0B6E-F15C-9915CC640B18}"/>
                    </a:ext>
                  </a:extLst>
                </p14:cNvPr>
                <p14:cNvContentPartPr/>
                <p14:nvPr/>
              </p14:nvContentPartPr>
              <p14:xfrm>
                <a:off x="9525355" y="982788"/>
                <a:ext cx="322200" cy="539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BFA645-94BC-0B6E-F15C-9915CC640B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19235" y="976668"/>
                  <a:ext cx="33444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D371BAB-1DB9-8C05-D2E0-78C3C832DA94}"/>
                    </a:ext>
                  </a:extLst>
                </p14:cNvPr>
                <p14:cNvContentPartPr/>
                <p14:nvPr/>
              </p14:nvContentPartPr>
              <p14:xfrm>
                <a:off x="10508155" y="158028"/>
                <a:ext cx="11160" cy="15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D371BAB-1DB9-8C05-D2E0-78C3C832DA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02035" y="151908"/>
                  <a:ext cx="23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211D0F0-27BF-F43C-233C-71751EBF4131}"/>
                    </a:ext>
                  </a:extLst>
                </p14:cNvPr>
                <p14:cNvContentPartPr/>
                <p14:nvPr/>
              </p14:nvContentPartPr>
              <p14:xfrm>
                <a:off x="9590515" y="1217148"/>
                <a:ext cx="211320" cy="259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211D0F0-27BF-F43C-233C-71751EBF41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84395" y="1211028"/>
                  <a:ext cx="2235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4E3BE48-580A-1EFB-02ED-2748B0B84D16}"/>
                    </a:ext>
                  </a:extLst>
                </p14:cNvPr>
                <p14:cNvContentPartPr/>
                <p14:nvPr/>
              </p14:nvContentPartPr>
              <p14:xfrm>
                <a:off x="9943675" y="55428"/>
                <a:ext cx="680400" cy="1890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4E3BE48-580A-1EFB-02ED-2748B0B84D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937555" y="49308"/>
                  <a:ext cx="692640" cy="19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01415E8-04C2-960C-49DD-6875F5124092}"/>
                    </a:ext>
                  </a:extLst>
                </p14:cNvPr>
                <p14:cNvContentPartPr/>
                <p14:nvPr/>
              </p14:nvContentPartPr>
              <p14:xfrm>
                <a:off x="6272035" y="2052708"/>
                <a:ext cx="767160" cy="184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01415E8-04C2-960C-49DD-6875F51240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65915" y="2046588"/>
                  <a:ext cx="779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7EF9890-4A64-C054-EFD9-31429B44991D}"/>
                    </a:ext>
                  </a:extLst>
                </p14:cNvPr>
                <p14:cNvContentPartPr/>
                <p14:nvPr/>
              </p14:nvContentPartPr>
              <p14:xfrm>
                <a:off x="8797075" y="1921308"/>
                <a:ext cx="475560" cy="29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7EF9890-4A64-C054-EFD9-31429B4499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90955" y="1915188"/>
                  <a:ext cx="487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74E894E-BB56-7290-FEB0-0127E3DAD42A}"/>
                    </a:ext>
                  </a:extLst>
                </p14:cNvPr>
                <p14:cNvContentPartPr/>
                <p14:nvPr/>
              </p14:nvContentPartPr>
              <p14:xfrm>
                <a:off x="3563395" y="3508188"/>
                <a:ext cx="586440" cy="119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74E894E-BB56-7290-FEB0-0127E3DAD4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57275" y="3502068"/>
                  <a:ext cx="598680" cy="12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3460D44-3302-191B-5AF7-63E1B1E0FF6E}"/>
                    </a:ext>
                  </a:extLst>
                </p14:cNvPr>
                <p14:cNvContentPartPr/>
                <p14:nvPr/>
              </p14:nvContentPartPr>
              <p14:xfrm>
                <a:off x="3965155" y="3416748"/>
                <a:ext cx="520200" cy="181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3460D44-3302-191B-5AF7-63E1B1E0FF6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59035" y="3410628"/>
                  <a:ext cx="532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98328E4-33E9-0D43-A9E6-F06B1B5FA0A0}"/>
                    </a:ext>
                  </a:extLst>
                </p14:cNvPr>
                <p14:cNvContentPartPr/>
                <p14:nvPr/>
              </p14:nvContentPartPr>
              <p14:xfrm>
                <a:off x="5022475" y="3908508"/>
                <a:ext cx="942480" cy="115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98328E4-33E9-0D43-A9E6-F06B1B5FA0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16355" y="3902388"/>
                  <a:ext cx="954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64FF10-8D5C-FFD9-9728-361F9F5B036C}"/>
                    </a:ext>
                  </a:extLst>
                </p14:cNvPr>
                <p14:cNvContentPartPr/>
                <p14:nvPr/>
              </p14:nvContentPartPr>
              <p14:xfrm>
                <a:off x="6582715" y="3456348"/>
                <a:ext cx="98280" cy="503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64FF10-8D5C-FFD9-9728-361F9F5B036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76595" y="3450228"/>
                  <a:ext cx="11052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597CC1-6E48-7056-FC6B-888D5084D5F6}"/>
                    </a:ext>
                  </a:extLst>
                </p14:cNvPr>
                <p14:cNvContentPartPr/>
                <p14:nvPr/>
              </p14:nvContentPartPr>
              <p14:xfrm>
                <a:off x="7021915" y="3357348"/>
                <a:ext cx="441360" cy="856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597CC1-6E48-7056-FC6B-888D5084D5F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15795" y="3351228"/>
                  <a:ext cx="45360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0D9E05E-8137-B62D-4C15-27DF70EDF552}"/>
                    </a:ext>
                  </a:extLst>
                </p14:cNvPr>
                <p14:cNvContentPartPr/>
                <p14:nvPr/>
              </p14:nvContentPartPr>
              <p14:xfrm>
                <a:off x="7662355" y="3957468"/>
                <a:ext cx="102960" cy="111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0D9E05E-8137-B62D-4C15-27DF70EDF5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56235" y="3951348"/>
                  <a:ext cx="115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C017B0-819A-C111-EBBD-6257F1EDA85E}"/>
                    </a:ext>
                  </a:extLst>
                </p14:cNvPr>
                <p14:cNvContentPartPr/>
                <p14:nvPr/>
              </p14:nvContentPartPr>
              <p14:xfrm>
                <a:off x="2437315" y="2501988"/>
                <a:ext cx="5862960" cy="2715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C017B0-819A-C111-EBBD-6257F1EDA85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31195" y="2495868"/>
                  <a:ext cx="5875200" cy="27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135D83-3D7B-2738-98F2-9E9E07EAFEE3}"/>
                    </a:ext>
                  </a:extLst>
                </p14:cNvPr>
                <p14:cNvContentPartPr/>
                <p14:nvPr/>
              </p14:nvContentPartPr>
              <p14:xfrm>
                <a:off x="8393155" y="3764148"/>
                <a:ext cx="128160" cy="15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135D83-3D7B-2738-98F2-9E9E07EAFE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87035" y="3758028"/>
                  <a:ext cx="140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07E392F-BD77-0001-45B2-199CC855A9FD}"/>
                    </a:ext>
                  </a:extLst>
                </p14:cNvPr>
                <p14:cNvContentPartPr/>
                <p14:nvPr/>
              </p14:nvContentPartPr>
              <p14:xfrm>
                <a:off x="3835195" y="5518788"/>
                <a:ext cx="829800" cy="674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07E392F-BD77-0001-45B2-199CC855A9F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29075" y="5512668"/>
                  <a:ext cx="84204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8CCB71-A6DC-CEBF-FB0B-09A3F97B1A52}"/>
                    </a:ext>
                  </a:extLst>
                </p14:cNvPr>
                <p14:cNvContentPartPr/>
                <p14:nvPr/>
              </p14:nvContentPartPr>
              <p14:xfrm>
                <a:off x="4885315" y="5505828"/>
                <a:ext cx="353880" cy="393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8CCB71-A6DC-CEBF-FB0B-09A3F97B1A5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79195" y="5499708"/>
                  <a:ext cx="3661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98A47E0-223C-1931-7DEE-C85A0306DE86}"/>
                    </a:ext>
                  </a:extLst>
                </p14:cNvPr>
                <p14:cNvContentPartPr/>
                <p14:nvPr/>
              </p14:nvContentPartPr>
              <p14:xfrm>
                <a:off x="5525395" y="5370828"/>
                <a:ext cx="1835640" cy="901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98A47E0-223C-1931-7DEE-C85A0306DE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19275" y="5364708"/>
                  <a:ext cx="1847880" cy="9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801FFEE-2EA6-7B8F-AA8E-8F795DC840B5}"/>
                    </a:ext>
                  </a:extLst>
                </p14:cNvPr>
                <p14:cNvContentPartPr/>
                <p14:nvPr/>
              </p14:nvContentPartPr>
              <p14:xfrm>
                <a:off x="7678195" y="4644348"/>
                <a:ext cx="736920" cy="1454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801FFEE-2EA6-7B8F-AA8E-8F795DC840B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72075" y="4638228"/>
                  <a:ext cx="749160" cy="14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BAAB542-CA77-DE43-3F50-DB9E3BDCBEAF}"/>
                    </a:ext>
                  </a:extLst>
                </p14:cNvPr>
                <p14:cNvContentPartPr/>
                <p14:nvPr/>
              </p14:nvContentPartPr>
              <p14:xfrm>
                <a:off x="8710315" y="4366788"/>
                <a:ext cx="517320" cy="158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BAAB542-CA77-DE43-3F50-DB9E3BDCBEA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04195" y="4360668"/>
                  <a:ext cx="529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A2FEE03-2C8E-00AF-2958-4CDCF730FE08}"/>
                    </a:ext>
                  </a:extLst>
                </p14:cNvPr>
                <p14:cNvContentPartPr/>
                <p14:nvPr/>
              </p14:nvContentPartPr>
              <p14:xfrm>
                <a:off x="8373715" y="4982388"/>
                <a:ext cx="437040" cy="760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A2FEE03-2C8E-00AF-2958-4CDCF730FE0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67595" y="4976268"/>
                  <a:ext cx="44928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F19ED8-E3D9-1695-529E-F36FF0616546}"/>
                    </a:ext>
                  </a:extLst>
                </p14:cNvPr>
                <p14:cNvContentPartPr/>
                <p14:nvPr/>
              </p14:nvContentPartPr>
              <p14:xfrm>
                <a:off x="9154195" y="5214948"/>
                <a:ext cx="306000" cy="500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F19ED8-E3D9-1695-529E-F36FF06165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48075" y="5208828"/>
                  <a:ext cx="31824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3067546-94FD-51DF-6FBB-B0328F7A844D}"/>
                    </a:ext>
                  </a:extLst>
                </p14:cNvPr>
                <p14:cNvContentPartPr/>
                <p14:nvPr/>
              </p14:nvContentPartPr>
              <p14:xfrm>
                <a:off x="9904075" y="4222068"/>
                <a:ext cx="42480" cy="761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3067546-94FD-51DF-6FBB-B0328F7A84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97955" y="4215948"/>
                  <a:ext cx="5472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804A4CD-76CA-F541-60A7-CB3A6F8EAB45}"/>
                    </a:ext>
                  </a:extLst>
                </p14:cNvPr>
                <p14:cNvContentPartPr/>
                <p14:nvPr/>
              </p14:nvContentPartPr>
              <p14:xfrm>
                <a:off x="10804435" y="3547068"/>
                <a:ext cx="295920" cy="170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804A4CD-76CA-F541-60A7-CB3A6F8EAB4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98315" y="3540948"/>
                  <a:ext cx="308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35C23F-AE47-A44D-92D4-8E82DEDABA77}"/>
                    </a:ext>
                  </a:extLst>
                </p14:cNvPr>
                <p14:cNvContentPartPr/>
                <p14:nvPr/>
              </p14:nvContentPartPr>
              <p14:xfrm>
                <a:off x="10428235" y="4032708"/>
                <a:ext cx="272880" cy="971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35C23F-AE47-A44D-92D4-8E82DEDABA7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22115" y="4026588"/>
                  <a:ext cx="285120" cy="9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3A54EC-499A-B096-377A-DC8EC95F7839}"/>
                    </a:ext>
                  </a:extLst>
                </p14:cNvPr>
                <p14:cNvContentPartPr/>
                <p14:nvPr/>
              </p14:nvContentPartPr>
              <p14:xfrm>
                <a:off x="10776715" y="4753788"/>
                <a:ext cx="324720" cy="388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3A54EC-499A-B096-377A-DC8EC95F78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70595" y="4747668"/>
                  <a:ext cx="3369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8EA259E-FE6C-B407-7820-B4CD93F494FA}"/>
                    </a:ext>
                  </a:extLst>
                </p14:cNvPr>
                <p14:cNvContentPartPr/>
                <p14:nvPr/>
              </p14:nvContentPartPr>
              <p14:xfrm>
                <a:off x="11349475" y="3773868"/>
                <a:ext cx="592560" cy="810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8EA259E-FE6C-B407-7820-B4CD93F494F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43355" y="3767748"/>
                  <a:ext cx="604800" cy="8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DBF12E0-1E39-00D6-B32C-87EC2370A17B}"/>
                    </a:ext>
                  </a:extLst>
                </p14:cNvPr>
                <p14:cNvContentPartPr/>
                <p14:nvPr/>
              </p14:nvContentPartPr>
              <p14:xfrm>
                <a:off x="11689675" y="3062508"/>
                <a:ext cx="504720" cy="2137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DBF12E0-1E39-00D6-B32C-87EC2370A17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83555" y="3056388"/>
                  <a:ext cx="516960" cy="21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74FBFC5-234B-F8DF-1DF6-5D5FE2122A48}"/>
                    </a:ext>
                  </a:extLst>
                </p14:cNvPr>
                <p14:cNvContentPartPr/>
                <p14:nvPr/>
              </p14:nvContentPartPr>
              <p14:xfrm>
                <a:off x="11292955" y="4669188"/>
                <a:ext cx="539280" cy="344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74FBFC5-234B-F8DF-1DF6-5D5FE2122A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86835" y="4663068"/>
                  <a:ext cx="5515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12C433-F20A-F34F-77F5-C84EA372F010}"/>
                    </a:ext>
                  </a:extLst>
                </p14:cNvPr>
                <p14:cNvContentPartPr/>
                <p14:nvPr/>
              </p14:nvContentPartPr>
              <p14:xfrm>
                <a:off x="8808235" y="3703308"/>
                <a:ext cx="235080" cy="427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12C433-F20A-F34F-77F5-C84EA372F01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02115" y="3697188"/>
                  <a:ext cx="247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4DC69AC-B783-65DC-0744-D4F770A0F0A3}"/>
                    </a:ext>
                  </a:extLst>
                </p14:cNvPr>
                <p14:cNvContentPartPr/>
                <p14:nvPr/>
              </p14:nvContentPartPr>
              <p14:xfrm>
                <a:off x="9122515" y="2974308"/>
                <a:ext cx="297360" cy="596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DC69AC-B783-65DC-0744-D4F770A0F0A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16395" y="2968188"/>
                  <a:ext cx="30960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4ACE37-7A7D-8496-9B82-F8ABD36B4E41}"/>
                    </a:ext>
                  </a:extLst>
                </p14:cNvPr>
                <p14:cNvContentPartPr/>
                <p14:nvPr/>
              </p14:nvContentPartPr>
              <p14:xfrm>
                <a:off x="9567835" y="2643108"/>
                <a:ext cx="176040" cy="558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4ACE37-7A7D-8496-9B82-F8ABD36B4E4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61715" y="2636988"/>
                  <a:ext cx="18828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208F63-E524-3371-D365-7EF20BEAACAD}"/>
                    </a:ext>
                  </a:extLst>
                </p14:cNvPr>
                <p14:cNvContentPartPr/>
                <p14:nvPr/>
              </p14:nvContentPartPr>
              <p14:xfrm>
                <a:off x="9528955" y="2729508"/>
                <a:ext cx="532080" cy="32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208F63-E524-3371-D365-7EF20BEAACA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22835" y="2723388"/>
                  <a:ext cx="5443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302CA57-E691-E095-C87B-67F56E604FB1}"/>
                    </a:ext>
                  </a:extLst>
                </p14:cNvPr>
                <p14:cNvContentPartPr/>
                <p14:nvPr/>
              </p14:nvContentPartPr>
              <p14:xfrm>
                <a:off x="10174075" y="2326308"/>
                <a:ext cx="429480" cy="430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302CA57-E691-E095-C87B-67F56E604FB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67955" y="2320188"/>
                  <a:ext cx="4417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F318870-72AC-E5C2-6318-E1498C0A21E3}"/>
                    </a:ext>
                  </a:extLst>
                </p14:cNvPr>
                <p14:cNvContentPartPr/>
                <p14:nvPr/>
              </p14:nvContentPartPr>
              <p14:xfrm>
                <a:off x="10538035" y="2319828"/>
                <a:ext cx="341640" cy="129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F318870-72AC-E5C2-6318-E1498C0A21E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531915" y="2313708"/>
                  <a:ext cx="353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59167F6-63C1-A0E6-D658-3E3D0C63210A}"/>
                    </a:ext>
                  </a:extLst>
                </p14:cNvPr>
                <p14:cNvContentPartPr/>
                <p14:nvPr/>
              </p14:nvContentPartPr>
              <p14:xfrm>
                <a:off x="10564675" y="2511708"/>
                <a:ext cx="438120" cy="790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59167F6-63C1-A0E6-D658-3E3D0C63210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558555" y="2505588"/>
                  <a:ext cx="450360" cy="80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81C2AA0-8D7E-71A2-934D-ED636C286D79}"/>
                    </a:ext>
                  </a:extLst>
                </p14:cNvPr>
                <p14:cNvContentPartPr/>
                <p14:nvPr/>
              </p14:nvContentPartPr>
              <p14:xfrm>
                <a:off x="11221675" y="2195988"/>
                <a:ext cx="110880" cy="423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81C2AA0-8D7E-71A2-934D-ED636C286D7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215555" y="2189868"/>
                  <a:ext cx="12312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04238F-78C4-2C9E-5566-463420ABD36D}"/>
                    </a:ext>
                  </a:extLst>
                </p14:cNvPr>
                <p14:cNvContentPartPr/>
                <p14:nvPr/>
              </p14:nvContentPartPr>
              <p14:xfrm>
                <a:off x="11516155" y="1923468"/>
                <a:ext cx="70200" cy="470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04238F-78C4-2C9E-5566-463420ABD3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510035" y="1917348"/>
                  <a:ext cx="824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FAF9D7-367D-99E7-42B3-314E090BBCBD}"/>
                    </a:ext>
                  </a:extLst>
                </p14:cNvPr>
                <p14:cNvContentPartPr/>
                <p14:nvPr/>
              </p14:nvContentPartPr>
              <p14:xfrm>
                <a:off x="11546035" y="2121108"/>
                <a:ext cx="210240" cy="106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FAF9D7-367D-99E7-42B3-314E090BBC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539915" y="2114988"/>
                  <a:ext cx="222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E6E11C1-63ED-1D6B-5EC5-EE9021AFC405}"/>
                    </a:ext>
                  </a:extLst>
                </p14:cNvPr>
                <p14:cNvContentPartPr/>
                <p14:nvPr/>
              </p14:nvContentPartPr>
              <p14:xfrm>
                <a:off x="11776075" y="1901868"/>
                <a:ext cx="227160" cy="386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E6E11C1-63ED-1D6B-5EC5-EE9021AFC40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69955" y="1895748"/>
                  <a:ext cx="2394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215C117-C7BD-FEBA-33E5-859087C88483}"/>
                    </a:ext>
                  </a:extLst>
                </p14:cNvPr>
                <p14:cNvContentPartPr/>
                <p14:nvPr/>
              </p14:nvContentPartPr>
              <p14:xfrm>
                <a:off x="11835475" y="2032548"/>
                <a:ext cx="222120" cy="213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215C117-C7BD-FEBA-33E5-859087C884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829355" y="2026428"/>
                  <a:ext cx="234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6606E5A-DB1F-81BE-495A-C30D1C750696}"/>
                    </a:ext>
                  </a:extLst>
                </p14:cNvPr>
                <p14:cNvContentPartPr/>
                <p14:nvPr/>
              </p14:nvContentPartPr>
              <p14:xfrm>
                <a:off x="11079475" y="4944228"/>
                <a:ext cx="367560" cy="927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6606E5A-DB1F-81BE-495A-C30D1C75069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073355" y="4938108"/>
                  <a:ext cx="379800" cy="9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C303F6E-99C0-CCCF-AFE7-FD0AF89F6ACA}"/>
                    </a:ext>
                  </a:extLst>
                </p14:cNvPr>
                <p14:cNvContentPartPr/>
                <p14:nvPr/>
              </p14:nvContentPartPr>
              <p14:xfrm>
                <a:off x="9878515" y="6053748"/>
                <a:ext cx="408600" cy="643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C303F6E-99C0-CCCF-AFE7-FD0AF89F6A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72395" y="6047628"/>
                  <a:ext cx="42084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F3F6375-2D87-BB2D-8906-B76755D56F0B}"/>
                    </a:ext>
                  </a:extLst>
                </p14:cNvPr>
                <p14:cNvContentPartPr/>
                <p14:nvPr/>
              </p14:nvContentPartPr>
              <p14:xfrm>
                <a:off x="10526515" y="6064908"/>
                <a:ext cx="37080" cy="567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F3F6375-2D87-BB2D-8906-B76755D56F0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20395" y="6058788"/>
                  <a:ext cx="493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B66256B-3728-EF02-D07C-E2061F7A7687}"/>
                    </a:ext>
                  </a:extLst>
                </p14:cNvPr>
                <p14:cNvContentPartPr/>
                <p14:nvPr/>
              </p14:nvContentPartPr>
              <p14:xfrm>
                <a:off x="10450195" y="6028188"/>
                <a:ext cx="879120" cy="664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B66256B-3728-EF02-D07C-E2061F7A76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44075" y="6022068"/>
                  <a:ext cx="89136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7E3F1A-E790-3975-5DBD-F8800897946D}"/>
                    </a:ext>
                  </a:extLst>
                </p14:cNvPr>
                <p14:cNvContentPartPr/>
                <p14:nvPr/>
              </p14:nvContentPartPr>
              <p14:xfrm>
                <a:off x="11288275" y="6343188"/>
                <a:ext cx="196920" cy="160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7E3F1A-E790-3975-5DBD-F8800897946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282155" y="6337068"/>
                  <a:ext cx="209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E3C50ED-E273-1CE3-1655-105E317BAC8C}"/>
                    </a:ext>
                  </a:extLst>
                </p14:cNvPr>
                <p14:cNvContentPartPr/>
                <p14:nvPr/>
              </p14:nvContentPartPr>
              <p14:xfrm>
                <a:off x="11673835" y="6302508"/>
                <a:ext cx="88560" cy="34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E3C50ED-E273-1CE3-1655-105E317BAC8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667715" y="6296388"/>
                  <a:ext cx="100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FDF6B5C-CF32-7C59-F255-24717846F89F}"/>
                    </a:ext>
                  </a:extLst>
                </p14:cNvPr>
                <p14:cNvContentPartPr/>
                <p14:nvPr/>
              </p14:nvContentPartPr>
              <p14:xfrm>
                <a:off x="10374235" y="6717948"/>
                <a:ext cx="890280" cy="31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FDF6B5C-CF32-7C59-F255-24717846F89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368115" y="6711828"/>
                  <a:ext cx="902520" cy="4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124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29276CF2-D65D-710F-4F1A-96061148E0C6}"/>
              </a:ext>
            </a:extLst>
          </p:cNvPr>
          <p:cNvGrpSpPr/>
          <p:nvPr/>
        </p:nvGrpSpPr>
        <p:grpSpPr>
          <a:xfrm>
            <a:off x="519595" y="129948"/>
            <a:ext cx="11487240" cy="6459480"/>
            <a:chOff x="519595" y="129948"/>
            <a:chExt cx="11487240" cy="64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79BD6B-28A1-747A-B17E-EA28E4E16282}"/>
                    </a:ext>
                  </a:extLst>
                </p14:cNvPr>
                <p14:cNvContentPartPr/>
                <p14:nvPr/>
              </p14:nvContentPartPr>
              <p14:xfrm>
                <a:off x="9022795" y="5061948"/>
                <a:ext cx="582480" cy="680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79BD6B-28A1-747A-B17E-EA28E4E1628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016675" y="5055828"/>
                  <a:ext cx="59472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9E4A4C-5033-26E0-E728-DF3BC715EF5D}"/>
                    </a:ext>
                  </a:extLst>
                </p14:cNvPr>
                <p14:cNvContentPartPr/>
                <p14:nvPr/>
              </p14:nvContentPartPr>
              <p14:xfrm>
                <a:off x="9956275" y="5065548"/>
                <a:ext cx="397800" cy="821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9E4A4C-5033-26E0-E728-DF3BC715EF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50155" y="5059428"/>
                  <a:ext cx="410040" cy="83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2027D35-4AB1-A16B-2B46-C2FD12A2AE1D}"/>
                    </a:ext>
                  </a:extLst>
                </p14:cNvPr>
                <p14:cNvContentPartPr/>
                <p14:nvPr/>
              </p14:nvContentPartPr>
              <p14:xfrm>
                <a:off x="10557115" y="5014428"/>
                <a:ext cx="588960" cy="531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2027D35-4AB1-A16B-2B46-C2FD12A2AE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50995" y="5008308"/>
                  <a:ext cx="60120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5B3BCD3-297D-684C-FB04-70D902F49EDA}"/>
                    </a:ext>
                  </a:extLst>
                </p14:cNvPr>
                <p14:cNvContentPartPr/>
                <p14:nvPr/>
              </p14:nvContentPartPr>
              <p14:xfrm>
                <a:off x="10932595" y="5553708"/>
                <a:ext cx="234360" cy="176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5B3BCD3-297D-684C-FB04-70D902F49ED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26475" y="5547588"/>
                  <a:ext cx="246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C4E6AC1-6C9D-B86B-1199-A41F26790CCF}"/>
                    </a:ext>
                  </a:extLst>
                </p14:cNvPr>
                <p14:cNvContentPartPr/>
                <p14:nvPr/>
              </p14:nvContentPartPr>
              <p14:xfrm>
                <a:off x="11255515" y="5859708"/>
                <a:ext cx="59400" cy="276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C4E6AC1-6C9D-B86B-1199-A41F26790C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49395" y="5853588"/>
                  <a:ext cx="716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E5829E0-6B48-0B73-39FF-7280B4AF0B1A}"/>
                    </a:ext>
                  </a:extLst>
                </p14:cNvPr>
                <p14:cNvContentPartPr/>
                <p14:nvPr/>
              </p14:nvContentPartPr>
              <p14:xfrm>
                <a:off x="11531635" y="5640468"/>
                <a:ext cx="390240" cy="271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E5829E0-6B48-0B73-39FF-7280B4AF0B1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25515" y="5634348"/>
                  <a:ext cx="402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799CA4-F966-2994-8F9A-08366A62F3C1}"/>
                    </a:ext>
                  </a:extLst>
                </p14:cNvPr>
                <p14:cNvContentPartPr/>
                <p14:nvPr/>
              </p14:nvContentPartPr>
              <p14:xfrm>
                <a:off x="10453435" y="5802108"/>
                <a:ext cx="738360" cy="719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799CA4-F966-2994-8F9A-08366A62F3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47315" y="5795988"/>
                  <a:ext cx="75060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1832FA4-8005-F442-1AF6-A7C4D78D2B73}"/>
                    </a:ext>
                  </a:extLst>
                </p14:cNvPr>
                <p14:cNvContentPartPr/>
                <p14:nvPr/>
              </p14:nvContentPartPr>
              <p14:xfrm>
                <a:off x="11677435" y="5209908"/>
                <a:ext cx="329400" cy="1095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1832FA4-8005-F442-1AF6-A7C4D78D2B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71315" y="5203788"/>
                  <a:ext cx="341640" cy="11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21129B-D36D-4BC5-39EE-A1D3BAEA5E94}"/>
                    </a:ext>
                  </a:extLst>
                </p14:cNvPr>
                <p14:cNvContentPartPr/>
                <p14:nvPr/>
              </p14:nvContentPartPr>
              <p14:xfrm>
                <a:off x="8383435" y="970188"/>
                <a:ext cx="530280" cy="665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21129B-D36D-4BC5-39EE-A1D3BAEA5E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77315" y="964068"/>
                  <a:ext cx="54252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1EB15EB-095D-7C4C-86C4-C8DBC7C3D08F}"/>
                    </a:ext>
                  </a:extLst>
                </p14:cNvPr>
                <p14:cNvContentPartPr/>
                <p14:nvPr/>
              </p14:nvContentPartPr>
              <p14:xfrm>
                <a:off x="9029635" y="1642668"/>
                <a:ext cx="189720" cy="292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1EB15EB-095D-7C4C-86C4-C8DBC7C3D0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23515" y="1636548"/>
                  <a:ext cx="201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BECDBE8-6417-5E42-387A-5693F8418B97}"/>
                    </a:ext>
                  </a:extLst>
                </p14:cNvPr>
                <p14:cNvContentPartPr/>
                <p14:nvPr/>
              </p14:nvContentPartPr>
              <p14:xfrm>
                <a:off x="9214315" y="685428"/>
                <a:ext cx="1211040" cy="753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BECDBE8-6417-5E42-387A-5693F8418B9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08195" y="679308"/>
                  <a:ext cx="122328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13B718-19B0-6B71-C296-97689017A65C}"/>
                    </a:ext>
                  </a:extLst>
                </p14:cNvPr>
                <p14:cNvContentPartPr/>
                <p14:nvPr/>
              </p14:nvContentPartPr>
              <p14:xfrm>
                <a:off x="9948715" y="944628"/>
                <a:ext cx="1001160" cy="433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13B718-19B0-6B71-C296-97689017A65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42595" y="938508"/>
                  <a:ext cx="10134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EF54817-9548-9690-D26B-E2144B98FA74}"/>
                    </a:ext>
                  </a:extLst>
                </p14:cNvPr>
                <p14:cNvContentPartPr/>
                <p14:nvPr/>
              </p14:nvContentPartPr>
              <p14:xfrm>
                <a:off x="1330675" y="523788"/>
                <a:ext cx="762480" cy="882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EF54817-9548-9690-D26B-E2144B98FA7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24555" y="517668"/>
                  <a:ext cx="77472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186413B-40F7-1259-1D7B-236486012F34}"/>
                    </a:ext>
                  </a:extLst>
                </p14:cNvPr>
                <p14:cNvContentPartPr/>
                <p14:nvPr/>
              </p14:nvContentPartPr>
              <p14:xfrm>
                <a:off x="2359195" y="757788"/>
                <a:ext cx="302040" cy="358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186413B-40F7-1259-1D7B-236486012F3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53075" y="751668"/>
                  <a:ext cx="3142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66EA3DD-F5B2-8A9F-4914-4CA0C7D11C7A}"/>
                    </a:ext>
                  </a:extLst>
                </p14:cNvPr>
                <p14:cNvContentPartPr/>
                <p14:nvPr/>
              </p14:nvContentPartPr>
              <p14:xfrm>
                <a:off x="2895595" y="667068"/>
                <a:ext cx="970920" cy="957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66EA3DD-F5B2-8A9F-4914-4CA0C7D11C7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89475" y="660948"/>
                  <a:ext cx="98316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FF7CFC-CEBE-8C40-2914-0394E9CF3912}"/>
                    </a:ext>
                  </a:extLst>
                </p14:cNvPr>
                <p14:cNvContentPartPr/>
                <p14:nvPr/>
              </p14:nvContentPartPr>
              <p14:xfrm>
                <a:off x="4148755" y="559788"/>
                <a:ext cx="489600" cy="403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FF7CFC-CEBE-8C40-2914-0394E9CF39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42635" y="553668"/>
                  <a:ext cx="5018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5C15872-0028-79C9-ECC1-2A39390D2B13}"/>
                    </a:ext>
                  </a:extLst>
                </p14:cNvPr>
                <p14:cNvContentPartPr/>
                <p14:nvPr/>
              </p14:nvContentPartPr>
              <p14:xfrm>
                <a:off x="4916995" y="175668"/>
                <a:ext cx="802080" cy="863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5C15872-0028-79C9-ECC1-2A39390D2B1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10875" y="169548"/>
                  <a:ext cx="814320" cy="87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7C3F4F-1616-E80B-9953-F0F5FE32E863}"/>
                    </a:ext>
                  </a:extLst>
                </p14:cNvPr>
                <p14:cNvContentPartPr/>
                <p14:nvPr/>
              </p14:nvContentPartPr>
              <p14:xfrm>
                <a:off x="5601715" y="289788"/>
                <a:ext cx="155880" cy="500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7C3F4F-1616-E80B-9953-F0F5FE32E8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95595" y="283668"/>
                  <a:ext cx="16812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56234B-865D-3074-5E86-1CDC6CD20344}"/>
                    </a:ext>
                  </a:extLst>
                </p14:cNvPr>
                <p14:cNvContentPartPr/>
                <p14:nvPr/>
              </p14:nvContentPartPr>
              <p14:xfrm>
                <a:off x="6133795" y="157308"/>
                <a:ext cx="615960" cy="401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56234B-865D-3074-5E86-1CDC6CD2034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27675" y="151188"/>
                  <a:ext cx="6282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626AAA-CFC7-7F00-C862-0C9C7C9E24F1}"/>
                    </a:ext>
                  </a:extLst>
                </p14:cNvPr>
                <p14:cNvContentPartPr/>
                <p14:nvPr/>
              </p14:nvContentPartPr>
              <p14:xfrm>
                <a:off x="6356275" y="129948"/>
                <a:ext cx="761760" cy="1280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626AAA-CFC7-7F00-C862-0C9C7C9E24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50155" y="123828"/>
                  <a:ext cx="774000" cy="12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D7A747A-AAF6-9091-27C4-7515DCF1C7D1}"/>
                    </a:ext>
                  </a:extLst>
                </p14:cNvPr>
                <p14:cNvContentPartPr/>
                <p14:nvPr/>
              </p14:nvContentPartPr>
              <p14:xfrm>
                <a:off x="7077355" y="1306068"/>
                <a:ext cx="761400" cy="21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D7A747A-AAF6-9091-27C4-7515DCF1C7D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71235" y="1299948"/>
                  <a:ext cx="773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801E2C-57B2-B517-DC25-9E94E771057F}"/>
                    </a:ext>
                  </a:extLst>
                </p14:cNvPr>
                <p14:cNvContentPartPr/>
                <p14:nvPr/>
              </p14:nvContentPartPr>
              <p14:xfrm>
                <a:off x="7563355" y="927348"/>
                <a:ext cx="315000" cy="1208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801E2C-57B2-B517-DC25-9E94E77105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57235" y="921228"/>
                  <a:ext cx="327240" cy="12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5A9875-284D-7398-6F1B-BA78FE94EF92}"/>
                    </a:ext>
                  </a:extLst>
                </p14:cNvPr>
                <p14:cNvContentPartPr/>
                <p14:nvPr/>
              </p14:nvContentPartPr>
              <p14:xfrm>
                <a:off x="519595" y="2446548"/>
                <a:ext cx="611280" cy="974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5A9875-284D-7398-6F1B-BA78FE94EF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3475" y="2440428"/>
                  <a:ext cx="623520" cy="9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9EF3596-68AF-869B-DBA4-DB2A7F6DE848}"/>
                    </a:ext>
                  </a:extLst>
                </p14:cNvPr>
                <p14:cNvContentPartPr/>
                <p14:nvPr/>
              </p14:nvContentPartPr>
              <p14:xfrm>
                <a:off x="1515715" y="2571468"/>
                <a:ext cx="1137960" cy="1010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9EF3596-68AF-869B-DBA4-DB2A7F6DE8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09595" y="2565348"/>
                  <a:ext cx="1150200" cy="10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388A27-66F8-9166-F7E8-9629BEE461F1}"/>
                    </a:ext>
                  </a:extLst>
                </p14:cNvPr>
                <p14:cNvContentPartPr/>
                <p14:nvPr/>
              </p14:nvContentPartPr>
              <p14:xfrm>
                <a:off x="2945275" y="1983588"/>
                <a:ext cx="363240" cy="839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388A27-66F8-9166-F7E8-9629BEE461F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39155" y="1977468"/>
                  <a:ext cx="375480" cy="85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EFF272-8422-9667-92A9-587D96CB4351}"/>
                    </a:ext>
                  </a:extLst>
                </p14:cNvPr>
                <p14:cNvContentPartPr/>
                <p14:nvPr/>
              </p14:nvContentPartPr>
              <p14:xfrm>
                <a:off x="3710275" y="1852908"/>
                <a:ext cx="154800" cy="776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EFF272-8422-9667-92A9-587D96CB43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04155" y="1846788"/>
                  <a:ext cx="16704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EFE1023-0BCB-6C27-4838-F3980392E484}"/>
                    </a:ext>
                  </a:extLst>
                </p14:cNvPr>
                <p14:cNvContentPartPr/>
                <p14:nvPr/>
              </p14:nvContentPartPr>
              <p14:xfrm>
                <a:off x="3839875" y="1735908"/>
                <a:ext cx="210240" cy="80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EFE1023-0BCB-6C27-4838-F3980392E48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33755" y="1729788"/>
                  <a:ext cx="222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2F16D32-E1C9-A33E-47EB-51D9447C0D06}"/>
                    </a:ext>
                  </a:extLst>
                </p14:cNvPr>
                <p14:cNvContentPartPr/>
                <p14:nvPr/>
              </p14:nvContentPartPr>
              <p14:xfrm>
                <a:off x="4169995" y="1541508"/>
                <a:ext cx="589680" cy="1339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2F16D32-E1C9-A33E-47EB-51D9447C0D0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63875" y="1535388"/>
                  <a:ext cx="601920" cy="13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220BDF-43A2-8732-150D-7F5C9BCB0B6C}"/>
                    </a:ext>
                  </a:extLst>
                </p14:cNvPr>
                <p14:cNvContentPartPr/>
                <p14:nvPr/>
              </p14:nvContentPartPr>
              <p14:xfrm>
                <a:off x="3644395" y="2797188"/>
                <a:ext cx="726120" cy="326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220BDF-43A2-8732-150D-7F5C9BCB0B6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38275" y="2791068"/>
                  <a:ext cx="7383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A12D3D8-E8CA-5D8E-4BBE-149F3EF26F48}"/>
                    </a:ext>
                  </a:extLst>
                </p14:cNvPr>
                <p14:cNvContentPartPr/>
                <p14:nvPr/>
              </p14:nvContentPartPr>
              <p14:xfrm>
                <a:off x="1783555" y="3930828"/>
                <a:ext cx="572400" cy="619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A12D3D8-E8CA-5D8E-4BBE-149F3EF26F4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77435" y="3924708"/>
                  <a:ext cx="58464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C3808E0-A0DE-73FB-1205-3FE9F7C984B4}"/>
                    </a:ext>
                  </a:extLst>
                </p14:cNvPr>
                <p14:cNvContentPartPr/>
                <p14:nvPr/>
              </p14:nvContentPartPr>
              <p14:xfrm>
                <a:off x="2667715" y="4346988"/>
                <a:ext cx="112320" cy="279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C3808E0-A0DE-73FB-1205-3FE9F7C984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61595" y="4340868"/>
                  <a:ext cx="1245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31B8B54-C49A-1B03-432A-DB7C386E2B19}"/>
                    </a:ext>
                  </a:extLst>
                </p14:cNvPr>
                <p14:cNvContentPartPr/>
                <p14:nvPr/>
              </p14:nvContentPartPr>
              <p14:xfrm>
                <a:off x="3114115" y="3713028"/>
                <a:ext cx="178920" cy="521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31B8B54-C49A-1B03-432A-DB7C386E2B1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07995" y="3706908"/>
                  <a:ext cx="19116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D59A0FA-8C9C-0DF9-137C-609A89F89BFB}"/>
                    </a:ext>
                  </a:extLst>
                </p14:cNvPr>
                <p14:cNvContentPartPr/>
                <p14:nvPr/>
              </p14:nvContentPartPr>
              <p14:xfrm>
                <a:off x="3703795" y="3984108"/>
                <a:ext cx="20880" cy="257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D59A0FA-8C9C-0DF9-137C-609A89F89BF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97675" y="3977988"/>
                  <a:ext cx="331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712B319-50B8-EFFA-6AB7-75FBEAE2F204}"/>
                    </a:ext>
                  </a:extLst>
                </p14:cNvPr>
                <p14:cNvContentPartPr/>
                <p14:nvPr/>
              </p14:nvContentPartPr>
              <p14:xfrm>
                <a:off x="3964075" y="3495948"/>
                <a:ext cx="491040" cy="555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712B319-50B8-EFFA-6AB7-75FBEAE2F20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57955" y="3489828"/>
                  <a:ext cx="5032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293875A-C2F2-F2FA-6326-0A77377A0E23}"/>
                    </a:ext>
                  </a:extLst>
                </p14:cNvPr>
                <p14:cNvContentPartPr/>
                <p14:nvPr/>
              </p14:nvContentPartPr>
              <p14:xfrm>
                <a:off x="4590835" y="3730668"/>
                <a:ext cx="33120" cy="202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293875A-C2F2-F2FA-6326-0A77377A0E2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584715" y="3724548"/>
                  <a:ext cx="45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44B46E9-17A3-60BD-EAD9-BB7600FF5FC8}"/>
                    </a:ext>
                  </a:extLst>
                </p14:cNvPr>
                <p14:cNvContentPartPr/>
                <p14:nvPr/>
              </p14:nvContentPartPr>
              <p14:xfrm>
                <a:off x="5018515" y="3010308"/>
                <a:ext cx="245160" cy="795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44B46E9-17A3-60BD-EAD9-BB7600FF5F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12395" y="3004188"/>
                  <a:ext cx="257400" cy="80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DFA05AB-234F-E6C0-395C-B265344D249C}"/>
                    </a:ext>
                  </a:extLst>
                </p14:cNvPr>
                <p14:cNvContentPartPr/>
                <p14:nvPr/>
              </p14:nvContentPartPr>
              <p14:xfrm>
                <a:off x="5455555" y="3409188"/>
                <a:ext cx="35280" cy="243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DFA05AB-234F-E6C0-395C-B265344D249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49435" y="3403068"/>
                  <a:ext cx="475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F21B177-6FE1-ECC3-1746-3283B0299687}"/>
                    </a:ext>
                  </a:extLst>
                </p14:cNvPr>
                <p14:cNvContentPartPr/>
                <p14:nvPr/>
              </p14:nvContentPartPr>
              <p14:xfrm>
                <a:off x="5770555" y="2734188"/>
                <a:ext cx="484200" cy="595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F21B177-6FE1-ECC3-1746-3283B029968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64435" y="2728068"/>
                  <a:ext cx="49644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01F4AF-03A8-15E0-3E37-AAEFA446DB81}"/>
                    </a:ext>
                  </a:extLst>
                </p14:cNvPr>
                <p14:cNvContentPartPr/>
                <p14:nvPr/>
              </p14:nvContentPartPr>
              <p14:xfrm>
                <a:off x="1913875" y="3791148"/>
                <a:ext cx="4819680" cy="2166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01F4AF-03A8-15E0-3E37-AAEFA446DB8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07755" y="3785028"/>
                  <a:ext cx="4831920" cy="21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0C3DA4A-3696-D8E6-788F-DE87A89DE9BC}"/>
                    </a:ext>
                  </a:extLst>
                </p14:cNvPr>
                <p14:cNvContentPartPr/>
                <p14:nvPr/>
              </p14:nvContentPartPr>
              <p14:xfrm>
                <a:off x="6470035" y="3585228"/>
                <a:ext cx="559080" cy="626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0C3DA4A-3696-D8E6-788F-DE87A89DE9B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63915" y="3579108"/>
                  <a:ext cx="5713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78E10CE-F51A-F09F-609F-F248BCCEAC71}"/>
                    </a:ext>
                  </a:extLst>
                </p14:cNvPr>
                <p14:cNvContentPartPr/>
                <p14:nvPr/>
              </p14:nvContentPartPr>
              <p14:xfrm>
                <a:off x="2157955" y="5716428"/>
                <a:ext cx="30600" cy="30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78E10CE-F51A-F09F-609F-F248BCCEAC7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51835" y="5710308"/>
                  <a:ext cx="42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A9F75C-50AF-01EF-BCA9-BEB64568E13D}"/>
                    </a:ext>
                  </a:extLst>
                </p14:cNvPr>
                <p14:cNvContentPartPr/>
                <p14:nvPr/>
              </p14:nvContentPartPr>
              <p14:xfrm>
                <a:off x="1780315" y="5381268"/>
                <a:ext cx="863640" cy="820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A9F75C-50AF-01EF-BCA9-BEB64568E13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74195" y="5375148"/>
                  <a:ext cx="875880" cy="83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003D8C-83F0-DDEE-B496-8424700D02D7}"/>
                    </a:ext>
                  </a:extLst>
                </p14:cNvPr>
                <p14:cNvContentPartPr/>
                <p14:nvPr/>
              </p14:nvContentPartPr>
              <p14:xfrm>
                <a:off x="7191115" y="3296508"/>
                <a:ext cx="99720" cy="972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003D8C-83F0-DDEE-B496-8424700D02D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84995" y="3290388"/>
                  <a:ext cx="111960" cy="9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03C0E3-DD6D-CB86-D51B-B8F13007CAB2}"/>
                    </a:ext>
                  </a:extLst>
                </p14:cNvPr>
                <p14:cNvContentPartPr/>
                <p14:nvPr/>
              </p14:nvContentPartPr>
              <p14:xfrm>
                <a:off x="1540555" y="5878068"/>
                <a:ext cx="708120" cy="711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03C0E3-DD6D-CB86-D51B-B8F13007CAB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34435" y="5871948"/>
                  <a:ext cx="72036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5398C0-5156-A2F3-ACE7-E870BAC963CD}"/>
                    </a:ext>
                  </a:extLst>
                </p14:cNvPr>
                <p14:cNvContentPartPr/>
                <p14:nvPr/>
              </p14:nvContentPartPr>
              <p14:xfrm>
                <a:off x="3432355" y="3055308"/>
                <a:ext cx="183600" cy="84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5398C0-5156-A2F3-ACE7-E870BAC963C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26235" y="3049188"/>
                  <a:ext cx="195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0184CA9-940B-EBDE-501F-4FACAF3F3595}"/>
                    </a:ext>
                  </a:extLst>
                </p14:cNvPr>
                <p14:cNvContentPartPr/>
                <p14:nvPr/>
              </p14:nvContentPartPr>
              <p14:xfrm>
                <a:off x="2631355" y="3857748"/>
                <a:ext cx="2549520" cy="1077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0184CA9-940B-EBDE-501F-4FACAF3F359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25235" y="3851628"/>
                  <a:ext cx="2561760" cy="10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6A7A51C-86BD-6C0B-6CD2-F34C9A51242F}"/>
                    </a:ext>
                  </a:extLst>
                </p14:cNvPr>
                <p14:cNvContentPartPr/>
                <p14:nvPr/>
              </p14:nvContentPartPr>
              <p14:xfrm>
                <a:off x="3416515" y="4129908"/>
                <a:ext cx="1307520" cy="675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6A7A51C-86BD-6C0B-6CD2-F34C9A51242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10395" y="4123788"/>
                  <a:ext cx="131976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4F262F-8BA6-B976-FB35-CD93596ABB03}"/>
                    </a:ext>
                  </a:extLst>
                </p14:cNvPr>
                <p14:cNvContentPartPr/>
                <p14:nvPr/>
              </p14:nvContentPartPr>
              <p14:xfrm>
                <a:off x="4135435" y="2186268"/>
                <a:ext cx="107640" cy="65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4F262F-8BA6-B976-FB35-CD93596ABB0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29315" y="2180148"/>
                  <a:ext cx="119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253AC12-E16F-7C3E-751F-1C3CAE801A4C}"/>
                    </a:ext>
                  </a:extLst>
                </p14:cNvPr>
                <p14:cNvContentPartPr/>
                <p14:nvPr/>
              </p14:nvContentPartPr>
              <p14:xfrm>
                <a:off x="4228315" y="2228388"/>
                <a:ext cx="47520" cy="128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253AC12-E16F-7C3E-751F-1C3CAE801A4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22195" y="2222268"/>
                  <a:ext cx="59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BDAD12D-C8D5-0F68-6D55-3242AFCD21E5}"/>
                    </a:ext>
                  </a:extLst>
                </p14:cNvPr>
                <p14:cNvContentPartPr/>
                <p14:nvPr/>
              </p14:nvContentPartPr>
              <p14:xfrm>
                <a:off x="2379715" y="3980868"/>
                <a:ext cx="2142000" cy="1045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BDAD12D-C8D5-0F68-6D55-3242AFCD21E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73595" y="3974748"/>
                  <a:ext cx="2154240" cy="10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0E51799-DE09-A489-A05D-3E53E2C4AF15}"/>
                    </a:ext>
                  </a:extLst>
                </p14:cNvPr>
                <p14:cNvContentPartPr/>
                <p14:nvPr/>
              </p14:nvContentPartPr>
              <p14:xfrm>
                <a:off x="5144155" y="3027948"/>
                <a:ext cx="1639080" cy="888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0E51799-DE09-A489-A05D-3E53E2C4AF1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8035" y="3021828"/>
                  <a:ext cx="1651320" cy="9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EF1DDC-C4B3-1680-4E55-12849CC6E715}"/>
                    </a:ext>
                  </a:extLst>
                </p14:cNvPr>
                <p14:cNvContentPartPr/>
                <p14:nvPr/>
              </p14:nvContentPartPr>
              <p14:xfrm>
                <a:off x="1008835" y="4227828"/>
                <a:ext cx="470520" cy="808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EF1DDC-C4B3-1680-4E55-12849CC6E71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02715" y="4221708"/>
                  <a:ext cx="482760" cy="8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50280A6-B0EF-F1A5-9F29-933788DE4484}"/>
                    </a:ext>
                  </a:extLst>
                </p14:cNvPr>
                <p14:cNvContentPartPr/>
                <p14:nvPr/>
              </p14:nvContentPartPr>
              <p14:xfrm>
                <a:off x="1135195" y="1835628"/>
                <a:ext cx="5530320" cy="2370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50280A6-B0EF-F1A5-9F29-933788DE448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9075" y="1829508"/>
                  <a:ext cx="5542560" cy="238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82579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C2FD7AB-8681-69E8-4DBD-0DAEC336D688}"/>
              </a:ext>
            </a:extLst>
          </p:cNvPr>
          <p:cNvGrpSpPr/>
          <p:nvPr/>
        </p:nvGrpSpPr>
        <p:grpSpPr>
          <a:xfrm>
            <a:off x="1322035" y="228948"/>
            <a:ext cx="4602960" cy="1401120"/>
            <a:chOff x="1322035" y="228948"/>
            <a:chExt cx="4602960" cy="14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97F9D57-CBC7-E7FA-37FB-B08FCA2F673E}"/>
                    </a:ext>
                  </a:extLst>
                </p14:cNvPr>
                <p14:cNvContentPartPr/>
                <p14:nvPr/>
              </p14:nvContentPartPr>
              <p14:xfrm>
                <a:off x="1322035" y="265308"/>
                <a:ext cx="444960" cy="607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97F9D57-CBC7-E7FA-37FB-B08FCA2F67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15915" y="259188"/>
                  <a:ext cx="4572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86E4EE1-3E58-A0DF-275B-51B826712908}"/>
                    </a:ext>
                  </a:extLst>
                </p14:cNvPr>
                <p14:cNvContentPartPr/>
                <p14:nvPr/>
              </p14:nvContentPartPr>
              <p14:xfrm>
                <a:off x="1333555" y="254508"/>
                <a:ext cx="282240" cy="621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86E4EE1-3E58-A0DF-275B-51B82671290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27435" y="248388"/>
                  <a:ext cx="2944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53B27D8-06D8-D713-1D9D-B625725DA5A9}"/>
                    </a:ext>
                  </a:extLst>
                </p14:cNvPr>
                <p14:cNvContentPartPr/>
                <p14:nvPr/>
              </p14:nvContentPartPr>
              <p14:xfrm>
                <a:off x="1514995" y="244428"/>
                <a:ext cx="282600" cy="196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53B27D8-06D8-D713-1D9D-B625725DA5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08875" y="238308"/>
                  <a:ext cx="2948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4F0E4C-EB5D-3914-B642-8449422681BC}"/>
                    </a:ext>
                  </a:extLst>
                </p14:cNvPr>
                <p14:cNvContentPartPr/>
                <p14:nvPr/>
              </p14:nvContentPartPr>
              <p14:xfrm>
                <a:off x="2361715" y="587868"/>
                <a:ext cx="675360" cy="680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4F0E4C-EB5D-3914-B642-8449422681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55595" y="581748"/>
                  <a:ext cx="68760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EC82EBD-0A3F-AB98-79FC-012FB6BDE52B}"/>
                    </a:ext>
                  </a:extLst>
                </p14:cNvPr>
                <p14:cNvContentPartPr/>
                <p14:nvPr/>
              </p14:nvContentPartPr>
              <p14:xfrm>
                <a:off x="3071995" y="744828"/>
                <a:ext cx="346320" cy="361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EC82EBD-0A3F-AB98-79FC-012FB6BDE5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65875" y="738708"/>
                  <a:ext cx="3585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F0C213-0EB3-CDE0-F125-D78C7F99F632}"/>
                    </a:ext>
                  </a:extLst>
                </p14:cNvPr>
                <p14:cNvContentPartPr/>
                <p14:nvPr/>
              </p14:nvContentPartPr>
              <p14:xfrm>
                <a:off x="3561955" y="721068"/>
                <a:ext cx="1265760" cy="909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F0C213-0EB3-CDE0-F125-D78C7F99F6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55835" y="714948"/>
                  <a:ext cx="127800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1DB0AE3-CFCB-2467-8792-027051DC362A}"/>
                    </a:ext>
                  </a:extLst>
                </p14:cNvPr>
                <p14:cNvContentPartPr/>
                <p14:nvPr/>
              </p14:nvContentPartPr>
              <p14:xfrm>
                <a:off x="5156755" y="228948"/>
                <a:ext cx="768240" cy="998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1DB0AE3-CFCB-2467-8792-027051DC36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50635" y="222828"/>
                  <a:ext cx="780480" cy="10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4F50DD7-F265-65BD-133D-892DA27E85FA}"/>
                  </a:ext>
                </a:extLst>
              </p14:cNvPr>
              <p14:cNvContentPartPr/>
              <p14:nvPr/>
            </p14:nvContentPartPr>
            <p14:xfrm>
              <a:off x="3407155" y="1770468"/>
              <a:ext cx="135360" cy="122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4F50DD7-F265-65BD-133D-892DA27E85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01035" y="1764348"/>
                <a:ext cx="1476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86BFDB-2647-15CB-A291-B4DB4E77B244}"/>
                  </a:ext>
                </a:extLst>
              </p14:cNvPr>
              <p14:cNvContentPartPr/>
              <p14:nvPr/>
            </p14:nvContentPartPr>
            <p14:xfrm>
              <a:off x="1822075" y="2474268"/>
              <a:ext cx="574560" cy="851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86BFDB-2647-15CB-A291-B4DB4E77B24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15955" y="2468148"/>
                <a:ext cx="586800" cy="86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C9E7564-A552-F72D-ADAA-6A68603BBE41}"/>
                  </a:ext>
                </a:extLst>
              </p14:cNvPr>
              <p14:cNvContentPartPr/>
              <p14:nvPr/>
            </p14:nvContentPartPr>
            <p14:xfrm>
              <a:off x="2682475" y="3123708"/>
              <a:ext cx="56880" cy="178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C9E7564-A552-F72D-ADAA-6A68603BBE4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76355" y="3117588"/>
                <a:ext cx="691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647E593-52B4-2FA2-EC5F-AA0F7F24442B}"/>
                  </a:ext>
                </a:extLst>
              </p14:cNvPr>
              <p14:cNvContentPartPr/>
              <p14:nvPr/>
            </p14:nvContentPartPr>
            <p14:xfrm>
              <a:off x="3275035" y="2139468"/>
              <a:ext cx="91440" cy="671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647E593-52B4-2FA2-EC5F-AA0F7F24442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68915" y="2133348"/>
                <a:ext cx="10368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F88AA73-48B2-7F08-A566-F00F29771065}"/>
                  </a:ext>
                </a:extLst>
              </p14:cNvPr>
              <p14:cNvContentPartPr/>
              <p14:nvPr/>
            </p14:nvContentPartPr>
            <p14:xfrm>
              <a:off x="2396635" y="4286508"/>
              <a:ext cx="253440" cy="527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F88AA73-48B2-7F08-A566-F00F2977106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90515" y="4280388"/>
                <a:ext cx="26568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33E4699-D468-9987-0EB5-E0C842EBFB69}"/>
                  </a:ext>
                </a:extLst>
              </p14:cNvPr>
              <p14:cNvContentPartPr/>
              <p14:nvPr/>
            </p14:nvContentPartPr>
            <p14:xfrm>
              <a:off x="3134635" y="4602948"/>
              <a:ext cx="107640" cy="292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33E4699-D468-9987-0EB5-E0C842EBFB6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28515" y="4596828"/>
                <a:ext cx="11988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3376EF7-5DED-3463-20D2-610B2F35CA23}"/>
                  </a:ext>
                </a:extLst>
              </p14:cNvPr>
              <p14:cNvContentPartPr/>
              <p14:nvPr/>
            </p14:nvContentPartPr>
            <p14:xfrm>
              <a:off x="3690475" y="3866028"/>
              <a:ext cx="89640" cy="705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3376EF7-5DED-3463-20D2-610B2F35CA2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84355" y="3859908"/>
                <a:ext cx="101880" cy="71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14A3BF8-97C2-C511-59BD-5CBA7D4522E5}"/>
                  </a:ext>
                </a:extLst>
              </p14:cNvPr>
              <p14:cNvContentPartPr/>
              <p14:nvPr/>
            </p14:nvContentPartPr>
            <p14:xfrm>
              <a:off x="3850675" y="3404868"/>
              <a:ext cx="188640" cy="101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14A3BF8-97C2-C511-59BD-5CBA7D4522E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44555" y="3398748"/>
                <a:ext cx="2008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CD7224F-88F7-A037-D420-F07EF2BB68D2}"/>
                  </a:ext>
                </a:extLst>
              </p14:cNvPr>
              <p14:cNvContentPartPr/>
              <p14:nvPr/>
            </p14:nvContentPartPr>
            <p14:xfrm>
              <a:off x="1335355" y="4091748"/>
              <a:ext cx="860040" cy="1648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CD7224F-88F7-A037-D420-F07EF2BB68D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329235" y="4085628"/>
                <a:ext cx="872280" cy="166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853E8D-6263-2FEC-D39B-08EAD25569BD}"/>
                  </a:ext>
                </a:extLst>
              </p14:cNvPr>
              <p14:cNvContentPartPr/>
              <p14:nvPr/>
            </p14:nvContentPartPr>
            <p14:xfrm>
              <a:off x="1887235" y="2715828"/>
              <a:ext cx="3268800" cy="27601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853E8D-6263-2FEC-D39B-08EAD25569B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81115" y="2709708"/>
                <a:ext cx="3281040" cy="27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B82A491-5A4E-2040-10D0-F648B971D813}"/>
                  </a:ext>
                </a:extLst>
              </p14:cNvPr>
              <p14:cNvContentPartPr/>
              <p14:nvPr/>
            </p14:nvContentPartPr>
            <p14:xfrm>
              <a:off x="4269355" y="5182548"/>
              <a:ext cx="298080" cy="5659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B82A491-5A4E-2040-10D0-F648B971D81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63235" y="5176428"/>
                <a:ext cx="31032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EA3170A-0723-3167-DDEE-C4600BF50389}"/>
                  </a:ext>
                </a:extLst>
              </p14:cNvPr>
              <p14:cNvContentPartPr/>
              <p14:nvPr/>
            </p14:nvContentPartPr>
            <p14:xfrm>
              <a:off x="5105995" y="5401788"/>
              <a:ext cx="95760" cy="367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EA3170A-0723-3167-DDEE-C4600BF5038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99875" y="5395668"/>
                <a:ext cx="1080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250B38C-7475-0408-3CAF-96B00D09899F}"/>
                  </a:ext>
                </a:extLst>
              </p14:cNvPr>
              <p14:cNvContentPartPr/>
              <p14:nvPr/>
            </p14:nvContentPartPr>
            <p14:xfrm>
              <a:off x="5660755" y="4638948"/>
              <a:ext cx="430920" cy="7700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250B38C-7475-0408-3CAF-96B00D09899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654635" y="4632828"/>
                <a:ext cx="443160" cy="7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4D16701-4EE2-A044-E152-F8582B66A8AD}"/>
                  </a:ext>
                </a:extLst>
              </p14:cNvPr>
              <p14:cNvContentPartPr/>
              <p14:nvPr/>
            </p14:nvContentPartPr>
            <p14:xfrm>
              <a:off x="6441955" y="4860348"/>
              <a:ext cx="84600" cy="345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4D16701-4EE2-A044-E152-F8582B66A8A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35835" y="4854228"/>
                <a:ext cx="9684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A136B61-CEA7-AC33-D200-287DFA134073}"/>
                  </a:ext>
                </a:extLst>
              </p14:cNvPr>
              <p14:cNvContentPartPr/>
              <p14:nvPr/>
            </p14:nvContentPartPr>
            <p14:xfrm>
              <a:off x="6663715" y="4151148"/>
              <a:ext cx="494640" cy="1041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A136B61-CEA7-AC33-D200-287DFA13407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657595" y="4145028"/>
                <a:ext cx="506880" cy="10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4582667-5462-461C-8D6F-9594246C8FD2}"/>
                  </a:ext>
                </a:extLst>
              </p14:cNvPr>
              <p14:cNvContentPartPr/>
              <p14:nvPr/>
            </p14:nvContentPartPr>
            <p14:xfrm>
              <a:off x="7366795" y="4570548"/>
              <a:ext cx="66600" cy="340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4582667-5462-461C-8D6F-9594246C8FD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60675" y="4564428"/>
                <a:ext cx="788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236D10C-13CA-F214-62EC-6DFBF93EC2F6}"/>
                  </a:ext>
                </a:extLst>
              </p14:cNvPr>
              <p14:cNvContentPartPr/>
              <p14:nvPr/>
            </p14:nvContentPartPr>
            <p14:xfrm>
              <a:off x="7836235" y="3883668"/>
              <a:ext cx="550080" cy="572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236D10C-13CA-F214-62EC-6DFBF93EC2F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830115" y="3877548"/>
                <a:ext cx="562320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8B1614-AE99-D8DE-9C48-4A917B853945}"/>
                  </a:ext>
                </a:extLst>
              </p14:cNvPr>
              <p14:cNvContentPartPr/>
              <p14:nvPr/>
            </p14:nvContentPartPr>
            <p14:xfrm>
              <a:off x="4571035" y="4607628"/>
              <a:ext cx="5015160" cy="20066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8B1614-AE99-D8DE-9C48-4A917B85394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64915" y="4601508"/>
                <a:ext cx="5027400" cy="20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E97AEDD-E36D-4175-3048-4AC77BEADE29}"/>
                  </a:ext>
                </a:extLst>
              </p14:cNvPr>
              <p14:cNvContentPartPr/>
              <p14:nvPr/>
            </p14:nvContentPartPr>
            <p14:xfrm>
              <a:off x="4378795" y="6048348"/>
              <a:ext cx="72720" cy="264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E97AEDD-E36D-4175-3048-4AC77BEADE2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72675" y="6042228"/>
                <a:ext cx="849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6BC03FB-2B4B-1A83-3BD6-7393A2379A98}"/>
                  </a:ext>
                </a:extLst>
              </p14:cNvPr>
              <p14:cNvContentPartPr/>
              <p14:nvPr/>
            </p14:nvContentPartPr>
            <p14:xfrm>
              <a:off x="3016915" y="5823708"/>
              <a:ext cx="715320" cy="6242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6BC03FB-2B4B-1A83-3BD6-7393A2379A9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10795" y="5817588"/>
                <a:ext cx="727560" cy="6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358EB44-00B3-AADB-0B73-5A7D685ACA90}"/>
                  </a:ext>
                </a:extLst>
              </p14:cNvPr>
              <p14:cNvContentPartPr/>
              <p14:nvPr/>
            </p14:nvContentPartPr>
            <p14:xfrm>
              <a:off x="2818555" y="6037548"/>
              <a:ext cx="927720" cy="289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358EB44-00B3-AADB-0B73-5A7D685ACA9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812435" y="6031428"/>
                <a:ext cx="9399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3459C83-E0D1-74CA-59B6-04E84BBE2CB9}"/>
                  </a:ext>
                </a:extLst>
              </p14:cNvPr>
              <p14:cNvContentPartPr/>
              <p14:nvPr/>
            </p14:nvContentPartPr>
            <p14:xfrm>
              <a:off x="3336955" y="5754588"/>
              <a:ext cx="104040" cy="772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3459C83-E0D1-74CA-59B6-04E84BBE2CB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30835" y="5748468"/>
                <a:ext cx="116280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8B947FF-ECDD-ABAE-2A08-6D747529849E}"/>
                  </a:ext>
                </a:extLst>
              </p14:cNvPr>
              <p14:cNvContentPartPr/>
              <p14:nvPr/>
            </p14:nvContentPartPr>
            <p14:xfrm>
              <a:off x="3226075" y="5887788"/>
              <a:ext cx="59400" cy="514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8B947FF-ECDD-ABAE-2A08-6D747529849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19955" y="5881668"/>
                <a:ext cx="716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DA5B314-3C7B-2E45-DDD6-A731E7E4AC45}"/>
                  </a:ext>
                </a:extLst>
              </p14:cNvPr>
              <p14:cNvContentPartPr/>
              <p14:nvPr/>
            </p14:nvContentPartPr>
            <p14:xfrm>
              <a:off x="3569875" y="6182988"/>
              <a:ext cx="29160" cy="13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DA5B314-3C7B-2E45-DDD6-A731E7E4AC4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63755" y="6176868"/>
                <a:ext cx="414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C187A19-5DFD-98F4-E545-598B790B1282}"/>
                  </a:ext>
                </a:extLst>
              </p14:cNvPr>
              <p14:cNvContentPartPr/>
              <p14:nvPr/>
            </p14:nvContentPartPr>
            <p14:xfrm>
              <a:off x="3397435" y="6167868"/>
              <a:ext cx="18360" cy="3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C187A19-5DFD-98F4-E545-598B790B128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91315" y="6161748"/>
                <a:ext cx="3060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B1A4349-4D75-B99E-6CA4-CD6F283B5BA4}"/>
                  </a:ext>
                </a:extLst>
              </p14:cNvPr>
              <p14:cNvContentPartPr/>
              <p14:nvPr/>
            </p14:nvContentPartPr>
            <p14:xfrm>
              <a:off x="3114115" y="6236268"/>
              <a:ext cx="294480" cy="979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B1A4349-4D75-B99E-6CA4-CD6F283B5BA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07995" y="6230148"/>
                <a:ext cx="3067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F362BF8-7A7D-2C7B-D98C-731684A646EE}"/>
                  </a:ext>
                </a:extLst>
              </p14:cNvPr>
              <p14:cNvContentPartPr/>
              <p14:nvPr/>
            </p14:nvContentPartPr>
            <p14:xfrm>
              <a:off x="3255235" y="6057348"/>
              <a:ext cx="108720" cy="333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F362BF8-7A7D-2C7B-D98C-731684A646E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249115" y="6051228"/>
                <a:ext cx="12096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4FF3169-9F88-C0C9-DF65-FB5187DC4F83}"/>
                  </a:ext>
                </a:extLst>
              </p14:cNvPr>
              <p14:cNvContentPartPr/>
              <p14:nvPr/>
            </p14:nvContentPartPr>
            <p14:xfrm>
              <a:off x="3164515" y="6237348"/>
              <a:ext cx="308880" cy="1404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4FF3169-9F88-C0C9-DF65-FB5187DC4F8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158395" y="6231228"/>
                <a:ext cx="3211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A7A7EFB-5793-DC18-4706-B263DE633EDF}"/>
                  </a:ext>
                </a:extLst>
              </p14:cNvPr>
              <p14:cNvContentPartPr/>
              <p14:nvPr/>
            </p14:nvContentPartPr>
            <p14:xfrm>
              <a:off x="367315" y="2399748"/>
              <a:ext cx="1071000" cy="11275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A7A7EFB-5793-DC18-4706-B263DE633ED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1195" y="2393628"/>
                <a:ext cx="1083240" cy="11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0D60913-BC4F-2728-0E21-1A12ABCCD895}"/>
                  </a:ext>
                </a:extLst>
              </p14:cNvPr>
              <p14:cNvContentPartPr/>
              <p14:nvPr/>
            </p14:nvContentPartPr>
            <p14:xfrm>
              <a:off x="963115" y="3327828"/>
              <a:ext cx="899640" cy="5680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0D60913-BC4F-2728-0E21-1A12ABCCD89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56995" y="3321708"/>
                <a:ext cx="911880" cy="5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CF87A5B-50C5-29AC-9F58-E69945841778}"/>
                  </a:ext>
                </a:extLst>
              </p14:cNvPr>
              <p14:cNvContentPartPr/>
              <p14:nvPr/>
            </p14:nvContentPartPr>
            <p14:xfrm>
              <a:off x="314035" y="5104428"/>
              <a:ext cx="539280" cy="4964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CF87A5B-50C5-29AC-9F58-E6994584177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07915" y="5098308"/>
                <a:ext cx="551520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F01DF0E-7C14-FDDE-167E-729002CE32A4}"/>
                  </a:ext>
                </a:extLst>
              </p14:cNvPr>
              <p14:cNvContentPartPr/>
              <p14:nvPr/>
            </p14:nvContentPartPr>
            <p14:xfrm>
              <a:off x="4618915" y="5716428"/>
              <a:ext cx="482400" cy="2653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F01DF0E-7C14-FDDE-167E-729002CE32A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12795" y="5710308"/>
                <a:ext cx="494640" cy="27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98516667-1FAA-B1C7-75A7-2E54664B30A6}"/>
              </a:ext>
            </a:extLst>
          </p:cNvPr>
          <p:cNvGrpSpPr/>
          <p:nvPr/>
        </p:nvGrpSpPr>
        <p:grpSpPr>
          <a:xfrm>
            <a:off x="9132235" y="3162948"/>
            <a:ext cx="1283040" cy="1160280"/>
            <a:chOff x="9132235" y="3162948"/>
            <a:chExt cx="1283040" cy="11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CC85BB-C706-0039-2872-A6763F12665F}"/>
                    </a:ext>
                  </a:extLst>
                </p14:cNvPr>
                <p14:cNvContentPartPr/>
                <p14:nvPr/>
              </p14:nvContentPartPr>
              <p14:xfrm>
                <a:off x="9132235" y="3617988"/>
                <a:ext cx="181080" cy="705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CC85BB-C706-0039-2872-A6763F12665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26115" y="3611868"/>
                  <a:ext cx="19332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584D7B4-7D2C-F5EA-6123-1AA63D02F641}"/>
                    </a:ext>
                  </a:extLst>
                </p14:cNvPr>
                <p14:cNvContentPartPr/>
                <p14:nvPr/>
              </p14:nvContentPartPr>
              <p14:xfrm>
                <a:off x="9317995" y="3162948"/>
                <a:ext cx="244080" cy="10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584D7B4-7D2C-F5EA-6123-1AA63D02F64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11875" y="3156828"/>
                  <a:ext cx="256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C606CA7-3188-963D-D7E9-0D4A6A82A877}"/>
                    </a:ext>
                  </a:extLst>
                </p14:cNvPr>
                <p14:cNvContentPartPr/>
                <p14:nvPr/>
              </p14:nvContentPartPr>
              <p14:xfrm>
                <a:off x="9577195" y="3601428"/>
                <a:ext cx="702000" cy="266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C606CA7-3188-963D-D7E9-0D4A6A82A87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71075" y="3595308"/>
                  <a:ext cx="7142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FD9A0A-1D9D-3C3F-B4FE-5CF6A4DDDE45}"/>
                    </a:ext>
                  </a:extLst>
                </p14:cNvPr>
                <p14:cNvContentPartPr/>
                <p14:nvPr/>
              </p14:nvContentPartPr>
              <p14:xfrm>
                <a:off x="9839995" y="3241068"/>
                <a:ext cx="531720" cy="882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FD9A0A-1D9D-3C3F-B4FE-5CF6A4DDDE4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33875" y="3234948"/>
                  <a:ext cx="54396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60EBB99-21C6-210A-0004-FB1D699C492F}"/>
                    </a:ext>
                  </a:extLst>
                </p14:cNvPr>
                <p14:cNvContentPartPr/>
                <p14:nvPr/>
              </p14:nvContentPartPr>
              <p14:xfrm>
                <a:off x="10234195" y="3820668"/>
                <a:ext cx="181080" cy="52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60EBB99-21C6-210A-0004-FB1D699C49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28075" y="3814548"/>
                  <a:ext cx="19332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61F1743-3817-8C4D-252C-02CFE1D7C326}"/>
              </a:ext>
            </a:extLst>
          </p:cNvPr>
          <p:cNvGrpSpPr/>
          <p:nvPr/>
        </p:nvGrpSpPr>
        <p:grpSpPr>
          <a:xfrm>
            <a:off x="5954875" y="61548"/>
            <a:ext cx="5248800" cy="2663640"/>
            <a:chOff x="5954875" y="61548"/>
            <a:chExt cx="5248800" cy="266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976B06-7DF4-8083-00C4-DFE274CD289E}"/>
                    </a:ext>
                  </a:extLst>
                </p14:cNvPr>
                <p14:cNvContentPartPr/>
                <p14:nvPr/>
              </p14:nvContentPartPr>
              <p14:xfrm>
                <a:off x="5954875" y="347748"/>
                <a:ext cx="208800" cy="686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976B06-7DF4-8083-00C4-DFE274CD28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48755" y="341628"/>
                  <a:ext cx="22104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F92484-4D3C-934C-B529-681F38257A2D}"/>
                    </a:ext>
                  </a:extLst>
                </p14:cNvPr>
                <p14:cNvContentPartPr/>
                <p14:nvPr/>
              </p14:nvContentPartPr>
              <p14:xfrm>
                <a:off x="6456355" y="815748"/>
                <a:ext cx="160560" cy="395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F92484-4D3C-934C-B529-681F38257A2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50235" y="809628"/>
                  <a:ext cx="1728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2DCC81-D226-73A2-2B49-CF8E66A01019}"/>
                    </a:ext>
                  </a:extLst>
                </p14:cNvPr>
                <p14:cNvContentPartPr/>
                <p14:nvPr/>
              </p14:nvContentPartPr>
              <p14:xfrm>
                <a:off x="6154315" y="1445388"/>
                <a:ext cx="13680" cy="18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2DCC81-D226-73A2-2B49-CF8E66A0101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48195" y="1439268"/>
                  <a:ext cx="2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02F42EE-7C7E-DF2D-CF04-E1517EC8133B}"/>
                    </a:ext>
                  </a:extLst>
                </p14:cNvPr>
                <p14:cNvContentPartPr/>
                <p14:nvPr/>
              </p14:nvContentPartPr>
              <p14:xfrm>
                <a:off x="7464715" y="208788"/>
                <a:ext cx="43920" cy="63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02F42EE-7C7E-DF2D-CF04-E1517EC8133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58595" y="202668"/>
                  <a:ext cx="56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F1C2DC-70BE-91B9-1968-3CCD70F13943}"/>
                    </a:ext>
                  </a:extLst>
                </p14:cNvPr>
                <p14:cNvContentPartPr/>
                <p14:nvPr/>
              </p14:nvContentPartPr>
              <p14:xfrm>
                <a:off x="7328275" y="209508"/>
                <a:ext cx="434520" cy="861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F1C2DC-70BE-91B9-1968-3CCD70F1394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22155" y="203388"/>
                  <a:ext cx="44676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D4C15B-9580-545E-5C3D-35182CE4D5AC}"/>
                    </a:ext>
                  </a:extLst>
                </p14:cNvPr>
                <p14:cNvContentPartPr/>
                <p14:nvPr/>
              </p14:nvContentPartPr>
              <p14:xfrm>
                <a:off x="7384795" y="187548"/>
                <a:ext cx="101520" cy="77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D4C15B-9580-545E-5C3D-35182CE4D5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78675" y="181428"/>
                  <a:ext cx="113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0EBA3BF-684A-20C7-9A65-AC47E2B5DCC2}"/>
                    </a:ext>
                  </a:extLst>
                </p14:cNvPr>
                <p14:cNvContentPartPr/>
                <p14:nvPr/>
              </p14:nvContentPartPr>
              <p14:xfrm>
                <a:off x="8037475" y="855708"/>
                <a:ext cx="168120" cy="248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0EBA3BF-684A-20C7-9A65-AC47E2B5DCC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31355" y="849588"/>
                  <a:ext cx="1803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E4B1BE3-73E8-048F-F3C5-D30FFF63FFB9}"/>
                    </a:ext>
                  </a:extLst>
                </p14:cNvPr>
                <p14:cNvContentPartPr/>
                <p14:nvPr/>
              </p14:nvContentPartPr>
              <p14:xfrm>
                <a:off x="8349595" y="258828"/>
                <a:ext cx="30600" cy="105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E4B1BE3-73E8-048F-F3C5-D30FFF63FFB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43475" y="252708"/>
                  <a:ext cx="428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949B43D-9CB3-892D-DE93-FBBA61E18EB2}"/>
                    </a:ext>
                  </a:extLst>
                </p14:cNvPr>
                <p14:cNvContentPartPr/>
                <p14:nvPr/>
              </p14:nvContentPartPr>
              <p14:xfrm>
                <a:off x="7855315" y="78828"/>
                <a:ext cx="306000" cy="1626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949B43D-9CB3-892D-DE93-FBBA61E18EB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49195" y="72708"/>
                  <a:ext cx="318240" cy="16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E05A9F0-3EF7-0A39-AB99-AB2A5B170D80}"/>
                    </a:ext>
                  </a:extLst>
                </p14:cNvPr>
                <p14:cNvContentPartPr/>
                <p14:nvPr/>
              </p14:nvContentPartPr>
              <p14:xfrm>
                <a:off x="6141355" y="1340988"/>
                <a:ext cx="1374840" cy="1169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E05A9F0-3EF7-0A39-AB99-AB2A5B170D8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35235" y="1334868"/>
                  <a:ext cx="1387080" cy="11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2B908D8-48CB-E053-0BE4-3705560B25B7}"/>
                    </a:ext>
                  </a:extLst>
                </p14:cNvPr>
                <p14:cNvContentPartPr/>
                <p14:nvPr/>
              </p14:nvContentPartPr>
              <p14:xfrm>
                <a:off x="7826515" y="1901868"/>
                <a:ext cx="313920" cy="823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2B908D8-48CB-E053-0BE4-3705560B25B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20395" y="1895748"/>
                  <a:ext cx="326160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EA7CEF4-7B2A-0E40-9D3A-D0E3F1B25F3E}"/>
                    </a:ext>
                  </a:extLst>
                </p14:cNvPr>
                <p14:cNvContentPartPr/>
                <p14:nvPr/>
              </p14:nvContentPartPr>
              <p14:xfrm>
                <a:off x="8293795" y="1725108"/>
                <a:ext cx="217440" cy="583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EA7CEF4-7B2A-0E40-9D3A-D0E3F1B25F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87675" y="1718988"/>
                  <a:ext cx="22968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4E0121B-4F39-F53C-3C5A-4A27D2E312B4}"/>
                    </a:ext>
                  </a:extLst>
                </p14:cNvPr>
                <p14:cNvContentPartPr/>
                <p14:nvPr/>
              </p14:nvContentPartPr>
              <p14:xfrm>
                <a:off x="8326555" y="1780188"/>
                <a:ext cx="529920" cy="336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4E0121B-4F39-F53C-3C5A-4A27D2E312B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20435" y="1774068"/>
                  <a:ext cx="5421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F525F69-329A-8130-9FBE-B4BBDB2E8143}"/>
                    </a:ext>
                  </a:extLst>
                </p14:cNvPr>
                <p14:cNvContentPartPr/>
                <p14:nvPr/>
              </p14:nvContentPartPr>
              <p14:xfrm>
                <a:off x="8997235" y="1469508"/>
                <a:ext cx="431640" cy="508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F525F69-329A-8130-9FBE-B4BBDB2E814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91115" y="1463388"/>
                  <a:ext cx="4438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4D6B67B-D7C0-4452-5ACD-A6704D36D7A6}"/>
                    </a:ext>
                  </a:extLst>
                </p14:cNvPr>
                <p14:cNvContentPartPr/>
                <p14:nvPr/>
              </p14:nvContentPartPr>
              <p14:xfrm>
                <a:off x="9522475" y="1230108"/>
                <a:ext cx="60480" cy="478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4D6B67B-D7C0-4452-5ACD-A6704D36D7A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516355" y="1223988"/>
                  <a:ext cx="727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8676437-1AB1-A0D3-128A-8D98ACD1E1EA}"/>
                    </a:ext>
                  </a:extLst>
                </p14:cNvPr>
                <p14:cNvContentPartPr/>
                <p14:nvPr/>
              </p14:nvContentPartPr>
              <p14:xfrm>
                <a:off x="9564955" y="1448628"/>
                <a:ext cx="242640" cy="93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8676437-1AB1-A0D3-128A-8D98ACD1E1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558835" y="1442508"/>
                  <a:ext cx="254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CD28286-C356-F0C5-F5E2-8199497FB7CF}"/>
                    </a:ext>
                  </a:extLst>
                </p14:cNvPr>
                <p14:cNvContentPartPr/>
                <p14:nvPr/>
              </p14:nvContentPartPr>
              <p14:xfrm>
                <a:off x="9832795" y="1043988"/>
                <a:ext cx="804600" cy="840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CD28286-C356-F0C5-F5E2-8199497FB7C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26675" y="1037868"/>
                  <a:ext cx="816840" cy="85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0A2B2AA-91D1-1235-43D0-A1D29E6F4342}"/>
                    </a:ext>
                  </a:extLst>
                </p14:cNvPr>
                <p14:cNvContentPartPr/>
                <p14:nvPr/>
              </p14:nvContentPartPr>
              <p14:xfrm>
                <a:off x="10797235" y="926268"/>
                <a:ext cx="1440" cy="15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0A2B2AA-91D1-1235-43D0-A1D29E6F434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791115" y="920148"/>
                  <a:ext cx="13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49CF289-1E43-9946-B33D-5E4E5F690F6A}"/>
                    </a:ext>
                  </a:extLst>
                </p14:cNvPr>
                <p14:cNvContentPartPr/>
                <p14:nvPr/>
              </p14:nvContentPartPr>
              <p14:xfrm>
                <a:off x="7937395" y="548628"/>
                <a:ext cx="1692000" cy="502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49CF289-1E43-9946-B33D-5E4E5F690F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31275" y="542508"/>
                  <a:ext cx="170424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115A497-D5E4-1AAE-A67F-F90F8727F6C0}"/>
                    </a:ext>
                  </a:extLst>
                </p14:cNvPr>
                <p14:cNvContentPartPr/>
                <p14:nvPr/>
              </p14:nvContentPartPr>
              <p14:xfrm>
                <a:off x="9944395" y="174228"/>
                <a:ext cx="394200" cy="705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115A497-D5E4-1AAE-A67F-F90F8727F6C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38275" y="168108"/>
                  <a:ext cx="40644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B4FC95D-637B-CABD-84F4-E0D0214C255B}"/>
                    </a:ext>
                  </a:extLst>
                </p14:cNvPr>
                <p14:cNvContentPartPr/>
                <p14:nvPr/>
              </p14:nvContentPartPr>
              <p14:xfrm>
                <a:off x="10011355" y="61548"/>
                <a:ext cx="216720" cy="77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B4FC95D-637B-CABD-84F4-E0D0214C255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05235" y="55428"/>
                  <a:ext cx="228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3CA1B10-7BF0-D62C-C131-ADA91804241E}"/>
                    </a:ext>
                  </a:extLst>
                </p14:cNvPr>
                <p14:cNvContentPartPr/>
                <p14:nvPr/>
              </p14:nvContentPartPr>
              <p14:xfrm>
                <a:off x="10142755" y="398868"/>
                <a:ext cx="166680" cy="110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3CA1B10-7BF0-D62C-C131-ADA91804241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36635" y="392748"/>
                  <a:ext cx="178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C15A8E6-6BF7-B84C-7C84-E77FB7F47A3D}"/>
                    </a:ext>
                  </a:extLst>
                </p14:cNvPr>
                <p14:cNvContentPartPr/>
                <p14:nvPr/>
              </p14:nvContentPartPr>
              <p14:xfrm>
                <a:off x="10436875" y="275028"/>
                <a:ext cx="510480" cy="844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C15A8E6-6BF7-B84C-7C84-E77FB7F47A3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30755" y="268908"/>
                  <a:ext cx="522720" cy="8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814E763-0E07-8551-E332-6515611239C5}"/>
                    </a:ext>
                  </a:extLst>
                </p14:cNvPr>
                <p14:cNvContentPartPr/>
                <p14:nvPr/>
              </p14:nvContentPartPr>
              <p14:xfrm>
                <a:off x="11125195" y="362868"/>
                <a:ext cx="78480" cy="91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814E763-0E07-8551-E332-6515611239C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19075" y="356748"/>
                  <a:ext cx="90720" cy="10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760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AE161CD-E7BC-7D8B-3E4E-22F31323BB75}"/>
                  </a:ext>
                </a:extLst>
              </p14:cNvPr>
              <p14:cNvContentPartPr/>
              <p14:nvPr/>
            </p14:nvContentPartPr>
            <p14:xfrm>
              <a:off x="1129435" y="2304348"/>
              <a:ext cx="498240" cy="2309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AE161CD-E7BC-7D8B-3E4E-22F31323BB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3315" y="2298228"/>
                <a:ext cx="510480" cy="23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B36BD32-F523-14B4-47E7-14B895A8AAD0}"/>
                  </a:ext>
                </a:extLst>
              </p14:cNvPr>
              <p14:cNvContentPartPr/>
              <p14:nvPr/>
            </p14:nvContentPartPr>
            <p14:xfrm>
              <a:off x="2159035" y="2388228"/>
              <a:ext cx="591120" cy="2009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B36BD32-F523-14B4-47E7-14B895A8AA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2915" y="2382108"/>
                <a:ext cx="603360" cy="20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4A3A89-08C9-944B-862E-290F9C81C057}"/>
                  </a:ext>
                </a:extLst>
              </p14:cNvPr>
              <p14:cNvContentPartPr/>
              <p14:nvPr/>
            </p14:nvContentPartPr>
            <p14:xfrm>
              <a:off x="1356235" y="4518708"/>
              <a:ext cx="473760" cy="1943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4A3A89-08C9-944B-862E-290F9C81C0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0115" y="4512588"/>
                <a:ext cx="486000" cy="19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8CDE8A5-9C90-0FE2-AC7A-15C64DC50628}"/>
                  </a:ext>
                </a:extLst>
              </p14:cNvPr>
              <p14:cNvContentPartPr/>
              <p14:nvPr/>
            </p14:nvContentPartPr>
            <p14:xfrm>
              <a:off x="2584555" y="4545348"/>
              <a:ext cx="596160" cy="16779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8CDE8A5-9C90-0FE2-AC7A-15C64DC506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78435" y="4539228"/>
                <a:ext cx="608400" cy="16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592A3B8-C866-C042-6756-E61D459B66E8}"/>
                  </a:ext>
                </a:extLst>
              </p14:cNvPr>
              <p14:cNvContentPartPr/>
              <p14:nvPr/>
            </p14:nvContentPartPr>
            <p14:xfrm>
              <a:off x="4155955" y="4987068"/>
              <a:ext cx="691200" cy="156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592A3B8-C866-C042-6756-E61D459B66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49835" y="4980948"/>
                <a:ext cx="7034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48C01E5-820A-D226-CDD7-47777075CD1B}"/>
                  </a:ext>
                </a:extLst>
              </p14:cNvPr>
              <p14:cNvContentPartPr/>
              <p14:nvPr/>
            </p14:nvContentPartPr>
            <p14:xfrm>
              <a:off x="4603075" y="4570548"/>
              <a:ext cx="453240" cy="1100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48C01E5-820A-D226-CDD7-47777075CD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96955" y="4564428"/>
                <a:ext cx="465480" cy="11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07FAC18F-9629-B935-5EFE-B5867D3656AD}"/>
              </a:ext>
            </a:extLst>
          </p:cNvPr>
          <p:cNvGrpSpPr/>
          <p:nvPr/>
        </p:nvGrpSpPr>
        <p:grpSpPr>
          <a:xfrm>
            <a:off x="3609475" y="2291388"/>
            <a:ext cx="3805920" cy="1290960"/>
            <a:chOff x="3609475" y="2291388"/>
            <a:chExt cx="3805920" cy="12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E39D736-172A-B3E0-F504-B09772AD8CE4}"/>
                    </a:ext>
                  </a:extLst>
                </p14:cNvPr>
                <p14:cNvContentPartPr/>
                <p14:nvPr/>
              </p14:nvContentPartPr>
              <p14:xfrm>
                <a:off x="3609475" y="3021828"/>
                <a:ext cx="824040" cy="215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E39D736-172A-B3E0-F504-B09772AD8CE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03355" y="3015708"/>
                  <a:ext cx="8362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D9ED8DE-E117-34DB-B8F7-530002B061D2}"/>
                    </a:ext>
                  </a:extLst>
                </p14:cNvPr>
                <p14:cNvContentPartPr/>
                <p14:nvPr/>
              </p14:nvContentPartPr>
              <p14:xfrm>
                <a:off x="4240555" y="2594868"/>
                <a:ext cx="359640" cy="987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D9ED8DE-E117-34DB-B8F7-530002B061D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34435" y="2588748"/>
                  <a:ext cx="371880" cy="9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96EF6A-099C-C6A9-FFFD-0B92C078CF5F}"/>
                    </a:ext>
                  </a:extLst>
                </p14:cNvPr>
                <p14:cNvContentPartPr/>
                <p14:nvPr/>
              </p14:nvContentPartPr>
              <p14:xfrm>
                <a:off x="5160355" y="3254028"/>
                <a:ext cx="70200" cy="21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96EF6A-099C-C6A9-FFFD-0B92C078CF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54235" y="3247908"/>
                  <a:ext cx="82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820244-9332-2CB0-3B8B-62BC118449E8}"/>
                    </a:ext>
                  </a:extLst>
                </p14:cNvPr>
                <p14:cNvContentPartPr/>
                <p14:nvPr/>
              </p14:nvContentPartPr>
              <p14:xfrm>
                <a:off x="5080435" y="2394348"/>
                <a:ext cx="848520" cy="543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820244-9332-2CB0-3B8B-62BC118449E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74315" y="2388228"/>
                  <a:ext cx="86076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94E2609-9315-6206-4D26-ED2E9247BF3C}"/>
                    </a:ext>
                  </a:extLst>
                </p14:cNvPr>
                <p14:cNvContentPartPr/>
                <p14:nvPr/>
              </p14:nvContentPartPr>
              <p14:xfrm>
                <a:off x="6017515" y="2455188"/>
                <a:ext cx="342720" cy="485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94E2609-9315-6206-4D26-ED2E9247BF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11395" y="2449068"/>
                  <a:ext cx="3549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D6E025C-F75F-1708-84AA-101141BF4AE3}"/>
                    </a:ext>
                  </a:extLst>
                </p14:cNvPr>
                <p14:cNvContentPartPr/>
                <p14:nvPr/>
              </p14:nvContentPartPr>
              <p14:xfrm>
                <a:off x="6517195" y="2291388"/>
                <a:ext cx="27720" cy="583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D6E025C-F75F-1708-84AA-101141BF4AE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11075" y="2285268"/>
                  <a:ext cx="3996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CC72E47-E991-8976-9AEB-685B7A61F7E0}"/>
                    </a:ext>
                  </a:extLst>
                </p14:cNvPr>
                <p14:cNvContentPartPr/>
                <p14:nvPr/>
              </p14:nvContentPartPr>
              <p14:xfrm>
                <a:off x="6857755" y="2545548"/>
                <a:ext cx="557640" cy="836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CC72E47-E991-8976-9AEB-685B7A61F7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51635" y="2539428"/>
                  <a:ext cx="569880" cy="84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79FCC55-EDE2-0E17-3CF3-3466A878984B}"/>
              </a:ext>
            </a:extLst>
          </p:cNvPr>
          <p:cNvGrpSpPr/>
          <p:nvPr/>
        </p:nvGrpSpPr>
        <p:grpSpPr>
          <a:xfrm>
            <a:off x="8107315" y="1934988"/>
            <a:ext cx="3640680" cy="811440"/>
            <a:chOff x="8107315" y="1934988"/>
            <a:chExt cx="3640680" cy="81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31B25D3-3518-5BDA-0EDB-D70E4A69EF2E}"/>
                    </a:ext>
                  </a:extLst>
                </p14:cNvPr>
                <p14:cNvContentPartPr/>
                <p14:nvPr/>
              </p14:nvContentPartPr>
              <p14:xfrm>
                <a:off x="8107315" y="2383908"/>
                <a:ext cx="1188000" cy="165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31B25D3-3518-5BDA-0EDB-D70E4A69EF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01195" y="2377788"/>
                  <a:ext cx="1200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E3D886F-56F3-2639-2DA8-F8D71603F2F0}"/>
                    </a:ext>
                  </a:extLst>
                </p14:cNvPr>
                <p14:cNvContentPartPr/>
                <p14:nvPr/>
              </p14:nvContentPartPr>
              <p14:xfrm>
                <a:off x="9017755" y="2147028"/>
                <a:ext cx="237960" cy="583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E3D886F-56F3-2639-2DA8-F8D71603F2F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11635" y="2140908"/>
                  <a:ext cx="25020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034D7DC-A325-5EDB-2662-4AEB65E7FA13}"/>
                    </a:ext>
                  </a:extLst>
                </p14:cNvPr>
                <p14:cNvContentPartPr/>
                <p14:nvPr/>
              </p14:nvContentPartPr>
              <p14:xfrm>
                <a:off x="9678355" y="2280588"/>
                <a:ext cx="83160" cy="465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034D7DC-A325-5EDB-2662-4AEB65E7FA1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72235" y="2274468"/>
                  <a:ext cx="9540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121FF92-EB49-E617-7771-1B4D81B7DCB1}"/>
                    </a:ext>
                  </a:extLst>
                </p14:cNvPr>
                <p14:cNvContentPartPr/>
                <p14:nvPr/>
              </p14:nvContentPartPr>
              <p14:xfrm>
                <a:off x="9786355" y="2225148"/>
                <a:ext cx="685800" cy="366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121FF92-EB49-E617-7771-1B4D81B7DC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80235" y="2219028"/>
                  <a:ext cx="6980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E92427-7BE6-A0B3-005D-5852C068F050}"/>
                    </a:ext>
                  </a:extLst>
                </p14:cNvPr>
                <p14:cNvContentPartPr/>
                <p14:nvPr/>
              </p14:nvContentPartPr>
              <p14:xfrm>
                <a:off x="10595995" y="2101668"/>
                <a:ext cx="37800" cy="64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E92427-7BE6-A0B3-005D-5852C068F05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89875" y="2095548"/>
                  <a:ext cx="50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C70923E-C93E-22B7-71FF-3B263032973F}"/>
                    </a:ext>
                  </a:extLst>
                </p14:cNvPr>
                <p14:cNvContentPartPr/>
                <p14:nvPr/>
              </p14:nvContentPartPr>
              <p14:xfrm>
                <a:off x="10670155" y="1934988"/>
                <a:ext cx="1077840" cy="600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C70923E-C93E-22B7-71FF-3B263032973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64035" y="1928868"/>
                  <a:ext cx="1090080" cy="61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547A466-1790-901C-15D5-40C8757DA2AE}"/>
              </a:ext>
            </a:extLst>
          </p:cNvPr>
          <p:cNvGrpSpPr/>
          <p:nvPr/>
        </p:nvGrpSpPr>
        <p:grpSpPr>
          <a:xfrm>
            <a:off x="5674075" y="3862788"/>
            <a:ext cx="6015960" cy="1365840"/>
            <a:chOff x="5674075" y="3862788"/>
            <a:chExt cx="6015960" cy="13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A5FD293-24CA-14A6-B854-EA9587CDCCAE}"/>
                    </a:ext>
                  </a:extLst>
                </p14:cNvPr>
                <p14:cNvContentPartPr/>
                <p14:nvPr/>
              </p14:nvContentPartPr>
              <p14:xfrm>
                <a:off x="5674075" y="4271028"/>
                <a:ext cx="259920" cy="957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A5FD293-24CA-14A6-B854-EA9587CDCCA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67955" y="4264908"/>
                  <a:ext cx="27216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BB1E1B8-918A-39FD-80DA-442B54FE593C}"/>
                    </a:ext>
                  </a:extLst>
                </p14:cNvPr>
                <p14:cNvContentPartPr/>
                <p14:nvPr/>
              </p14:nvContentPartPr>
              <p14:xfrm>
                <a:off x="6273835" y="4465428"/>
                <a:ext cx="2159280" cy="567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BB1E1B8-918A-39FD-80DA-442B54FE593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67715" y="4459308"/>
                  <a:ext cx="21715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6BF738A-C220-AD13-D5B2-26A1E4B67AF3}"/>
                    </a:ext>
                  </a:extLst>
                </p14:cNvPr>
                <p14:cNvContentPartPr/>
                <p14:nvPr/>
              </p14:nvContentPartPr>
              <p14:xfrm>
                <a:off x="8831275" y="4514028"/>
                <a:ext cx="685800" cy="84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6BF738A-C220-AD13-D5B2-26A1E4B67AF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25155" y="4507908"/>
                  <a:ext cx="698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92DBA70-2E3C-3C07-9633-28880A8947D7}"/>
                    </a:ext>
                  </a:extLst>
                </p14:cNvPr>
                <p14:cNvContentPartPr/>
                <p14:nvPr/>
              </p14:nvContentPartPr>
              <p14:xfrm>
                <a:off x="9153835" y="4213428"/>
                <a:ext cx="443520" cy="812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92DBA70-2E3C-3C07-9633-28880A8947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147715" y="4207308"/>
                  <a:ext cx="45576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9F5782-9088-E4AF-0FEB-9DC8C947CCE4}"/>
                    </a:ext>
                  </a:extLst>
                </p14:cNvPr>
                <p14:cNvContentPartPr/>
                <p14:nvPr/>
              </p14:nvContentPartPr>
              <p14:xfrm>
                <a:off x="9913795" y="4128468"/>
                <a:ext cx="124200" cy="462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9F5782-9088-E4AF-0FEB-9DC8C947CC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07675" y="4122348"/>
                  <a:ext cx="13644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6192E6C-1319-A9D1-973E-CF689F97B9E1}"/>
                    </a:ext>
                  </a:extLst>
                </p14:cNvPr>
                <p14:cNvContentPartPr/>
                <p14:nvPr/>
              </p14:nvContentPartPr>
              <p14:xfrm>
                <a:off x="10078675" y="3862788"/>
                <a:ext cx="616680" cy="746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6192E6C-1319-A9D1-973E-CF689F97B9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072555" y="3856668"/>
                  <a:ext cx="62892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F327A6B-A74D-875C-751B-8439AF312B9B}"/>
                    </a:ext>
                  </a:extLst>
                </p14:cNvPr>
                <p14:cNvContentPartPr/>
                <p14:nvPr/>
              </p14:nvContentPartPr>
              <p14:xfrm>
                <a:off x="10937275" y="4033428"/>
                <a:ext cx="127080" cy="38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F327A6B-A74D-875C-751B-8439AF312B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31155" y="4027308"/>
                  <a:ext cx="139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9B874B6-2555-06C3-69F8-AAD8B91AADA1}"/>
                    </a:ext>
                  </a:extLst>
                </p14:cNvPr>
                <p14:cNvContentPartPr/>
                <p14:nvPr/>
              </p14:nvContentPartPr>
              <p14:xfrm>
                <a:off x="10851955" y="4159788"/>
                <a:ext cx="838080" cy="959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9B874B6-2555-06C3-69F8-AAD8B91AAD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845835" y="4153668"/>
                  <a:ext cx="850320" cy="9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3E24A03-C03C-FCB7-66F9-85BEBE576A5C}"/>
              </a:ext>
            </a:extLst>
          </p:cNvPr>
          <p:cNvGrpSpPr/>
          <p:nvPr/>
        </p:nvGrpSpPr>
        <p:grpSpPr>
          <a:xfrm>
            <a:off x="1612195" y="204108"/>
            <a:ext cx="9765360" cy="1562760"/>
            <a:chOff x="1612195" y="204108"/>
            <a:chExt cx="9765360" cy="156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563BB17-36E9-1B50-0655-C7D5A2C735BD}"/>
                    </a:ext>
                  </a:extLst>
                </p14:cNvPr>
                <p14:cNvContentPartPr/>
                <p14:nvPr/>
              </p14:nvContentPartPr>
              <p14:xfrm>
                <a:off x="1612195" y="204108"/>
                <a:ext cx="502560" cy="1076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563BB17-36E9-1B50-0655-C7D5A2C735B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06075" y="197988"/>
                  <a:ext cx="514800" cy="10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9D22DB-1EB5-AA6D-E5EC-D01E33D2F430}"/>
                    </a:ext>
                  </a:extLst>
                </p14:cNvPr>
                <p14:cNvContentPartPr/>
                <p14:nvPr/>
              </p14:nvContentPartPr>
              <p14:xfrm>
                <a:off x="2198635" y="248748"/>
                <a:ext cx="465480" cy="1518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9D22DB-1EB5-AA6D-E5EC-D01E33D2F43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92515" y="242628"/>
                  <a:ext cx="477720" cy="15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E5D881-55B7-4553-F4AA-6E238E3EF4F3}"/>
                    </a:ext>
                  </a:extLst>
                </p14:cNvPr>
                <p14:cNvContentPartPr/>
                <p14:nvPr/>
              </p14:nvContentPartPr>
              <p14:xfrm>
                <a:off x="2866075" y="686508"/>
                <a:ext cx="1296000" cy="162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E5D881-55B7-4553-F4AA-6E238E3EF4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59955" y="680388"/>
                  <a:ext cx="1308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C9F970-0780-E815-6FA0-B73A5D2189A1}"/>
                    </a:ext>
                  </a:extLst>
                </p14:cNvPr>
                <p14:cNvContentPartPr/>
                <p14:nvPr/>
              </p14:nvContentPartPr>
              <p14:xfrm>
                <a:off x="3881635" y="277188"/>
                <a:ext cx="524520" cy="1155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C9F970-0780-E815-6FA0-B73A5D2189A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75515" y="271068"/>
                  <a:ext cx="536760" cy="11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DCB04C-2A4E-A701-636F-71C8388CCF34}"/>
                    </a:ext>
                  </a:extLst>
                </p14:cNvPr>
                <p14:cNvContentPartPr/>
                <p14:nvPr/>
              </p14:nvContentPartPr>
              <p14:xfrm>
                <a:off x="4589755" y="996828"/>
                <a:ext cx="42480" cy="10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DCB04C-2A4E-A701-636F-71C8388CCF3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83635" y="990708"/>
                  <a:ext cx="54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7198581-DFF6-05CC-1F90-05624890EFC2}"/>
                    </a:ext>
                  </a:extLst>
                </p14:cNvPr>
                <p14:cNvContentPartPr/>
                <p14:nvPr/>
              </p14:nvContentPartPr>
              <p14:xfrm>
                <a:off x="2738995" y="1118508"/>
                <a:ext cx="423720" cy="130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7198581-DFF6-05CC-1F90-05624890EFC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32875" y="1112388"/>
                  <a:ext cx="435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CA7722-13DF-CBC7-0D0A-9A1B1B465F03}"/>
                    </a:ext>
                  </a:extLst>
                </p14:cNvPr>
                <p14:cNvContentPartPr/>
                <p14:nvPr/>
              </p14:nvContentPartPr>
              <p14:xfrm>
                <a:off x="2875435" y="1175028"/>
                <a:ext cx="216000" cy="10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CA7722-13DF-CBC7-0D0A-9A1B1B465F0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69315" y="1168908"/>
                  <a:ext cx="228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A817A95-F30A-EF7B-6E03-C4C68F3F9BCF}"/>
                    </a:ext>
                  </a:extLst>
                </p14:cNvPr>
                <p14:cNvContentPartPr/>
                <p14:nvPr/>
              </p14:nvContentPartPr>
              <p14:xfrm>
                <a:off x="4899715" y="565908"/>
                <a:ext cx="190800" cy="1054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A817A95-F30A-EF7B-6E03-C4C68F3F9BC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93595" y="559788"/>
                  <a:ext cx="203040" cy="10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28C827C-4AC9-85FA-60CA-609D2232190D}"/>
                    </a:ext>
                  </a:extLst>
                </p14:cNvPr>
                <p14:cNvContentPartPr/>
                <p14:nvPr/>
              </p14:nvContentPartPr>
              <p14:xfrm>
                <a:off x="5022835" y="874068"/>
                <a:ext cx="335880" cy="421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28C827C-4AC9-85FA-60CA-609D2232190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16715" y="867948"/>
                  <a:ext cx="3481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552CB74-D2DC-4F0E-90BA-51541F035985}"/>
                    </a:ext>
                  </a:extLst>
                </p14:cNvPr>
                <p14:cNvContentPartPr/>
                <p14:nvPr/>
              </p14:nvContentPartPr>
              <p14:xfrm>
                <a:off x="5593075" y="821868"/>
                <a:ext cx="326160" cy="345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552CB74-D2DC-4F0E-90BA-51541F0359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86955" y="815748"/>
                  <a:ext cx="3384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E399F88-ADCF-CCBF-4133-11BA474A4B79}"/>
                    </a:ext>
                  </a:extLst>
                </p14:cNvPr>
                <p14:cNvContentPartPr/>
                <p14:nvPr/>
              </p14:nvContentPartPr>
              <p14:xfrm>
                <a:off x="6127315" y="598668"/>
                <a:ext cx="429480" cy="499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E399F88-ADCF-CCBF-4133-11BA474A4B7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21195" y="592548"/>
                  <a:ext cx="44172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9EDFB2-1882-A585-4079-F9C8BBEFF355}"/>
                    </a:ext>
                  </a:extLst>
                </p14:cNvPr>
                <p14:cNvContentPartPr/>
                <p14:nvPr/>
              </p14:nvContentPartPr>
              <p14:xfrm>
                <a:off x="6786835" y="729708"/>
                <a:ext cx="1191600" cy="291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9EDFB2-1882-A585-4079-F9C8BBEFF35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80715" y="723588"/>
                  <a:ext cx="1203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9091B9-7AAE-130E-F34C-DC826D40C635}"/>
                    </a:ext>
                  </a:extLst>
                </p14:cNvPr>
                <p14:cNvContentPartPr/>
                <p14:nvPr/>
              </p14:nvContentPartPr>
              <p14:xfrm>
                <a:off x="8170675" y="392388"/>
                <a:ext cx="34560" cy="516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9091B9-7AAE-130E-F34C-DC826D40C63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64555" y="386268"/>
                  <a:ext cx="4680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1EABB0-6A65-74AD-F293-9A88C23407BD}"/>
                    </a:ext>
                  </a:extLst>
                </p14:cNvPr>
                <p14:cNvContentPartPr/>
                <p14:nvPr/>
              </p14:nvContentPartPr>
              <p14:xfrm>
                <a:off x="7904635" y="611268"/>
                <a:ext cx="785520" cy="70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1EABB0-6A65-74AD-F293-9A88C23407B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98515" y="605148"/>
                  <a:ext cx="797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B9A8FF3-1104-AC11-2D9D-33DBCB87FFD6}"/>
                    </a:ext>
                  </a:extLst>
                </p14:cNvPr>
                <p14:cNvContentPartPr/>
                <p14:nvPr/>
              </p14:nvContentPartPr>
              <p14:xfrm>
                <a:off x="8594395" y="357828"/>
                <a:ext cx="424800" cy="598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B9A8FF3-1104-AC11-2D9D-33DBCB87FF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88275" y="351708"/>
                  <a:ext cx="43704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A763D9B-F3E8-5809-9ED8-1431707EC01C}"/>
                    </a:ext>
                  </a:extLst>
                </p14:cNvPr>
                <p14:cNvContentPartPr/>
                <p14:nvPr/>
              </p14:nvContentPartPr>
              <p14:xfrm>
                <a:off x="9205675" y="625668"/>
                <a:ext cx="259560" cy="300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A763D9B-F3E8-5809-9ED8-1431707EC01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99555" y="619548"/>
                  <a:ext cx="2718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6BEC815-22A2-3659-2AF4-36518B2D23A8}"/>
                    </a:ext>
                  </a:extLst>
                </p14:cNvPr>
                <p14:cNvContentPartPr/>
                <p14:nvPr/>
              </p14:nvContentPartPr>
              <p14:xfrm>
                <a:off x="9586915" y="617388"/>
                <a:ext cx="256320" cy="407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6BEC815-22A2-3659-2AF4-36518B2D23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80795" y="611268"/>
                  <a:ext cx="26856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D9497D-2489-6531-E438-A377642CF7A5}"/>
                    </a:ext>
                  </a:extLst>
                </p14:cNvPr>
                <p14:cNvContentPartPr/>
                <p14:nvPr/>
              </p14:nvContentPartPr>
              <p14:xfrm>
                <a:off x="9989395" y="539268"/>
                <a:ext cx="553320" cy="463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D9497D-2489-6531-E438-A377642CF7A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83275" y="533148"/>
                  <a:ext cx="5655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E42BBA-31BD-6597-5BB0-5F7AF03D9823}"/>
                    </a:ext>
                  </a:extLst>
                </p14:cNvPr>
                <p14:cNvContentPartPr/>
                <p14:nvPr/>
              </p14:nvContentPartPr>
              <p14:xfrm>
                <a:off x="10950595" y="847068"/>
                <a:ext cx="32040" cy="12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E42BBA-31BD-6597-5BB0-5F7AF03D982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44475" y="840948"/>
                  <a:ext cx="44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39DC986-061A-1E29-035C-90E73BEF292F}"/>
                    </a:ext>
                  </a:extLst>
                </p14:cNvPr>
                <p14:cNvContentPartPr/>
                <p14:nvPr/>
              </p14:nvContentPartPr>
              <p14:xfrm>
                <a:off x="7036315" y="1220388"/>
                <a:ext cx="240840" cy="486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39DC986-061A-1E29-035C-90E73BEF292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30195" y="1214268"/>
                  <a:ext cx="25308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6753BB7-962A-C894-F405-AD157B729C07}"/>
                    </a:ext>
                  </a:extLst>
                </p14:cNvPr>
                <p14:cNvContentPartPr/>
                <p14:nvPr/>
              </p14:nvContentPartPr>
              <p14:xfrm>
                <a:off x="7438075" y="1131468"/>
                <a:ext cx="1027800" cy="378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6753BB7-962A-C894-F405-AD157B729C0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31955" y="1125348"/>
                  <a:ext cx="10400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35FDFA8-4FFE-4C53-C64D-B5ED7C68423A}"/>
                    </a:ext>
                  </a:extLst>
                </p14:cNvPr>
                <p14:cNvContentPartPr/>
                <p14:nvPr/>
              </p14:nvContentPartPr>
              <p14:xfrm>
                <a:off x="8866195" y="1108428"/>
                <a:ext cx="354240" cy="485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35FDFA8-4FFE-4C53-C64D-B5ED7C68423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60075" y="1102308"/>
                  <a:ext cx="3664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A98802F-95BB-5668-A26B-E5A747381949}"/>
                    </a:ext>
                  </a:extLst>
                </p14:cNvPr>
                <p14:cNvContentPartPr/>
                <p14:nvPr/>
              </p14:nvContentPartPr>
              <p14:xfrm>
                <a:off x="9282715" y="1084668"/>
                <a:ext cx="1600560" cy="480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A98802F-95BB-5668-A26B-E5A7473819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76595" y="1078548"/>
                  <a:ext cx="161280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87A346-F437-BE46-DB98-8EE4F5D950A3}"/>
                    </a:ext>
                  </a:extLst>
                </p14:cNvPr>
                <p14:cNvContentPartPr/>
                <p14:nvPr/>
              </p14:nvContentPartPr>
              <p14:xfrm>
                <a:off x="10880755" y="1163148"/>
                <a:ext cx="333360" cy="235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87A346-F437-BE46-DB98-8EE4F5D950A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874635" y="1157028"/>
                  <a:ext cx="3456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E738B88-907E-31AF-6BA5-7D915C79DED1}"/>
                    </a:ext>
                  </a:extLst>
                </p14:cNvPr>
                <p14:cNvContentPartPr/>
                <p14:nvPr/>
              </p14:nvContentPartPr>
              <p14:xfrm>
                <a:off x="11366395" y="1292028"/>
                <a:ext cx="11160" cy="20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E738B88-907E-31AF-6BA5-7D915C79DED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360275" y="1285908"/>
                  <a:ext cx="23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A57D688-0E54-8DB4-31FC-AD29D2548C76}"/>
                    </a:ext>
                  </a:extLst>
                </p14:cNvPr>
                <p14:cNvContentPartPr/>
                <p14:nvPr/>
              </p14:nvContentPartPr>
              <p14:xfrm>
                <a:off x="5298955" y="1386348"/>
                <a:ext cx="1225440" cy="255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A57D688-0E54-8DB4-31FC-AD29D2548C7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92835" y="1380228"/>
                  <a:ext cx="123768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B2726C7-F5C2-F3B9-6329-53C8FCCDC058}"/>
                  </a:ext>
                </a:extLst>
              </p14:cNvPr>
              <p14:cNvContentPartPr/>
              <p14:nvPr/>
            </p14:nvContentPartPr>
            <p14:xfrm>
              <a:off x="5647795" y="3412428"/>
              <a:ext cx="789840" cy="1018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B2726C7-F5C2-F3B9-6329-53C8FCCDC05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641675" y="3406308"/>
                <a:ext cx="8020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29EF85E-6610-4653-EA5C-3CCCA8C4D2C1}"/>
                  </a:ext>
                </a:extLst>
              </p14:cNvPr>
              <p14:cNvContentPartPr/>
              <p14:nvPr/>
            </p14:nvContentPartPr>
            <p14:xfrm>
              <a:off x="6613315" y="5286588"/>
              <a:ext cx="366840" cy="327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29EF85E-6610-4653-EA5C-3CCCA8C4D2C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607195" y="5280468"/>
                <a:ext cx="379080" cy="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4692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8EDDAF62-0B76-8724-A7CC-E855942E773F}"/>
              </a:ext>
            </a:extLst>
          </p:cNvPr>
          <p:cNvGrpSpPr/>
          <p:nvPr/>
        </p:nvGrpSpPr>
        <p:grpSpPr>
          <a:xfrm>
            <a:off x="945835" y="-188197"/>
            <a:ext cx="10942200" cy="6827040"/>
            <a:chOff x="945835" y="-188197"/>
            <a:chExt cx="10942200" cy="68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F8E583B-D1C8-0AEF-F5A1-5CE13B8559C1}"/>
                    </a:ext>
                  </a:extLst>
                </p14:cNvPr>
                <p14:cNvContentPartPr/>
                <p14:nvPr/>
              </p14:nvContentPartPr>
              <p14:xfrm>
                <a:off x="1217995" y="790580"/>
                <a:ext cx="803880" cy="834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F8E583B-D1C8-0AEF-F5A1-5CE13B8559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11875" y="784460"/>
                  <a:ext cx="81612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BF5D0FE-C0C8-509B-E475-B5EC0D8D436F}"/>
                    </a:ext>
                  </a:extLst>
                </p14:cNvPr>
                <p14:cNvContentPartPr/>
                <p14:nvPr/>
              </p14:nvContentPartPr>
              <p14:xfrm>
                <a:off x="2031595" y="737660"/>
                <a:ext cx="1742400" cy="747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BF5D0FE-C0C8-509B-E475-B5EC0D8D43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25475" y="731540"/>
                  <a:ext cx="175464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02506D9-1AD2-CEC3-8C42-3B0D19439844}"/>
                    </a:ext>
                  </a:extLst>
                </p14:cNvPr>
                <p14:cNvContentPartPr/>
                <p14:nvPr/>
              </p14:nvContentPartPr>
              <p14:xfrm>
                <a:off x="4070275" y="309260"/>
                <a:ext cx="473040" cy="701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02506D9-1AD2-CEC3-8C42-3B0D194398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64155" y="303140"/>
                  <a:ext cx="48528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E3BA95E-FBD0-896E-5350-412C492C4A01}"/>
                    </a:ext>
                  </a:extLst>
                </p14:cNvPr>
                <p14:cNvContentPartPr/>
                <p14:nvPr/>
              </p14:nvContentPartPr>
              <p14:xfrm>
                <a:off x="4874155" y="303500"/>
                <a:ext cx="64440" cy="449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E3BA95E-FBD0-896E-5350-412C492C4A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68035" y="297380"/>
                  <a:ext cx="766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6DCD983-341D-12DC-161F-D9B6F10D861C}"/>
                    </a:ext>
                  </a:extLst>
                </p14:cNvPr>
                <p14:cNvContentPartPr/>
                <p14:nvPr/>
              </p14:nvContentPartPr>
              <p14:xfrm>
                <a:off x="5093755" y="323660"/>
                <a:ext cx="196920" cy="384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6DCD983-341D-12DC-161F-D9B6F10D86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87635" y="317540"/>
                  <a:ext cx="2091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408C91-B1F6-4A0C-1A19-64B7494AB5E7}"/>
                    </a:ext>
                  </a:extLst>
                </p14:cNvPr>
                <p14:cNvContentPartPr/>
                <p14:nvPr/>
              </p14:nvContentPartPr>
              <p14:xfrm>
                <a:off x="5337475" y="-67660"/>
                <a:ext cx="662040" cy="1487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408C91-B1F6-4A0C-1A19-64B7494AB5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31355" y="-73780"/>
                  <a:ext cx="674280" cy="14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351592F-96BF-ADC0-B3A6-FCDCE8A6A8C9}"/>
                    </a:ext>
                  </a:extLst>
                </p14:cNvPr>
                <p14:cNvContentPartPr/>
                <p14:nvPr/>
              </p14:nvContentPartPr>
              <p14:xfrm>
                <a:off x="5680555" y="1858043"/>
                <a:ext cx="540000" cy="848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351592F-96BF-ADC0-B3A6-FCDCE8A6A8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74435" y="1851923"/>
                  <a:ext cx="55224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39007D-780B-0C3B-9386-6E5E2CDA2672}"/>
                    </a:ext>
                  </a:extLst>
                </p14:cNvPr>
                <p14:cNvContentPartPr/>
                <p14:nvPr/>
              </p14:nvContentPartPr>
              <p14:xfrm>
                <a:off x="6531235" y="2559323"/>
                <a:ext cx="264600" cy="432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39007D-780B-0C3B-9386-6E5E2CDA26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25115" y="2553203"/>
                  <a:ext cx="2768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98CB010-DD89-771D-A76F-0B0153D94E9D}"/>
                    </a:ext>
                  </a:extLst>
                </p14:cNvPr>
                <p14:cNvContentPartPr/>
                <p14:nvPr/>
              </p14:nvContentPartPr>
              <p14:xfrm>
                <a:off x="9090115" y="1399403"/>
                <a:ext cx="547200" cy="1049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98CB010-DD89-771D-A76F-0B0153D94E9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83995" y="1393283"/>
                  <a:ext cx="5594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E8C19F-A9DC-528A-AF28-481720F57B2D}"/>
                    </a:ext>
                  </a:extLst>
                </p14:cNvPr>
                <p14:cNvContentPartPr/>
                <p14:nvPr/>
              </p14:nvContentPartPr>
              <p14:xfrm>
                <a:off x="4295275" y="3166643"/>
                <a:ext cx="7124040" cy="65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E8C19F-A9DC-528A-AF28-481720F57B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89155" y="3160523"/>
                  <a:ext cx="713628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A1D09BE-5E68-CA27-68D1-47CC17B33BE1}"/>
                    </a:ext>
                  </a:extLst>
                </p14:cNvPr>
                <p14:cNvContentPartPr/>
                <p14:nvPr/>
              </p14:nvContentPartPr>
              <p14:xfrm>
                <a:off x="9871315" y="968843"/>
                <a:ext cx="1074240" cy="2257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A1D09BE-5E68-CA27-68D1-47CC17B33B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65195" y="962723"/>
                  <a:ext cx="1086480" cy="22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7EA1DC-4D1B-791C-3153-8E93708FF383}"/>
                    </a:ext>
                  </a:extLst>
                </p14:cNvPr>
                <p14:cNvContentPartPr/>
                <p14:nvPr/>
              </p14:nvContentPartPr>
              <p14:xfrm>
                <a:off x="5305075" y="1343963"/>
                <a:ext cx="358560" cy="1858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7EA1DC-4D1B-791C-3153-8E93708FF38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98955" y="1337843"/>
                  <a:ext cx="370800" cy="18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42D0395-DAFC-5F76-F155-335E57EE2083}"/>
                    </a:ext>
                  </a:extLst>
                </p14:cNvPr>
                <p14:cNvContentPartPr/>
                <p14:nvPr/>
              </p14:nvContentPartPr>
              <p14:xfrm>
                <a:off x="5009875" y="770483"/>
                <a:ext cx="382320" cy="78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42D0395-DAFC-5F76-F155-335E57EE208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03755" y="764363"/>
                  <a:ext cx="394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C55E38-FEE1-B707-FEA7-90845C7FBBD5}"/>
                    </a:ext>
                  </a:extLst>
                </p14:cNvPr>
                <p14:cNvContentPartPr/>
                <p14:nvPr/>
              </p14:nvContentPartPr>
              <p14:xfrm>
                <a:off x="5560675" y="261443"/>
                <a:ext cx="1422000" cy="19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C55E38-FEE1-B707-FEA7-90845C7FBBD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54555" y="255323"/>
                  <a:ext cx="1434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C65B94-6672-8139-E9B0-593E166D1F46}"/>
                    </a:ext>
                  </a:extLst>
                </p14:cNvPr>
                <p14:cNvContentPartPr/>
                <p14:nvPr/>
              </p14:nvContentPartPr>
              <p14:xfrm>
                <a:off x="7008595" y="-188197"/>
                <a:ext cx="969120" cy="903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C65B94-6672-8139-E9B0-593E166D1F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02475" y="-194317"/>
                  <a:ext cx="981360" cy="9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B02E251-9752-47E5-C164-CBC114156527}"/>
                    </a:ext>
                  </a:extLst>
                </p14:cNvPr>
                <p14:cNvContentPartPr/>
                <p14:nvPr/>
              </p14:nvContentPartPr>
              <p14:xfrm>
                <a:off x="8057995" y="319043"/>
                <a:ext cx="54360" cy="501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02E251-9752-47E5-C164-CBC1141565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51875" y="312923"/>
                  <a:ext cx="6660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0AB31A-8228-8D3D-C817-345E45AC3682}"/>
                    </a:ext>
                  </a:extLst>
                </p14:cNvPr>
                <p14:cNvContentPartPr/>
                <p14:nvPr/>
              </p14:nvContentPartPr>
              <p14:xfrm>
                <a:off x="8126395" y="426683"/>
                <a:ext cx="199440" cy="22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0AB31A-8228-8D3D-C817-345E45AC36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20275" y="420563"/>
                  <a:ext cx="211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8236CF-351F-A001-5723-C0DD19E5B20A}"/>
                    </a:ext>
                  </a:extLst>
                </p14:cNvPr>
                <p14:cNvContentPartPr/>
                <p14:nvPr/>
              </p14:nvContentPartPr>
              <p14:xfrm>
                <a:off x="8414755" y="449363"/>
                <a:ext cx="66600" cy="57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8236CF-351F-A001-5723-C0DD19E5B20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08635" y="443243"/>
                  <a:ext cx="78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1816F5-BE5F-3155-15F6-1F685EF502A6}"/>
                    </a:ext>
                  </a:extLst>
                </p14:cNvPr>
                <p14:cNvContentPartPr/>
                <p14:nvPr/>
              </p14:nvContentPartPr>
              <p14:xfrm>
                <a:off x="945835" y="4530683"/>
                <a:ext cx="748080" cy="850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1816F5-BE5F-3155-15F6-1F685EF502A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9715" y="4524563"/>
                  <a:ext cx="76032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B3D4A51-12E8-2F78-F01C-A5A6BAC026C5}"/>
                    </a:ext>
                  </a:extLst>
                </p14:cNvPr>
                <p14:cNvContentPartPr/>
                <p14:nvPr/>
              </p14:nvContentPartPr>
              <p14:xfrm>
                <a:off x="2156875" y="4482083"/>
                <a:ext cx="1321920" cy="707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B3D4A51-12E8-2F78-F01C-A5A6BAC026C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0755" y="4475963"/>
                  <a:ext cx="133416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2E81F9C-38E8-284D-0DBD-481B7C9243C0}"/>
                    </a:ext>
                  </a:extLst>
                </p14:cNvPr>
                <p14:cNvContentPartPr/>
                <p14:nvPr/>
              </p14:nvContentPartPr>
              <p14:xfrm>
                <a:off x="6772435" y="3970883"/>
                <a:ext cx="190800" cy="602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2E81F9C-38E8-284D-0DBD-481B7C9243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66315" y="3964763"/>
                  <a:ext cx="20304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6441AD4-2C5E-E196-713B-B83497F6EA18}"/>
                    </a:ext>
                  </a:extLst>
                </p14:cNvPr>
                <p14:cNvContentPartPr/>
                <p14:nvPr/>
              </p14:nvContentPartPr>
              <p14:xfrm>
                <a:off x="7576675" y="3880883"/>
                <a:ext cx="327240" cy="84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6441AD4-2C5E-E196-713B-B83497F6EA1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70555" y="3874763"/>
                  <a:ext cx="339480" cy="8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46658B-BC05-A4C4-201F-2ACD471A0D44}"/>
                    </a:ext>
                  </a:extLst>
                </p14:cNvPr>
                <p14:cNvContentPartPr/>
                <p14:nvPr/>
              </p14:nvContentPartPr>
              <p14:xfrm>
                <a:off x="7603315" y="3741203"/>
                <a:ext cx="968760" cy="1875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46658B-BC05-A4C4-201F-2ACD471A0D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97195" y="3735083"/>
                  <a:ext cx="981000" cy="18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53D300A-662E-6983-9ABF-2515BDDC6598}"/>
                    </a:ext>
                  </a:extLst>
                </p14:cNvPr>
                <p14:cNvContentPartPr/>
                <p14:nvPr/>
              </p14:nvContentPartPr>
              <p14:xfrm>
                <a:off x="4138315" y="3920123"/>
                <a:ext cx="545040" cy="1406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53D300A-662E-6983-9ABF-2515BDDC65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32195" y="3914003"/>
                  <a:ext cx="557280" cy="14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6F7CA3E-5A8B-1EAF-E2B6-83D8C4185F54}"/>
                    </a:ext>
                  </a:extLst>
                </p14:cNvPr>
                <p14:cNvContentPartPr/>
                <p14:nvPr/>
              </p14:nvContentPartPr>
              <p14:xfrm>
                <a:off x="5245315" y="3903203"/>
                <a:ext cx="493200" cy="953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6F7CA3E-5A8B-1EAF-E2B6-83D8C4185F5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39195" y="3897083"/>
                  <a:ext cx="50544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F6DE7B-BF36-DAC9-575E-34F60166CD57}"/>
                    </a:ext>
                  </a:extLst>
                </p14:cNvPr>
                <p14:cNvContentPartPr/>
                <p14:nvPr/>
              </p14:nvContentPartPr>
              <p14:xfrm>
                <a:off x="5784955" y="4663163"/>
                <a:ext cx="310320" cy="460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F6DE7B-BF36-DAC9-575E-34F60166CD5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78835" y="4657043"/>
                  <a:ext cx="32256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F6CD30-D976-6942-CF2C-37DB97E16A5A}"/>
                    </a:ext>
                  </a:extLst>
                </p14:cNvPr>
                <p14:cNvContentPartPr/>
                <p14:nvPr/>
              </p14:nvContentPartPr>
              <p14:xfrm>
                <a:off x="4884235" y="5062763"/>
                <a:ext cx="746640" cy="46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F6CD30-D976-6942-CF2C-37DB97E16A5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78115" y="5056643"/>
                  <a:ext cx="758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C6D4A8-1229-13AF-2CC2-CFE4993B6B70}"/>
                    </a:ext>
                  </a:extLst>
                </p14:cNvPr>
                <p14:cNvContentPartPr/>
                <p14:nvPr/>
              </p14:nvContentPartPr>
              <p14:xfrm>
                <a:off x="4964875" y="4980683"/>
                <a:ext cx="624960" cy="119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C6D4A8-1229-13AF-2CC2-CFE4993B6B7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58755" y="4974563"/>
                  <a:ext cx="637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EB0060F-A5A3-50BC-EC42-D6DC73A72FAE}"/>
                    </a:ext>
                  </a:extLst>
                </p14:cNvPr>
                <p14:cNvContentPartPr/>
                <p14:nvPr/>
              </p14:nvContentPartPr>
              <p14:xfrm>
                <a:off x="3725035" y="5597003"/>
                <a:ext cx="512280" cy="716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EB0060F-A5A3-50BC-EC42-D6DC73A72F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18915" y="5590883"/>
                  <a:ext cx="52452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5E793F7-796A-9612-3F55-5725E7A7EDA7}"/>
                    </a:ext>
                  </a:extLst>
                </p14:cNvPr>
                <p14:cNvContentPartPr/>
                <p14:nvPr/>
              </p14:nvContentPartPr>
              <p14:xfrm>
                <a:off x="4452595" y="6181283"/>
                <a:ext cx="136440" cy="300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5E793F7-796A-9612-3F55-5725E7A7ED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46475" y="6175163"/>
                  <a:ext cx="1486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CA4DBB7-999B-B2B1-6916-807D5934A252}"/>
                    </a:ext>
                  </a:extLst>
                </p14:cNvPr>
                <p14:cNvContentPartPr/>
                <p14:nvPr/>
              </p14:nvContentPartPr>
              <p14:xfrm>
                <a:off x="5986195" y="5773403"/>
                <a:ext cx="30600" cy="521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CA4DBB7-999B-B2B1-6916-807D5934A2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80075" y="5767283"/>
                  <a:ext cx="428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91F9A4A-CB79-497F-F4C0-CE13C0473F34}"/>
                    </a:ext>
                  </a:extLst>
                </p14:cNvPr>
                <p14:cNvContentPartPr/>
                <p14:nvPr/>
              </p14:nvContentPartPr>
              <p14:xfrm>
                <a:off x="6456715" y="5590163"/>
                <a:ext cx="370440" cy="696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91F9A4A-CB79-497F-F4C0-CE13C0473F3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50595" y="5584043"/>
                  <a:ext cx="38268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4638ED1-7980-B55B-D975-0C561F098E1F}"/>
                    </a:ext>
                  </a:extLst>
                </p14:cNvPr>
                <p14:cNvContentPartPr/>
                <p14:nvPr/>
              </p14:nvContentPartPr>
              <p14:xfrm>
                <a:off x="6894115" y="6431123"/>
                <a:ext cx="219960" cy="207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4638ED1-7980-B55B-D975-0C561F098E1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87995" y="6425003"/>
                  <a:ext cx="232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AAEB096-31D7-5A23-40C4-9EDBD0706464}"/>
                    </a:ext>
                  </a:extLst>
                </p14:cNvPr>
                <p14:cNvContentPartPr/>
                <p14:nvPr/>
              </p14:nvContentPartPr>
              <p14:xfrm>
                <a:off x="7930195" y="4437443"/>
                <a:ext cx="1321200" cy="167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AAEB096-31D7-5A23-40C4-9EDBD07064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24075" y="4431323"/>
                  <a:ext cx="1333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1C5E9D-F1D6-DC71-2844-A05C1773FA58}"/>
                    </a:ext>
                  </a:extLst>
                </p14:cNvPr>
                <p14:cNvContentPartPr/>
                <p14:nvPr/>
              </p14:nvContentPartPr>
              <p14:xfrm>
                <a:off x="9408715" y="3487763"/>
                <a:ext cx="1168560" cy="1198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1C5E9D-F1D6-DC71-2844-A05C1773FA5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02595" y="3481643"/>
                  <a:ext cx="1180800" cy="12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B8A1D5-1435-F37F-00AF-E8B980F95877}"/>
                    </a:ext>
                  </a:extLst>
                </p14:cNvPr>
                <p14:cNvContentPartPr/>
                <p14:nvPr/>
              </p14:nvContentPartPr>
              <p14:xfrm>
                <a:off x="10693555" y="3888443"/>
                <a:ext cx="88560" cy="114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B8A1D5-1435-F37F-00AF-E8B980F958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87435" y="3882323"/>
                  <a:ext cx="100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D8ED770-AC4A-2545-8156-3E37352344F7}"/>
                    </a:ext>
                  </a:extLst>
                </p14:cNvPr>
                <p14:cNvContentPartPr/>
                <p14:nvPr/>
              </p14:nvContentPartPr>
              <p14:xfrm>
                <a:off x="10704715" y="3861803"/>
                <a:ext cx="384120" cy="1015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D8ED770-AC4A-2545-8156-3E37352344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98595" y="3855683"/>
                  <a:ext cx="396360" cy="10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67ECAA-B347-42D7-955F-A70E0C51926F}"/>
                    </a:ext>
                  </a:extLst>
                </p14:cNvPr>
                <p14:cNvContentPartPr/>
                <p14:nvPr/>
              </p14:nvContentPartPr>
              <p14:xfrm>
                <a:off x="10960315" y="4234403"/>
                <a:ext cx="331560" cy="340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67ECAA-B347-42D7-955F-A70E0C5192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54195" y="4228283"/>
                  <a:ext cx="3438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21D90F-E9CC-2E65-DA7E-32DFCA916ACA}"/>
                    </a:ext>
                  </a:extLst>
                </p14:cNvPr>
                <p14:cNvContentPartPr/>
                <p14:nvPr/>
              </p14:nvContentPartPr>
              <p14:xfrm>
                <a:off x="11216995" y="4229003"/>
                <a:ext cx="87120" cy="31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21D90F-E9CC-2E65-DA7E-32DFCA916AC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210875" y="4222883"/>
                  <a:ext cx="99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A496353-700D-41A4-333F-D778D7A68128}"/>
                    </a:ext>
                  </a:extLst>
                </p14:cNvPr>
                <p14:cNvContentPartPr/>
                <p14:nvPr/>
              </p14:nvContentPartPr>
              <p14:xfrm>
                <a:off x="8065195" y="5181923"/>
                <a:ext cx="3822840" cy="132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A496353-700D-41A4-333F-D778D7A681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59075" y="5175803"/>
                  <a:ext cx="3835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1184FCB-D04C-415B-0AAF-4788681BAFEB}"/>
                    </a:ext>
                  </a:extLst>
                </p14:cNvPr>
                <p14:cNvContentPartPr/>
                <p14:nvPr/>
              </p14:nvContentPartPr>
              <p14:xfrm>
                <a:off x="4207075" y="845723"/>
                <a:ext cx="1641240" cy="129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1184FCB-D04C-415B-0AAF-4788681BAF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00955" y="839603"/>
                  <a:ext cx="16534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065780F-4778-5498-8036-E2E4EEC50507}"/>
                    </a:ext>
                  </a:extLst>
                </p14:cNvPr>
                <p14:cNvContentPartPr/>
                <p14:nvPr/>
              </p14:nvContentPartPr>
              <p14:xfrm>
                <a:off x="4217155" y="821603"/>
                <a:ext cx="1235160" cy="149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065780F-4778-5498-8036-E2E4EEC505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11035" y="815483"/>
                  <a:ext cx="12474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D76BD46-89F8-A1A0-0090-C90B695D786A}"/>
                    </a:ext>
                  </a:extLst>
                </p14:cNvPr>
                <p14:cNvContentPartPr/>
                <p14:nvPr/>
              </p14:nvContentPartPr>
              <p14:xfrm>
                <a:off x="4722595" y="821603"/>
                <a:ext cx="661320" cy="83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D76BD46-89F8-A1A0-0090-C90B695D786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16475" y="815483"/>
                  <a:ext cx="673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FDE702-0304-0A77-C978-E2C2298B9E42}"/>
                    </a:ext>
                  </a:extLst>
                </p14:cNvPr>
                <p14:cNvContentPartPr/>
                <p14:nvPr/>
              </p14:nvContentPartPr>
              <p14:xfrm>
                <a:off x="4545115" y="906203"/>
                <a:ext cx="568440" cy="128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FDE702-0304-0A77-C978-E2C2298B9E4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38995" y="900083"/>
                  <a:ext cx="580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5C74927-A2E2-2591-59D0-2FC312F34B57}"/>
                    </a:ext>
                  </a:extLst>
                </p14:cNvPr>
                <p14:cNvContentPartPr/>
                <p14:nvPr/>
              </p14:nvContentPartPr>
              <p14:xfrm>
                <a:off x="4856515" y="846443"/>
                <a:ext cx="275400" cy="80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5C74927-A2E2-2591-59D0-2FC312F34B5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50395" y="840323"/>
                  <a:ext cx="287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1FAB1A2-D7BD-D816-4BE8-D3954A7C301B}"/>
                    </a:ext>
                  </a:extLst>
                </p14:cNvPr>
                <p14:cNvContentPartPr/>
                <p14:nvPr/>
              </p14:nvContentPartPr>
              <p14:xfrm>
                <a:off x="5879995" y="2819603"/>
                <a:ext cx="2755440" cy="59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1FAB1A2-D7BD-D816-4BE8-D3954A7C30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73875" y="2813483"/>
                  <a:ext cx="2767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9D82AB-F50F-44CF-9000-3F500B14C230}"/>
                    </a:ext>
                  </a:extLst>
                </p14:cNvPr>
                <p14:cNvContentPartPr/>
                <p14:nvPr/>
              </p14:nvContentPartPr>
              <p14:xfrm>
                <a:off x="6154675" y="2851643"/>
                <a:ext cx="2585520" cy="49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9D82AB-F50F-44CF-9000-3F500B14C23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48555" y="2845523"/>
                  <a:ext cx="2597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1434D77-7160-8C03-263D-F0811AF2387F}"/>
                    </a:ext>
                  </a:extLst>
                </p14:cNvPr>
                <p14:cNvContentPartPr/>
                <p14:nvPr/>
              </p14:nvContentPartPr>
              <p14:xfrm>
                <a:off x="6214435" y="2805203"/>
                <a:ext cx="2715480" cy="86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1434D77-7160-8C03-263D-F0811AF2387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08315" y="2799083"/>
                  <a:ext cx="2727720" cy="9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6339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A3ED7D2F-08FA-C6C0-B6C4-5A6E51784125}"/>
              </a:ext>
            </a:extLst>
          </p:cNvPr>
          <p:cNvGrpSpPr/>
          <p:nvPr/>
        </p:nvGrpSpPr>
        <p:grpSpPr>
          <a:xfrm>
            <a:off x="1228075" y="192620"/>
            <a:ext cx="8843760" cy="6595560"/>
            <a:chOff x="1228075" y="192620"/>
            <a:chExt cx="8843760" cy="65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A046DF6-A329-1D55-24B6-677C5EE23708}"/>
                    </a:ext>
                  </a:extLst>
                </p14:cNvPr>
                <p14:cNvContentPartPr/>
                <p14:nvPr/>
              </p14:nvContentPartPr>
              <p14:xfrm>
                <a:off x="2674555" y="460100"/>
                <a:ext cx="423720" cy="452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A046DF6-A329-1D55-24B6-677C5EE237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68435" y="453980"/>
                  <a:ext cx="43596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754FB13-C66C-A113-256F-B9CA4F7AF1FF}"/>
                    </a:ext>
                  </a:extLst>
                </p14:cNvPr>
                <p14:cNvContentPartPr/>
                <p14:nvPr/>
              </p14:nvContentPartPr>
              <p14:xfrm>
                <a:off x="2910355" y="546500"/>
                <a:ext cx="641880" cy="1300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754FB13-C66C-A113-256F-B9CA4F7AF1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4235" y="540380"/>
                  <a:ext cx="654120" cy="13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BEF1851-0654-08BA-503A-9F11E46B44E3}"/>
                    </a:ext>
                  </a:extLst>
                </p14:cNvPr>
                <p14:cNvContentPartPr/>
                <p14:nvPr/>
              </p14:nvContentPartPr>
              <p14:xfrm>
                <a:off x="3736195" y="951500"/>
                <a:ext cx="323640" cy="457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BEF1851-0654-08BA-503A-9F11E46B44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30075" y="945380"/>
                  <a:ext cx="33588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EEF38FF-CA31-A2CD-1086-AA650EEFC521}"/>
                    </a:ext>
                  </a:extLst>
                </p14:cNvPr>
                <p14:cNvContentPartPr/>
                <p14:nvPr/>
              </p14:nvContentPartPr>
              <p14:xfrm>
                <a:off x="1377475" y="990380"/>
                <a:ext cx="162000" cy="885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EEF38FF-CA31-A2CD-1086-AA650EEFC5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71355" y="984260"/>
                  <a:ext cx="17424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CEBB99-0153-177F-3A50-7FE0AE8138BC}"/>
                    </a:ext>
                  </a:extLst>
                </p14:cNvPr>
                <p14:cNvContentPartPr/>
                <p14:nvPr/>
              </p14:nvContentPartPr>
              <p14:xfrm>
                <a:off x="1228075" y="454340"/>
                <a:ext cx="78840" cy="76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CEBB99-0153-177F-3A50-7FE0AE8138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1955" y="448220"/>
                  <a:ext cx="91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A0627A-E224-6BF1-E268-50B528BA0A54}"/>
                    </a:ext>
                  </a:extLst>
                </p14:cNvPr>
                <p14:cNvContentPartPr/>
                <p14:nvPr/>
              </p14:nvContentPartPr>
              <p14:xfrm>
                <a:off x="4597315" y="319700"/>
                <a:ext cx="703440" cy="797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A0627A-E224-6BF1-E268-50B528BA0A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91195" y="313580"/>
                  <a:ext cx="715680" cy="8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F41124F-4F12-CA3C-85BA-067A7A0BBAFC}"/>
                    </a:ext>
                  </a:extLst>
                </p14:cNvPr>
                <p14:cNvContentPartPr/>
                <p14:nvPr/>
              </p14:nvContentPartPr>
              <p14:xfrm>
                <a:off x="6026875" y="662420"/>
                <a:ext cx="268560" cy="73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F41124F-4F12-CA3C-85BA-067A7A0BBA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20755" y="656300"/>
                  <a:ext cx="2808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5BBFA2-08D5-3B60-283F-17BBD080607B}"/>
                    </a:ext>
                  </a:extLst>
                </p14:cNvPr>
                <p14:cNvContentPartPr/>
                <p14:nvPr/>
              </p14:nvContentPartPr>
              <p14:xfrm>
                <a:off x="3031675" y="3949940"/>
                <a:ext cx="1172520" cy="897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5BBFA2-08D5-3B60-283F-17BBD08060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25555" y="3943820"/>
                  <a:ext cx="118476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26B09D-7DE8-1FF7-92EE-96799D213FAC}"/>
                    </a:ext>
                  </a:extLst>
                </p14:cNvPr>
                <p14:cNvContentPartPr/>
                <p14:nvPr/>
              </p14:nvContentPartPr>
              <p14:xfrm>
                <a:off x="3755635" y="2964980"/>
                <a:ext cx="819720" cy="2389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26B09D-7DE8-1FF7-92EE-96799D213FA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49515" y="2958860"/>
                  <a:ext cx="831960" cy="24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7FEF4AF-CAF6-873D-5E9D-8025BE517596}"/>
                    </a:ext>
                  </a:extLst>
                </p14:cNvPr>
                <p14:cNvContentPartPr/>
                <p14:nvPr/>
              </p14:nvContentPartPr>
              <p14:xfrm>
                <a:off x="5091235" y="3264140"/>
                <a:ext cx="862920" cy="1150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7FEF4AF-CAF6-873D-5E9D-8025BE5175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85115" y="3258020"/>
                  <a:ext cx="875160" cy="11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44AE33F-E875-052F-C2BA-C42CDCB9EF75}"/>
                    </a:ext>
                  </a:extLst>
                </p14:cNvPr>
                <p14:cNvContentPartPr/>
                <p14:nvPr/>
              </p14:nvContentPartPr>
              <p14:xfrm>
                <a:off x="7136755" y="2303300"/>
                <a:ext cx="2034360" cy="1698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44AE33F-E875-052F-C2BA-C42CDCB9EF7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30635" y="2297180"/>
                  <a:ext cx="2046600" cy="17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93C3852-4CB1-EFCC-7500-6B6CE77CFFCD}"/>
                    </a:ext>
                  </a:extLst>
                </p14:cNvPr>
                <p14:cNvContentPartPr/>
                <p14:nvPr/>
              </p14:nvContentPartPr>
              <p14:xfrm>
                <a:off x="8400355" y="2396900"/>
                <a:ext cx="100440" cy="852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93C3852-4CB1-EFCC-7500-6B6CE77CFFC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94235" y="2390780"/>
                  <a:ext cx="11268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914E4C4-F3C6-B43E-1BFE-63D9D496EF68}"/>
                    </a:ext>
                  </a:extLst>
                </p14:cNvPr>
                <p14:cNvContentPartPr/>
                <p14:nvPr/>
              </p14:nvContentPartPr>
              <p14:xfrm>
                <a:off x="5285635" y="4674260"/>
                <a:ext cx="662400" cy="589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914E4C4-F3C6-B43E-1BFE-63D9D496EF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79515" y="4668140"/>
                  <a:ext cx="67464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F1F28A2-0E23-BE01-78C9-2029AD5C0033}"/>
                    </a:ext>
                  </a:extLst>
                </p14:cNvPr>
                <p14:cNvContentPartPr/>
                <p14:nvPr/>
              </p14:nvContentPartPr>
              <p14:xfrm>
                <a:off x="5093755" y="4925540"/>
                <a:ext cx="2746800" cy="947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F1F28A2-0E23-BE01-78C9-2029AD5C003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87635" y="4919420"/>
                  <a:ext cx="275904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FF90D18-0CC3-DE87-405C-AF022D96CC8D}"/>
                    </a:ext>
                  </a:extLst>
                </p14:cNvPr>
                <p14:cNvContentPartPr/>
                <p14:nvPr/>
              </p14:nvContentPartPr>
              <p14:xfrm>
                <a:off x="6449875" y="5375540"/>
                <a:ext cx="1028520" cy="1049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FF90D18-0CC3-DE87-405C-AF022D96CC8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43755" y="5369420"/>
                  <a:ext cx="1040760" cy="10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4434E44-8249-D457-7C62-652F8B7C3743}"/>
                    </a:ext>
                  </a:extLst>
                </p14:cNvPr>
                <p14:cNvContentPartPr/>
                <p14:nvPr/>
              </p14:nvContentPartPr>
              <p14:xfrm>
                <a:off x="6997795" y="5868380"/>
                <a:ext cx="32760" cy="2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4434E44-8249-D457-7C62-652F8B7C37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91675" y="5862260"/>
                  <a:ext cx="450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54BA379-6DCE-6743-0A81-B5EEDCD991FE}"/>
                    </a:ext>
                  </a:extLst>
                </p14:cNvPr>
                <p14:cNvContentPartPr/>
                <p14:nvPr/>
              </p14:nvContentPartPr>
              <p14:xfrm>
                <a:off x="5600995" y="4912580"/>
                <a:ext cx="2527920" cy="1875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54BA379-6DCE-6743-0A81-B5EEDCD991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94875" y="4906460"/>
                  <a:ext cx="2540160" cy="18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A5321B8-0AEE-5E98-5356-B43A48445F9E}"/>
                    </a:ext>
                  </a:extLst>
                </p14:cNvPr>
                <p14:cNvContentPartPr/>
                <p14:nvPr/>
              </p14:nvContentPartPr>
              <p14:xfrm>
                <a:off x="8162395" y="4968740"/>
                <a:ext cx="1640880" cy="944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A5321B8-0AEE-5E98-5356-B43A48445F9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56275" y="4962620"/>
                  <a:ext cx="1653120" cy="9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BCF3472-C9DD-66CE-3474-8A2AEEB01558}"/>
                    </a:ext>
                  </a:extLst>
                </p14:cNvPr>
                <p14:cNvContentPartPr/>
                <p14:nvPr/>
              </p14:nvContentPartPr>
              <p14:xfrm>
                <a:off x="7850995" y="5432060"/>
                <a:ext cx="2220840" cy="685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BCF3472-C9DD-66CE-3474-8A2AEEB015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44875" y="5425940"/>
                  <a:ext cx="223308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0761C0-0ECD-B386-8D37-FBC3915B8EF6}"/>
                    </a:ext>
                  </a:extLst>
                </p14:cNvPr>
                <p14:cNvContentPartPr/>
                <p14:nvPr/>
              </p14:nvContentPartPr>
              <p14:xfrm>
                <a:off x="7908955" y="5259620"/>
                <a:ext cx="1349280" cy="632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0761C0-0ECD-B386-8D37-FBC3915B8E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02835" y="5253500"/>
                  <a:ext cx="136152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64C42B-9279-26B5-F330-98B5260EE8C7}"/>
                    </a:ext>
                  </a:extLst>
                </p14:cNvPr>
                <p14:cNvContentPartPr/>
                <p14:nvPr/>
              </p14:nvContentPartPr>
              <p14:xfrm>
                <a:off x="8093995" y="5977820"/>
                <a:ext cx="489960" cy="198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64C42B-9279-26B5-F330-98B5260EE8C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87875" y="5971700"/>
                  <a:ext cx="502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CBF2ED0-89B3-8C63-045B-64D78F6AE8B7}"/>
                    </a:ext>
                  </a:extLst>
                </p14:cNvPr>
                <p14:cNvContentPartPr/>
                <p14:nvPr/>
              </p14:nvContentPartPr>
              <p14:xfrm>
                <a:off x="1564315" y="1904060"/>
                <a:ext cx="5058720" cy="998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CBF2ED0-89B3-8C63-045B-64D78F6AE8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58195" y="1897940"/>
                  <a:ext cx="507096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9C8D11-2005-F131-D017-6CE350DA1924}"/>
                    </a:ext>
                  </a:extLst>
                </p14:cNvPr>
                <p14:cNvContentPartPr/>
                <p14:nvPr/>
              </p14:nvContentPartPr>
              <p14:xfrm>
                <a:off x="6167275" y="442100"/>
                <a:ext cx="351360" cy="117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9C8D11-2005-F131-D017-6CE350DA19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1155" y="435980"/>
                  <a:ext cx="363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DEAFF90-D298-B257-5488-3B490D2A5D8A}"/>
                    </a:ext>
                  </a:extLst>
                </p14:cNvPr>
                <p14:cNvContentPartPr/>
                <p14:nvPr/>
              </p14:nvContentPartPr>
              <p14:xfrm>
                <a:off x="6223795" y="837380"/>
                <a:ext cx="555120" cy="146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DEAFF90-D298-B257-5488-3B490D2A5D8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17675" y="831260"/>
                  <a:ext cx="567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6858790-9C61-0E23-ED09-7583A0A3DC0D}"/>
                    </a:ext>
                  </a:extLst>
                </p14:cNvPr>
                <p14:cNvContentPartPr/>
                <p14:nvPr/>
              </p14:nvContentPartPr>
              <p14:xfrm>
                <a:off x="7616635" y="304580"/>
                <a:ext cx="323640" cy="172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6858790-9C61-0E23-ED09-7583A0A3DC0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10515" y="298460"/>
                  <a:ext cx="335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38C079-D5C4-02A0-C22A-716B97E59F09}"/>
                    </a:ext>
                  </a:extLst>
                </p14:cNvPr>
                <p14:cNvContentPartPr/>
                <p14:nvPr/>
              </p14:nvContentPartPr>
              <p14:xfrm>
                <a:off x="7496035" y="821180"/>
                <a:ext cx="386280" cy="50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38C079-D5C4-02A0-C22A-716B97E59F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89915" y="815060"/>
                  <a:ext cx="398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4996E8-ED5C-519D-C0EC-15696DD30B24}"/>
                    </a:ext>
                  </a:extLst>
                </p14:cNvPr>
                <p14:cNvContentPartPr/>
                <p14:nvPr/>
              </p14:nvContentPartPr>
              <p14:xfrm>
                <a:off x="8712115" y="192620"/>
                <a:ext cx="482400" cy="691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4996E8-ED5C-519D-C0EC-15696DD30B2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05995" y="186500"/>
                  <a:ext cx="49464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C8AD3F-030D-638E-D683-3646A34475D0}"/>
                    </a:ext>
                  </a:extLst>
                </p14:cNvPr>
                <p14:cNvContentPartPr/>
                <p14:nvPr/>
              </p14:nvContentPartPr>
              <p14:xfrm>
                <a:off x="1459915" y="2119340"/>
                <a:ext cx="388440" cy="169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C8AD3F-030D-638E-D683-3646A34475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53795" y="2113220"/>
                  <a:ext cx="4006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8013293-6A02-EC48-6F5D-874C0A6F44D3}"/>
                    </a:ext>
                  </a:extLst>
                </p14:cNvPr>
                <p14:cNvContentPartPr/>
                <p14:nvPr/>
              </p14:nvContentPartPr>
              <p14:xfrm>
                <a:off x="1337875" y="2288180"/>
                <a:ext cx="465840" cy="141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8013293-6A02-EC48-6F5D-874C0A6F44D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31755" y="2282060"/>
                  <a:ext cx="478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1993FC-7645-2C1C-58AB-B1C9A6C82771}"/>
                    </a:ext>
                  </a:extLst>
                </p14:cNvPr>
                <p14:cNvContentPartPr/>
                <p14:nvPr/>
              </p14:nvContentPartPr>
              <p14:xfrm>
                <a:off x="1505635" y="1816220"/>
                <a:ext cx="713160" cy="227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1993FC-7645-2C1C-58AB-B1C9A6C82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99515" y="1810100"/>
                  <a:ext cx="7254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4FA158C-6F52-2E3A-9389-CF9E43489AB8}"/>
                    </a:ext>
                  </a:extLst>
                </p14:cNvPr>
                <p14:cNvContentPartPr/>
                <p14:nvPr/>
              </p14:nvContentPartPr>
              <p14:xfrm>
                <a:off x="1490875" y="1692020"/>
                <a:ext cx="1416240" cy="476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4FA158C-6F52-2E3A-9389-CF9E43489AB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84755" y="1685900"/>
                  <a:ext cx="142848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91AF8F-3C68-1959-48DC-40EBD4B18C85}"/>
                    </a:ext>
                  </a:extLst>
                </p14:cNvPr>
                <p14:cNvContentPartPr/>
                <p14:nvPr/>
              </p14:nvContentPartPr>
              <p14:xfrm>
                <a:off x="3625315" y="1524260"/>
                <a:ext cx="101520" cy="84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91AF8F-3C68-1959-48DC-40EBD4B18C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19195" y="1518140"/>
                  <a:ext cx="1137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0EEF75D-11D4-94C3-F343-D9CB1A2607B3}"/>
                    </a:ext>
                  </a:extLst>
                </p14:cNvPr>
                <p14:cNvContentPartPr/>
                <p14:nvPr/>
              </p14:nvContentPartPr>
              <p14:xfrm>
                <a:off x="4973515" y="1129340"/>
                <a:ext cx="30600" cy="37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0EEF75D-11D4-94C3-F343-D9CB1A2607B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67395" y="1123220"/>
                  <a:ext cx="42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AB89ACC-B0EC-99D2-48BA-7C9A2E9617FC}"/>
                    </a:ext>
                  </a:extLst>
                </p14:cNvPr>
                <p14:cNvContentPartPr/>
                <p14:nvPr/>
              </p14:nvContentPartPr>
              <p14:xfrm>
                <a:off x="4785235" y="1272620"/>
                <a:ext cx="176400" cy="27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AB89ACC-B0EC-99D2-48BA-7C9A2E9617F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79115" y="1266500"/>
                  <a:ext cx="188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7E683E2-F5B1-2137-7AF7-3B9C8CE54A23}"/>
                    </a:ext>
                  </a:extLst>
                </p14:cNvPr>
                <p14:cNvContentPartPr/>
                <p14:nvPr/>
              </p14:nvContentPartPr>
              <p14:xfrm>
                <a:off x="4852555" y="1328780"/>
                <a:ext cx="270720" cy="140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7E683E2-F5B1-2137-7AF7-3B9C8CE54A2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46435" y="1322660"/>
                  <a:ext cx="282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747B882-B2DF-2E9B-DE8E-A6221CB0FA30}"/>
                    </a:ext>
                  </a:extLst>
                </p14:cNvPr>
                <p14:cNvContentPartPr/>
                <p14:nvPr/>
              </p14:nvContentPartPr>
              <p14:xfrm>
                <a:off x="7561555" y="5609180"/>
                <a:ext cx="1709640" cy="450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747B882-B2DF-2E9B-DE8E-A6221CB0FA3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55435" y="5603060"/>
                  <a:ext cx="172188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982D8F-7D7C-1B4E-7EE6-4CA6E94D378E}"/>
                    </a:ext>
                  </a:extLst>
                </p14:cNvPr>
                <p14:cNvContentPartPr/>
                <p14:nvPr/>
              </p14:nvContentPartPr>
              <p14:xfrm>
                <a:off x="8010835" y="5765420"/>
                <a:ext cx="532080" cy="223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E982D8F-7D7C-1B4E-7EE6-4CA6E94D378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04715" y="5759300"/>
                  <a:ext cx="544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4D820D-32A5-FD47-0961-4A4638A7D788}"/>
                    </a:ext>
                  </a:extLst>
                </p14:cNvPr>
                <p14:cNvContentPartPr/>
                <p14:nvPr/>
              </p14:nvContentPartPr>
              <p14:xfrm>
                <a:off x="8798155" y="5329100"/>
                <a:ext cx="233280" cy="218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04D820D-32A5-FD47-0961-4A4638A7D78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92035" y="5322980"/>
                  <a:ext cx="245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0F571A-8E4A-5E1A-1BDC-4E8EBCD40458}"/>
                    </a:ext>
                  </a:extLst>
                </p14:cNvPr>
                <p14:cNvContentPartPr/>
                <p14:nvPr/>
              </p14:nvContentPartPr>
              <p14:xfrm>
                <a:off x="8565595" y="5661020"/>
                <a:ext cx="120960" cy="23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0F571A-8E4A-5E1A-1BDC-4E8EBCD4045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59475" y="5654900"/>
                  <a:ext cx="133200" cy="3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52499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4B1384-0E4E-3CF6-0354-962BB5ABFF82}"/>
              </a:ext>
            </a:extLst>
          </p:cNvPr>
          <p:cNvSpPr txBox="1"/>
          <p:nvPr/>
        </p:nvSpPr>
        <p:spPr>
          <a:xfrm>
            <a:off x="394398" y="271109"/>
            <a:ext cx="6094324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for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 err="1">
                <a:solidFill>
                  <a:srgbClr val="E4B781"/>
                </a:solidFill>
                <a:effectLst/>
                <a:latin typeface="Mono Lisa"/>
              </a:rPr>
              <a:t>i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in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49D6E9"/>
                </a:solidFill>
                <a:effectLst/>
                <a:latin typeface="Mono Lisa"/>
              </a:rPr>
              <a:t>range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10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:</a:t>
            </a:r>
          </a:p>
          <a:p>
            <a:pPr>
              <a:lnSpc>
                <a:spcPts val="1500"/>
              </a:lnSpc>
              <a:buNone/>
            </a:pP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    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if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 err="1">
                <a:solidFill>
                  <a:srgbClr val="E4B781"/>
                </a:solidFill>
                <a:effectLst/>
                <a:latin typeface="Mono Lisa"/>
              </a:rPr>
              <a:t>i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%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2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==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0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:</a:t>
            </a:r>
          </a:p>
          <a:p>
            <a:pPr>
              <a:lnSpc>
                <a:spcPts val="1500"/>
              </a:lnSpc>
              <a:buNone/>
            </a:pP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        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continue</a:t>
            </a:r>
          </a:p>
          <a:p>
            <a:pPr>
              <a:lnSpc>
                <a:spcPts val="1500"/>
              </a:lnSpc>
              <a:buNone/>
            </a:pP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    </a:t>
            </a:r>
            <a:r>
              <a:rPr lang="en-US" b="0" dirty="0">
                <a:solidFill>
                  <a:srgbClr val="49D6E9"/>
                </a:solidFill>
                <a:effectLst/>
                <a:latin typeface="Mono Lisa"/>
              </a:rPr>
              <a:t>print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US" b="0" dirty="0" err="1">
                <a:solidFill>
                  <a:srgbClr val="E4B781"/>
                </a:solidFill>
                <a:effectLst/>
                <a:latin typeface="Mono Lisa"/>
              </a:rPr>
              <a:t>i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79D68B1-E60A-20C7-CC9B-41FC9EF9F5F0}"/>
                  </a:ext>
                </a:extLst>
              </p14:cNvPr>
              <p14:cNvContentPartPr/>
              <p14:nvPr/>
            </p14:nvContentPartPr>
            <p14:xfrm>
              <a:off x="10143475" y="417980"/>
              <a:ext cx="216360" cy="440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79D68B1-E60A-20C7-CC9B-41FC9EF9F5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34475" y="409340"/>
                <a:ext cx="23400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F6D1EEB-410A-6EA6-8734-B5F6FFF69611}"/>
                  </a:ext>
                </a:extLst>
              </p14:cNvPr>
              <p14:cNvContentPartPr/>
              <p14:nvPr/>
            </p14:nvContentPartPr>
            <p14:xfrm>
              <a:off x="10149955" y="641900"/>
              <a:ext cx="329400" cy="493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F6D1EEB-410A-6EA6-8734-B5F6FFF696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40955" y="633260"/>
                <a:ext cx="3470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DD271DA-7B34-663B-CA0F-D73A57C92EDA}"/>
                  </a:ext>
                </a:extLst>
              </p14:cNvPr>
              <p14:cNvContentPartPr/>
              <p14:nvPr/>
            </p14:nvContentPartPr>
            <p14:xfrm>
              <a:off x="10517515" y="700580"/>
              <a:ext cx="187200" cy="174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DD271DA-7B34-663B-CA0F-D73A57C92E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08875" y="691580"/>
                <a:ext cx="2048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90B304E-9887-3524-2265-222FF8210F3D}"/>
                  </a:ext>
                </a:extLst>
              </p14:cNvPr>
              <p14:cNvContentPartPr/>
              <p14:nvPr/>
            </p14:nvContentPartPr>
            <p14:xfrm>
              <a:off x="10927555" y="444980"/>
              <a:ext cx="362160" cy="351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90B304E-9887-3524-2265-222FF8210F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918915" y="435980"/>
                <a:ext cx="37980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CCAA6B1-7D86-C197-D325-1FF378436197}"/>
                  </a:ext>
                </a:extLst>
              </p14:cNvPr>
              <p14:cNvContentPartPr/>
              <p14:nvPr/>
            </p14:nvContentPartPr>
            <p14:xfrm>
              <a:off x="11130235" y="724340"/>
              <a:ext cx="191160" cy="167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CCAA6B1-7D86-C197-D325-1FF3784361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121235" y="715700"/>
                <a:ext cx="2088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7C7C139-89D8-7753-8736-187000514A3C}"/>
                  </a:ext>
                </a:extLst>
              </p14:cNvPr>
              <p14:cNvContentPartPr/>
              <p14:nvPr/>
            </p14:nvContentPartPr>
            <p14:xfrm>
              <a:off x="11445955" y="437780"/>
              <a:ext cx="342720" cy="3866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7C7C139-89D8-7753-8736-187000514A3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437315" y="429140"/>
                <a:ext cx="360360" cy="40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53CB21F0-815D-721F-33F0-1EF5C38A8EBF}"/>
              </a:ext>
            </a:extLst>
          </p:cNvPr>
          <p:cNvGrpSpPr/>
          <p:nvPr/>
        </p:nvGrpSpPr>
        <p:grpSpPr>
          <a:xfrm>
            <a:off x="441835" y="194780"/>
            <a:ext cx="9226080" cy="4053960"/>
            <a:chOff x="441835" y="194780"/>
            <a:chExt cx="9226080" cy="405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204287-4EDB-29F3-893A-4127FEF19AC1}"/>
                    </a:ext>
                  </a:extLst>
                </p14:cNvPr>
                <p14:cNvContentPartPr/>
                <p14:nvPr/>
              </p14:nvContentPartPr>
              <p14:xfrm>
                <a:off x="6638515" y="3269180"/>
                <a:ext cx="2549520" cy="474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204287-4EDB-29F3-893A-4127FEF19A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29515" y="3260540"/>
                  <a:ext cx="256716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EC93603-9C29-CEDC-4E30-37CDA00BCE36}"/>
                    </a:ext>
                  </a:extLst>
                </p14:cNvPr>
                <p14:cNvContentPartPr/>
                <p14:nvPr/>
              </p14:nvContentPartPr>
              <p14:xfrm>
                <a:off x="8196955" y="3718820"/>
                <a:ext cx="453960" cy="529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EC93603-9C29-CEDC-4E30-37CDA00BCE3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87955" y="3710180"/>
                  <a:ext cx="47160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4DA410-C751-DF56-8EBB-FC91ACC3C869}"/>
                    </a:ext>
                  </a:extLst>
                </p14:cNvPr>
                <p14:cNvContentPartPr/>
                <p14:nvPr/>
              </p14:nvContentPartPr>
              <p14:xfrm>
                <a:off x="8207395" y="3936620"/>
                <a:ext cx="86400" cy="55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4DA410-C751-DF56-8EBB-FC91ACC3C86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98395" y="3927620"/>
                  <a:ext cx="104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E0C2B6-AD07-7CF4-F21C-82512D30981D}"/>
                    </a:ext>
                  </a:extLst>
                </p14:cNvPr>
                <p14:cNvContentPartPr/>
                <p14:nvPr/>
              </p14:nvContentPartPr>
              <p14:xfrm>
                <a:off x="5895835" y="1330940"/>
                <a:ext cx="3516480" cy="159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E0C2B6-AD07-7CF4-F21C-82512D3098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86835" y="1322300"/>
                  <a:ext cx="3534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32E277B-EC80-76DC-FFFC-3068DADD8C50}"/>
                    </a:ext>
                  </a:extLst>
                </p14:cNvPr>
                <p14:cNvContentPartPr/>
                <p14:nvPr/>
              </p14:nvContentPartPr>
              <p14:xfrm>
                <a:off x="732715" y="381620"/>
                <a:ext cx="12240" cy="23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32E277B-EC80-76DC-FFFC-3068DADD8C5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3715" y="372620"/>
                  <a:ext cx="29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932DE8-8088-9672-831A-3B747F76298B}"/>
                    </a:ext>
                  </a:extLst>
                </p14:cNvPr>
                <p14:cNvContentPartPr/>
                <p14:nvPr/>
              </p14:nvContentPartPr>
              <p14:xfrm>
                <a:off x="441835" y="812180"/>
                <a:ext cx="210240" cy="55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932DE8-8088-9672-831A-3B747F7629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2835" y="803180"/>
                  <a:ext cx="227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BA48F67-C567-D250-429B-885B91E85045}"/>
                    </a:ext>
                  </a:extLst>
                </p14:cNvPr>
                <p14:cNvContentPartPr/>
                <p14:nvPr/>
              </p14:nvContentPartPr>
              <p14:xfrm>
                <a:off x="551635" y="657740"/>
                <a:ext cx="159120" cy="261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BA48F67-C567-D250-429B-885B91E850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2635" y="648740"/>
                  <a:ext cx="176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11D54BB-EC5D-24A5-2350-00361CEF4A60}"/>
                    </a:ext>
                  </a:extLst>
                </p14:cNvPr>
                <p14:cNvContentPartPr/>
                <p14:nvPr/>
              </p14:nvContentPartPr>
              <p14:xfrm>
                <a:off x="767635" y="900380"/>
                <a:ext cx="73800" cy="9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11D54BB-EC5D-24A5-2350-00361CEF4A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8635" y="891380"/>
                  <a:ext cx="91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DB3CDE5-A0AB-CDE9-0C1E-742C255D19C9}"/>
                    </a:ext>
                  </a:extLst>
                </p14:cNvPr>
                <p14:cNvContentPartPr/>
                <p14:nvPr/>
              </p14:nvContentPartPr>
              <p14:xfrm>
                <a:off x="792835" y="965180"/>
                <a:ext cx="7560" cy="18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DB3CDE5-A0AB-CDE9-0C1E-742C255D19C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3835" y="956540"/>
                  <a:ext cx="25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D65BADD-A1FD-0823-F3BE-C9DF4D4A247D}"/>
                    </a:ext>
                  </a:extLst>
                </p14:cNvPr>
                <p14:cNvContentPartPr/>
                <p14:nvPr/>
              </p14:nvContentPartPr>
              <p14:xfrm>
                <a:off x="2241835" y="342740"/>
                <a:ext cx="2447280" cy="208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D65BADD-A1FD-0823-F3BE-C9DF4D4A247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32835" y="334100"/>
                  <a:ext cx="2464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028CAF-59B8-C500-BB52-530A2672C894}"/>
                    </a:ext>
                  </a:extLst>
                </p14:cNvPr>
                <p14:cNvContentPartPr/>
                <p14:nvPr/>
              </p14:nvContentPartPr>
              <p14:xfrm>
                <a:off x="4571755" y="287300"/>
                <a:ext cx="209520" cy="577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028CAF-59B8-C500-BB52-530A2672C89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63115" y="278660"/>
                  <a:ext cx="22716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7F4410F-C04F-433C-5845-1DD8AAA138C6}"/>
                    </a:ext>
                  </a:extLst>
                </p14:cNvPr>
                <p14:cNvContentPartPr/>
                <p14:nvPr/>
              </p14:nvContentPartPr>
              <p14:xfrm>
                <a:off x="5249275" y="298100"/>
                <a:ext cx="262080" cy="351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7F4410F-C04F-433C-5845-1DD8AAA138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40275" y="289100"/>
                  <a:ext cx="2797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C556C81-4553-2A23-B55A-A6DF586362BF}"/>
                    </a:ext>
                  </a:extLst>
                </p14:cNvPr>
                <p14:cNvContentPartPr/>
                <p14:nvPr/>
              </p14:nvContentPartPr>
              <p14:xfrm>
                <a:off x="5576155" y="688700"/>
                <a:ext cx="138960" cy="165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C556C81-4553-2A23-B55A-A6DF586362B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67515" y="679700"/>
                  <a:ext cx="156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06EF172-D333-505E-179F-A30E398A84FD}"/>
                    </a:ext>
                  </a:extLst>
                </p14:cNvPr>
                <p14:cNvContentPartPr/>
                <p14:nvPr/>
              </p14:nvContentPartPr>
              <p14:xfrm>
                <a:off x="6020035" y="351380"/>
                <a:ext cx="79920" cy="283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06EF172-D333-505E-179F-A30E398A84F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11035" y="342740"/>
                  <a:ext cx="97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B8E11B-C2BB-7335-34F0-98D77BF706BF}"/>
                    </a:ext>
                  </a:extLst>
                </p14:cNvPr>
                <p14:cNvContentPartPr/>
                <p14:nvPr/>
              </p14:nvContentPartPr>
              <p14:xfrm>
                <a:off x="6202555" y="567380"/>
                <a:ext cx="97560" cy="198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B8E11B-C2BB-7335-34F0-98D77BF706B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93555" y="558380"/>
                  <a:ext cx="115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B7EDB21-B00B-1862-484A-1D63D181E235}"/>
                    </a:ext>
                  </a:extLst>
                </p14:cNvPr>
                <p14:cNvContentPartPr/>
                <p14:nvPr/>
              </p14:nvContentPartPr>
              <p14:xfrm>
                <a:off x="6604675" y="260300"/>
                <a:ext cx="213840" cy="420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B7EDB21-B00B-1862-484A-1D63D181E23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96035" y="251300"/>
                  <a:ext cx="23148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D2217D-110C-D8B0-48C2-CE2D3B7E4F1A}"/>
                    </a:ext>
                  </a:extLst>
                </p14:cNvPr>
                <p14:cNvContentPartPr/>
                <p14:nvPr/>
              </p14:nvContentPartPr>
              <p14:xfrm>
                <a:off x="6949555" y="611660"/>
                <a:ext cx="81000" cy="126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D2217D-110C-D8B0-48C2-CE2D3B7E4F1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40915" y="602660"/>
                  <a:ext cx="98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6956AF-6A20-7D69-76D4-F7B7772E8EC1}"/>
                    </a:ext>
                  </a:extLst>
                </p14:cNvPr>
                <p14:cNvContentPartPr/>
                <p14:nvPr/>
              </p14:nvContentPartPr>
              <p14:xfrm>
                <a:off x="7276435" y="199820"/>
                <a:ext cx="188280" cy="554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6956AF-6A20-7D69-76D4-F7B7772E8EC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7435" y="190820"/>
                  <a:ext cx="20592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1AF61E-17B4-3F9F-F1C5-7CF2CD1CD5D3}"/>
                    </a:ext>
                  </a:extLst>
                </p14:cNvPr>
                <p14:cNvContentPartPr/>
                <p14:nvPr/>
              </p14:nvContentPartPr>
              <p14:xfrm>
                <a:off x="7460755" y="623540"/>
                <a:ext cx="105120" cy="139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1AF61E-17B4-3F9F-F1C5-7CF2CD1CD5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52115" y="614540"/>
                  <a:ext cx="122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0F98383-D347-75F7-79B6-659D0EBDBFEB}"/>
                    </a:ext>
                  </a:extLst>
                </p14:cNvPr>
                <p14:cNvContentPartPr/>
                <p14:nvPr/>
              </p14:nvContentPartPr>
              <p14:xfrm>
                <a:off x="7910755" y="320780"/>
                <a:ext cx="202680" cy="429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0F98383-D347-75F7-79B6-659D0EBDBFE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02115" y="312140"/>
                  <a:ext cx="2203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4ACCB7-5551-D8C1-167C-3155212173F8}"/>
                    </a:ext>
                  </a:extLst>
                </p14:cNvPr>
                <p14:cNvContentPartPr/>
                <p14:nvPr/>
              </p14:nvContentPartPr>
              <p14:xfrm>
                <a:off x="8117035" y="814340"/>
                <a:ext cx="125640" cy="77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4ACCB7-5551-D8C1-167C-3155212173F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108035" y="805700"/>
                  <a:ext cx="143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15763F7-E6FD-F129-D491-9428C46ED053}"/>
                    </a:ext>
                  </a:extLst>
                </p14:cNvPr>
                <p14:cNvContentPartPr/>
                <p14:nvPr/>
              </p14:nvContentPartPr>
              <p14:xfrm>
                <a:off x="8823355" y="194780"/>
                <a:ext cx="118440" cy="95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15763F7-E6FD-F129-D491-9428C46ED0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14715" y="186140"/>
                  <a:ext cx="136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9707B2C-4AD7-6D7C-C38C-E7E7D1919322}"/>
                    </a:ext>
                  </a:extLst>
                </p14:cNvPr>
                <p14:cNvContentPartPr/>
                <p14:nvPr/>
              </p14:nvContentPartPr>
              <p14:xfrm>
                <a:off x="8460475" y="467300"/>
                <a:ext cx="190800" cy="406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9707B2C-4AD7-6D7C-C38C-E7E7D191932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51835" y="458300"/>
                  <a:ext cx="2084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4C8230-F7C5-3012-D516-5DA83D98B18A}"/>
                    </a:ext>
                  </a:extLst>
                </p14:cNvPr>
                <p14:cNvContentPartPr/>
                <p14:nvPr/>
              </p14:nvContentPartPr>
              <p14:xfrm>
                <a:off x="8741635" y="774380"/>
                <a:ext cx="236520" cy="217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4C8230-F7C5-3012-D516-5DA83D98B1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32635" y="765380"/>
                  <a:ext cx="254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3477CA9-974E-AF9F-1EBB-004C86036E7A}"/>
                    </a:ext>
                  </a:extLst>
                </p14:cNvPr>
                <p14:cNvContentPartPr/>
                <p14:nvPr/>
              </p14:nvContentPartPr>
              <p14:xfrm>
                <a:off x="9313315" y="477380"/>
                <a:ext cx="230400" cy="475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3477CA9-974E-AF9F-1EBB-004C86036E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04315" y="468740"/>
                  <a:ext cx="24804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6A0839A-02AE-5752-AF09-4478CFF0382B}"/>
                    </a:ext>
                  </a:extLst>
                </p14:cNvPr>
                <p14:cNvContentPartPr/>
                <p14:nvPr/>
              </p14:nvContentPartPr>
              <p14:xfrm>
                <a:off x="9525355" y="843860"/>
                <a:ext cx="142560" cy="13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6A0839A-02AE-5752-AF09-4478CFF0382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16355" y="834860"/>
                  <a:ext cx="1602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68117AC-F769-D402-022A-D99E06E37F2E}"/>
                    </a:ext>
                  </a:extLst>
                </p14:cNvPr>
                <p14:cNvContentPartPr/>
                <p14:nvPr/>
              </p14:nvContentPartPr>
              <p14:xfrm>
                <a:off x="1797235" y="541460"/>
                <a:ext cx="16200" cy="11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68117AC-F769-D402-022A-D99E06E37F2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88235" y="532820"/>
                  <a:ext cx="33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CC9D594-B5D6-70D0-AAD7-56CF14A6378E}"/>
                    </a:ext>
                  </a:extLst>
                </p14:cNvPr>
                <p14:cNvContentPartPr/>
                <p14:nvPr/>
              </p14:nvContentPartPr>
              <p14:xfrm>
                <a:off x="5464915" y="836300"/>
                <a:ext cx="1725120" cy="225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CC9D594-B5D6-70D0-AAD7-56CF14A637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6275" y="827300"/>
                  <a:ext cx="17427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4FBBB5A-17C8-2293-B962-867EFD97295A}"/>
                    </a:ext>
                  </a:extLst>
                </p14:cNvPr>
                <p14:cNvContentPartPr/>
                <p14:nvPr/>
              </p14:nvContentPartPr>
              <p14:xfrm>
                <a:off x="5960635" y="880940"/>
                <a:ext cx="1308960" cy="225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4FBBB5A-17C8-2293-B962-867EFD97295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51635" y="871940"/>
                  <a:ext cx="1326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D451532-22D2-6E0D-1C37-F309B768E8E8}"/>
                    </a:ext>
                  </a:extLst>
                </p14:cNvPr>
                <p14:cNvContentPartPr/>
                <p14:nvPr/>
              </p14:nvContentPartPr>
              <p14:xfrm>
                <a:off x="915955" y="880940"/>
                <a:ext cx="19800" cy="6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D451532-22D2-6E0D-1C37-F309B768E8E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6955" y="871940"/>
                  <a:ext cx="37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B1E06A-8EC7-41D1-466B-EF6FEE356A2E}"/>
                    </a:ext>
                  </a:extLst>
                </p14:cNvPr>
                <p14:cNvContentPartPr/>
                <p14:nvPr/>
              </p14:nvContentPartPr>
              <p14:xfrm>
                <a:off x="1444075" y="904700"/>
                <a:ext cx="13680" cy="6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B1E06A-8EC7-41D1-466B-EF6FEE356A2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35075" y="895700"/>
                  <a:ext cx="31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1402F9D-86EA-1916-97CE-EC99386C4D91}"/>
                    </a:ext>
                  </a:extLst>
                </p14:cNvPr>
                <p14:cNvContentPartPr/>
                <p14:nvPr/>
              </p14:nvContentPartPr>
              <p14:xfrm>
                <a:off x="1984795" y="829820"/>
                <a:ext cx="2905560" cy="929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1402F9D-86EA-1916-97CE-EC99386C4D9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76155" y="820820"/>
                  <a:ext cx="2923200" cy="9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9A7780-638E-CFBC-7E82-9FF05EFDDFE7}"/>
                    </a:ext>
                  </a:extLst>
                </p14:cNvPr>
                <p14:cNvContentPartPr/>
                <p14:nvPr/>
              </p14:nvContentPartPr>
              <p14:xfrm>
                <a:off x="4747795" y="1339580"/>
                <a:ext cx="217440" cy="693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9A7780-638E-CFBC-7E82-9FF05EFDDFE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39155" y="1330940"/>
                  <a:ext cx="23508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AA7B2E0-E88D-1048-F54A-E99335301984}"/>
                    </a:ext>
                  </a:extLst>
                </p14:cNvPr>
                <p14:cNvContentPartPr/>
                <p14:nvPr/>
              </p14:nvContentPartPr>
              <p14:xfrm>
                <a:off x="8920555" y="1828100"/>
                <a:ext cx="695520" cy="834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AA7B2E0-E88D-1048-F54A-E9933530198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11555" y="1819100"/>
                  <a:ext cx="713160" cy="85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B98E97D-F93C-E4BF-9F9B-C0409EB36F41}"/>
                    </a:ext>
                  </a:extLst>
                </p14:cNvPr>
                <p14:cNvContentPartPr/>
                <p14:nvPr/>
              </p14:nvContentPartPr>
              <p14:xfrm>
                <a:off x="9062395" y="1939700"/>
                <a:ext cx="475560" cy="562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B98E97D-F93C-E4BF-9F9B-C0409EB36F4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53395" y="1930700"/>
                  <a:ext cx="4932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744DA5-6024-476E-6BFD-13657CE10E9C}"/>
                    </a:ext>
                  </a:extLst>
                </p14:cNvPr>
                <p14:cNvContentPartPr/>
                <p14:nvPr/>
              </p14:nvContentPartPr>
              <p14:xfrm>
                <a:off x="6851275" y="1754660"/>
                <a:ext cx="625680" cy="494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744DA5-6024-476E-6BFD-13657CE10E9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42275" y="1745660"/>
                  <a:ext cx="64332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38DA00-0876-D7B0-7BDD-9E448DEC6A64}"/>
                    </a:ext>
                  </a:extLst>
                </p14:cNvPr>
                <p14:cNvContentPartPr/>
                <p14:nvPr/>
              </p14:nvContentPartPr>
              <p14:xfrm>
                <a:off x="7182475" y="1663220"/>
                <a:ext cx="489240" cy="1133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38DA00-0876-D7B0-7BDD-9E448DEC6A6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73475" y="1654220"/>
                  <a:ext cx="506880" cy="11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56F0A8B-62DD-D793-C8EE-F04998F1D712}"/>
                    </a:ext>
                  </a:extLst>
                </p14:cNvPr>
                <p14:cNvContentPartPr/>
                <p14:nvPr/>
              </p14:nvContentPartPr>
              <p14:xfrm>
                <a:off x="7932715" y="1755380"/>
                <a:ext cx="363600" cy="588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56F0A8B-62DD-D793-C8EE-F04998F1D71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24075" y="1746740"/>
                  <a:ext cx="38124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9C1F632-46BC-3ABF-B7F0-D08933E421C8}"/>
                    </a:ext>
                  </a:extLst>
                </p14:cNvPr>
                <p14:cNvContentPartPr/>
                <p14:nvPr/>
              </p14:nvContentPartPr>
              <p14:xfrm>
                <a:off x="7894915" y="2563940"/>
                <a:ext cx="283320" cy="401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9C1F632-46BC-3ABF-B7F0-D08933E421C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85915" y="2554940"/>
                  <a:ext cx="30096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F37AFD-12CD-F711-C451-8B0B3117A459}"/>
                    </a:ext>
                  </a:extLst>
                </p14:cNvPr>
                <p14:cNvContentPartPr/>
                <p14:nvPr/>
              </p14:nvContentPartPr>
              <p14:xfrm>
                <a:off x="6495955" y="790580"/>
                <a:ext cx="795240" cy="133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F37AFD-12CD-F711-C451-8B0B3117A4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87315" y="781940"/>
                  <a:ext cx="8128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3FB3561-99D2-11E4-4B4D-74339D6C9C32}"/>
                    </a:ext>
                  </a:extLst>
                </p14:cNvPr>
                <p14:cNvContentPartPr/>
                <p14:nvPr/>
              </p14:nvContentPartPr>
              <p14:xfrm>
                <a:off x="6611875" y="810020"/>
                <a:ext cx="497160" cy="196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3FB3561-99D2-11E4-4B4D-74339D6C9C3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03235" y="801380"/>
                  <a:ext cx="5148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E3CBFFC-55D4-C477-E495-5BC1A03F0423}"/>
                    </a:ext>
                  </a:extLst>
                </p14:cNvPr>
                <p14:cNvContentPartPr/>
                <p14:nvPr/>
              </p14:nvContentPartPr>
              <p14:xfrm>
                <a:off x="711475" y="1686980"/>
                <a:ext cx="942480" cy="1019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E3CBFFC-55D4-C477-E495-5BC1A03F042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2835" y="1677980"/>
                  <a:ext cx="960120" cy="10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0FE00AF-4310-9D44-68D7-29CCDCAAB5EB}"/>
                    </a:ext>
                  </a:extLst>
                </p14:cNvPr>
                <p14:cNvContentPartPr/>
                <p14:nvPr/>
              </p14:nvContentPartPr>
              <p14:xfrm>
                <a:off x="1450915" y="2166860"/>
                <a:ext cx="395280" cy="1090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0FE00AF-4310-9D44-68D7-29CCDCAAB5E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42275" y="2157860"/>
                  <a:ext cx="41292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054CCBC-0E31-A86D-DD75-AF0EB2EE7205}"/>
                    </a:ext>
                  </a:extLst>
                </p14:cNvPr>
                <p14:cNvContentPartPr/>
                <p14:nvPr/>
              </p14:nvContentPartPr>
              <p14:xfrm>
                <a:off x="2221675" y="2855900"/>
                <a:ext cx="16200" cy="12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054CCBC-0E31-A86D-DD75-AF0EB2EE720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13035" y="2846900"/>
                  <a:ext cx="3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2344150-E370-CDB9-FE3A-D5657B120054}"/>
                    </a:ext>
                  </a:extLst>
                </p14:cNvPr>
                <p14:cNvContentPartPr/>
                <p14:nvPr/>
              </p14:nvContentPartPr>
              <p14:xfrm>
                <a:off x="2551795" y="2407700"/>
                <a:ext cx="55800" cy="729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2344150-E370-CDB9-FE3A-D5657B12005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43155" y="2398700"/>
                  <a:ext cx="73440" cy="74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EFE6850-22AE-D459-41B5-EB24DF99F53E}"/>
                    </a:ext>
                  </a:extLst>
                </p14:cNvPr>
                <p14:cNvContentPartPr/>
                <p14:nvPr/>
              </p14:nvContentPartPr>
              <p14:xfrm>
                <a:off x="2549635" y="2413100"/>
                <a:ext cx="8640" cy="6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EFE6850-22AE-D459-41B5-EB24DF99F5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40995" y="2404100"/>
                  <a:ext cx="26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9069EB3-B383-966E-8373-84667C1A17EA}"/>
                    </a:ext>
                  </a:extLst>
                </p14:cNvPr>
                <p14:cNvContentPartPr/>
                <p14:nvPr/>
              </p14:nvContentPartPr>
              <p14:xfrm>
                <a:off x="2541355" y="2413100"/>
                <a:ext cx="360" cy="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9069EB3-B383-966E-8373-84667C1A17E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32355" y="24041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AD8690B-C817-4978-EC76-9EAC2A205D08}"/>
                    </a:ext>
                  </a:extLst>
                </p14:cNvPr>
                <p14:cNvContentPartPr/>
                <p14:nvPr/>
              </p14:nvContentPartPr>
              <p14:xfrm>
                <a:off x="2507875" y="2414180"/>
                <a:ext cx="54360" cy="820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AD8690B-C817-4978-EC76-9EAC2A205D0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99235" y="2405180"/>
                  <a:ext cx="7200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F73B194-649F-626A-F82F-043D53A83577}"/>
                    </a:ext>
                  </a:extLst>
                </p14:cNvPr>
                <p14:cNvContentPartPr/>
                <p14:nvPr/>
              </p14:nvContentPartPr>
              <p14:xfrm>
                <a:off x="3033115" y="2923220"/>
                <a:ext cx="218520" cy="429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F73B194-649F-626A-F82F-043D53A8357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24475" y="2914220"/>
                  <a:ext cx="2361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670B1D6-3004-C236-BA92-90DB3C51A0A4}"/>
                    </a:ext>
                  </a:extLst>
                </p14:cNvPr>
                <p14:cNvContentPartPr/>
                <p14:nvPr/>
              </p14:nvContentPartPr>
              <p14:xfrm>
                <a:off x="4317235" y="2153180"/>
                <a:ext cx="254160" cy="930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670B1D6-3004-C236-BA92-90DB3C51A0A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08595" y="2144540"/>
                  <a:ext cx="271800" cy="9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86F235-74FA-F95A-9674-87BA0060C879}"/>
                    </a:ext>
                  </a:extLst>
                </p14:cNvPr>
                <p14:cNvContentPartPr/>
                <p14:nvPr/>
              </p14:nvContentPartPr>
              <p14:xfrm>
                <a:off x="4702075" y="2849420"/>
                <a:ext cx="181080" cy="240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86F235-74FA-F95A-9674-87BA0060C87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93075" y="2840420"/>
                  <a:ext cx="198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4A4B6A2-A58E-5E17-EAF9-EBF837814898}"/>
                    </a:ext>
                  </a:extLst>
                </p14:cNvPr>
                <p14:cNvContentPartPr/>
                <p14:nvPr/>
              </p14:nvContentPartPr>
              <p14:xfrm>
                <a:off x="5544835" y="2033300"/>
                <a:ext cx="464760" cy="954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4A4B6A2-A58E-5E17-EAF9-EBF83781489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35835" y="2024660"/>
                  <a:ext cx="482400" cy="9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274191B-1334-D9C5-2480-8F1D5042A361}"/>
                    </a:ext>
                  </a:extLst>
                </p14:cNvPr>
                <p14:cNvContentPartPr/>
                <p14:nvPr/>
              </p14:nvContentPartPr>
              <p14:xfrm>
                <a:off x="1365955" y="982820"/>
                <a:ext cx="631800" cy="92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274191B-1334-D9C5-2480-8F1D5042A36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57315" y="973820"/>
                  <a:ext cx="649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0D21EEB-4997-80D5-6990-D308F37C9FC7}"/>
                    </a:ext>
                  </a:extLst>
                </p14:cNvPr>
                <p14:cNvContentPartPr/>
                <p14:nvPr/>
              </p14:nvContentPartPr>
              <p14:xfrm>
                <a:off x="1038715" y="1274780"/>
                <a:ext cx="862560" cy="46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0D21EEB-4997-80D5-6990-D308F37C9FC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0075" y="1266140"/>
                  <a:ext cx="880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15DFBDC-6495-3D10-AA53-61C5E82D2D84}"/>
                    </a:ext>
                  </a:extLst>
                </p14:cNvPr>
                <p14:cNvContentPartPr/>
                <p14:nvPr/>
              </p14:nvContentPartPr>
              <p14:xfrm>
                <a:off x="1620115" y="1270460"/>
                <a:ext cx="338040" cy="32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15DFBDC-6495-3D10-AA53-61C5E82D2D8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11115" y="1261460"/>
                  <a:ext cx="355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DAAB808-E57B-AD21-FE6E-931E05A65F3C}"/>
                    </a:ext>
                  </a:extLst>
                </p14:cNvPr>
                <p14:cNvContentPartPr/>
                <p14:nvPr/>
              </p14:nvContentPartPr>
              <p14:xfrm>
                <a:off x="1787515" y="1341740"/>
                <a:ext cx="242640" cy="87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DAAB808-E57B-AD21-FE6E-931E05A65F3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78875" y="1333100"/>
                  <a:ext cx="260280" cy="10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3953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DA4638-B7BD-8822-0E2A-045A07A94D43}"/>
                  </a:ext>
                </a:extLst>
              </p14:cNvPr>
              <p14:cNvContentPartPr/>
              <p14:nvPr/>
            </p14:nvContentPartPr>
            <p14:xfrm>
              <a:off x="2198995" y="262100"/>
              <a:ext cx="676800" cy="1845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DA4638-B7BD-8822-0E2A-045A07A94D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0355" y="253460"/>
                <a:ext cx="694440" cy="18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0A6866-9C6A-0036-1FFC-9E7F20802CE1}"/>
                  </a:ext>
                </a:extLst>
              </p14:cNvPr>
              <p14:cNvContentPartPr/>
              <p14:nvPr/>
            </p14:nvContentPartPr>
            <p14:xfrm>
              <a:off x="3051475" y="991460"/>
              <a:ext cx="65520" cy="10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0A6866-9C6A-0036-1FFC-9E7F20802C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2475" y="982460"/>
                <a:ext cx="83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59CC6B-F11B-BE5E-20B4-6039A3491972}"/>
                  </a:ext>
                </a:extLst>
              </p14:cNvPr>
              <p14:cNvContentPartPr/>
              <p14:nvPr/>
            </p14:nvContentPartPr>
            <p14:xfrm>
              <a:off x="3134275" y="1377740"/>
              <a:ext cx="632520" cy="694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59CC6B-F11B-BE5E-20B4-6039A34919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25275" y="1368740"/>
                <a:ext cx="650160" cy="71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232C2AD-EF33-A970-292C-414C8872B327}"/>
              </a:ext>
            </a:extLst>
          </p:cNvPr>
          <p:cNvGrpSpPr/>
          <p:nvPr/>
        </p:nvGrpSpPr>
        <p:grpSpPr>
          <a:xfrm>
            <a:off x="727675" y="2864540"/>
            <a:ext cx="3249000" cy="3189960"/>
            <a:chOff x="727675" y="2864540"/>
            <a:chExt cx="3249000" cy="31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E8229F-DF49-2BD5-946B-EC0B5B47C518}"/>
                    </a:ext>
                  </a:extLst>
                </p14:cNvPr>
                <p14:cNvContentPartPr/>
                <p14:nvPr/>
              </p14:nvContentPartPr>
              <p14:xfrm>
                <a:off x="727675" y="3213020"/>
                <a:ext cx="1027800" cy="1050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E8229F-DF49-2BD5-946B-EC0B5B47C5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8675" y="3204020"/>
                  <a:ext cx="1045440" cy="10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CCAA73-F8D2-9BF4-2F83-19463C2AAE69}"/>
                    </a:ext>
                  </a:extLst>
                </p14:cNvPr>
                <p14:cNvContentPartPr/>
                <p14:nvPr/>
              </p14:nvContentPartPr>
              <p14:xfrm>
                <a:off x="2044555" y="2876420"/>
                <a:ext cx="263160" cy="1469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CCAA73-F8D2-9BF4-2F83-19463C2AAE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35555" y="2867780"/>
                  <a:ext cx="280800" cy="14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3EBE9FF-0179-F370-D419-393407396803}"/>
                    </a:ext>
                  </a:extLst>
                </p14:cNvPr>
                <p14:cNvContentPartPr/>
                <p14:nvPr/>
              </p14:nvContentPartPr>
              <p14:xfrm>
                <a:off x="2929435" y="2925380"/>
                <a:ext cx="144000" cy="782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3EBE9FF-0179-F370-D419-3934073968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20795" y="2916380"/>
                  <a:ext cx="16164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79BDA8A-E812-35FB-178E-0C083C988EAD}"/>
                    </a:ext>
                  </a:extLst>
                </p14:cNvPr>
                <p14:cNvContentPartPr/>
                <p14:nvPr/>
              </p14:nvContentPartPr>
              <p14:xfrm>
                <a:off x="3163435" y="3169460"/>
                <a:ext cx="399600" cy="322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9BDA8A-E812-35FB-178E-0C083C988E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54795" y="3160460"/>
                  <a:ext cx="4172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C187F45-468A-CEA6-230F-C6306D42F2F3}"/>
                    </a:ext>
                  </a:extLst>
                </p14:cNvPr>
                <p14:cNvContentPartPr/>
                <p14:nvPr/>
              </p14:nvContentPartPr>
              <p14:xfrm>
                <a:off x="2758435" y="3214100"/>
                <a:ext cx="640800" cy="572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C187F45-468A-CEA6-230F-C6306D42F2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49435" y="3205100"/>
                  <a:ext cx="65844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10FB9DA-B57B-8FEA-0FBD-7E779327FA05}"/>
                    </a:ext>
                  </a:extLst>
                </p14:cNvPr>
                <p14:cNvContentPartPr/>
                <p14:nvPr/>
              </p14:nvContentPartPr>
              <p14:xfrm>
                <a:off x="2808835" y="2981540"/>
                <a:ext cx="1108440" cy="584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10FB9DA-B57B-8FEA-0FBD-7E779327FA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00195" y="2972900"/>
                  <a:ext cx="112608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266F1D-720C-3DC8-89EC-2F1AAF303AF2}"/>
                    </a:ext>
                  </a:extLst>
                </p14:cNvPr>
                <p14:cNvContentPartPr/>
                <p14:nvPr/>
              </p14:nvContentPartPr>
              <p14:xfrm>
                <a:off x="2807755" y="2864540"/>
                <a:ext cx="496080" cy="1028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266F1D-720C-3DC8-89EC-2F1AAF303A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98755" y="2855540"/>
                  <a:ext cx="513720" cy="10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DAA5A2-0945-0957-0CBC-8C70854D0276}"/>
                    </a:ext>
                  </a:extLst>
                </p14:cNvPr>
                <p14:cNvContentPartPr/>
                <p14:nvPr/>
              </p14:nvContentPartPr>
              <p14:xfrm>
                <a:off x="2405275" y="4455380"/>
                <a:ext cx="1367640" cy="1388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DAA5A2-0945-0957-0CBC-8C70854D02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6275" y="4446740"/>
                  <a:ext cx="1385280" cy="14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4B5FA2-173F-01B8-46E5-4F53E402ECF7}"/>
                    </a:ext>
                  </a:extLst>
                </p14:cNvPr>
                <p14:cNvContentPartPr/>
                <p14:nvPr/>
              </p14:nvContentPartPr>
              <p14:xfrm>
                <a:off x="3644755" y="4892060"/>
                <a:ext cx="318960" cy="1162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4B5FA2-173F-01B8-46E5-4F53E402EC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35755" y="4883060"/>
                  <a:ext cx="336600" cy="11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CC0F5C-AF85-39D3-F418-7399D8E5C5CD}"/>
                    </a:ext>
                  </a:extLst>
                </p14:cNvPr>
                <p14:cNvContentPartPr/>
                <p14:nvPr/>
              </p14:nvContentPartPr>
              <p14:xfrm>
                <a:off x="3921955" y="5861900"/>
                <a:ext cx="54720" cy="23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0CC0F5C-AF85-39D3-F418-7399D8E5C5C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2955" y="5852900"/>
                  <a:ext cx="723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CDB0E99-C7AF-3F4C-79BB-3D4B50FA202F}"/>
              </a:ext>
            </a:extLst>
          </p:cNvPr>
          <p:cNvGrpSpPr/>
          <p:nvPr/>
        </p:nvGrpSpPr>
        <p:grpSpPr>
          <a:xfrm>
            <a:off x="4687675" y="829460"/>
            <a:ext cx="5937480" cy="5166360"/>
            <a:chOff x="4687675" y="829460"/>
            <a:chExt cx="5937480" cy="516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9CBCDAA-2691-4298-AA47-1D6918784D35}"/>
                    </a:ext>
                  </a:extLst>
                </p14:cNvPr>
                <p14:cNvContentPartPr/>
                <p14:nvPr/>
              </p14:nvContentPartPr>
              <p14:xfrm>
                <a:off x="4812595" y="1403660"/>
                <a:ext cx="1957680" cy="347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9CBCDAA-2691-4298-AA47-1D6918784D3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03955" y="1395020"/>
                  <a:ext cx="19753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5D61B8F-1149-78FB-6AE3-3A2DFF1735CB}"/>
                    </a:ext>
                  </a:extLst>
                </p14:cNvPr>
                <p14:cNvContentPartPr/>
                <p14:nvPr/>
              </p14:nvContentPartPr>
              <p14:xfrm>
                <a:off x="5907355" y="829460"/>
                <a:ext cx="1036440" cy="1420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5D61B8F-1149-78FB-6AE3-3A2DFF1735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98355" y="820460"/>
                  <a:ext cx="1054080" cy="14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0F40045-F24F-796A-5F30-A4868CE7942B}"/>
                    </a:ext>
                  </a:extLst>
                </p14:cNvPr>
                <p14:cNvContentPartPr/>
                <p14:nvPr/>
              </p14:nvContentPartPr>
              <p14:xfrm>
                <a:off x="8307835" y="898220"/>
                <a:ext cx="1924200" cy="1036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0F40045-F24F-796A-5F30-A4868CE7942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99195" y="889220"/>
                  <a:ext cx="1941840" cy="10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D719167-344E-8F29-4821-B63FE2F4657C}"/>
                    </a:ext>
                  </a:extLst>
                </p14:cNvPr>
                <p14:cNvContentPartPr/>
                <p14:nvPr/>
              </p14:nvContentPartPr>
              <p14:xfrm>
                <a:off x="10527235" y="1647020"/>
                <a:ext cx="97920" cy="18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D719167-344E-8F29-4821-B63FE2F4657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18595" y="1638020"/>
                  <a:ext cx="115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D5868BB-0B68-3FC3-3F64-193B555950B0}"/>
                    </a:ext>
                  </a:extLst>
                </p14:cNvPr>
                <p14:cNvContentPartPr/>
                <p14:nvPr/>
              </p14:nvContentPartPr>
              <p14:xfrm>
                <a:off x="6918235" y="2527940"/>
                <a:ext cx="276480" cy="1117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D5868BB-0B68-3FC3-3F64-193B555950B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09595" y="2519300"/>
                  <a:ext cx="294120" cy="11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8E3B1C-F49C-5EA3-B61A-81332B867A13}"/>
                    </a:ext>
                  </a:extLst>
                </p14:cNvPr>
                <p14:cNvContentPartPr/>
                <p14:nvPr/>
              </p14:nvContentPartPr>
              <p14:xfrm>
                <a:off x="6036955" y="3309500"/>
                <a:ext cx="1668960" cy="615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8E3B1C-F49C-5EA3-B61A-81332B867A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28315" y="3300500"/>
                  <a:ext cx="168660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8BB0C9-972A-ABDB-E0B0-1B27C1147EA5}"/>
                    </a:ext>
                  </a:extLst>
                </p14:cNvPr>
                <p14:cNvContentPartPr/>
                <p14:nvPr/>
              </p14:nvContentPartPr>
              <p14:xfrm>
                <a:off x="6369235" y="4523780"/>
                <a:ext cx="2623320" cy="370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8BB0C9-972A-ABDB-E0B0-1B27C1147E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60595" y="4515140"/>
                  <a:ext cx="26409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AFF10C1-846A-CDEC-7356-A21E8052CE85}"/>
                    </a:ext>
                  </a:extLst>
                </p14:cNvPr>
                <p14:cNvContentPartPr/>
                <p14:nvPr/>
              </p14:nvContentPartPr>
              <p14:xfrm>
                <a:off x="4687675" y="5157740"/>
                <a:ext cx="530640" cy="838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AFF10C1-846A-CDEC-7356-A21E8052CE8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79035" y="5149100"/>
                  <a:ext cx="54828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A3AA3A0-3145-BA30-0635-E89A87A56FF5}"/>
                    </a:ext>
                  </a:extLst>
                </p14:cNvPr>
                <p14:cNvContentPartPr/>
                <p14:nvPr/>
              </p14:nvContentPartPr>
              <p14:xfrm>
                <a:off x="4886395" y="5330540"/>
                <a:ext cx="1125360" cy="272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A3AA3A0-3145-BA30-0635-E89A87A56FF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77755" y="5321900"/>
                  <a:ext cx="11430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1D55DCA-9DF7-9EF6-295D-46FB2C222923}"/>
                    </a:ext>
                  </a:extLst>
                </p14:cNvPr>
                <p14:cNvContentPartPr/>
                <p14:nvPr/>
              </p14:nvContentPartPr>
              <p14:xfrm>
                <a:off x="5996275" y="5335940"/>
                <a:ext cx="519840" cy="80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1D55DCA-9DF7-9EF6-295D-46FB2C2229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87275" y="5326940"/>
                  <a:ext cx="537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CFB5FA2-69D6-3A92-6E69-55EAA99E59E4}"/>
                    </a:ext>
                  </a:extLst>
                </p14:cNvPr>
                <p14:cNvContentPartPr/>
                <p14:nvPr/>
              </p14:nvContentPartPr>
              <p14:xfrm>
                <a:off x="7085275" y="5234780"/>
                <a:ext cx="1506960" cy="327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CFB5FA2-69D6-3A92-6E69-55EAA99E59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76275" y="5225780"/>
                  <a:ext cx="15246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02A7B9-CC0B-927A-F84A-CAAB1358E26C}"/>
                    </a:ext>
                  </a:extLst>
                </p14:cNvPr>
                <p14:cNvContentPartPr/>
                <p14:nvPr/>
              </p14:nvContentPartPr>
              <p14:xfrm>
                <a:off x="8419435" y="4875500"/>
                <a:ext cx="203040" cy="1020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02A7B9-CC0B-927A-F84A-CAAB1358E26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10795" y="4866500"/>
                  <a:ext cx="220680" cy="10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01D553A-49DB-3CA0-09C0-5776DEED2463}"/>
                    </a:ext>
                  </a:extLst>
                </p14:cNvPr>
                <p14:cNvContentPartPr/>
                <p14:nvPr/>
              </p14:nvContentPartPr>
              <p14:xfrm>
                <a:off x="9008035" y="5224700"/>
                <a:ext cx="37800" cy="66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01D553A-49DB-3CA0-09C0-5776DEED246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99035" y="5216060"/>
                  <a:ext cx="55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40D563-49DE-C223-414B-4320AE049D31}"/>
                    </a:ext>
                  </a:extLst>
                </p14:cNvPr>
                <p14:cNvContentPartPr/>
                <p14:nvPr/>
              </p14:nvContentPartPr>
              <p14:xfrm>
                <a:off x="9609595" y="3659780"/>
                <a:ext cx="118440" cy="960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40D563-49DE-C223-414B-4320AE049D3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00955" y="3651140"/>
                  <a:ext cx="136080" cy="9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F84871-9A8E-8897-34AA-0EFB4DFA2A95}"/>
                    </a:ext>
                  </a:extLst>
                </p14:cNvPr>
                <p14:cNvContentPartPr/>
                <p14:nvPr/>
              </p14:nvContentPartPr>
              <p14:xfrm>
                <a:off x="9119995" y="3410660"/>
                <a:ext cx="466920" cy="753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F84871-9A8E-8897-34AA-0EFB4DFA2A9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11355" y="3401660"/>
                  <a:ext cx="484560" cy="7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E1FC2A-3658-6FD4-690C-EEB96CBE0CCF}"/>
                    </a:ext>
                  </a:extLst>
                </p14:cNvPr>
                <p14:cNvContentPartPr/>
                <p14:nvPr/>
              </p14:nvContentPartPr>
              <p14:xfrm>
                <a:off x="9990835" y="3426500"/>
                <a:ext cx="359640" cy="455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E1FC2A-3658-6FD4-690C-EEB96CBE0CC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81835" y="3417860"/>
                  <a:ext cx="3772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E9D6BA8-6DF2-69B2-CA71-9196DE0881D9}"/>
                    </a:ext>
                  </a:extLst>
                </p14:cNvPr>
                <p14:cNvContentPartPr/>
                <p14:nvPr/>
              </p14:nvContentPartPr>
              <p14:xfrm>
                <a:off x="10499515" y="3885500"/>
                <a:ext cx="64440" cy="65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E9D6BA8-6DF2-69B2-CA71-9196DE0881D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90875" y="3876860"/>
                  <a:ext cx="82080" cy="8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73463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617C17E-ECE1-5D14-0FF6-EEF223D10A3F}"/>
                  </a:ext>
                </a:extLst>
              </p14:cNvPr>
              <p14:cNvContentPartPr/>
              <p14:nvPr/>
            </p14:nvContentPartPr>
            <p14:xfrm>
              <a:off x="4226875" y="1790268"/>
              <a:ext cx="471960" cy="146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617C17E-ECE1-5D14-0FF6-EEF223D10A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18235" y="1781268"/>
                <a:ext cx="48960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86BD5805-3126-1869-A56D-54F265836419}"/>
              </a:ext>
            </a:extLst>
          </p:cNvPr>
          <p:cNvGrpSpPr/>
          <p:nvPr/>
        </p:nvGrpSpPr>
        <p:grpSpPr>
          <a:xfrm>
            <a:off x="755395" y="289428"/>
            <a:ext cx="13039920" cy="6411600"/>
            <a:chOff x="755395" y="289428"/>
            <a:chExt cx="13039920" cy="641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49F1818-2A62-694B-369F-14674384734F}"/>
                    </a:ext>
                  </a:extLst>
                </p14:cNvPr>
                <p14:cNvContentPartPr/>
                <p14:nvPr/>
              </p14:nvContentPartPr>
              <p14:xfrm>
                <a:off x="1594555" y="1261788"/>
                <a:ext cx="992160" cy="1141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49F1818-2A62-694B-369F-1467438473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5915" y="1253148"/>
                  <a:ext cx="1009800" cy="11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CD78469-FA26-1D11-28CE-CF0882E9C7A5}"/>
                    </a:ext>
                  </a:extLst>
                </p14:cNvPr>
                <p14:cNvContentPartPr/>
                <p14:nvPr/>
              </p14:nvContentPartPr>
              <p14:xfrm>
                <a:off x="3127435" y="1083228"/>
                <a:ext cx="440640" cy="1284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CD78469-FA26-1D11-28CE-CF0882E9C7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18435" y="1074228"/>
                  <a:ext cx="458280" cy="13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C8D35AD-CE6B-DE5C-CE04-11B3BDEE8ECA}"/>
                    </a:ext>
                  </a:extLst>
                </p14:cNvPr>
                <p14:cNvContentPartPr/>
                <p14:nvPr/>
              </p14:nvContentPartPr>
              <p14:xfrm>
                <a:off x="4373035" y="1186908"/>
                <a:ext cx="769680" cy="272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C8D35AD-CE6B-DE5C-CE04-11B3BDEE8E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64035" y="1177908"/>
                  <a:ext cx="7873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308EE7C-2F62-3844-0102-BEC938F5F786}"/>
                    </a:ext>
                  </a:extLst>
                </p14:cNvPr>
                <p14:cNvContentPartPr/>
                <p14:nvPr/>
              </p14:nvContentPartPr>
              <p14:xfrm>
                <a:off x="6372475" y="630348"/>
                <a:ext cx="1292040" cy="878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308EE7C-2F62-3844-0102-BEC938F5F7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63835" y="621708"/>
                  <a:ext cx="1309680" cy="8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BABABC-EB90-7493-C4C0-95AF776B76E9}"/>
                    </a:ext>
                  </a:extLst>
                </p14:cNvPr>
                <p14:cNvContentPartPr/>
                <p14:nvPr/>
              </p14:nvContentPartPr>
              <p14:xfrm>
                <a:off x="8155915" y="289428"/>
                <a:ext cx="3009600" cy="824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BABABC-EB90-7493-C4C0-95AF776B76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46915" y="280788"/>
                  <a:ext cx="3027240" cy="84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1C0F8C-D12A-F23A-9451-F821B6982523}"/>
                    </a:ext>
                  </a:extLst>
                </p14:cNvPr>
                <p14:cNvContentPartPr/>
                <p14:nvPr/>
              </p14:nvContentPartPr>
              <p14:xfrm>
                <a:off x="6539155" y="1344228"/>
                <a:ext cx="4145400" cy="417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1C0F8C-D12A-F23A-9451-F821B698252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30155" y="1335228"/>
                  <a:ext cx="416304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CDFAC89-73E5-BF10-BF7C-C13069D4119C}"/>
                    </a:ext>
                  </a:extLst>
                </p14:cNvPr>
                <p14:cNvContentPartPr/>
                <p14:nvPr/>
              </p14:nvContentPartPr>
              <p14:xfrm>
                <a:off x="1783195" y="2624748"/>
                <a:ext cx="3682440" cy="819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CDFAC89-73E5-BF10-BF7C-C13069D411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4555" y="2615748"/>
                  <a:ext cx="3700080" cy="83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420D7D4-A4D7-ED42-2715-E56A2448C6DC}"/>
                    </a:ext>
                  </a:extLst>
                </p14:cNvPr>
                <p14:cNvContentPartPr/>
                <p14:nvPr/>
              </p14:nvContentPartPr>
              <p14:xfrm>
                <a:off x="6021475" y="2261148"/>
                <a:ext cx="2673000" cy="1097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420D7D4-A4D7-ED42-2715-E56A2448C6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12835" y="2252148"/>
                  <a:ext cx="2690640" cy="11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798A1A1-E00A-3AEE-10F1-02148415A6D0}"/>
                    </a:ext>
                  </a:extLst>
                </p14:cNvPr>
                <p14:cNvContentPartPr/>
                <p14:nvPr/>
              </p14:nvContentPartPr>
              <p14:xfrm>
                <a:off x="8337715" y="2966388"/>
                <a:ext cx="6480" cy="40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798A1A1-E00A-3AEE-10F1-02148415A6D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28715" y="2957748"/>
                  <a:ext cx="24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184956C-2889-14BB-FD7B-8937281F8473}"/>
                    </a:ext>
                  </a:extLst>
                </p14:cNvPr>
                <p14:cNvContentPartPr/>
                <p14:nvPr/>
              </p14:nvContentPartPr>
              <p14:xfrm>
                <a:off x="7843795" y="3335388"/>
                <a:ext cx="2148480" cy="783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184956C-2889-14BB-FD7B-8937281F84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35155" y="3326748"/>
                  <a:ext cx="216612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F3359F-ACBD-84C3-E4A1-DBD7EEAAAD70}"/>
                    </a:ext>
                  </a:extLst>
                </p14:cNvPr>
                <p14:cNvContentPartPr/>
                <p14:nvPr/>
              </p14:nvContentPartPr>
              <p14:xfrm>
                <a:off x="10632355" y="3370308"/>
                <a:ext cx="95760" cy="335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F3359F-ACBD-84C3-E4A1-DBD7EEAAAD7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23355" y="3361308"/>
                  <a:ext cx="1134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C651E5-2819-4403-CBE8-C7458CD789B5}"/>
                    </a:ext>
                  </a:extLst>
                </p14:cNvPr>
                <p14:cNvContentPartPr/>
                <p14:nvPr/>
              </p14:nvContentPartPr>
              <p14:xfrm>
                <a:off x="10633795" y="3752268"/>
                <a:ext cx="288360" cy="257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C651E5-2819-4403-CBE8-C7458CD789B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24795" y="3743268"/>
                  <a:ext cx="3060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8F5084F-F80D-9B7A-CCDE-0EE392658820}"/>
                    </a:ext>
                  </a:extLst>
                </p14:cNvPr>
                <p14:cNvContentPartPr/>
                <p14:nvPr/>
              </p14:nvContentPartPr>
              <p14:xfrm>
                <a:off x="11213395" y="2770188"/>
                <a:ext cx="390960" cy="741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8F5084F-F80D-9B7A-CCDE-0EE3926588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204395" y="2761188"/>
                  <a:ext cx="40860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3B2D4F9-D0AB-4D6D-32E0-2D0B8907275A}"/>
                    </a:ext>
                  </a:extLst>
                </p14:cNvPr>
                <p14:cNvContentPartPr/>
                <p14:nvPr/>
              </p14:nvContentPartPr>
              <p14:xfrm>
                <a:off x="11530555" y="3285708"/>
                <a:ext cx="325800" cy="49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3B2D4F9-D0AB-4D6D-32E0-2D0B8907275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521555" y="3276708"/>
                  <a:ext cx="343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E73A6DF-39F7-5D7A-4BD3-2C684EA3B8B1}"/>
                    </a:ext>
                  </a:extLst>
                </p14:cNvPr>
                <p14:cNvContentPartPr/>
                <p14:nvPr/>
              </p14:nvContentPartPr>
              <p14:xfrm>
                <a:off x="7406755" y="2767668"/>
                <a:ext cx="500040" cy="1442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E73A6DF-39F7-5D7A-4BD3-2C684EA3B8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97755" y="2758668"/>
                  <a:ext cx="517680" cy="14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08B2125-025A-F5E4-9F9A-FDA58409D394}"/>
                    </a:ext>
                  </a:extLst>
                </p14:cNvPr>
                <p14:cNvContentPartPr/>
                <p14:nvPr/>
              </p14:nvContentPartPr>
              <p14:xfrm>
                <a:off x="7700875" y="2327388"/>
                <a:ext cx="4984560" cy="359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08B2125-025A-F5E4-9F9A-FDA58409D39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92235" y="2318388"/>
                  <a:ext cx="50022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ECA54E-EA4F-30D2-0F83-76159E3DDAEC}"/>
                    </a:ext>
                  </a:extLst>
                </p14:cNvPr>
                <p14:cNvContentPartPr/>
                <p14:nvPr/>
              </p14:nvContentPartPr>
              <p14:xfrm>
                <a:off x="11098915" y="2069988"/>
                <a:ext cx="985680" cy="1213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ECA54E-EA4F-30D2-0F83-76159E3DDA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089915" y="2061348"/>
                  <a:ext cx="1003320" cy="12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8661ECE-BEF9-C165-C69D-7D7A06C3F6AB}"/>
                    </a:ext>
                  </a:extLst>
                </p14:cNvPr>
                <p14:cNvContentPartPr/>
                <p14:nvPr/>
              </p14:nvContentPartPr>
              <p14:xfrm>
                <a:off x="6527275" y="4448868"/>
                <a:ext cx="5715000" cy="440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8661ECE-BEF9-C165-C69D-7D7A06C3F6A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18275" y="4440228"/>
                  <a:ext cx="573264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F44E36B-7ACD-6019-5D6C-FBB985C7CDB6}"/>
                    </a:ext>
                  </a:extLst>
                </p14:cNvPr>
                <p14:cNvContentPartPr/>
                <p14:nvPr/>
              </p14:nvContentPartPr>
              <p14:xfrm>
                <a:off x="5924635" y="2526828"/>
                <a:ext cx="2154960" cy="2764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F44E36B-7ACD-6019-5D6C-FBB985C7CD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15995" y="2518188"/>
                  <a:ext cx="2172600" cy="27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6B1429D-3BD2-CB05-551A-461831BCAE0F}"/>
                    </a:ext>
                  </a:extLst>
                </p14:cNvPr>
                <p14:cNvContentPartPr/>
                <p14:nvPr/>
              </p14:nvContentPartPr>
              <p14:xfrm>
                <a:off x="10661155" y="2319828"/>
                <a:ext cx="3134160" cy="484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6B1429D-3BD2-CB05-551A-461831BCAE0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652155" y="2310828"/>
                  <a:ext cx="315180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B4BC423-D207-0FD2-1F77-E70D5841E5F4}"/>
                    </a:ext>
                  </a:extLst>
                </p14:cNvPr>
                <p14:cNvContentPartPr/>
                <p14:nvPr/>
              </p14:nvContentPartPr>
              <p14:xfrm>
                <a:off x="10941235" y="2304348"/>
                <a:ext cx="1627920" cy="2156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B4BC423-D207-0FD2-1F77-E70D5841E5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32235" y="2295708"/>
                  <a:ext cx="1645560" cy="21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3C6CD21-6757-302C-710E-A5E7CD4EEACA}"/>
                    </a:ext>
                  </a:extLst>
                </p14:cNvPr>
                <p14:cNvContentPartPr/>
                <p14:nvPr/>
              </p14:nvContentPartPr>
              <p14:xfrm>
                <a:off x="11215915" y="4269948"/>
                <a:ext cx="13680" cy="13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3C6CD21-6757-302C-710E-A5E7CD4EEAC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206915" y="4260948"/>
                  <a:ext cx="31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E273F6C-E11C-5355-EDAE-723B2E0401BC}"/>
                    </a:ext>
                  </a:extLst>
                </p14:cNvPr>
                <p14:cNvContentPartPr/>
                <p14:nvPr/>
              </p14:nvContentPartPr>
              <p14:xfrm>
                <a:off x="8141155" y="4229628"/>
                <a:ext cx="927360" cy="1612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E273F6C-E11C-5355-EDAE-723B2E0401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32155" y="4220988"/>
                  <a:ext cx="945000" cy="16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1075D79-2F33-4242-8CB2-0FC25A74DCCB}"/>
                    </a:ext>
                  </a:extLst>
                </p14:cNvPr>
                <p14:cNvContentPartPr/>
                <p14:nvPr/>
              </p14:nvContentPartPr>
              <p14:xfrm>
                <a:off x="7901755" y="5130348"/>
                <a:ext cx="1307880" cy="67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1075D79-2F33-4242-8CB2-0FC25A74DCC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93115" y="5121708"/>
                  <a:ext cx="132552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882A0A6-2DA3-7DA9-B3A9-1A4B3E356728}"/>
                    </a:ext>
                  </a:extLst>
                </p14:cNvPr>
                <p14:cNvContentPartPr/>
                <p14:nvPr/>
              </p14:nvContentPartPr>
              <p14:xfrm>
                <a:off x="9339595" y="5500428"/>
                <a:ext cx="34200" cy="64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882A0A6-2DA3-7DA9-B3A9-1A4B3E3567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30595" y="5491788"/>
                  <a:ext cx="518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837B435-66F6-ABD3-69BB-51BEC2D9926F}"/>
                    </a:ext>
                  </a:extLst>
                </p14:cNvPr>
                <p14:cNvContentPartPr/>
                <p14:nvPr/>
              </p14:nvContentPartPr>
              <p14:xfrm>
                <a:off x="5130835" y="5029188"/>
                <a:ext cx="3090240" cy="487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837B435-66F6-ABD3-69BB-51BEC2D9926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22195" y="5020188"/>
                  <a:ext cx="310788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61559A-85A9-78E4-CD88-1C8E5650E7A5}"/>
                    </a:ext>
                  </a:extLst>
                </p14:cNvPr>
                <p14:cNvContentPartPr/>
                <p14:nvPr/>
              </p14:nvContentPartPr>
              <p14:xfrm>
                <a:off x="5159275" y="4621308"/>
                <a:ext cx="1303920" cy="1007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61559A-85A9-78E4-CD88-1C8E5650E7A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50275" y="4612668"/>
                  <a:ext cx="1321560" cy="10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C3A142C-F62C-1C7C-1BA1-DCD84CE1996B}"/>
                    </a:ext>
                  </a:extLst>
                </p14:cNvPr>
                <p14:cNvContentPartPr/>
                <p14:nvPr/>
              </p14:nvContentPartPr>
              <p14:xfrm>
                <a:off x="3793795" y="3448428"/>
                <a:ext cx="936360" cy="120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C3A142C-F62C-1C7C-1BA1-DCD84CE199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85155" y="3439428"/>
                  <a:ext cx="954000" cy="12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D8D8608-B5EA-DAB4-37BB-AD0111D08EAB}"/>
                    </a:ext>
                  </a:extLst>
                </p14:cNvPr>
                <p14:cNvContentPartPr/>
                <p14:nvPr/>
              </p14:nvContentPartPr>
              <p14:xfrm>
                <a:off x="3968755" y="3295428"/>
                <a:ext cx="519120" cy="365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D8D8608-B5EA-DAB4-37BB-AD0111D08EA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60115" y="3286428"/>
                  <a:ext cx="5367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01CE8F1-C904-DD02-DEBF-83EA30E284F7}"/>
                    </a:ext>
                  </a:extLst>
                </p14:cNvPr>
                <p14:cNvContentPartPr/>
                <p14:nvPr/>
              </p14:nvContentPartPr>
              <p14:xfrm>
                <a:off x="4092955" y="3145668"/>
                <a:ext cx="1807560" cy="1135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01CE8F1-C904-DD02-DEBF-83EA30E284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84315" y="3136668"/>
                  <a:ext cx="1825200" cy="11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FD45F0-DCBA-B4A9-32BA-E4A9F35FD86E}"/>
                    </a:ext>
                  </a:extLst>
                </p14:cNvPr>
                <p14:cNvContentPartPr/>
                <p14:nvPr/>
              </p14:nvContentPartPr>
              <p14:xfrm>
                <a:off x="6749395" y="1530708"/>
                <a:ext cx="42480" cy="7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FD45F0-DCBA-B4A9-32BA-E4A9F35FD86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40755" y="1522068"/>
                  <a:ext cx="60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8550248-F69E-7AEC-C9D4-05EE36EDB1EB}"/>
                    </a:ext>
                  </a:extLst>
                </p14:cNvPr>
                <p14:cNvContentPartPr/>
                <p14:nvPr/>
              </p14:nvContentPartPr>
              <p14:xfrm>
                <a:off x="5746435" y="1516668"/>
                <a:ext cx="1021680" cy="1539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8550248-F69E-7AEC-C9D4-05EE36EDB1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37435" y="1507668"/>
                  <a:ext cx="1039320" cy="15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5B1EE9-4DD4-F1B7-031D-070F2B77170B}"/>
                    </a:ext>
                  </a:extLst>
                </p14:cNvPr>
                <p14:cNvContentPartPr/>
                <p14:nvPr/>
              </p14:nvContentPartPr>
              <p14:xfrm>
                <a:off x="5605315" y="2733108"/>
                <a:ext cx="696240" cy="489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5B1EE9-4DD4-F1B7-031D-070F2B77170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96315" y="2724468"/>
                  <a:ext cx="71388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C6095F-B872-655C-1B68-E49323983D38}"/>
                    </a:ext>
                  </a:extLst>
                </p14:cNvPr>
                <p14:cNvContentPartPr/>
                <p14:nvPr/>
              </p14:nvContentPartPr>
              <p14:xfrm>
                <a:off x="2770315" y="2666868"/>
                <a:ext cx="1382040" cy="891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C6095F-B872-655C-1B68-E49323983D3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61675" y="2658228"/>
                  <a:ext cx="1399680" cy="90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4B968F2-DB21-E3D4-B853-3BC80DBA88F9}"/>
                    </a:ext>
                  </a:extLst>
                </p14:cNvPr>
                <p14:cNvContentPartPr/>
                <p14:nvPr/>
              </p14:nvContentPartPr>
              <p14:xfrm>
                <a:off x="3344515" y="3502068"/>
                <a:ext cx="771120" cy="412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4B968F2-DB21-E3D4-B853-3BC80DBA88F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35515" y="3493428"/>
                  <a:ext cx="7887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BCC5EDB-EBB0-F0C7-C7AE-03B6F72EC0B7}"/>
                    </a:ext>
                  </a:extLst>
                </p14:cNvPr>
                <p14:cNvContentPartPr/>
                <p14:nvPr/>
              </p14:nvContentPartPr>
              <p14:xfrm>
                <a:off x="3812155" y="3111828"/>
                <a:ext cx="366840" cy="405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BCC5EDB-EBB0-F0C7-C7AE-03B6F72EC0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03515" y="3103188"/>
                  <a:ext cx="3844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CC01918-756E-EE59-7339-47A0912443C6}"/>
                    </a:ext>
                  </a:extLst>
                </p14:cNvPr>
                <p14:cNvContentPartPr/>
                <p14:nvPr/>
              </p14:nvContentPartPr>
              <p14:xfrm>
                <a:off x="2935195" y="4591068"/>
                <a:ext cx="726480" cy="1222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CC01918-756E-EE59-7339-47A0912443C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26555" y="4582428"/>
                  <a:ext cx="744120" cy="12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7535B05-ADF0-6DFD-EBEA-9C2C4D24291C}"/>
                    </a:ext>
                  </a:extLst>
                </p14:cNvPr>
                <p14:cNvContentPartPr/>
                <p14:nvPr/>
              </p14:nvContentPartPr>
              <p14:xfrm>
                <a:off x="819475" y="2388228"/>
                <a:ext cx="1260360" cy="3438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7535B05-ADF0-6DFD-EBEA-9C2C4D24291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0475" y="2379228"/>
                  <a:ext cx="1278000" cy="34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6AE84C3-28C1-9B7D-60DB-FABD08DAF0DF}"/>
                    </a:ext>
                  </a:extLst>
                </p14:cNvPr>
                <p14:cNvContentPartPr/>
                <p14:nvPr/>
              </p14:nvContentPartPr>
              <p14:xfrm>
                <a:off x="2723875" y="1400388"/>
                <a:ext cx="5495040" cy="4591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6AE84C3-28C1-9B7D-60DB-FABD08DAF0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15235" y="1391748"/>
                  <a:ext cx="5512680" cy="46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9D4C494-C1BF-8F5C-BF62-E4B023769B51}"/>
                    </a:ext>
                  </a:extLst>
                </p14:cNvPr>
                <p14:cNvContentPartPr/>
                <p14:nvPr/>
              </p14:nvContentPartPr>
              <p14:xfrm>
                <a:off x="755395" y="5615988"/>
                <a:ext cx="1104840" cy="1023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9D4C494-C1BF-8F5C-BF62-E4B023769B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6755" y="5607348"/>
                  <a:ext cx="1122480" cy="10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FBD977D-0C5E-BEE1-8DF0-319A5EB36165}"/>
                    </a:ext>
                  </a:extLst>
                </p14:cNvPr>
                <p14:cNvContentPartPr/>
                <p14:nvPr/>
              </p14:nvContentPartPr>
              <p14:xfrm>
                <a:off x="2073355" y="4912548"/>
                <a:ext cx="975600" cy="1788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FBD977D-0C5E-BEE1-8DF0-319A5EB3616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64715" y="4903908"/>
                  <a:ext cx="993240" cy="1806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1566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41</Words>
  <Application>Microsoft Office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2026-03-15T05:12:06Z</dcterms:created>
  <dcterms:modified xsi:type="dcterms:W3CDTF">2026-03-15T06:32:17Z</dcterms:modified>
</cp:coreProperties>
</file>