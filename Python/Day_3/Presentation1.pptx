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4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11257,'0'2'74,"-1"9"566,0 0-1,-1 0 1,-1 0 0,0 0-1,0 0 1,-1 0 0,-7 12-1,9-19-227,1 1 0,-1 0 0,1 0-1,0 0 1,0 0 0,0 0 0,0 0-1,1 1 1,0-1 0,0 0 0,1 0 0,-1 0-1,1 0 1,0 0 0,2 6 0,0 1 295,54 252 7911,-31-148-8238,8 43-355,-25-100-209,-1-7-1002,25 90 0,-29-127 893,2-1 0,0 1 0,0-1 0,2 0 0,-1-1 0,2 0 0,0 0 0,0-1 0,1 0 0,18 16 0,-5-10-3359,0-1 0,41 21 0,-61-36 3085,63 34-11914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4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17 14645,'-67'-15'2945,"66"15"-2693,0 0 1,-1-1-1,1 1 1,0 0 0,-1 0-1,1 0 1,0 0-1,0 0 1,-1 0 0,1 0-1,0 0 1,-1 1-1,-1 0 1,-3 6 82,5-5 199,-4 3-105,1 1 0,-1 0 0,1 0 0,0 0 1,1 1-1,0-1 0,0 1 0,0 0 0,-2 9 0,-12 67 747,14-57-819,-3 10-185,3 0 1,1 0-1,1 0 1,2 0 0,2 0-1,1-1 1,9 38-1,2-13-202,2 0-1,3-1 0,3-1 0,34 65 1,-43-98-81,1-1 0,2 0 1,0 0-1,1-2 1,1 0-1,1-2 1,1 0-1,1-1 1,0-1-1,2-1 1,30 17-1,-41-27 36,0-1 1,0-1-1,0 0 0,1-1 0,-1-1 0,1 0 1,0-1-1,0 0 0,0-1 0,0 0 0,1-2 1,24-2-1,-14-2 3,-1-1-1,1-1 1,-1-1 0,0-1 0,-1-1 0,27-15 0,-37 17 83,0 0 1,-1 0-1,-1-1 1,1 0 0,-1-1-1,-1-1 1,0 0-1,-1 0 1,0-1 0,8-13-1,-7 8 56,-1 0 0,-1-1 0,0 0 0,-2-1 0,0 0 0,-1 0 0,2-20 0,-3 12 7,-2 0 1,-1 0-1,-1 0 1,-1 0-1,-2 0 1,-1 0-1,-1 0 1,-1 1 0,-1-1-1,-1 2 1,-14-31-1,5 22 8,-1 1 0,-1 0 0,-2 2 0,-1 1 1,-33-35-1,36 46-61,-1 0 0,0 1 0,-2 1 0,0 1 0,0 2 0,-2 0 0,0 1 0,-26-10 0,17 11-142,0 1 0,0 2 0,-1 1 0,0 1 0,-1 3 0,1 0 0,-44 2 1,49 4-557,-1 1 1,1 1-1,-42 11 1,47-8-578,-1 1 0,1 2 0,0 0 0,-27 18 0,10 1-4690,14 1-3666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5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 15801,'-67'102'3229,"87"-51"-213,-17 7-424,-3 8-200,0 3-259,7 10-249,-3 11-296,-11 10-1456,-7 14-132,1 4 0,-4-4 0,-3 4 0,-3-10 0,6-2-1076,0-22-2652,11 4-145,9 11-3207,4-5-6946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29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248 699 4732,'-4'-12'18013,"4"18"-17271,17 189 1723,-3-73-1857,40 379 308,3 91-459,-36-300-564,23 180-1329,-43-467 1476,2 14-657,-7-39 103,-38-243 138,17 133 384,-90-405 111,60 332-23,-60-232 387,31-7 410,75 369-530,4 0 0,5-113 0,3 150-168,1 1 0,1-1 1,2 1-1,2 0 1,1 1-1,2 0 1,20-41-1,-25 60-71,2 1 0,-1 0 1,2 1-1,0 0 0,0 0 0,1 1 0,1 1 1,0-1-1,0 2 0,1 0 0,1 1 0,-1 0 1,1 0-1,1 2 0,0 0 0,0 1 0,0 0 1,1 1-1,0 1 0,0 0 0,0 1 0,0 1 1,0 1-1,1 0 0,-1 1 0,0 1 0,25 3 1,-7 3-107,0 1 0,-1 2 0,0 1 0,0 2 0,-1 1 0,-1 1 0,56 38 0,-30-12-25,-3 1-1,-1 4 1,49 53 0,-27-15 7,-4 3 0,111 179 0,84 215 0,-239-429 0,226 461-247,-85-168-198,-144-295 201,154 294-2030,26-19-1754,-192-308 3062,1-1-1,24 23 1,-36-37 760,0-1 0,1 0 1,-1 0-1,1 1 0,-1-1 0,1 0 0,0 0 1,-1 0-1,1-1 0,0 1 0,0 0 0,-1-1 0,1 1 1,0-1-1,0 0 0,0 1 0,0-1 0,0 0 1,0 0-1,0 0 0,0 0 0,-1-1 0,3 1 1,-2-1-39,-1 0 0,0 1 0,0-1 0,0 0 0,0 0 1,0 0-1,0 1 0,0-1 0,0 0 0,0 0 0,0 0 1,-1-1-1,1 1 0,0 0 0,-1 0 0,1 0 1,0-1-1,-1 1 0,0 0 0,1 0 0,-1-1 0,0 1 1,0 0-1,0-1 0,1 1 0,-1 0 0,-1-1 0,1-1 1,-6-40-7393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29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1137 8789,'-72'83'1807,"43"-41"398,28-39-1794,-1 0 0,1 0 0,-1-1 0,0 1 0,0-1 0,0 1 0,0-1 0,-1 0 0,1 0 0,-3 2 0,-15 7 1238,20-11-1631,0 0 0,0 0 0,0 0 0,-1 0 0,1 0 0,0 1 1,0-1-1,0 0 0,0 0 0,0 0 0,0 0 0,-1 0 0,1 0 0,0 0 0,0 0 0,0 0 0,0 0 1,0 0-1,-1 0 0,1 0 0,0 0 0,0-1 0,0 1 0,0 0 0,0 0 0,-1 0 0,1 0 1,0 0-1,0 0 0,0 0 0,0 0 0,0 0 0,0 0 0,0-1 0,-1 1 0,1 0 0,0 0 0,0 0 1,0 0-1,0 0 0,0 0 0,0-1 0,0 1 0,0 0 0,0 0 0,0 0 0,0 0 0,0 0 1,0-1-1,0 1 0,0 0 0,0 0 0,13-30 747,-5 17-575,18-33 215,1 1 1,44-53-1,76-76-121,-129 154-274,439-444-2940,-125 180-5269,-169 160-83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0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1033 11165,'-1'1'73,"-1"2"177,0-1 0,0 1 0,0-1 0,0 0-1,0 0 1,-1 0 0,1 0 0,-4 2 0,5-4-109,0 1-1,0-1 0,0 0 1,0 0-1,0 0 0,0 0 1,0-1-1,0 1 1,0 0-1,0 0 0,0-1 1,0 1-1,0 0 1,0-1-1,1 1 0,-1-1 1,0 1-1,0-1 0,0 1 1,1-1-1,-1 0 1,0 1-1,0-1 0,1 0 1,-1 1-1,1-1 1,-4-4 5477,6 21-5195,0-1 1,1 1-1,1-1 0,0 1 0,1-1 1,0 0-1,2-1 0,-1 1 0,10 13 1,8 19 42,173 430 469,-197-476-936,80 197-1119,81 227-4464,-135-339 2455,-43-95 2270,3-5 736,1 0 1,1-1 0,0 0-1,1-1 1,0 0-1,-10-23 1,11 21 81,-254-481 546,45-21 851,185 422-717,4-1-1,-32-191 1,57 243-389,2 1 0,2-1 0,7-63 0,-2 78-77,1 0 0,2 1 0,1 0 0,1 1 0,24-52 0,-22 61-59,1 0 1,1 0-1,1 1 0,0 1 0,2 0 1,0 1-1,1 1 0,27-23 1,-29 29-44,1 0 0,0 1 1,0 0-1,1 1 0,0 1 0,1 1 1,0 1-1,0 0 0,0 1 1,1 1-1,23-2 0,-31 5-51,1 1 0,-1 0-1,1 0 1,-1 1 0,1 1-1,-1 0 1,0 1 0,1 0-1,-1 1 1,-1 0 0,1 0-1,0 1 1,-1 1-1,0 0 1,13 10 0,-10-5-3,-1 0 0,-1 1 0,0 0 0,-1 1 0,0 0 1,-1 1-1,0 0 0,-1 0 0,-1 1 0,0 0 0,7 23 0,1 6-17,-3 1 0,-1 1 0,7 71 0,-8 61-76,4 42 18,-8-173 28,1 0 1,23 74-1,-26-109 36,0-1-1,1 0 1,0-1-1,1 1 1,0-1-1,1 0 1,0 0 0,1-1-1,14 14 1,-8-10-7,0-2 1,1 0-1,1 0 1,-1-2-1,28 13 1,10-1-6,1-3 1,1-3 0,58 10 0,-104-23 6,101 20 102,-9-3-222,145 47-1,-201-50 14,0 2-1,-2 1 0,0 3 0,66 45 0,-94-57 71,-1 1 0,-1 0-1,0 1 1,-1 0 0,0 1-1,-1 1 1,0 0-1,-1 0 1,0 1 0,-2 0-1,0 1 1,0 0 0,-1 0-1,-1 1 1,-1-1 0,3 19-1,-6-23 21,-1 0 1,0 0-1,-1 0 0,-1-1 0,0 1 0,0 0 1,-1 0-1,0-1 0,-7 20 0,2-15-4,-1 1 0,0-1 0,-1 0-1,0 0 1,-19 22 0,-8 2-39,-1-2 0,-1-2 1,-57 41-1,9-14-115,-106 59-1,-103 38-504,212-116 380,-229 107-1304,256-128 626,-1-3 1,-1-2-1,-101 17 0,140-32 146,0-1-1,0-1 0,0-1 0,-1 0 0,1-2 1,0 0-1,-34-9 0,-27-19-5859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0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113 157 13117,'-7'-7'223,"-13"-10"1826,-25-30-1,40 40-1261,0 1 0,0-1-1,1 0 1,-1-1 0,2 1-1,-1-1 1,1 1 0,-4-16 0,9 22-632,0 0 1,-1 0 0,1 1 0,0-1-1,0 1 1,0-1 0,0 1 0,0 0-1,-1 0 1,1 0 0,0 0 0,3 0-1,5 2 9,0 0-1,0 0 1,-1 1 0,1 0-1,-1 0 1,1 1-1,-1 0 1,0 1-1,-1 0 1,1 0-1,-1 1 1,11 10-1,12 12 289,45 50 0,-66-67-376,103 119 615,118 121-2619,-190-212 667,1-2 1,2-2-1,2-2 1,54 30-1,73 26-4069,-55-32-1604,-55-28 74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1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1388 7997,'-14'-7'729,"1"-1"0,0 0 1,0-1-1,1 0 0,-17-17 0,28 24-617,0 1-1,0-1 0,0 0 1,0 0-1,0-1 0,0 1 1,0 0-1,0 0 0,1 0 1,0-1-1,-1 1 0,1 0 1,0 0-1,0-1 0,0-3 1,9-40 589,-4 24-475,3-16 73,2 1 1,1 1 0,26-56-1,62-105 216,-84 170-438,202-434 746,-205 432-733,7-19 502,-2-1 0,13-63 0,-16 56 311,-7 27-35,-6 26-166,-4 10 252,-3 18-447,1 1 0,1 0-1,1 0 1,1 0 0,1 0-1,3 30 1,26 160 934,-25-199-1352,91 417 94,5-154-3818,-87-251 2925,58 130-4326,-17-57-1361,3-11-3088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1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64 184 10589,'-3'-2'359,"-1"0"1,1 0-1,-1 0 1,1 0-1,0-1 1,0 1-1,0-1 0,0 0 1,1 0-1,-1 0 1,1 0-1,0 0 1,0-1-1,0 1 1,0-1-1,0 1 0,-2-8 1,4 9 817,0-2-229,2-7-238,-2-1 1,0 1 0,0 0 0,-1 0-1,0 0 1,-1 0 0,0 0 0,-6-17-1,7 25 2,1 10-447,1 1 0,1-1 0,-1 0-1,1 0 1,0 0 0,1 0 0,0 0-1,0-1 1,0 1 0,6 7 0,4 9 287,191 449 1865,-113-243-1824,-82-208-602,129 295-1678,26-12-853,-144-273 1095,1 4-698,27 33 0,-5-24-2241,-35-37 2461,0-1 0,1 0 1,17 9-1,-7-6-5818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2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58 733 11733,'-50'-112'2216,"43"70"-372,17 0-295,7-3-333,13-1-304,3-8-180,18 3-140,9 0-124,13-7-84,11 4-392,10 6-532,10 0-496,0 8-584,10 13-481,-1 12-2691,-2 15-3773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2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1399 16181,'30'-127'2609,"17"31"-681,10-1-484,16-2-760,11 0-628,3-13-412,20-18-736,7-14-832,10-16-488,14-3-2645,6-9-4020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2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717 84 11981,'-104'11'2197,"95"-11"-1777,1 0 0,-1-1 0,1 0 0,-1 0 1,1-1-1,0 0 0,-1-1 0,1 0 0,1 0 0,-1-1 0,0 0 0,-8-5 0,5 2 645,-1 1 0,-20-8 0,-57-5 1746,23 6-826,61 12-1844,1 0 1,-1 0-1,0 1 1,1 0-1,-1 0 1,0 0-1,0 1 1,1 0-1,-1-1 0,1 2 1,-1-1-1,1 0 1,-1 1-1,-7 4 1,5-2-14,-1 1 0,2-1 0,-1 1 1,0 1-1,1-1 0,0 1 0,-8 10 0,-5 9-12,2 1-1,1 0 1,0 1-1,2 0 1,2 1-1,0 1 1,2 0-1,1 1 1,-10 57-1,16-68-66,1 0 0,1 1 1,1-1-1,1 0 0,0 1 0,2-1 0,0 0 0,1 0 0,1 0 0,0 0 0,2-1 0,0 0 1,1 0-1,1-1 0,0 0 0,23 29 0,-9-19-49,2 0 0,0-2 0,50 36 0,96 55 0,-93-66 0,-75-48 0,481 348-950,-434-307 817,-2 2 0,-3 2 0,-1 2 0,-2 2 0,-3 1 0,-2 3 0,33 63 0,-54-83-97,-2 0 0,-1 1 0,-2 1 0,-2-1 0,-1 2 0,-2-1 0,-2 1 0,-1 0 0,-2 0 0,-1 0 0,-2 0 0,-9 47 0,8-67-137,-2 0-1,0-1 0,0 0 1,-2 0-1,0 0 0,-1-1 1,-1 0-1,0 0 1,-13 15-1,15-22-250,-1 0 0,0 0 1,-1-1-1,0 0 0,-1-1 1,-11 8-1,13-10-204,0-1 1,0-1-1,0 1 0,0-1 1,0 0-1,-1-1 0,1 0 1,-1-1-1,-9 2 0,-28-4-7740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2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14733,'-4'10'823,"1"0"0,1 0 0,-1 1 0,2-1 0,-1 0 0,2 1 0,-1 12 0,11 76 2848,-2-25-1626,8 243 751,6 107 142,-15-356-4840,2 0-1,27 95 1,-23-118 477,2 0 1,3-1-1,1-1 1,34 57-1,-11-30-7183,-16-43 263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1 932 8629,'1'-6'269,"1"0"0,0 0 1,0 0-1,0 1 0,1-1 0,0 1 1,0 0-1,0 0 0,0 0 0,6-6 1,47-41 1258,-21 22-921,16-19 132,115-113 515,-136 128-612,-1-1-1,-1-1 1,25-46 0,-43 61-83,-1-1 0,-1 0 0,-1 0 0,-1-1 0,0 1 0,-2-1 0,-1 0-1,-1-1 1,-1 1 0,0 0 0,-7-45 0,6 62-296,-1 1 1,1-1-1,0 0 0,1 0 1,0 0-1,-1 1 0,2-1 1,2-9-1,-2 7 137,-2 8-386,0 1 1,0-1 0,0 0 0,0 0 0,0 0 0,1 0 0,-1 0-1,0 0 1,0 0 0,0 0 0,0 0 0,0 1 0,0-1 0,0 0-1,0 0 1,0 0 0,0 0 0,1 0 0,-1 0 0,0 0 0,0 0-1,0 0 1,0 0 0,0 0 0,0 0 0,0 0 0,1 0 0,-1 0 0,0 0-1,0 0 1,0 0 0,0 0 0,0 0 0,0 0 0,0 0 0,1 0-1,-1 0 1,0 0 0,0 0 0,0 0 0,0 0 0,0 0 0,0 0-1,0 0 1,0-1 0,0 1 0,1 0 0,-1 0 0,0 0 0,0 0-1,0 0 1,0 0 0,0 0 0,0 0 0,0 0 0,0-1 0,0 1-1,0 0 1,0 0 0,0 0 0,0 0 0,0 0 0,0 0 0,0 0 0,0-1-1,11 10 204,-1 1 0,-1 0-1,0 0 1,0 1 0,-1 0-1,0 0 1,-1 1 0,0 0-1,-1 1 1,7 21 0,3 16 107,15 77 0,-26-104-245,30 179-883,-22-118-503,6 161-6721,-15-146 618,0-17-3930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3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 12837,'1'29'1361,"-1"1"0,-7 52 0,-67 284 7105,20-118-7014,18-54-1741,8 2-1,10 0 0,6 237 1,33-164-3173,-2-142 1002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0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2627 5160,'-24'-4'372,"11"0"252,0 2-1,0 0 1,-1 1 0,-23 0-1,24 4 184,1 0 1,0 0-1,-1 2 0,-15 7 1,19-8-118,0 0 1,0-1 0,0 0-1,-17 4 1,644-107-46,-523 81-578,242-51 53,189-37-9,4305-875 1680,-4180 845-1521,903-186 182,1918-337-169,-1949 408 926,-1514 251-1191,7-2 100,-1 0 0,1 2 0,29 0 0,-41 1 352,-20 10-286,-59 33 74,51-31-192,22-9-59,0-1 1,-1 0-1,1 1 0,0-1 0,0 1 1,1 0-1,-1 0 0,0 0 1,1 0-1,0 0 0,0 0 0,0 0 1,0 0-1,-1 4 0,1-3 5,-5 23 83,2 1-1,0 1 0,2-1 1,2 46-1,0-13-34,2 524 507,-52 1118-254,39-858-103,12-750-237,-5 297-10,0-110 422,4-264-354,-18 316 438,8-216-307,8-68-110,-3-1 0,-2 1 0,-25 91 0,30-137-78,1 1 1,-1-1 0,-1 0 0,1 0-1,0 0 1,-1-1 0,0 1 0,0 0 0,0-1-1,-4 3 1,-1 2 53,8-8-33,0 0 0,0 0 0,0 1-1,0-1 1,0 0 0,0 0 0,0 0 0,-1 0-1,1 0 1,0 1 0,0-1 0,0 0 0,0 0-1,0 0 1,-1 0 0,1 0 0,0 0 0,0 0-1,0 0 1,0 0 0,-1 0 0,1 0 0,0 0-1,0 0 1,0 0 0,-1 0 0,1 0 0,0 0-1,0 0 1,0 0 0,0 0 0,-1 0-1,1 0 1,0 0 0,0 0 0,0 0 0,0 0-1,-1 0 1,1 0 0,0 0 0,0-1 0,-33-14-262,1-1 1,-57-41 0,-35-18 13,93 61 241,-1 1-1,-1 2 0,-43-10 1,-105-10-94,19 16-183,-185 8 1,289 7 198,-1132 50-2445,1 60 716,818-73 1498,-1609 161-2560,1500-152 1546,-581 52-5170,709-68 1738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0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1535 6685,'4'-1'1337,"12"-2"-831,-1 1 1,1 0-1,0 2 1,0 0-1,0 0 1,26 5-1,14 1-131,442 4 721,7-31-902,-398 16-191,861-68 18,7-31 510,-915 97-472,1452-190 2037,-4-36 315,-1427 221-2294,1800-345 1349,-1097 132-3559,-286 18-5039,-278 100-595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1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431 103 6005,'0'-4'223,"1"-4"645,0-1-1,-1 1 0,0-1 1,0 0-1,-3-9 0,3 17-712,0-1 0,-1 0-1,1 0 1,-1 0 0,1 1-1,-1-1 1,0 0 0,0 1-1,0-1 1,0 0 0,0 1-1,0-1 1,0 1 0,0 0-1,-1-1 1,1 1 0,0 0-1,-1 0 1,1 0 0,-1 0-1,0 0 1,1 0 0,-1 0-1,0 0 1,1 1 0,-1-1-1,0 1 1,0-1 0,0 1-1,1 0 1,-1 0 0,0-1-1,-3 2 1,0-1 71,1 1 1,-1-1-1,0 1 0,0 1 1,1-1-1,-1 1 0,1 0 1,-1 0-1,1 0 0,0 0 1,-1 1-1,-4 4 0,2-1 70,0 1-1,0-1 1,1 2-1,0-1 1,0 1-1,-8 14 0,-10 22 809,2 2 1,-30 92-1,-12 109 734,30-72-747,-12 188 1,21 182-54,53 218-2999,-3-534-2634,72 295 0,-52-357-1506,7-16-3736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1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67 151 8765,'-5'-9'229,"1"0"1,0 0 0,0 0-1,1 0 1,1-1-1,-1 0 1,2 1-1,-2-14 1,3 21-109,1-1 0,-1 1 0,0-1 0,-1 0 0,1 1 0,0-1 0,-1 1 0,1-1 0,-1 1 0,0-1 0,0 1 0,0 0 0,-2-4 0,-3-7 530,5 10 1453,-1 7-1293,-2 10-428,0-1-1,0 0 0,1 1 0,1 0 0,-1 19 0,3 79 651,0-80-752,11 203 1017,-2-69-407,-1 1 57,6 229 1131,49 676 125,-44-908-2664,37 270-2196,-38-318 1251,19 107-2546,-5-77-2057,4-14-3646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6765,'-15'94'2088,"-4"125"1,-11 10 2061,11-109-2270,-41 403 4711,-2 262-1072,56-708-5116,-9 822 1800,21-798-3154,4 0-1,42 184 0,-32-216-1406,38 93 0,-34-109-850,2-1 1,38 57 0,6-14-8304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3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1076 9233,'-9'8'4204,"26"-11"-2524,-8 0-1637,1 0 0,-1-1 0,18-10 0,48-28-365,175-93-1240,345-141-1334,59-28 962,-304 111-1343,-343 189 3190,170-99-2140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4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448 992 5104,'-5'5'462,"0"-1"-1,0 0 0,0 0 0,0 0 0,-1-1 0,1 1 0,-1-1 0,0 0 1,-11 3-1,-66 15 4533,22-7-2824,-147 40 3528,207-54-5638,0 0-1,-1 0 1,1 0 0,0 0-1,-1-1 1,1 1 0,0 0 0,0 0-1,0-1 1,-1 1 0,1-1-1,0 1 1,0-1 0,0 1-1,0-1 1,0 0 0,0 1-1,0-1 1,0 0 0,0 0-1,0 0 1,0 0 0,0 0-1,0 0 1,1 0 0,-1 0 0,0 0-1,0-2 1,2 0-25,0 0 0,0 0 0,0 0 0,1 0 0,-1 0 0,1 0 1,0 0-1,-1 1 0,1-1 0,1 0 0,-1 1 0,3-3 0,33-30 192,-35 33-207,31-24 115,1 2 0,60-32 0,84-30 8,-137 67-125,1013-448-1237,-955 423 678,188-93-2748,-79 24-5102,-108 59-763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4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211 763 9945,'-2'3'238,"0"0"1,0 0-1,-1 0 1,1 0-1,-1-1 1,0 1-1,0-1 1,0 0-1,0 0 1,0 0-1,0 0 1,-1 0-1,1-1 1,0 0-1,-8 2 1,0 1 800,1 0 1,-1 0-1,-14 10 1,-13 4 1269,35-18-2047,0 1 0,-1-1 0,1 0 0,-1 1 0,1-2 0,0 1 1,-1 0-1,1-1 0,-4 0 0,-1 0 425,4 1 1347,3-1-1992,0 1 0,1 0 0,-1 0-1,0-1 1,1 1 0,-1 0 0,0-1 0,1 1-1,-1-1 1,0 1 0,1-1 0,-1 1 0,1-1-1,-1 1 1,1-1 0,0 1 0,-1-1-1,1 0 1,-1 1 0,1-1 0,0 0 0,0 1-1,-1-1 1,1 0 0,0 1 0,0-1-1,0 0 1,0 0 0,0 1 0,0-1 0,0 0-1,0 0 1,0 1 0,0-1 0,0 0-1,0 0 1,0 1 0,1-1 0,-1 0 0,0 1-1,1-1 1,-1 0 0,0 1 0,1-1 0,-1 1-1,1-1 1,-1 0 0,1 1 0,0-1-1,3-4 30,1 1-1,0 0 0,0 0 0,9-5 1,515-264 372,25 46-4547,-105 45-3614,-319 128 2360,-3 5-2932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4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134 374 8793,'-134'85'13436,"145"-86"-12990,1 0-1,-1-1 0,0-1 1,0 1-1,0-2 1,18-7-1,6-2-30,12-3-198,121-42-937,113-49-1948,188-78-8653,-319 129 3035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5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512 603 9413,'-108'8'4195,"76"-3"-2137,0-3 0,-62-2-1,-34-6 2640,39 3-1401,87 3-3232,1 0 0,-1 0 0,1 0 0,-1-1-1,1 1 1,-1 0 0,1-1 0,-1 1 0,1-1 0,-1 1 0,1-1 0,0 0 0,-1 0 0,1 1-1,-2-2 1,3 1-39,-1 0 0,1 1-1,0-1 1,-1 1-1,1-1 1,0 0 0,0 1-1,-1-1 1,1 0-1,0 1 1,0-1 0,0 0-1,0 1 1,0-1-1,0 0 1,0 1-1,0-1 1,0 0 0,0 1-1,0-1 1,1 0-1,-1 1 1,1-2 0,1-2 24,0 0 0,1 0 0,-1 0 0,1 1 1,0-1-1,0 1 0,1-1 0,5-3 0,24-19-291,2 2-1,1 1 1,57-26-1,125-43-2271,-164 71 1884,570-205-10812,-558 204 9104,117-42-6613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14 528 13249,'10'-18'2460,"-34"18"1389,41-22-2577,17-8-236,9 3-456,21-6-456,10-12-328,19-6-664,21-13-824,24-11-628,22-6-2865,18-1-4132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49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718 66 9253,'7'10'2834,"-10"-14"1842,-8-14 1226,-5 31-5734,11-10-106,0 1-1,-1-1 1,1 0 0,0 0 0,-1-1 0,0 1 0,0-1 0,1-1 0,-1 1-1,0-1 1,-8 1 0,-12 3 209,24-4-237,0-1 1,0 0-1,-1 0 1,1 0-1,0 0 1,0 0-1,-1 0 1,1-1-1,0 1 1,0-1-1,0 1 1,-3-2-1,-15-3 892,1 3-290,-1-1 0,1-1 1,-28-10-1,45 13-520,1 1-108,1-1 1,-1 1 0,0-1 0,0 1 0,0-1-1,1 1 1,-1-1 0,0 1 0,0-1 0,1 0-1,-1 0 1,1 1 0,-1-1 0,1 0 0,-1 0-1,1 0 1,-1-1 0,0 1-7,1 0 0,-1 0 1,1 0-1,-1 1 0,1-1 0,-1 0 0,0 0 0,0 0 1,1 0-1,-1 1 0,0-1 0,0 0 0,0 0 0,0 1 1,0-1-1,-2 0 0,3-1 15,-12-25-58,22 15 81,-9 12-30,-1 0 0,0 0 0,0 0 0,0 0 0,1 0 0,-1 0 0,0 0 0,0 0 0,0 0 0,1 0 0,-1 0 0,0 0 0,0 0 0,1 0 0,-1 0 0,0 0 0,0 1 0,0-1 0,0 0 0,1 0 0,-1 0 1,0 0-1,0 0 0,0 1 0,0-1 0,0 0 0,1 0 0,-1 0 0,0 1 0,0-1 0,0 0 0,0 0 0,0 0 0,0 1 0,0-1 0,0 0 0,5 35 815,-3-15-910,66 464 1321,-59-351-1179,-13 222 0,-47 164-3681,-50-4-2362,-169 346-6318,200-680 6649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0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0 8429,'-54'82'1976,"47"-46"-616,1 0-176,-4 0-228,-7 4-176,0 2-128,0 3-244,-9 6 4,-1-6-224,0 1-268,-7 5-264,8-3-292,-1 3-132,10-2-248,0 2-424,1-9-2092,2-9-2013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11749,'-33'33'2308,"70"-24"-364,-21 0 885,28 12-1153,-11-17-1144,21-1-296,-11-13-684,8-5-1072,6-3-1276,13 6-2057,17-3-3820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3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22 7357,'1'0'158,"-1"-1"1,0 1-1,1-1 1,-1 1-1,0-1 1,0 1-1,0-1 1,1 1-1,-1-1 1,0 1-1,0-1 1,0 1-1,0-1 1,0 1-1,0-1 1,0 1-1,0-1 1,0 1-1,0-1 1,0 0-1,0 1 1,-1-1-1,1 1 1,0-1-1,0 1 1,0 0-1,-1-1 1,1 1-1,0-1 1,-1 1-1,1-1 1,0 1-1,-1 0 1,0-1-1,-17 0 5514,5 1-307,-11-1-3420,2-1-1119,18 2 1086,1 2-1440,1 0-407,0 1 0,0 0 1,0-1-1,1 1 0,-1 0 0,1 0 1,-1 0-1,1 0 0,0 0 0,0 0 0,0 0 1,1 0-1,-1 1 0,1-1 0,0 0 0,-1 0 1,2 4-1,0 11 273,6 36 0,-2-25-82,39 334 1061,29 194-1094,37-7-4769,-47-331 35,-14-51-4277,-18-48-3125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205 118 8037,'-1'-1'164,"-1"-1"0,1 1 1,0 0-1,-1 0 0,1 0 1,-1 0-1,1 0 1,-1 1-1,0-1 0,1 0 1,-1 1-1,0-1 0,-2 1 1,4 1 10,-1 0 0,1 0 0,-1 0 0,1 0 0,0 1 0,0-1 0,-1 0 0,1 0 0,0 0 0,0 1 0,0-1 0,0 0 0,1 0 0,-1 0 0,0 1 0,0-1 0,1 0 0,1 5 4001,13-35 65,-16 27-4224,-1 1 0,1-1 0,0 1-1,0-1 1,-1 1 0,1 0 0,-1 0 0,1-1-1,-1 1 1,1 0 0,-1 1 0,-3-3-1,4 3-7,-1 0 0,1 0 0,-1 1 0,1-1 0,-1 0 0,1 0 0,-1 1 0,1-1 0,0 1 0,-1-1 0,1 1 0,0 0 0,-1 0 0,1-1 0,0 1-1,-2 1 1,1 0 2655,-1-11-2443,-6-11 2279,-1 14-2315,7 3-68,-1 0 0,0 0 0,0 1 0,0 0 0,-1-1 0,1 2 0,0-1-1,-6-1 1,7 2-45,1-25 151,-3 24 204,-5 9-213,8-4-179,0 0 1,0 0-1,0 0 0,0 0 0,1 0 0,-1 1 0,1-1 0,0 0 0,0 1 0,0-1 0,-1 6 0,-3 47 200,3-20-111,-30 234 449,26-191-601,7 111 0,-1-175-47,2 1 0,0 0 0,1-1-1,0 1 1,1-1 0,12 28 0,-12-36 5,-1-1 0,1 0 1,0 0-1,0-1 0,1 1 0,-1-1 0,1 0 0,0 0 1,1 0-1,-1-1 0,1 0 0,0 0 0,0 0 1,0-1-1,1 0 0,-1 0 0,12 3 0,-3-2-130,1-1 0,0-1 0,0 0 0,0 0 0,1-2-1,-1 0 1,0-1 0,0-1 0,0 0 0,0-1 0,0-1 0,-1 0-1,1-1 1,-1-1 0,14-8 0,6-4 20,-1-2 1,-2-1-1,0-1 1,-1-2-1,29-30 1,-27 22 241,-1-2 1,-2-2-1,-1 0 0,33-57 1,-28 33 551,-4-1 0,32-85 0,-35 79 1512,53-95 0,-79 160-1318,0 7-390,6 17-404,-2 0 0,-1 1 0,-1-1 0,-1 1-1,-1 39 1,-17 122-28,12-144 12,-19 144 2,-51 195 0,56-314-2075,-34 86 0,-1-6-2444,26-62-3414,3-4-5248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0:5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3658 25 6933,'0'0'8462,"-3"-1"-7083,-56-16 6924,48 15-8019,0 0 0,-1 1 1,1 0-1,-1 1 0,0 0 0,1 1 0,-1 0 0,1 1 0,-1 0 0,-19 7 0,-40 20 128,2 2 0,2 4 1,1 3-1,2 2 0,-73 61 0,-1108 882 185,809-671-955,147-110-714,236-163 688,-229 160-1932,-13-23-1923,30-47-5513,154-74-415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1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73 146 5248,'-4'-4'151,"-10"-9"483,13 13-606,1 0-1,-1-1 0,1 1 0,0 0 0,-1 0 0,1 0 1,-1 0-1,1 0 0,0 0 0,-1-1 0,1 1 0,-1 0 1,1 0-1,0 0 0,-1 0 0,1 0 0,-1 0 0,1 1 0,-1-1 1,1 0-1,0 0 0,-1 0 0,1 0 0,-1 0 0,1 1 1,0-1-1,-1 0 0,1 0 0,0 1 0,-1-1 0,1 0 0,0 1 1,-1-1-1,1 1 0,-2 1 555,3-6-251,2-6 31,0 0-1,0 0 0,-2-1 0,1 1 0,-1-1 0,-1-20 1,0 7 7998,15 39-8139,-13-10 2984,-5-3-3015,-1 1 0,0 0 1,1 0-1,-1 1 0,1-1 0,0 1 1,0-1-1,0 1 0,1 0 0,-1 0 0,1 0 1,0 1-1,0-1 0,1 0 0,-1 1 0,-1 7 1,-5 27 5,2 0 1,1 0-1,3 1 1,0-1 0,3 1-1,1 0 1,2-1-1,2 0 1,1 0-1,2 0 1,2-1 0,27 63-1,-26-74-231,1-1 0,1 0 0,2-1 0,34 43 0,-36-53-77,0 0 0,2-1 1,-1 0-1,2-1 0,0-1 0,0-1 1,31 15-1,-27-16-1,1 0-1,1-2 1,0 0 0,0-2-1,0-1 1,1 0 0,-1-2-1,1-1 1,0 0 0,0-2-1,0-1 1,0-1 0,0-1 0,-1-1-1,1-1 1,35-12 0,-18 1 31,-1-2 1,-1-2-1,-1-1 0,-1-2 1,0-1-1,-2-2 1,-1-2-1,-2-1 1,0-1-1,-2-2 1,32-44-1,-42 48 146,0-1 1,-3-1-1,0-1 0,-2-1 1,-1 0-1,12-43 0,-19 50 123,-1 0 0,-2-1 0,-1 0 0,0 1 0,-2-1 1,-1 0-1,-1 0 0,-1 0 0,-6-25 0,-11-58 1872,18 107-1389,-2 7 53,-3 6-489,1 1 1,0 0-1,0 1 0,1-1 0,1 1 1,-4 25-1,-4 89 535,10-114-674,-1 135-397,6 1-1,39 248 1,-32-335-1584,4-1 1,24 68-1,24 31-9442,-35-96-100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1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14541,'-18'32'708,"10"-20"-321,1 0 0,0 0 0,0 1 1,2 0-1,0 1 0,0-1 0,1 1 0,1 0 0,0 0 0,-1 16 0,3 20 1217,2 0 0,11 71-1,29 95 480,-40-209-2051,74 435 1314,-70-382-1345,-3 109 0,-4-107-11,8 78 0,-6-137 11,0-1 1,0 0-1,1 0 0,-1 1 0,1-1 0,-1 0 1,1 0-1,0 0 0,0 0 0,0 0 1,0 0-1,0 0 0,1 0 0,2 4 0,-3-6 1,0 1 0,0 0 1,0-1-1,0 1 0,0-1 0,0 1 0,1-1 0,-1 0 0,0 1 0,0-1 0,0 0 0,1 0 0,-1 0 0,0 0 0,0 0 0,0 0 0,1 0 0,-1 0 0,0 0 0,2-1 0,5-2 11,-1-1-1,1 1 0,-1-2 1,1 1-1,-1-1 1,8-6-1,-5 3-4,63-44-20,2 3-1,3 4 0,1 3 1,2 3-1,2 4 0,1 4 1,165-39-1,-222 65 16,1 1 0,35-2 0,-57 6 6,0 0 0,1 0 0,-1 0 0,0 1 0,0 0 0,1 0 0,-1 0 0,0 1 0,0 0 0,-1 0 0,1 1 0,0 0 0,-1 0 0,1 0 0,-1 0 1,6 6-1,-10-7-5,1 0 1,-1 0 0,1 0 0,-1 0-1,0 0 1,0 1 0,0-1 0,0 0 0,0 1-1,0-1 1,-1 1 0,1-1 0,-1 1-1,1 0 1,-1-1 0,0 1 0,0-1 0,-1 1-1,1-1 1,0 1 0,-1-1 0,0 1-1,1-1 1,-1 1 0,-2 3 0,-2 6 22,-1 0 0,-1-1 1,-13 18-1,20-28-24,-27 33 53,0-1 0,-43 39 0,-71 53-328,129-115 206,-46 37-992,-2-2 0,-96 53 1,102-69-2036,-93 35 1,67-34-2961,17-5-3597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1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7 411 14921,'-7'-70'7869,"24"58"-6197,0 0-400,-17-15-504,3-18-864,4 6-704,-4-10-804,-3-5-1136,-7 0-3553,-6 6-5692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3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430 278 2888,'1'0'58,"-1"1"-1,1 0 0,0 0 1,-1-1-1,1 1 0,-1-1 1,1 1-1,0 0 0,0-1 1,-1 1-1,1-1 0,0 0 1,0 1-1,0-1 0,-1 0 1,1 1-1,0-1 0,0 0 1,0 0-1,0 0 0,0 0 1,0 0-1,1 0 0,-7-19 1563,2 11-1417,3 7-141,-1 0 1,1 0-1,1 0 0,-1 0 0,0 1 0,0-1 1,0 0-1,0 0 0,1 1 0,-1-1 1,0 0-1,1 0 0,-1 1 0,0-1 0,1 0 1,-1 1-1,1-1 0,-1 0 0,1 1 0,0-2 1,1 0 144,21-52 2494,-19 43-1537,0 0 0,1 1 1,0-1-1,11-17 0,-14 26-928,0 0-1,0 0 1,-1 0 0,0-1-1,1 1 1,-1 0 0,0-1 0,0 1-1,0-1 1,0 1 0,-1-1-1,1 1 1,-1-1 0,1 1 0,-1-1-1,0 0 1,0 1 0,0-5-1,-2 2 139,0 0-1,-1 0 1,1 0 0,-1 0-1,0 0 1,0 0-1,-5-5 1,7 10-342,0-2 80,-1 0 1,0 1 0,0-1 0,0 0 0,0 1 0,0 0 0,0-1 0,0 1 0,0 0 0,-1 0 0,1 0 0,0 0 0,-1 1 0,1-1 0,0 1 0,-1-1 0,1 1 0,-1 0-1,1 0 1,-1 0 0,1 0 0,-1 0 0,1 1 0,-1-1 0,-2 2 0,-4 0 88,0 1 0,0 0 0,1 1 0,0 0 0,-14 8 1,6-1-5,0 1 1,1 1-1,1 1 0,0 0 1,0 0-1,2 2 1,-14 20-1,-66 125 433,76-131-528,-12 25 46,2 0 0,-33 102-1,53-138-211,1 0-1,1 0 1,1 0 0,1 1-1,0 0 1,2-1-1,0 1 1,1-1 0,1 1-1,1-1 1,0 1-1,11 30 1,-9-37 1,2 0-1,-1-1 1,1 0 0,1 0-1,0-1 1,1 1-1,0-2 1,0 0 0,1 0-1,13 10 1,12 6-154,73 40 0,-39-26 7,-26-13 119,137 91-113,-153-98 94,0 2 0,-1 1 1,-2 1-1,26 31 0,-42-44-5,-1-1 0,0 1 0,-1 1 0,0-1 0,0 1 0,-1 0 0,-1 1 0,0-1-1,-1 1 1,0-1 0,-1 1 0,-1 0 0,0 0 0,0 0 0,-1 0 0,-1 0 0,0 0 0,-1 0 0,0 0-1,-1-1 1,-1 1 0,0-1 0,0 0 0,-1 0 0,-1 0 0,0-1 0,-1 1 0,0-1 0,0-1 0,-15 16 0,2-6-536,-1-1-1,-1-1 1,0-1 0,-2-1 0,0 0 0,0-2 0,-35 14 0,22-13-2153,0-2-1,-55 12 0,27-12-4518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3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0 646 11877,'57'-33'2316,"-17"-4"-304,-6 7-239,3 6-325,13 0-272,7-6-152,13-3-332,14-3-420,13-7-240,3-8-524,4-3-780,3-10-588,-3-2-1105,3 6-1723,4 0-3673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325 104 8285,'-2'-9'1205,"1"1"0,-1-1 0,0 0 0,-1 1 0,0 0 0,-1 0 1,1 0-1,-2 0 0,-4-8 0,4 8-214,4 7-869,0 0-1,0 1 1,0-1 0,0 1-1,0 0 1,0-1-1,0 1 1,0 0 0,0-1-1,0 1 1,0 0-1,0 0 1,-1 0 0,1 0-1,0 0 1,0 0-1,0 1 1,0-1 0,0 0-1,-2 1 1,0 0 239,-1-1-220,0 1 1,1 0-1,-1 0 0,0 0 0,1 1 0,-1-1 1,1 1-1,0 0 0,0 0 0,-1 0 0,1 0 1,1 1-1,-1-1 0,0 1 0,0-1 0,1 1 1,0 0-1,-4 6 0,-3 6 434,1 1 0,-13 31-1,17-36-407,-28 73 228,3 1 0,4 1 0,4 1 0,4 1 0,4 0 1,3 1-1,5 1 0,3-1 0,17 152 0,-4-182-396,1 0 0,4-1 1,2 0-1,2-2 0,3 0 0,2-2 0,50 79 0,-56-103-43,2 0-1,1-2 1,2 0-1,0-1 0,2-2 1,1-1-1,1-1 0,1-1 1,1-1-1,48 25 1,-59-38 11,1 0 1,0-2 0,1 0 0,-1-1 0,1-1 0,0-1 0,0-1 0,31-1-1,-26-1 17,0-2-1,-1-1 0,1-1 0,-1-2 0,0 0 0,37-15 0,-51 17-8,0-2 0,0 1-1,0-1 1,0-1 0,-1 0 0,0 0-1,-1-1 1,15-14 0,-21 18 3,0 0 0,0-1 0,0 1 0,0-1 0,0 1 1,-1-1-1,0 0 0,0 0 0,-1 0 0,1 0 0,-1 0 1,0 0-1,0 0 0,-1 0 0,1 0 0,-1-1 0,0 1 0,-1 0 1,1 0-1,-1-1 0,0 1 0,-2-7 0,-1 2-27,-1 0-1,0 0 0,0 1 1,0-1-1,-2 1 1,1 0-1,-1 1 0,0 0 1,-1 0-1,1 0 0,-2 1 1,1 0-1,-1 0 1,0 1-1,-16-8 0,-1 2-67,0 0 0,0 2-1,-1 0 1,-52-9-1,13 8-456,-1 3 0,-105 0-1,-129 21-4186,255-10 3363,9 0-2222,17 1-1769,0 1-4487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4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586 205 8217,'-3'-1'545,"1"0"0,0 0 0,0 0 0,0 0 0,0 0 0,0-1 0,0 1 0,0-1 0,0 0 0,1 0 0,-1 1 0,0-1 0,1 0 0,0 0 1,-1 0-1,1 0 0,-1-4 0,-6-15 703,5 15-690,0 0 0,-1 0-1,1 0 1,-1 0 0,0 0 0,-1 1 0,1 0 0,-1 0 0,-7-5 0,-49-37 3215,60 46-3710,-14-9 736,-1 0 0,-25-12 1,38 21-741,0 1-186,-31 3 22,31-3 36,-15 33-116,-18 31 159,-30 54 78,-82 198 1,136-284-30,0 2 0,3-1 0,-7 43 1,14-63-22,1 0-1,1 0 1,0 1 0,0-1 0,2 0 0,0 0 0,0 0 0,1 0 0,0-1-1,2 1 1,9 21 0,-3-13 8,2-1 0,0-1 0,1 0 0,1-1 0,1 0-1,1-1 1,0-1 0,1-1 0,0 0 0,2-1 0,24 13 0,30 12-42,142 55 1,-107-50 33,218 111-6,-254-115-51,-3 4 0,86 69 0,-137-97 3,0 0-1,-2 1 1,0 1-1,-1 0 1,0 1-1,15 28 1,-26-39 28,0 0 0,-1 1 0,0-1 0,-1 1 1,0 0-1,-1 0 0,1 0 0,-2 0 0,1 1 1,-1-1-1,-1 1 0,1-1 0,-2 0 0,1 1 1,-1-1-1,-1 0 0,0 1 0,0-1 0,-5 12 0,-1-6 4,0 0 0,-1 0 0,0 0 0,-1-1 0,-1-1-1,0 0 1,-1 0 0,0-1 0,-1-1 0,0 0 0,-1-1-1,0 0 1,-1-1 0,-24 11 0,-8 2 16,-2-3 0,0-2 0,-78 17 0,90-24 37,-2-3 0,1-1 0,-1-1 0,-61-2 0,87-3-12,0-2 1,0 0 0,0 0-1,0-2 1,1 1-1,-1-2 1,-17-7-1,22 7-8,0 0-1,0 0 0,1-1 0,-1 1 1,1-2-1,0 1 0,1-1 0,0 0 1,0 0-1,0-1 0,-7-13 0,7 8-6,1 0-1,0 0 0,1-1 1,1 1-1,0-1 1,0 0-1,2 1 0,0-1 1,0 0-1,1 0 0,1 0 1,0 0-1,6-24 0,5-15 11,3 1 0,23-56 1,-34 97-17,230-496-2642,-9 23-1195,-126 216-5250,-94 252 8087,37-104-9641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6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54 4648,'-2'-2'70,"-18"-10"1139,32 29 19379,-55-20-14489,45 3-5967,13-3-111,8-6-21,-20 3 0,-2 3 0,-1 3 2,0 0-1,1-1 1,-1 1 0,0 0-1,1 0 1,-1-1 0,0 1 0,1 0-1,-1 0 1,0-1 0,0 1-1,0 0 1,1-1 0,-1 1-1,0 0 1,0-1 0,0 1-1,0 0 1,0-1 0,1 1 0,-1-1-1,0 1 1,0 0 0,0-1-1,0 1 1,0-1 0,0 1-1,0 0 1,0-1 0,-1 1-1,1 0 1,0-1 0,-22 11-281,21-10 153,-1 0 0,1 0 0,0 0 0,0 0 1,0 0-1,-1 0 0,1 0 0,0 0 1,0-1-1,0 1 0,-1 0 0,1-1 0,0 1 1,0-1-1,0 1 0,0-1 0,0 1 0,-1-2 1,-3 0-386,-6-3-629,0 1 0,-1 0-1,0 1 1,1 1 0,-1 0 0,0 0 0,0 1 0,0 1 0,-18 1 0,-42 10-4830,3 6-3318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7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4550 175 3976,'-79'-31'1318,"70"27"-888,1 0-1,0 0 1,0-1 0,0 0 0,-7-7 0,10 9-143,1-1 1,-1 1 0,0 0-1,0 0 1,0 0 0,-11-3-1,-41-13 1685,-1 3 0,-115-16 0,-128 15 950,-17 32-1193,178-6-1216,-364 39 601,283-24-834,25-1 37,-230 57 0,310-50-134,0 6 1,3 4 0,-136 69 0,159-62-52,2 4 0,2 4 0,3 3 0,2 4-1,3 3 1,3 4 0,-99 118 0,98-92-54,5 3-1,5 3 1,4 3-1,4 2 0,5 3 1,5 2-1,-54 185 1,27 46-46,66-273-20,2 1 0,7 139 0,8-125 0,2 0-1,5 0 1,36 117-1,-30-140-4,2-1 0,3-1-1,2-1 1,3-1 0,44 59-1,-42-72-7,1-1-1,3-2 0,1-1 1,2-3-1,2 0 1,1-3-1,60 36 0,-47-38-36,1-2 0,1-4-1,1-1 1,1-4-1,124 28 1,-85-31-31,0-6-1,153 1 1,202-36-32,-53-22 161,-135 2-136,195-48 0,-55-10 62,-370 90 7,157-48 14,-3-9 1,195-99-1,-279 112 51,-2-4 0,-3-5 0,-3-5 0,167-151 0,-197 151 8,-3-3 1,-3-3-1,-4-3 0,-3-2 1,-3-2-1,-5-3 0,-3-1 1,-4-3-1,45-144 0,-68 176-26,-3 0 0,-3-1 0,-1-1 0,-4 0 0,-2-115 0,-6 133 45,-2-1-1,-3 1 0,0 0 1,-3 0-1,-2 1 1,-1 0-1,-2 1 1,-1 0-1,-28-45 0,10 31 24,-3 1 0,-2 2-1,-2 2 1,-1 2-1,-3 1 1,-2 3-1,-2 1 1,-1 3-1,-2 2 1,-66-34-1,31 25 35,-1 4-1,-1 3 1,-3 5-1,-189-43 0,160 55 30,-1 5-1,0 5 1,-192 9-1,105 14-70,0 9 0,-323 75 0,349-42-1307,-35 8-4363,206-60 4927,-32 9-3054,18 0-1783,9 2-4763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8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192 392 15657,'-111'36'3021,"81"-36"-669,7 3 2300,9-18-3820,1 3-348,26-15-488,14-12-564,0 6-160,3-6-52,7-7-688,0-8-1044,-1-3 148,5 6-3181,12-7-4500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09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5124,'16'-27'1585,"1"12"-1889,0 3-248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0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2669 199 9929,'-181'-67'4785,"-99"-14"-1761,207 65-2593,-1 2 0,-1 4-1,0 3 1,0 4 0,-91 7 0,106 1-267,0 3 0,1 2 0,0 3 1,2 3-1,-1 2 0,2 2 0,-57 30 1,29-5-53,3 4 0,3 3 1,1 3-1,3 4 1,3 3-1,2 3 0,3 3 1,4 3-1,-76 109 0,91-109-75,4 1 0,2 3-1,4 2 1,3 0 0,3 3 0,4 0-1,3 2 1,4 1 0,4 0-1,-9 140 1,22-121-29,5 1-1,5-1 1,25 136 0,-5-114-77,5-2 0,63 157 1,-34-128-115,7-3 0,166 264 1,-182-334 58,4-3 0,3-3 1,3-2-1,3-3 0,3-3 0,118 86 1,-135-116 41,2-3 0,2-2 1,0-2-1,2-3 0,1-2 1,1-3-1,0-3 0,1-2 0,1-2 1,0-4-1,63 2 0,-43-9 11,0-4 0,0-3-1,0-4 1,-1-3-1,-1-3 1,0-4 0,145-59-1,-106 29 4,-2-6 0,-4-4 0,-1-5 0,-4-5 0,183-157-1,-158 100 119,-6-6 0,140-189 0,171-332 498,-150 122 203,-230 401-473,-5-1-1,43-171 1,-79 242-166,-4-1-1,-2 0 1,3-116-1,-13 146-72,-2 1-1,-1 0 0,-1 0 1,-2 0-1,-1 1 0,-2-1 1,-1 2-1,-1-1 0,-25-46 0,20 49 1,-2 0 0,-1 1 0,0 2 0,-2 0-1,-40-36 1,27 31 16,-2 2 0,-2 1 0,-58-31 0,26 24-23,-1 2 0,-2 4 0,-1 3 0,-107-21-1,116 34-24,-1 2 0,-73 0-1,-362 6-34,213 25-112,-199 73-1605,249-22-1180,8 22-3562,62-10-2561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175 292 4640,'-5'-2'279,"-19"-5"285,23 7-481,0 0 0,0 0 0,0 0 0,1 0 0,-1 0 0,0 0 0,0 0 0,1 0 0,-1 0 0,0 0-1,0 0 1,0 0 0,1 0 0,-1 1 0,0-1 0,0 0 0,1 1 0,-1-1 0,0 1 0,1-1 0,-1 0 0,1 1 0,-1-1 0,0 1-1,0 1 1,4-11 586,1 0-1,-1 0 0,-1 0 0,0 0 0,0 0 0,0-17 1,2-3 355,-1 10 265,2 0 0,10-28 0,-14 44-721,-2-1-60,0-3-379,0-4 230,-1 0 1,-1 1-1,-5-17 0,7 24 47,-19-14 107,10 15 3660,-51 29-2089,58-26-1720,-1 0-162,1-1 1,-1 1-1,1 0 0,-1-1 1,0 1-1,-6 4 1,7 0-129,-1 0 0,1 0 0,0 0 1,0 1-1,1 0 0,0-1 0,0 1 0,0 0 1,0 0-1,1 0 0,0 1 0,1-1 1,-1 11-1,2 8 22,1 1 0,6 27 1,-1-12 25,159 810 833,-68-405-654,-74-325-363,219 997-3059,-223-1033-1291,15 138 0,-24-144-1993,5-15-3712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2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58 12585,'-3'-1'299,"1"0"-1,-1 0 0,1 0 1,-1 0-1,1 0 0,0-1 1,0 1-1,0-1 0,0 1 1,0-1-1,0 0 1,0 0-1,0 0 0,1 0 1,-1 0-1,1 0 0,-1 0 1,1-1-1,0 1 1,0 0-1,0-1 0,0 1 1,0-1-1,0-2 0,-2-5 4903,-8 26-3151,8-10-1889,1 0-1,0 1 1,0-1-1,1 1 0,-1-1 1,1 1-1,1 0 1,-1 0-1,2 12 1,11 70 742,-4-41-493,-6-32-326,50 292 843,-42-265-1524,3-1 1,1-1-1,1 0 0,3-1 1,26 44-1,55 63-4465,-28-54-4900,-40-54 326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15 267 8917,'0'0'14364,"-2"4"-13134,-1 5-976,0 1 0,1 0 0,0 0 0,1-1 0,0 1 0,1 0 0,0 0 0,0 0 0,1 0 0,0 0 0,4 13 0,5 19 275,21 54-1,-24-78-357,13 33-87,2-1 0,3-2 0,1 0 0,2-2 0,3-1 0,1-1 0,44 45 0,-13-25-469,2-2 0,4-3 1,116 77-1,-178-131 359,16 11-106,0-1 0,38 16 0,-53-27 89,0-1 0,1 0 0,-1-1 0,1 0 0,-1 0 0,1-1 0,0 0 0,0-1 0,-1 0 1,1 0-1,0-1 0,12-2 0,-13 2 29,-1-1 0,1-1 1,-1 1-1,1-1 0,-1-1 1,0 1-1,0-1 0,0 0 1,-1-1-1,0 0 0,1 0 1,-2 0-1,1 0 0,0-1 1,-1 0-1,0-1 0,-1 1 1,0-1-1,6-10 0,-3 1 33,-1 1 1,0-1-1,-1-1 0,-1 1 0,-1-1 0,0 0 0,0-31 0,-3 22 32,-1-1 1,-2 1-1,-1 0 1,-10-37-1,-7-1 124,-2 1-1,-4 1 1,-35-62 0,27 64-132,-2 2 0,-3 1 0,-3 2 0,-2 1 0,-2 3 0,-92-77 1,109 104-373,-1 1 1,-1 1 0,-44-21 0,54 32-320,-2 0 0,1 2 1,-1 1-1,-1 1 0,-48-7 0,66 13 158,-1 0-1,0 1 1,0 0 0,0 0-1,0 1 1,-14 3-1,16-2-527,1 0 0,-1 0 0,1 0 0,0 1 0,0 0 0,-6 4 0,-14 16-8316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3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691 4 13685,'-32'-2'778,"4"0"882,-41 3-1,41-1-523,19 0-801,0 0 1,0 0 0,0 1-1,0 0 1,0 0-1,0 1 1,0 1-1,-10 3 1,4 1-59,0 2 0,0-1 0,1 2 0,0 0 0,1 0 0,0 2 0,1-1 0,0 2 0,-11 15 0,-15 22 265,-35 61-1,65-98-470,-22 36 124,1 1-1,3 1 1,2 2 0,-31 104-1,51-141-230,0 0 0,2 0 0,0 0 0,1 1 1,0-1-1,1 0 0,1 0 0,1 1 0,0-1 0,1 0 0,1 0 0,1 0 0,0-1 0,0 0 0,2 0 0,0 0 0,1-1 1,0 0-1,1 0 0,1-1 0,0 0 0,1-1 0,18 17 0,-1-6-150,2-2 0,0 0 0,1-3 0,1 0 0,53 19 0,177 51-507,-87-41 314,100 32 32,-235-65 303,0 2 0,-2 2-1,0 2 1,56 38 0,-86-53 43,-1 0 0,-1 0 0,1 1 1,-1 0-1,0 0 0,0 1 0,0-1 0,-1 1 0,0 0 1,-1 1-1,1-1 0,-1 1 0,-1 0 0,0 0 1,0 0-1,0 1 0,-1-1 0,0 1 0,-1-1 1,0 1-1,0-1 0,-1 1 0,0 0 0,-1-1 0,1 1 1,-5 16-1,-1-3-2,-1 0 1,-1 0-1,0-1 1,-2 0-1,0-1 1,-17 23-1,7-14-5,-2-1 0,-1-1 0,-38 35 0,7-16-501,-2-2 1,-2-3-1,-88 47 0,-27-6-3563,98-53-609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3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30 447 13997,'-30'12'5373,"33"3"-3337,4 3-400,23-21-340,31-12-368,-1-3-664,14-12-540,3-13-272,6-5-396,1-3-344,-4-6-544,4-4-256,-10 4-405,-14 0-2203,0 6-3685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4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7 224 5785,'3'-12'408,"0"0"1,-1 0 0,-1 0 0,0 0-1,-1 0 1,0-1 0,-1 1 0,0 0-1,-1 0 1,-3-12 0,3 15 512,0 0-1,1 1 1,-1-18-1,2 24-699,2 0-1,-1 0 0,0-1 1,0 1-1,1 0 1,-1 0-1,1 1 0,0-1 1,-1 0-1,4-2 1,-2 1 1189,16 37-520,-2 0 1,-1 1 0,18 61-1,-6-16-56,12 25 238,41 107 865,110 206 1,105 91-775,-15-28-638,168 292-1987,-276-516-38,-120-187-200,93 96 0,-118-139 163,1-1 0,35 24 0,-14-19-3414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4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49 14949,'-51'-40'3060,"41"32"4909,13 11-6691,17 25-471,-1 0 0,-1 2 0,16 35 0,37 104-186,-18-40-896,113 223-6571,-114-234 1678,-22-49-1237,-3-8-3022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567 594 13597,'-13'17'463,"3"-5"137,1 0 0,1 0 0,0 1-1,-8 16 1,15-25-424,-1 0-1,1 0 1,0 0 0,0 1 0,0-1-1,0 0 1,1 1 0,0-1-1,0 0 1,0 1 0,0-1 0,1 0-1,0 0 1,-1 1 0,2-1-1,-1 0 1,0 0 0,1 0 0,2 5-1,60 100 2145,-55-93-2222,1 0-1,1 0 0,1-1 1,0-1-1,1 0 0,0-1 0,30 23 1,-3-7-172,81 43 0,-103-62 28,1-2 0,0 0 0,0 0 0,39 8-1,-45-14 33,1 0 0,-1-1 0,1 0-1,-1-2 1,1 1 0,-1-2-1,0 0 1,21-5 0,-20 3 18,-1-1 0,0-1 1,0 0-1,0 0 0,-1-1 1,0-1-1,0 0 0,-1-1 1,0 0-1,-1-1 0,0 0 1,0 0-1,-1-1 0,0 0 1,-1-1-1,12-22 0,-11 15 48,0 0-1,-1-1 0,-1 0 1,-1 0-1,0-1 0,-2 1 1,0-1-1,-2 0 0,0-1 1,-2-34-1,-2 39-20,0 0-1,-1 1 1,-1-1 0,-9-26-1,-69-158 264,73 181-263,-2 0-1,0 1 1,-1 0-1,-1 1 1,0 0-1,-2 1 0,0 1 1,-26-22-1,36 33-25,-25-21 12,-1 1 0,-1 2 0,-2 1 0,0 2 0,-1 1 0,0 2 0,-2 1 0,0 2 0,-1 1 0,-47-9 0,22 11-484,0 3-1,-1 2 1,1 3-1,-1 2 1,-102 14-1,125-7-1840,1 2-1,-74 25 0,112-33 1879,0 1 0,0-1 0,1 1 0,-1 0 0,0 0 0,0 0 0,0 0 0,1 0-1,-1 0 1,-2 3 0,-2 15-6840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5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1216 30 15117,'-8'-4'583,"-1"-1"-1,0 1 1,0 1-1,0 0 1,0 0 0,0 1-1,0 0 1,-1 1-1,1 0 1,-1 0-1,1 1 1,-1 0-1,0 1 1,1 0-1,-1 0 1,-12 5-1,-7 3 345,1 3-1,0 0 1,1 1-1,-35 24 0,-98 79 103,101-71-750,-274 213-1091,290-221 74,2 1 1,2 1-1,1 3 0,2 1 0,-42 65 1,72-96 511,-1 0 1,1 0 0,1 0 0,0 1-1,1 0 1,1 0 0,-5 27 0,8-38 193,0 0 1,0 1 0,-1-1 0,2 0 0,-1 1 0,0-1-1,0 0 1,1 1 0,-1-1 0,1 0 0,0 1 0,0-1-1,0 0 1,0 0 0,0 0 0,0 0 0,0 0 0,1 0-1,-1 0 1,1 0 0,-1 0 0,1-1 0,0 1 0,0-1-1,0 1 1,0-1 0,0 0 0,0 0 0,0 0 0,0 0-1,0 0 1,4 1 0,5 1-12,-1-1 0,1 0-1,-1-1 1,1 0 0,14-1-1,-23 0 42,8-1 3,0 1 0,-1-2 0,1 0 0,-1 0 0,1 0 0,-1-1 0,0 0 0,9-5 0,11-8 61,28-18-1,-26 14 30,161-109 933,-61 38 704,-122 85-1507,1 0 1,0 1-1,0 0 0,1 0 0,-1 1 0,1 0 0,14-2 0,-18 5-106,-1 0 0,1 1 0,-1-1 0,1 1 0,-1 1 0,0-1 0,1 1 0,-1 0 0,0 1 0,1-1 0,-1 1 0,0 1 0,0-1 0,8 5 0,-4 0 44,0 1 0,-1 0 1,0 0-1,0 1 0,-1 0 0,0 0 1,0 1-1,-1 0 0,-1 0 0,0 1 0,7 16 1,7 20 445,20 68 0,-37-104-548,21 74 128,-4 1 1,11 113-1,-4 175-384,-10-114-1116,-6-124-3739,-11 245 1,-10-267-1821,5-3-4479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6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73 4392,'0'0'12248,"0"-3"-11283,0-33 750,0 33-394,-3 1-716,-4-3-87,-25-17 1278,25 20-866,17 17-133,14 10-386,2-1 0,0-2 0,1 0-1,60 34 1,-40-25-149,494 300 1007,16-20-889,-328-185-269,1299 698-1527,-871-489-2225,-316-172-253,-64-31-4042,-107-46-1556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7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11209,'-7'1'790,"0"0"0,0 0 0,-1 0 0,1-1 0,-8-1 0,15 1-690,-1 0 0,0 0 0,0 0 0,1 0 0,-1 0 0,0 0 0,1 0 0,-1 1 0,0-1 0,0 0 0,1 0 0,-1 1 0,0-1 0,1 0 0,-1 1 0,0-1 0,1 0 0,-1 1 0,1-1 0,-1 1 0,1-1-1,-1 1 1,1 0 0,-1-1 0,1 1 0,-1-1 0,1 1 0,0 0 0,-1-1 0,1 1 0,-1 1 0,-2 28 1853,1-9-1105,-15 89 2507,-6 220 1,45 111-1837,-16-385-1861,3-1 0,3-1 0,20 61 0,-19-78-959,2-1 1,1 0-1,2-2 0,1 0 0,30 40 1,-9-17-5482,-5-8-4459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16382,'-60'122'3188,"57"-115"-2763,0 1 0,1 1 0,0-1 0,0 0 0,1 0 0,0 1 0,0-1 0,1 1 0,2 12 0,-1 5 585,2 26-18,2-1 0,2 1 0,3-1 0,2 0 0,2-1 1,2 0-1,27 55 0,47 65-1047,-79-150-9,-1-2-493,1-1 0,0-1-1,2 0 1,-1-1 0,29 26 0,-30-31-679,1-1 0,0-1 1,16 8-1,-13-8-1201,-1-2 0,2 0-1,16 4 1,20 3-9192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86 13101,'-47'17'2291,"37"-13"1205,12-7-2226,2-5-1012,1 1 1,0 0 0,0 0-1,1 0 1,-1 1-1,1 0 1,1 0-1,-1 0 1,1 1-1,0 0 1,1 0 0,-1 1-1,1 0 1,0 0-1,0 1 1,12-4-1,-11 5-272,0 0 0,0 1-1,0 0 1,0 0 0,0 1-1,0 1 1,0-1 0,0 1-1,0 1 1,0-1 0,0 2 0,0-1-1,-1 1 1,1 1 0,-1-1-1,0 1 1,0 1 0,0 0-1,0 0 1,-1 0 0,0 1-1,0 0 1,-1 0 0,10 11 0,-7-4-25,-1 0 1,0 1 0,0 0-1,-2 0 1,0 0 0,0 1-1,-1 0 1,-1 0 0,-1 0-1,0 1 1,1 18 0,-1 2-42,-3 0 0,0 0-1,-11 66 1,-3-34-24,-43 122-1,10-44 38,30-83 29,-12 90 0,25-119 27,2 0 1,1 0-1,2 0 0,7 51 0,42 148-17,-17-89 25,-29-129-51,-2 0 0,0 0 0,0 0 0,-2 0 0,0 0 0,0 0 0,-2 0-1,0 0 1,0 0 0,-2 0 0,0-1 0,0 1 0,-1-1 0,-1 0 0,-1 0 0,0-1 0,0 0 0,-1 0 0,-1-1-1,0 0 1,-1 0 0,0-1 0,-1 0 0,0-1 0,-20 14 0,8-10-696,-2 0 1,0-1-1,-1-2 1,-48 15-1,-112 18-6407,164-39 5840,-46 10-5049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1:18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2071 32 11265,'-34'-12'664,"26"9"-420,-1-1 1,0 1-1,1 1 0,-2-1 1,1 1-1,0 1 0,0 0 1,0 0-1,-1 1 0,1 0 1,0 1-1,-11 1 0,0 3 370,-1 1 0,1 1 0,-1 1 0,2 1 0,-1 1 0,2 0 0,-24 17 0,-8 10 471,-57 55 1,-16 26-39,6 6-1,5 5 1,7 5-1,-90 148 1,119-159-732,4 4 1,7 3 0,5 3-1,-74 242 1,111-286-251,5 1-1,3 1 1,-5 121-1,19-141-115,3-1 0,3 1 0,3-1 1,32 132-1,-21-141-161,3-1 1,2-1-1,3-1 1,2-1-1,3-2 1,2-1-1,2-1 1,3-3-1,1-1 1,3-1-1,2-3 1,2-2-1,2-1 1,59 37-1,-45-38 55,1-2 0,2-4-1,2-2 1,1-3-1,1-4 1,1-2 0,1-4-1,1-2 1,1-4-1,0-4 1,128 3 0,-123-15 66,1-4 1,-2-3-1,1-4 1,-2-3 0,0-3-1,-1-4 1,121-54-1,-118 39 28,-1-3-1,-2-4 0,-2-3 0,-2-3 0,-3-3 0,104-105 0,-128 111 57,-2-1 0,-3-3-1,-1-1 1,57-109-1,-75 119 40,-2 0 0,-2-2-1,-2 0 1,-2-1-1,-2-1 1,-2 1-1,5-69 1,-13 67 124,-1 1-1,-2-1 1,-3 1 0,-2-1 0,-1 2 0,-3-1-1,-2 1 1,-1 1 0,-3 0 0,-2 1-1,-1 1 1,-3 1 0,-1 1 0,-2 1 0,-1 1-1,-3 1 1,-38-37 0,13 21 122,-3 2 0,-2 4-1,-1 1 1,-3 4 0,-2 2 0,-138-61-1,82 52-20,-2 6 1,-2 5-1,-166-29 0,114 39-584,-2 7 0,1 8 0,-298 15 1,299 14-2076,-316 67 0,392-56-2309,-189 74 0,120-23-5536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57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778 241 6273,'-2'-2'265,"1"0"0,0-1 0,-1 1 1,1-1-1,0 1 0,0-1 0,0 1 1,1-1-1,-1 0 0,1 1 0,-1-1 1,1 0-1,0 0 0,0 1 0,0-1 1,0 0-1,1-4 0,0 4 2315,1 1-1352,7-7-897,-2 1 4093,-22 4-1881,-95-15 2558,101 17-4685,0 0 0,0-1-1,0 0 1,1-1-1,-1 0 1,1 0 0,0-1-1,-13-10 1,17 12 548,4 3-832,-3-2-83,1 1 0,0 0 1,-1 0-1,1 0 0,-1 0 0,1 1 1,-1-1-1,1 1 0,-1-1 0,1 1 1,-1 0-1,-3 0 0,-57 92-5,-36 59-52,-110 256 8,174-327 0,3 2 0,4 1 0,-21 105 0,43-152 1,1-1 1,0 55-1,5-70-4,1-1 0,1 1 1,1-1-1,0 0 0,2 0 0,7 20 1,-9-30-27,1 1 0,1-1 0,0 0 0,0 0 0,1-1 1,0 0-1,1 0 0,-1 0 0,1-1 0,1 0 0,0 0 1,0-1-1,9 6 0,-4-4 7,1-1 0,0-1 0,0 0 0,1-1 0,0 0 0,0-1 0,28 3 0,0-4-16,1-2 0,-1-1 0,1-3 1,-1-1-1,46-12 0,-43 6 25,-1-2 0,0-2 1,-1-2-1,-1-1 0,-1-3 1,0-1-1,-1-3 0,-2-1 0,0-1 1,50-47-1,-64 51 8,-1-2 0,-1-1 1,-2-1-1,0-1 0,-2 0 0,0-2 0,-2 0 1,-2-1-1,0 0 0,-2-1 0,-2-1 0,0 0 1,-3-1-1,0 0 0,3-38 0,-9 31 8,-2 0-1,-1 0 0,-2 0 1,-2 0-1,-2 0 1,-1 1-1,-2 0 1,-2 0-1,-1 1 0,-2 1 1,-2 0-1,-1 1 1,-2 1-1,-1 1 0,-2 1 1,-1 1-1,-32-32 1,38 46-93,0 1 0,-2 1 1,0 1-1,0 1 0,-2 1 1,0 1-1,0 0 0,-1 2 1,0 1-1,-1 0 0,0 2 1,0 1-1,0 1 0,-44-4 1,45 8-465,0 0 1,1 2 0,-1 1 0,1 0 0,0 2-1,-1 0 1,-25 10 0,31-8-637,0 1-1,1 0 0,0 2 1,1-1-1,-1 2 1,2 0-1,0 1 1,0 1-1,-20 21 1,-8 17-9922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58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37 13105,'7'-13'2388,"-14"-2"-383,-3 6 1735,-7 18-2072,-13 6-204,6 7-168,1 2-256,-11 0-215,1 6-181,-7 12-184,0 6-352,3 4-960,-3-1-657,-1 6-935,-9-3-1252,3 13-2313,7 5-5240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59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413 185 7961,'6'-16'12598,"-6"13"-11974,0-1-450,-1 0 1,0 0-1,1 0 0,-1 0 0,-1 0 1,1 0-1,0 0 0,-1 1 0,0-1 0,0 1 1,0-1-1,0 1 0,-6-6 0,7 7 506,1-1-589,1 1 0,-1-1 0,1 0 0,-1 0 0,0 1 0,0-1 0,0 0-1,0 0 1,-1 1 0,1-1 0,-1 0 0,1 0 0,-1 1 0,0-1 0,0 1 0,-1-1 0,1 1 0,0-1-1,-1 1 1,1 0 0,-1-1 0,0 1 0,0 0 0,0 0 0,-2-2 0,2 3 628,5-35 1395,-30 53-1414,26-13-639,0 0 0,0 0 0,1 0-1,-1 0 1,1 0 0,0 0-1,0 0 1,0 0 0,2 7 0,0 9 110,-4 15 174,-1 0 1,-14 65-1,-27 66 190,39-148-494,-65 208-28,-72 301-6612,123-429 3848,-13 81-7232,22-89-303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818 0 13145,'-17'9'2368,"-9"12"-31,2 4-201,-16 8-276,0 0-360,-4-3-204,-9 9-248,-11 3-252,0 1-240,1-1-560,-8 3-628,1-3-376,0-3-804,6 1-828,4-1-3565,13-3-5552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1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1055 54 13161,'3'-30'2162,"-3"29"-2054,0 0-1,0 0 1,0 1 0,1-1 0,-1 0 0,0 0-1,1 1 1,-1-1 0,0 0 0,1 1 0,-1-1 0,1 1-1,-1-1 1,1 1 0,-1-1 0,1 1 0,0-1-1,-1 1 1,1-1 0,0 1 0,-1-1 0,1 1 0,0 0-1,-1 0 1,1-1 0,0 1 0,0 0 0,2-1 318,-2 0-336,0 0 0,0 1 0,0-1 0,0 0 0,0 1 0,0-1 0,0 1 0,0-1 0,0 1 0,0-1 0,0 1 0,1 0 0,-1-1 0,0 1 0,0 0 0,0 0 0,1 0 0,-1 0 0,0 0 0,0 0 0,0 1 0,0-1-1,1 0 1,-1 1 0,0-1 0,0 0 0,0 1 0,0-1 0,0 1 0,0 0 0,0-1 0,0 1 0,0 0 0,0 0 0,0-1 0,0 1 0,0 0 0,-1 0 0,1 0 0,0 0 0,-1 0 0,1 0 0,-1 0 0,1 0 0,-1 1 0,1-1 0,-1 0-1,0 0 1,1 2 0,1 8-13,0 0-1,0 0 0,-1 0 0,0 13 0,-1-19 45,0 17-39,-1 0 0,-2 0 0,0 0 0,-1 0 0,-1-1 0,-10 28 0,-58 119-241,63-147 123,-24 46-86,-4-1 0,-2-3 0,-4-1-1,-52 58 1,-220 209-191,195-215 273,41-41 73,-110 129 0,183-193-11,1 1-1,-1-1 0,1 1 0,1 0 0,0 0 0,1 1 0,0 0 0,0-1 0,-2 14 1,5-20-18,1 0 1,-1 0 0,1 0 0,0 1 0,0-1 0,0 0 0,1 0 0,-1 0 0,1 0 0,0 0 0,0 0 0,1 0 0,-1 0 0,1 0 0,0-1 0,0 1 0,0 0 0,0-1 0,1 0 0,-1 0 0,1 1 0,0-1-1,0-1 1,0 1 0,0 0 0,1-1 0,-1 0 0,6 3 0,3 1-44,-1-1 1,1-1-1,-1 0 0,1-1 1,0 0-1,0 0 0,20 0 0,91-3-862,-109 0 755,343-24-5145,-117-2-1285,-67 8-820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717 35 7741,'3'-3'261,"-1"0"0,0 0 0,1 1 0,0-1 1,0 1-1,0 0 0,0 0 0,0 0 0,0 0 1,0 0-1,1 1 0,-1-1 0,1 1 0,-1 0 1,1 0-1,-1 0 0,1 1 0,0-1 0,-1 1 1,1 0-1,0 0 0,-1 0 0,7 1 0,5 0 405,-1-1-241,-1 1-1,0 0 1,0 1 0,0 0-1,19 7 1,-30-8-393,1 0 0,-1 0 0,0 0 0,0 0 0,0 0 0,0 1 0,0-1 0,0 1 0,0-1 0,-1 1 0,1 0 0,0-1 1,-1 1-1,1 0 0,-1 0 0,0 0 0,0 0 0,0 1 0,0-1 0,0 0 0,0 0 0,0 1 0,-1-1 0,1 0 0,-1 1 0,0-1 0,0 1 0,0-1 0,0 0 0,0 1 0,0-1 0,-1 1 0,1-1 0,-1 0 0,1 1 0,-1-1 0,-1 3 0,-4 8 12,0 1-1,0-1 1,-1 0-1,-1-1 1,0 0-1,0 0 1,-2-1-1,1 0 1,-1 0-1,-17 12 1,-17 13 17,-65 39 0,77-54-88,-215 160-15,240-175 43,0 0 0,1 1 1,-1 0-1,1 0 0,1 0 0,-1 1 0,-4 9 0,7-12 4,1 0-1,0 1 1,1-1 0,-1 0 0,1 0 0,0 1 0,0-1-1,1 1 1,0-1 0,0 0 0,0 1 0,0-1-1,1 1 1,2 6 0,6 17-29,1 0 1,2-1-1,30 53 0,11 25 156,-39-72-65,0 1 0,-3 0-1,0 0 1,8 65 0,-17-88-72,-1 0 0,-1 0 0,0 0 0,-1 0 0,0-1 0,-1 1 1,0 0-1,-1 0 0,0-1 0,-1 0 0,0 1 0,-1-1 0,0-1 0,0 1 1,-2-1-1,1 0 0,-1 0 0,-15 15 0,3-6-310,-1-2 0,0 0 0,-2-1 1,0-2-1,0 0 0,-28 12 0,-4-3-3369,-95 28 1,59-24-3093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13 6061,'0'-1'87,"-1"0"0,1 1 0,0-1 0,0 1 0,-1-1 0,1 0 0,0 1 0,0-1 0,-1 1 0,1-1 0,-1 1 1,1-1-1,-1 1 0,1 0 0,0-1 0,-1 1 0,0-1 0,1 1 0,-1 0 0,1-1 0,-1 1 0,1 0 0,-1 0 0,0-1 1,1 1-1,-1 0 0,1 0 0,-1 0 0,0 0 0,1 0 0,-1 0 0,0 0 0,1 0 0,-1 0 0,1 0 0,-1 0 1,0 0-1,1 1 0,-1-1 0,1 0 0,-1 0 0,0 1 0,0 0 0,0-1 8,0 0 1,0 1-1,0-1 0,0 0 1,1 1-1,-1-1 1,0 0-1,0 0 0,0 0 1,0 0-1,0 0 0,0 0 1,0 0-1,0 0 0,0 0 1,-2-1-1,40 16 666,0-2-1,56 12 1,84 9 243,-164-31-916,794 125 3138,925 195-166,-248-43-2245,4-33-2600,-527-111-6309,-504-69-1031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3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34 13457,'-5'-10'927,"4"9"-529,0-1 0,0 0 0,0 0 0,0 0 0,0 1 0,1-1 0,-2-9 12419,-2 12-11475,0 2-1267,-1 0 1,0 0 0,1 1-1,0-1 1,0 1-1,0 0 1,0 0-1,0 0 1,1 1-1,0-1 1,-5 10 0,-29 66 409,25-52-439,-47 109-46,6 2 0,-48 201 0,74-226-154,-42 223-1554,63-287 1232,1 1 0,2 0 0,3 0 1,10 84-1,-7-119-485,0-1 0,0 0 0,2 0 0,7 17 0,-8-22-1261,2 0-1,-1-1 1,13 16 0,6 4-9626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4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10 547 16546,'-1'-1'161,"0"0"1,0 0 0,0 0 0,0 0 0,1-1 0,-1 1-1,1 0 1,-1-1 0,1 1 0,-1 0 0,1-1 0,-1 1-1,1 0 1,0-1 0,0 1 0,0-1 0,0 1 0,0-1-1,0 1 1,0 0 0,1-1 0,-1-1 0,2-1 133,-1 0 0,1 0 0,0 0 1,0 1-1,0-1 0,1 0 0,4-5 1,2-1 322,1 0 0,1 0 0,-1 1 1,17-10-1,24-10 340,2 3 0,0 2 0,101-31 1,-116 42-734,185-57-253,282-50 0,-295 84-3165,330-11 0,-280 48-509,-203 3 1067,1 2 0,81 20-1,-11 16-6109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1 878 12925,'120'-66'2424,"-22"39"25,5-7-305,18-5-436,16-6-352,17-9-384,27-10-152,24-5-904,19-12-400,7-1-848,7-2-952,-4-4-620,4 7-2353,0 18-4212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 23 14661,'0'0'151,"1"-1"0,-1 0-1,0 1 1,0-1-1,0 0 1,1 1 0,-1-1-1,0 0 1,0 1-1,0-1 1,0 0 0,0 0-1,-1 1 1,1-1-1,0 0 1,0 1 0,0-1-1,-1 0 1,1 1-1,0-1 1,-1 0 0,1 1-1,0-1 1,-1 1-1,1-1 1,-1 1 0,1-1-1,-1 1 1,1-1-1,-1 1 1,1-1 0,-2 1-1,-1-1 458,0 0 1,-1 1-1,1 0 1,-1 0-1,1 0 0,-1 0 1,-6 2-1,-32 7 657,0 2-1,-78 31 1,93-32-1027,-78 35 617,-168 97 0,239-125-548,30-16-143,0 1 0,-1 0 0,1 0 0,0 1 1,0-1-1,0 1 0,0 0 0,1 0 0,-5 5 0,52-18 415,-25 8-579,0 0 0,0 1 0,0 1 0,0 1 0,0 1 0,0 1 0,0 0 0,0 1 0,-1 1 0,1 1 0,-1 1 0,-1 0 0,22 13 0,-26-12 0,0 0 0,-1 0 0,0 2 0,-1 0 0,0 0 0,0 1 0,-1 0 0,0 0 0,-1 1 0,-1 1 0,0 0 0,0 0 0,-2 0 0,1 1 0,-2 0 0,0 0 0,5 24 0,-6-16 0,-1 1 0,-2-1 0,0 1 0,-1-1 0,-2 1 0,0-1 0,-1 1 0,-1-1 0,-8 24 0,-4 0 0,-1-1 0,-2 0 0,-30 48 0,-24 17 0,73-110 0,0 0 0,0 0 0,0 0 0,0 0 0,0 0 0,0 0 0,0 0 0,0 0 0,0 0 0,0 0 0,1 0 0,-1 0 0,0 0 0,0 0 0,0 0 0,0 0 0,0 0 0,0 0 0,0 0 0,0 0 0,0 0 0,0 0 0,0 0 0,0 0 0,0 0 0,0 0 0,0 0 0,0 0 0,1 0 0,-1 1 0,0-1 0,0 0 0,0 0 0,0 0 0,0 0 0,0 0 0,12-10 0,17-15 0,178-183 0,67-61 0,-225 227 0,3 2 0,1 2 0,108-59 0,-150 91 0,1 1 0,1 0 0,-1 1 0,1 0 0,-1 0 0,1 2 0,17-3 0,-26 5 0,0 0 0,0 0 0,0 0 0,0 0 0,-1 1 0,1 0 0,0-1 0,0 1 0,-1 1 0,1-1 0,0 0 0,-1 1 0,0 0 0,1 0 0,-1 0 0,0 0 0,0 0 0,0 1 0,0-1 0,0 1 0,-1 0 0,1 0 0,-1 0 0,0 0 0,0 0 0,0 1 0,0-1 0,0 0 0,1 5 0,2 11 0,-1 1 0,0-1 0,-2 1 0,0 0 0,-1 35 0,-1-24 0,-5 136 68,0-5-82,6-132-91,1 0 0,2-1 0,10 45 0,-5-43-1192,1 0-1,2-1 1,1 0-1,1-1 1,32 49 0,-30-55-874,1-1 0,2-1 0,0 0 0,22 17 1,34 21-8609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1184 1325 9705,'-3'-2'195,"-2"0"191,1 0 0,0 0 0,0-1 0,0 0 0,1 0 0,-1 0 0,0 0 0,1 0 0,0-1 0,0 1-1,-5-8 1,5 7 24,0 1-1,0-1 1,0 1-1,0 0 1,-1 0-1,1 0 1,-1 1-1,0-1 1,0 1-1,0 0 1,0 0-1,-7-2 1,-52-11 2242,61 14-2584,-26-2 543,0 2 1,0 0-1,0 2 1,1 1-1,-1 2 1,0 0-1,1 2 1,0 1-1,-27 10 1,10 0-284,0 1 1,2 3-1,0 1 1,1 2-1,2 2 1,-38 32-1,27-15 2,1 3 1,3 1-1,-71 93 0,102-120-285,0 0 0,2 0-1,1 1 1,0 1 0,1 0 0,2 1 0,0 0 0,2 0 0,-6 29 0,12-47-45,0 0-1,0-1 1,1 1 0,0-1-1,0 1 1,0 0 0,0-1-1,1 1 1,0-1 0,0 1-1,0-1 1,0 1 0,1-1-1,0 1 1,0-1 0,0 0-1,0 0 1,1 0 0,-1 0 0,1-1-1,0 1 1,0-1 0,1 1-1,-1-1 1,1 0 0,-1 0-1,1-1 1,0 1 0,0-1-1,0 0 1,0 0 0,1 0-1,-1-1 1,0 1 0,1-1-1,0 0 1,-1 0 0,9 0-1,-1 1-12,6 1-28,1-1 0,0-1 0,0 0 0,-1-1 0,1-1 0,0-1 0,0-1 0,31-8 0,-26 2-59,0 0 1,0-2-1,-1-1 1,-1-1-1,0-1 1,0 0 0,-2-2-1,0 0 1,0-2-1,-2 0 1,0-1-1,16-23 1,17-30-279,-3-1 1,46-96-1,-47 82 186,35-64-254,85-219 1,-106 183 682,63-320 0,-108 437 74,6-31 119,-20 90-266,-1-1 0,0 0 0,-1 1-1,0-1 1,-1 0 0,-3-14 0,4 26-156,0 0 0,0 0 1,0 0-1,0 0 0,0 0 0,0 1 1,0-1-1,0 0 0,0 0 0,0 0 1,0 0-1,0 0 0,0 0 0,0 0 1,0 0-1,0 0 0,0 0 0,0 1 1,0-1-1,-1 0 0,1 0 0,0 0 1,0 0-1,0 0 0,0 0 0,0 0 1,0 0-1,0 0 0,0 0 0,0 0 1,-1 0-1,1 0 0,0 0 0,0 0 1,0 0-1,0 0 0,0 0 0,0 0 1,0 0-1,0 0 0,0 0 0,-1 0 1,1 0-1,0 0 0,0 0 0,0 0 1,0 0-1,0 0 0,0 0 0,0 0 1,0 0-1,0-1 0,0 1 0,-1 0 0,1 0 1,0 0-1,0 0 0,0 0 0,0 0 1,0 0-1,0 0 0,0 0 0,0 0 1,0 0-1,0-1 0,0 1 0,0 0 1,0 0-1,0 0 0,-7 5 51,0 1 0,1-1-1,-1 1 1,2 1 0,-1-1-1,0 1 1,1 0 0,1 1-1,-7 10 1,-32 82 315,37-82-362,-60 166-12,9 2 0,9 2 0,-40 308 0,80-438 0,4-1 0,2 0 0,2 1 0,3-1 0,12 67 0,-11-102 0,2 0 0,1 0 0,0 0 0,2-1 0,0 0 0,22 34 0,-21-41 0,0-1 0,0-1 0,1 1 0,1-2 0,0 1 0,0-2 0,1 0 0,1 0 0,0-1 0,21 10 0,-21-12-25,0-2 0,0 1-1,0-1 1,1-1 0,0-1 0,0 0 0,0-1-1,0 0 1,22-1 0,-7-1-128,0 0-1,1-2 1,-1-1-1,0-1 1,0-2-1,38-12 1,-29 2 39,-1-2 1,0-1-1,-1-2 1,-1-2-1,-1-1 1,-1-2-1,-2-1 0,0-1 1,30-38-1,-26 25 61,-2-2 0,-2-1 0,-1-2 0,-3-1 0,-2-1 0,32-83 0,-47 100 92,0-1 0,9-50 1,-18 73-17,-1 0 1,0 0 0,-1 0 0,0 0-1,0 0 1,0 0 0,-1 0-1,-1 0 1,0 1 0,0-1 0,0 0-1,-1 1 1,-1-1 0,-6-11-1,8 16 5,-1 0-1,0 1 0,0-1 0,0 1 0,-1 0 0,1 0 0,-1 0 0,1 0 0,-1 1 0,0-1 0,0 1 0,0 0 0,-1 0 0,1 1 0,0-1 1,-1 1-1,1 0 0,-1 0 0,1 0 0,-1 1 0,1-1 0,-1 1 0,0 0 0,1 1 0,-1-1 0,1 1 0,-1 0 0,-7 3 0,-2 0 60,1 0-1,0 1 1,1 1-1,-1 0 0,1 1 1,0 1-1,1 0 0,-17 14 1,11-6-23,1 1 1,1 0-1,0 1 1,1 1 0,1 0-1,1 1 1,1 0-1,0 1 1,2 0-1,1 1 1,-7 25 0,11-34-65,1-1 0,1 1 0,0-1 1,1 1-1,0 0 0,1 0 0,0 0 1,1 0-1,1-1 0,0 1 0,1 0 1,0-1-1,1 0 0,0 0 1,1 0-1,0 0 0,1 0 0,0-1 1,1 0-1,0-1 0,14 16 0,-5-11-264,0-1-1,1 0 0,1-1 1,0-1-1,0-1 1,1-1-1,1 0 0,0-2 1,0 0-1,1-1 1,-1-1-1,2-1 0,31 4 1,28-1-3534,-1-4 1,106-8 0,-111 2-734,38-1-5608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5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15913,'2'4'349,"0"-1"-1,-1 1 1,1-1-1,0 1 1,0-1-1,1 0 0,-1 0 1,1 0-1,0 0 1,-1 0-1,1 0 1,1-1-1,-1 0 0,0 1 1,0-1-1,1 0 1,5 2-1,20 13 1077,-11-1-408,-2 1 0,0 0 1,0 1-1,-2 1 1,20 32-1,-5-8-76,-1-3-382,254 338 868,-231-319-2776,3-1-1,2-4 1,2-1 0,65 44-1,34 5-4042,-125-84 1052,49 18 0,-22-16-4498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5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1206 112 11441,'-113'-66'2604,"49"36"465,10 21-273,1 3-292,-1 6 52,-3 12-408,-13 6-387,-11 3-345,-2 12-272,-4 3-220,-4 9-520,7 10-404,7-1-672,7 0-1116,16 1-840,4 2-1305,3 0-3051,31-6-6794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6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94 18518,'-67'-72'3296,"74"51"1944,13 27-3243,0 0-257,-7 9-252,7 18-1000,-10 0-488,-3 9 0,0 3 0,-4 10 0,7 8 0,-3 3 0,0 4-984,6 2-2092,4-9-577,-1 4-3699,15-1-7366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6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11 158 15645,'-10'-64'3061,"17"43"-709,-1 3-444,1-3 836,-4 3-1836,1 3-348,19 18-2292,21 9-236,-7 9-556,-4 9-580,17 3-2205,4 6-4248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7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13029,'1'-7'195,"2"-4"309,-1 1-1,1-1 1,7-14-1,-9 22-169,1 0 0,0 0-1,0 0 1,0 1 0,0-1-1,1 0 1,-1 1 0,1-1-1,0 1 1,-1 0 0,1 0-1,0 0 1,6-3 0,25-13 3758,-25 13-3391,0 1 0,0-1 0,0 1 0,10-2 0,-14 5-573,-1 0-1,1 0 0,-1 1 1,1 0-1,0 0 0,-1 0 1,1 1-1,-1-1 0,1 1 1,-1 0-1,1 0 0,4 2 1,1 1-59,0 0 1,-1 0-1,1 1 1,-1 0 0,0 1-1,0 0 1,-1 0-1,0 1 1,0 0-1,0 0 1,-1 1 0,0 0-1,-1 0 1,1 1-1,-2-1 1,1 2-1,-1-1 1,-1 0 0,1 1-1,-2 0 1,1 0-1,2 15 1,-3 7-209,-2 0-1,-1 0 1,-2 1 0,-1-2 0,-1 1-1,-1 0 1,-16 48 0,19-73 93,-3 7-55,1 0 1,0 0 0,1 0-1,1 0 1,0 1-1,1-1 1,1 0 0,1 22-1,0-35 97,-1 1 0,1-1-1,0 1 1,-1-1-1,1 1 1,0-1-1,0 1 1,0-1 0,0 0-1,0 1 1,0-1-1,0 0 1,0 0 0,0 0-1,1 0 1,-1 0-1,1 0 1,-1 0 0,0 0-1,1-1 1,-1 1-1,1-1 1,0 1 0,-1-1-1,1 1 1,-1-1-1,1 0 1,0 0 0,-1 0-1,1 0 1,0 0-1,-1 0 1,1 0 0,3-1-1,8-1 37,0 0 0,-1-1 0,19-7 0,-22 7-4,150-55 424,66-18 128,-192 68-479,1 1 0,-1 1-1,1 2 1,50 1-1,-67 4-65,-1 0-1,1 1 0,-1 1 1,0 0-1,0 2 0,0 0 1,0 0-1,-1 1 0,0 1 1,0 1-1,17 12 0,34 29 58,-43-30-66,1-1-1,1-1 0,0-2 1,1 0-1,43 17 1,-33-19 26,-1-2 1,56 11 0,-51-16-58,1-1 0,0-2 0,1-2 0,-1-2 0,0-2 0,59-11 0,-77 10 68,-1-1-1,0-2 1,0 0 0,0-1-1,-1-1 1,-1-1-1,0-1 1,0-1-1,-1-1 1,0 0 0,-1-2-1,-1 0 1,18-20-1,-26 24-10,-1 0-1,0-1 0,-1 0 1,0-1-1,-1 0 0,0 0 1,4-14-1,-8 21-37,0-1 0,0 1 1,-1 0-1,0-1 0,0 1 0,-1-1 0,1 1 0,-1-1 1,-1 1-1,1-1 0,-1 1 0,0 0 0,-1-1 1,0 1-1,0 0 0,0 0 0,-5-9 0,4 11-4,-1 0 0,1 0-1,-1 1 1,0-1-1,0 1 1,0 0 0,-1 0-1,1 1 1,-1-1 0,1 1-1,-1 0 1,0 0-1,0 0 1,0 1 0,0 0-1,0 0 1,0 0-1,0 1 1,0-1 0,0 1-1,-7 1 1,0-1-18,0 1 0,0 1 0,0 0 0,0 1 1,1 0-1,-1 0 0,1 1 0,-13 7 0,17-7-37,0 0 0,0 1 0,0 0 1,0 0-1,1 0 0,0 1 0,0 0 0,0 1 0,1-1 0,0 1 0,0 0 1,1 0-1,0 1 0,0-1 0,1 1 0,0 0 0,-3 10 0,4-12-20,1 1 0,0-1 0,1 1 0,-1-1 0,1 1 0,1-1 0,-1 1 0,1-1 0,0 1 0,1-1 0,-1 1 0,1-1 0,1 0 0,-1 0 0,1 0 0,0 0 0,0-1 0,1 1 0,-1-1 0,1 0 0,0 1 0,8 5 0,-4-4 6,-1-1-1,1 0 1,0-1-1,1 0 1,-1 0-1,1-1 1,0 0-1,0-1 1,0 0 0,1 0-1,-1-1 1,1 0-1,0-1 1,18 1-1,-21-2 169,0 0-1,0 0 0,0-1 1,0 0-1,0 0 1,0-1-1,0 0 0,-1 0 1,1-1-1,-1 1 1,1-1-1,-1-1 0,0 1 1,0-1-1,0 0 1,-1-1-1,0 1 0,1-1 1,-1 0-1,-1-1 1,6-6-1,-5 1-20,0-2 0,-1 1-1,0 0 1,-1-1 0,0 0 0,-1 0 0,0 0-1,-1 0 1,-1-18 0,18 271-88,-17-221 0,6 71 0,-7 138 0,-14-101 0,-4-1 0,-58 199 0,-125 230 0,154-452 0,-4-2 0,-5-3 0,-4-2 0,-4-2 0,-143 160 0,145-190 0,-2-2 0,-4-4 0,-1-2 0,-3-4 0,-2-2 0,-2-4 0,-2-4 0,-88 35 0,114-57 0,-2-2 0,0-2 0,-1-2 0,-57 5 0,89-16 0,1-1 0,-1-1 0,0 0 0,1-2 0,-1-1 0,0-1 0,1-1 0,0-1 0,0-1 0,0-1 0,1 0 0,-37-19 0,47 19 0,0 0 0,0-1 0,1 0 0,0 0 0,1-1 0,-1-1 0,2 0 0,-1 0 0,2 0 0,-1-1 0,1 0 0,1-1 0,-9-19 0,10 15 0,0-1 0,1 0 0,1 0 0,0 0 0,1 0 0,1 0 0,1 0 0,1-1 0,3-22 0,4-2 0,2 1 0,1 0 0,3 0 0,1 1 0,2 1 0,1 1 0,40-60 0,-1 15-218,4 2 0,4 4 0,83-79 0,247-187-1948,-184 181-1676,234-135 0,23 35-4984,-152 106-1409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7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38 11837,'-18'2'826,"14"-1"-500,0 0 0,-1-1-1,1 1 1,0-1 0,0 0-1,-1 0 1,1-1 0,0 1 0,-1-1-1,1 0 1,0 0 0,-4-2 0,4 2 2016,22-9 1590,-6 6-3545,-1 0-1,1 1 1,0 1-1,0 0 1,0 1-1,15-1 1,-13 2-182,472-7 2747,6 32-2053,-166-6-985,443 4-5081,-512-25 341,-1-7-3479,-141 3-261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7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570 108 11853,'-186'-89'4969,"166"80"-4157,-1 0 5356,39 13-2267,26 10-2804,0 3 0,80 43 0,78 62 318,-144-84-1364,-2 3-1,-2 2 1,-1 3-1,-3 1 1,83 103-1,-105-115-45,-3 2 0,0 1 0,-3 1 0,-1 1 0,-2 0 0,-2 2 0,-2 0 0,-1 1 0,-2 0 0,6 53 0,-15-67-5,-1-1 0,-2 1 0,-1-1 0,-1 0 0,-1 1 0,-2-1 0,-1 0 0,-15 45 0,7-38 0,-1-1 0,-1-1 0,-2-1 0,-1 0 0,-1-2 0,-32 36 0,-3-4-902,-3-4-1,-2-2 1,-3-3-1,-126 83 1,-303 134-6181,336-190 140,21-3-4302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37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107 226 13073,'-27'-66'2268,"14"36"-435,3 21-397,0 0-524,-3-6-548,-1 3-896,4-19-1236,0 7-33,10-6-11000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0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55 10441,'-36'-5'2471,"29"4"-169,7-2-293,0 1-1919,0 1 96,1 0-1,-1-1 0,0 1 0,0 0 1,0 0-1,0 0 0,0 0 0,0-1 0,0 1 1,0 0-1,-1 0 0,1 0 0,0 0 0,-1 0 1,1 0-1,0 0 0,-1 0 0,0-1 0,1 2 1,-1-1-1,1 0 0,-1 0 0,0 0 0,0 0 1,0 0-1,1 0 0,-1 1 0,0-1 1,0 0-1,0 1 0,0-1 0,0 1 0,0-1 1,0 1-1,-1 0 0,-1-1 0,-12-1 1424,10 2-989,0-1 0,0 1 0,1-1-1,-1 0 1,-9-3 0,-6 13 843,10-2-1275,1-1 1,0 1-1,1 1 1,0-1-1,0 2 1,0-1-1,1 1 0,-8 13 1,0-2-75,-2 4-761,1 0 0,1 1 0,2 1-1,0 0 1,1 1 0,2 0 0,1 0 0,1 1 0,2 1 0,0-1 0,2 1 0,1 0-1,1 0 1,4 48 0,0-64-1251,0 0 0,1 0 1,5 15-1,22 43-10587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0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1008 464 12857,'-2'0'333,"-1"-1"-1,1 1 1,0-1-1,0 1 1,0-1-1,0 0 1,0 0-1,1 0 1,-1 0-1,0 0 1,0 0 0,1-1-1,-1 1 1,0-1-1,1 1 1,-2-3-1,-27-36 4063,8 10-596,19 26-3499,-1 0 0,1 0 0,-1 1-1,1 0 1,-1 0 0,0 0 0,0 0 0,-1 0 0,1 1 0,0 0 0,-1 0 0,0 0 0,1 0 0,-1 1 0,0 0 0,0 0 0,0 0-1,0 0 1,-6 1 0,3 2-293,-1 0-1,0 0 0,1 1 0,0 0 0,0 1 1,0-1-1,0 2 0,0-1 0,1 1 0,0 0 1,0 1-1,-9 8 0,-8 10-14,-38 53 1,50-62 6,-151 215 1,-158 292 0,291-467 0,1 1 0,4 1 0,-25 76 0,49-129 0,0 1 0,1-1 1,-1 0-1,1 0 0,0 0 0,0 1 0,1 7 1,0 2-20,-1-14 17,0 0 0,0 1 0,0-1 0,0 0 0,0 0-1,0 0 1,0 0 0,0 0 0,0 0 0,0 0 0,0 1-1,0-1 1,0 0 0,0 0 0,0 0 0,0 0 0,0 0-1,0 0 1,1 0 0,-1 0 0,0 1 0,0-1 0,0 0 0,0 0-1,0 0 1,0 0 0,0 0 0,0 0 0,1 0 0,-1 0-1,0 0 1,0 0 0,0 0 0,0 0 0,0 0 0,0 0-1,0 0 1,1 0 0,-1 0 0,0 0 0,0 0 0,0 0 0,0 0-1,0 0 1,0 0 0,1 0 0,-1 0 0,0 0 0,0 0-1,0 0 1,0 0 0,0 0 0,0 0 0,0 0 0,0 0-1,1-1 1,-1 1 0,0 0 0,9-1-74,1-1-1,-1 0 1,0-1-1,0 0 1,0 0 0,0-1-1,-1 0 1,1-1-1,-1 0 1,11-8 0,-2-1-22,-1 0 1,0-1-1,24-31 1,-29 32 62,41-50-97,-3-2 1,66-115-1,141-411-153,-29 61 1474,-226 528-1150,0 1 1,1-1-1,-1 1 0,0 0 0,1 0 1,0 0-1,-1 0 0,1 0 1,0 0-1,0 0 0,0 0 0,1 1 1,2-2-1,-5 2-29,1 1 1,0 0-1,0-1 0,0 1 0,0 0 1,0 0-1,0 0 0,0 0 1,0 0-1,0 0 0,0 0 1,0 0-1,0 1 0,0-1 0,0 0 1,0 1-1,0-1 0,0 0 1,0 1-1,0-1 0,0 1 0,0-1 1,-1 1-1,1 0 0,0-1 1,0 1-1,-1 0 0,1 0 1,0-1-1,-1 1 0,1 0 0,-1 0 1,1 1-1,3 9-10,0-1 0,-1 0 0,0 1 0,-1-1 0,0 1 0,0 0 0,-1 0 0,-1 11 0,1-3 0,2 52 0,-11 123 0,-27 73 0,-44 148 0,31-183 0,-90 713 0,133-896-725,3 1 0,2-1-1,2 1 1,3-1 0,19 89 0,-19-118 299,1 0-1,2-1 1,0 0-1,0-1 1,2 0 0,0 0-1,16 19 1,-17-26 223,1 0 1,0-1-1,0 0 0,1-1 1,0 0-1,1-1 0,0 0 0,0-1 1,1 0-1,0-1 0,18 6 1,-19-8-1011,0-1 1,1 0 0,0-1 0,-1-1-1,1 0 1,0 0 0,23-3 0,28-8-8679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0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125 179 12049,'-108'0'2708,"92"-6"5713,43-12-7253,33-6-236,13 11-316,31-2-700,27 0-500,16-3-632,27-3-784,17 3-572,14 0-3213,12 6-4884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1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79 10661,'1'-1'380,"-1"0"1,0 0-1,1 0 1,-1 0-1,0 0 1,0 0-1,1 0 1,-1 0-1,0-1 1,0 1-1,0 0 1,0 0-1,-1 0 0,1 0 1,0 0-1,0 0 1,-1-1-1,1 1 1,-1-2-1,-9-27 7048,18 7-3748,-7 21-2414,-6 16-552,-39 92-362,5 2 0,5 1 1,-24 136-1,56-235-352,-3 12 0,1 0 0,2 0 0,0 0 0,1 1 0,4 41 0,-3-62 0,0-1 0,0 1 0,1-1 0,-1 1 0,1-1 0,-1 1 0,1-1 0,-1 0 0,1 1 0,0-1 0,-1 0 0,1 1 0,0-1 0,0 0 0,0 0 0,0 0 0,0 0 0,1 0 0,-1 0 0,0 0 0,0 0 0,1 0 0,-1-1 0,2 2 0,0-2 0,0 1 0,0-1 0,0 1 0,0-1 0,-1 0 0,1 0 0,0-1 0,0 1 0,0-1 0,0 1 0,0-1 0,2-1 0,11-4 0,0-2 0,-1 0 0,22-14 0,-28 17 0,62-45 0,-3-3 0,72-70 0,92-72 0,-160 145 0,-69 48 0,0-1 0,0 1 0,0 1 0,1-1 0,-1 0 0,0 1 0,1-1 0,-1 1 0,1 0 0,0 0 0,-1 1 0,1-1 0,0 1 0,-1 0 0,1 0 0,0 0 0,0 0 0,-1 1 0,1-1 0,0 1 0,-1 0 0,1 0 0,-1 0 0,1 1 0,-1-1 0,1 1 0,4 3 0,5 5 0,-1 0 0,0 1 0,-1 0 0,0 1 0,11 16 0,19 19 0,-23-33 0,0-1 0,1-1 0,0-1 0,1-1 0,41 16 0,-45-20 0,6 2 0,0-1 0,40 6 0,-37-9 0,0 2 0,35 12 0,-45-12 0,0 0 0,0 1 0,17 12 0,-8-5 0,-16-10 0,0 0 0,0-1 0,1-1 0,0 1 0,-1-1 0,1-1 0,16 1 0,-7-1 0,1-1 0,33-4 0,-28-2 0,0-1 0,-1 0 0,1-2 0,-2-1 0,1-1 0,-2 0 0,26-19 0,33-16 0,-59 36 0,2 4 0,-20 5 0,0 1 0,0 0 0,0 0 0,0 0 0,0 1 0,0-1 0,0 0 0,0 1 0,0 0 0,0 0 0,0 0 0,0 0 0,0 0 0,-1 1 0,1-1 0,-1 1 0,1 0 0,-1 0 0,1 0 0,-1 0 0,4 4 0,-2 2 0,1-1 0,-1 1 0,0 0 0,-1 0 0,0 1 0,2 8 0,10 23 0,-13-35-351,0-1 1,1 1-1,0-1 0,0 0 1,0 0-1,0 0 1,1-1-1,0 1 0,0-1 1,-1 0-1,2 0 0,-1 0 1,0 0-1,1-1 0,5 3 1,7 1-3180,0 0 0,32 7-1,-36-10 1909,29 6-10338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1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118 166 16522,'-80'-39'3300,"80"18"-480,3 0-448,-16 9-412,3-3 781,-1-4-1805,5 1-152,29-3-2556,14 21-168,23 0-997,1 0 81,9 12-3625,10 3-5984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2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452 224 15305,'25'-109'3129,"-23"100"-2096,0 0 0,1 1 0,0-1 1,0 1-1,1-1 0,0 1 0,1 1 0,-1-1 0,2 0 0,-1 1 0,12-11 0,-17 17-988,0 1-1,0 0 1,0-1 0,0 1 0,0 0 0,1-1 0,-1 1-1,0 0 1,0-1 0,1 1 0,-1 0 0,0 0 0,0-1-1,1 1 1,-1 0 0,0 0 0,1-1 0,-1 1 0,0 0-1,1 0 1,-1 0 0,1 0 0,-1 0 0,0 0 0,1 0-1,-1-1 1,0 1 0,1 0 0,-1 0 0,1 0 0,-1 0-1,0 1 1,1-1 0,-1 0 0,1 0 0,-1 0-1,1 0 1,-1 7-16,1-1-1,-1 0 1,0 1 0,-1-1-1,0 1 1,0-1-1,0 0 1,-4 10-1,1 3-52,-10 43 24,-43 111 0,-41 55 0,31-75 0,-26 51 47,-14 32-46,86-181-112,2 1 0,-16 79 0,26-87-1702,2 1 1,0 51-1,7-71-1957,1-1 0,8 48 0,7-7-8980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2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74 335 16578,'-73'-24'3656,"83"12"-1048,0 0-444,17-3-524,23-7-355,3 7-265,24-6-228,27 3-620,24-6-372,29 0-932,24-6-305,23 0-827,17 0-720,7 2-3485,10-2-5976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2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0 17242,'-16'18'3304,"19"3"-832,0 18-468,-30 97 1501,4-88-3505,-4 7-1273,-20-13-1343,4 12-664,6 21-3041,-3-2-5732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4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82 10329,'-11'3'961,"-7"3"-70,7-6 8141,24-17-6904,-10 14-1979,1 0 0,-1 0 0,0 0 0,1 1 0,0 0 0,0 0 0,0 0 0,0 0 0,0 0-1,0 1 1,0 0 0,5-1 0,57-6 601,-40 5-404,464-32 1618,-162 35-3447,-195 2-154,7-1-2048,-45 5-2324,-61-3 1065,0-3-2651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4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58 13737,'-62'-48'3244,"50"39"6573,5 27-6218,-40 167-1806,13-45-1216,8-53-515,7-28-371,-21 118 1,24-20-5535,16-126 1157,4 43 1,10 14-9329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94 13721,'-1'-51'2751,"2"50"-2573,-1-1 0,0 1 0,0-1 0,0 1-1,-1 0 1,1-1 0,0 1 0,0-1 0,-1 1 0,1 0-1,-1-1 1,1 1 0,-1 0 0,0-1 0,1 1 0,-1 0-1,0 0 1,0 0 0,0 0 0,0 0 0,0 0 0,0 0-1,0 0 1,0 0 0,0 0 0,0 0 0,-1 1 0,1-1-1,-2 0 1,-6-5 1222,6 5 1355,15 22-814,0 12-1441,-1 0 0,-2 1 0,-1 0 0,3 38 0,7 56-177,-7 1 0,-5 1 0,-19 217-1,8-298-323,2 0 0,3 1 0,8 75 0,-8-123 5,0 0 0,0 0 0,0 0 0,0-1 0,1 1 0,-1 0 0,1 0 0,-1-1 0,1 1 0,0 0 0,-1-1 0,1 1 1,0-1-1,0 1 0,0-1 0,0 1 0,1-1 0,-1 0 0,0 1 0,0-1 0,1 0 0,-1 0 0,1 0 0,-1 0 0,1 0 0,0 0 1,-1-1-1,1 1 0,0 0 0,-1-1 0,1 0 0,0 1 0,0-1 0,-1 0 0,1 0 0,0 0 0,2 0 0,4-1 21,0-1-1,-1-1 0,1 1 0,-1-1 1,0 0-1,12-8 0,34-20 3,-2-2 0,49-42 1,88-88-267,-163 140 149,415-349-5273,-132 144-6991,-206 160 1288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5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0 510 14053,'3'3'295,"0"0"0,0 0-1,0-1 1,0 1 0,0 0-1,0-1 1,1 0 0,-1 0-1,1 0 1,-1 0 0,1 0 0,0-1-1,5 2 1,0-2 279,-1 1 0,1-1-1,0 0 1,0-1 0,13-1 0,8-3 277,0-2 0,0-1 0,46-18 0,-58 19-627,99-30 573,-45 15-447,97-42 0,-148 53-293,0-1 0,0-1 0,-1-1 0,30-26 0,-42 32-31,-1 0 0,0 0 0,0-1 0,0 0 1,-1 0-1,0 0 0,-1-1 0,0 0 0,0 0 1,-1 0-1,0-1 0,-1 0 0,3-12 1,-5 19-11,2-14 67,-1 1 1,0-1-1,-1 0 1,-2-19-1,1 33-53,0-1 0,-1 1 0,0 0 0,1 0 1,-1 0-1,0-1 0,-1 1 0,1 0 0,0 1 0,-1-1 0,0 0 0,-3-4 0,4 6 0,-1 0 0,1-1 0,-1 1-1,0 0 1,0 0 0,1 0-1,-1 0 1,0 0 0,0 1 0,0-1-1,0 1 1,0-1 0,0 1 0,0 0-1,0-1 1,0 1 0,0 0-1,0 0 1,-1 1 0,1-1 0,-3 1-1,-7 2 110,1 1 0,0 0 0,0 0 0,0 1 0,0 1 0,1 0 0,0 0-1,0 1 1,-12 11 0,-80 81 960,91-87-983,-10 11-6,0 1 1,2 1-1,1 1 0,0 0 1,2 1-1,-18 44 0,28-58-79,1 0-1,1 1 0,0-1 0,1 1 0,1 0 1,0 0-1,1 0 0,0 0 0,1 0 1,1 0-1,0 1 0,1-1 0,0-1 0,1 1 1,1 0-1,9 23 0,-2-16-161,0-1-1,2 0 1,0-1 0,1 0-1,1-1 1,1-1 0,0 0 0,2-2-1,-1 1 1,2-2 0,0-1-1,1 0 1,27 13 0,8-1-493,1-1 1,0-4 0,118 27-1,-63-25-1547,199 13 1,-267-32 1666,250 11-3933,-201-12 2459,87 0-3585,13-9-3065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6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13881,'-30'4'1261,"0"0"295,3 0 2525,23 2 218,-1 8-3308,4-12-293,-4 15 567,1 1 1,-3 25-1,4-23-163,-10 35 0,-5 3-1102,-83 233 0,97-280-181,0 0 1,0 1-1,-3 22 0,-4 83-3339,11-107 2273,0 1-1,1-1 1,0 0 0,0 1-1,1-1 1,5 17 0,-2-11-2331,8 26-9653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6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1 326 13269,'27'-120'2024,"-4"81"-403,-6 5-177,0 7-516,-1-3-292,1 6-460,-10 15-520,6-9-616,4 3-560,3 9-289,-3 3-2687,-4 15-3489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6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10561,'24'-28'4580,"-23"26"-4259,0 0 1,0-1-1,-1 1 0,1 0 1,-1-1-1,1 1 1,-1 0-1,0-1 1,0 1-1,0 0 0,0-1 1,-1 1-1,0-4 1,1 3 296,0 0 2625,2 6-2448,3 4-622,0 1 0,0 1 0,-1-1 0,0 0 0,-1 1 0,0 0 0,0 0 0,-1 0 0,2 17 0,1 5 109,-1 51-1,-5-58-253,-1 0 0,-10 43-1,6-39-243,-3 40-1,0-2-73,9-63 212,11 3-12,-10-5 91,1-1-1,-1 1 0,1-1 1,0 1-1,-1-1 0,1 0 1,0 0-1,0 0 0,-1 0 1,1 0-1,0 0 0,0 0 1,-1 0-1,1-1 0,0 1 1,-1-1-1,1 1 0,-1-1 1,1 0-1,2-1 0,36-24 29,-28 18-31,3-2 27,13-8 210,37-33-1,126-117 1453,-136 120-797,2 3 1,2 2-1,2 3 0,94-47 1,-144 82-857,-1 1 0,1 0 0,0 0 1,0 2-1,0-1 0,0 1 0,0 1 0,13-1 0,-19 2-33,-1 1-1,1-1 1,-1 0-1,0 1 1,1 0-1,-1 0 1,0 0-1,0 1 0,1-1 1,-1 1-1,0 0 1,-1 0-1,1 1 1,0-1-1,-1 1 0,1 0 1,-1 0-1,0 0 1,0 0-1,0 0 1,0 1-1,-1-1 1,4 7-1,-1 1 0,0 1 0,-1 0 0,0 0 0,-1 0 0,0 1 0,-1-1 0,-1 1 0,0-1 0,0 1 0,-2 0 0,-1 17 0,-5 16 0,-21 78 0,21-96 0,-30 149-1398,34-153 899,2 0-1,0-1 1,1 1 0,2 0-1,6 37 1,21 51-6252,-23-95 4112,1 1 0,10 16 0,20 19-8082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7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 1284 15517,'-2'-8'617,"0"1"0,1-1 0,0 0 0,0 0 0,1 0 0,0 0 0,0 0 0,1 0 0,0 0 0,0 1 0,1-1 0,3-9-1,-3 10-87,-1 0-1,1 1 0,-1-1 0,-1 0 1,1 1-1,-1-1 0,0 0 0,-2-12 1,1 15-384,0 1 1,0-1 0,0 1 0,0-1 0,0 1 0,-1-1 0,0 1 0,1 0 0,-1 0-1,0 0 1,-1 0 0,1 0 0,0 0 0,-1 1 0,0-1 0,0 1 0,1 0 0,-8-4 0,4 3-107,-1 0 0,0 0 1,1 1-1,-1 0 1,0 0-1,-1 1 1,1-1-1,0 2 1,0-1-1,-14 2 1,8 0 54,-1 1 1,1 0-1,0 1 1,0 1-1,-18 7 1,2 3 45,1 0 1,0 2-1,1 1 1,-34 28-1,25-14-154,2 1 0,1 2-1,1 1 1,2 1 0,2 2 0,1 0-1,3 2 1,-21 44 0,37-67-127,1 1 1,0-1-1,2 1 0,0 0 0,1 0 1,1 1-1,0-1 0,1 21 0,2-32 45,1 1 0,-1-1-1,1 1 1,1-1 0,0 1-1,0-1 1,0 0-1,1 0 1,6 12 0,-6-14 7,0-1 0,0 1 1,1-1-1,0 0 0,-1 0 1,2 0-1,-1-1 0,0 1 1,1-1-1,-1 0 0,1 0 1,0-1-1,0 0 0,9 4 1,5-1-150,0-1 1,-1 0 0,1-1-1,1-1 1,-1-1 0,0-1 0,0-1-1,0 0 1,0-1 0,0-1-1,0-1 1,0-1 0,-1-1 0,30-12-1,-21 5 88,0 0 0,-1-2 0,-1-1 0,-1-1 0,0-1 0,-1-1-1,-1-1 1,36-42 0,-16 9 85,-3-1-1,-1-2 0,-3-2 1,-3-1-1,28-71 0,77-265 283,-106 282 614,24-181-1,-48 226-102,-3 0 0,-8-121 1,4 180-646,-2 0 1,1 1 0,-1-1 0,0 1-1,-1-1 1,0 1 0,-5-10 0,8 17-69,-1 0 1,0 1-1,1-1 1,-1 0-1,1 0 0,-1 1 1,0-1-1,0 0 1,1 1-1,-1-1 1,0 1-1,0-1 1,0 1-1,0-1 1,0 1-1,0 0 1,0-1-1,1 1 1,-1 0-1,0 0 1,0 0-1,0 0 1,0 0-1,0 0 1,0 0-1,0 0 1,0 0-1,0 0 1,0 0-1,0 1 0,0-1 1,0 0-1,0 1 1,0-1-1,0 1 1,1-1-1,-1 1 1,-1 0-1,-32 27 296,19-11-201,0 2 1,2 0-1,0 1 1,1 0-1,1 1 0,-12 31 1,8-20-30,-72 165 268,-99 323 1,161-427-324,-20 134 1,40-188-84,2 1-1,2-1 0,1 1 0,2 0 0,1-1 0,11 46 0,-11-73 19,1 0-1,0 1 0,1-1 1,0-1-1,1 1 1,1-1-1,-1 0 1,2 0-1,-1-1 1,13 12-1,-7-9-67,0-1 0,1-1 0,0 0-1,1-1 1,0-1 0,30 14 0,-15-11-104,0-2 0,0-1 0,1-1 0,0-2 0,0 0 0,1-3 0,0 0 0,34-3 1,-16-4-17,0-3 0,-1-2 1,0-1-1,0-3 1,-1-2-1,-1-3 1,53-26-1,-61 23 171,0-2 0,-2-1-1,0-3 1,-2 0-1,-1-3 1,-1 0-1,36-45 1,-54 56 267,-1 0 1,20-39-1,-32 55-152,0 1-1,0-1 1,-1 0 0,0 0-1,1 0 1,-1 0-1,0 0 1,0-1 0,-1 1-1,1 0 1,-1 0 0,0-1-1,1 1 1,-2 0-1,1 0 1,0-1 0,0 1-1,-1 0 1,0 0 0,0-1-1,0 1 1,0 0-1,0 0 1,-1 0 0,1 0-1,-1 1 1,0-1 0,0 0-1,0 1 1,-4-5-1,2 4 20,0 0-1,-1 0 0,1 1 0,0-1 0,-1 1 0,0 0 0,1 1 0,-1-1 0,0 1 0,0 0 1,0 0-1,0 1 0,0-1 0,0 1 0,0 0 0,0 0 0,0 1 0,-9 2 0,-7 2 149,1 2 0,1 0 0,-1 1-1,2 1 1,-29 18 0,-85 67 593,132-94-816,-16 13 82,1 0 0,1 0 0,0 1 0,1 1 0,1 1 0,0-1 0,-15 29 0,22-36-84,1 0 0,1 0 0,-1 1 0,1-1 0,0 1-1,1 0 1,0-1 0,1 1 0,0 0 0,0 0 0,1 0-1,0 0 1,0 0 0,1 0 0,0 0 0,1 0 0,0 0-1,5 15 1,-2-15-88,0 0-1,1 0 1,0 0-1,0-1 1,1 0-1,0 0 1,0-1-1,1 0 1,0 0-1,0-1 1,13 8-1,5 1-378,1 0 0,50 18-1,-4-9-604,1-2 0,0-4-1,100 12 1,32-9-2870,-1-9-3776,-58-3-2971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2 251 10717,'-1'-3'198,"1"1"0,-1 0 0,1 0 0,0-1 0,0 1 0,0 0-1,0 0 1,1-1 0,-1 1 0,1 0 0,-1 0 0,1 0 0,0 0 0,0-1 0,0 1 0,0 0 0,0 0 0,0 1 0,0-1-1,1 0 1,-1 0 0,1 1 0,-1-1 0,3-1 0,7-9 986,-2 2-290,-1-1 0,0-1 0,0 1 0,-1-1 0,0-1 0,-2 1 0,1-1 1,-1 0-1,4-17 0,6-16 1604,-14 43-2068,-1 7-54,3 18-142,-2 0 0,0-1 0,-1 1-1,-5 26 1,-18 93 38,6-50-100,-11 40 58,7-48-280,21-82 52,0 1 0,0 0-1,0 0 1,1 0-1,-1-1 1,1 1 0,-1 0-1,1 0 1,0-1-1,-1 1 1,1 0 0,0-1-1,0 1 1,0-1-1,0 0 1,1 1 0,-1-1-1,0 0 1,3 2-1,-1-2-4,1 1 0,0-2 0,-1 1 0,1 0 0,0-1 0,-1 0-1,1 1 1,0-2 0,-1 1 0,7-1 0,2 0-6,97-8 3,-62 4-4,87 3-1,-66 9 4,-1 2-1,96 28 0,126 55 11,-217-67-1182,95 19-1,-123-36-3087,76 4 0,-77-9-2197,-2 5-4024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8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45 7109,'-12'-13'908,"-26"-19"12439,53 44-9287,4 9-2922,-1 1 0,-1 1 1,-1 0-1,-1 1 0,21 46 0,-11-23-725,15 34-387,-3 1-1,-4 2 0,38 150 0,-56-175-755,2-1 0,3 0 0,2-2 0,3 0 0,2-2 1,3 0-1,69 92 0,-82-126-780,2-1 0,0 0 1,1-2-1,34 23 0,-36-27 305,43 28-5023,-2-12-2734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8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1450 9 11233,'-118'-7'2656,"103"6"-1824,0 1 0,0 0 0,0 1-1,0 0 1,0 1 0,-22 6 0,10 1 809,-50 25 1,65-28-1286,-309 161 3987,176-88-3527,-177 118-1718,124-43-4967,186-144 4506,0 1 0,1 0 0,1 0 0,0 1 1,0 1-1,-8 14 0,-2 24-7852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 14253,'-33'-3'6549,"36"27"-5241,0 4-308,1 2-508,2 21-540,-6-12-248,-3 0-580,6 7-740,4-1-752,0 3-3125,0 3-4428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49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43 293 12429,'7'-38'555,"-6"27"-355,1 0 1,0 1-1,0-1 1,1 1 0,1 0-1,0 0 1,0 0-1,1 0 1,0 1 0,0 0-1,1 0 1,10-12-1,-2 8 162,0 0 0,1 1 0,24-16 0,-26 20-734,0 0 0,0 2 0,1 0-1,0 0 1,18-4 0,-30 9 263,1 0 1,-1 1-1,0-1 0,0 1 0,1 0 1,-1-1-1,0 1 0,1 0 0,-1 0 1,0 1-1,0-1 0,1 0 0,-1 1 1,0 0-1,0-1 0,1 1 0,-1 0 0,0 0 1,0 0-1,0 0 0,0 0 0,3 3 1,-3-1-39,-1-1 0,1 1 0,0 0 0,-1 0 1,1 0-1,-1 0 0,0 0 0,0 0 0,0 0 0,0 0 1,-1 1-1,1-1 0,-1 0 0,0 4 0,0 8-348,-1 0 0,0 0 1,-1-1-1,-1 1 0,-1-1 0,-5 16 0,1-7 125,-7 17 43,2 0 1,-13 67-1,-24 179 6925,49-283-6294,0 0-1,1 1 1,-1-1-1,1 0 1,0 0-1,0 1 1,0-1-1,1 0 0,-1 0 1,1 1-1,0-1 1,0 0-1,0 0 1,3 6 2707,25 10-677,10-7-1904,0-1 0,1-3-1,0-1 1,42 2 0,165-2-156,-226-7-189,-15 0-88,0 0 1,0 1 0,0 0 0,0 0-1,0 1 1,-1-1 0,1 1 0,0 1-1,-1-1 1,0 1 0,1 0 0,-1 0-1,-1 0 1,1 1 0,6 6 0,-4-6-15,-1 1 1,1-1 0,0 0 0,1-1-1,-1 0 1,1 0 0,-1 0 0,1-1 0,0 0-1,0-1 1,-1 0 0,1 0 0,0 0-1,0-1 1,0-1 0,0 1 0,9-2 0,2-2 10,0 0 0,0-1 0,0-1 0,0-1 1,28-14-1,-32 13-12,0 0 0,0-2 0,-1 1 0,-1-2 1,0 0-1,22-24 0,-28 28 14,-2-1 1,1 1-1,-1-1 0,0 0 0,-1-1 1,0 1-1,0-1 0,0 1 0,-1-1 1,-1-1-1,0 1 0,0 0 1,-1 0-1,1-13 0,-2 17 5,0 1-1,-1-1 1,1 1 0,-1-1-1,0 1 1,0 0-1,-1-1 1,1 1 0,-1 0-1,0 0 1,0 0-1,0 0 1,-1 0 0,1 1-1,-1-1 1,-3-3 0,1 3-12,0-1 1,0 1-1,-1 0 0,1 0 1,-1 1-1,0 0 1,0 0-1,0 0 1,-1 1-1,-6-2 1,3 1 52,1 1-1,-1 0 1,0 1 0,0 0 0,0 1-1,1 0 1,-1 0 0,0 1 0,0 1-1,0-1 1,1 1 0,-1 1 0,1 0-1,0 0 1,-10 6 0,14-6 190,-1 1 1,1 0-1,0 0 0,0 0 1,1 1-1,-1 0 1,1 0-1,0 0 0,0 0 1,1 1-1,-5 8 0,-1 7 527,-14 43-1,11-25-280,-273 620 1309,265-615-1755,-361 711-782,271-558 537,-32 62 280,128-235 91,3-3 222,27-35 8,7-13-140,37-42 93,83-73-1,-18 39-357,5 6 0,150-86 0,307-121-2626,-371 198 477,106-69-3678,-175 83-1341,-66 31-3510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51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5380,'0'0'6506,"-3"0"-5777,-28 2 644,28-1-722,-14 5 647,6-2-610,0 0 0,-1-1-1,-20 3 1,-9 3 478,38-8-777,0-1-241,1 1 0,-1-1-1,1 1 1,0 0 0,-1-1-1,1 1 1,0 1 0,-1-1-1,1 0 1,0 0 0,0 1-1,0-1 1,0 1 0,0 0-1,1 0 1,-1-1-1,0 1 1,1 0 0,-1 0-1,1 1 1,0-1 0,-2 4-1,3-5-132,0 0 0,0 0 0,1 0 0,-1 0 0,0 0 0,1 0 0,-1 0 0,1 0 0,-1 0 0,1 0 0,0 0 0,-1 0 0,1 0 0,0-1 0,-1 1 0,1 0 0,0-1 0,0 1 0,0 0 0,0-1-1,0 1 1,0-1 0,0 1 0,0-1 0,0 1 0,0-1 0,1 1 0,35 6 180,-24-5-148,274 77 270,-81-20-114,47 6-217,-44-16 29,218 43 66,-23-18-68,-301-58 28,2987 353 4046,-1454-289-3285,-787-14-620,-745-49-164,-58-8-468,66 4 0,-78-10-428,-29-2 519,0 0 0,1 0 0,-1-1 0,0 1 0,0-1-1,0-1 1,0 1 0,1-1 0,-1 0 0,0 0 0,0 0 0,0-1-1,-1 0 1,9-4 0,-11 5 48,1 0-1,-1-1 1,0 1-1,0-1 1,0 0 0,0 0-1,-1 1 1,1-1-1,0 0 1,-1-1-1,0 1 1,1 0 0,-1 0-1,0 0 1,0-1-1,0 1 1,0-1-1,0 1 1,0-4 0,7-18-5806,1 11-1434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51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2395 402 3920,'-44'-58'1373,"41"54"-1156,0 0-1,0 0 0,1 0 1,-1-1-1,1 1 0,0-1 1,0 1-1,1-1 0,-1 0 1,1 0-1,-1-7 0,2 7-27,-1 1-1,0-1 0,0 1 0,0 0 1,-1-1-1,0 1 0,1 0 0,-5-7 1,-7-8 713,-57-82 2456,62 91-2980,-1 1-1,1 0 0,-2 0 1,1 1-1,-2 0 0,1 0 1,-19-9-1,-20-13 334,46 29-659,1-1 1,-1 1-1,0 0 0,1 0 0,-1 1 0,0-1 0,0 1 1,0-1-1,1 1 0,-1 0 0,0 0 0,0 0 1,0 0-1,1 1 0,-1-1 0,0 1 0,-4 1 0,-2 1 66,0 1-1,0-1 0,-14 10 0,19-11-80,0 0-1,-1 1 0,1 0 1,0 0-1,1 0 0,-1 0 0,0 0 1,1 1-1,0-1 0,0 1 1,0 0-1,0 0 0,1 0 0,-1 1 1,1-1-1,0 0 0,0 1 1,1 0-1,-1-1 0,1 1 0,0 0 1,0 0-1,1 0 0,0-1 1,-1 1-1,2 0 0,0 7 1,0-1-6,0-1 1,1 0-1,1 1 1,-1-1 0,2 0-1,-1 0 1,1 0 0,1-1-1,0 1 1,12 16 0,7 3 11,1-1 0,51 44 0,67 38 11,-93-74-42,-1 2 1,-2 2 0,59 66 0,-91-89-17,-1 1-1,-1 1 0,-1 0 0,-1 1 1,0 0-1,-2 1 0,0 0 1,-2 0-1,7 28 0,-11-32 10,0 0 1,-1 1-1,-1-1 0,-1 0 1,-1 0-1,0 0 0,-1 1 1,-1-1-1,0-1 0,-1 1 1,-1 0-1,-14 29 0,-4 1-8,-3 0 0,-1-2 0,-3-1 0,-1-1 0,-57 60 1,37-52 12,-1-4 0,-3-1 0,-100 63 0,51-48-155,-3-6-1,-2-4 1,-2-5-1,-202 55 0,101-48-1539,-1-9 0,-377 27 0,521-68-1333,-72-5 1,78-6-2807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29:51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91 115 16193,'-77'9'2681,"64"-15"727,26 0-3076,4 3-736,-4-15-1100,1 3-1428,-8-15-2353,1-16-4220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6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2264 6049,'-4'-1'349,"1"0"1,-1 0-1,1 0 1,-1 0-1,1 1 1,-1-1 0,0 1-1,1 0 1,-1 0-1,1 1 1,-1-1-1,0 1 1,1-1 0,-1 1-1,1 0 1,-1 1-1,1-1 1,-7 4 6982,-14-25-5974,-6 2-1169,27 17 258,-3-17-699,3 11-888,19 2 659,24 3 465,-33 2 14,0 0 0,0-1-1,0 1 1,0-1 0,0-1-1,11-3 1,109-28 89,-37 11-52,78-24-106,245-56-146,219-32-915,-394 80 825,877-154-673,-216 112 381,7 70-213,85 33 566,-337-6 301,146-13 65,361-57 168,-194 8-262,462 46 96,-803 30 320,-614-15-427,37 3 344,1-3 0,0-2 0,-1-2 0,70-15 0,-98 14-189,-13 4-119,0-1 0,0 0 0,-1 0 0,1-1 1,12-6-1,16-11 56,-1-2 0,-1-2 1,-1-1-1,36-34 0,65-79 185,-75 74-242,3 3 0,83-64 0,-78 75-196,-3 2 205,77-44 0,240-114 165,-270 149-237,-94 48-12,0-1-1,0-1 1,22-19-1,18-12-21,63-42 17,-101 68 2,-11 9 36,0 0 0,1 1 0,-1-1-1,16-6 1,-21 11-21,0 0-1,0 0 0,0 0 1,0-1-1,0 1 0,-1-1 1,5-4-1,12-11-36,-16 16 54,1 0 0,0 0 0,-1 1 0,1-1 0,0 1 0,0 0 0,0 0 0,0 0 0,1 0-1,-1 1 1,0 0 0,6 0 0,53 9-104,-13-1 231,108-2-36,-155-6-48,1 0-49,35 0-6,-35 0 102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0 281 5216,'0'-25'911,"1"24"-859,-1 0 1,0 0-1,0 0 1,0 0-1,1 0 1,-1 0-1,0 0 1,1 0-1,-1 0 1,1 0-1,-1 0 1,1 0-1,0 0 1,-1 0-1,1 0 1,0 1-1,0-1 1,-1 0-1,1 1 1,0-1 0,1 0-1,2-2 170,15-16 196,-13 14 933,0 0 1,0 1-1,1 0 1,-1 0-1,15-5 1,-19 8-1232,-1 1 0,0 0 0,1 0 0,-1 0 0,1 0 0,-1 0 0,1 1 0,-1-1 0,1 0-1,-1 1 1,0-1 0,1 1 0,-1-1 0,0 1 0,1 0 0,-1-1 0,2 2 0,4 2 296,21 5 154,0-1 1,1-2-1,-1 0 0,53 2 0,120-8 25,-166-1-464,692-43 620,-3-31-2632,-390 25-1185,-47 6-4409,-161 29-53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8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31 151 10249,'-25'3'2222,"20"-3"2955,22-3-3200,73-13-1011,1 3 0,136-1 0,-168 12-817,203-9-70,314-17-2101,-193-11-3815,-273 24 1222,-2 3-2678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8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52 432 12553,'-10'7'595,"-24"17"47,27-17 493,14-9 1651,8-4-2324,0 2-1,0-1 1,0 2 0,0 0-1,24-1 1,27-5 9,390-92 476,284-53-2453,-642 138 982,477-93-5875,-445 71 770,-82 23 772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8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8 483 12109,'-1'-2'124,"0"1"-1,0-1 1,0 1 0,1-1-1,-1 1 1,0-1-1,1 0 1,0 1 0,-1-1-1,1 0 1,0 0-1,0 1 1,0-1 0,0 0-1,0 0 1,0 1 0,1-4-1,0 4 39,1-1-1,-1 1 0,1 1 0,-1-1 1,1 0-1,-1 0 0,1 0 1,0 1-1,-1-1 0,1 1 1,0-1-1,-1 1 0,1 0 1,2 0-1,20-6 623,382-92 3019,207-14-3830,-113 44-1154,-108 18-590,-209 24 369,162-26-2868,-238 35 423,-11 6-2012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8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9373,'1'2'103,"0"0"0,1 0 0,-1 0 0,1 0 0,0 0 0,-1 0 0,1 0 0,0-1 0,0 1 0,0-1 0,0 1 0,0-1 0,1 0 0,-1 0 1,0 0-1,0 0 0,1 0 0,-1 0 0,1-1 0,-1 1 0,1-1 0,-1 1 0,1-1 0,-1 0 0,1 0 0,-1 0 0,4-1 0,4 1 174,117 15 1384,-33-3-1200,508 28-267,-33-59-2682,-191-21-2918,-244 23 1433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9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14 214 6977,'-1'0'51,"1"0"1,0 0-1,-1 0 1,1 0-1,-1-1 1,1 1-1,-1 0 1,1 0-1,0 0 1,-1 0-1,1 0 1,-1 0-1,1 1 1,-1-1-1,1 0 1,0 0-1,-1 0 1,1 0-1,-1 0 1,1 1-1,0-1 1,-1 0-1,1 0 1,0 1-1,-1-1 1,1 0-1,0 0 1,-1 1-1,1-1 1,0 0-1,0 1 1,-1-1-1,1 1 1,0-1-1,0 0 1,0 1-1,-1-1 1,1 1-1,17 9 1530,-6-7-1137,0 0-1,0 0 1,18 1-1,415-3 2253,5-29-2338,-185 10-233,559-65-1175,-281-14-6393,-456 78 3401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9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14 4928,'-11'-9'1387,"10"5"1570,23 6 1171,-10 1-5122,579 59-362,-316-60-2942,-246-3 3525,69 1-2222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09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1 426 6181,'5'4'358,"1"0"0,-1 0 0,1-1 0,0 1 0,0-1 1,0 0-1,0-1 0,0 0 0,1 0 0,-1 0 1,1-1-1,0 1 0,8-1 0,9 0 392,0-2 1,36-5-1,-18 2-335,899-145 885,-470 54-3040,-117 31 86,39-9-659,-336 59 1816,122-25-2629,-71 20 279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0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6817,'7'-18'2080,"10"12"-1696,0-3-300,13 3-500,20-3-608,0 3-1260,14 3-373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2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139 446 12949,'2'-8'1133,"0"0"0,0 0-1,0 0 1,1 1-1,5-12 1,-8 13 286,-35-56 2772,26 47-3111,0 0 0,1 0 0,-13-32 0,21 45-655,-7-31 538,7 30 328,-1 1-1535,-1-14 347,-2-20 243,3 32-199,2 20-86,0 15-61,-2 1 0,-2 0 0,-1-1 0,-10 42 0,2-12 0,1 5 0,2 1 0,3 0 0,3 0 0,3 1 0,3-1 0,16 87 0,-14-125 0,-1-4 0,1 0 0,1 0 0,1-1 0,1 0 0,1 0 0,1 0 0,14 22 0,-16-32 0,-5-9 0,0 1 0,1-1 0,-1-1 0,1 1 0,0 0 0,7 6 0,-10-10 0,1 0 0,0 0 0,0 0 0,-1 0 0,1-1 0,0 1 0,0 0 0,0-1 0,0 1 0,0-1 0,0 0 0,0 0 0,0 1 0,0-1 0,0-1 0,0 1 0,0 0 0,0 0 0,0-1 0,0 1 0,0-1 0,0 0 0,0 1 0,3-3 0,14-7 0,-1 0 0,0-2 0,0 0 0,-1-1 0,-1 0 0,17-19 0,86-103 0,-99 110 0,188-237-758,28-34-1186,21 20 12,-149 182-2370,-49 54 469,-1 10-3434,-31 23-2480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2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871 143 12613,'-2'-1'175,"1"0"-53,0 1 0,0-1 0,0 1 0,0-1 0,0 1 0,0-1 0,0 0 0,0 1 0,0-1 0,1 0-1,-1 0 1,0 0 0,1 0 0,-1 1 0,0-1 0,1 0 0,-1 0 0,1 0 0,0 0 0,-1 0 0,1 0 0,0-1 0,-1 1 0,1 0 0,0 0 0,0 0 0,0 0 0,0 0 0,0 0 0,0 0 0,0 0-1,1 0 1,-1-1 0,0 1 0,0 0 0,1-1 0,0-1 123,-1 1-1,1-1 1,-1 1-1,0-1 1,0 0-1,0 1 1,0-1-1,0 1 0,-1-1 1,1 1-1,-1-1 1,0 1-1,0-1 1,0 1-1,0-1 1,0 1-1,0 0 1,-1 0-1,1 0 1,-1-1-1,1 1 0,-1 1 1,0-1-1,0 0 1,-2-1-1,0-2 58,-1 1 0,0 0-1,0 0 1,0 1 0,0-1-1,-1 1 1,1 0 0,-1 1-1,0-1 1,-11-2-1,-4 3-95,-1 0-1,1 2 0,0 0 0,-1 1 1,1 1-1,0 2 0,0 0 0,0 1 0,1 1 1,-1 0-1,1 2 0,1 1 0,-27 15 1,12-4-228,1 1 0,0 2 0,2 1 1,1 2-1,0 1 0,-36 45 0,42-42-711,2 1 0,1 1 0,1 1-1,2 1 1,1 0 0,2 1 0,1 1-1,2 1 1,-10 53 0,21-87 624,0 1-1,0-1 1,1 1 0,0-1 0,-1 1 0,1-1 0,1 1 0,-1 0-1,0-1 1,1 1 0,0-1 0,0 1 0,0-1 0,0 0 0,0 1-1,1-1 1,0 0 0,3 6 0,-2-7 96,-1 0 0,1 0 0,0 0 1,-1 0-1,1-1 0,0 1 0,0-1 0,0 0 1,0 0-1,0 0 0,0 0 0,0 0 0,1-1 1,-1 0-1,0 1 0,0-1 0,0 0 0,1 0 1,-1-1-1,0 1 0,4-2 0,17-3 424,-1 0-1,-1-2 1,1 0 0,-1-2-1,0-1 1,-1 0 0,21-14-1,-39 22-317,12-8 753,0 1 0,1 1 0,1 0 0,31-9 0,-45 16-758,1 0 0,0 0 0,-1 0 0,1 1-1,0 0 1,0 0 0,-1 0 0,1 0 0,0 0 0,0 1 0,-1-1 0,1 1 0,0 0 0,-1 1 0,1-1 0,-1 0 0,0 1 0,1 0 0,-1 0 0,0 0 0,0 0 0,0 0 0,0 1 0,0-1 0,-1 1 0,1 0 0,-1 0 0,1 0 0,1 4 0,12 21-1870,-2 0 1,15 41-1,-2-5-5651,-16-33 1735,1 14-3096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3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502 272 10913,'14'-39'12073,"-14"42"-10880,2 19-916,0 0 1,-2 0-1,-1 0 0,-1 0 1,-1 0-1,0 0 1,-2 0-1,-1-1 0,0 0 1,-2 0-1,0 0 1,-17 29-1,-2-3-221,-2-1-1,-2-2 1,-1-1 0,-41 40-1,26-35 126,-2-2 0,-69 49-1,78-70 511,40-25-684,0 0-1,0 1 0,0-1 0,0 0 0,0 0 0,-1 0 1,1 0-1,0 0 0,0 0 0,0 0 0,0 0 0,0 0 0,0 1 1,-1-1-1,1 0 0,0 0 0,0 0 0,0 0 0,0 0 1,0 0-1,-1 0 0,1 0 0,0 0 0,0 0 0,0 0 1,0 0-1,-1 0 0,1 0 0,0 0 0,0 0 0,0-1 0,0 1 1,0 0-1,0 0 0,-1 0 0,1 0 0,0 0 0,0 0 1,0 0-1,0 0 0,0 0 0,0-1 0,0 1 0,-1 0 1,1 0-1,0 0 0,0 0 0,0 0 0,0 0 0,0-1 0,0 1 1,0 0-1,0 0 0,0 0 0,0 0 0,0 0 0,0-1 1,0 1-1,12-20 211,36-37-12,67-61 1,-74 78-244,89-79-2044,274-191 0,-307 245-495,177-89 1,-8 42-4630,-200 92 2907,-13 14-2145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3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7861,'23'18'2556,"38"-21"-304,-41 6-224,17-9-388,26 0-311,-12-6-337,9-6-608,17-3-800,7-9-1232,-1-6-1057,4 6-1403,14-1-3073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3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18 181 11665,'-1'-1'185,"-1"1"-1,1-1 0,0 0 1,0 0-1,0 0 1,0 0-1,0 0 1,0 0-1,0-1 1,0 1-1,0 0 0,1 0 1,-1-1-1,0 1 1,1 0-1,-1-1 1,1 1-1,-1 0 1,1-1-1,0 1 1,0-4-1,-1 1 271,2-1 0,-1 1 0,1-1 0,-1 1 0,1-1 0,0 1 0,3-7 0,0 2 388,0-1 0,0 1 1,1 0-1,1 0 1,0 1-1,8-11 0,18-16 1588,-30 33-1818,1 4-16,0 0-531,0 0-1,0 0 1,-1 1-1,1 0 0,0-1 1,-1 1-1,0 0 1,1 0-1,-1 0 0,0 1 1,-1-1-1,1 0 1,-1 1-1,1-1 0,-1 1 1,0-1-1,0 1 1,-1 0-1,1-1 0,-1 1 1,1 4-1,-1 14 43,0 0-1,-6 35 1,3-27 16,-37 258 163,33-250-430,0-2-74,1 1 0,0 45 1,6-70-6,0 0 1,1-1 0,0 1-1,1 0 1,1-1 0,0 0-1,0 0 1,1 0 0,1 0-1,0 0 1,7 12 0,-8-19 153,-1 1 1,1-1 0,-1-1-1,1 1 1,0-1 0,0 1 0,1-1-1,-1 0 1,0-1 0,1 1-1,0-1 1,0 0 0,0 0 0,0 0-1,0-1 1,0 1 0,0-1-1,0-1 1,1 1 0,-1-1 0,0 0-1,1 0 1,8-1 0,5-2-13,-1 0 0,0-1 0,-1-1 0,1 0 0,27-13 0,35-18-88,30-16 970,176-54 1,-245 94-262,156-37 827,-190 47-1353,1 2 1,-1-1-1,1 1 1,-1 0-1,1 1 1,-1 0-1,1 0 1,11 4-1,1 1-71,33 17-1,8 3-863,-39-19 611,-1-1 0,1-1-1,0-1 1,1-1 0,-1-1 0,1-1 0,-1-1 0,0-1-1,1-1 1,-1 0 0,0-2 0,0-1 0,38-13-1,79-29 22,-136 46 192,-3 6-5052,1-4 4602,-1 1 0,0-1 0,1 1 1,-1 0-1,1-1 0,0 0 0,-1 1 1,1-1-1,0 1 0,0-1 1,0 0-1,0 0 0,2 3 0,15 5-6956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5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1441 428 6793,'8'-28'3490,"16"-40"0,-24 67-3355,1 0-1,-1 0 0,0 0 0,1 0 0,-1 0 1,0 0-1,0 0 0,0-1 0,0 1 1,0 0-1,0 0 0,0 0 0,0 0 1,0 0-1,0 0 0,-1 0 0,0-3 1,0-1 295,0 1-197,1 0 0,-1 1 1,0-1-1,0 0 0,-1 1 1,1-1-1,-1 0 0,0 1 1,0 0-1,0-1 1,0 1-1,-5-5 0,-35-31 1009,34 34-1199,-10-9 160,-1 2-1,0 0 1,0 1 0,-1 1-1,-24-8 1,-108-30 282,130 42-415,-97-22 214,-195-22 0,270 49-248,40 1-22,7 1-8,0 1-5,23 4 16,21-3-13,-43-3 118,0 0-46,35-2 181,-35 1 959,-1 1-992,-2-1-210,0 1 33,1-1 1,-1 1-1,0-1 0,1 1 1,-1 0-1,1-1 1,-1 1-1,0 0 0,1 0 1,-1 0-1,1 0 0,-1 0 1,1 0-1,-1 1 0,1-1 1,1 1-1,-1 2 8,-1-1-1,0 0 1,0 1 0,0-1-1,0 1 1,0 0-1,-1-1 1,1 1 0,-1-1-1,0 6 1,2 6 76,-2 0 1,0 0-1,0-1 1,-1 1-1,-1 0 1,-4 15-1,-25 81 451,26-96-509,-69 216 676,-179 592 487,201-634-1098,-240 909 228,271-1005-330,-14 149 1,33-230-21,2-1 1,0 1-1,0-1 1,1 1-1,0-1 0,5 20 1,-5-26-18,0-1 0,1 1 0,-1-1 1,1 1-1,0-1 0,0 1 0,1-1 0,-1 0 0,0 0 1,1 0-1,0-1 0,0 1 0,0 0 0,0-1 0,0 0 1,0 0-1,1 0 0,-1 0 0,1 0 0,-1-1 0,6 2 0,5 1-93,1-2 0,0 1 0,-1-2 0,1 0 0,0 0 0,0-2 0,27-3 0,108-28-1753,-133 27 1582,80-20-1311,85-21-3183,-58 15-1746,29-7-5710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1528 33 7853,'-48'-10'2390,"39"8"1539,9 1-3800,0 0 1,1 0 0,-1 0-1,0 0 1,1 0-1,-1 0 1,1 1-1,-1-1 1,1 0-1,-1 0 1,1 0-1,0 0 1,0 1-1,-1-1 1,1 0-1,0 1 1,0-1-1,-1 0 1,1 1-1,0-1 1,0 1-1,0 0 1,0-1-1,0 1 1,0 0 0,0-1-1,0 1 1,0 0-1,0 0 1,0 0-1,1 0 1,39-2 368,-36 3-304,646 65 2437,-431-37-2300,113 15 42,400 45 105,-330-55-75,-389-33-359,-1 1-1,1 0 0,-1 0 1,1 2-1,-1-1 0,0 2 0,0 0 1,20 11-1,-31-15 18,-2 3-31,-1 0-7,0 0 0,0 0 0,0-1 0,0 1 0,-1 0-1,1 0 1,-1-1 0,0 1 0,0-1 0,0 0 0,-1 0 0,-4 5 0,0-1 108,0-1-1,-1-1 1,0 1 0,-13 6 0,7-4 69,1 1 72,-1-2 0,0 1 0,0-2 0,0 0 0,-1-1 0,-27 6 0,0-2 234,-71 24-1,54-14-267,45-14-178,0 0 0,0 1 0,0 1 0,1 0 0,1 1 0,-1 0 0,1 1 0,0 1 0,1 0 1,0 0-1,1 1 0,0 0 0,1 1 0,0 0 0,1 1 0,0-1 0,1 1 0,0 1 0,1 0 1,-6 19-1,-68 243 1196,54-171-571,-76 189 0,50-188-613,-5-2 0,-4-3 1,-95 119-1,-249 258 305,-20 27-175,407-482-202,2 1 0,0 0 0,2 2 0,0-1 0,-18 54 0,29-69 0,1-1 0,0 0 0,0 1 0,1-1 0,1 1 0,-1-1 0,2 1 0,-1-1 0,4 15 0,-3-17 0,1-1 0,1 1 0,0 0 0,0-1 0,0 1 0,0-1 0,1 0 0,0 0 0,1 0 0,-1-1 0,1 1 0,0-1 0,0 0 0,7 4 0,-3-2 0,1-1 0,-1 0 0,1 0 0,1-1 0,-1-1 0,1 1 0,0-2 0,21 5 0,-24-6 0,1-1 0,0 0 0,0-1 0,-1 1 0,1-2 0,0 1 0,0-1 0,-1-1 0,1 0 0,0 0 0,-1 0 0,12-6 0,18-8 0,-16 7 0,35-19 0,-43 21 0,-12 7 0,-12 4 0,-19 8 0,-46 7 0,-1-4 0,-136 10 0,-161-17 0,193-14-1894,-1-8 0,2-8 0,-306-78 1,181 28-6405,255 61 5813,-115-28-8940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7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732 161 5921,'47'-55'16432,"-53"25"-15948,5 27-323,-18-25 188,14 26-284,0 0-1,1-1 0,-1 1 0,1-1 0,-1 0 1,1 0-1,0-1 0,1 1 0,-7-8 1,9 10-51,0 1 1,0-1 0,0 1 0,0 0-1,0-1 1,1 1 0,-1 0-1,0 0 1,0-1 0,0 1 0,0 0-1,0 0 1,0 0 0,0 0 0,0 0-1,0 0 1,-1 1 0,-3-1 49,-14-4 189,15 3-100,0 2-33,-11 1-28,10-1-51,1-1 0,-1 1 0,0 0 1,0 0-1,0 1 0,1-1 0,-1 1 1,1 0-1,-7 4 0,-38 29 760,-82 79 0,101-85-608,-180 194 656,187-195-795,1 2 0,2 1 1,1 1-1,1 0 0,2 1 1,-16 47-1,28-64-48,0-1 0,1 1-1,1-1 1,1 1 0,0 0-1,0 0 1,2 0 0,0 0-1,1 0 1,1-1-1,0 1 1,10 28 0,-6-26-8,0-1 1,1 0 0,1 0-1,1 0 1,0-1 0,1-1-1,1 0 1,0 0 0,1-1-1,21 18 1,-14-16 4,0 0 1,1-1-1,1-2 1,0 0-1,1-1 0,0-1 1,0-1-1,48 12 1,-47-16 2,0-2 0,0 0 1,1-2-1,0-1 1,-1 0-1,1-2 0,-1-1 1,29-6-1,-36 4 18,1-1 1,-1-1-1,0 0 0,-1-1 0,1-1 1,-1-1-1,-1 0 0,0-1 1,0-1-1,-1 0 0,23-24 0,-9 4 42,-1-2 0,-2-1 0,-2-1 0,-1-1 0,30-66 0,-12 3 88,30-109 0,-65 193-150,41-159 161,-41 148-133,-1 1 1,-1 0-1,-2-1 0,0 1 0,-3-27 0,1 44-72,0 1 0,0-1 0,-1 1-1,1 0 1,-2-1 0,1 1-1,-1 0 1,0 0 0,0 1-1,-1-1 1,0 1 0,0-1 0,-1 1-1,1 0 1,-1 1 0,-1-1-1,1 1 1,-1 0 0,0 1-1,0-1 1,0 1 0,-1 0 0,1 1-1,-1-1 1,0 1 0,0 1-1,0-1 1,-1 1 0,1 0 0,0 1-1,-1 0 1,1 0 0,-1 1-1,1 0 1,-1 0 0,1 0-1,-1 1 1,1 0 0,-1 1 0,-6 2-1,-4 1-728,1 2 0,0-1 0,1 2 0,0 0-1,-22 16 1,28-18-424,1 1-1,0 0 1,1 1-1,0 0 0,0 0 1,0 0-1,1 1 1,1 1-1,-12 18 0,3 19-7496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1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108 151 12949,'-74'-52'5565,"58"49"-3593,-1-6 996,20-15-3924,4-3-820,3 15-988,0 0-2581,10 0-4284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2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2 115 13869,'0'-1'113,"0"0"-1,-1 0 1,1 0-1,0 0 0,0 0 1,0 0-1,0-1 1,0 1-1,0 0 1,0 0-1,0 0 0,0 0 1,1 0-1,-1 0 1,0 0-1,1 0 1,-1 0-1,1 0 1,-1 0-1,1 1 0,-1-1 1,1 0-1,-1 0 1,1 0-1,0 0 1,0 1-1,-1-1 0,1 0 1,0 1-1,0-1 1,0 1-1,0-1 1,0 1-1,0-1 1,2 0-1,4-1 372,0 1 0,1 0 1,-1 0-1,13 0 0,10-1 635,302-34 5072,7 8-3502,328 17-1436,-646 12-1518,148 11-2169,-143-8-152,-1 1 0,31 11 0,-52-15-516,10 11-11945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2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49 13701,'-2'-6'410,"1"4"-166,1-1 0,-1 1 1,0 0-1,0 0 0,0-1 1,0 1-1,0 0 1,-1 0-1,1 0 0,-1 0 1,1 0-1,-1 0 0,0 1 1,1-1-1,-1 0 0,0 1 1,0 0-1,0-1 0,0 1 1,-1 0-1,-7-2 7428,7 27-3770,-8 10-2747,4-14-616,-31 83-222,9-27-377,-118 320 60,127-342-503,1-4-2710,-18 75-1,34-109 2255,0 0 0,1 0 0,0 0 0,2 0 0,0 0 1,1 1-1,0-1 0,1 0 0,5 18 0,15 32-12305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28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38 13181,'0'-1'310,"-1"0"-1,1 0 1,0 0 0,-1 0-1,1 0 1,0 0-1,0-1 1,-1 1 0,1 0-1,0 0 1,0 0-1,0 0 1,0-1 0,1 1-1,-1 0 1,0 0 0,0 0-1,1 0 1,-1 0-1,1 0 1,-1 0 0,1 0-1,-1 0 1,1 0-1,0 0 1,-1 0 0,1 0-1,0 0 1,0 0-1,-1 0 1,1 1 0,0-1-1,0 0 1,0 1-1,0-1 1,0 1 0,2-2-1,-2 3-64,0-1-1,0 1 0,0 0 1,-1-1-1,1 1 0,0-1 1,0 1-1,-1 0 0,1 0 1,0-1-1,-1 1 0,1 0 1,-1 0-1,1 0 0,0 2 1,-1-3 62,10 18 127,-1 1 1,0-1 0,-2 1-1,0 1 1,-1 0 0,-2 0-1,5 30 1,-3-19-308,4 48-127,-3 0 0,-3 1 0,-7 81 0,5 115 0,-2-272 0,0 1 0,1-1 0,-1 1 0,1-1 0,0 0 0,0 1 0,1-1 0,-1 0 0,3 4 0,-3-6 0,1 0 0,0 0 0,-1-1 0,1 1 0,0-1 0,0 1 0,0-1 0,0 0 0,0 0 0,0 1 0,0-2 0,0 1 0,0 0 0,1 0 0,-1-1 0,0 1 0,1-1 0,-1 0 0,4 1 0,1-1 0,1-1 0,0 0 0,0 0 0,-1 0 0,1-1 0,-1 0 0,1-1 0,-1 1 0,0-1 0,0-1 0,0 1 0,0-1 0,0-1 0,10-8 0,6-6 0,-1-1 0,29-33 0,82-122-2,-92 118-239,44-71-3126,-16 24-1532,6 6-5155,-32 52-1166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28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1 338 9805,'46'-3'3021,"-35"3"-1967,0 0-1,0-1 0,0 0 0,13-4 0,100-38 5013,53-43-1504,-169 80-4314,1 1-1,-1-1 1,0 0 0,0-1 0,-1 0-1,0 0 1,0-1 0,9-14-1,-14 20-190,0-1 0,0 1 0,-1-1 0,1 0-1,-1 1 1,0-1 0,0 0 0,0 0 0,0 0-1,0 0 1,-1 0 0,1 0 0,-1 0 0,0 0-1,0 0 1,0 0 0,0 0 0,0-1 0,-1 1-1,0 0 1,1 0 0,-1 0 0,0 1 0,0-1-1,-1 0 1,1 0 0,-1 0 0,1 1 0,-1-1-1,0 1 1,-3-4 0,1 2-57,0 1 0,0 0 0,-1 1 0,1-1 0,-1 1 0,0-1 0,1 2 0,-1-1 0,0 0 0,0 1 0,0 0 0,0 0 0,-8 0 0,1 0 0,0 1 0,1 0 0,-1 1 0,0 0 0,-11 4 0,5-1 0,0 2 0,0 0 0,1 1 0,0 1 0,1 1 0,0 0 0,0 1 0,1 1 0,0 0 0,0 1 0,2 1 0,-1 0 0,2 1 0,0 0 0,1 1 0,0 0 0,1 1 0,-9 18 0,16-28 1,1 0-1,0 0 1,0 0 0,0 0 0,1 0-1,-1 1 1,1-1 0,1 0-1,0 1 1,0-1 0,0 1-1,0-1 1,1 1 0,0-1 0,1 0-1,-1 0 1,1 1 0,0-1-1,1 0 1,-1 0 0,1-1 0,1 1-1,-1-1 1,1 1 0,7 7-1,-1-2-9,2 0 0,-1-1 0,2 0 0,-1-1-1,1 0 1,0-1 0,1-1 0,0 0 0,28 9 0,22 4-1523,111 19-1,75-4-4031,-219-31 4805,146 17-6802,12-3-5200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29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50 7577,'8'-38'2959,"-10"31"470,-14 3-1523,15 4-1340,1 0 0,-1 0 0,0 0-1,0 0 1,0 0 0,1 0 0,-1 0 0,0 0 0,0 0 0,0 0 0,1 0 0,-1 0 0,0 1 0,0-1 0,0 0 0,1 1-1,-1-1 1,-1 1 0,-10 15 4075,-4 32-4298,8-20 736,-116 230-850,21-52-232,86-167-1394,2 1 0,2 0-1,-11 59 1,18-49-3891,10-17-1293,11 6-5889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29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82 13125,'-24'-48'2040,"31"36"2633,3 3-4093,0-3-316,4 18-556,19 15-840,-6 0-796,6 9-3201,4 12-4088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0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134 725 11277,'0'0'144,"-1"1"0,1-1 0,-1 1 0,0-1 1,1 1-1,-1-1 0,1 1 0,-1-1 0,0 1 0,0-1 0,1 0 0,-1 1 0,0-1 0,1 0 1,-1 0-1,0 0 0,0 0 0,0 1 0,1-1 0,-1 0 0,0 0 0,0 0 0,1 0 0,-1-1 0,0 1 1,0 0-1,1 0 0,-1 0 0,0-1 0,0 1 0,1 0 0,-1-1 0,0 1 0,1-1 0,-1 1 1,0 0-1,1-1 0,-1 0 0,1 1 0,-1-1 0,1 1 0,-1-1 0,1 0 0,-1 1 0,-2-4 4160,2 4-4176,1 1 1,-1-1-1,1 0 1,0 1-1,-1-1 1,1 1-1,-1-1 1,1 0-1,-1 1 1,1-1-1,-1 0 1,0 0-1,1 1 1,-1-1-1,1 0 1,-1 0-1,0 0 1,1 0-1,-1 0 1,1 0-1,-2 0 1,1 0-52,0 0 1,0 0-1,0 0 1,1 1-1,-1-1 1,0 0-1,0 0 1,0 1 0,0-1-1,0 0 1,1 1-1,-1-1 1,0 1-1,0-1 1,0 1-1,1-1 1,-1 1 0,0 0-1,1-1 1,-1 1-1,0 1 1,-8 36 1190,-28 73 1,14-55-803,48-73-287,27-27-19,-31 24-97,0 1-1,2 2 0,0 0 1,1 1-1,32-15 0,-34 22-10,1 0 1,0 1-1,0 2 0,1 0 0,42-4 0,-54 9-15,0 1-1,0 1 0,0 0 0,0 0 0,0 1 1,0 1-1,0 0 0,-1 0 0,0 1 0,0 1 1,0 0-1,0 0 0,16 12 0,-13-7 10,-1 1 0,0 0 0,-1 1 0,0 0 0,-1 1 1,0 1-1,13 22 0,1 8-27,22 57 0,18 32-65,-56-118 55,1 1 1,0-2 0,2 0 0,-1 0-1,2-1 1,16 14 0,-13-15-9,0-1-1,1-1 1,0-1 0,0 0 0,1-2-1,1 1 1,-1-2 0,1-1 0,0 0-1,36 3 1,-23-5 41,0-1 0,1-2 0,-1-1 0,0-2 0,60-13 0,-68 10-46,0-1 0,-1-1 1,0-1-1,0 0 0,-1-2 1,0-1-1,23-17 0,-29 17 2,-1-1 1,-1 0-1,0-1 0,0-1 0,-2 0 1,0 0-1,0-2 0,-2 1 0,13-27 1,-15 26-7,-1 0-1,0-1 1,-2 0 0,0 0 0,-1 0 0,4-36 0,-8 46 4,0 0 0,0 0 0,0-1 0,-1 1 0,0 0 0,-1 0 0,0 0 0,0 0 0,0 1 0,-1-1 0,-1 1-1,1-1 1,-1 1 0,0 0 0,-1 0 0,1 1 0,-11-11 0,13 15 4,-1 0 0,1 0-1,-1 1 1,1-1 0,-1 1 0,0 0-1,0 0 1,0 0 0,0 0 0,0 0-1,0 1 1,0-1 0,0 1-1,0 0 1,0 0 0,-5 0 0,-41 9 25,48-9-24,-10 3 3,0 1 0,1 1 0,0 0 0,-1 0-1,2 1 1,-1 0 0,1 1 0,0 0 0,0 0 0,1 1-1,-12 14 1,-3 6-186,2 0 0,-23 43 0,36-58 42,1 1-1,0-1 0,1 1 1,1 1-1,1-1 0,0 1 1,-3 16-1,6-26 63,1 1 1,-1 0-1,1-1 1,0 1-1,0 0 1,1 0-1,-1-1 1,1 1-1,1 0 1,-1-1-1,1 1 1,0-1-1,0 0 1,1 1-1,-1-1 1,1 0-1,0 0 1,1-1-1,-1 1 1,1-1-1,6 7 1,-3-5-12,0 0 0,0-1 0,1 0 0,0 0-1,0 0 1,0-1 0,0 0 0,0-1 0,1 0 0,0 0 0,0-1 0,-1 0 0,1-1-1,0 0 1,1 0 0,-1-1 0,0 0 0,0 0 0,0-1 0,0 0 0,0-1 0,0 0 0,-1-1-1,1 1 1,0-2 0,-1 1 0,12-8 0,0 0 36,-1-1 0,-1-1 0,0 0 1,-1-2-1,-1 0 0,0-1 0,22-28 0,84-136-19,-99 142 11,45-79 12,-5-4 1,75-207-1,-48 48 316,-89 278-249,0-1 0,0 1 0,-1 0 0,1 0 0,-1-1 0,0 1-1,1 0 1,-1-1 0,0 1 0,-1 0 0,1-1 0,0 1 0,-1 0 0,1-1-1,-1 1 1,0 0 0,1 0 0,-1 0 0,-1-3 0,1 5-7,1-1 1,-1 1-1,0-1 0,1 1 1,-1 0-1,1-1 1,-1 1-1,1 0 0,-1-1 1,0 1-1,1 0 1,-1 0-1,0-1 0,1 1 1,-1 0-1,0 0 1,1 0-1,-1 0 0,0 0 1,0 0-1,1 0 1,-2 0-1,0 1 6,-1 0 1,1 0-1,0-1 1,0 1-1,0 0 1,0 1-1,0-1 0,0 0 1,1 1-1,-3 1 1,-11 13 41,1 0 0,0 0 0,1 2 0,1-1 0,1 2 0,-16 31 0,-46 133 135,59-145-156,-13 37 44,-29 140-1,48-170-56,2 0-1,2 1 0,1-1 1,7 72-1,-2-96-31,1-1 1,1 0-1,1-1 1,1 1-1,1-1 1,0 0-1,1 0 1,1-1-1,1 0 0,1-1 1,0 0-1,1-1 1,17 18-1,-17-22-279,1 0 0,1-1-1,-1 0 1,2-1 0,-1-1-1,2 0 1,-1-1 0,1 0-1,0-2 1,0 0-1,1 0 1,0-2 0,0 0-1,0-1 1,29 2 0,-16-5-1118,-1 0 0,30-6 0,20-9-4985,-13-4-2503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0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93 9833,'-1'2'2473,"0"0"-1957,0-1 0,-1 0 0,1 0 1,1 1-1,-1-1 0,0 0 0,0 1 0,0-1 1,1 1-1,-1-1 0,1 1 0,-1 0 0,1-1 1,-1 1-1,1-1 0,0 1 0,0 3 0,9 11 4035,4-5-5276,-3-5 1002,-1 0 1,2-1-1,-1 0 1,1-1-1,-1 0 1,1-1-1,0 0 1,21 3-1,4-2 78,52-1-1,-68-3-205,0-1-1,36-6 0,-52 6-136,0 1-1,1-1 1,-1 0 0,0-1-1,0 1 1,0-1-1,0 0 1,0 0-1,0 0 1,-1 0-1,1-1 1,0 1 0,-1-1-1,0 0 1,0 0-1,0 0 1,0-1-1,0 1 1,2-5-1,-4 5-8,0 0-1,0 0 1,-1-1-1,1 1 1,-1 0-1,0 0 1,0 0-1,0 0 1,0-1-1,0 1 1,-1 0-1,1 0 1,-1 0-1,0 0 1,0 0-1,0 0 0,-1 0 1,1 0-1,-1 0 1,1 1-1,-3-4 1,-1-1 1,-1-1 0,0 1 0,0 0 0,-1 1 1,-14-11-1,15 13 10,-1 1 0,0 0-1,0 0 1,0 1 0,0 0 0,-1 0 0,1 1 0,0 0 0,-1 0 0,1 0 0,-1 1 0,1 1 0,-1-1 0,1 1 0,0 0 0,-1 1-1,-12 4 1,3-1 30,1 2 0,0 1 0,0 0 1,0 0-1,1 2 0,0 0 0,1 1 0,0 0 0,1 1 0,-18 20 0,24-24-33,0 0 0,1 0 0,0 0 0,1 0 1,-1 1-1,2 0 0,-1 0 0,1 1 0,1-1 0,0 1 0,0 0 1,1 0-1,0-1 0,0 2 0,2-1 0,-1 0 0,1 0 0,0 0 1,4 19-1,-1-17-140,1 0 0,0-1 1,1 1-1,0-1 0,1 1 1,0-2-1,1 1 0,0-1 1,12 14-1,-6-11-341,0 0 0,0-2 0,2 1 0,-1-2 0,31 17 0,-14-11-1332,2-2 1,40 12-1,66 12-7237,-60-18 231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1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 11925,'0'0'2478,"-2"2"54,0 0-2125,0 1 0,0 0 0,0 0 0,0 0 0,0 0 1,1 0-1,-1 0 0,1 1 0,0-1 0,0 0 0,0 1 0,1-1 0,-1 1 1,1-1-1,-1 1 0,1-1 0,0 1 0,1-1 0,-1 1 0,2 6 0,2 10 322,1-1-1,12 29 0,-12-34-350,7 23-38,22 40-1,-27-65-684,0 1 0,1-1 1,1 0-1,0-1 0,0 0 0,16 15 0,-8-11-140,-2-1-646,0 0 0,1-1 1,0-1-1,23 12 0,-35-22 874,0 1 0,1-1 0,-1 0 0,1-1 0,0 1 0,-1-1 0,1 0 0,0 0 1,0-1-1,0 1 0,0-1 0,-1 0 0,1-1 0,0 1 0,0-1 0,0 0 0,0 0 0,-1 0 0,1-1 0,0 1 0,-1-1 0,1 0 1,4-4-1,2-4-107,-18-1 472,3 7-6,-2-1 88,0 1-1,0-1 1,0 1-1,0 0 1,-1 0-1,1 1 1,-1 0-1,0 0 1,-13-3-1,-5 0 547,-40-3 0,-152 2 1326,96 6-1675,98 0-514,-165-2-1797,66 13-4766,65 1-1254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1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7 13913,'-1'-1'533,"0"0"-1,-1 0 0,1 1 0,-1-1 1,1 0-1,-1 1 0,1-1 0,-1 1 1,1 0-1,-1-1 0,1 1 1,-1 0-1,0 0 0,1 0 0,-1 0 1,1 0-1,-1 1 0,0-1 0,1 0 1,-3 1-1,-11 12 4919,5 1-6138,4-1 1138,-1 0-1,2 1 0,0-1 0,-6 28 0,-6 16 211,-27 99-5681,29-92 2533,13-56 1101,0 0 1,1 1 0,0-1 0,1 0 0,0 1-1,0-1 1,2 14 0,7 17-9809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1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7873,'6'-52'1504,"4"40"-400,4 0-604,-1-3-428,11 15-216,2 15-304,-2 6-52,-1 6-180,1 1-236,-4 2-300,-7 6-869,1 9 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2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14 116 7853,'0'0'0,"-13"13"1565,13-11-600,9-5 3903,-8-2-4243,0 1 0,0-1 1,0 0-1,1 1 0,-1-1 0,1 1 0,0-1 0,0 1 0,1 0 0,0 0 0,3-5 0,-1 3-126,0 0-1,0 0 1,1 0 0,-1 1-1,1 0 1,8-5-1,-9 6-369,1 1 0,0 0 0,0 0-1,0 1 1,0 0 0,0 0 0,1 0 0,-1 1-1,1-1 1,-1 2 0,1-1 0,-1 1-1,1 0 1,-1 0 0,1 1 0,9 2 0,-8-1-88,-1 1 1,0-1 0,0 2-1,0-1 1,-1 1 0,1 0-1,-1 1 1,0 0 0,0-1 0,0 2-1,-1-1 1,1 1 0,7 11-1,-7-7-38,0 0 0,-1 1 1,0-1-1,0 1 0,-1 0 0,4 19 0,-4-14-97,1 0-1,12 25 1,-11-28 51,0-1 2,0-1 1,0 0-1,13 17 0,-15-24 36,0 0 0,0 0 0,1 0 0,-1-1 0,1 0 0,0 0 0,-1 0 0,1 0-1,1-1 1,-1 1 0,9 1 0,17 3-11,-1-3 0,1 0 0,1-2 0,-1-1-1,51-5 1,11 0 13,-56 4 77,0-2-1,-1-1 0,0-3 0,0 0 1,0-3-1,-1 0 0,0-3 0,-1-1 1,0-1-1,35-21 0,-53 24 82,0-2-1,-1 0 0,0-1 0,-1 0 0,-1-1 1,0 0-1,12-20 0,24-28 459,-47 61-365,-2 6-179,-51 238 97,3-18-135,39-165-37,-43 220-315,24-165-128,-6-1 0,-55 129-1,78-220 318,0 0 0,-16 24-1,21-38 89,0 0 0,-1 0 0,0 0-1,0-1 1,0 0 0,-1-1 0,0 0 0,-10 6 0,15-10 37,0-1 1,0 0 0,0 0-1,0 0 1,0-1 0,0 1-1,0-1 1,0 0 0,-1 0-1,1 0 1,0 0 0,0 0-1,0 0 1,0-1 0,0 0-1,0 0 1,0 0 0,0 0-1,0 0 1,0 0 0,0-1-1,-4-2 1,-1-2 21,-1 0 0,2 0 0,-1 0 0,1-1 0,0 0 1,-8-10-1,1-2 43,1-1 0,0 0 0,2-1 0,0 0 0,1-1 0,1 0 0,2-1 1,0 0-1,-7-41 0,12 48-150,0 1 0,1-1-1,1 0 1,0 1 0,1-1 0,1 0 0,1 1 0,0-1 0,1 1 0,0 0-1,1 0 1,1 0 0,0 1 0,2 0 0,15-25 0,-3 15-564,0 0 0,2 2 0,0 0 0,2 2 0,32-23 0,-8 11-4312,103-51-1,-30 30-6326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2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32 167 14521,'-2'-1'232,"0"1"0,0 0-1,1-1 1,-1 1 0,0-1 0,0 1-1,1-1 1,-1 0 0,1 0-1,-1 1 1,1-1 0,-1 0-1,1-1 1,-1 1 0,1 0 0,0 0-1,0-1 1,-2-1 0,3 2-115,0 0 0,0 0-1,0-1 1,-1 1 0,2 0 0,-1 0 0,0 0 0,0 0 0,0-1 0,0 1 0,1 0 0,-1 0 0,1 0 0,-1 0 0,1 0 0,-1 0-1,1 0 1,-1 0 0,1 0 0,0 0 0,0 0 0,-1 0 0,1 1 0,0-1 0,0 0 0,0 0 0,0 1 0,0-1 0,0 1 0,0-1 0,2 0-1,5-3 345,-1 0-1,1 1 1,0-1 0,0 2-1,0-1 1,13-1-1,59-6 1542,-71 9-1818,450-30 2540,2 20-4638,-62 2-4226,0-13-4820,-265 13 2159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2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23 12133,'-120'-14'2317,"67"7"397,51 6-2444,-1 1 0,0-1 0,1 1 1,-1 0-1,0 0 0,1 0 0,-1 1 0,0-1 0,1 1 0,-1-1 0,1 1 0,-1 0 0,0 0 0,1 0 0,0 0 0,-1 0 1,1 1-1,0-1 0,0 1 0,0-1 0,-1 1 0,2 0 0,-4 3 0,3-2 10,0 0-1,1 1 1,0-1 0,-1 0-1,1 1 1,0-1 0,0 1-1,1-1 1,-1 1 0,1 0-1,0-1 1,0 1-1,0 0 1,0-1 0,0 1-1,1-1 1,0 1 0,2 5-1,5 16-70,2 0 0,1-1 0,1 0 0,1-1 0,0 0 0,2-1 0,1-1 0,1 0 0,1-1 0,20 18 0,35 27 530,112 77-1,-147-115-706,167 118-32,236 187 0,-412-307 0,-1 1 0,-2 1 0,-1 1 0,36 51 0,-55-70 0,0 1 0,-1 0 0,0 0 0,-1 0 0,0 0 0,0 1 0,-1-1 0,0 1 0,-1 0 0,0 0 0,-1 0 0,0 0 0,-1 1 0,0-1 0,-1 0 0,0 0 0,-1 0 0,0 0 0,-1 0 0,-6 16 0,0-9 0,-1 0 0,0 0 0,-2-1 0,0-1 0,-1 0 0,0-1 0,-1 0 0,-1-1 0,-29 22 0,-11 3 0,-95 51 0,78-53-1495,-2-3-1,-92 29 1,-160 32-7700,166-51 4902,-5 4-7516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3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445 285 6981,'12'-20'580,"-7"14"-285,-1 0-1,0 0 1,-1-1 0,1 0-1,-1 0 1,-1 0-1,1 0 1,-1 0 0,0 0-1,-1-1 1,0 1-1,1-11 1,-1-14 2788,-1 22-2004,0 0-1,0 0 1,-1 1-1,-2-15 0,2 16-132,0 0-1,1 0 0,1 0 0,1-9 1,4-3 955,-5 20-1852,-1 0 0,0 0 0,1 0-1,-1 0 1,0 0 0,1 0 0,-1-1 0,0 1 0,1 0 0,-1 0 0,0 0 0,1 0 0,-1 0 0,1 0-1,-1 0 1,0 0 0,1 1 0,-1-1 0,0 0 0,1 0 0,-1 0 0,0 0 0,1 0 0,-1 0 0,0 1-1,0-1 1,1 0 0,-1 0 0,0 1 0,0-1 0,1 0 0,-1 0 0,0 1 0,0-1 0,1 0 0,-1 0-1,0 1 1,0-1 0,0 0 0,0 1 0,0-1 0,0 0 0,1 1 0,-1 0 0,5 8 220,-1 0 0,0 1 0,0 0 0,-1 0 0,0 0 0,0 0 0,-1 0 0,0 13 0,2 90 1382,-8-54-1651,-2 0 0,-3 0 0,-2-1 0,-3 0 0,-2-1 0,-36 84 0,-178 313 0,147-303 0,57-103 0,2 1 0,-23 66 0,42-100 0,1-1 0,0 0 0,1 1 0,1 0 0,0 0 0,1-1 0,0 1 0,2 0 0,-1 0 0,2 0 0,0 0 0,1 0 0,5 17 0,-4-21 0,1-1 0,0 0 0,1 0 0,0-1 0,0 0 0,1 0 0,0 0 0,1-1 0,10 9 0,-3-5 0,0 0 0,1-2 0,0 0 0,32 15 0,-1-7 0,0-2 0,1-1 0,60 8 0,13-1-1750,1-6 1,1-4-1,0-7 0,199-15 1,-145-8-6109,1-3-5319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4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1350 11317,'4'2'325,"0"1"1,1-1-1,-1 0 0,1 0 1,-1-1-1,1 1 0,0-1 1,-1 0-1,1 0 0,0-1 1,0 1-1,0-1 0,0 0 0,-1-1 1,1 1-1,0-1 0,9-2 1,15 0 708,138 2 4198,110-6-1933,-204 2-2838,202-20 801,-212 16-1000,0-2 0,76-26 0,-131 35-240,56-23 164,-60 23-170,1-1 0,0 0 1,-1 0-1,0 0 0,0 0 1,0-1-1,0 1 0,0-1 0,-1 0 1,4-6-1,-6 9-15,0-1 1,0 1-1,0 0 0,-1 0 1,1-1-1,0 1 0,-1-1 1,0 1-1,1 0 0,-1-1 1,0 1-1,1-1 0,-1 1 1,0-1-1,0 1 0,0-1 1,-1 1-1,1-1 0,0 1 1,0-1-1,-1 1 0,1-1 1,-1 1-1,-1-3 1,1 2 1,-1-1 0,-1 1 1,1-1-1,0 1 1,-1 0-1,1 0 0,-1 0 1,1 0-1,-1 1 1,0-1-1,-3-1 1,-6-2 4,0 1 0,0 0 0,0 1 1,0 0-1,-17-1 0,6 2-5,-1 2 0,1 0 0,-1 2 0,1 0 1,0 2-1,0 0 0,0 2 0,0 0 0,1 2 0,-32 15 0,37-14-1,-1 0 1,1 2-1,1 0 0,0 1 0,1 1 1,0 0-1,1 1 0,0 1 0,1 0 1,1 1-1,0 0 0,-16 30 0,24-37-20,0 0-1,0 0 1,1 1-1,0-1 1,0 1-1,1 0 1,0-1-1,1 1 0,0 0 1,1 0-1,0 0 1,1 0-1,0 0 1,2 11-1,0-10-84,1 1 0,0-1 0,0 0 0,1 0 0,1 0 0,0-1 0,0 0 0,1 0 0,1-1 0,-1 1 0,13 10 0,5 2-229,2 0 0,0-2 0,2 0 1,0-2-1,1-2 0,0 0 1,2-2-1,53 16 0,-13-10-728,2-3 0,137 14 0,-165-28 715,-1-2-1,1-1 0,-1-3 0,1-2 1,-1-2-1,0-1 0,-1-3 0,0-1 0,-1-3 1,0-1-1,-2-2 0,0-2 0,-1-2 1,68-48-1,-76 44 463,-2-1-1,0-2 1,-2-1 0,28-39-1,-36 44-10,30-42 357,-3-2 1,-3-2-1,47-103 1,-60 113-179,56-116 1437,-7-2-1,95-322 1,-137 368-116,-37 130-1496,0 0-1,0-1 1,0 1-1,0 0 1,-1-1-1,0 1 1,1 0-1,-1-1 1,0 1-1,-1 0 1,1-1-1,-1 1 1,1 0-1,-3-6 1,3 8-92,-1 1 0,1 0-1,0-1 1,0 1 0,-1 0 0,1 0 0,0 0 0,0-1 0,-1 1 0,1 0 0,0 0 0,-1 0 0,1 0 0,0-1 0,-1 1 0,1 0 0,0 0 0,-1 0 0,1 0 0,0 0 0,-1 0 0,1 0 0,0 0 0,-1 0 0,1 0 0,0 0 0,-1 0 0,1 0 0,0 0 0,-1 1 0,1-1 0,0 0 0,-1 0 0,1 0 0,0 0 0,-1 1 0,1-1 0,0 0 0,0 0 0,-1 1 0,-1 1 48,-1 1 1,1 0-1,0-1 1,0 1-1,0 0 0,0 0 1,-2 6-1,-186 413 2002,30-66-834,-150 294-1234,-174 393 0,361-728 0,104-253 0,2 1 0,3 0 0,-8 76 0,20-113-31,2-1 0,0 1 0,5 36 0,-3-49-15,1-1 0,0 1 1,0 0-1,2-1 0,-1 1 0,2-1 1,-1-1-1,10 16 0,-11-23-68,-1 0 0,1 0 1,0 0-1,0 0 0,0-1 0,0 0 1,1 1-1,-1-1 0,1-1 0,0 1 0,0-1 1,0 0-1,0 0 0,0 0 0,0-1 1,0 0-1,1 0 0,-1 0 0,1 0 1,-1-1-1,0 0 0,1 0 0,-1-1 0,1 1 1,-1-1-1,0 0 0,10-4 0,-3 1-126,-1 0-1,1 0 0,-1-1 0,-1-1 0,1 0 1,-1-1-1,0 0 0,0 0 0,-1-1 0,0 0 1,12-13-1,-9 3 31,0 0 1,0 0 0,-2-2 0,0 1-1,-2-1 1,0 0 0,-1-1-1,6-33 1,-6 21 66,-3-1 0,0 1 0,-3-1 0,-3-59 0,0 70 97,-1 0-1,0 0 1,-2 0-1,-1 0 1,0 1-1,-2-1 0,-11-21 1,2 6-2,-2 0 0,-2 1 0,-2 1 0,0 1 0,-43-47 0,-264-233 180,258 251-76,54 48-34,0 0-1,1-1 0,1-1 0,1 0 0,-18-30 0,30 44-17,1 0 0,0 0 0,0 0 0,0 0 0,0 0 0,1 0-1,0-1 1,0 1 0,0-1 0,0 1 0,1 0 0,0-1 0,0 1 0,0-1-1,0 1 1,1-1 0,0 1 0,0-1 0,0 1 0,0 0 0,0-1-1,1 1 1,0 0 0,0 0 0,0 0 0,1 1 0,-1-1 0,1 0 0,0 1-1,0-1 1,0 1 0,0 0 0,1 0 0,-1 1 0,1-1 0,4-2-1,14-9-19,0 1 0,1 1-1,1 2 1,36-13-1,108-23-282,-116 33 151,839-159-3037,-364 81 2239,-69-16 408,-362 78 619,-1-4 0,147-75 0,-207 89 21,0-2 0,-1-1-1,53-46 1,-67 50 48,-2-1 0,0-1 0,-2 0-1,0-1 1,-1-1 0,21-41 0,-11 9 948,-2 0-1,-2-2 1,14-64 0,-57 131 1615,9 3-2267,0 0-1,1 1 1,1 0 0,1 1 0,0 0 0,0 1 0,-9 24-1,1-4 123,-190 329 655,29-57-773,97-161-450,-86 176-876,119-224-1511,-7 18-2440,47-96 2298,1 0 1,1 1-1,-6 31 1,10 16-9051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4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15969,'157'-24'2861,"-79"12"-705,9 3-424,0 3-348,10-3-320,10 0-676,20-3-808,17-4-284,17 4-740,7 0-724,12 0-512,18 0-2721,16 0-4352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4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3 173 14197,'10'-15'749,"1"1"470,-1 0 0,2 0 0,12-11 0,-14 14 937,-1-1 0,-1 1 0,12-21 0,-5 7 1041,-6 53-2073,-7-6-1124,0 0 0,-1 0 0,0-1 0,-2 1 0,-1 0 0,-5 23 0,-38 130 0,13-58 0,11-23-2057,-11 114 1,28-161 921,2 1 1,2-1-1,2 0 0,12 69 1,14 28-8735,-13-82-259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11113,'27'-19'1228,"0"1"0,2 1 0,-1 1 0,2 2-1,35-13 1,54-17 2313,-85 37-2741,-35 25-470,0-13-267,1 0-1,-1 0 1,1 0-1,0 0 1,0 0-1,1 0 1,0 0-1,-1 0 0,2 0 1,-1 0-1,0 0 1,3 5-1,32 58 959,-24-47-555,3 4-98,2 0 0,0-2 1,2 0-1,0-1 0,2-1 0,33 27 0,5-3 275,87 51 0,-140-92-600,163 92 806,-143-83-620,1-1 0,0-2 0,0-1 1,47 10-1,-61-17-181,1-1 1,-1 0 0,1-1-1,-1 0 1,0-1-1,1-1 1,-1 0 0,0-1-1,0 0 1,22-9-1,-28 9-47,-1 0 0,1 0-1,-1 0 1,0-1 0,0 0-1,0 0 1,-1-1 0,1 0 0,-1 0-1,0 0 1,-1 0 0,1-1-1,-1 0 1,0 0 0,-1 0-1,1 0 1,-1 0 0,0-1-1,-1 0 1,1 1 0,1-12-1,-4 12-71,1 0 0,-1 0 0,-1 0 0,1 0-1,-1 1 1,0-1 0,-1 0 0,1 0 0,-1 1 0,0-1-1,-5-9 1,0 2-381,-1 0 0,0 1 0,-18-21 0,18 24 103,-1 1-1,-1 0 1,0 0 0,0 1 0,0 0-1,-15-7 1,2 1-449,-31-18-1746,-67-27 0,72 38-1296,-71-16 0,-21 2-6403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6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84 12809,'-11'-38'2996,"9"30"-187,2 6-423,1-1-1991,-1 1 0,1-1 0,0 1 0,0-1 0,0 1-1,0-1 1,0 1 0,1 0 0,1-3 0,-2 4-296,0 0 0,0 0 0,0 1 0,0-1 0,0 0 0,0 1 0,0-1 0,0 1 0,1-1 0,-1 1 0,0 0 0,0-1 0,0 1 0,1 0 0,-1 0 0,0 0 0,0 0-1,0 0 1,1 0 0,-1 0 0,0 0 0,0 1 0,0-1 0,0 0 0,1 1 0,-1-1 0,0 1 0,0-1 0,0 1 0,0-1 0,0 1 0,0 0 0,1 1 0,16 13 396,0 1-1,-2 0 1,0 1 0,-1 1 0,0 0 0,-2 1-1,0 0 1,12 27 0,-4-1-495,-2 1 0,-2 0 0,-2 2 0,13 77 0,-22-87 0,-2 1 0,-2-1 0,-1 1 0,-2 0 0,-2-1 0,-11 56 0,-1-34 0,-3-1 0,-2-1 0,-3-1 0,-2-1 0,-3-1 0,-2-1 0,-3-2 0,-1-1 0,-79 87 0,96-119 0,-37 31 0,53-50 0,1 0 0,0 1 0,0-1 0,-1 1 0,1-1 0,0 0 0,0 1 0,-1-1 0,1 0 0,0 1 0,-1-1 0,1 0 0,-1 0 0,1 1 0,0-1 0,-1 0 0,1 0 0,-1 0 0,1 0 0,0 1 0,-1-1 0,1 0 0,-1 0 0,1 0 0,-1 0 0,1 0 0,-1 0 0,1 0 0,0 0 0,-1 0 0,1 0 0,-1-1 0,1 1 0,-1 0 0,1 0 0,-1 0 0,1-4 0,0 1 0,0 0 0,1 0 0,-1 0 0,1 0 0,0 0 0,0 0 0,0 0 0,0 0 0,1 0 0,2-5 0,24-38 0,33-36 0,4 3 0,112-106 0,228-179-1752,24 28-1104,-144 130-2573,-84 87-4236,-107 74-416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6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 12729,'-3'54'3312,"-4"33"5493,-3-51-6240,3-20-337,-3 20-392,-10 27-544,3-18-1292,-3 3 0,0 7 0,-7-1 0,4 3 0,3 1 0,0-7-764,3-3-1448,3-3-677,11-21-535,3 16-3488,0-7-6670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6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20 115 10777,'-13'-57'2008,"6"41"740,10-2-2136,1 3-868,16 9-1636,3 3 104,11 12-1784,19 12-2081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7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903 301 9133,'0'-2'354,"0"-1"1,-1 1-1,0 0 1,1-1-1,-1 1 1,0 0-1,0 0 0,-1 0 1,1 0-1,0 0 1,-1 0-1,1 0 1,-1 0-1,1 1 1,-1-1-1,0 0 0,0 1 1,0-1-1,0 1 1,0 0-1,0 0 1,0 0-1,-5-2 1,3 1-81,0 0 1,0 1 0,-1-1-1,1 1 1,-1 0 0,0 0-1,1 1 1,-1-1 0,0 1 0,1 0-1,-1 0 1,0 1 0,1-1-1,-9 3 1,-1 1 317,1 0-1,0 1 1,-23 13 0,15-6-321,0 1 0,1 1 0,1 0 0,0 2 0,1 0 0,1 1 0,1 1 0,0 0 0,1 1 0,-17 29 0,30-42-282,-1-1 0,1 1 1,0-1-1,1 1 0,-1 0 0,1-1 1,0 1-1,1 0 0,-1 0 0,1 0 1,1 0-1,-1 0 0,1 0 0,0-1 1,0 1-1,0 0 0,1 0 0,0-1 1,0 1-1,0-1 0,1 0 0,0 1 1,0-1-1,0-1 0,6 7 0,-6-8-10,1 0 0,0 0-1,0 0 1,0-1-1,0 0 1,0 0-1,0 0 1,0 0-1,1 0 1,-1-1-1,1 0 1,6 1-1,-1 0 2,0-1 0,0-1 0,1 1 0,10-2-1,-14 0 133,0 0 0,0-1 0,-1 0-1,1 0 1,-1 0 0,0-1-1,0 0 1,0 0 0,0-1-1,0 1 1,-1-1 0,1 0 0,-1-1-1,0 1 1,0-1 0,-1 0-1,1-1 1,-1 1 0,-1-1 0,1 1-1,5-13 1,-8 16 789,-7 21-691,1-7-177,-8 28-305,2 0-1,-8 61 1,-1 88-1768,-10 61-250,13-163 1315,-4-1 1,-3-2-1,-66 151 0,71-198 742,-1-1-1,-2 0 1,-1-2 0,-32 36-1,34-47 183,0-2 0,-1 0 0,-2-2 0,0 0-1,0-2 1,-41 22 0,-23 3 725,86-41-650,0 0-1,0 0 0,0 0 1,-1 0-1,1-1 1,0 1-1,0-1 1,-1 1-1,1-1 1,-1 0-1,1 0 0,0 0 1,-1 0-1,1 0 1,0-1-1,-1 1 1,1-1-1,0 1 0,0-1 1,-1 0-1,1 0 1,0 0-1,0 0 1,0 0-1,0-1 1,0 1-1,0-1 0,0 1 1,1-1-1,-1 1 1,0-1-1,1 0 1,0 0-1,-1 0 0,1 0 1,0 0-1,0 0 1,0 0-1,0 0 1,0-1-1,1 1 1,-1 0-1,0-1 0,1 1 1,0 0-1,0-1 1,0 1-1,0 0 1,0-1-1,0 1 0,0-1 1,2-3-1,6-14 33,0 1-1,1 0 0,1 0 0,1 1 0,1 0 1,0 1-1,18-18 0,-10 9-15,61-71 86,178-165-1,122-58-88,105-41-13,-107 85-133,198-185 842,-474 373-69,-84 79-329,-19 9-319,0 0 0,1 0 0,-1 0 0,1 0 0,-1 0 0,0 0 0,1 0 0,-1 0 0,1 0 0,-1 0 0,0 0 0,1 0 0,-1 1 0,0-1 0,1 0 0,-1 0 0,1 0 0,-1 1 0,0-1 0,1 0 0,-1 0 0,0 1 0,0-1 0,1 0 0,-1 1 0,1 1 28,0 0-1,-1 0 1,0 0-1,1-1 0,-1 1 1,0 0-1,0 0 1,0 0-1,0 0 1,0 0-1,0 0 1,-1 0-1,1 0 1,-2 2-1,-10 30 183,-2 0 1,-2-2-1,-1 1 0,-29 41 0,10-15-80,-257 439 371,260-438-881,2 1 1,3 1-1,2 1 0,4 2 1,-26 115-1,47-172 310,0 0 0,0-1 0,1 1 0,0 0-1,0 0 1,0 0 0,1 0 0,2 7 0,-2-12 41,-1-1 0,1 0 1,0 0-1,0 0 0,0 0 0,0 0 1,0 0-1,1 0 0,-1 0 1,0 0-1,1-1 0,-1 1 0,1-1 1,0 1-1,0-1 0,-1 1 0,1-1 1,0 0-1,0 0 0,0 0 1,0 0-1,0 0 0,1 0 0,-1-1 1,0 1-1,0-1 0,0 1 0,1-1 1,-1 0-1,0 0 0,0 0 1,5-1-1,5 0-8,0-1 1,0-1-1,0 0 1,-1-1 0,1 0-1,-1-1 1,20-11-1,77-56-59,-65 41 62,-21 15 33,159-100 204,-158 103-168,1 1 0,1 1 0,0 1 0,0 1-1,50-10 1,-64 18-35,0 0-1,0 1 1,0 0-1,0 0 1,0 1-1,0 1 1,0 0-1,0 0 1,-1 1-1,1 1 1,-1 0-1,0 0 1,0 1-1,12 7 1,9 9-82,0 2 1,50 47-1,-26-20-368,-43-40 192,6 5-1059,33 23-1,-43-34 93,0 1 0,-1-2-1,2 1 1,-1-1-1,0 0 1,0-1 0,1 0-1,10 1 1,10-2-5542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1 14241,'-7'0'382,"5"-1"-164,0 1 0,-1 0 1,1 0-1,0 0 0,-1 1 1,1-1-1,0 1 0,-1-1 1,-2 2-1,4-1-78,0 0-1,0 0 1,0 0-1,0 0 1,0 0-1,1 0 1,-1 0-1,0 0 1,1 0-1,-1 0 1,1 0-1,-1 1 1,1-1-1,-1 0 1,1 0-1,0 1 1,0-1-1,-1 0 1,1 1-1,0 1 1,-1 5 514,-1 0 0,0-1 0,0 1 0,-1 0 0,0-1 1,0 1-1,-1-1 0,-8 12 0,-46 56 3546,28-39-2824,-121 194 101,106-156-1386,27-46-872,2 2-1,1 0 1,1 1 0,2 1 0,-11 39-1,19-53 183,0 0-1,2 0 0,0 1 1,1-1-1,0 1 0,2-1 1,0 1-1,2-1 0,-1 0 1,2 0-1,7 21 0,13 21-6230,8 3-4239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8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15285,'111'-36'2137,"-54"15"-465,26-1-408,8 4-108,6 6-656,3 0-400,18-6-888,9-3-1196,10 3 36,27 12-3205,21-6-4104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9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18 13673,'-45'2'1292,"20"-2"749,0 2 0,-40 7 8930,307-8-8771,-120-2-1651,276-2-2318,199-9-5360,60-1-1929,-416 10-2769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9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40 11441,'9'-33'2740,"-8"26"2228,19 20-848,-17-11-3860,0 1 0,0-1 0,-1 1-1,1 0 1,-1 0 0,1 0-1,-1 0 1,0 1 0,0-1-1,-1 1 1,1-1 0,-1 1 0,1-1-1,-1 1 1,0 0 0,-1 0-1,2 4 1,-1 7 429,0 1 0,-2 30 0,-10 73 124,-34 155 1,-48 112 303,83-348-1105,9-35-12,-32 158 0,30-147 0,2 0 0,0 1 0,1-1 0,0 0 0,1 0 0,1 0 0,0 0 0,1 0 0,6 19 0,-7-29 0,0 0 0,1 0 0,-1 0 0,1 0 0,-1 0 0,1-1 0,0 1 0,0-1 0,1 0 0,-1 0 0,1 0 0,-1 0 0,1-1 0,0 0 0,0 1 0,0-1 0,1-1 0,-1 1 0,0-1 0,1 1 0,-1-1 0,1 0 0,-1-1 0,1 1 0,6-1 0,10 0 0,0-2 0,0 0 0,0-1 0,24-7 0,-39 9 0,50-14 0,0-2 0,98-46 0,97-71 0,367-274-9849,-473 306 7396,-13 16-4232,1 9-4111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3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0 596 9177,'6'4'655,"1"0"0,0 0 0,0 0-1,0-1 1,0 0 0,0 0 0,1-1 0,-1 0 0,1 0 0,-1-1 0,15 1 0,4-1 384,1-2 0,27-4 0,-28 3-943,55-10 597,-1-4 0,-1-3 0,79-31 1,-130 41-612,20-6 115,-1-3 0,-1-2 0,-1-1 0,82-54 0,-107 60-85,0-1 0,-1-1 0,-1 0 0,29-36 0,-37 39-73,0 1 0,-1-2 0,-1 1 0,-1-1-1,0-1 1,-1 1 0,0-1 0,3-17 0,-8 30-24,-1-1-1,0 1 1,1-1-1,-1 1 1,0-1 0,-1 0-1,1 1 1,-1-1 0,1 1-1,-1-1 1,0 1 0,0 0-1,-1-1 1,1 1-1,-1 0 1,0 0 0,1 0-1,-1 0 1,-1 0 0,1 0-1,0 1 1,-1-1-1,1 1 1,-1-1 0,0 1-1,0 0 1,0 0 0,0 0-1,0 1 1,0-1 0,0 1-1,-1-1 1,1 1-1,0 0 1,-1 0 0,1 1-1,-6-1 1,-9 1 171,-1 0 0,1 2-1,0 0 1,0 1 0,0 1 0,-31 11 0,-104 50 865,101-38-697,0 3 1,2 2-1,2 3 0,1 1 0,2 2 0,1 2 1,-56 67-1,84-87-278,1 1 0,0 0 0,2 1 0,0 0 1,1 1-1,2 0 0,0 1 0,-10 43 0,17-55-109,1-1-1,0 1 1,1 0-1,0 0 1,1 0 0,0 0-1,1 0 1,1 0-1,0 0 1,0 0-1,1 0 1,1-1 0,0 1-1,0-1 1,1 0-1,1 0 1,-1-1-1,2 0 1,0 0 0,14 17-1,-1-9-313,0 0 0,1-1 0,1-1 0,0-1 0,1-1 0,0-1 0,2-1 0,40 14 0,18 1-1517,116 22 0,212 21-8089,-185-39-983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0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48 13489,'-30'-44'3243,"29"44"-3087,1-1 1,-1 1 0,0 0 0,1-1 0,-1 1-1,0 0 1,1-1 0,-1 1 0,0 0 0,1 0-1,-1 0 1,0-1 0,0 1 0,1 0 0,-1 0-1,0 0 1,0 0 0,1 0 0,-1 1 0,0-1-1,0 0 1,1 0 0,-1 0 0,0 1 0,0-1-1,1 0 1,-1 1 0,0-1 0,1 0 0,-1 1-1,1-1 1,-1 1 0,0-1 0,1 1 0,-1 0-1,0 0 1,-17 23 6069,-169 265-3195,63-107-2054,104-149-2350,0 1-1,2 1 1,2 1-1,1 1 1,2 0 0,2 0-1,-8 44 1,17-69-997,1 1 0,1 24 1,8 26-9318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0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4176,'21'-79'-124,"-1"55"-1056,-7 15 336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7 595 8581,'7'-8'2068,"0"0"1,0-1-1,-1 0 1,0 0 0,0 0-1,8-21 3849,-15 32-5829,0-1 0,-1 0 0,1 1 1,0-1-1,0 1 0,0 0 0,0-1 0,0 1 0,1 0 0,-2 3 0,2-4-27,-6 18 86,2 0 0,0 0-1,1 1 1,1-1 0,1 34 0,0-9-18,-4 40-97,-4 192-1680,1-75-240,4-155 1483,3-35 297,1-1-1,0 1 1,1-1-1,0 0 1,1 1-1,3 11 0,-5-19 93,1-1-1,-1 0 0,1 0 0,0 0 0,0 0 0,0 0 0,0 0 0,0 0 0,0 0 0,1 0 1,-1 0-1,0-1 0,1 1 0,0-1 0,-1 1 0,1-1 0,0 1 0,0-1 0,0 0 0,0 0 1,0 0-1,0 0 0,0 0 0,0 0 0,0-1 0,0 1 0,1-1 0,-1 0 0,0 1 0,0-1 0,0 0 1,1 0-1,-1 0 0,4-1 0,15-4 130,-1 0 0,0-1 0,0-1 0,-1-1 1,25-13-1,89-62 1383,-13 8-302,-73 49-883,2 2 0,1 2 0,1 2 0,0 3 0,1 1 0,1 3 0,74-8 0,-114 20-262,1 0-1,-1 1 1,1 1 0,-1 0-1,0 1 1,1 0 0,-1 1-1,0 1 1,0 0 0,-1 0-1,1 2 1,12 6 0,-16-6-27,1 1 0,-1-1 0,0 2 0,0-1 0,-1 1 0,0 1 0,0 0 1,-1 0-1,-1 0 0,1 1 0,-1 0 0,-1 0 0,0 0 0,5 15 0,12 41 54,-8-23-156,26 55-1,-33-84 29,2 1 0,-1-1 0,2 0 0,0-1 0,0 0-1,1-1 1,17 15 0,-10-12 7,1-2 0,0 0 0,1-1 0,1 0 0,0-2 1,0-1-1,43 13 0,-35-14 26,-1-2 0,2-1 0,-1-1 0,0-2 0,56-2 0,-65-3 34,-1 0 0,0-1 1,-1 0-1,1-2 0,-1 0 0,0-2 1,0 1-1,-1-2 0,0-1 1,-1 0-1,0-1 0,0 0 1,-1-1-1,-1-1 0,21-24 0,0-4 34,-2-2-1,-2-2 0,-2 0 0,29-63 1,-42 78-40,-2-1 0,-1 0 0,-2-1 0,-1-1 1,-1 0-1,-2 0 0,4-37 0,-11 62-9,0 1 0,0 0-1,0 0 1,-1 0 0,0 0-1,0 0 1,-1 0 0,0 0 0,0 0-1,0 0 1,-1 1 0,0-1-1,-1 1 1,-4-7 0,5 9 0,0 1 0,0-1 1,-1 1-1,0 0 0,0 0 0,0 0 0,0 0 1,0 1-1,0 0 0,-1 0 0,1 0 1,-1 0-1,1 0 0,-1 1 0,0 0 0,0 0 1,1 1-1,-1-1 0,0 1 0,0 0 1,-6 1-1,-5 1-35,1 0 0,0 2 0,0 0 1,0 0-1,1 1 0,0 1 0,-1 1 0,2 0 1,-1 0-1,1 2 0,1-1 0,-1 2 0,1 0 1,1 0-1,0 1 0,1 0 0,0 1 0,-11 16 1,13-17-148,1 1 1,0-1 0,0 1 0,1 1-1,1-1 1,0 1 0,1 0-1,0 0 1,1 0 0,0 0 0,1 1-1,1-1 1,0 1 0,1 0 0,0-1-1,1 1 1,1-1 0,0 1 0,0-1-1,9 25 1,-8-33 89,0 1 1,0 0-1,0-1 0,1 0 0,0 1 1,0-1-1,0-1 0,0 1 1,1-1-1,0 1 0,-1-1 0,2-1 1,-1 1-1,0-1 0,1 0 1,0 0-1,0 0 0,-1-1 0,2 0 1,-1 0-1,0-1 0,0 1 0,0-1 1,9 0-1,1 0-52,1-2 0,-1 1 0,1-2 0,-1 0 0,1-1 0,-1-1 1,0 0-1,19-8 0,-5-1 151,-1-1-1,-1-2 1,0-1 0,-1 0 0,-1-2 0,-1-2 0,0 0-1,22-26 1,1-7 253,-1-3 0,56-91-1,14-75 576,-76 139-391,75-179 1543,-51 112-375,-4-5 736,-44 109-651,-42 57-732,11 1-965,0 0 0,0 2 0,1-1 0,1 2 0,-17 21 0,-52 86 0,69-102 0,-145 244 128,128-206-341,2 1 0,-36 112 0,46-108-2751,-14 108 1,26-128-1731,3 76 1,16 22-9265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5324,'107'-6'533,"-84"0"-921,-9-6-1237,-4 0 765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3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202 446 11625,'-2'17'2600,"6"-22"950,7-10 2003,-9 13-5312,0 0 0,1-1-1,-1 1 1,0 1 0,1-1 0,-1 0-1,1 1 1,-1-1 0,5-1 0,6-2-13,0 1 1,1 0-1,-1 1 1,19-2-1,29-7 216,-25 3-308,153-45 219,-150 41-228,0-2-1,63-34 1,-83 37-42,-2 0 0,0-1-1,0-1 1,-1-1 0,-1 0-1,0-1 1,18-27 0,-31 41-77,0-1-1,0 0 1,0 1 0,-1-1 0,1 0 0,-1 0 0,0 0 0,0-1 0,0 1-1,-1 0 1,1 0 0,-1 0 0,1-1 0,-1-4 0,-1 5 0,1 1 0,-1 0 0,1 0-1,-1 0 1,0 0 0,0-1 0,0 1 0,0 0 0,0 0 0,0 1 0,-1-1 0,1 0 0,-1 0-1,1 1 1,-1-1 0,-2-1 0,-1-1 13,0 1-1,0 1 0,-1-1 1,1 1-1,-1 0 1,1 0-1,-1 0 0,1 1 1,-1 0-1,0 0 1,0 0-1,0 1 1,0 0-1,-8 1 0,-16 4 132,-1 1 0,1 1-1,0 1 1,1 2-1,-29 14 1,-136 77 741,192-100-884,-51 29 210,2 2 0,1 3 0,-50 44-1,81-62-158,0 1-1,2 1 0,0 0 0,1 1 0,1 1 0,1 0 0,1 1 1,0 0-1,2 1 0,-9 26 0,16-37-68,1 1 1,1-1-1,-1 1 1,2 0-1,0-1 1,1 1-1,0 0 0,0 0 1,2-1-1,-1 1 1,2 0-1,0-1 1,0 0-1,1 1 1,1-1-1,0-1 0,0 1 1,1-1-1,1 0 1,14 19-1,-2-8-68,1-1 0,1 0 0,0-2 0,2 0 0,0-2 0,1 0 0,1-2 0,34 16 0,36 13-1253,1-5 1,125 33-1,213 28-4227,-51-46-3859,-197-38-532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3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14553,'-1'15'661,"1"-1"-1,1 0 1,0 1-1,0-1 1,2 0-1,-1 0 1,2 0-1,0 0 1,1-1-1,0 1 1,1-1-1,1 0 1,0-1-1,0 0 0,10 12 1,8 5-235,1-1-1,2-1 1,0-2 0,2-1-1,1-1 1,61 35 0,216 85-4438,-255-121 3008,-4 0-630,2-2-1,1-3 1,0-1-1,64 9 1,-99-23 1147,0-1 0,1 0 0,-1-1 0,0-1 0,0-1-1,0-1 1,25-6 0,-31 6 382,0-1 0,0-1 0,0 0 0,-1-1 0,1 0 0,-1 0-1,-1-1 1,1 0 0,-1-1 0,0 0 0,-1-1 0,8-9 0,-13 14 281,0-1 1,0 0-1,0 0 1,-1 0 0,0 0-1,0 0 1,0-1 0,0 1-1,-1 0 1,0-1 0,0 1-1,-1-1 1,1-6-1,-1 9-22,0-1 0,0 1 0,-1-1-1,1 1 1,-1-1 0,0 1 0,0 0-1,0-1 1,0 1 0,0 0-1,-1-1 1,0 1 0,1 0 0,-1 0-1,0 1 1,-1-1 0,1 0-1,0 1 1,-1-1 0,0 1 0,1 0-1,-4-3 1,-7-1 280,0 0 0,-1 0 0,0 1 0,0 1 0,0 0 0,0 1 0,0 1 0,-1 0 0,0 1 0,-22 0 0,-15 4 707,-80 15 0,128-18-1106,-81 17 399,0 4 0,-93 35-1,-156 82-5239,234-87-1343,10 0-3962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4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13493,'17'78'1880,"-34"-39"-423,4-6-297,3 1-544,3-1-536,-3 0-836,-7-6-748,-10 3-849,7 3-1703,7 3-2977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4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8 118 12901,'-7'-60'1748,"47"20"-1120,-27 31-1908,4 0-1064,20 15-6325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4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 11685,'-30'8'1880,"28"-7"-1607,0 1 0,1-1 0,-1 0 0,1 1 0,0 0 0,-1-1 0,1 1 0,0 0 0,0 0 0,0 0 1,0 0-1,0 0 0,0 0 0,1 0 0,-1 2 0,0-2 881,0-1-1035,1 0-1,-1 1 0,1-1 0,-1 1 0,1-1 0,-1 0 0,1 1 0,0 0 0,-1-1 0,1 1 0,0-1 1,0 1-1,0-1 0,1 1 0,-1-1 0,1 3 0,6 24 861,-6-25-926,1 1-1,0-1 1,0 1 0,1-1 0,-1 0 0,1 0-1,-1 0 1,1 0 0,0 0 0,0-1 0,0 1 0,1-1-1,-1 0 1,0 0 0,1 0 0,0 0 0,-1-1-1,1 1 1,0-1 0,0 0 0,0 0 0,0-1 0,0 1-1,7 0 1,8-1 197,-1 0 0,1-1-1,0 0 1,18-5 0,125-33 1762,-109 23-1566,2 3 0,102-11 0,-142 23-414,1 0-1,0 1 0,-1 1 1,1 1-1,-1 0 0,1 1 1,-1 1-1,0 0 0,0 1 1,0 1-1,-1 0 1,0 1-1,0 0 0,21 16 1,70 69-375,-64-55-397,49 36 0,-76-63 564,1-1 0,0 0 0,0-1 0,1 0 0,1-2-1,-1 0 1,29 7 0,-26-10 126,0 0 0,0-2 0,0 0 0,0-1 1,0-1-1,0 0 0,0-2 0,0 0 0,0-1 0,23-9 0,-34 10 106,1 0-1,-1-1 1,1 0-1,-1 0 1,0-1-1,-1 0 1,1-1-1,-1 0 1,0 0-1,-1 0 1,1-1-1,-1 0 0,0 0 1,-1-1-1,0 1 1,0-1-1,-1 0 1,0-1-1,0 1 1,0-1-1,-2 1 1,1-1-1,1-11 1,-3 13-17,-1-1 1,1 0-1,-2 1 1,1-1-1,-1 0 1,0 1-1,-1-1 1,0 1 0,0-1-1,0 1 1,-1 0-1,0 0 1,-5-8-1,1 4-9,0 0-1,0 0 1,-1 1-1,-1 0 1,0 1-1,-15-14 1,21 21-58,-1 0 0,1 0 0,0 0 0,-1 0 0,0 0 0,1 0 0,-1 1 1,0 0-1,0 0 0,0 0 0,0 0 0,0 1 0,0-1 0,0 1 0,0 0 0,0 0 0,0 1 1,1-1-1,-1 1 0,0 0 0,0 0 0,0 0 0,-4 2 0,6-2-9,0 0-1,0 0 1,0 1 0,0-1-1,0 0 1,1 1-1,-1 0 1,0-1 0,1 1-1,-1 0 1,1 0 0,-1 0-1,1 0 1,0 0-1,0 0 1,0 0 0,0 0-1,0 0 1,0 0-1,1 1 1,-1-1 0,1 0-1,0 1 1,-1-1 0,1 0-1,0 1 1,0-1-1,1 0 1,-1 1 0,0-1-1,1 0 1,-1 1 0,1-1-1,0 0 1,0 0-1,0 0 1,0 0 0,3 4-1,0 2-5,0-1 0,1 0 0,0 0 0,1-1 0,0 1 0,-1-1 0,2-1 0,-1 1 0,1-1-1,0 0 1,0 0 0,0-1 0,15 6 0,5 0 380,0-1-1,51 10 1,8 1 3019,-69-15-2723,-15-5-573,-1 0 1,1 0 0,-1 0 0,0 1 0,1-1 0,-1 1-1,1-1 1,-1 1 0,0-1 0,1 1 0,-1 0-1,0 0 1,0 0 0,0 0 0,3 2 0,-4-1-13,1 1 0,-1-1 0,1 1 0,-1 0 0,0-1 0,0 1 0,0 0 1,0-1-1,-1 1 0,1-1 0,-1 1 0,0 3 0,-107 392 193,82-312-417,-154 434-1052,149-449 1100,-3-1 0,-3-1 1,-3-2-1,-2-2 0,-54 62 0,68-95 185,-1-2 0,-2-1 0,-1-2 0,-1-1 0,-1-1 0,-1-2 0,-1-1 0,-1-2 0,-1-2 0,-77 26 0,103-40 72,0-1-1,0-1 1,-1 0 0,1 0 0,-19-1 0,30-1-114,0 0 1,0 0-1,0-1 1,0 1-1,0 0 0,0 0 1,0-1-1,0 1 0,0 0 1,0-1-1,1 1 0,-1-1 1,0 1-1,0-1 0,0 1 1,0-1-1,1 0 1,-1 1-1,0-1 0,1 0 1,-1 0-1,1 0 0,-1 1 1,0-1-1,1 0 0,0 0 1,-1 0-1,1 0 1,0 0-1,-1 0 0,1 0 1,0 0-1,0 0 0,0 0 1,0 0-1,0 0 0,0 0 1,0 0-1,0 0 0,1-1 1,-1-2 0,1-1 1,0 1-1,0 0 0,0 0 1,1 1-1,-1-1 1,1 0-1,3-4 1,6-6-84,2 1 1,-1 1 0,2 0 0,-1 1 0,2 0-1,23-13 1,257-139-3061,-212 120 2090,410-194-8289,-408 197 6203,140-64-7706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12 11161,'-6'1'707,"-28"3"634,33-3-1166,1-1-1,-1 0 1,0 0 0,0 0 0,1 0 0,-1-1 0,0 1-1,0 0 1,0 0 0,1 0 0,-1 0 0,0-1 0,1 1-1,-1 0 1,0-1 0,1 1 0,-1-1 0,0 1 0,1-1-1,-1 1 1,1-1 0,-1 1 0,1-1 0,-1 0 0,1 1-1,-1-1 1,1 1 0,-1-1 0,1 0 0,0 0 0,-1 1-1,1-1 1,0 0 0,0 0 0,0 1 0,0-1 0,0-1-1,16 5 3641,-5-2-3076,303 51 5343,3-3-3989,65 4-3439,191 14-4960,-368-49 2663,51 5-5296,-127-5-424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5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674 16 12773,'0'-1'163,"1"0"0,-1 0 0,1 0 0,-1 0 0,1 0 0,0 1 0,0-1 0,-1 0-1,1 0 1,0 0 0,0 1 0,0-1 0,0 0 0,0 1 0,0-1 0,0 1 0,0-1 0,0 1 0,0-1 0,0 1-1,0 0 1,0 0 0,0-1 0,0 1 0,0 0 0,1 0 0,-1 0 0,0 0 0,0 0 0,0 1 0,0-1 0,0 0-1,0 0 1,2 1 0,44 17 2492,-40-15-2148,14 8 736,-1 0 0,0 2 0,-1 0 0,0 1 0,32 32-1,69 91 2134,-66-68-3283,-4 3 0,-2 1-1,45 97 1,-72-124-102,-1 0 0,-3 2-1,-2 0 1,-2 0 0,-2 1 0,-2 1-1,2 51 1,-10-80 9,-1 0 0,-1 0 0,-1-1 0,-1 1 0,-1 0 0,0-1 0,-2 0 0,0 0 0,-1-1 0,-2 1 0,-13 23 0,4-14 0,-2-2 0,0 0 0,-2-1 0,-1-1 0,-1-1 0,-33 26 0,1-7-688,-1-2 0,-1-3 0,-3-3 0,-89 40 1,65-41-1366,-2-3 1,-171 37 0,91-36-5532,0-4-5019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6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870 616 11741,'15'-19'1228,"20"-25"10713,-46 68-8394,-62 171 691,45-140-4220,-1 0 0,-4-2 0,-61 78 0,1-12-42,-284 330-721,333-402-1455,-66 93 1,87-111 394,19-30 1101,5-6 136,19-50-305,58-114 530,127-207 0,138-144 826,-276 434 23,4 3 1,3 3-1,139-117 1,-161 157-111,1 2 0,111-61 0,-140 88-307,1 2-1,0 0 0,1 2 0,0 1 0,0 1 1,0 1-1,1 1 0,0 2 0,50-1 1,-69 5-63,0-1 1,1 1-1,-1 1 1,0 0 0,0 0-1,0 0 1,0 1 0,-1 0-1,1 1 1,-1-1-1,0 2 1,0-1 0,8 7-1,-11-8-45,-1 1-1,1-1 1,-1 1-1,0 0 1,0 0-1,-1 0 1,1 0-1,-1 0 1,0 0-1,0 1 1,0-1-1,-1 1 1,0 0-1,0-1 1,0 1-1,0 0 1,-1 0-1,1-1 1,-1 1-1,-1 0 1,1 0-1,-1 0 1,-1 8-1,-3 1-122,0 0-1,0-1 0,-1 1 1,-1-1-1,0 0 0,-1-1 1,0 0-1,-1 0 0,0-1 1,-1 0-1,-12 10 0,-19 15-579,-71 49-1,106-81 659,-225 150-2147,-12 8-44,197-131 1733,20-15-9,-34 29 0,54-40 399,0 0 1,1 1-1,-1 0 1,1 0-1,0 0 1,1 1-1,-1 0 1,1 0-1,1 0 1,-5 10 0,8-15 124,0 0 1,-1 0 0,1 0 0,0 0-1,0 0 1,1 0 0,-1 0 0,0 0-1,1 0 1,-1 0 0,1 0 0,-1 0-1,1 0 1,0 0 0,0-1 0,0 1 0,0 0-1,0-1 1,0 1 0,0 0 0,1-1-1,-1 0 1,1 1 0,-1-1 0,3 2-1,6 5 149,0-1 0,21 12 0,-23-14-37,37 24 710,-2 3 1,-2 1-1,61 62 1,-74-69-649,2 0 0,2-2 0,0-1 0,1-2 0,1-1 0,1-1 0,0-2 0,2-2 0,0-1 0,0-2 0,1-2 0,1-1 0,-1-2 0,1-2 0,1-1 0,68-3 0,-84-2 14,13 0 559,-1-2 0,0-1 0,43-11 0,-72 13-522,1 0 0,-1 0 0,1 1-1,0 0 1,-1 1 0,10 0 0,-15 0-166,0 0 0,0 1 0,0-1-1,0 1 1,0-1 0,0 1 0,0 0 0,0-1 0,0 1-1,-1 0 1,1 0 0,0 1 0,0-1 0,-1 0 0,1 0-1,-1 1 1,1-1 0,-1 1 0,0 0 0,1-1-1,-1 1 1,0 0 0,0 0 0,0-1 0,0 1 0,-1 0-1,1 0 1,0 3 0,0 5 46,0-1 0,-1 0 0,-1 0 0,1 1 0,-2-1 0,-3 15 0,4-15-40,-10 35 123,-27 69 0,22-70-1537,-17 73-1,30-99-291,1-1 1,0 32-1,2-36-78,1-1-1,1 1 1,0 0-1,6 21 1,8 4-9476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6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12557,'0'0'1976,"16"-9"-448,-2 0-339,3 3-425,-1 0-416,14 21-492,14 12-596,-11 3-597,1 0-395,9 10-2412,1 5-3137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1029 584 9281,'-5'-9'559,"1"0"0,-2 1 0,1 0 1,-1 0-1,0 0 0,0 1 0,-1 0 1,0 0-1,-1 0 0,1 1 0,-1 1 0,0-1 1,-1 1-1,1 0 0,-1 1 0,0 0 0,0 1 1,-15-5-1,16 6-326,-1 1 1,1-1-1,-1 1 0,0 1 1,1 0-1,-1 0 0,1 1 1,-1-1-1,0 2 1,-10 2-1,17-3-213,-1-1 0,1 1 0,0 0 0,0 0-1,-1 0 1,1 0 0,0 0 0,0 1 0,0-1 0,0 0 0,0 1 0,1 0-1,-1-1 1,0 1 0,1 0 0,-1 0 0,1 0 0,0 0 0,0 0 0,-1 0 0,1 0-1,1 1 1,-1-1 0,0 0 0,0 1 0,1-1 0,-1 0 0,1 1 0,0-1-1,0 0 1,0 1 0,0-1 0,0 1 0,1-1 0,-1 0 0,1 1 0,-1-1-1,1 0 1,0 1 0,2 3 0,0 2-21,1-1-1,1 1 0,0-1 1,0 1-1,0-2 1,1 1-1,0 0 0,0-1 1,1 0-1,-1-1 1,1 0-1,1 0 0,-1 0 1,1-1-1,0 0 1,0 0-1,14 4 0,-6-2 53,1-2-1,0 1 1,0-2-1,1 0 0,-1-2 1,0 1-1,1-2 0,21-2 1,68-10 2963,-107 12-3004,0 1-1,0-1 0,0 0 1,0 0-1,0 0 1,0 0-1,0 0 1,0 0-1,0 0 1,0 0-1,0 0 1,0 0-1,0 1 0,0-1 1,0 0-1,0 0 1,0 0-1,0 0 1,0 0-1,0 0 1,0 0-1,0 0 0,0 1 1,0-1-1,0 0 1,0 0-1,0 0 1,0 0-1,0 0 1,0 0-1,0 0 1,0 0-1,0 0 0,0 1 1,0-1-1,0 0 1,0 0-1,0 0 1,0 0-1,0 0 1,0 0-1,1 0 1,-1 0-1,0 0 0,0 0 1,0 0-1,0 0 1,0 0-1,0 0 1,0 0-1,-77 114 779,-95 103 1,112-144-630,-248 284 8,-31-29-596,331-322 410,-13 13-14,0-1 0,-1-1-1,-1-1 1,-1-1 0,-44 21 0,65-35 3,12-27-90,-4 17 119,0 1 0,0 0 0,1 0 0,-1 0 0,2 1 1,-1 0-1,1 0 0,11-8 0,72-48-109,-43 31-25,515-371-2477,-370 257 2064,-6-7 0,221-237 0,-175 126 609,-99 109 425,22 3 493,-130 131-515,-25 21-456,0 0 0,-1 0 0,1 0 0,0 0 0,0 0 0,0 0 0,0 0 0,0 1 0,0-1 0,0 0 0,0 0 0,0 0 0,0 0 0,0 0 0,0 0 0,0 0-1,0 0 1,0 0 0,0 1 0,1-1 0,-1 0 0,0 0 0,0 0 0,0 0 0,0 0 0,0 0 0,0 0 0,0 0 0,0 0 0,0 0 0,0 0 0,0 1 0,0-1 0,0 0 0,0 0 0,1 0 0,-1 0 0,0 0 0,0 0 0,0 0 0,0 0 0,0 0 0,0 0 0,0 0 0,0 0 0,0 0 0,1 0 0,-1 0 0,0 0 0,0 0 0,0 0 0,0 0 0,0 0 0,0 0 0,0 0 0,1 15 137,-2 1 0,1-1 0,-2 1 0,0-1 0,-1 0 1,-1 0-1,-9 24 0,-48 106 193,57-136-319,-105 210 167,-6 10-1036,85-160-31,-31 99 1,58-155 766,-5 11-228,-5 39 0,12-58 300,0 0 0,0 0 0,1 0 0,0 0 0,0 0 0,1 0-1,-1 0 1,1 0 0,0 0 0,0 0 0,1 0 0,-1 0 0,1-1 0,3 7 0,-2-8 20,-1-1 0,0 0 0,1 0-1,-1 0 1,1 0 0,-1 0 0,1 0 0,0-1 0,0 0 0,0 1 0,0-1 0,0 0-1,0 0 1,0-1 0,0 1 0,0-1 0,1 1 0,-1-1 0,0 0 0,7-1 0,5 0-23,0-1 0,1-1 1,14-4-1,3-5 122,-1-1 0,0-1 0,0-2 0,50-35 0,-32 21 33,366-199 1683,-320 185-1392,2 4 1,152-41-1,-198 67-339,-1-2-1,92-43 1,-111 42-68,-1-1 1,0-1-1,-2-2 1,0-1-1,31-31 1,-51 43 12,9-6 53,-1-1 0,-1-1 0,18-27-1,-28 29 143,-6 5 671,-28 32-613,1 2 0,1 1 1,1 1-1,1 0 1,1 2-1,1 1 1,1 1-1,-18 36 0,-3 12-1755,4 2 0,-33 98 0,61-149-841,-11 49 0,19-65 763,1-1 0,0 1 0,0-1 0,2 16 0,10 27-8993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12873,'93'-42'2352,"-42"39"-471,16 3-397,13 3-496,4-3-436,6-3-760,21 3-1092,16 3-1193,4 9-2231,9 12-3697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8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832 85 14429,'0'-6'714,"0"0"0,1 0-1,0-1 1,1 1 0,-1 0-1,1 0 1,0 0 0,1 0-1,0 1 1,0-1 0,0 1-1,6-8 6665,-17 30-5247,3-9-1968,-44 69-124,-3-3-1,-86 95 1,48-61-53,23-26-9,-20 23-1014,-142 224 1,166-214-4411,26-40-1996,1 14-7354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8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14253,'19'-19'849,"2"0"0,0 2-1,1 0 1,0 1 0,2 2-1,-1 0 1,36-14 0,-13 9 792,79-21 1,-107 35-1339,1 1 1,0 1-1,0 1 1,0 0 0,1 2-1,-1 0 1,24 4-1,-35-3-202,-1 1 0,1 0 0,-1 0 0,1 1 0,-1 0 0,0 0 0,0 0 0,-1 1 0,1 0 0,-1 1 0,1 0 0,-2 0 0,7 6 0,-5-3 10,0 1 1,0-1 0,-1 2 0,-1-1-1,0 0 1,0 1 0,-1 0 0,5 15 0,-2 5 73,-1 0 1,-1 1-1,-2 0 1,-1-1-1,-3 50 1,0-58-141,-2 27 97,2 0 0,3 0 0,8 57 0,-8-92-139,2 1 0,-1-1 0,2 0 0,0 0 1,0-1-1,1 0 0,1 0 0,0 0 0,1 0 1,0-1-1,1-1 0,1 1 0,-1-2 0,2 1 1,13 10-1,-11-11-32,0-1 0,0 0 0,1-1 0,0-1 0,0 0 1,1-1-1,0 0 0,0-2 0,31 7 0,18 1-110,1-3-1,118 3 0,-81-14 7,174-24 0,-219 16 117,-1-3 0,0-1 0,0-4 0,80-36 0,-119 46 9,0-1 0,-1-1 0,-1 0 0,1-1 0,-2 0 0,1-2 0,-2 1 0,22-26 0,-30 30 5,1 0 1,-1 0-1,0 0 0,-1-1 1,0 0-1,0 0 0,-1 0 1,0 0-1,0 0 0,-1-1 1,-1 1-1,0-1 0,0 0 0,0 1 1,-2-1-1,1 0 0,-1 1 1,-3-16-1,-1 8-77,-1 1-1,0-1 1,-1 1-1,-1 0 1,-1 1-1,0 0 1,-1 0 0,0 1-1,-1 0 1,-1 1-1,0 0 1,-1 1-1,0 0 1,-23-14-1,-8-4-911,-1 3-1,0 2 0,-82-31 0,81 38-882,-1 2-1,-52-10 1,65 19-1549,-61-3 0,1 10-5767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9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18 15781,'-47'-18'3847,"50"25"2514,15 41-1725,-16-35-4442,-1-1-1,1 1 1,-2-1-1,0 0 1,0 1 0,-2-1-1,-3 20 1,-28 92 392,29-110-579,-30 84 35,-49 95 1,46-113-187,3 2 1,-27 101 0,51-139-2217,-7 66-1,15-88-70,1 0 0,1 1 0,1-1 1,7 42-1,13 4-10132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49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257 940 10705,'14'-7'320,"4"-4"312,1 0 0,1 2 1,0 0-1,0 2 0,27-7 0,-3 1 378,-1-3-1,0-1 1,-1-1-1,-1-3 1,46-30-1,-70 41-767,0-1 0,-1 0-1,-1-1 1,0-1 0,22-22 0,-34 31-186,0 1 0,0-1 0,-1 0 1,1 1-1,-1-1 0,0-1 0,1 1 1,-2 0-1,1 0 0,-1-1 1,1 1-1,-1-1 0,0 1 0,-1-1 1,1 1-1,-1-1 0,0 0 0,0 1 1,0-1-1,-1 0 0,0 1 0,1-1 1,-2 1-1,1-1 0,0 1 0,-1 0 1,0-1-1,0 1 0,-4-5 1,2 4 51,0-1 0,-1 1 0,1 1 1,-1-1-1,0 1 0,-1 0 0,1 0 1,-1 0-1,0 1 0,0 0 0,0 0 1,0 0-1,-1 1 0,-11-3 1,-3 0 210,0 1 1,-1 2-1,-30-1 1,17 3-65,0 2 0,0 1 0,1 2 0,-1 2 0,1 1 0,1 1 0,-57 25 0,66-24-172,0 2 0,0 1 0,2 0 1,0 2-1,0 1 0,1 0 1,1 2-1,1 0 0,1 1 1,-29 38-1,42-49-65,0 1-1,0-1 1,1 1 0,0-1-1,0 1 1,1 0 0,0 1-1,1-1 1,0 0 0,0 1-1,1-1 1,0 1 0,1 13-1,1-15-24,0 0 0,1 0-1,0 0 1,0-1 0,1 1 0,0-1-1,0 0 1,0 1 0,1-1-1,0-1 1,1 1 0,0-1 0,0 0-1,0 0 1,0 0 0,10 8-1,4-1-64,-1 0-1,2-1 1,-1-1-1,2 0 1,-1-2-1,1 0 1,1-2-1,33 8 0,0-4-114,1-2 0,69 1 0,-36-5 13,-1-5 0,0-4 0,0-3 0,164-36 0,-211 33 151,-1-2 1,0-2-1,-1-2 0,-1-1 0,0-2 0,-1-2 0,-2-1 1,0-1-1,-1-3 0,-1 0 0,-2-2 0,41-47 1,-45 40-6,-2-1 1,-1 0 0,-2-2-1,-2-1 1,-1 0 0,-2-2-1,21-73 1,-30 85 77,-3 12 28,0-1 0,3-27-1,-7 38-7,-1 0 1,0 0-1,0-1 0,-1 1 0,0 0 0,0 0 0,-1 0 0,0 0 0,-4-12 0,-38-92 1771,43 105-1670,1 0-1,0 0 0,0 0 0,0 1 0,0-1 0,1 0 0,2-8 0,1 1 650,-9 38-455,-18 67-365,-3-2 0,-5-1 0,-4-1 0,-57 105 0,-214 322 0,268-456 0,-87 137 0,-257 426 0,56 32 0,314-625 0,-15 62 0,24-79 0,1 0 0,0 0 0,1 0 0,0 0 0,1 1 0,1-1 0,3 23 0,-3-34 0,-1 1 0,1-1 0,-1 1 0,1-1 0,0 1 0,-1-1 0,1 1 0,0-1 0,0 0 0,0 1 0,0-1 0,0 0 0,0 0 0,1 0 0,-1 0 0,0 0 0,1 0 0,-1 0 0,0 0 0,1 0 0,-1-1 0,1 1 0,-1 0 0,1-1 0,-1 0 0,1 1 0,0-1 0,-1 0 0,1 0 0,0 0 0,2 0 0,0 0 0,0 0 0,-1-1 0,1 1 0,0-1 0,-1 0 0,1 0 0,-1-1 0,0 1 0,1-1 0,-1 1 0,0-1 0,0 0 0,4-3 0,2-4 0,0-1 0,-1 1 0,0-2 0,-1 1 0,0-1 0,-1 0 0,0 0 0,-1-1 0,0 0 0,0 0 0,-2 0 0,1 0 0,-2-1 0,2-14 0,0-6 0,-3 1 0,-1-1 0,-1 1 0,-8-48 0,-7 2-164,-4-1-1,-51-130 1,-6-16-315,66 183 410,1 0 0,2 0 0,-3-64 1,11 83-5,1 1 0,1-1 0,1 1 0,1-1 0,1 1 1,1 0-1,1 1 0,11-26 0,-14 37-4,1 1-1,0-1 1,1 1-1,0 1 0,0-1 1,1 1-1,0 0 1,0 0-1,1 1 1,0 0-1,0 1 1,12-8-1,3 2-270,1 0 1,-1 1-1,34-9 1,-50 18 276,68-21-1258,2 4 0,0 2 1,152-10-1,239 19-6660,-345 11 3260,-7 3-2649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7485,'7'-12'629,"0"-1"0,1 1 1,0 0-1,1 1 0,16-17 0,-9 12 182,41-37 2225,5 4 985,-61 49-3960,-1-1-1,1 1 0,0 0 0,0 0 1,0 0-1,0 0 0,0 0 0,0 0 1,0 0-1,0 0 0,0 0 0,0 0 1,0 1-1,0-1 0,0 0 0,0 1 0,-1-1 1,1 0-1,0 1 0,0-1 0,0 1 1,0-1-1,0 2 0,0-1-22,0-1 0,-1 1-1,1-1 1,0 1 0,0-1-1,-1 1 1,1-1 0,0 0 0,0 1-1,0-1 1,-1 0 0,1 0-1,0 0 1,0 1 0,0-1-1,0 0 1,0 0 0,1-1 0,19 26-2835,-12-7-12713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1107 0 15657,'-14'8'2571,"19"-2"-54,-4-5-2352,0-1 0,0 1 0,1 0 0,-1 0 0,0 0 0,0 0 0,0 0 0,0 0 0,0 1 0,0-1 0,-1 0 0,1 0 0,0 1 0,-1-1 0,1 0 0,-1 1 0,1-1 0,-1 1 0,1-1 0,-1 1 0,0 1 0,0 4 328,-1 0 0,0 0 0,0 0 1,-1 0-1,0 0 0,0 0 0,0 0 0,-4 6 1,-32 56 2285,-50 55-2198,-182 197 1,195-237-571,-123 134-11,152-169 0,-142 168 0,165-187-143,-15 20-1681,2 1 0,-31 58 0,61-98 781,1 0 1,1 1 0,0 0-1,-4 16 1,6-19-616,1 0-1,0 0 1,1 16 0,8 35-10665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0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16065,'0'-27'2491,"0"26"-2433,0 1-1,0 0 1,0 0-1,0-1 1,0 1-1,0 0 1,0-1-1,0 1 1,0 0 0,0 0-1,0-1 1,0 1-1,0 0 1,0-1-1,1 1 1,-1 0-1,0 0 1,0-1-1,0 1 1,0 0-1,0 0 1,1 0-1,-1-1 1,0 1-1,0 0 1,0 0-1,1 0 1,-1-1-1,0 1 1,0 0-1,0 0 1,1 0-1,-1 0 1,15-8 223,0 2 1,1 0 0,0 1-1,-1 1 1,1 0-1,1 1 1,-1 1-1,23-1 1,5-2-247,52-4 123,174 6 0,-86 15-2418,0 9-7604,-109-12 1575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4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61 6513,'0'-12'1439,"0"9"961,0 1-1509,-1 0-767,1 1 1,-1 0-1,1-1 0,0 1 1,0 0-1,0-1 0,-1 1 1,1-1-1,0 1 0,1-1 1,-1 1-1,0 0 0,0-1 1,1 1-1,-1 0 0,0-1 1,1 1-1,1-3 0,0 3-43,-1 0 0,1-1 0,0 1 0,0 0 0,1 0 0,-1 0 0,0 0 0,0 0 0,1 0 0,-1 1-1,0-1 1,5 0 0,10 0 193,0 0 0,0 1 0,0 1 0,0 0 0,17 5 0,-13-4-122,167 23 953,435 47 119,952 24-676,4-36-488,666 35 443,1697 199 1105,-576 74-1146,-1904-197-361,-457-56-143,1834 195 641,-488-111-47,-1124-124-452,-1-45 92,61-102 3292,-880 7-1782,-403 65-1562,11 32-2483,-14-28 1031,0-8-2815,7-39-4716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4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1538 68 12481,'-107'-47'4471,"85"29"1240,22 18-5679,0 0 0,0 0 0,0 0 0,0 0 0,0 0 0,0 0 0,0 0 0,0 0 0,0 0 0,0 0 0,0 0 0,1 0 0,-1 0-1,0 0 1,0 0 0,0 0 0,0 0 0,0 0 0,0 0 0,0 0 0,0 0 0,0 0 0,0-1 0,0 1 0,0 0 0,0 0 0,0 0 0,0 0 0,0 0 0,0 0 0,0 0 0,0 0-1,0 0 1,0 0 0,0 0 0,0 0 0,0 0 0,0-1 0,0 1 0,0 0 0,0 0 0,0 0 0,0 0 0,0 0 0,0 0 0,0 0 0,0 0 0,0 0 0,0 0 0,0 0 0,0 0 0,0 0-1,0 0 1,0 0 0,-1 0 0,1-1 0,0 1 0,15 10 1012,110 85 387,-25-21-902,157 151 1,-78-14-319,-159-183-230,-1 1 1,-2 1-1,17 39 0,73 207-436,-102-261 411,-1 0 0,0 0 0,-1 1 1,-1 0-1,0 0 0,-1-1 0,-2 30 0,-1-27-15,-1-1-1,0 0 1,-1 0 0,-1-1 0,-1 1 0,0-1 0,-2 0-1,1 0 1,-13 16 0,6-11-22,-1-1 0,-2 0 0,0-2 0,-1 0 0,-34 27 0,7-13-78,-2-2 0,-1-3-1,-1-1 1,-1-3 0,-64 21 0,15-13-487,-197 36 1,-111-16-1638,-168-19-4163,439-27 2911,-102 4-5273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5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79 6961,'-23'-18'1542,"24"18"-1387,0-1 0,0 0 0,0 1-1,0-1 1,0 1 0,0-1 0,0 1-1,0-1 1,0 1 0,1 0-1,-1 0 1,0-1 0,0 1 0,0 0-1,2 0 1,8-1 425,0-2 0,-1 1 0,1-1 0,-1-1 0,16-7 0,15-5 486,-31 11-671,-8 4-273,0-1 0,0 1 1,0 0-1,0 0 0,0 1 0,0-1 1,0 0-1,0 1 0,1-1 0,-1 1 1,3 0-1,-3 1-33,0 0-1,0 1 1,0-1-1,-1 1 1,1-1 0,0 1-1,-1 0 1,1 0-1,-1 0 1,1 0 0,-1 0-1,0 0 1,0 0-1,0 0 1,0 0 0,0 1-1,-1-1 1,1 0-1,-1 1 1,1-1 0,-1 0-1,0 1 1,0-1-1,0 0 1,0 1 0,0-1-1,0 1 1,-1-1-1,1 0 1,-3 5 0,-1 6 108,0 0 0,-1 0 0,-1-1 0,-8 15 0,-196 283 3755,108-169-2548,-60 110 174,128-189-1218,2 2-1,-30 85 1,49-110-284,2 0-1,1 0 1,3 1 0,1 0 0,-1 53-1,7-62-111,1-1-1,2 1 1,1-1-1,1 0 0,2 0 1,1 0-1,23 54 0,-12-46-241,2-1-1,1-1 1,2-1-1,1-1 1,2-2-1,1 0 1,2-2-1,1-1 1,44 33-1,-2-9-506,2-4-1,2-3 1,117 51-1,10-12-418,4-10 0,300 68 0,453 30-1610,-200-89-4,6-30-2587,-700-49 4724,355 20-4371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5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862 55 14325,'-37'-45'3059,"30"36"3939,-9 24-3152,-356 419 693,192-199-8524,136-168 724,2 3 0,4 1 0,-45 115 0,41-56-9493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6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0 15997,'-16'21'784,"7"-10"-194,1 0 1,0 0-1,0 1 1,1 0-1,1 1 1,0-1-1,-6 20 1,-31 164 4921,12-44-3424,-68 207 298,44-168-1959,47-162-465,2 0 1,0 0 0,2 0 0,1 1 0,1 0 0,2-1-1,3 32 1,-1-50 13,0 0-1,1 0 1,0 0-1,0 0 1,1 0-1,1-1 1,0 1-1,0-1 1,9 11-1,-9-14 11,1 0-1,-1-1 0,2 0 1,-1 0-1,1 0 1,0-1-1,0 0 0,0-1 1,1 1-1,0-2 1,-1 1-1,2-1 0,11 4 1,1-2-11,0-2 1,0 0 0,0-1-1,0-1 1,0-1-1,0-1 1,0-1 0,0 0-1,0-2 1,-1 0-1,1-2 1,-1 0 0,33-16-1,-32 13 16,-1-2-1,0 0 1,-1-1-1,0-1 0,-1-1 1,0 0-1,-1-1 1,-1-1-1,0-1 1,-2 0-1,0-1 0,20-32 1,-22 25-143,-1-1 0,-1 0-1,-1 0 1,-2-1 0,0 0 0,-2 0 0,-1-1 0,-1 1 0,-1-1-1,-2 0 1,-1 0 0,-1 0 0,-1 1 0,-1-1 0,-2 1 0,-1 0-1,-1 0 1,-1 1 0,-1 0 0,-22-38 0,24 50-359,-1 1 1,0 0 0,-1 1-1,0 0 1,-1 0-1,-13-10 1,7 9-2278,-32-20-1,31 24-3156,-1 10-3486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6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11205,'63'-63'128,"-46"21"-1080,23 15-2144,11 18-1205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7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8553,'1'-3'147,"1"1"1,-1 0 0,0 0 0,1 0-1,-1 0 1,1 0 0,-1 0-1,1 1 1,0-1 0,0 1-1,0-1 1,0 1 0,0-1-1,0 1 1,0 0 0,0 0 0,0 0-1,5-1 1,-1 1 229,1 1 0,0 0 1,0 0-1,0 0 0,12 3 0,-16-2-294,16 2 395,0 2 0,-1 0 1,0 2-1,0 0 0,0 1 1,-1 0-1,0 1 1,-1 1-1,27 22 0,9 11 126,62 69 0,-62-57-754,-2 3 0,-2 2 0,41 70 0,-63-86-1484,35 83 1,-45-86-686,-2 1 0,12 61-1,-10-16-3567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8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90 9053,'1'0'123,"0"-1"-1,-1 1 1,1 0 0,0-1 0,0 1 0,0-1 0,0 1-1,-1-1 1,1 1 0,0-1 0,0 1 0,-1-1 0,1 0-1,0 1 1,-1-1 0,1 0 0,-1 0 0,1 1-1,-1-1 1,1 0 0,-1 0 0,1 0 0,-1 0 0,0 0-1,0 1 1,1-1 0,-1 0 0,0 0 0,0 0-1,0 0 1,0 0 0,0 0 0,0 0 0,0 0 0,-1 0-1,1 0 1,0 0 0,-1-1 0,1 0 154,-1 0 0,1 1-1,-1-1 1,1 0 0,0 0 0,0 0 0,0 0 0,0 0 0,0 1-1,0-1 1,1 0 0,-1 0 0,1 0 0,0-2 0,0 3-91,-1 0 1,0 0-1,1 1 1,-1-1-1,0 0 1,0 0-1,0 0 1,0 1-1,1-1 1,-1 0-1,0 0 1,-1 0-1,1 1 1,0-1 0,0 0-1,0 0 1,0 0-1,-1 1 1,1-1-1,0 0 1,-1 0-1,1 1 1,0-1-1,-1 0 1,1 1-1,-1-1 1,1 1-1,-1-1 1,1 0-1,-1 1 1,0-1-1,1 1 1,-1-1 0,0 1-1,1 0 1,-1-1-1,0 1 1,0 0-1,1-1 1,-1 1-1,0 0 1,0 0-1,0 0 1,-1 0-1,-3-3-382,0 5 1289,-22 27-828,2 1 1,1 0-1,2 2 1,-27 50-1,-20 49-5332,60-110 2041,1 1-1,-7 27 0,1 17-8455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0:5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31 9589,'-3'-30'13542,"5"31"-12294,13 9-496,-1 0 1,-1 0 0,16 16-1,-24-20-657,0 0-1,-1 0 1,1 0-1,-1 1 1,0 0-1,-1 0 1,0 0 0,0 0-1,0 0 1,1 9-1,-1-6-38,-1 0-1,-1 1 1,0-1-1,0 0 1,-1 1-1,0-1 1,-1 1-1,0-1 1,-1 1-1,0-1 1,0 0-1,-1 0 1,-1 0-1,-6 13 0,0-4-14,-1-1-1,-1 0 0,-1-1 0,-1-1 0,0 0 1,-19 17-1,-23 15 45,-68 46 0,78-63-56,1 3 0,2 2 0,-43 46 0,85-81-29,0 0 0,-1 0 0,1 1 0,0-1 1,1 1-1,-1-1 0,0 1 0,0-1 0,1 1 0,-1-1 1,1 1-1,-1 0 0,1-1 0,0 1 0,-1 0 0,1-1 1,0 1-1,0 0 0,0-1 0,0 1 0,1 0 0,-1-1 1,0 1-1,1 0 0,-1-1 0,1 1 0,-1-1 0,1 1 0,0-1 1,1 3-1,1 0-15,0 0 0,0-1 0,1 1 0,-1-1 0,1 0 0,0 0 0,0 0-1,0-1 1,4 3 0,10 2-208,0 0 0,1-1 0,-1-1-1,1-1 1,36 3 0,-28-4-80,533 29-8747,-405-29 4052,86 5-6011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0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52 7753,'3'-18'736,"0"1"529,-3 0 7878,-17 25-7491,13-6-1494,1 0 1,-1 0-1,1 1 1,-1-1-1,1 1 1,0-1-1,0 1 0,0 0 1,0 0-1,0 1 1,1-1-1,0 0 1,-1 1-1,-1 5 1,-10 11 392,-126 186 2545,24 13-4433,48-63-3177,28-49-2614,7-8-3482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1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8 232 12385,'22'-9'1072,"-1"-1"0,0-1 0,-1-1 1,0-1-1,20-17 0,-11 8-456,2 1 0,0 2 0,1 0 1,1 3-1,0 0 0,49-14 0,-81 29-612,0 1 0,-1 0 0,1-1 0,0 1 0,-1 0 0,1-1-1,0 1 1,-1 0 0,1 0 0,0 0 0,0 0 0,-1 0 0,1 0 0,0 0-1,0 0 1,-1 0 0,1 0 0,0 0 0,-1 0 0,1 0 0,0 0-1,0 1 1,-1-1 0,1 0 0,0 1 0,-1-1 0,1 0 0,-1 1-1,1-1 1,0 1 0,-1-1 0,1 1 0,-1-1 0,1 1 0,-1 0 0,0-1-1,1 1 1,-1-1 0,1 1 0,-1 0 0,0-1 0,0 1 0,1 0-1,-1 0 1,0-1 0,0 1 0,0 0 0,0 0 0,0-1 0,0 1-1,0 0 1,0-1 0,0 1 0,0 0 0,0 0 0,0-1 0,-1 1 0,1 0-1,0-1 1,-1 1 0,0 1 0,-1 5 19,0 1 0,-1-1 0,0 0 0,-1 0 0,-3 6 0,-168 217 232,114-156-193,-82 130 1,135-191-54,2 0 0,0 0 1,0 1-1,1-1 0,1 1 0,0 0 0,-2 19 1,5-27-4,1 0 1,-1-1 0,1 1 0,0 0 0,1 0-1,0-1 1,-1 1 0,2 0 0,-1-1 0,1 1-1,-1-1 1,2 1 0,-1-1 0,0 0 0,1 0-1,0 0 1,1 0 0,-1 0 0,1-1 0,-1 0-1,7 6 1,3-1-96,0 0-1,0-2 0,1 1 1,0-2-1,0 0 0,1 0 1,0-1-1,22 4 0,14 0-1142,64 4 0,113-6-5683,-191-6 5135,124-1-7382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2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600 113 5204,'42'-20'1331,"-41"19"-1165,1 0 0,0 0 0,-1 0 1,0 0-1,1 0 0,-1 0 1,0-1-1,1 1 0,-1 0 0,0-1 1,0 1-1,0-1 0,0 1 1,0-1-1,-1 0 0,1 1 0,0-1 1,0-2-1,0 0 363,1 2 1620,10-31 1260,-11 30-2213,14-20 3667,-64 140-796,19-35-2011,-70 136 0,-65 70-535,56-100-1975,63-109-695,-64 123-3686,51-64-4583,32-41-3282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3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231 124 7841,'1'-39'3627,"1"-13"5385,-4 23-6723,1 25 530,0 9-1341,-69 231 3544,59-206-4894,-72 224-2845,49-124-2667,10 2-3924,16-44-2515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3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547 154 14513,'14'-10'329,"8"-6"403,2 1-1,-1 1 1,2 1 0,0 1 0,31-10-1,0 8 808,0 2 0,72-5 0,-109 14-1293,0 1-48,-1 0 0,0 1 0,1 0 0,-1 2 0,1 0 0,-1 1 0,0 1-1,0 1 1,26 8 0,-42-11-177,0 0 0,0 0 0,-1 0 0,1 0 0,0 1 0,0-1 0,-1 0 0,1 1 0,-1-1 0,1 1-1,-1 0 1,1 0 0,-1-1 0,0 1 0,0 0 0,0 0 0,0 0 0,0 0 0,-1 0 0,1 1 0,-1-1-1,1 0 1,-1 0 0,0 0 0,1 0 0,-1 1 0,-1 2 0,1 2 6,-1-1-1,0 1 1,-1-1 0,1 0 0,-1 1-1,-1-1 1,1 0 0,-5 7-1,-16 23 62,-1-1-1,-54 58 0,45-56-41,-48 69 0,61-69-15,2 0-1,1 1 1,1 0 0,3 2-1,1-1 1,2 2 0,2-1-1,-7 81 1,14-104-31,-1 0 0,0-1 0,-2 1 1,0-1-1,-1 0 0,0 0 0,-2 0 0,0-1 1,0 0-1,-1 0 0,-1-1 0,-1 0 0,0 0 1,-1-1-1,0-1 0,-1 1 0,0-2 0,-1 0 0,0 0 1,-23 13-1,1-4-34,-1-2 0,0-1 1,-1-1-1,-66 17 0,28-15-759,-114 13 0,187-30 717,-86 6-1295,32-10-3149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3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43 11397,'0'-42'16295,"2"44"-14344,1 1-1803,-1-1 1,0 1 0,0-1 0,0 1 0,0 0-1,0 0 1,-1 0 0,1 0 0,-1 0-1,0 0 1,0 0 0,0 0 0,0 0 0,0 1-1,-1-1 1,0 0 0,1 1 0,-1-1-1,0 0 1,-1 6 0,-3 23-173,-1-1 0,-1 0 0,-1 0 0,-24 60 1,-67 119-538,38-86-118,-20 71-5886,38-61-3259,21-44-2211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0 14285,'-12'2'548,"8"-2"-327,0 0 1,0 1 0,0-1 0,0 1-1,0 0 1,0 0 0,0 0 0,1 0-1,-1 1 1,0-1 0,1 1 0,-1 0 0,1 0-1,0 0 1,0 1 0,0-1 0,0 1-1,0 0 1,0 0 0,0 0 0,1 0-1,-3 4 1,-10 23 1650,0 0 0,3 1 0,0 1 0,-12 54 0,21-73-1781,1 1 1,0-1-1,1 1 0,0 0 0,1-1 0,1 1 0,0 0 0,1-1 0,0 1 1,1-1-1,1 0 0,0 0 0,1 0 0,7 14 0,-8-20-153,1 0 0,0-1 0,1 1 0,0-1 1,0 0-1,0-1 0,0 1 0,1-1 0,0 0 0,0-1 0,1 0 0,-1 0 0,13 5 0,10 1-253,1 0 0,37 5 0,-43-9 135,35 6-159,0-2 1,0-3-1,62 0 1,-89-8 411,-1 0 1,0-2-1,1-2 0,-2-1 1,1-1-1,-1-2 0,42-17 1,107-42 1776,-162 62-1500,-12 4-88,0 0-1,1 0 0,-1 1 1,12-1-1,-18 2-241,1-1-1,-1 1 1,1 0 0,-1 0-1,1 0 1,-1 0 0,1 0-1,-1 0 1,1 0 0,-1 0-1,0 0 1,1 0 0,-1 1-1,1-1 1,-1 0 0,1 0 0,-1 0-1,1 1 1,-1-1 0,0 0-1,1 0 1,-1 1 0,1-1-1,-1 0 1,0 1 0,1-1-1,-1 0 1,0 1 0,0-1-1,1 1 1,-1-1 0,0 0-1,0 1 1,0-1 0,1 1-1,-1-1 1,0 1 0,0-1-1,0 1 1,0-1 0,0 1-1,0-1 1,0 1 0,0-1-1,0 1 1,0-1 0,0 1 0,0-1-1,0 0 1,0 1 0,-1-1-1,1 1 1,0-1 0,0 1-1,-1-1 1,1 0 0,0 1-1,0-1 1,-1 1 0,1-1-1,0 0 1,-1 1 0,1-1-1,-1 1 1,-108 142 76,49-67-112,15-19-1196,17-24-2588,2 2 0,1 1 0,-37 73 0,40-50-9571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4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136 278 8429,'0'-2'154,"0"1"-1,0-1 1,0 0 0,0 1 0,-1-1-1,1 0 1,-1 0 0,1 1 0,-1-1-1,0 1 1,1-1 0,-1 1 0,0-1 0,0 1-1,0-1 1,0 1 0,0-1 0,-1 1-1,1 0 1,0 0 0,-2-1 0,2 1-36,0 0 1,0 0 0,1 0-1,-1 0 1,0 0 0,1 0 0,-1 0-1,1 0 1,-1 0 0,1 0-1,-1 0 1,1 0 0,0 0-1,0-1 1,-1 1 0,1 0-1,0 0 1,0 0 0,0-2-1,0 0 248,-2-4 57,0-1 0,-1 1 1,0 0-1,0 0 1,-1 1-1,0-1 0,0 1 1,0-1-1,-1 1 0,0 1 1,-10-10-1,-14-18 1224,24 26-733,1 0 0,0 0-1,0-1 1,-5-13 0,33 14 43,51-2-63,0 4 0,147 8 0,-52 2-1096,-150-5 78,399-3-3864,-139-7-2154,-205 4 3134,-28-2-2056,-23 2-2910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4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9937,'28'-20'2435,"-22"16"3187,-13 36-751,0 0-3700,5 11-6,2 53 0,3-64-1609,0 0 1,13 45-1,-10-55-960,1 0 0,20 41 0,11 5-6608,-12-26-1815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 11073,'2'1'231,"0"1"-1,0-1 1,0 1 0,0-1 0,0 1-1,0 0 1,0 0 0,-1-1 0,1 1-1,-1 1 1,1-1 0,-1 0-1,0 0 1,0 0 0,0 1 0,0-1-1,0 1 1,0-1 0,-1 1 0,1 2-1,1 0 159,0 1-1,0-1 0,0 0 1,0 0-1,1 0 1,5 8-1,-7-11-305,8 11 298,1-1 0,0 0 0,0-1 0,1 0 0,1-1-1,-1 0 1,2-1 0,23 14 0,-21-16-272,1 0 0,-1-2 0,1 0 0,25 4 0,-37-10-552,1 1-1,-1-1 0,0 0 1,0 0-1,0-1 1,0 1-1,0-1 0,0 0 1,0 0-1,0 0 0,0 0 1,5-6-1,15-6-759,-2 8 1095,0 1 0,1 1-1,0 1 1,24 0-1,-20 1 493,1-1 0,34-8 0,24-16 1024,-2-5-1,132-68 0,-201 91-1283,0-1-1,-1 0 0,-1 0 1,0-2-1,0 1 1,-1-2-1,0 0 0,-1 0 1,12-20-1,-22 31-114,1-1 1,-1 1-1,0 0 0,-1-1 0,1 1 0,0 0 0,-1-1 0,1 1 0,-1-1 0,0 1 0,1-1 0,-1 1 1,-1-1-1,1 1 0,0-1 0,-1 1 0,1-1 0,-1 1 0,1-1 0,-1 1 0,0 0 0,0-1 1,0 1-1,-1 0 0,1 0 0,0 0 0,-4-4 0,4 5-6,1 1 0,-1-1 0,1 0 0,-1 0 0,0 1-1,1-1 1,-1 1 0,0-1 0,0 1 0,1-1 0,-1 1 0,0-1 0,0 1 0,0 0 0,0-1 0,0 1 0,1 0-1,-3-1 1,-8-1-132,-1 0-1,0 1 1,0 0-1,0 1 1,0 0-1,0 1 1,0 0-1,1 1 1,-1 0-1,0 1 1,1 0-1,0 1 0,0 0 1,0 1-1,0 0 1,1 1-1,-18 12 1,24-15-89,-35 31-3289,20-8-1928,11-4-2189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6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14 8121,'9'-13'4485,"-17"20"3917,-9 13 938,9-8-6921,-21 67-2419,9-20 0,-6 4-420,-2-2 1,-2 0-1,-63 90 1,79-131-1944,-21 42 0,10-3-5193,-2 23-8267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7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28 11489,'-20'-3'5445,"26"-9"-2893,1 0 1344,20 15-2396,0-3-324,9 6-308,28 3-287,0-3-745,9 6-753,1-6-639,-4-3-928,11 6 4,13 9-3433,3 0-5096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7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1 16233,'0'0'2997,"-16"18"-317,-4 27 76,3-3-248,-10 6-275,0 4-265,-13 11-576,0 6-1392,-7 4 0,-7-1 0,-3-3 0,4-2 0,3 2-672,-11-12-1952,4-12-793,17 10-23,10 11-3229,10-9-6292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8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888 25 11845,'14'-20'3060,"-11"16"-57,-6 6-239,-12 11-1244,1 0 0,0 1 0,1 1 0,0 0-1,-12 20 1,-18 22 377,-65 60-1280,-170 145 0,74-75-4705,121-102-1862,35-23-920,5 11-6160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8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13881,'54'-21'2432,"-34"21"-231,17 0-549,26-3-368,-2 3-352,9 6-528,7 0-348,10-6-392,14 6-748,6-9-932,-3 0-1045,13 9-1735,13-3-3769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9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123 151 10841,'1'-4'2402,"4"-8"-1223,1 0 1,0 0-1,1 1 0,0 0 0,0 0 1,2 1-1,-1 0 0,1 0 0,14-12 1,-17 17 38,21-16 788,-26 22-1950,1 0 0,-1 1 0,0-1-1,0 0 1,1 1 0,-1-1 0,0 1 0,0-1 0,0 1 0,0-1 0,-1 1-1,1 0 1,0-1 0,0 3 0,-4 8 0,-1 0 1,0 0-1,-1-1 1,0 0-1,-1 0 1,0 0-1,-11 14 0,-34 48 97,25-38-156,1 1-1,2 1 0,2 1 0,-20 48 0,36-70-31,0-1 0,1 1 1,1 0-1,1 1 1,0-1-1,0 31 0,2-41-51,1 1 0,-1-1-1,1 0 1,1 1-1,-1-1 1,1 0 0,0 0-1,0 0 1,0 0 0,1 0-1,0-1 1,0 1-1,1-1 1,0 0 0,0 0-1,0 0 1,0 0 0,1-1-1,-1 0 1,7 5 0,-8-7-227,1 0 0,0 0 0,0 0 0,0 0 0,0-1 0,0 0 0,0 0 0,0 0 0,1 0 0,-1 0 1,0-1-1,1 0 0,5 0 0,33-9-9584,-14 1-468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09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17 8457,'7'-17'3663,"-14"27"2260,-14 22-1786,3-8-2170,2 0-1,-21 41 1,24-41-1366,0 0 1,-2-1-1,0-1 1,-19 21 0,-105 85-1169,56-55-3837,6 5-6489,39-34-1347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10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0 9129,'-56'3'5835,"47"-2"-5336,0 0 0,1 1 0,-1 0 1,0 1-1,1 0 0,-12 5 0,-57 26 2103,53-24-1282,0 0-1,-29 18 1,34-17-373,19-11-917,0 0-1,0 0 1,-1 0-1,1 1 1,0-1-1,0 0 0,0 0 1,0 1-1,0-1 1,0 0-1,0 0 1,-1 1-1,1-1 1,0 0-1,0 0 0,0 1 1,0-1-1,0 0 1,0 0-1,0 1 1,0-1-1,0 0 1,0 0-1,0 1 0,1-1 1,-1 0-1,0 0 1,0 1-1,0-1 1,0 0-1,0 0 0,0 0 1,0 1-1,1-1 1,-1 0-1,0 0 1,0 0-1,0 1 1,1-1-1,-1 0 0,0 0 1,9 8 210,-9-8-231,4 3 53,0 0 0,0 0 0,0-1 0,1 0 0,-1 0 0,1 0 0,0 0 1,-1-1-1,1 0 0,0 0 0,8 1 0,59-3-68,-49-1-81,434-17-5185,-150 8-4603,-163 8-98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1:1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70 10993,'0'0'65,"0"1"0,-1-1 1,1 0-1,0 0 0,-1 0 0,1 0 0,0 0 1,0 0-1,-1 0 0,1 1 0,0-1 0,-1 0 0,1 0 1,0 0-1,-1 0 0,1 0 0,0 0 0,-1 0 1,1-1-1,0 1 0,0 0 0,-1 0 0,1 0 1,0 0-1,-1 0 0,1 0 0,0-1 0,0 1 0,-1 0 1,1 0-1,0 0 0,0 0 0,-1-1 0,1 1 1,0 0-1,0 0 0,0-1 0,0 1 0,-1 0 1,1-1-1,0 1 0,13-9 1965,15-12 1039,-24 18-2726,-1 0-1,1 1 1,0-1-1,0 1 1,0 0-1,0 0 1,0 0-1,1 0 1,-1 1-1,8-2 0,46-7 1743,-53 9-1980,0 1 1,-1-1-1,1 1 0,0 0 0,0 1 0,-1-1 1,1 1-1,0 0 0,-1 0 0,1 0 0,-1 1 1,1 0-1,-1 0 0,0 0 0,0 0 0,8 6 0,-11-7-81,0 0 0,-1 0-1,1 0 1,0 0 0,-1 1-1,1-1 1,-1 0-1,0 0 1,1 0 0,-1 1-1,0-1 1,0 0-1,1 1 1,-1-1 0,0 0-1,0 0 1,0 1 0,-1-1-1,1 2 1,0 1 44,-1 4-40,0 1 0,-1-1 0,0 1 0,0-1 0,0 0 0,-1 0 0,-1 0 0,1 0 0,-1 0 0,0-1 0,-1 1 0,-7 7 0,-17 35 114,25-43-129,1 0 0,0 0-1,0 0 1,0 0 0,1 1-1,0-1 1,1 1 0,-1-1 0,2 1-1,-1-1 1,1 1 0,0 0-1,0-1 1,1 1 0,2 7 0,1-4-36,1-1 1,1 1-1,0-2 1,0 1-1,0-1 1,2 0-1,-1 0 1,15 13-1,6 8-354,-26-28 351,11 13-248,0 1 0,-1 0 0,0 1-1,8 18 1,-17-31 213,-1 1 0,0-1 0,-1 1 0,1 0-1,-1-1 1,0 1 0,0 0 0,0 0 0,-1 0-1,1 0 1,-1 0 0,-1 0 0,1 0 0,-1 0 0,1 0-1,-1 0 1,-1 0 0,1 0 0,-1-1 0,0 1-1,-4 7 1,-2 0-21,0-1 0,-1-1 0,0 1 0,-1-1 0,0-1 1,-1 0-1,0 0 0,0-1 0,-18 9 0,-18 8-259,-56 20 0,63-28 3,-97 37-1541,92-39-1244,0-4-3652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4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623 217 16854,'-12'-25'1016,"1"-1"0,-10-31 0,20 53-629,1-1 0,-1 0 0,1 0 0,0 1 0,1-1-1,-1 0 1,1 1 0,0-1 0,0 0 0,0 1-1,0-1 1,5-7 0,2-14 2447,-6 13-1450,-4 11 268,-13 24 314,-1 7-1966,1 0 0,-22 61 0,-12 72 0,19-59 0,-79 206 54,2-8-325,-28 95-8375,108-320 5619,-7 28-3822,11-1-4195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4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18 284 16113,'-17'-12'2897,"71"-10"-665,3 1-444,9 0-348,15 3-296,29-9-544,41 0-1068,30 0-560,40-6-976,30 2-776,44 7-3141,33 3-5108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0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3200,'3'6'2821,"0"12"-2961,4-6-20,-24 3-437,-13 9-903,10-6 860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936 210 10857,'-7'-5'483,"1"1"0,0-1 0,0-1 0,0 1 1,1-1-1,0 0 0,0-1 0,0 1 0,1-1 0,0 0 0,0 0 0,-5-13 1,-27-54 7494,31 54-6103,-2-5 1884,4 25-2318,1 16-865,-2 28-576,-2 1 0,-19 71 0,-40 88 0,10-56 0,-6-3 0,-103 175 0,61-153 0,-130 163 0,176-265 0,56-65 0,1 1 0,-1-1 0,1 1 0,-1 0 0,1-1 0,-1 1 0,1-1 0,-1 0 0,1 1 0,-1-1 0,0 1 0,1-1 0,-1 0 0,0 1 0,1-1 0,-1 0 0,0 0 0,1 0 0,-1 1 0,0-1 0,0 0 0,-1-1 1,1 0-1,-1 1 1,1-1-1,0 0 1,-1 0-1,1 0 1,0 0-1,0 0 1,0 0-1,0 0 1,0 0-1,0 0 1,0-1-1,0 1 1,0 0-1,1-1 1,-1 1-1,0-1 1,1 1-1,-1-1 1,1 1 0,0-1-1,-1 1 1,1-1-1,0 1 1,0-1-1,0 1 1,0-1-1,0 1 1,1-4-1,0-5-20,0 0 0,1 1 0,4-18-1,227-573-2282,-172 456 2065,71-131-88,-101 222 326,2 1-1,76-91 0,-94 127 71,-1 0-1,2 2 1,0-1-1,1 2 0,0 0 1,25-13-1,-37 23-4,1 0 0,0 0 0,0 1-1,0 0 1,0 0 0,1 0 0,-1 1 0,1 0 0,-1 0-1,0 0 1,1 1 0,-1 0 0,1 1 0,-1-1-1,1 1 1,-1 0 0,1 1 0,-1 0 0,0 0 0,0 0-1,0 1 1,0-1 0,0 1 0,9 8 0,1 2-10,-2 0 1,0 1-1,0 1 0,-2 0 1,0 1-1,0 1 1,-2 0-1,0 0 1,-1 1-1,11 29 1,0 9 16,-2 1 1,12 74-1,-9-4-43,9 232 0,-33 130-153,-1-309-57,4-158-55,2 136-2096,0-137 1698,0-1-1,2 1 1,0-1-1,1 0 1,12 29 0,-14-42 269,0-1 0,0 1 1,1-1-1,0 0 0,0 0 0,1 0 1,0 0-1,0-1 0,0 0 1,12 9-1,-13-12 73,-1 0 0,1 0 1,0 0-1,0 0 0,-1-1 0,1 1 1,0-1-1,1 0 0,-1 0 1,0-1-1,0 1 0,0-1 0,0 0 1,1 0-1,-1 0 0,0-1 0,0 0 1,0 1-1,0-1 0,7-3 0,36-19-4816,2-9-2807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3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21 375 10897,'-20'12'2484,"20"-34"-404,20-8-143,13 6-577,4 3-340,17 3-196,16-6-196,24-6-324,16-3-564,21-1-528,16-2-856,14-6-668,20 6-2549,10 0-3824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3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190 215 10033,'-2'-3'252,"0"0"-1,0-1 1,0 1 0,0-1 0,1 1-1,-1-1 1,1 0 0,0 1 0,-1-8-1,3 9 57,-1-1-1,1 0 1,0 0-1,-1 0 1,1 0-1,0 1 1,1-1-1,-1 0 1,0 1-1,1-1 1,-1 1 0,1-1-1,2-1 1,-3 2 9,0 1 0,-1-1-1,1 0 1,-1 1 0,1-1 0,-1 0 0,0 0 0,1 1 0,-1-1 0,0 0 0,0 0 0,0 1 0,0-1 0,-1-3 0,0-8 1050,4 4-218,0 0 0,0 1 1,0-1-1,7-9 0,-9 16 5,0-14-320,1-3 534,-6 18-874,-4 10-300,-1 5-194,1 1 0,0-1 0,1 2 0,1-1 0,-6 20 0,-19 88 0,17-59 0,-74 405 0,79-411 0,5-35 0,-6 58 0,9-72 0,1-1 0,0 0 0,1 1 0,0-1 0,0 0 0,1 0 0,4 14 0,-5-20 0,0 0 0,0-1 0,0 1 0,0 0 0,0-1 0,0 1 0,0-1 0,0 0 0,1 1 0,-1-1 0,1 0 0,-1 0 0,1 0 0,-1 0 0,1 0 0,0 0 0,-1 0 0,1 0 0,0-1 0,0 1 0,-1-1 0,1 1 0,0-1 0,0 0 0,0 0 0,0 0 0,-1 0 0,1 0 0,0 0 0,0 0 0,0-1 0,3 0 0,4-1 0,-1-1 0,1 0 0,-1-1 0,0 1 0,11-8 0,30-22 0,-2-2 0,-1-2 0,76-80 0,55-47 0,-155 147 0,0 2 0,1 0 0,1 1 0,0 1 0,1 2 0,46-16 0,-61 25 0,-1-1 0,0 2 0,0-1 0,1 1 0,-1 1 0,1 0 0,-1 0 0,1 1 0,-1 0 0,0 0 0,0 1 0,1 1 0,16 6 0,-15-4 0,-1 1 0,1 0 0,-2 0 0,1 1 0,-1 0 0,0 1 0,0 0 0,-1 0 0,0 1 0,12 17 0,14 25 0,-13-18 0,31 36 0,-49-65 0,0-1 0,1 1 0,0-1 0,0 0 0,-1 0 0,2 0 0,-1 0 0,0-1 0,1 0 0,-1 1 0,1-2 0,-1 1 0,1 0 0,0-1 0,0 0 0,5 0 0,0 0 0,-1-2 0,1 1 0,-1-2 0,0 1 0,1-1 0,-1 0 0,10-5 0,19-6 0,0 1 0,0 3 0,1 0 0,0 3 0,1 1 0,57 0 0,229 45 0,-153-13 0,-126-19 0,-18-3 0,-1-2 0,57 1 0,-59-4 0,-3-4 0,-5-7 0,7-7 0,-21 12 0,-2 0 0,5-6 0,-1-1 0,0 0 0,-1 0 0,5-17 0,-6 16 0,1 0 0,1 0 0,0 1 0,8-14 0,7-15 0,-21 42 0,0-1 0,1 0 0,-1 0 0,0 0 0,1 1 0,-1-1 0,1 0 0,-1 1 0,1-1 0,-1 0 0,1 1 0,-1-1 0,1 0 0,-1 1 0,1-1 0,0 1 0,-1-1 0,3 0 0,-2 2 0,0-1 0,0 0 0,0 1 0,0-1 0,0 1 0,0-1 0,0 1 0,0-1 0,0 1 0,0 0 0,0 0 0,0-1 0,0 1 0,0 0 0,-1 0 0,1 0 0,0 0 0,0 0 0,-1 0 0,1 2 0,11 25 0,-11-21 0,0 0 0,-1 0 0,1-1 0,-2 1 0,1 0 0,-1 0 0,0 0 0,-2 6 0,-20 57 0,16-50 0,-72 173-337,4-13-610,61-141 422,2 0 1,-11 72-1,21-96-303,-5 55-3392,7-64 3266,0 0-1,0 0 1,1 0 0,0 0-1,0 0 1,1 0 0,0-1-1,0 1 1,3 7-1,23 24-11378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28 173 15445,'-27'-52'2737,"27"25"-569,0 0-428,3 9-352,4 3-488,20 3-964,16-3-428,1 12-884,9 0-920,11 9-1128,20 15-1501,16 6-3892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5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137 452 5092,'-2'-23'2089,"1"-1"1,1 1-1,6-43 0,-6 51-1330,0-1 1,-1 1 0,0-1 0,-2 1 0,0-1-1,0 1 1,-1 0 0,-13-28 0,8 18 1485,-10-40 0,6 9 2059,12 52-2920,1 9-85,-9 145-483,1-15-629,-7-3-147,-8 109-281,18-153-1332,0 52-4346,9-5-3342,7-24-3568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6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512 157 10953,'32'-35'2202,"-31"34"-1949,-1-1 0,1 1-1,-1-1 1,0 0 0,0 1-1,0-1 1,0 0 0,0 1-1,0-1 1,0 0 0,0 1-1,-1-1 1,1 1 0,-1-1 0,1 1-1,-1-1 1,0 1 0,1-1-1,-1 1 1,0-1 0,-1 0-1,-3-10 1365,4 10-1425,0 0 1,0-1-1,0 1 0,0 0 0,0 0 0,0 0 1,-1 0-1,1 0 0,-1 0 0,1 1 1,-1-1-1,0 0 0,0 1 0,0-1 0,0 1 1,0 0-1,0-1 0,0 1 0,0 0 0,0 0 1,-1 1-1,1-1 0,0 0 0,-1 1 0,1-1 1,0 1-1,-1 0 0,1 0 0,0 0 0,-1 0 1,-3 1-1,-2 0 71,0 0-1,0 0 1,0 1 0,0 0-1,0 0 1,1 1 0,-1 0-1,-10 6 1,4 1-40,0 0 0,1 0 0,0 1 0,1 1 0,-12 15 0,-50 69 497,60-76-564,-19 26-3,3 2 1,2 0-1,-28 70 1,43-87-111,2 1 0,1 0 0,1 1 1,2 0-1,2 0 0,-3 64 0,8-84-40,0 0-1,2 1 1,0-1-1,0 0 1,1 1-1,0-1 1,2-1-1,-1 1 1,1-1-1,1 1 1,1-1-1,11 16 1,-11-18-1,1-1 0,0 0 0,0-1 0,1 0 0,0 0 0,1-1 0,0 0 0,0-1 0,0 0 0,1 0 0,0-1 0,0-1 1,0 0-1,16 4 0,-3-3 2,-1-2 0,1 0 1,-1-2-1,1 0 1,0-2-1,-1 0 0,1-2 1,-1 0-1,0-2 1,0-1-1,0 0 0,0-2 1,-1-1-1,-1 0 0,1-2 1,-2 0-1,1-1 1,-2-1-1,0-1 0,0-1 1,-1-1-1,-1 0 1,-1-1-1,0-1 0,-1-1 1,-1 0-1,-1 0 1,19-40-1,-18 29-73,-2-1 0,-1 0 0,-2 0-1,-1-1 1,-1 0 0,-2-1 0,-1 1 0,-2-1 0,-1 0 0,-1 1 0,-2-1 0,-2 0-1,0 1 1,-18-62 0,14 68-358,0 0-1,-2 0 1,-1 1 0,0 0-1,-23-33 1,30 53 77,1-1 1,-2 1-1,1 0 0,-1 0 1,1 1-1,-1-1 1,-1 1-1,1 0 0,0 1 1,-1-1-1,0 1 0,0 0 1,0 0-1,0 1 0,0 0 1,-1 0-1,1 0 0,-1 1 1,1 0-1,-1 0 1,0 1-1,1 0 0,-1 0 1,0 0-1,1 1 0,-1 0 1,1 0-1,-9 3 0,11-3-391,-1 1-1,0 0 1,1 0-1,-1 0 1,1 0-1,0 0 0,-5 4 1,5-2-844,0 1 0,0-1 0,0 1 0,0-1 0,-3 7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7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342 204 5044,'0'-4'497,"0"0"0,0 0 0,0 0 0,0 0 0,1 0 0,0 0 0,-1 0 0,2 0 0,-1 0 0,0 0-1,1 0 1,0 1 0,0-1 0,0 1 0,0-1 0,0 1 0,1 0 0,-1 0 0,6-5 0,-5 1 1176,-1-10-517,2-35 3113,-4 49-3975,0 0-1,-1 0 1,1 0-1,-1 0 1,0 0 0,0 0-1,0 0 1,0 0-1,0 1 1,-1-1-1,1 0 1,-1 1-1,0 0 1,0-1-1,-4-3 1,5 6-216,0 0 0,-1 1-1,1-1 1,-1 0 0,1 1 0,0 0 0,0-1 0,-1 1 0,1 0 0,0-1 0,0 1-1,0 0 1,-1 0 0,1 0 0,0 0 0,-1 2 0,1-2 48,-6 6 33,1 0 0,0 0 1,1 0-1,-1 1 0,1 0 0,1 0 0,-5 10 0,-24 71 665,18-47-546,-74 206 115,14 7-3362,74-247 2790,-45 193-5508,25-63-1965,12-5-3873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16 8813,'6'-15'11661,"-26"36"-9573,-17 18-224,17 0-376,-10 6-220,-33 79 561,29-55-1517,4 1-876,-7-1-848,14 9-1049,-8-2-1187,15 5-2637,12 0-5684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36 7853,'2'0'160,"-1"-1"1,0 0-1,0 0 1,0 1-1,0-1 0,0 0 1,0 0-1,0 0 1,0 0-1,0 0 1,0 0-1,-1 0 1,1-1-1,0 1 0,-1 0 1,1 0-1,0-3 1,-1-7 4272,0 6-2089,-4 7-198,-3 3-1536,-1 0-1,1 0 0,0 1 0,1 0 0,-1 0 0,1 1 0,0-1 1,1 1-1,0 1 0,0-1 0,-7 16 0,-4 11 1169,-18 55-1,31-81-1637,-97 290 1759,75-222-4606,-14 83-1,28-96-3407,-6 115 0,16-58-5824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8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80 190 11265,'-1'-29'2458,"1"23"-1681,1 0-1,-1-1 1,-1 1-1,1 0 1,-1 0-1,0 0 1,-1 0-1,-2-8 1,3 12-405,-1-1 0,1 0 0,1 0-1,-1 0 1,0 0 0,1 0 0,-1 0 0,1 0 0,0 0 0,0 0-1,1-4 1,-1 4-241,0-1 0,1 1 0,-1 0 0,1 0 0,0 0 0,0 0 0,0 0-1,0 0 1,1 0 0,-1 0 0,1 0 0,-1 0 0,1 1 0,0-1 0,3-2-1,0 3-62,1 0-1,0 1 0,0-1 0,-1 1 0,1 1 0,0-1 0,0 1 0,0 0 0,0 0 0,9 2 1,-2 0-31,0 1 1,0 0-1,0 1 1,0 0 0,-1 1-1,1 0 1,-1 1 0,-1 0-1,1 1 1,-1 0-1,0 1 1,-1 1 0,0-1-1,0 2 1,-1-1 0,0 1-1,0 1 1,13 21-1,-14-18-158,1 1-1,-2 0 1,0 0-1,-1 0 1,0 1-1,-1 0 0,-1 0 1,-1 1-1,0-1 1,-1 1-1,-1-1 1,0 1-1,-2 0 0,-2 26 1,-4-16-51,0 0-1,-2 0 1,0-1 0,-2-1-1,-1 1 1,-1-2 0,-1 0 0,-1 0-1,-20 22 1,-25 25-239,-94 86 0,92-96 242,51-51 152,8-8 13,0 1-1,1-1 1,-1 0-1,1 1 1,0 0 0,0 0-1,-4 5 1,6-7 3,0 0 0,0 0 1,0 0-1,0 0 0,0 0 1,0 0-1,0 0 0,0 0 1,0 0-1,0 0 1,1 0-1,-1-1 0,0 1 1,1 0-1,-1 0 0,1 0 1,-1 0-1,1 0 0,-1-1 1,1 1-1,-1 0 0,1 0 1,0-1-1,-1 1 0,1 0 1,0-1-1,0 1 0,0-1 1,-1 1-1,1-1 1,0 1-1,2-1 0,4 4-6,0 0 0,1-1 0,-1 0 0,1 0 0,0-1 0,0 0 0,0-1-1,0 1 1,8-1 0,15 0-113,35-4 1,-21 0-101,754-50-8087,-578 35 3874,55-3-3423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29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1883 280 9369,'15'-17'2522,"-2"-1"-1,18-28 1,-24 34-2057,0 1-1,0-1 1,1 2-1,1-1 1,-1 1-1,2 0 1,0 1-1,0 0 1,0 1-1,21-13 1,-3 7-71,0 2 1,1 1-1,0 2 1,0 0-1,34-4 0,-42 10-283,-1 0-1,1 2 0,-1 0 0,1 2 0,0 0 1,-1 1-1,0 1 0,33 9 0,-45-10-90,-1 1 0,1 0-1,-1 1 1,0 0-1,0 0 1,0 0 0,-1 1-1,1 0 1,8 9 0,-13-11-16,1-1 1,-1 1-1,0 0 1,0 0-1,0 0 0,0 1 1,-1-1-1,1 0 1,-1 1-1,1-1 1,-1 1-1,-1-1 1,1 1-1,0 0 1,-1-1-1,0 1 0,1 0 1,-2-1-1,1 1 1,0 0-1,-1-1 1,1 1-1,-3 4 1,0 0-10,0 0 0,-1-1 0,0 1 0,0-1 1,-1 0-1,0-1 0,0 1 0,-10 9 0,-58 45-136,60-50 120,-205 133-371,158-109 273,2 3 0,1 2 0,-58 53 0,110-89 108,1 0 1,0 1 0,0-1 0,0 1 0,1 0 0,0 0-1,0 0 1,0 0 0,0 0 0,1 1 0,0-1-1,0 1 1,0-1 0,-1 10 0,3-10 3,0 0 0,1 0 1,-1 0-1,1-1 0,0 1 0,0 0 0,1-1 1,-1 1-1,1 0 0,0-1 0,0 0 1,1 1-1,-1-1 0,1 0 0,0 0 0,0-1 1,7 8-1,30 26 2,2-2-1,64 43 1,-35-27-46,-26-20 31,-26-19 13,0 2 1,-1 0-1,0 0 1,-1 2-1,-1 0 1,18 23-1,-31-35 10,-1 0 0,0-1 0,0 1 0,0 0 0,0 0 1,-1 0-1,1 0 0,-1 1 0,0-1 0,-1 0 0,1 1 0,-1-1 0,1 0 0,-1 1 0,-1-1 0,1 0 0,-1 1 0,1-1 0,-1 0 0,0 0 0,-1 0 0,1 1 0,-1-1 0,0 0 1,0-1-1,0 1 0,-5 7 0,-2 0-14,0-1 1,-1 0 0,-1 0-1,1-1 1,-1 0 0,-1 0-1,-18 9 1,-14 5-49,-1-1-1,0-3 1,-2-1 0,-51 11 0,-202 35-562,-238 9-1932,-7-25-2106,181-17-1253,121-7-1290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30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2165 163 5493,'-1'-7'235,"-1"0"0,1 0 1,-2 0-1,1 1 1,-1-1-1,0 0 1,0 1-1,0 0 1,-1 0-1,0 0 1,-1 0-1,1 1 1,-1-1-1,0 1 1,0 0-1,-1 1 1,0-1-1,-7-4 1,-4 2 46,0 1 1,-1 1 0,0 0-1,0 2 1,0 0-1,-26-1 1,30 2-133,-109-6 939,0 5 0,1 6 0,-222 33 0,266-23-891,1 3 0,1 4 1,0 3-1,2 3 0,-108 54 0,94-38-94,46-22 243,-64 38 0,102-55-263,0 0 0,1 1 0,-1-1 0,1 1 0,0 0 0,0 0 0,0 0 0,0 0 0,-3 8 0,0-1 54,-16 34 247,2 1 0,1 1 0,-15 64 0,3-12-16,-38 115 306,-58 307 0,106-394-559,5 2 0,6 0-1,12 242 1,5-305-89,2 0 1,3-1-1,3-1 0,3 0 0,3-1 0,2-1 1,3-1-1,63 105 0,-60-120-120,3 0 1,1-3-1,3 0 1,1-3-1,2-1 1,1-1-1,2-3 0,2-1 1,1-3-1,1-1 1,51 23-1,-28-22-1484,2-3 0,118 30 0,40-11-4941,-48-19-1521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2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2596 452 6297,'72'-16'405,"488"-97"3837,-415 92-3549,637-118 3284,-521 71-2221,95-22 1438,-350 89-3131,0 0 0,0 0 0,0 0 1,-1 1-1,1 0 0,0 0 0,0 0 0,0 1 0,0 0 1,0 0-1,9 3 0,-13-2-43,0-1 0,1 0 1,-1 0-1,0 1 0,0 0 0,0-1 1,0 1-1,0 0 0,0 0 0,0 0 1,-1 0-1,1 0 0,0 0 0,-1 1 0,0-1 1,0 0-1,0 1 0,0-1 0,0 1 1,0-1-1,-1 1 0,1 0 0,-1-1 1,1 1-1,-1 4 0,-2 21 86,0-1 0,-2 0 0,-1 0 0,-1 0 1,-1-1-1,-17 40 0,14-35-8,-269 646 1693,67-181-1158,124-261-797,10 3 1,11 3-1,-68 469 0,94-185-138,39-470 279,-15 242-40,-20 13 75,32-278 8,-1 0 0,-1-1 0,-13 31 0,11-39 19,-2-2-1,-23 35 1,32-53-37,-15 22 33,-1 0-1,-2-1 1,0-1-1,-2 0 1,0-2-1,-2-1 1,0 0-1,-1-2 1,-1-1-1,0-1 1,-2-1-1,1-2 1,-2 0-1,-42 12 1,-15-1 23,-2-3 0,-170 19 0,-188-20-68,-273-47-1008,0-42-2115,264 23-826,142 17-1443,17-6-3064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1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244 238 8729,'-8'-11'704,"6"8"-402,-1 0 1,1 0-1,0 0 1,0-1-1,0 1 0,1-1 1,-1 1-1,1-1 1,0 0-1,0 1 0,-1-6 1,1 4 190,-1 1 0,0 0 1,0 0-1,0 0 0,-1 0 0,1 0 1,-1 0-1,-5-5 0,4 5-7,0-1-1,0 0 1,1 1-1,0-2 1,-4-6 0,4 6-9,0 0 1,0 0 0,-1 0 0,0 0-1,0 1 1,-1 0 0,0 0 0,1 0 0,-2 0-1,-9-7 1,-22-22 1969,35 32-1403,-9 25-262,6-11-665,1-1 0,0 1 1,0 0-1,2 0 1,-1 0-1,0 15 0,0 80 135,-1 3-108,-7-34-117,5-40-235,1-1 1,2 1 0,1-1 0,5 50 0,-1-66-123,-1-5 75,1-1 1,0 1-1,1-1 0,0 0 0,9 20 0,-10-29 201,0-1-1,0 1 1,0-1-1,1 1 1,0-1-1,0 0 0,0 0 1,0 0-1,0 0 1,1 0-1,-1-1 1,1 1-1,-1-1 1,1 0-1,0 0 1,0-1-1,0 1 1,0-1-1,0 0 1,1 0-1,6 1 0,-1-2 24,0 0 0,-1 0-1,1 0 1,0-2-1,-1 1 1,14-4-1,-13 2 20,28-7 76,0-1 1,-2-2-1,1-1 1,41-24 0,130-88 619,-45 25-319,-145 92-346,-1 0-1,2 2 1,-1 0 0,1 1-1,0 1 1,0 1-1,0 0 1,31-1 0,-44 4-17,23-4 27,-1-1-1,42-14 1,-50 12-9,1 2 0,0 0-1,1 1 1,0 1 0,-1 2-1,30-1 1,98 22 261,-144-18-283,175 40 99,-38-7-130,-128-33 66,0 0 0,0-1-1,1-1 1,-1 0-1,0 0 1,0-2 0,0 0-1,-1-1 1,24-8 0,-18 5 190,1 1 0,0 1 0,35-4 0,-49 8-165,0 1 0,0 0 0,0 0-1,0 1 1,0-1 0,-1 1 0,1 1 0,0-1 0,0 1-1,5 2 1,-9-2-53,1-1 0,-1 1 0,0-1 0,0 1 0,0 0-1,0-1 1,-1 1 0,1 0 0,0 0 0,-1 0 0,1 1 0,-1-1 0,0 0 0,0 1-1,0-1 1,0 1 0,0-1 0,0 1 0,-1-1 0,1 1 0,-1-1 0,0 1-1,1 0 1,-2 4 0,3 0-628,-1 0-1,1 0 1,0 0 0,1 0-1,0 0 1,0-1 0,0 1-1,9 11 1,-4-4-2064,-1-5-2393,6-2 2591,-5-4 252,33 17-7622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1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11 338 8409,'-10'-117'1588,"13"80"-488,1-14-592,2 15-540,21-9-1612,-20 18-1304,3 3-1049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1 222 8957,'77'-53'2398,"-73"50"-2057,-1-1 0,0 1-1,0 0 1,-1-1 0,1 0 0,-1 0 0,0 0 0,0 0-1,0 0 1,0 0 0,-1 0 0,1-1 0,-1 1-1,0 0 1,-1-1 0,1 1 0,-1-7 0,1 5 186,-1 0 0,1 1 0,0-1 0,1 1 0,3-11 1,6-4 1273,-12 18-1654,1 1 1,0 0-1,0 0 0,-1 0 1,1 0-1,0 0 0,-1 0 1,1 0-1,-1 0 0,0 0 1,1 0-1,-1 0 0,0 0 1,0 0-1,1 0 0,-1 0 1,0 1-1,0-1 0,0 0 1,0 1-1,0-1 0,0 0 1,-2 0-1,-1-2 636,3 4-706,0-1 0,0 1-1,1 0 1,-1 0 0,0 0-1,0-1 1,0 1 0,0 0 0,1 0-1,-1 0 1,1 0 0,-1 0-1,0 1 1,1-1 0,0 0 0,-1 0-1,1 2 1,-9 27 463,8-23-375,-12 46 210,3 1-1,3 0 0,-2 84 0,10-74-1481,3 1 1,19 105-1,-8-86-963,11 49-2889,-1-45-1149,13 12-4807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1 480 16870,'70'-103'2520,"-3"55"-604,20 9-432,7 3-936,3 3-516,20 0-312,24-4-724,30-5-748,16 0-724,21 3-2833,13 12-4256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2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75 5016,'-8'12'1307,"6"-9"-57,1-6 56,-3-4-233,-1 0 0,1 0-1,-2 0 1,1 1 0,-1 0-1,0 0 1,0 0 0,-1 1 0,1-1-1,-1 2 1,-1-1 0,1 1-1,-15-6 1,15 11 882,6-1-1879,-5 4 358,0-1 1,0 1 0,0 0-1,1 0 1,0 1 0,0 0-1,0 0 1,0 0 0,1 1-1,0-1 1,0 1 0,-5 10-1,-14 37-216,1 2 0,3 1 0,3 1 0,2 0 0,-11 95 0,21-111-250,1 1 0,3-1 0,1 1 0,2-1 0,2 0-1,2 0 1,2 0 0,23 69 0,-24-91-599,1 0-1,1 0 1,1-1 0,0 0-1,18 21 1,42 35-9110,1-10-6343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2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68 465 14117,'-22'-7'1171,"17"6"-447,0-1 1,0 1-1,0-1 1,-1 1-1,1 1 1,-9-1-1,29-7 3326,-7 2-3333,28-13 815,2 1 1,74-24-1,89-14-1842,-136 40 11,653-138-6825,11 42-5520,-588 94 6282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2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1163 4 10889,'-5'-2'365,"-1"2"-1,1-1 1,-1 1 0,0 0 0,1 0-1,-1 0 1,0 1 0,1 0 0,-1 0-1,1 0 1,0 1 0,-8 3-1,-26 6 1940,11-4-998,0 2 1,1 1-1,0 1 0,0 1 0,2 2 0,-1 0 0,-33 27 0,-155 139 2828,200-167-4031,-65 62-2,3 4 1,-82 110 0,111-124-555,3 2 1,2 2-1,-56 131 1,93-188-503,0 1 1,1 0-1,1 0 1,0 0-1,1 1 1,-1 20-1,3-21-771,0-1 0,1 0 0,1 0-1,4 15 1,15 37-11092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10 13645,'2'-8'1853,"-4"7"-403,-10 13 560,-16 29 703,-50 113 3582,-45 72-2940,1-2-2463,85-156-1254,-13 25-1449,-50 128 0,87-183 27,2 0 0,-9 52 0,16-61-591,1 1 1,1 0-1,5 56 0,10 2-8019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4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152 185 7233,'0'0'1919,"-3"-3"-79,2 0-1433,-1 0 0,0 1-1,0-1 1,0 1 0,0 0 0,-1-1 0,1 1 0,-1 0 0,1 0 0,-1 1 0,0-1 0,0 1 0,0-1 0,-5-1 0,-14-1 2386,1 1 1,-40 0 0,58 3-1018,211-41-2097,103 1-4804,-119 18 895,-35 3-1467,3 3-3199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792 18 9721,'0'-18'3490,"-6"29"1351,-4 20-803,5-13-4439,-1 5 660,0 0-1,-2-1 0,0 1 0,-2-2 1,0 1-1,-2-2 0,-26 38 1,-11 4 238,-58 57 1,99-110-417,-59 56 550,-3-2-1,-108 73 0,72-52-82,92-71-466,1 0 0,0 1 0,0 1 0,-18 28 0,30-42-100,1 0-1,-1 0 1,1 0 0,0 0-1,-1 0 1,1 1 0,0-1-1,0 0 1,-1 0-1,1 0 1,0 0 0,0 0-1,0 0 1,1 1-1,-1-1 1,0 0 0,0 0-1,0 0 1,1 0 0,-1 0-1,1 0 1,-1 0-1,1 0 1,-1 0 0,1 0-1,0 0 1,-1 0-1,1 0 1,0 0 0,0-1-1,-1 1 1,1 0 0,0-1-1,0 1 1,0 0-1,0-1 1,0 1 0,0-1-1,0 1 1,2 0 0,3 1-126,0 1 0,0-1 1,0 0-1,0-1 0,9 2 1,-1-3-291,0 0 0,0-1 0,0 0 0,0-2 0,24-6 1,-19 5-111,173-58-6511,-119 35 2575,24-6-3920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4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71 4940,'0'-2'156,"1"0"0,0 0 0,-1 0-1,1 0 1,0 0 0,0 0 0,0 1-1,0-1 1,0 0 0,0 1 0,1-1-1,-1 0 1,0 1 0,1 0-1,-1-1 1,1 1 0,0 0 0,2-2-1,-1 2 1334,0 0-14,24-19 5698,-29 18-5963,2 1-1053,-1 0 1,0 0-1,1 0 1,-1 0-1,0 1 1,0-1-1,0 0 1,1 0-1,-1 0 1,0 1-1,0-1 1,0 0-1,0 1 1,0-1 0,0 1-1,-1-1 1,-1 0-1,1 2-48,1 0 0,-1 0 0,1 0 0,-1 0 1,1 0-1,-1 0 0,1 0 0,-1 0 0,1 1 0,0-1 0,0 0 0,0 1 0,0-1 0,-1 3 1,-205 296 5632,95-131-6227,-7-6-3777,71-96 98,18-20-1973,-6 5-5291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6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57 10465,'-108'-23'6665,"58"1"61,-4 11-2309,52 10-4099,0 5-67,-24 85-121,-23 68-2408,-45 96-61,90-239 2298,0 1 1,1-1-1,0 1 0,1 0 1,1 0-1,1 0 0,0 0 1,0 0-1,6 27 0,-4-34-200,0 0 1,-1 0-1,0 0 0,-1 1 0,1-1 1,-2 0-1,1 0 0,-1 0 0,0 0 1,-1 0-1,0 0 0,0 0 0,-1 0 1,0 0-1,0-1 0,-1 0 0,0 1 1,0-1-1,0-1 0,-1 1 0,0-1 1,-1 1-1,1-2 0,-1 1 0,0-1 0,-1 1 1,1-2-1,-12 7 0,-30 16-3344,-58 24-1,94-45 2687,-55 26-5013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6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74 341 11325,'-40'18'2424,"24"-24"-364,-1 0 2025,44-6-3273,26-6-124,14-9-188,30 0-220,21-7-240,22-2-572,28 0-536,16 0-640,20 3-320,11 3-745,2-4-1291,1 10-2993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0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1015 389 11149,'-3'1'-13,"2"1"582,-1-1 0,0 0 0,0 0-1,1 0 1,-1 0 0,0 0 0,0 0-1,0 0 1,0-1 0,-3 2 0,4-3-260,0 1 1,0 0 0,0-1-1,0 1 1,0-1-1,1 1 1,-1-1 0,0 0-1,0 1 1,0-1 0,0 0-1,1 0 1,-1 0-1,0 1 1,1-1 0,-1 0-1,0 0 1,1 0-1,-1 0 1,1 0 0,-2-3 2624,-2 5-1847,-5 2-828,0 1 0,0 0 1,0 0-1,1 1 0,-1 0 0,1 1 0,1 0 1,-1 0-1,1 1 0,0 0 0,-7 8 1,-13 19 280,-28 43 0,47-66-432,-95 157 418,-189 358-500,214-380-246,-69 133-874,26 9 218,114-269 725,1 1 0,0 1 0,2-1 0,1 0 0,0 1 0,1 23 0,2-38 96,0-1-1,1 1 1,0-1-1,0 0 0,0 1 1,1-1-1,0 0 0,0 0 1,0 0-1,1 0 1,-1 0-1,4 5 0,-3-7 10,0 0 0,1 0 0,-1 0 0,1 0 0,-1 0 0,1-1 0,0 1-1,0-1 1,0 0 0,0 0 0,0-1 0,1 1 0,-1-1 0,0 0-1,1 0 1,8 0 0,0 0-15,0-1 0,1-1 0,-1 0 0,1-1 0,-1-1 0,0 0 0,0 0 0,0-1 0,15-8 0,13-7-110,53-33-1,-50 24 201,-1-2 0,-2-1 0,-1-3 0,-2-1-1,-1-2 1,-2-1 0,-1-2 0,-3-2-1,-1 0 1,-2-2 0,-2-1 0,37-89 0,71-245 1055,-25-9-182,3-10 105,-107 381-945,61-172 624,-58 169-535,2 1-1,0 0 1,0 1 0,2 1 0,0-1 0,1 2-1,20-20 1,-28 31-140,0 1 0,1 0 0,-1 0-1,1 0 1,0 0 0,0 1 0,0 0 0,1 0-1,-1 1 1,1 0 0,-1 0 0,1 0 0,0 1-1,0 0 1,-1 0 0,1 1 0,0 0-1,0 0 1,0 1 0,0-1 0,0 2 0,-1-1-1,1 1 1,0 0 0,-1 0 0,1 1 0,-1-1-1,10 8 1,4 2-2,-1 1 0,0 1 0,-1 1 0,-1 0 0,0 1 0,-1 1 0,19 27 0,2 8-9,-2 2 0,-3 1 0,-2 1 0,-3 2 0,20 61 0,-12-11 0,42 222 0,-55-179-150,3 226 1,-33 173-1570,7-506 1498,-11 325-6615,7-289 4401,1 5-1523,5-28-1571,7-10-3257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0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1 639 17050,'0'0'3116,"23"-3"-652,21-15-492,3-6-428,13-3-351,17-3-265,13-12-476,28-10-492,36-2-944,17-3-265,23-7-675,24 1-572,19 3-104,5 3-737,9 11-1371,0 4-3689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0 232 6213,'14'-37'6636,"-12"31"-5695,0 0 0,0 0 0,1 0 0,0 0-1,5-8 1,3 1-632,1 2 1,0-1-1,1 2 0,0-1 0,1 2 0,0 0 0,1 1 0,0 0 1,0 1-1,17-6 0,-4 4-160,1 1 1,0 1-1,0 1 1,55-4-1,-59 10-124,1 1-1,-1 1 1,1 1-1,-1 1 1,0 1-1,0 1 1,0 1-1,-1 2 1,0 0-1,-1 2 1,0 0-1,-1 2 1,0 0-1,-1 1 1,0 2-1,35 34 1,147 167-2973,-201-214 2673,0-1 0,0 1 0,0-1 0,1 1 0,-1-1 0,1 0 0,-1 0 0,1 0 0,0 0 0,0-1 0,0 1 0,0-1-1,0 0 1,0 1 0,0-2 0,1 1 0,4 1 0,-3-2-448,-1 0-1,1-1 1,-1 1 0,1-1-1,-1 0 1,0 0 0,1 0-1,7-4 1,25-12-4943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5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72 124 8621,'0'0'3362,"-4"0"-1873,-32-2 1346,33 1-1641,-26-8 3374,66 7-5242,0-3 1,-1-1 0,67-20 0,8-1-2067,2 5-2460,15-1-3252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6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1464 157 7613,'-9'-76'2447,"7"71"-2055,1 1 0,-1-1-1,0 1 1,0-1 0,0 1 0,-1 0-1,0 0 1,0 0 0,0 0-1,0 1 1,0-1 0,-1 1-1,1-1 1,-9-4 0,8 5 186,2 2-365,-1-1 1,1 0-1,-1 1 0,0 0 0,1 0 1,-1 0-1,0 0 0,0 0 0,0 0 0,0 1 1,0 0-1,0-1 0,0 1 0,0 0 1,0 0-1,0 1 0,0-1 0,0 1 0,0-1 1,0 1-1,0 0 0,-2 1 0,-3 2 127,0-1 0,0 1-1,1 1 1,-1-1 0,1 1-1,-10 9 1,-52 56 1530,4 2 0,-88 125 1,84-106-1180,-417 596 437,288-366-4822,78-101-1614,60-93-1885,8-3-4854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3:57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23 11065,'-17'0'1183,"-1"-1"0,1-1 0,0-1 0,0 0 0,-19-7 0,12 7 2205,19 3-3187,1 1-1,-1 0 1,1 0-1,0 0 0,-1 0 1,1 1-1,-7 4 1,5-3-24,1 1 0,0 0 1,0 0-1,0 0 0,1 1 1,-1-1-1,1 1 0,0 0 1,0 1-1,1-1 1,0 1-1,0-1 0,0 1 1,0 0-1,1 0 0,0 0 1,-2 11-1,2-3-45,-1-1 0,2 1 0,0-1 1,1 1-1,0 0 0,1-1 0,3 18 1,-1-16-177,1 0 1,0 0 0,1 0 0,1 0 0,1-1 0,0 0 0,1 0 0,0-1 0,1 0 0,12 14 0,-6-11-195,0-1 0,1 0 0,1-2 1,0 0-1,1 0 0,34 16 0,-11-11-269,0-1 1,1-2-1,1-3 0,1-1 1,-1-2-1,77 6 0,-77-12 372,-1-2 0,1-2 0,0-2 0,-1-2 0,1-2-1,75-22 1,-95 23 391,-10 3-109,0-1 0,23-11 0,-31 12 71,-1 1-1,1-1 1,-1-1 0,1 1-1,-1-1 1,0 0-1,-1 0 1,1 0-1,-1 0 1,5-8 0,0 2 907,-6 8-68,-6 4-68,-17 11-437,1 1 0,1 1 0,0 1 0,-30 33 0,16-15-205,-80 80-1164,-148 198-1,150-158-3717,8 7-4116,32-42-3686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7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995 465 5509,'22'-13'1210,"-17"11"-140,-4-1-106,7-22 717,-7 23-1074,-2-1-102,-2-4-269,-1 1-1,1-1 0,-1 1 0,-1 0 0,1 0 1,-1 0-1,-6-5 0,-18-25 1301,27 34-1448,1 0 0,-1-1 1,1 1-1,0-1 0,0 1 0,0-1 1,0 1-1,1-1 0,-1 0 0,1 1 1,-1-1-1,1 0 0,0 1 0,0-1 0,0 0 1,0 0-1,1 1 0,-1-1 0,1 0 1,0 1-1,-1-1 0,1 1 0,0-1 0,1 1 1,-1-1-1,2-2 0,1-1 1,1 1-1,-1-1 1,1 1 0,0 0-1,1 1 1,-1-1-1,1 1 1,0 0 0,7-4-1,17-6 87,1 1-1,0 1 0,0 2 1,48-10-1,133-12 176,852-68 1579,-1042 100-1815,-21 0-109,0 1-1,-1-1 1,1 1 0,-1-1 0,1 1 0,-1-1 0,1 1 0,-1-1 0,1 1 0,-1 0 0,1-1 0,-1 1-1,0 0 1,1-1 0,-1 1 0,0 0 0,0-1 0,0 1 0,1 0 0,-1 0 0,0-1 0,0 1 0,0 0-1,0 1 1,0-1 13,1 4 25,-1 0 0,1 0 0,-1 0 0,0 0 0,0 0 0,0 0 0,-1 0 0,0 0 0,-2 9 0,-18 43 240,17-48-250,-103 223 1154,84-184-771,2 0 0,2 1-1,-13 56 1,-17 46 470,-69 139 304,-62 169-242,140-342-750,-46 241-1,77-292-145,4-1-1,2 1 1,8 87-1,42 194 90,-45-335-135,0 1 0,-1-1-1,0 0 1,-1 1 0,0-1 0,-1 0-1,0 1 1,-1-1 0,0 0-1,-1 0 1,0 0 0,-1-1 0,-1 1-1,0-1 1,0 0 0,-1 0-1,-1 0 1,1-1 0,-2 0-1,1 0 1,-1-1 0,-1 0 0,0 0-1,-18 13 1,-1-3-12,-1-1-1,0-1 1,-1-2-1,-1-1 1,-54 17 0,2-7-70,-86 12 1,-361 26-3812,1-40-7639,482-21 9844,-113 2-7192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3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725 1 9153,'-3'1'701,"1"0"0,-1 0 0,0-1 0,0 1 0,1-1 0,-1 0 0,0 1 1,0-1-1,0 0 0,1 0 0,-1-1 0,0 1 0,0-1 0,-4-1 0,5 2-567,0 0-1,1 0 0,-1 0 1,0 0-1,0 0 1,0 0-1,0 0 1,1 1-1,-1-1 0,0 1 1,0-1-1,1 1 1,-1 0-1,0 0 1,-2 1-1,-34 25 1997,1 1 0,-53 55 0,60-55-1655,-37 37 392,3 4-1,2 2 1,-54 84 0,95-123-798,1 1 0,2 1 1,1 0-1,2 1 0,-19 66 1,29-82-54,0 1 1,2-1-1,0 1 1,2 0 0,0 0-1,1 0 1,1 0-1,0 0 1,2-1-1,0 1 1,2-1-1,11 35 1,-6-33-506,0-1-1,1 0 1,1 0 0,1-2-1,1 1 1,0-2 0,2 0-1,0 0 1,0-2 0,2 0-1,0-1 1,0 0 0,1-2-1,41 20 1,-35-21-492,2-1 1,-1-1-1,1-1 0,1-1 0,-1-1 1,1-2-1,0-1 0,0-1 0,0-2 0,0 0 1,51-8-1,-8-6-9693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4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0 249 13177,'23'-30'797,"-15"18"-321,0 1 1,1 0-1,0 1 1,1 0 0,0 1-1,17-12 1,2 3 704,0 2 1,2 1-1,0 2 1,49-15-1,-29 16-1094,0 1-1,1 3 1,67-2-1,-99 9-220,17-1-568,-1 1 0,1 2 0,-1 2 1,47 9-1,-68-9 299,-1 0 0,0 1 0,0 0 1,0 1-1,0 1 0,-1 1 0,1-1 1,-2 2-1,1 0 0,-1 0 1,0 2-1,-1-1 0,13 14 0,-20-17-46,0-1 0,0 1-1,0 1 1,0-1 0,-1 0-1,0 1 1,-1 0 0,1-1-1,-1 1 1,-1 0 0,1 0-1,0 12 1,-3 32-5007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4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4992,'71'9'809,"-28"-3"-665,4-15-1057,-3 0-563,12 0 904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5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9789,'1'-3'2441,"21"-24"10053,-6 50-10500,-5 3-1562,-2 1 1,10 44-1,-16-53-344,-2-1-1,0 0 0,-1 1 0,0-1 1,-5 25-1,0 26-127,5-61 21,0-1 12,0-1 0,0 1 0,1 0 0,-1-1 0,1 1 0,2 5 1,-3-10 4,1 0 1,-1 0-1,1 0 1,-1 0-1,1 0 1,0 0-1,-1 0 1,1 0-1,0 0 1,0-1-1,0 1 1,0 0-1,0 0 1,0-1-1,0 1 1,0 0 0,0-1-1,0 1 1,0-1-1,0 0 1,0 1-1,0-1 1,0 0-1,0 0 1,0 1-1,1-1 1,-1 0-1,0 0 1,0 0-1,0-1 1,0 1-1,1 0 1,-1 0-1,2-1 1,228-63-17,-36 9 123,-194 55-103,19-6 39,1 1 1,0 1-1,0 1 0,0 1 1,1 1-1,23 2 1,-40-1-25,0 2 0,0-1 0,-1 0 0,1 1 0,-1 0 0,1 0 0,-1 0 0,0 1 1,0 0-1,0-1 0,0 1 0,0 1 0,-1-1 0,1 0 0,-1 1 0,0 0 0,0 0 0,0 0 1,-1 0-1,4 8 0,16 21 59,-13-24-71,0-1 0,0 1-1,0-1 1,1-1 0,0 0 0,1 0-1,-1-1 1,1 0 0,0-1 0,1 0 0,-1-1-1,1 0 1,0-1 0,20 3 0,17 0-18,0-1 0,62-3 0,-103-2 2,51 0 2,0-2 1,0-3-1,-1-3 0,0-2 1,59-18-1,-112 26-18,0 1 0,0-1 0,0 0 0,0-1 0,0 1 0,0-1 0,-1 0 0,1 0 0,-1-1 0,0 1 0,0-1 0,0 0 0,0 0 0,3-5 0,-7 8-5,1 0 1,0 0-1,-1 0 1,1 0-1,-1 0 1,1 0 0,-1 0-1,0 0 1,0-1-1,1 1 1,-1 0-1,0 0 1,0 0 0,0 0-1,0-1 1,0 1-1,0 0 1,-1 0-1,1 0 1,0 0 0,0 0-1,-1 0 1,1-1-1,-1 1 1,1 0-1,-1 0 1,0 0 0,1 0-1,-1 0 1,0 1-1,1-1 1,-1 0-1,0 0 1,-2-1-1,0-1-105,0 1 0,-1 0-1,1 0 1,-1 0-1,0 0 1,1 1 0,-9-3-1,12 4 115,0 0 0,0 0 0,0 0 0,-1 0 0,1 0 0,0 0 0,0 0 0,0 0 1,0 0-1,-1 0 0,1 0 0,0 0 0,0 0 0,0 0 0,0 0 0,-1 0 0,1 0 0,0 0 0,0-1 0,0 1 0,0 0 0,0 0 0,-1 0 0,1 0 0,0 0 0,0 0 0,0 0 0,0-1 0,0 1 1,0 0-1,0 0 0,-1 0 0,1 0 0,0-1 0,0 1 0,0 0 0,0 0 0,0 0 0,0 0 0,0-1 0,0 1 0,0 0 0,0 0 0,0 0 0,0 0 0,0-1 0,0 1 0,0 0 0,0 0 0,0 0 1,0 0-1,0-1 0,0 1 0,1 0 0,-1 0 0,14-9-541,43-14 574,-13 6-107,0-8 1731,72-52-1,-114 76-1574,1-1 183,-3 6-82,1 9-85,-1 0 0,-1 0 0,0 0 0,0-1 0,-2 1 0,1 0 0,-8 18 0,-21 84 138,-23 70 1,25-105-179,-4-1 0,-3-1 1,-3-2-1,-75 107 0,62-110-26,-101 105 0,116-140 11,-3-3 0,0-1 0,-2-2 1,-51 30-1,82-56 33,0-1 1,-1 0-1,-18 6 1,27-10-35,1-1 0,-1 1 0,0-1 0,0 1 0,1-1 0,-1 0-1,0 0 1,0 0 0,1 0 0,-4-1 0,5 0-12,0 1 0,1 0-1,-1-1 1,0 1 0,1 0 0,-1-1-1,0 1 1,1-1 0,-1 1-1,0-1 1,1 0 0,-1 1-1,1-1 1,-1 1 0,1-1-1,-1 0 1,1 0 0,-1 1 0,1-1-1,0 0 1,0 0 0,-1 1-1,1-1 1,0 0 0,0 0-1,0 0 1,0 0 0,0 1-1,0-1 1,0 0 0,0-1-1,2-9-6,0 0 1,1 0-1,0 0 0,1 1 0,0-1 0,1 1 0,0 0 0,0 0 0,13-16 0,68-80-875,176-163-4392,-77 101-1652,-124 118 1421,3 5-3269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747 988 5360,'5'13'1302,"6"-20"4148,-10 1-4894,-2-1-1,1 1 1,-1-1-1,0 1 1,0 0-1,-1-1 1,0 1-1,0 0 1,0 0-1,-1 0 1,0 0-1,0 1 1,-7-10-1,5 9-215,0 1 1,0 0-1,-1 0 0,0 1 0,1-1 1,-1 1-1,-1 1 0,1-1 1,0 1-1,-14-5 0,6 4-69,1 1-1,-1 1 1,1 0 0,-1 0-1,0 1 1,0 1-1,1 0 1,-1 1-1,0 1 1,1 0 0,-1 1-1,-19 6 1,3 4-102,1 0 0,0 2 0,1 1 1,1 1-1,0 2 0,2 0 0,0 2 0,1 0 0,1 2 1,1 1-1,1 0 0,1 2 0,2 0 0,0 1 0,2 1 1,1 1-1,1 0 0,-13 41 0,22-54-203,1 0 0,0 1 0,1-1 0,1 1 0,0 0 0,2 0 0,0 0 0,3 27 0,-2-37-52,1 0 0,0 0-1,0 0 1,1 0 0,0 0 0,0-1-1,0 1 1,1-1 0,0 0 0,0 0-1,1 0 1,-1 0 0,1-1 0,1 0 0,-1 0-1,1-1 1,0 1 0,0-1 0,0 0-1,0-1 1,1 1 0,7 2 0,-6-3-63,0 0-1,0-1 1,0 0 0,0 0 0,0-1 0,1 0 0,-1 0 0,0-1 0,0 0 0,1-1 0,-1 0 0,14-3 0,-10 1 6,-1-1-1,1-1 1,0 0-1,-1 0 1,0-1-1,-1-1 1,17-12-1,-1-3-24,-2-2 0,0 0-1,-2-2 1,-1 0 0,24-40 0,-8 5 78,-2-3 1,-3-1 0,40-116 0,33-218 1096,-62 98 953,-19 107-49,-20 168-1636,-2 9 162,1-1 0,8-29 0,-7 36-114,-2 12-62,-6 26 150,-118 584-670,105-531-965,-24 175-4812,33-86-4522,13-104 537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5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8309,'6'-37'1524,"-2"19"176,2 0-1880,-9-6-860,-7 12-2036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3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91 118 15809,'-91'15'3105,"91"3"-613,4 1-292,16-13-140,0 3-335,27-9-337,36 3-324,11-6-196,20-6-284,27-3-760,26-1-1036,24-8-852,10-24-1221,34 3 197,26 24-3261,27-6-5788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1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1531 1662 4824,'24'-35'466,"-6"9"216,-1 0-1,-2-1 0,21-49 0,12-45 2105,-5-1-1,47-223 0,-22-129 1103,-37 162-1537,-30 307-2309,-1 0 1,0 0-1,0 0 0,0 0 0,0 0 1,-1 1-1,0-1 0,0 0 0,0 0 1,-3-4-1,3 6 122,1 0 34,-6-27 381,6 27 1856,-4 3-2310,1 0 1,-1 1-1,1-1 0,0 1 0,0 0 1,-1 0-1,1 0 0,0 0 0,0 1 1,0-1-1,0 1 0,0 0 0,0 0 1,1 0-1,-1 0 0,1 0 0,-3 4 1,-4 5 98,0 0-1,-14 24 1,0 0 276,-400 614 1091,354-523-1266,5 4 0,7 2-1,-57 192 1,96-256-325,2 2 0,4 0 0,-6 103 0,17-128 0,2 0 0,2 0 0,1 0 0,3-1 0,1 1 0,23 66 0,-10-55 0,3-1 1,36 60-1,72 96 0,8 16-9,-128-206-19,-1 1-1,0 0 1,-2 1-1,-1 0 1,-1 1-1,-1 0 1,3 24-1,-8-35 12,0 0-1,-1 0 1,0 0 0,-1 0-1,0 0 1,-1 0-1,-1 0 1,0-1 0,-1 1-1,0-1 1,-1 0-1,0 0 1,-1-1 0,-13 22-1,-1-8 1,0-2 0,-2 0 0,0-1 0,-2-1-1,0-1 1,-1-2 0,-1 0 0,-34 17 0,-232 98-55,173-86-770,-2-5 1,-2-6 0,-177 30 0,282-63 307,0 0 0,1-2 0,-1 0 0,0-1 1,0 0-1,0-2 0,-25-5 0,39 6 160,0 0 0,0 0 0,1 0 0,-1-1 0,0 0 0,1 1 0,0-1 0,-1 0 0,1-1 0,0 1 0,0-1 0,0 1 0,0-1 0,-3-5 0,1-1-2261,1 0-1,0 0 0,0-1 1,1 0-1,-3-17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2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2239 11769,'2'-1'416,"-1"-1"-1,0 1 1,0 0-1,-1-1 1,1 1-1,0-1 1,0 1 0,-1-1-1,1 1 1,0-1-1,-1 1 1,0-1-1,1 1 1,-1-1-1,0 0 1,0 1 0,0-1-1,0 0 1,0 1-1,0-1 1,0 1-1,-1-1 1,1 0 0,-1 1-1,1-1 1,-2-2-1,-2-16 3628,6-3-3772,5 5 489,1-1 1,1 1-1,1 1 0,16-25 0,57-64 448,-34 44-815,-9 11-367,178-249 25,-186 249-54,-2-1 0,-3-2 0,-2-1 0,21-67 0,-22 38 3,-4 0 0,-4-1 0,-3-1 0,-4-1 0,-4 1 0,-4-1 0,-15-133 0,9 180 0,-1 1 0,-3 0 0,-14-42 0,17 67 0,0-1 0,0 1 0,-2 0 0,-14-20 0,17 27 0,0 1 0,0 0 0,-1 0 0,0 0 0,0 1 0,-1 0 0,1 0 0,-1 1 0,-13-7 0,14 8 0,-1 1 0,0 0 0,1 0 0,-1 0 0,0 1 0,0 0 0,0 0 0,0 1 0,0 0 0,0 0 0,0 0 0,-10 3 0,6 0 0,1 0 0,-1 0 0,1 1 0,0 0 0,0 1 0,1 1 0,-13 8 0,3 0 0,0 2 0,2 0 0,0 1 0,0 1 0,2 1 0,-21 31 0,0 11 0,2 1 0,4 2 0,-36 105 0,35-68 0,-32 182 0,52-209 0,3 0 0,2 1 0,5-1 0,2 1 0,4 0 0,25 131 0,-20-166 0,2 1 0,2-2 0,1 0 0,2 0 0,37 58 0,-36-68 0,2-2 0,1 0 0,2-2 0,0 0 0,1-2 0,2 0 0,48 32 0,-42-36-32,0-1 0,2-2 0,0-1 1,0-2-1,2-1 0,-1-2 0,1-2 0,1-1 0,-1-1 1,53 0-1,-37-5-23,1-3 1,-1-1-1,0-4 1,0-1 0,0-3-1,88-30 1,-101 25 78,-2-1 0,0-2 1,-1-2-1,-1-1 0,-1-2 1,-1-1-1,-2-1 1,41-44-1,-61 58 49,0-1 0,-1 1 0,-1-2 1,0 1-1,-1-1 0,12-28 0,-20 41-73,1 0 0,-1 0 0,1 0 0,-1 0 0,1 1 0,-1-1 0,1 0 0,-1 0 0,0 0 0,0 0 0,0 0 0,1 0 0,-1 0 0,0 0 0,0 0 0,0 0 0,-1 0 0,1 0 0,0 0 0,0 0 0,0 0 0,-1 0 0,1 0 0,0 0 0,-1 0 0,1 0 0,-1 0 0,1 0 0,-1 1 0,0-1 0,1 0 0,-1 0 0,-1-1 0,0 2 0,0-1 0,1 1 0,-1 0 0,0-1 0,0 1 0,1 0 0,-1 0 0,0 0 0,0 0 0,0 0 0,1 1 0,-1-1 0,0 0 0,0 1 0,1 0 0,-1-1 0,0 1 0,-1 1 0,-8 4 0,1 0 0,0 1 0,1 0 0,-1 0 0,1 1 0,1 0 0,-12 14 0,-47 73 0,44-59 0,10-17-845,1 0-1,1 1 1,1 1 0,1 0-1,1 0 1,0 0 0,2 1-1,1 1 1,0-1 0,2 1 0,0-1-1,2 1 1,2 40 0,9-16-6021,9-1-4217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2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44 112 12965,'-44'-45'2060,"58"32"-411,-1 1 531,4-6-1948,-4 3-816,7 9-1000,0 3-893,14 6-1671,33 3-3161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2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284 135 12965,'-25'-30'1574,"-11"-15"1408,12 8 4101,19 28-6207,-4-5 2712,8 14-3481,0 0 1,0 0-1,0 0 1,0 1-1,0-1 0,0 0 1,0 0-1,0 1 0,0-1 1,0 0-1,0 1 0,1-1 1,-1 1-1,0-1 1,0 1-1,0 0 0,1-1 1,-1 1-1,0 0 0,1-1 1,-1 1-1,0 1 1,-8 8 9,0 0 0,1 1 1,1 1-1,-1-1 0,2 1 1,0 0-1,-5 15 0,-30 95 174,24-55-291,2 1 0,3 1 0,-3 89 0,14-115 0,3 1 0,10 65 0,-10-96 0,4 31 13,13 45-1,-15-74-33,1-1 0,1 1 0,0-1-1,1 0 1,14 21 0,-16-29-67,-1 0-1,2-1 1,-1 1 0,0-1 0,1 0-1,0-1 1,0 1 0,1-1-1,-1-1 1,1 1 0,0-1 0,0 0-1,0 0 1,0-1 0,0 0-1,1-1 1,-1 1 0,0-1-1,11 0 1,-5-1 9,0 0-1,-1-1 1,1 0 0,0-1-1,-1-1 1,0 0 0,1 0-1,-1-1 1,-1-1-1,22-11 1,14-15 219,-1-3-1,-1-1 1,41-44 0,-34 32 717,32-39 468,-83 85-1325,0 0 0,0 0 0,0 0 0,0 0 0,0 0 0,0 0 0,0 0 0,0 0 0,0 0 0,1 1 0,-1-1 0,0 0 0,1 1 0,-1-1 0,0 1 0,1-1 0,-1 1 0,1 0 0,-1 0 0,1-1 0,-1 1 0,1 0 0,-1 0 0,1 1 0,-1-1 0,0 0 0,1 0 0,-1 1 0,1-1 0,-1 1 0,0-1 0,1 1 0,-1 0 0,0-1 0,1 1 0,-1 0 0,0 0 0,0 0 0,0 0 0,0 0 0,0 0 0,0 0 0,0 0 0,0 0 0,0 1 0,0 1 0,2 2 0,0 1 0,-1 0 0,1 0 0,-2 0 0,1 0 0,0 0 0,-1 1 0,-1-1 0,1 9 0,-2 12-657,-10 49 1,7-54-277,0 0 0,2 1 0,0 32 0,3-48 655,0 1 1,0-1 0,0 1 0,1-1-1,0 0 1,1 0 0,-1 0 0,1 0-1,1 0 1,-1 0 0,1-1 0,1 0-1,-1 1 1,8 6 0,17 14-7379,4-2-5267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8185,'64'-30'1112,"-57"9"-544,3 0-464,6 12-264,4-3-228,1 12-152,2 0-192,4 6-228,-4-6-1133,11 9-19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3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2 214 5228,'0'-2'79,"-1"0"0,1 0 0,0 0 0,0 0 0,0 0-1,0 0 1,0 1 0,0-1 0,1 0 0,-1 0 0,1 0-1,-1 0 1,1 0 0,0 0 0,0 1 0,0-1-1,0 0 1,0 1 0,0-1 0,0 1 0,0-1 0,0 1-1,1-1 1,-1 1 0,1 0 0,-1 0 0,1-1-1,0 1 1,-1 1 0,1-1 0,0 0 0,0 0 0,-1 0-1,1 1 1,0-1 0,0 1 0,0 0 0,0-1-1,0 1 1,2 0 0,61-14-1442,-44 3-310,-8 3 2855,-6 9 4311,-9-9-4058,1 2-1117,-2-2 485,2-1 1,-1 1-1,1-1 1,0-12 0,1 19-818,0-1 0,0 1 1,0-1-1,1 1 1,-1-1-1,1 1 1,0-1-1,-1 1 1,1 0-1,0-1 1,1 1-1,-1 0 1,0 0-1,1-1 1,-1 1-1,1 0 0,0 1 1,-1-1-1,1 0 1,0 0-1,0 1 1,3-3-1,-1 3-320,1 0-1,-1 0 0,0 0 1,1 1-1,-1-1 0,0 1 1,1 0-1,-1 0 0,1 0 0,-1 1 1,0 0-1,1 0 0,5 2 1,-5-2 164,-3 0-266,0-1 0,-1 1 1,1 0-1,0 0 0,-1 0 0,1 0 0,0 1 0,-1-1 0,0 0 0,1 1 1,-1-1-1,0 1 0,0-1 0,0 1 0,2 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3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57 104 6741,'-8'-8'1909,"7"7"-722,0-1 0,0 0-1,0 0 1,0 1 0,1-1 0,-1 0 0,0 0 0,1 0-1,0 0 1,-1-2 0,1-4 185,-1 2-3421,1 3 2291,0 0 0,-1 1 0,0-1 0,1 1 0,-1-1 0,0 1 0,-1-1 0,1 1 0,0-1 0,-2-1 0,-1-3 474,3 5-559,0 1 0,0-1 0,0 1 0,0 0 0,0-1 1,0 1-1,-1 0 0,1 0 0,0 0 0,-1 0 0,1 0 0,-3-2 1,-2-2 3697,21 119-3481,19 201-995,-31-273 70,10 51 1,-10-79 339,0 0 1,2-1 0,-1 1 0,2-1 0,0 0-1,0 0 1,12 17 0,-17-29 199,1 1 0,-1 0 0,1 0 0,0-1 0,0 1 0,0-1 0,0 0 0,0 1 0,0-1 0,0 0 1,0 0-1,0 0 0,0-1 0,1 1 0,-1 0 0,0-1 0,0 1 0,1-1 0,-1 0 0,0 0 0,1 0 0,-1 0 0,0 0 0,1-1 0,-1 1 1,0-1-1,1 1 0,-1-1 0,0 0 0,0 0 0,3-1 0,4-3 100,0 0 0,0 0-1,0 0 1,-1-1 0,0 0 0,8-9 0,14-12 161,1 2 0,1 1-1,1 2 1,1 1 0,1 1 0,70-27 0,-51 27-61,1 3 0,0 2 0,1 3 1,70-7-1,-82 16-98,0 2 0,1 2-1,-1 2 1,-1 2 0,65 16 0,205 77 119,-294-91-180,1 0-1,1-1 1,0-1-1,34 4 1,-45-9-25,-1 0 0,0 0 0,1-1-1,-1 0 1,0 0 0,0-1 0,0-1 0,0 1 0,0-1 0,0-1 0,-1 0 0,16-9 0,-7 2-2,1-1 1,-2-1 0,22-21-1,-30 26-4,-1 0 0,-1 0 0,1-1 0,-1 0-1,-1 0 1,0 0 0,0-1 0,6-17 0,-9 18-10,1 0 0,-1 0 1,-1 0-1,0 0 1,0-1-1,-1-10 0,0 17 10,0-1-1,0 1 0,-1-1 0,1 1 0,-1 0 1,0-1-1,0 1 0,-1 0 0,1 0 1,0 0-1,-1-1 0,0 2 0,0-1 0,0 0 1,0 0-1,0 0 0,-1 1 0,-3-4 1,0 3-6,1 0 0,0 1 1,-1 0-1,1 0 0,-1 0 1,0 1-1,0 0 0,1 0 1,-1 0-1,0 1 0,0 0 1,-9 0-1,-1 2-7,1-1-1,0 2 1,-18 5-1,25-6-8,1 0-1,-1 1 0,1 0 0,0 1 0,0-1 1,0 1-1,1 1 0,-1-1 0,1 1 0,0 0 1,0 1-1,1-1 0,-7 10 0,12-14 20,0 0-1,0 0 1,0 0-1,0 0 1,0 0-1,0 0 1,1 0-1,-1-1 1,0 1-1,1 0 1,-1 0-1,0 0 1,1 0-1,-1 0 1,1 0-1,-1 0 1,1-1-1,0 1 1,1 1-1,-1 0-6,2 1 7,0 0 0,0 0 0,0 0 1,0 0-1,0 0 0,1-1 0,0 1 1,-1-1-1,1 0 0,0 0 0,0 0 1,0-1-1,0 1 0,0-1 0,1 0 0,4 0 1,15 3 27,41 1 1,-47-4-2,85 1 208,34 3 251,-121-3-342,1 1 1,0 0 0,-1 1 0,1 1 0,-1 1 0,16 8 0,-13-4-104,1 2 0,-2 0 1,1 1-1,-2 1 1,0 1-1,0 0 1,-2 1-1,0 1 0,25 37 1,-15-14 2,-3 0 0,-1 2 1,28 81-1,-33-72-40,-2 1 0,-3 1 0,-2 0 0,3 72 0,-9-30 0,-15 153 0,0-155 0,-4-1 0,-4-1 0,-4 0 0,-4-2 0,-3-1 0,-74 143 0,78-181 0,-3-1 0,-1-2 0,-52 59 0,65-84 0,-2-2 0,-1 0 0,0-2 0,-2 0 0,0-1 0,-1-1 0,0-2 0,-42 19 0,56-29 0,0 0 0,0-1 0,-1 0 0,1 0 0,-1-1 0,0-1 0,0 0 0,0 0 0,-19-3 0,26 2 0,0-1 0,0 0 0,0 0 0,0 0 0,0-1 0,1 1 0,-1-1 0,0 0 0,1 0 0,-1-1 0,1 1 0,0-1 0,0 1 0,0-1 0,0 0 0,0 0 0,1 0 0,-1-1 0,1 1 0,0-1 0,0 1 0,0-1 0,0 0 0,1 1 0,0-1 0,-1 0 0,1 0 0,1 0 0,-1-5 0,-1-7 0,1 0 0,1-1 0,0 1 0,1 0 0,1-1 0,1 1 0,0 0 0,1 0 0,1 0 0,8-18 0,13-25 0,42-70 0,-27 62-347,2 3 0,4 1-1,76-81 1,183-151-2933,104-51-9019,-182 179-516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6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0 12661,'-11'6'1294,"8"-5"-936,1 0 1,-1 0 0,1 1 0,0-1-1,-1 1 1,1-1 0,0 1-1,0 0 1,0 0 0,0 0-1,0 0 1,0 0 0,1 1-1,-3 3 1,-62 101 6572,2-4-4088,30-43-1889,-108 197 363,127-225-2037,1 1-1,2 0 0,1 1 1,2 0-1,-7 49 0,10-31-5042,2 62-1,6-28-6781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12789,'43'-69'5637,"-42"66"-4120,3 6-9,18 14-573,-1 2 0,0 0 1,-2 1-1,31 40 0,5 6-284,22 13-1068,4-3 0,110 81-1,199 104-5155,-4-56-4474,-253-147 3125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7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818 131 9557,'-27'-43'2440,"10"25"-228,-13-6-240,-7 12 57,-10 0-213,-3 3-220,-10 0-320,-7 6-252,-3 6-212,3 3-336,3 6-664,0-3-436,4 3-1048,3 0-1104,4 3-3149,6 12-5116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295 151 11273,'4'-9'838,"-1"0"1,1 0-1,-2-1 0,1 1 1,-1 0-1,1-17 0,-4-31 6725,0 46-6196,-2 10 1064,-3 16 1522,1-3-4493,-18 58 950,-25 133 1,29-117-380,-50 194-472,-4 10-742,26 6-423,39-224-764,-3 52-2934,10-42-3221,3-33-1829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8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1 603 11881,'10'-21'593,"0"0"0,2 0 0,1 1 0,0 1-1,2 0 1,0 1 0,1 0 0,0 1 0,20-14 0,6-2 4,2 3 1,1 1 0,91-42-1,-41 32-232,103-29-1,-33 24-302,116-16-479,-142 38 31,-112 20 154,40 4 0,-46-1 54,-1 1 1,1 1-1,0 0 1,-1 2 0,37 13-1,-50-15 102,-1 0 0,1 0-1,0 1 1,-1 0 0,0 0 0,0 0-1,0 1 1,-1 0 0,1 0 0,-1 0-1,0 1 1,-1 0 0,1 0 0,-1 0-1,0 0 1,-1 1 0,0 0 0,0-1-1,4 14 1,-4-6-22,-1-1 0,-1 1 0,0 0 0,0-1 0,-1 1 0,-1 0 0,-1 0-1,-4 22 1,-6 10 32,-22 52-1,6-15 250,9-22 39,-51 186 809,36-99-504,-39 201 121,63-284-516,3 1 1,3 0-1,7 91 0,-2-137-4,2-1-1,0 0 1,1 0-1,1 0 1,1 0-1,1 0 1,9 17-1,-12-27-48,1 0-1,0-1 1,1 1-1,0-1 0,0-1 1,1 1-1,0-1 1,0 0-1,1-1 0,0 0 1,0 0-1,0-1 0,1 0 1,-1 0-1,16 5 1,-8-5 11,1-1 0,0 0 0,0-2 0,0 0 0,0-1 0,0 0 0,0-2 0,1 0 0,-1-1 0,0 0 0,20-7 0,3-2 254,0-2 0,-1-2 1,54-29-1,-80 37-211,0 0-1,-1-1 0,0-1 0,0 0 1,-1 0-1,0-1 0,0 0 1,-1-1-1,-1-1 0,0 1 1,0-1-1,6-14 0,-10 17-84,-2 0 0,1 0 0,-1 0-1,0 0 1,-1 0 0,0-1 0,0 1-1,-1-1 1,-1 1 0,1-1 0,-2 0 0,1 1-1,-1-1 1,-1 1 0,0-1 0,0 1-1,0 0 1,-2 0 0,-5-13 0,0 3-210,-1 2 1,-1-1-1,-1 1 1,0 1-1,-28-29 1,22 26-69,-45-46-2844,-77-62 1,61 58-5573,56 47 956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9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993 307 12221,'3'-19'889,"-1"1"-1,-1-1 1,-1 0-1,-1 0 1,-3-20-1,2 31-443,0 0 1,0 0-1,-1 1 0,0-1 0,0 0 1,-1 1-1,0 0 0,0 0 0,-1 0 1,0 0-1,0 1 0,0 0 0,-1 0 1,-10-8-1,7 6-211,0 2-1,-1 0 1,0 0 0,0 0-1,0 1 1,0 1 0,-1 0-1,0 0 1,0 1 0,0 1-1,0 0 1,0 0 0,-19 0-1,13 3-123,1 0 0,0 1-1,0 1 1,0 0-1,1 1 1,-1 1 0,1 0-1,0 1 1,-15 9 0,8-4-58,1 1 1,0 1 0,1 1 0,1 1-1,-31 30 1,39-33-222,0 0-1,1 1 0,1 1 1,0 0-1,1 0 0,0 0 1,1 1-1,1 1 0,-6 21 0,8-22-62,0 0-1,1 0 1,1 0-1,0 0 1,1 0-1,1 1 1,0-1-1,2 0 1,-1 0-1,6 22 1,-4-28 102,0 0 0,1 0 0,0 0 0,0-1 1,1 0-1,0 1 0,0-2 0,1 1 0,0-1 1,0 1-1,1-2 0,0 1 0,0-1 0,1 0 0,-1 0 1,1-1-1,17 8 0,-13-8 161,0 0 0,0-1 0,1 0 0,-1-1 0,1 0-1,0-1 1,0-1 0,0 0 0,0 0 0,1-2 0,-1 1 0,0-2 0,0 0 0,-1 0-1,1-1 1,0-1 0,14-6 0,-24 8 147,0 0-1,0-1 0,0 1 1,0-1-1,-1 0 1,1 0-1,-1 0 0,0 0 1,0-1-1,0 1 1,0 0-1,0-1 0,-1 1 1,1-1-1,0-6 1,2-2 304,4-8 1013,-1 0 1,-1-1-1,5-30 0,-8 39-1239,0 13-76,0 14-31,-3-15-149,6 54 0,-3 0 0,-7 104 0,-26 86 0,8-127 0,-5-2 0,-54 146 0,50-181-64,-3-2 0,-4-1 0,-3-1 0,-4-3 0,-2-1 0,-4-3-1,-2-2 1,-87 83 0,114-124 1,-3 0-1,-32 22 1,60-48 62,1 1-1,-1 0 1,0-1 0,1 1 0,-1-1 0,0 0 0,1 1 0,-1-1 0,0 0 0,1 1 0,-1-1 0,0 0 0,0 0 0,1 1 0,-1-1 0,0 0-1,0 0 1,0 0 0,1 0 0,-1 0 0,0 0 0,0 0 0,0 0 0,1-1 0,-1 1 0,0 0 0,0 0 0,1-1 0,-1 1 0,0 0 0,1-1-1,-1 1 1,0-1 0,1 1 0,-1-1 0,0 1 0,0-2 0,0 1-4,1-1-1,-1 1 0,0-1 1,1 1-1,-1-1 1,1 0-1,-1 1 1,1-1-1,0 0 0,0 0 1,0 1-1,0-1 1,0 0-1,0 1 1,0-1-1,1 0 0,0-2 1,2-5-22,1 0 1,1 0-1,0 0 0,0 1 1,1-1-1,-1 1 1,10-9-1,-4 3-15,261-288-881,-206 232 725,331-329-841,-49 51 181,-23-17 369,-282 309 348,71-116-1,-100 146 169,-1 0-1,-1-1 0,-2-1 1,0 0-1,-2 0 0,-1-1 0,4-36 1,-10 61-1,-1 0 0,0-1 0,0 1 0,0-1 0,0 1 1,-1 0-1,0-1 0,1 1 0,-2 0 0,1 0 1,0-1-1,-1 1 0,0 0 0,-3-5 0,4 8-3,0 0 0,0-1 0,-1 1 0,1 0 0,-1 0 0,0-1-1,1 1 1,-1 0 0,0 1 0,1-1 0,-1 0 0,0 0 0,0 1 0,0-1 0,0 1-1,0 0 1,1-1 0,-1 1 0,0 0 0,0 0 0,-3 1 0,0-1 11,-1 1 0,1-1-1,-1 1 1,1 1 0,-8 2 0,5 0 2,1 0-1,0 0 1,1 1-1,-1-1 1,1 2-1,0-1 1,-11 12-1,-34 50 140,48-62-165,-19 26-1,2 2 0,1 0 0,1 2 1,2 0-1,2 0 0,1 2 0,2-1 1,1 2-1,2-1 0,2 1 0,1 0 0,0 45 1,6-71-92,0-1 0,0 0 0,1 0 0,0 0 1,1 0-1,1 0 0,-1-1 0,2 1 0,-1-1 0,1 0 1,1 0-1,0-1 0,0 0 0,1 0 0,13 14 0,-8-12-87,0 0-1,1-2 0,0 1 0,1-1 0,0-1 0,0-1 0,1 0 1,0-1-1,0 0 0,22 5 0,-11-6-25,0-1-1,1-1 1,-1-1-1,0-2 1,1 0-1,-1-2 1,0-1-1,0-1 1,0-1-1,28-10 1,-19 4 55,-1-2 0,0-1 0,-1-2 0,0-1 0,-2-1 0,51-39 0,-56 35 172,0 0-1,-1-1 1,-1-1-1,-2-2 0,0 0 1,-2-1-1,-1-2 1,-1 1-1,-2-2 0,0 0 1,-2-1-1,-2-1 0,-1 0 1,10-47-1,-7 2 1542,-5 0 1,1-98-1,-9 173-1524,-1 1 1,0 0-1,0-1 1,0 1-1,0-1 1,0 1-1,0 0 0,0-1 1,0 1-1,-1 0 1,1-1-1,-1 1 1,1 0-1,-1-1 1,1 1-1,-1 0 0,1 0 1,-1-1-1,-2-1 1,3 3-24,-1 1 1,0-1-1,0 0 1,0 0 0,1 1-1,-1-1 1,0 0-1,0 1 1,1-1 0,-1 0-1,0 1 1,1-1-1,-1 1 1,0-1-1,1 1 1,-1 0 0,1-1-1,-1 1 1,1 0-1,-1-1 1,1 1 0,-1 0-1,1 0 1,-7 10 133,1 0 1,0 0-1,-6 18 1,-19 69-344,-26 132 0,48-175-1483,-1 59 0,9-71-544,2-1 0,6 44 0,-5-75 934,-1 0-1,1 0 1,1-1-1,0 1 1,1-1-1,6 14 1,12 10-7342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4 281 13409,'-4'-46'1984,"48"22"-411,-1 0-305,14 9-336,7-9-232,16 3-620,14-6-648,17 0-936,6 0-581,10 2-2523,11 4-3589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0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84 12049,'2'-1'222,"0"0"-1,-1 0 1,1-1-1,0 1 1,-1-1-1,0 0 1,1 1-1,-1-1 1,0 0-1,0 0 1,0 0-1,0 0 1,0 0-1,0 0 1,0 0 0,-1 0-1,1 0 1,-1 0-1,0 0 1,1 0-1,-1-1 1,0 1-1,0 0 1,-1 0-1,1 0 1,0 0-1,-1-1 1,1 1-1,-1 0 1,-1-3-1,1 3-55,1 1 0,-1 0-1,0 0 1,0-1 0,0 1-1,0 0 1,0 0-1,0 0 1,0 0 0,0 0-1,0 0 1,0 0 0,-1 1-1,1-1 1,0 0 0,0 1-1,-1-1 1,1 1-1,-1-1 1,-1 1 0,-2-1 195,-1 0 1,1 0-1,-1 1 1,1 0-1,-9 1 1,-7 2 656,-38 12 0,57-15-974,-20 7 294,0 1-1,0 1 0,1 1 1,0 1-1,0 0 0,-24 20 0,32-21-264,1 0-1,0 1 0,0 0 1,1 1-1,1 1 0,0-1 1,1 1-1,0 1 0,-12 27 1,19-38-101,1 1 0,0-1 0,0 1 0,0-1 0,0 1 0,0-1 0,1 1 0,-1 0 0,1 0 0,0-1 0,0 1 0,1 0 0,-1-1 0,1 1 0,0 0 0,0-1 0,0 1 0,1 3 0,1-3-34,0 1-1,-1-1 0,1 0 1,1 0-1,-1-1 0,0 1 1,1-1-1,0 1 0,0-1 0,0 0 1,8 4-1,1-1-71,-1 0 1,1-1-1,0-1 1,0 0-1,0-1 0,0 0 1,1-1-1,24 1 0,-14-4 587,0-1 0,0-1 0,0-2 0,-1 0 0,35-12 0,110-55 2354,-162 70-2807,0-1 0,0 1 0,-1 1 0,1-1 0,11 0 0,-16 1 0,1 1 0,-1 0 0,0 0 0,1 0 0,-1 0 0,1 0 0,-1 0 0,1 0 0,-1 0 0,0 0 0,1 1 0,-1-1 0,0 1 0,1-1 0,-1 1 0,0-1 0,1 1 0,-1 0 0,0 0 0,0 0 0,0-1 0,0 1 0,0 0 0,0 0 0,0 0 0,0 1 0,0-1 0,0 0 0,-1 0 0,1 0 0,0 1 0,0 2 0,0 2 0,-1 1 0,0 0 0,0 0 0,0 0 0,-1 0 0,0 0 0,-1-1 0,1 1 0,-4 8 0,-27 63 0,-61 97-621,74-134-1148,-4 4-3056,3 2 1,-18 60-1,16-13-8094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239 397 8165,'102'-163'5236,"-76"114"-2575,-20 35-1696,1 1-1,0 0 0,1 0 1,0 1-1,1 0 0,1 1 1,12-13-1,7 0 2308,33-20 0,-61 43-3219,1 0-1,-1 1 1,0-1 0,0 1-1,1-1 1,-1 1-1,0 0 1,1 0-1,-1 0 1,0 0-1,1 0 1,-1 0-1,1 0 1,-1 0-1,0 0 1,1 0-1,-1 1 1,0-1-1,1 0 1,-1 1-1,0 0 1,0-1 0,1 1-1,-1 0 1,0-1-1,0 1 1,0 0-1,0 0 1,0 0-1,0 0 1,1 1-1,1 2 58,1 0-1,-1 0 0,0 1 0,0-1 0,-1 1 1,4 7-1,-3-4-109,-1 1 0,0 0 0,0 0 0,-1 0 0,0 0 0,-1 0 0,0 0 0,0 0 0,-1 0 0,-3 13 0,-3 11 0,-16 45 0,22-75 0,-26 70 0,-52 101 0,-52 64 0,-21 43 0,109-189-751,-42 130 0,70-175 91,3 0 1,2 1 0,2 0-1,-4 93 1,12-123-647,1 0-1,1 0 1,7 33 0,-5-38-394,0 0-1,1 0 1,7 13 0,35 45-11258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1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72 234 13785,'3'-24'574,"-2"14"-192,0-1-1,0 1 1,2 0 0,-1-1-1,1 1 1,0 0 0,1 1-1,0-1 1,7-10 0,-8 13 68,1 1 0,0-1 0,1 1 0,-1 0 0,1 0 0,1 0 0,-1 1 0,1 0 0,0 0 1,0 0-1,0 1 0,1-1 0,12-5 0,-6 6-253,1 1 1,-1 0-1,1 1 1,0 0-1,0 1 1,0 1-1,0 0 0,0 1 1,0 1-1,0 0 1,0 0-1,-1 1 1,14 6-1,-8-3-88,1 2 0,-2 0-1,1 1 1,-1 0 0,-1 2 0,1 0-1,-2 1 1,19 17 0,-26-20-71,-1-1 0,0 1 1,0 1-1,-1-1 0,0 1 1,0 1-1,-1-1 0,8 22 0,-11-23-24,-1 0 0,0 0-1,-1 0 1,1 1-1,-2-1 1,1 0 0,-1 1-1,-1-1 1,0 0-1,0 0 1,-1 1 0,-3 9-1,-5 10 18,-1-1 0,-1-1 0,-1 0 0,-2 0 0,0-1-1,-2-2 1,-35 42 0,-157 143-521,13-32-2225,92-84-5147,122-85-7075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0 12205,'-25'4'390,"6"-2"245,-1 2-1,1 0 1,0 0-1,0 2 1,0 0-1,-26 14 1,-47 35 745,2 3-1,-96 84 1,159-118-1299,1 0 0,1 3 0,2 0 0,0 1-1,-28 47 1,49-71-89,0-1-1,0 0 1,0 1-1,1-1 1,-1 1-1,1 0 1,0 0-1,0-1 1,1 1-1,-1 0 1,1 0-1,0 4 0,0-6 9,0 0-1,1 0 0,-1 0 0,1 0 0,-1 0 0,1 0 0,0 0 0,0 0 0,0 0 0,0 0 0,0-1 0,0 1 0,1 0 0,-1-1 0,0 1 0,1-1 0,1 2 0,4 1 18,-1-1 0,0 0 0,1 0 0,0-1 1,-1 1-1,1-1 0,0-1 0,0 1 0,0-1 0,0-1 0,12 1 1,122-10 519,-51 1 43,-85 7-538,-1 1 0,0 0 0,1 0 0,-1 1-1,1-1 1,-1 1 0,0 0 0,1 0 0,-1 0 0,0 1 0,0-1-1,8 5 1,-10-4-35,1 0 0,-1 0 1,0 1-1,0-1 0,0 0 0,0 1 0,0-1 0,0 1 0,-1 0 0,1 0 0,-1 0 0,0-1 0,0 1 0,0 0 0,0 1 0,0-1 0,-1 0 0,1 0 0,-1 4 0,1 25-640,-2 0-1,-4 33 0,1-31-855,4-21-559,-1 1 1,2 0-1,2 17 1,3 3-6930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200 389 12141,'19'-25'986,"-14"18"-415,0 0 0,1 0-1,0 1 1,7-8 0,-10 12-388,0 0 1,0 1-1,0-1 0,0 0 0,0 1 1,0 0-1,0-1 0,1 1 0,-1 1 1,0-1-1,1 0 0,-1 1 0,1 0 0,3 0 1,-3 0-64,0 0 1,0 0 0,0 1-1,1 0 1,-1 0 0,0 0-1,-1 0 1,1 1-1,0-1 1,0 1 0,-1 0-1,1 0 1,-1 0 0,1 1-1,-1-1 1,0 1 0,0 0-1,0 0 1,0 0-1,-1 0 1,1 1 0,-1-1-1,0 1 1,3 6 0,-1-1-40,0 0 1,-1 0 0,0 0 0,-1 0 0,0 1-1,-1-1 1,0 1 0,0 0 0,-1 14-1,-3 5 24,-1-1-1,-1 1 1,-2-1-1,-1 0 0,-1 0 1,-1-1-1,-1 0 0,-30 49 1,-9 1-26,-89 105 0,69-95-88,52-67-26,12-14 3,1 1-1,-1-1 1,1 1 0,0 0 0,-4 10-1,9-17 31,-1 0 0,1 0-1,0 0 1,0 1 0,0-1-1,0 0 1,0 0-1,0 0 1,-1 1 0,1-1-1,0 0 1,0 0-1,0 1 1,0-1 0,0 0-1,0 0 1,0 0-1,0 1 1,0-1 0,0 0-1,0 0 1,0 1-1,0-1 1,0 0 0,0 0-1,0 1 1,0-1 0,0 0-1,0 0 1,1 0-1,-1 1 1,0-1 0,0 0-1,0 0 1,0 0-1,0 1 1,0-1 0,1 0-1,-1 0 1,0 0-1,0 0 1,0 1 0,1-1-1,-1 0 1,0 0 0,0 0-1,0 0 1,1 0-1,-1 0 1,17-3-135,25-18-143,-13 3 15,-1 0-1,31-29 1,-3 2-81,74-58-287,-4-5 1,202-228 0,-229 220 581,1-2 1220,126-117 1,-221 231-914,-1 0 0,1 1 0,0-1 0,0 1 0,0 0 0,11-4 0,-16 7-243,0 0 0,0 0 1,0 0-1,0 0 1,0 0-1,0 0 1,1 0-1,-1 0 1,0 0-1,0 0 1,0 0-1,0 0 0,0 0 1,0 0-1,0 0 1,1 0-1,-1 0 1,0 0-1,0 0 1,0 0-1,0 0 1,0 0-1,0 0 0,1 0 1,-1 0-1,0 0 1,0 0-1,0 0 1,0 0-1,0 1 1,0-1-1,0 0 1,0 0-1,0 0 1,0 0-1,1 0 0,-1 0 1,0 0-1,0 1 1,0-1-1,0 0 1,0 0-1,0 0 1,0 0-1,0 0 1,0 0-1,0 0 0,0 1 1,0-1-1,0 0 1,0 0-1,0 0 1,0 0-1,0 0 1,0 0-1,0 1 1,0-1-1,0 0 0,-1 0 1,1 0-1,0 0 1,0 0-1,0 0 1,0 0-1,0 1 1,0 27 377,-1 0 0,-1 0 0,-1-1 0,-13 50 1,-3 26-200,-1 113-2485,20-177 251,1 1-1,1 0 0,12 57 0,2-42-3268,11 2-2894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1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34 443 12257,'-34'-51'2448,"37"30"-347,7-12-425,11 3-424,9 12-264,10-7-240,13 1-372,18-9-376,13 0-636,16-3-628,11 3-692,6-10-937,7 10-1479,16 3-3369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2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746 1077 17854,'-28'-40'3115,"22"32"5793,2 11-7406,-28 25-1353,1 1-1,1 2 1,2 0 0,1 2 0,2 1-1,-27 48 1,14-14-33,4 1-1,-42 119 1,66-159-152,1 0 0,1 1 0,2 0 0,1 0 0,2 1 0,1 0 0,2 45 0,1-63-1,1-1 1,0 1-1,1 0 0,1-1 1,0 0-1,0 0 1,1 0-1,12 20 0,-11-23 5,1-1-1,-1 0 0,1 0 0,0-1 0,1 0 0,0 0 1,0 0-1,0-1 0,1-1 0,0 1 0,0-1 1,12 4-1,8 1-386,1-1 1,-1-2-1,2-1 1,-1-1-1,0-2 1,1-1-1,0-1 1,0-1-1,-1-2 1,32-6-1,-52 6 317,1 0-1,-1-1 1,0 0-1,0 0 1,0-1-1,-1 0 1,1-1-1,-1 0 1,0 0-1,-1-1 1,1-1-1,8-8 1,-12 10 54,0 0 0,-1-1 0,1 0 1,-2 0-1,1 0 0,-1 0 0,0-1 1,0 1-1,0-1 0,-1 0 0,0 0 0,-1 0 1,1 0-1,-1 0 0,-1 0 0,1 0 1,-1 0-1,-1-12 0,-6-18-26,0 1 1,-3 0-1,-1 1 0,-19-43 1,-19-62-90,42 112 143,2-1 1,0 1 0,2-1-1,1 0 1,1-1-1,2 1 1,7-51 0,0 40-3,2 1-1,1-1 1,2 2 0,33-69 0,-9 37-25,77-107 0,59-50-56,-111 149 58,336-393 223,-364 439 440,-34 32-591,0-1-1,1 1 0,-1 0 0,0-1 1,1 1-1,-1 0 0,0-1 1,1 1-1,-1 0 0,1 0 0,-1-1 1,1 1-1,-1 0 0,1 0 1,-1 0-1,1-1 0,-1 1 1,1 0-1,-1 0 0,1 0 0,-1 0 1,1 0-1,-1 0 0,1 0 1,-1 0-1,1 0 0,-1 0 0,1 1 1,-1-1-1,1 0 0,-1 0 1,0 0-1,1 1 0,-1-1 0,1 0 1,-1 0-1,1 1 0,-1-1 1,0 0-1,1 1 0,-1-1 1,0 0-1,1 1 0,-1-1 0,0 1 1,0-1-1,1 1 0,-1-1 1,0 0-1,0 1 0,0-1 0,1 1 1,-1-1-1,0 1 0,0-1 1,0 1-1,0-1 0,0 1 0,0-1 1,0 1-1,0-1 0,-1 2 1,0 39 738,1-36-655,-18 120 1716,-35 128 0,51-245-1765,-248 900 1103,-90-28-442,-231 246-783,165-345-115,384-739 53,-55 123-444,67-140 391,1 1 1,1-1-1,1 2 0,-4 37 1,10-60 122,1 0 1,-1 0-1,1 0 1,0 0 0,1 0-1,-1 0 1,1 0 0,1 7-1,-1-10 28,-1 0 0,1 0 0,0 0 0,-1 0 1,1 0-1,0 0 0,0 0 0,0 0 0,0 0 0,0 0 0,0-1 0,0 1 0,0 0 0,0-1 0,1 1 0,-1-1 0,0 1 0,0-1 0,0 1 0,1-1 0,-1 0 0,0 0 0,0 0 0,1 0 0,-1 1 0,0-2 1,1 1-1,-1 0 0,0 0 0,3-1 0,3 0-60,1-1 1,-1-1-1,1 1 1,-1-1-1,0 0 1,0-1-1,0 1 1,-1-2-1,1 1 1,-1-1-1,0 0 1,0 0-1,7-8 1,8-11-461,36-53 1,-10 7 93,-4-2 1,-3-3-1,-3 0 1,-3-3-1,41-144 1,-17-14 133,20-78 31,-55 240 255,4 0 0,38-78 0,-38 105 20,2 0 1,2 1 0,1 2 0,3 2 0,1 1 0,3 1 0,1 3-1,52-39 1,6 6-1809,2 4 0,182-88-1,-136 88-4092,5 10-3688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3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1895 12813,'54'16'2223,"-52"-16"-2060,0 0 0,0 0 0,-1 0 0,1 0-1,0-1 1,0 1 0,-1-1 0,1 1 0,0-1 0,-1 0 0,1 1-1,0-1 1,-1 0 0,1 0 0,-1 0 0,0 0 0,1-1 0,-1 1 0,0 0-1,2-2 1,4-3 666,10-4 522,0 0 0,-1-1-1,0-1 1,15-15 0,-10 6-473,0-1 0,18-26 0,3-13-237,43-86 0,124-208 554,25-44-2,-208 346-1155,-1-1 0,-3-1 1,-3-1-1,-2-1 0,-2 0 0,-3-1 0,-3-1 0,-2 0 1,-2 0-1,-4-66 0,-2 115-38,1 0 0,-2 1 0,-3-16 0,-2 8 4,0 15-3,-3 15-2,10-12 1,-5 8 0,1-1 0,1 1 0,-1-1 0,1 1 0,1 0 0,0 0 0,0 1 0,0-1 0,1 0 0,1 0 0,0 13 0,2 18 0,9 51 0,-11-90 0,65 309 0,-29-156 0,-21-83-6,44 216-113,-24 7-84,-34-239 154,-1-1 0,-3 1-1,-14 71 1,9-88 32,-1 0 0,-3-1 1,0 0-1,-3-1 0,-29 54 0,13-39-66,-2-1-1,-3-2 1,-1-1 0,-84 79-1,85-93-878,-1-2-1,-2-1 1,-2-2-1,0-2 1,-1-2-1,-63 26 1,101-49 526,0 0 0,0 1 0,0-2-1,0 1 1,-1 0 0,1-1 0,0 0 0,0 0 0,-6-1 0,9 1 152,0 0 1,-1 0 0,1 0 0,0 0 0,0-1-1,-1 1 1,1 0 0,0-1 0,0 1-1,0-1 1,-1 0 0,1 1 0,0-1-1,0 0 1,0 0 0,0 1 0,0-1-1,0 0 1,1 0 0,-1 0 0,0 0-1,0 0 1,1 0 0,-1-1 0,0 1 0,1 0-1,-1 0 1,0-2 0,2-1-896,-1 1 1,1-1-1,0 0 1,0 1 0,0-1-1,0 1 1,3-7-1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3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1 13953,'-4'1'2825,"1"0"-2542,0 0 1,0 1 0,0-1 0,1 0-1,-1 1 1,1 0 0,-1-1 0,1 1-1,0 0 1,-1 0 0,1 1 0,0-1 0,1 0-1,-1 1 1,0-1 0,-2 6 0,0 2 443,0 0 1,1 0 0,-3 18 0,-6 20 1011,-129 321 2612,29-86-2187,78-189-2145,-107 326-281,124-354-1673,-13 93 0,27-124-250,1 0 1,3 46-1,0-69 384,0 0 0,1 0 1,5 16-1,17 27-10112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3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1 531 14089,'114'-97'1824,"-27"55"-371,-7-3-265,0 3-676,11-1-496,6 4-472,3-3-552,11-3-397,10 6-183,-8-4-440,-2 10-1644,-7 12-2269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10833,'2'-2'296,"0"0"0,1 1 0,-1-1 0,0 0 0,1 1 1,-1 0-1,1-1 0,0 1 0,-1 0 0,1 0 0,0 0 0,0 1 0,-1-1 0,1 1 0,0 0 1,0-1-1,0 1 0,4 1 0,29-3 720,1 1-1,-1 2 1,1 2 0,-1 1 0,0 2 0,37 11-1,-26-2-414,-1 2 0,86 45 0,-118-55-541,-1 1-1,1 1 0,-2 0 0,1 1 1,-2 0-1,1 1 0,-1 0 1,-1 1-1,0 0 0,0 0 1,-2 1-1,1 1 0,8 19 0,-14-25-69,-1 1 0,0-1-1,0 1 1,0 0-1,-1 0 1,-1 0-1,1 0 1,-1 0 0,-1 0-1,0 0 1,0-1-1,-1 1 1,0 0 0,0 0-1,-8 15 1,3-9-57,0 0 1,-2 0-1,0-1 1,0 0 0,-1-1-1,-1 0 1,-19 17-1,-91 71-255,119-99 234,-3-18-46,4 15 135,1 0-1,-1 0 1,1 0-1,-1 0 0,1 0 1,0 0-1,-1-1 0,1 1 1,0 0-1,0 0 1,0-1-1,0 1 0,0 0 1,0 0-1,0 0 0,0-1 1,1 1-1,-1 0 0,0 0 1,1 0-1,-1-1 1,2 0-1,8-15 16,0 1 1,2 0-1,0 0 1,1 2 0,0-1-1,20-14 1,-13 9-5,52-48 272,135-98 1,-180 147-342,127-82 589,-134 91-793,1 0 0,-1 1-1,1 1 1,1 1-1,0 0 1,24-2 0,-43 8 1,0 1 1,1 0 0,-1 0 0,0 0 0,1 0 0,-1 0 0,0 1-1,4 1 1,7 7-2657,-14-9 2507,1 1 0,-1 0 0,1 0-1,-1 0 1,0 0 0,1 0 0,-1 0 0,0 0-1,0 0 1,1 0 0,-1-1 0,0 1-1,0 0 1,0 0 0,0 2 0,-8 17-9123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4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0 260 3344,'144'-97'536,"-100"37"-544,3 6-1128,6 6 340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4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252 369 7017,'-137'77'5299,"122"-70"-3431,-1-1 0,-31 7 0,10-2-233,69-4-793,-29-7-835,55 4 65,62 12 1,-99-11-96,0-2 0,23 2 0,-43-5 35,0 0-1,0 0 1,0 1 0,1-1-1,-1 0 1,0 0 0,0 1-1,0-1 1,0 1 0,0-1-1,0 1 1,0-1 0,0 1-1,2 1 1,-3-2 7,1 1 0,0-1 0,0 1 0,0-1 0,-1 1 0,1-1 0,0 1 0,0-1 0,0 0 0,0 1 0,0-1 1,0 0-1,0 0 0,0 0 0,0 0 0,0 0 0,0 0 0,0 0 0,1 0 0,176-41 624,-31 6-548,-73 21-84,171-38 17,-196 39-18,-1-2 0,88-41 0,-126 51 1,0 0-1,0-1 0,-1-1 1,1 0-1,-1 0 0,-1 0 1,1-1-1,8-12 0,-14 17 10,-1 0 0,0-1 0,0 1-1,0-1 1,0 0 0,0 1 0,-1-1 0,1 0-1,-1 0 1,0 0 0,-1 0 0,1 0 0,-1 0-1,1 0 1,-1 0 0,-1 0 0,1 0 0,0 0-1,-1 0 1,0 0 0,0 0 0,0 0 0,0 0-1,-1 0 1,0 0 0,-2-4 0,-4-5 35,-1 1 1,-1-1 0,-11-11 0,10 13-77,-10-21-1271,6 9-3287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235 100 13289,'65'-79'5812,"-63"76"-3244,-2 2-2192,1 0-1,-1 0 1,1 0-1,-1 0 1,1 0-1,0 0 1,0 0-1,-1 0 1,1 0-1,0 0 1,0 1-1,0-1 1,0 0-1,0 0 1,0 1-1,0-1 1,0 1-1,0-1 1,0 1-1,0-1 0,0 1 1,2-1-1,-1 10-275,0-1 0,0 1-1,-1-1 1,0 1-1,0-1 1,-1 1 0,0 0-1,-1-1 1,0 1-1,0 0 1,-1-1-1,0 0 1,-1 1 0,-6 15-1,-7 10 201,-1-1 0,-26 37-1,18-30-230,-14 23-19,3-5-293,-44 93 0,65-115-2156,-14 46-1,25-69 892,1 1 0,1-1 0,0 1 0,1 0 1,1 0-1,0 0 0,2 13 0,9 26-10977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4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1 287 11789,'23'-124'1536,"-10"85"-412,-3 12-652,-3 12-668,0-9-384,-4 3-616,-3 3-940,4-1-1072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5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1 329 11153,'21'-13'1246,"-14"9"-716,0 0-1,0 0 0,1 1 0,-1 0 0,1 0 0,-1 0 0,1 1 0,9-1 1,50-8 2361,-54 8-2577,1 0 0,0 1 0,0 1 0,0 0 0,0 0 0,0 2 0,0 0 0,0 0 0,21 6 0,-24-4-284,-2 0-46,0-1 0,0 2 0,0-1 0,0 1-1,-1 1 1,15 9 0,32 21-529,-52-33 510,1-3 41,0-1 0,0 1 0,0-1 0,0 1 1,0-1-1,0-1 0,0 1 0,-1 0 0,6-5 0,4-2 19,28-18 44,-7 3 98,2 1 1,1 2 0,0 1 0,49-17-1,-78 34-144,18-5 70,0 0 1,0 1-1,1 2 0,36-3 1,-33 7 1,0 1-1,31 3 1,-51-2-75,-1-1 0,1 0 1,-1-1-1,1 0 0,-1-1 0,0 1 1,1-2-1,-1 1 0,14-7 0,-12 5-30,-11 3 12,1 1-1,0-1 1,0 0 0,-1 1 0,1-1 0,-1 1-1,1-1 1,-1 0 0,1 0 0,-1 1-1,1-1 1,-1 0 0,0 0 0,1 0-1,-1 1 1,0-1 0,1 0 0,-1 0 0,0-1-1,1-1 21,22-31 114,-7 12-151,-15 14 11,-2 3 1,4-11 13,-2 13 56,-6 4-196,2 0 117,-1-1 1,1 1 0,-1 0 0,1 0-1,0 1 1,-1-1 0,1 0 0,0 1-1,0 0 1,0 0 0,0 0-1,0 0 1,1 1 0,-1-1 0,1 1-1,-1-1 1,1 1 0,0 0 0,0 0-1,0 0 1,0 0 0,1 0 0,-1 0-1,1 1 1,-2 5 0,2-5 6,1 0-1,-1 0 1,1 0 0,-1 0-1,1 0 1,1 0 0,-1 0 0,0 0-1,1 0 1,1 4 0,0 1-27,-1-7 28,0-1 1,1 1-1,-1-1 1,1 0-1,-1 1 1,1-1-1,0 0 1,-1 0-1,1 0 1,0 0-1,0 0 1,0-1-1,0 1 1,0-1-1,-1 1 1,3 0-1,-3-1 11,1 0 63,1 0 1,-1 0 0,0-1 0,0 1-1,1 0 1,-1-1 0,0 0 0,0 1-1,0-1 1,0 0 0,0 0 0,3-2-1,-2 2 127,-1 0 1358,1 2-1195,0 0-316,-2-1-27,0 0-1,1 0 1,-1 1-1,1-1 1,-1 1-1,0-1 1,0 1 0,1-1-1,-1 1 1,0 0-1,0 0 1,1 0-1,-1 0 1,0-1-1,0 1 1,0 1-1,0-1 1,-1 0-1,1 0 1,0 0-1,0 0 1,-1 1-1,1-1 1,0 0-1,-1 1 1,1-1-1,-1 0 1,0 1-1,0-1 1,1 1-1,-1-1 1,0 0-1,0 1 1,0-1-1,0 1 1,-1 2 0,-1 57 63,-4 0 0,-1 0 1,-32 118-1,-79 173-630,87-278 231,-4-2 0,-3-1 0,-3-1 1,-2-3-1,-79 92 0,73-112-1050,29-29-305,18-17 169,4-1 1286,0-1-1,0 1 0,0-1 1,0 0-1,0 0 0,-1 0 1,1 0-1,0 0 0,-1 0 1,1 0-1,2-3 0,6-4-299,204-138-3330,0-9 3940,14-11 1721,49-52 1744,-231 175-2124,-2-1 0,-2-3 0,58-83 0,-88 111-1181,68-95 135,-21 45-5671,-32 43-1362,13-3-4274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6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1845 287 5200,'-26'-15'1221,"-1"2"-1,-1 1 0,-43-13 0,-92-16 676,75 20-1112,8 4-409,-39-10 926,103 22-765,0 0 1,1-2-1,-1 1 1,-27-19 0,41 24-195,0-2-35,-1-2-103,1 0 1,-1-1-1,1 0 1,0 1-1,1-1 0,0 0 1,-1-7-1,0 5-343,2 5 590,-8 20-4,-12 30 70,2 1 0,2 1-1,-15 80 1,-5 15 28,-190 482 645,169-481-1055,-21 46 85,-62 174 822,-48 195-73,-82 268 79,268-825-1035,-4 19 151,0-1 1,2 1 0,-4 41-1,8-58-112,0 1-1,0 0 0,1 0 1,-1 0-1,2-1 0,-1 1 1,0-1-1,5 11 0,-4-13-23,0 0-1,-1 0 1,1-1 0,0 1-1,0-1 1,1 1 0,-1-1 0,0 0-1,1 0 1,-1 0 0,1 0-1,0 0 1,0 0 0,0-1-1,0 1 1,5 1 0,5 0 18,0 0 0,0-1 0,0 0 0,1-1 0,-1 0 0,16-2 1,83-12 77,-88 10-109,216-36-395,70-8-1663,50-3-2332,-317 44 3686,243-31-8107,-120 24-1382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8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94 6513,'3'-4'316,"10"-7"915,-12 9-410,-8 7 5261,22-27-110,-24 38-5716,0 0 0,2 0 0,0 1 0,-6 21 0,13-36-245,0-1-1,-1 1 0,1-1 1,0 1-1,0 0 0,1-1 1,-1 1-1,0-1 0,0 1 1,1-1-1,-1 1 0,1-1 1,-1 1-1,1-1 0,0 1 1,0-1-1,-1 1 1,1-1-1,0 0 0,0 0 1,0 1-1,1-1 0,-1 0 1,0 0-1,0 0 0,1 0 1,-1 0-1,0 0 0,1-1 1,-1 1-1,1 0 0,-1-1 1,1 1-1,-1-1 0,1 0 1,-1 1-1,1-1 0,1 0 1,5 1 26,1 0 0,-1 0 0,0-1-1,16-1 1,-21 0-15,-1 0-1,1 0 0,-1 0 1,0-1-1,1 1 0,-1-1 1,0 1-1,0-1 0,0 0 1,0 1-1,0-1 1,0 0-1,-1-1 0,1 1 1,-1 0-1,1 0 0,-1-1 1,0 1-1,0 0 0,0-1 1,0 1-1,1-5 0,0 1 18,-1 2-9,0 0-1,-1-1 1,1 1 0,-1-1 0,0 1 0,0-1-1,0 1 1,-1-1 0,1 1 0,-1-1-1,0 1 1,0-1 0,-1 1 0,-2-5 0,-1-9-15,5 18-15,-3-11 29,-12-12 8,0-7-38,14 27-23,-3 4-288,-11 1-586,-20 2-2184,8 1-4394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8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9177,'34'15'14208,"-35"-12"-13953,1-2-232,-1 0 0,1 1-1,-1-1 1,1 0 0,0 1-1,-1-1 1,1 0 0,0 1-1,0-1 1,0 0 0,0 1-1,0-1 1,0 1 0,0-1-1,1 0 1,-1 1 0,0-1-1,1 0 1,-1 1 0,1-1-1,-1 0 1,1 0 0,0 0 0,-1 1-1,1-1 1,0 0 0,0 0-1,0 0 1,0 0 0,0 0-1,0-1 1,0 1 0,0 0-1,2 1 1,-1-1-31,0 1 12,18-2-65,-10 0 76,0 0 0,0-1 0,19-3 0,-25 3 87,-2-1-99,-1 1-37,0-1 0,1 1-1,-1 0 1,0 0 0,0 0-1,-1-1 1,1 1 0,0-1-1,0 1 1,-1 0 0,1-1-1,-1 1 1,1-1 0,-1 0-1,1 1 1,-1-1 0,0 1-1,0-1 1,0 0 0,0 1-1,0-1 1,0 1 0,0-1-1,-1 0 1,1 1 0,-1-1-1,1 1 1,-1-1 0,1 1-1,-1-1 1,0 1 0,-1-2-1,1 2-76,0 0 0,0 0 0,0 0-1,0 1 1,0-1 0,0 0 0,0 0-1,0 1 1,0-1 0,-1 1 0,1-1-1,0 1 1,0 0 0,-1-1-1,-1 1 1,-5-2-2360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29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24 4168,'14'-12'1020,"-27"13"-102,-12 1 485,19 0-1154,1 0 0,-1 1 0,0-1 0,1 1 0,-6 4 0,1-1-24,6-4-238,1 0 1,0 1 0,0 0 0,0-1 0,0 1-1,0 0 1,-2 4 0,3-5-63,0 0-245,5-3-1721,25-6 2318,-26 6-132,0-1-80,0 0-255,0-1-1,0 1 0,0-1 1,0 0-1,0 0 1,-1 0-1,0 0 0,0 0 1,1 0-1,-2-1 0,2-4 1,1-10-1720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0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4236,'0'0'10808,"3"1"-10089,2 1-945,10 4 2649,-15-6-2388,1 1 0,-1-1 1,0 0-1,0 1 1,0-1-1,0 0 0,0 1 1,0-1-1,0 0 0,0 0 1,0 1-1,0-1 1,0 0-1,0 1 0,0-1 1,0 0-1,0 1 0,0-1 1,0 0-1,0 1 1,0-1-1,-1 0 0,1 1 1,0-1-1,0 0 0,0 0 1,0 1-1,-1-1 1,1 0-1,0 0 0,0 1 1,-1-1-1,1 0 1,0 0-1,0 0 0,-1 0 1,1 1-1,0-1 0,-1 0 1,1 0-1,0 0 1,-1 0-1,1 0 0,0 0 1,-1 0-1,1 0 0,-12 6 65,10-5-20,0 1-22,0-1-216,0 1 0,1 0 0,-1-1 0,1 1-1,-1 0 1,1 0 0,0 0 0,-1 0-1,1 0 1,0 0 0,0 1 0,1-1 0,-1 0-1,0 4 1,1 37-7478,0-43 7592,1 18-6779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0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5444,'0'30'14188,"3"-29"-13676,6 2-368,0 0 1,1 0-1,0-1 1,-1-1-1,1 0 1,0 0-1,0-1 0,0 0 1,-1 0-1,1-1 1,15-3-1,4-2 10,-20 5-126,-1 0 0,1-1-1,-1 0 1,0 0 0,8-5-1,-13 6-239,-20-23-4524,11 18-1901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1100 9169,'0'0'4164,"0"-3"-2399,1-6-1033,0 1 0,1-1 1,0 1-1,0-1 0,1 1 0,0 0 0,0 0 1,0 0-1,6-8 0,14-51 1114,-13 51-1516,1 0 0,15-17 0,20-28 504,4-17-127,-23 39-282,43-85 1,-35 46-174,40-133-1,-63 170-176,-6 24-21,-1 0 1,-1 0-1,0-1 1,-1 1-1,-1-1 0,-1 1 1,-1-23-1,-3 3 61,4 35-101,-1 0-1,0 1 1,0-1 0,0 0-1,-1 1 1,1-1-1,0 0 1,-1 1 0,1-1-1,-1 1 1,1-1 0,-1 1-1,0-1 1,0 1 0,0-1-1,0 1 1,0-1 0,0 1-1,0 0 1,0 0-1,0 0 1,-1 0 0,1 0-1,0 0 1,-1 0 0,1 0-1,-1 0 1,1 0 0,-1 1-1,1-1 1,-1 1 0,1-1-1,-1 1 1,0-1-1,1 1 1,-1 0 0,0 0-1,1 0 1,-4 0 0,-2 1 40,1 0 1,-1 1-1,0 0 1,1 0-1,-1 0 0,1 0 1,-11 7-1,3 0 30,1 1 0,0 0 0,0 1 0,1 0 0,1 1 0,0 0 0,-12 17 0,-58 98 391,65-97-425,1 0-1,1 0 0,2 1 1,1 1-1,2 0 0,0 1 1,3 0-1,1 0 1,1 0-1,1 0 0,3 1 1,0-1-1,2 1 0,2-1 1,1 0-1,1 0 0,2 0 1,1-1-1,14 31 1,6 0 5,63 101 0,-1-2-40,-83-147-17,-1 1 1,-1 0 0,0 0-1,-1 0 1,-1 1-1,4 28 1,-7-37 0,-1 0 1,0-1-1,0 1 1,-1 0-1,0 0 1,-1-1-1,0 1 1,0-1-1,0 1 1,-1-1-1,0 0 1,0 0-1,-1 0 1,0 0-1,0-1 1,-10 12-1,3-7-12,-1 0 0,-1 0 0,0-2 0,0 1 0,-1-2 0,0 1 0,0-2 0,-1 0 0,0-1 0,0 0 0,-22 4 0,-12 1-88,0-2 1,-68 4 0,70-10-214,-80-6 1,91 0-1543,-44-11 0,79 14 1753,0 0 0,0 0 0,0-1-1,0 1 1,0 0 0,0 0 0,0-1-1,0 1 1,0-1 0,1 1 0,-1-1-1,0 1 1,0-1 0,0 1 0,1-1-1,-1 0 1,0 1 0,0-1 0,1 0-1,-1 0 1,1 0 0,-1 1-1,1-1 1,-1 0 0,1 0 0,-1 0-1,1 0 1,0 0 0,0 0 0,-1 0-1,1 0 1,0-1 0,0-1-257,1 0 1,0 0-1,-1 0 0,1 0 0,0 1 1,0-1-1,1 0 0,-1 0 1,1 1-1,3-6 0,4-3-1578,1-1-1,0 1 0,18-15 0,25-10-7160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2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24 10917,'0'0'2452,"1"-3"-217,7-16 416,-5 17 688,-5 32 2197,-1-3-5392,-20 181 3699,-30 96-2260,25-156-1612,2 75-2973,24-161-961,10 102 0,-2-59-5734,-6-74 635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2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2 266 10893,'-1'-2'193,"1"-1"0,-1 1 0,1-1 0,0 1 0,0-1 0,0 1 0,0-1 0,1 1 0,-1-1 0,1 1 0,0 0 0,-1-1 0,1 1 0,0-1 0,0 1 0,0 0-1,1 0 1,-1 0 0,1 0 0,-1 0 0,1 0 0,0 0 0,-1 0 0,1 1 0,0-1 0,0 0 0,0 1 0,0 0 0,1-1 0,-1 1 0,0 0 0,0 0 0,1 1 0,2-2 0,48-14 483,0 3-1,1 2 1,104-8-1,-22 3-367,-82 9-162,0-3-1,-1-1 1,82-31-1,-18-10 199,-114 52-277,-6 5-19,-13 12-6,-34 31-90,36-34 12,-25 26-643,-45 62-1,21-23-612,61-77 1248,0 0 0,0 1 0,0-1 1,0 0-1,0 1 0,0-1 0,1 1 0,-1 0 0,1 0 0,0-1 0,0 1 0,0 0 0,0 0 1,0 0-1,1 0 0,-1 0 0,1 0 0,0 0 0,0 0 0,0 0 0,0 1 0,1-1 1,0 3-1,0-5 65,0-1 0,0 1 1,0 0-1,0-1 1,0 1-1,1-1 0,-1 1 1,0-1-1,0 0 0,0 1 1,1-1-1,-1 0 1,0 0-1,1 0 0,-1 0 1,0 0-1,2 0 1,-1 0 45,10 0 186,0 0-1,0-1 1,0 0 0,1-1-1,-1-1 1,-1 0-1,1 0 1,0-1-1,-1-1 1,17-9 0,-8 6 388,-1 0 1,25-6 0,-42 13-608,1 0-1,0 0 1,0 0-1,0 1 1,0-1 0,0 1-1,1 0 1,-1 0-1,0 0 1,0 1-1,0-1 1,0 1-1,0-1 1,0 1 0,0 0-1,-1 0 1,1 0-1,0 1 1,0-1-1,-1 1 1,1-1 0,-1 1-1,1 0 1,-1 0-1,0 0 1,1 0-1,-1 1 1,3 3 0,2 5-374,-1-1 1,0 1 0,0 1 0,6 18-1,-8-20-317,0 0-1,1-1 1,0 1-1,1-1 0,8 10 1,20 21-6442,-8-18-1258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 7577,'1'-2'175,"0"-1"1,0 1 0,0-1-1,1 1 1,-1-1 0,1 1-1,-1 0 1,1-1 0,0 1-1,0 0 1,0 0 0,1 1-1,-1-1 1,0 0 0,1 1-1,-1-1 1,1 1 0,4-2-1,-4 1 499,-1 4-548,-1-1 0,0 0 0,1 0 0,0 0 1,-1 0-1,1 0 0,-1-1 0,1 1 0,0 0 1,3 0-1,-3-1-77,0 1 0,0-1 0,-1 1 0,1 0 0,0-1 1,-1 1-1,1 0 0,0 0 0,-1 0 0,1 0 0,-1 0 0,1 1 1,-1-1-1,0 0 0,2 3 0,0 0 29,-1-1 1,0 1-1,0 0 0,0 0 1,0 0-1,-1 1 0,0-1 1,1 0-1,-2 1 1,1-1-1,0 0 0,-1 1 1,0-1-1,0 1 0,-1 6 1,-2 5 323,0 0 1,-11 30-1,5-17 145,6-21-207,-1 0 0,0 0 0,0 0 0,-10 13 0,-3 5 1174,16-24-932,5-3-443,-1 1-1,0-1 1,1 0 0,-1 0 0,0 0-1,1-1 1,-1 1 0,6-4 0,6-3 5,213-86 121,-3-6-4422,-200 89 3331,1-2-1248,-1-1 1,0-1-1,41-33 1,-23 17-3890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3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0 8241,'-8'0'1115,"0"1"0,0-1 0,0 1 0,0 1 0,1 0 0,-1 0 0,0 0 0,1 1 0,-14 7 0,-1 6-495,3 5 271,1 0-1,1 0 0,0 2 1,2 0-1,1 1 1,-21 46-1,16-23-376,1 2-1,-20 93 1,32-111-1258,2 1 0,1-1 1,2 58-1,4-52-1976,9 46 0,-4-33-3506,2 1-3934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3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 11769,'81'-37'1664,"-41"28"-304,17-6-344,-3 3-468,3 0-812,13 0-572,17 0-604,13 0-2548,21 3-2857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7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775 272 4380,'1'-1'129,"-1"0"0,0 0-1,0 0 1,1 0 0,-1 0 0,0 0-1,0 0 1,0 0 0,0 0-1,0 0 1,0 0 0,0 1-1,0-1 1,-1 0 0,1 0-1,0 0 1,-1 0 0,1 0-1,0 0 1,-1 0 0,1 0 0,-1 0-1,1 1 1,-1-1 0,0 0-1,1 0 1,-1 1 0,0-1-1,0 0 1,1 1 0,-1-1-1,0 1 1,0-1 0,0 1-1,0-1 1,0 1 0,-1-1-1,-4-3 181,4 3 1829,0-3-1730,1 0 0,-1 0 0,1-1 0,1 1 0,-1 0 0,0 0 0,1-1 1,0 1-1,0 0 0,0-1 0,1 1 0,1-9 0,-1 8-58,0-1 0,-1 0-1,1 0 1,-1 0 0,-1-6 0,1 5 32,0-1 1,0 1-1,1-1 0,-1 1 0,2 0 0,-1-1 1,1 1-1,5-12 0,0-3 1134,-1 4 692,-8 16-1645,-16-9 98,18 11-639,0 0 0,-1 0 0,1 0-1,-1 0 1,1 0 0,-1 1 0,1-1 0,-1 0-1,1 0 1,0 0 0,-1 0 0,1 0 0,-1 1-1,1-1 1,0 0 0,-1 0 0,1 1 0,0-1 0,-1 0-1,1 0 1,0 1 0,-1-1 0,1 0 0,0 1-1,0-1 1,-1 1 0,-1 3 100,1 1 0,0-1 0,-1 1 0,1 0 0,1-1 0,-1 8 0,-1 3 27,-1 8-82,-23 167 1733,-50 190-1,-126 235-1799,134-423 0,-16 44-843,-148 495-5296,216-654 3314,4 1 1,-4 106-1,19-96-2750,9-11-3177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8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11281,'0'0'2276,"4"1"-252,160 58 4671,94 26-3927,-156-52-2198,1092 325-4960,-392-141-8194,-684-187 6928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8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56 881 7569,'-25'-25'2364,"20"19"1674,-13-10 506,11 10-2037,18 10-1547,-3-1-911,0 0 0,-1-1 0,1 0 1,0-1-1,0 0 0,0 0 0,0-1 0,14-1 0,-3 0-2,-1-2 0,33-8-1,-39 7-31,15-3 19,50-21 0,-68 24-28,-1-1 0,1 0 1,-1 0-1,0-1 0,0 0 0,-1 0 0,0-1 0,0 0 1,8-12-1,-1 0-9,-2-2 0,0 1 0,-1-2 0,-2 0 0,0 0 0,11-45 1,17-147-1767,-13 55-2265,-3 42-3207,-5 80 580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48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1816 58 13581,'-30'-57'5625,"-7"60"-3445,-20 9-320,7 6-208,-11 12-416,-22 6-288,-11 9-187,-23 13-149,-4 2-304,-3 6-628,-10 4-772,-6-1-389,-4 0-611,-4 4-528,-9-1-668,-1 0-2025,-2-5-4260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1207 55 11713,'-19'-12'838,"5"3"857,0 0 1,-22-9 0,31 16-1455,0 1 0,0 0 0,0 0 0,0 0 0,0 1 0,0-1 0,0 1 1,0 1-1,0-1 0,0 1 0,-6 1 0,-58 19 841,43-12-621,-35 14 61,2 2 0,1 3 0,-108 69-1,72-31-559,-117 108 1,88-55-504,103-97 252,2 1 0,0 1 0,-26 44 0,40-60 196,0 1-1,1-1 1,0 1-1,0 0 0,0-1 1,1 1-1,1 0 1,0 1-1,0-1 1,0 0-1,2 17 0,0-21 60,0-1-1,0 0 1,0 0 0,0 0-1,1 0 1,-1 0-1,1 0 1,0 0-1,0 0 1,0-1-1,1 1 1,0-1-1,-1 0 1,1 1-1,0-1 1,0-1-1,1 1 1,-1 0-1,1-1 1,-1 0-1,1 1 1,0-1 0,0-1-1,0 1 1,0-1-1,0 1 1,6 0-1,4 0 50,0 0 0,0-1 0,1-1 0,-1 0 1,0-1-1,1 0 0,-1-2 0,0 1 0,0-2 0,-1 0 0,1 0 0,-1-1 0,0-1 0,0 0 0,16-11 0,4-4 359,-1-2 0,0-1 0,-2-1 0,38-41 0,-23 18 365,131-129 2441,-166 167-3006,-1 1-23,1 1 0,0-1-1,0 2 1,0-1 0,1 2 0,0-1-1,0 1 1,1 1 0,0 0-1,18-4 1,13-4 562,71-10-1,-107 22-653,1 0 1,-1 1-1,0 0 0,1 0 1,-1 0-1,1 1 0,-1 0 1,0 1-1,0 0 0,0 0 1,0 0-1,0 1 0,0 0 1,0 0-1,-1 1 0,0 0 1,1 0-1,-1 0 0,-1 1 1,1 0-1,-1 0 0,0 0 1,0 1-1,6 8 1,-5-3 1,1 0 0,-2 0 1,1 1-1,-2-1 1,1 1-1,-2 1 1,0-1-1,0 0 1,-1 1-1,0 0 0,-1 22 1,-3-10 18,0 0 0,-2-1 0,-1 1 0,-2-1 0,0 0 0,-16 37 0,0-12-16,-2-2-1,-31 47 0,5-23-25,-2-2 0,-3-2 0,-4-3 0,-1-3 0,-4-2 0,-76 52 0,42-42-1176,-2-4-1,-4-5 1,-201 83-1,289-135 531,9-5-77,0 0-1,0 0 0,0-1 0,-10 2 0,26-21-5101,29-11-155,25-2-3579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0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847 0 11997,'-6'2'282,"0"1"-1,0-1 1,0 1 0,1 0 0,-1 0-1,1 1 1,0 0 0,0 0-1,0 0 1,0 0 0,-5 7-1,-30 37 2752,2 2 0,-41 72 0,63-97-2490,-264 429 5881,41 21-6390,221-433-916,2 1 0,2 0 0,1 2 0,-7 53 0,18-78-139,1 0 1,0 1-1,2-1 0,5 38 1,-3-43-213,0 1 0,2-2 0,0 1 1,0-1-1,2 1 0,-1-2 1,12 18-1,20 20-7885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11489,'80'-27'1580,"-23"8"-276,4 1-416,-1 6-752,7-3-708,7 0-384,6-3-588,14 0-2060,6 0-2133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147 117 17722,'17'-19'836,"39"-41"2361,-9 25 2293,-47 35-5415,0-1 1,0 1 0,0 0 0,0 0-1,1 0 1,-1 0 0,0-1 0,0 1-1,0 0 1,0 0 0,1 0 0,-1 0 0,0 0-1,0 0 1,0-1 0,1 1 0,-1 0-1,0 0 1,0 0 0,0 0 0,1 0 0,-1 0-1,0 0 1,0 0 0,1 0 0,-1 0-1,0 0 1,0 0 0,0 0 0,1 0 0,-1 0-1,0 0 1,0 1 0,1-1 0,-1 0-1,0 0 1,0 0 0,0 0 0,0 0 0,1 0-1,-1 0 1,0 1 0,0-1 0,0 0-1,0 0 1,1 0 0,-1 0 0,0 1 0,0-1-1,0 0 1,0 0 0,0 0 0,0 1-1,0-1 1,0 0 0,0 0 0,0 1 0,-4 19 955,-14 25-1057,17-44 73,-80 158 3,-13 30 31,78-150-381,1 0 0,-19 81 1,31-107 182,1-4 4,-1 1-1,2-1 0,-1 1 0,1-1 1,1 1-1,-1 0 0,2-1 0,-1 1 0,2 0 1,-1-1-1,4 14 0,-3-16 27,1 0 0,-1-1-1,1 1 1,0-1 0,1 0-1,0 0 1,7 10 0,-9-15 76,0 1 0,0 0-1,0-1 1,0 1 0,0-1 0,0 0 0,1 0 0,-1 1 0,0-2-1,1 1 1,-1 0 0,1 0 0,-1-1 0,1 1 0,-1-1 0,1 0-1,0 0 1,-1 0 0,1 0 0,-1 0 0,1-1 0,-1 1-1,1-1 1,-1 0 0,5-1 0,142-56 664,-75 41-331,0 4 1,92-6-1,-91 12-89,9 1-151,-45 4-34,1-1-1,-1-3 1,71-18 0,-108 22-35,-1 0 1,1 0 0,-1 0-1,0 0 1,0 0 0,0-1 0,0 1-1,0 0 1,0-1 0,-1 1 0,1-5-1,-1 4-264,-1 1 0,0-1-1,1 1 1,0-1 0,0 0 0,0 1-1,0-1 1,0 1 0,0-1 0,1 0-1,-1 1 1,3-5 0,-3 6-37,1 0 1,0 0 0,1 0-1,-1 0 1,0 0-1,0 0 1,0 1-1,0-1 1,1 1 0,-1-1-1,0 1 1,1-1-1,-1 1 1,0 0-1,1-1 1,-1 1 0,0 0-1,1 0 1,-1 0-1,1 0 1,-1 0 0,0 0-1,1 1 1,-1-1-1,0 0 1,1 1-1,-1-1 1,0 1 0,2 0-1,14 5-6136,-1 0-4023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1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22 9369,'-6'-21'2464,"-25"36"-288,5 12-276,-4-6-267,-7 6-105,-3 0-544,-7 3-208,6 10-156,5-1-264,9-6-332,-7 3-524,11-3-596,3 0-672,3-2-413,7-16-2595,13 9-3749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1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2240,'47'-112'-688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1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1485 12761,'-1'-5'298,"1"1"0,0-1 0,-1 1 0,2-1 0,-1 1 0,0-1 0,1 1 0,0-1 0,0 1 0,0 0 0,1-1 0,-1 1 0,3-4 0,4-6 855,1 0 0,14-18 0,16-24 1940,33-58-865,15-22-767,6-52-341,88-251 0,-50 111-768,-122 304-337,13-24 56,-35 74-134,1 0 0,2 0-1,0 1 1,1 0 0,-6 42 0,-11 29-551,-65 222-2096,60-206 1619,26-96 799,0 1 0,2 0 1,0-1-1,1 1 1,1 0-1,1 0 0,1 0 1,2 20-1,-2-33 225,0-1 1,0 0-1,1 0 1,-1 0-1,1 0 0,0 0 1,0 0-1,1-1 1,-1 1-1,1-1 0,0 1 1,0-1-1,1 0 1,-1 0-1,1-1 0,0 1 1,0-1-1,0 0 1,0 1-1,1-2 0,-1 1 1,1-1-1,0 1 1,-1-1-1,1-1 0,0 1 1,0-1-1,0 1 1,1-2-1,-1 1 0,0 0 1,0-1-1,7 0 1,1-1 82,1-1 0,0 0 0,-1-1 0,0 0 0,1-1 1,-1-1-1,-1 0 0,1-1 0,-1 0 0,0-1 1,0 0-1,-1-1 0,1 0 0,-2-1 0,0 0 0,12-13 1,-2 0 226,-1-1 0,-1 0 1,-1-2-1,-1 0 0,-2 0 0,21-49 1,-11 12 625,-4-2 1,-1 0 0,14-105 0,-13 64 306,-12 71-372,-1-1-1,-2 0 0,-1 1 0,-2-66 0,-2 99-764,0 0 0,0-1 0,-1 1 0,1 0 0,0-1-1,0 1 1,-1 0 0,1 0 0,-1 0 0,1-1 0,-1 1 0,0 0 0,1 0-1,-1 0 1,0 0 0,0 0 0,0 0 0,0 0 0,0 0 0,0 1 0,0-1-1,0 0 1,0 0 0,0 1 0,0-1 0,0 1 0,0-1 0,-1 1-1,1-1 1,0 1 0,-2-1 0,0 1 20,-1 0 0,1 0-1,0 1 1,0-1 0,0 0 0,-1 1-1,1 0 1,0 0 0,0 0 0,0 0-1,-5 3 1,-4 4-59,-1 1 0,1 0 0,1 1 0,0 0 0,0 0 0,1 1 0,0 1 0,-9 15 0,-65 112 0,71-116 0,-180 369-2316,153-292 1006,5 1-1,-26 114 1,40-83-3635,15-44-1381,7 15-5939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2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352 170 10669,'0'-66'2387,"1"64"-2133,-1-1 0,1 0 0,0 0 0,0 0 0,0 0 0,1 1 0,-1-1 1,0 0-1,1 1 0,0-1 0,0 1 0,-1 0 0,4-3 0,-3 3 61,0 0-1,0 0 1,0-1-1,-1 1 1,1 0 0,-1-1-1,0 1 1,2-4-1,3-12 1784,-5 15-144,7-9 1594,0 4-1737,-6 14 645,-10 24-1119,-16 35-1268,-60 114 0,34-81-88,-21 45-560,-31 64-1706,84-164 1575,2 0 0,2 0 0,-8 48-1,17-36-4038,9-18-2042,6 1-5747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2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14 208 15377,'10'-93'2777,"-20"78"-705,13-19-436,4 4-308,-14 15-396,4-6-420,-1 42-6116,-6 12 2891,14 7-2071,2 8-3765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3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39 12493,'-8'-3'1823,"1"-1"-1,1 1 1,-1-2-1,1 1 1,-1-1-1,-7-8 1,12 11 169,-15 18 1087,14-14-2589,0 1-374,1 0-1,0 1 0,-1-1 1,1 1-1,0-1 0,1 1 1,-1 0-1,1 0 0,0 0 1,-1 0-1,2 0 0,-1 0 1,0 0-1,1 6 1,-5 18 108,-50 207-224,1-2 0,38-173 0,6-18 0,-27 69 0,35-107 0,0 0 0,1 0 0,-1-1 0,1 1 0,0 0 0,0 0 0,1 0 0,-1 5 0,1-8 0,0 0 0,0 0 0,-1 0 0,1 0 0,0 0 0,1 0 0,-1 0 0,0 1 0,0-1 0,0 0 0,1 0 0,-1 0 0,0 0 0,2 2 0,-1-3 0,0 1 0,0-1 0,0 1 0,0-1 0,0 1 0,1-1 0,-1 0 0,0 0 0,0 1 0,0-1 0,1 0 0,-1 0 0,0 0 0,0 0 0,0-1 0,1 1 0,-1 0 0,0 0 0,0-1 0,0 1 0,0-1 0,0 1 0,1-1 0,-1 1 0,0-1 0,0 0 0,0 1 0,0-1 0,1-1 0,31-28 0,2-8 0,47-46 0,40-36 0,-105 102 0,158-151 0,-149 148 0,37-35 0,2 4 0,94-59 0,-153 108 0,0 0 0,-1 0 0,2 1 0,-1-1 0,0 1 0,0 1 0,1-1 0,11 0 0,-15 2 0,0 0 0,0 0 0,0 0 0,0 1 0,-1-1 0,1 1 0,0-1 0,0 1 0,0 0 0,0 0 0,-1 1 0,1-1 0,0 1 0,-1-1 0,1 1 0,-1 0 0,0 0 0,0 0 0,1 0 0,1 2 0,-2 1 0,1-1 0,-1 0 0,1 1 0,-1-1 0,0 1 0,-1 0 0,1 0 0,-1 0 0,0 0 0,0 7 0,2 54 0,-3-56 0,-2 39-31,-16 81 0,12-96-138,0 1 0,3 0-1,0 0 1,3-1-1,4 49 1,2-52-1263,1-1 0,2 0 1,0-1-1,3 0 0,16 33 1,-11-30-2037,2-1 0,25 32-1,4-8-6241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3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762 784 13089,'-2'-3'533,"-1"0"-1,0 0 0,1-1 1,0 1-1,0-1 1,0 0-1,0 1 0,0-1 1,1 0-1,0 0 1,0 0-1,0 0 1,0 0-1,0 0 0,1 0 1,0 0-1,0 0 1,0-1-1,0 1 0,1 0 1,1-6-1,-2 8-403,1 1 0,-1 0 0,0 0 0,0-1 0,1 1 0,-1 0 0,0 0 0,0-1-1,0 1 1,-1 0 0,1 0 0,0-1 0,0 1 0,-1 0 0,1 0 0,-1 0 0,1-1 0,-1 1 0,1 0 0,-1 0-1,0 0 1,1 0 0,-1 0 0,0 0 0,0 0 0,0 0 0,0 0 0,0 1 0,0-1 0,0 0 0,0 1-1,0-1 1,0 0 0,0 1 0,-1-1 0,1 1 0,0 0 0,0-1 0,-1 1 0,1 0 0,0 0 0,0 0-1,-1 0 1,1 0 0,0 0 0,0 0 0,-1 0 0,1 1 0,-1-1 0,-7 1 103,0 1 1,0 0-1,0 0 0,0 1 1,-13 6-1,-19 12-211,0 2 0,2 1 0,1 2-1,1 2 1,-41 39 0,16-4-21,-83 109 0,123-142 0,2 2 0,0 0 0,3 1 0,-15 38 0,23-49 0,1 1 0,1 0 0,1 0 0,2 0 0,0 1 0,1-1 0,1 37 0,2-50 1,1 0 0,1 0 0,-1 0 0,2 0 0,-1-1 0,1 1 0,1-1 0,0 0 0,0 0 0,1 0 0,0 0 0,0-1 0,10 12 0,-6-10 1,0-1-1,1 0 1,1-1-1,-1 0 1,1 0-1,0-1 1,1-1-1,0 0 1,14 5-1,6 0-19,0-2 0,1-2 0,0-1 0,0-1-1,0-2 1,1-1 0,41-4 0,-22-1-699,-1-2-1,0-2 1,0-3-1,-1-2 1,-1-2-1,0-3 1,0-1-1,-2-3 1,-1-2-1,0-1 1,-2-3-1,-1-2 1,-1-2-1,72-68 1,-82 64 457,-3-1 0,-1-1 1,-2-2-1,-1-1 1,-2-1-1,21-50 0,-2-12 703,43-159 0,52-350 4730,-112 492-2962,-20 98-1371,-5 17 293,-5 12 46,-121 247-78,59-112-928,-193 453-255,252-578-7,-19 52-1578,-28 114 0,50-163 681,0 0 0,2 1 0,0-1 0,1 0 0,1 1 0,1-1 0,0 1 0,2-1 0,0 0 0,12 35 0,-12-47-217,0 1 1,1-1 0,1 0-1,5 9 1,30 27-8218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70 9929,'1'-3'301,"-2"0"0,1 0 0,0 0-1,-1 0 1,1 1 0,-1-1 0,0 0 0,0 0 0,0 0 0,0 1-1,0-1 1,0 1 0,-1-1 0,0 1 0,1-1 0,-1 1 0,0 0-1,0 0 1,0 0 0,0 0 0,-1 0 0,1 0 0,0 1 0,-1-1 0,0 1-1,1 0 1,-1-1 0,0 1 0,1 0 0,-1 1 0,0-1 0,0 0-1,0 1 1,0 0 0,1-1 0,-1 1 0,0 0 0,-4 1 0,-6 0 38,1 0 0,-1 1 1,0 1-1,1 0 1,0 1-1,0 0 0,0 1 1,0 0-1,1 1 1,-1 0-1,2 0 0,-1 2 1,1-1-1,0 1 1,0 1-1,1 0 0,0 0 1,1 1-1,-9 12 1,3 0-221,1 1 0,0 0 0,2 1 1,1 1-1,1-1 0,1 2 0,1-1 1,1 1-1,1 0 0,2 0 0,0 1 1,2-1-1,3 40 0,-1-61-174,-1 1 1,1 0-1,1 0 0,-1 0 1,1-1-1,0 1 0,0-1 0,1 1 1,-1-1-1,1 0 0,0 0 1,1 0-1,-1 0 0,7 6 0,-3-5-61,-1 0-1,1-1 1,0 0-1,1-1 1,-1 1 0,1-1-1,0-1 1,0 1-1,10 2 1,-1-2-41,0 0 1,0-2-1,0 1 1,1-2-1,-1-1 1,0 0-1,1-1 1,-1 0-1,27-7 1,-23 2 134,-1-1-1,-1 0 1,1-2 0,-1 0 0,-1-1-1,24-17 1,96-85 1008,-107 83-357,1 1 0,2 3-1,0 0 1,44-22 0,-77 46-597,0 0 0,0 1 0,-1-1 0,1 1 0,0-1 0,0 1 0,0-1 0,0 1 0,0 0 0,0-1 0,0 1 0,0 0 0,0 0 0,0 0 0,0 0 0,0 0 0,0 0 0,0 0 0,0 0 0,1 0 0,-1 1 0,0-1 0,0 0 0,-1 1 0,1-1 0,0 0 0,0 1 0,0-1 0,0 1 0,0 0 0,0-1 0,0 1 0,-1 0-1,1-1 1,0 1 0,-1 0 0,1 0 0,0 0 0,-1 0 0,1-1 0,-1 1 0,1 0 0,-1 0 0,0 0 0,1 0 0,-1 0 0,0 2 0,1 2 14,0 0 0,-1 0 0,0 0 0,0 0-1,0 1 1,0-1 0,-1 0 0,-2 7 0,-23 69-588,16-51-653,1-1 0,-11 60 1,19-78 52,0 1 0,1-1 0,0 0 0,3 19 0,-1-21-292,0 0 0,1 0 0,0 0 0,1-1 1,-1 1-1,8 11 0,14 12-8201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4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869 1591 9181,'15'-54'2683,"-15"53"-2515,0-1 1,0 0-1,0 0 1,0 0-1,0 0 1,0 0-1,-1 1 1,1-1-1,-1 0 1,1 0-1,-1 1 1,0-1-1,0 0 1,0 1-1,0-1 1,0 1-1,0-1 1,0 1-1,0-1 0,-1 1 1,1 0-1,0 0 1,-1-1-1,1 1 1,-1 0-1,0 0 1,-1 0-1,-4-3 299,0 1 0,0 0-1,0 0 1,-9-1 0,14 3-271,-29-6 1094,0 1-1,0 1 0,0 2 1,-61 2-1,57 4-1039,0 2-1,0 2 1,1 1 0,0 2-1,0 1 1,1 1-1,1 2 1,0 1-1,1 2 1,1 1-1,0 1 1,1 2-1,-30 28 1,46-38-281,2 0-1,-1 1 1,1 1 0,1 0 0,0 0-1,-15 28 1,22-32-114,-1 0-1,1-1 1,0 1 0,1 0 0,0 1-1,0-1 1,1 0 0,0 0 0,1 1-1,0-1 1,0 1 0,1-1-1,3 13 1,-3-14-40,1 0-1,0 0 1,1 0 0,0 0 0,0-1-1,1 1 1,0-1 0,0 0-1,1 0 1,0 0 0,9 10-1,-5-10-71,0 1-1,0-1 1,1-1-1,0 0 0,0 0 1,0-1-1,19 7 1,-17-8 90,0 0-1,0-1 1,1 0 0,0-1 0,-1-1 0,1 0 0,0 0 0,0-1 0,-1-1-1,1 0 1,0-1 0,-1 0 0,1-1 0,17-7 0,-14 4 89,-1-1 1,0-1 0,0 0-1,-1-1 1,0 0-1,0-1 1,-1-1 0,-1 0-1,0 0 1,18-23-1,-7 3 97,-2-1-1,-1-1 1,19-42-1,39-112 687,-52 119-420,102-294 961,5-12-331,-86 258-581,145-391 2857,-188 497-3059,-3 9-99,-1 0 0,1 0 1,-1 0-1,1 0 0,0 0 0,-1-1 0,0 1 0,1 0 1,-1 0-1,0 0 0,0 0 0,1 0 0,-1-1 0,0 1 1,0 0-1,0 0 0,0 0 0,-1-1 0,1 1 0,0 0 1,0 0-1,-1 0 0,1 0 0,-1-1 0,1 1 0,-1 0 0,1 0 1,-2-1-1,1 1-14,1 1 0,-1 0 0,1-1 0,-1 1 0,0 0 0,1 0 0,-1 0 0,1-1 0,-1 1 1,1 0-1,-1 0 0,0 0 0,1 0 0,-1 0 0,0 0 0,1 0 0,-1 0 0,1 1 0,-1-1 0,1 0 0,-1 0 0,0 0 0,1 1 1,-1-1-1,1 0 0,-1 0 0,1 1 0,-1-1 0,1 1 0,-1-1 0,1 0 0,0 1 0,-1-1 0,1 1 0,-1-1 0,1 1 0,-17 26 250,13-20-151,-160 318 1428,82-157-1210,79-160-325,-158 331 401,130-265-414,4 2 1,-29 128-1,54-191-27,0 0-1,1 0 1,0 0 0,1 0-1,0 1 1,1-1 0,3 15-1,5 14-155,1 0-1,20 52 0,-27-86 153,0 0 0,1 0 0,0-1 0,0 0 0,0 1 0,1-1 0,0 0 0,0-1 0,1 0 0,0 1 1,0-2-1,0 1 0,1-1 0,0 0 0,0 0 0,0-1 0,11 5 0,-7-3-7,12 6-62,0-2-1,0 0 0,1-1 1,1-2-1,-1 0 1,1-2-1,0 0 0,46 1 1,-38-6-42,0-1 1,1-2 0,-1-1-1,0-2 1,-1-1 0,38-13-1,-23 2-1,-2-1-1,0-3 1,-1-1 0,-1-2-1,-2-2 1,0-2-1,-2-2 1,-2-1-1,38-41 1,-55 52 109,-1 0-1,-2-1 1,0 0 0,-1-2 0,-1 0 0,21-47 0,-35 67 22,1-1 1,-1 1-1,0-1 1,-1 1-1,1-1 0,-1 0 1,0 0-1,0 1 1,-1-7-1,1 10 8,0-1-1,0 0 1,-1 0-1,1 0 1,-1 1 0,0-1-1,0 0 1,1 1-1,-1-1 1,0 1-1,0-1 1,0 1 0,-1-1-1,1 1 1,0 0-1,0-1 1,-1 1-1,1 0 1,-1 0 0,1 0-1,-1 0 1,0 0-1,1 0 1,-1 1-1,0-1 1,-2 0 0,-2 1 10,-1 0 0,1 0 1,-1 0-1,1 1 1,0 0-1,0 1 1,-1-1-1,1 1 0,0 0 1,-8 5-1,8-5 2,-7 5-42,0 0 1,0 0-1,1 1 1,0 1-1,0 0 1,1 0-1,0 1 1,1 1-1,0 0 1,0 0-1,1 1 1,-12 21-1,12-18-25,2 0-1,-1 0 1,2 1-1,0 0 0,1 0 1,0 0-1,2 1 1,0-1-1,0 1 0,1 29 1,3-37 43,0 0 0,1 0 1,0 0-1,0 0 0,1 0 1,0-1-1,0 1 0,1-1 1,0 0-1,1 0 0,0 0 0,0-1 1,1 1-1,0-1 0,0-1 1,0 1-1,1-1 0,0 0 0,0 0 1,1-1-1,12 7 0,-1-2-2,1 0 0,0-2-1,0 0 1,1-1 0,0-1-1,0-1 1,1-1-1,21 2 1,-11-4 20,0-1 0,-1-1 0,1-1 0,-1-2 0,0-2 0,1 0 0,-2-2 0,1-2 0,-1 0 0,0-2 0,-1-2 0,30-16 0,-49 22 19,0-1 0,0 1 0,0-2 0,-1 1 0,-1-1-1,1-1 1,-2 1 0,1-1 0,-1-1 0,-1 0 0,0 0 0,0 0 0,-1 0 0,5-18-1,-8 23-13,0-1 0,0 0-1,-1 0 1,0 0 0,-1 0-1,1 1 1,-1-1-1,-1 0 1,1 0 0,-1 0-1,0 0 1,-1 0 0,0 0-1,0 1 1,0-1-1,-1 1 1,0-1 0,0 1-1,0 0 1,-1 0 0,0 1-1,0-1 1,-1 1-1,0 0 1,0 0 0,0 0-1,-8-5 1,4 4-3,-1 0-1,0 1 1,0 0 0,-1 1 0,1 0-1,-1 1 1,0 0 0,0 1 0,0 0 0,0 0-1,0 1 1,0 1 0,0 0 0,-1 1-1,-16 2 1,11 0-2,0 0 0,1 1 0,0 1 0,-1 1 0,2 0 0,-1 1 0,1 0 0,0 2 0,-23 16 0,28-17-45,0 1 1,1 0 0,0 0-1,1 1 1,-1 1 0,2-1-1,0 1 1,-7 13-1,13-21 18,0 0 0,1 0 0,-1 0 0,0 0 0,1 1 0,0-1 0,-1 0 0,2 0-1,-1 1 1,0-1 0,0 0 0,1 0 0,0 0 0,1 6 0,0-3-23,1 0 0,0 0 1,0 0-1,6 10 0,-6-12 9,1 0-1,0-1 0,0 1 1,0-1-1,0 0 1,0 0-1,1 0 1,-1 0-1,1-1 0,0 0 1,0 0-1,0 0 1,0-1-1,7 2 1,7 1-139,0-2 0,30 1 0,-32-2 114,0-2-1,0 0 1,1-1 0,-1-1-1,0-1 1,-1 0-1,1-1 1,-1-1 0,0 0-1,0-1 1,-1-1-1,0-1 1,0 0-1,14-12 1,-6 2 64,-2-1 1,0-1-1,-1-1 0,-1-1 0,-1 0 1,-1-1-1,21-41 0,98-233 498,14-28 419,121-78 444,-104 168 888,-150 212-1702,0 0 0,21-21-1,-37 44-499,-1 1-1,0-1 0,1 0 0,0 1 0,-1-1 0,1 1 0,-1-1 0,1 1 0,0-1 0,-1 1 0,1-1 0,0 1 0,-1 0 0,1-1 0,0 1 0,0 0 0,-1 0 0,1-1 0,0 1 1,0 0-1,-1 0 0,3 0 0,-3 0-14,1 1 1,-1-1-1,1 1 1,-1-1-1,0 1 1,1-1 0,-1 1-1,1 0 1,-1-1-1,0 1 1,0-1-1,1 1 1,-1 0-1,0-1 1,0 1 0,0-1-1,0 1 1,0 0-1,0-1 1,0 1-1,0 0 1,-5 43 617,-5-2-360,-3-1 0,-2 0 0,-26 53 0,16-38-123,-144 285-203,28-61-2823,25 11-4712,83-166 875,16 1-4029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5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47 266 13729,'-27'-96'2853,"41"84"-265,-24-6-556,-4-1-408,11 1-324,-4 3-268,17-6-1512,0 0-704,-13 0-1168,0-3-92,26 27-3133,1 3-4560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4:5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536 157 10809,'24'-34'723,"-16"21"-38,1 1 1,16-18-1,-16 21 21,1 1-1,1 0 1,12-7 0,14-11 696,-35 24-1021,-18 29-199,5-19 460,0 1-1,-22 12 1,30-19 56,2-3-361,0 0 0,0 0 0,1 0 0,-1 0 1,0 0-1,0 0 0,-1 1 0,1-1 0,0 0 1,0 1-1,0-1 0,0 1 0,0-1 0,-1 1 1,1 0-1,0-1 0,0 1 0,-1 0 0,1 0 1,0 0-1,-1 0 0,-1 0 0,1 1-204,0 0 0,1 0 0,-1-1 0,1 1 0,0 0-1,-1 0 1,1 0 0,0 1 0,-1-1 0,1 0 0,0 0 0,0 1-1,0-1 1,-1 3 0,-3 5-32,1-1 1,1 1-1,0-1 0,0 1 0,-2 10 0,-10 42 218,-44 114 0,-43 54 304,36-85-471,3-18-775,-81 124 1,111-196 474,21-35-141,0 0 1,2 1-1,0 0 0,-11 36 0,21-54 267,0-1 0,1 1 0,-1 0 0,0-1 0,1 1 0,0-1 0,-1 1 0,1-1 0,0 0-1,-1 1 1,1-1 0,0 0 0,0 1 0,0-1 0,0 0 0,1 0 0,-1 0 0,0 0 0,0 0 0,1 0 0,-1 0 0,1 0 0,1 0 0,9-2-28,-1-1 1,0-1 0,0 0 0,-1 0 0,20-9-1,27-16-32,96-62-1,-52 29 28,26-9 4,199-79 0,-321 147 48,59-18-13,-59 19 25,1 0 0,-1 0 0,0 1 1,0-1-1,1 1 0,-1 1 1,0-1-1,1 1 0,-1 0 1,8 3-1,-12-4-7,0 0-1,0 1 1,0-1 0,-1 0-1,1 1 1,0-1 0,0 1-1,-1-1 1,1 1 0,0-1-1,-1 1 1,1-1 0,-1 1-1,1 0 1,-1-1 0,1 1-1,-1 0 1,1 0 0,-1-1-1,0 1 1,1 0 0,-1 0-1,0 0 1,0-1 0,0 1-1,1 1 1,-1 1-2,0-1 1,-1 0-1,1 1 0,0-1 1,-1 0-1,0 1 0,1-1 0,-1 0 1,-2 4-1,-2 3 1,0 0 0,-1-1 0,-13 16 0,-48 44 29,-27 31-99,89-92 65,-1 0-16,1-1 0,0 1 0,0 0 0,1 0 1,-6 14-1,10-20 11,-1 0-1,1 1 1,-1 0 0,1-1 0,0 1-1,0-1 1,-1 1 0,1-1-1,0 1 1,1-1 0,-1 1 0,0-1-1,0 1 1,1 0 0,-1-1 0,1 1-1,-1-1 1,1 0 0,-1 1 0,1-1-1,0 1 1,0-1 0,0 0 0,0 0-1,0 0 1,0 1 0,0-1 0,0 0-1,0 0 1,1 0 0,-1-1-1,0 1 1,1 0 0,-1 0 0,1-1-1,-1 1 1,3 0 0,8 4-46,1-2 0,-1 1 0,1-1-1,0-1 1,0 0 0,14 0 0,84-4-229,-81 1 223,44-3-74,1-2 1,-2-4 0,1-3 0,-1-3 0,-1-4 0,133-54 0,-179 61 107,0-2 1,-1 0 0,0-2-1,-1-1 1,-1-1-1,25-25 1,-42 37 47,0-1-1,0 0 0,-1 0 1,0 0-1,0 0 1,-1-1-1,0 0 1,0 0-1,-1 0 0,3-17 1,-5 24-1,0 0 0,-1-1 0,0 1 0,1 0 0,-1-1 0,0 1 0,0 0 0,0-1 0,0 1 0,-1 0 0,1-1 0,-1 1 0,1 0 0,-1 0 0,0-1 0,0 1 0,0 0 0,0 0 0,0 0 1,0 0-1,-1 0 0,1 0 0,-1 0 0,1 1 0,-1-1 0,0 1 0,0-1 0,0 1 0,1-1 0,-1 1 0,-3-1 0,-1-1 30,0 0 1,0 1-1,0 0 1,0 0-1,0 1 0,0 0 1,-1 0-1,1 0 0,0 1 1,-8 0-1,2 2 10,1 0 1,-1 0-1,1 1 0,0 1 0,0 0 0,0 0 1,0 1-1,1 0 0,-1 1 0,-10 9 0,-3 2 90,0 2 0,-36 39 0,50-48-115,1 1-1,0 0 0,1 0 1,0 1-1,1 0 0,0 1 1,1-1-1,-8 25 0,12-31-40,1 0 0,-1 0 0,1 0-1,1 0 1,-1 0 0,1 0 0,0 0-1,0 0 1,0 0 0,1 0 0,0 0-1,0 0 1,1 0 0,0 0 0,0 0-1,0-1 1,1 1 0,-1-1 0,1 0-1,1 1 1,-1-1 0,7 7 0,2-1-165,0 0-1,1-1 1,1 0 0,0-1 0,0-1 0,1 0 0,-1-1-1,2 0 1,-1-1 0,28 6 0,4-2-736,0-1 0,68 2-1,175-12-4321,-97-15-2370,-78 5-1231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0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4600 130 10421,'-2'-1'219,"0"0"-1,0-1 1,0 1-1,0-1 1,0 1 0,0-1-1,1 0 1,-1 0-1,-2-3 1,4 3-39,-1 1-1,1 0 1,0-1-1,0 1 1,-1 0-1,1-1 1,0 1-1,0 0 0,0-1 1,1 1-1,-1 0 1,0-1-1,0 1 1,1 0-1,-1 0 1,1-1-1,-1 1 1,2-2-1,-1 1 1300,-23-26 1964,17 21-2581,0 0-1,0 0 1,-1 0-1,0 0 1,-13-10-1,17 15 343,-2 4-657,-4 1-345,6-3-146,0 1 0,0-1 0,0 1 0,0 0 0,0-1 0,0 1 0,1 0 0,-1 0 0,0 1 0,0-1 0,1 0 1,-1 1-1,1-1 0,-1 0 0,1 1 0,0 0 0,-1-1 0,1 1 0,0 0 0,0 0 0,0 0 0,0 0 0,1-1 0,-1 1 1,0 0-1,0 3 0,-13 46 594,-2-2 0,-3 0 0,-49 92 0,11-24-58,-170 327-592,142-286 0,-171 357 0,-17 30 0,259-517 0,-206 390 0,24 11 0,121-226 0,-76 332 0,3 222 0,135-682 0,-16 121 0,-9 48 0,-135 815 0,148-833 0,-11 78 0,-40 58 0,-15-3 0,-212 536 0,154-524 0,-90 237 0,-139 348 0,303-799 0,-7-4 0,-136 194 0,-252 243 0,244-327 0,207-245-946,19-18 895,0 0 1,0-1-1,0 1 1,0 0-1,-1 0 1,1 0-1,0 0 1,0 0-1,0 0 1,0 0-1,0 0 1,-1-1-1,1 1 0,0 0 1,0 0-1,0 0 1,0 0-1,0-1 1,0 1-1,0 0 1,0 0-1,0 0 1,0 0-1,-1-1 0,1 1 1,0 0-1,0 0 1,0 0-1,0 0 1,0-1-1,0 1 1,0 0-1,0 0 1,1 0-1,-1 0 0,0-1 1,0 1-1,0 0 1,0 0-1,0 0 1,0 0-1,0-1 1,0 1-1,0 0 1,0 0-1,1 0 0,-1 0 1,0 0-1,0-1 1,0 1-1,0 0 1,0 0-1,1 0 1,2-7-1982,0 1 0,1 0 1,0 0-1,8-11 1,37-29-13919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1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10 9193,'-1'1'89,"-16"4"2117,15-7-944,6-3 202,-2 3 707,-4 1-1583,0 0 0,0 0 0,0 0 0,0 1 0,0-1 0,-1 1 0,1-1 0,0 1 0,0 0 0,-1-1 0,1 1-1,0 1 1,-4-1 0,-2 20 1168,-50 151 4504,28-63-6118,-56 174-149,54-178-2449,-1 55-7153,22-102 5565,2-14-9630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1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97 11161,'27'-54'2284,"-34"33"-560,4 0 1725,-17 39-7538,-13 15 1873,2 6-1384,8 15-2129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1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9597,'73'-41'2283,"-71"39"-2104,0 1-1,0 0 0,-1-1 0,1 1 1,0-1-1,-1 0 0,0 0 1,1 1-1,-1-1 0,0 0 0,0 0 1,0 0-1,0 0 0,0 0 0,-1 0 1,1-1-1,-1 1 0,1 0 1,-1 0-1,0-3 0,5-15 2174,23-20 6208,-22 32-8446,-4 9 53,0 0 0,-1 0 0,0 1 0,1-1 1,-1 0-1,0 1 0,0-1 0,1 1 0,-1-1 0,0 1 1,1 2-1,-2-3 0,5 7 38,0 1 0,-1 0 0,0 0 0,-1 0 0,0 1 0,0-1-1,-1 1 1,0 0 0,0 10 0,0 15 268,-4 44 0,1-47-207,-4 47 39,-16 85 0,16-143-272,2-9-25,1 0 0,1 0 0,0-1 0,0 23 0,1-32-8,0-1 0,0 1 0,0 0 0,0-1 0,1 1 0,-1 0 0,0-1 0,1 1 0,-1-1 0,1 1 0,-1-1 0,1 1 0,0-1 0,-1 1 0,3 1 0,-3-2 0,1-1 0,-1 0 0,1 1 0,0-1 0,-1 0 0,1 1 0,0-1 0,-1 0 0,1 0 0,0 1 0,-1-1 0,1 0 0,0 0 0,0 0 0,-1 0 0,1 0 0,0 0 0,0 0 0,-1 0 0,1 0 0,0-1 0,-1 1 0,1 0 0,0-1 0,7-2 0,-2-1 0,1 0 0,0 0 0,-1-1 0,8-6 0,-6 4 0,218-207 0,-54 46 0,-136 137 0,1 1 0,1 2 0,44-23 0,-74 46 0,1 1 0,0 0 0,1 0 0,-1 1 0,1 0 0,19-3 0,-26 5 0,0 1 0,0 0 0,0-1 0,1 2 0,-1-1 0,0 0 0,0 1 0,1-1 0,-1 1 0,0 0 0,0 0 0,0 0 0,0 1 0,0-1 0,0 1 0,-1-1 0,1 1 0,0 0 0,-1 0 0,1 0 0,-1 0 0,0 1 0,0-1 0,4 6 0,-2-1 0,0 0 0,-1 0 0,0 1 0,0-1 0,-1 1 0,0 0 0,0-1 0,-1 1 0,0 0 0,0 0 0,-1 0 0,0 0 0,-2 14 0,-2 7 0,-2-1 0,-15 42 0,-2 14 0,16-49-416,-3 11-3523,-5 62-1,14-95 2906,1 0 1,0 0 0,0 0 0,2 0-1,0 0 1,0 0 0,1 0-1,1 0 1,7 18 0,17 18-10122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3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14041,'0'0'10165,"-2"2"-8460,-11 15-319,0 1 1,-11 21-1,-37 88 418,43-84-1622,2 0-1,-11 50 1,22-72-355,1 1 0,1 0 0,1 0 0,1 0 0,0 0 0,5 33 0,-3-46 59,1-1 1,0 1-1,1-1 1,0 0 0,0 0-1,0 0 1,1 0-1,1 0 1,-1-1 0,1 0-1,0 0 1,12 12 0,-7-10-57,0 0 1,0-1-1,1-1 1,1 1 0,-1-2-1,1 1 1,22 7 0,-6-5-80,1-1 0,1-1 0,0-2 0,0 0 0,0-3 0,54-1 0,-55-2 301,0-1 1,0-1-1,0-2 1,0-1 0,-1-2-1,0 0 1,0-2-1,-1-1 1,0-1-1,-1-1 1,-1-2-1,0 0 1,-1-2-1,0 0 1,30-30 0,4-12 1321,52-67 1,-110 126-1369,21-26 424,75-83 1675,-96 109-2105,1-1 0,-1 1 0,0 0 0,1-1 0,-1 1 0,1-1 0,-1 1 0,1-1 0,-1 1 0,0 0 0,1-1 0,0 1 0,-1 0 0,1 0 0,-1-1 0,1 1 0,-1 0 0,1 0 0,-1 0 0,1 0 0,0 0 0,-1 0 0,1 0 0,-1 0 0,1 0 0,0 0 0,-1 0 0,2 0 0,-2 1 0,1-1 0,0 1 0,-1 0 0,1 0 0,-1 0 0,1-1 0,-1 1 0,1 0 0,-1 0 0,1 0 0,-1 0 0,0 0 0,0 0 0,1 0 0,-1 0 0,0 1 0,-1 48 0,-7 6 0,-3-2 0,-27 82 0,-52 107 0,63-174 0,-194 410 0,154-359 0,-151 202 0,159-247 0,-4-2 0,-108 97 0,148-149 0,-1-1 0,-1-2 0,0 0 0,-2-1 0,0-2 0,-52 22 0,75-36-4,0 0-1,0 0 1,0 0 0,0 0 0,0 0-1,0-1 1,0 0 0,0 0-1,0 0 1,0 0 0,0 0 0,-7-3-1,10 3 4,-1-1-1,1 1 1,0-1 0,0 0-1,0 0 1,0 0-1,0 0 1,0 0 0,0 0-1,0 0 1,0 0-1,0 0 1,0 0-1,0 0 1,1-1 0,-1 1-1,1 0 1,-1-1-1,1 1 1,-1 0 0,1-1-1,0 1 1,0 0-1,-1-1 1,1 1-1,0-1 1,0 1 0,0 0-1,1-1 1,-1 1-1,0-1 1,0 1-1,1 0 1,0-2 0,3-13-16,2 0 1,-1 1-1,2 0 1,0 0-1,1 1 1,0-1-1,16-19 1,85-92-243,389-351-364,23 35 371,-338 290 204,-111 92 119,139-112 674,-187 155-558,0 0-1,33-16 1,-56 32-186,0 0 0,1 1 0,-1-1 0,0 0 0,0 1 0,0-1 0,0 1 1,1 0-1,-1-1 0,0 1 0,0 0 0,1-1 0,-1 1 0,0 0 0,1 0 0,-1 0 0,0 0 1,1 0-1,-1 1 0,0-1 0,0 0 0,1 1 0,-1-1 0,0 1 0,0-1 0,1 1 1,-1-1-1,0 1 0,0 0 0,0 0 0,0-1 0,0 1 0,0 0 0,0 0 0,0 0 0,-1 0 1,1 0-1,0 0 0,0 0 0,-1 1 0,1-1 0,-1 0 0,1 0 0,-1 0 0,0 1 1,1-1-1,-1 0 0,0 2 0,2 6-3,-1 0 0,0 0 0,-1 0 1,0 0-1,-2 13 0,-8 35 2,-3 0 0,-27 76 0,7-28 0,28-86 0,-40 154 13,38-138-35,1 1 0,-2 65 0,8-94-83,0-1 0,0 0 0,1 1 0,0-1 0,0 0 0,0 0 0,1 0 0,0 0-1,0 0 1,1 0 0,3 7 0,-4-11 53,0 1 0,0-1 0,1 0 0,-1 1 0,0-1 0,1 0 0,-1 0 0,1-1 0,0 1 0,0 0 0,0-1 0,0 0 0,0 1 0,0-1 0,0 0 0,0-1 0,0 1 0,0-1 0,0 1 0,1-1 0,-1 0 0,6-1 0,-1 1 2,-1-1 0,1 0-1,0-1 1,-1 0 0,1 0-1,-1 0 1,0-1-1,0 0 1,0-1 0,12-7-1,-9 3 0,0 0 0,0 0 0,-1-1 0,0-1 0,14-19 0,-1-5 4,-2 0-1,-1-2 1,15-41-1,-6-2-13,-3-1-1,26-148 0,-23 91-53,-24 119 111,0 0 0,2 1 0,0 0 0,1 0 0,0 0 0,2 1 0,0 0 0,19-25 0,-14 24-11,1 2 1,1 0 0,0 1 0,1 0-1,1 2 1,0 0 0,35-17 0,127-59-134,-138 60 136,-39 26-24,-6 0 72,-4-3 134,0 0 0,0 1 0,0 0 0,-1 0 0,0 0 0,0 1 0,0 1 0,0-1 0,0 1 0,0 0 0,-13 0 0,20 7 45,-55 283 1207,50-257-1352,-12 51 14,-11 129 1,26-178-233,1-13-12,1 0 0,1 0 0,1 1 1,3 20-1,-4-35 91,2-1 1,-1 0-1,1 1 1,0-1-1,0 0 1,0 0 0,1 0-1,-1 0 1,1 0-1,1-1 1,-1 1-1,1-1 1,-1 0-1,1 0 1,0 0 0,1 0-1,-1-1 1,1 0-1,7 5 1,-1-4-39,1 0 1,-1 0 0,1-1 0,0 0-1,0-1 1,0-1 0,1 0-1,-1 0 1,0-1 0,0-1 0,1 0-1,-1 0 1,16-5 0,3-2-36,1 0 0,-1-3 1,40-18-1,-46 16 198,-1 0 0,-1-1 0,0-2 1,22-20-1,70-74 818,-9 6 450,-78 78-791,-20 18-211,1 0-1,-1 0 0,1 1 1,20-13-1,-29 20-321,0 0 0,0 0 1,1-1-1,-1 1 0,0 0 0,0 0 0,1 0 0,-1-1 0,0 1 1,0 0-1,1 0 0,-1 0 0,0 0 0,0 0 0,1-1 1,-1 1-1,0 0 0,1 0 0,-1 0 0,0 0 0,1 0 1,-1 0-1,0 0 0,1 0 0,-1 0 0,0 0 0,1 0 1,-1 0-1,0 1 0,1-1 0,-1 0 0,0 0 0,0 0 1,1 0-1,-1 0 0,0 1 0,0-1 0,1 0 0,-1 0 1,0 0-1,0 1 0,1-1 0,-1 0 0,0 1 0,-2 12-1,1-10 1,-6 21-423,-1 1 0,0-2-1,-2 1 1,-20 32 0,13-24-1217,-19 50-1,32-71 1258,0 1-1,2 0 0,-1-1 1,1 1-1,1 0 0,0 0 1,1 1-1,1 16 1,6 14-7377,5-1-5414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3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26 13953,'69'-24'2555,"-67"24"-2350,0-1-1,0 1 0,0 0 1,0 0-1,0-1 1,0 1-1,0 1 1,0-1-1,0 0 0,0 0 1,0 1-1,0-1 1,0 1-1,0 0 1,0-1-1,-1 1 1,1 0-1,0 0 0,0 0 1,-1 0-1,1 1 1,-1-1-1,1 0 1,-1 1-1,1-1 0,-1 1 1,0-1-1,0 1 1,0 0-1,0-1 1,0 1-1,0 0 0,0 0 1,0 0-1,-1 0 1,1 0-1,0 2 1,1 7 150,0 0 1,0 0-1,-1 1 1,-1 19 0,0-25-195,0 13 82,-2-1 0,-1 1 0,0 0-1,-1-1 1,-1 0 0,0 0-1,-10 20 1,1-8-31,-2 0 0,-1-1 0,-21 29-1,-32 29 112,-3-3 0,-4-3 0,-149 121 0,212-191 69,1 1-1,-19 21 1,32-33-382,0 0 1,-1 0 0,1 0-1,0 0 1,0 0 0,0 0-1,0 0 1,-1 0 0,1 1-1,0-1 1,0 0 0,0 0-1,0 0 1,0 0 0,-1 0-1,1 1 1,0-1 0,0 0-1,0 0 1,0 0 0,0 0 0,0 1-1,0-1 1,0 0 0,0 0-1,0 0 1,0 1 0,0-1-1,0 0 1,-1 0 0,1 0-1,1 0 1,-1 1 0,0-1-1,0 0 1,0 0 0,0 0-1,0 1 1,0-1 0,0 0-1,0 0 1,0 0 0,0 0 0,0 1-1,0-1 1,1 0 0,-1 0-1,0 0 1,0 0 0,0 1-1,14-4 293,26-13-53,-36 14-221,95-49-29,159-109-1,-89 51-1206,293-159-5126,-141 107-4218,-142 82-971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3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516 260 13329,'-15'-107'5573,"15"97"-4664,0 0 0,1 0 0,0 0 0,0 1 0,1-1 1,1 0-1,0 1 0,0 0 0,1 0 0,6-12 0,3-11 1681,-12 29-1693,-4 6-562,-20 26-325,1 1 0,2 1 0,1 0 0,-24 54 0,-2 2-17,-251 515 7,281-567 0,2 0 0,1 1 0,2 1 0,-9 63 0,17-87 0,2 0 0,0-1 0,0 1 0,1 0 0,1-1 0,0 1 0,6 20 0,-5-25 0,0 0 0,1-1 0,0 0 0,0 0 0,0 0 0,1 0 0,0-1 0,0 0 0,1 0 0,-1 0 0,1 0 0,1-1 0,7 5 0,-2-3-31,1 0-1,0-1 1,0-1-1,0 0 1,1-1-1,-1 0 1,1-1 0,0-1-1,0 0 1,0-1-1,22-1 1,-12 0-36,0-2 0,0-1 0,0-1 0,0-2 0,42-14 0,-44 11 69,-1-1 0,0 0 0,-1-2 0,0 0 0,-1-1 0,-1-1 0,0-1 0,-1-1 1,0 0-1,-1-1 0,-1-1 0,-1-1 0,0 0 0,-2 0 0,0-1 0,-1-1 0,-1 0 1,-1 0-1,-1-1 0,-1 0 0,-1-1 0,-1 0 0,4-39 0,-5 28-133,-3 1 0,0-1 0,-3 1 0,0-1 0,-2 1 0,-2 0 0,-1 0 0,-1 0 0,-21-49 0,16 50-535,-42-94-2495,46 109 1450,-1 1 0,-21-27 1,7 23-1416,8 10-2997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4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69 215 10693,'17'-27'870,"-14"20"-563,1 1 1,0 0-1,0-1 1,1 2 0,-1-1-1,1 0 1,1 1-1,-1 0 1,1 0-1,0 0 1,11-6-1,0 2 558,28-20 1536,-42 27-2035,0 0-1,-1-1 1,1 1-1,0-1 1,-1 0 0,1 0-1,-1 0 1,0 0-1,0 0 1,0 0 0,2-5-1,-3 5 43,1-1 1,0 1-1,0 0 0,0-1 1,0 1-1,1 0 1,0 0-1,-1 1 0,5-4 1,-6 5-305,1-1 880,-2 6-117,-8 29-280,-1-1-1,-1 0 1,-2-1-1,-29 57 1,4-9-147,1 2-548,4 2 0,-41 161 0,67-218-92,2-10-8,1 0 0,0 0 0,2 0 0,-1 29 1,2-41 145,1 0 1,0 1 0,-1-1 0,2 0 0,-1 1-1,0-1 1,1 0 0,0 0 0,0 0-1,0 0 1,0-1 0,1 1 0,-1 0 0,1-1-1,0 0 1,0 1 0,0-1 0,0-1 0,1 1-1,-1 0 1,1-1 0,6 3 0,-4-1 1,1-1 0,0-1 0,0 1-1,1-1 1,-1 0 0,0-1 0,1 0 0,-1 0 0,1 0 0,0-1 0,-1-1 0,1 1 0,-1-1 0,1 0 0,-1-1 0,0 1 0,0-2 0,1 1 0,9-5 0,8-6 194,-1-1 0,0-1 0,39-33 0,-46 34-23,16-11 142,1 1 1,51-27 0,-71 43-171,0 2 1,1 0-1,-1 1 0,1 0 0,0 1 0,0 1 1,1 1-1,-1 0 0,27 0 0,46 10 135,-61-4-416,0-1 1,0-2 0,1 0 0,30-5-1,-23 0-500,0-3-1,-1 0 0,0-2 0,61-26 1,-47 12 23,55-36 1,-88 49 659,-1 0 1,-1-1-1,0-1 1,0 0-1,-2 0 0,1-1 1,17-27-1,-21 27 171,0 0 0,-1-1-1,-1 1 1,0-1 0,-1-1 0,0 1-1,-2-1 1,3-15 0,1-9 837,1 1 1,2 0 0,17-46 0,-25 80-410,-6 5-499,1-1 0,-1 1-1,1 0 1,0-1-1,-1 1 1,1 1 0,0-1-1,0 1 1,-1-1-1,1 1 1,0 0 0,1 0-1,-1 0 1,0 0-1,0 1 1,1-1 0,0 1-1,-1-1 1,1 1-1,-2 4 1,-5 7-49,0 1 1,-12 31-1,13-27 21,-4 7-747,2 0 0,0 1 0,2 0 0,-7 42 0,13-53-154,1 0-1,0 0 0,1 0 1,1 0-1,0 0 0,1 0 1,1 0-1,1 0 1,8 23-1,-8-26-924,1-1 0,1 0 1,0 0-1,14 20 0,9 4-7069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4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41 486 9213,'-30'-94'2540,"20"82"-332,13-9-356,14-15-363,16 12-301,11-3-316,13-4-176,13 1-444,10-3-508,17 0-480,4 3-512,9 3-380,1-3-285,0-1-2267,-4 4-3185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4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929 1 9845,'-205'181'7916,"125"-108"-4294,66-61-3114,-213 208 6253,112-99-4750,-25 28-456,111-114-2065,1 1 1,-32 55 0,55-84 49,1 1 1,0 0-1,1 0 0,0 0 0,0 0 1,1 0-1,-1 1 0,2-1 0,0 1 0,0 0 1,0-1-1,2 17 0,0-18-250,0-1-1,1 0 0,0 0 1,0 0-1,0 0 0,1 0 1,0-1-1,0 1 0,0-1 1,1 1-1,0-1 1,0 0-1,0-1 0,1 1 1,-1-1-1,1 0 0,0 0 1,6 3-1,18 10-7516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5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9385,'24'-19'1666,"0"1"0,47-25 0,-61 37-1162,1 1 0,0 1 0,0 0-1,0 0 1,1 1 0,-1 0 0,1 1 0,0 1-1,0 0 1,17 0 0,-11 3-232,-1 0 1,1 2-1,27 8 0,-40-10-204,0 0-1,0 0 1,0 0-1,0 1 0,0 0 1,-1 0-1,7 5 1,-10-7-53,0 0 0,0 0 0,0 1 0,1-1 0,-1 0 0,-1 1 0,1-1 0,0 1 0,0-1 0,-1 1 0,1-1 0,0 1 0,-1 0 0,0-1 0,1 1 0,-1 0 0,0-1 0,0 1 0,0 0 0,0-1 0,0 1 0,0 0 0,-1 1 0,-1 3-6,0-1-1,0 1 1,0-1-1,-1 0 1,0 0-1,0 0 1,-1 0-1,1 0 1,-1-1-1,0 0 1,-9 7-1,2-1-11,-1-2 0,0 1-1,-22 10 1,-43 24-134,73-41 77,9-2-53,37-6 81,0-2 0,-1-2 0,0-2 0,42-18 0,61-17 69,-140 46-16,57-2 23,-44 4-53,-1-1 0,1-1-1,-1 0 1,1-1 0,-1 0-1,20-6 1,92-35 0,-99 32 111,57-18 394,-79 27-341,-1-1 1,0 1 0,0-1-1,0 0 1,9-6 0,-11 6 268,0 0 0,1 1 0,-1-1 1,1 1-1,-1 0 0,1 0 1,-1 1-1,9-2 0,-14 3-399,0 0 0,1 1 0,-1-1 0,0 0 0,1 1 0,-1-1 0,0 0 0,1 1 0,-1-1 0,1 1 0,-1-1 0,1 1 0,-1-1 0,1 1 0,-1 0-1,1-1 1,-1 1 0,1-1 0,0 1 0,-1 0 0,1-1 0,0 1 0,0 0 0,-1 0 0,1-1 0,0 1 0,0 0 0,0 0 0,0-1 0,0 1 0,0 1 0,3 22-1012,-1-19 566,0 1-1,0-1 0,0 0 1,1 0-1,-1-1 0,1 1 1,1 0-1,-1-1 1,1 0-1,-1 0 0,6 4 1,1 0-1699,0-1 1,0-1 0,0 0 0,18 7 0,16 7-5965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5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17 254 7577,'-3'-7'300,"1"0"0,-1 0 0,1 0 0,0 0 0,0-1 0,1 1 0,0 0 0,1-1 0,-1 1 0,2 0 0,-1-1 0,1 1 0,0-1 0,0 1 0,1 0 0,0 0 0,0 0 0,0 0 0,8-13 0,-3 7-38,0 0 0,-1-1 0,0 1-1,-1-1 1,3-16 0,-5 35-560,0-1 0,0 0-1,1 0 1,-1 0 0,1-1 0,0 1 0,0-1-1,0 0 1,0 0 0,6 3 0,4 3-3259,-4 3-1770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6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213 537 4308,'3'-46'1159,"-3"46"-1118,0-1 1,0 0 0,0 1 0,1-1 0,-1 0 0,0 1 0,0-1 0,1 0 0,-1 1-1,0-1 1,1 1 0,-1-1 0,1 1 0,-1-1 0,0 1 0,1-1 0,-1 1 0,1-1-1,0 1 1,-1-1 0,1 1 0,-1 0 0,1-1 0,0 1 0,-1 0 0,1 0 0,0-1-1,-1 1 1,1 0 0,0 0 0,-1 0 0,1 0 0,0 0 0,-1 0 0,1 0 0,0 0 0,-1 0-1,2 0 1,-1 0 109,2-1-39,0 0 0,0-1-1,0 1 1,-1-1 0,1 0 0,0 0 0,-1 0 0,1 0 0,-1-1 0,0 1 0,1-1 0,-1 1 0,0-1 0,-1 0 0,1 0-1,0 1 1,-1-1 0,0-1 0,1 1 0,0-5 0,1 0 204,0 0 0,-1 0 0,0-1-1,-1 1 1,0-1 0,0 0 0,0-11 0,-7-14 2005,0 1 1,-22-61 0,22 76-1298,-17-43 2114,15 42-1838,1-1 0,1 0 0,-5-21 0,10 37 913,2 11-1598,2 100 69,-16 158 1,6-170-570,-44 539-115,-4 54 0,31-343-50,-15 262-660,31-133-4011,7-187 309,0-255 3556,2 107-2929,1-117 1266,1-1-1,7 27 1,5-6-5172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6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12061,'0'0'2084,"4"27"-276,-1 0-339,14-12-273,-1 0-284,4 7-192,24 14-140,6-3-136,17-3-300,14 3-536,12 3-612,15 1-552,-1-1-452,3 0-421,1 3-1619,9-6-2949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6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1177 195 8929,'15'-30'726,"-4"6"1057,29-40 0,-38 58-919,1 0-1,-1 1 1,0-1-1,0 0 1,1-10 0,3-4 1708,-7 19-2436,1 0 1,-1 0-1,1 1 1,-1-1-1,1 0 1,-1 1-1,0-1 1,1 0 0,-1 1-1,0-1 1,0 1-1,1-1 1,-1 1-1,0 0 1,0-1-1,0 1 1,1 0-1,-1 0 1,0-1 0,0 1-1,0 0 1,0 0-1,-1 0 1,2 0-119,-9 0 208,1 0 1,-1 1-1,1 0 1,0 0 0,-1 1-1,1 0 1,0 0-1,0 1 1,0 0 0,0 0-1,-10 7 1,-17 6 214,-489 179-109,367-146-2680,-42 16-2633,162-50 1483,-52 29 1,-4 16-6957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7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97 7441,'4'-7'756,"1"-1"0,-1 1 0,1 1 0,0-1 0,1 1 1,-1-1-1,1 2 0,1-1 0,-1 1 0,1 0 0,0 0 1,0 0-1,0 1 0,1 1 0,14-6 0,-19 8 2438,0 26-545,-3-15-2379,-1 1-1,0-1 1,-1 0-1,0 0 1,0 0-1,-1 0 1,-9 19-1,8-18-100,-157 396 3216,113-300-3639,-45 151 1,48-67-4742,38-138-1438,-2 90-1,11-82-3305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8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1 368 9417,'93'-163'2056,"-62"112"-288,9 9-616,-3 9 32,-7 6-207,-3 3-225,9 5-204,1 10-316,3 9-632,1 6-216,2 10-325,4 14-167,-7 9-148,-6 15-336,-7 6-360,-4 10-1092,-6 11-1149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8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7709,'23'21'1768,"21"-6"-388,6-27-364,13 0-384,-2 0-508,12 6-672,11-12-304,10-3-1016,10 9-888,10 3-865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8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36 12765,'-3'0'211,"1"-1"0,0 1-1,0-1 1,-1 0 0,1 1-1,0-1 1,0 0 0,0-1 0,0 1-1,0 0 1,0 0 0,0-1-1,0 1 1,1-1 0,-1 0 0,1 0-1,-1 1 1,1-1 0,-1 0-1,1 0 1,-2-4 0,2 2 1946,-28 17 1794,7 3-2978,1 1 0,0 2 1,1 0-1,1 1 0,-22 31 1,3-6 34,-258 333 1597,240-294-2684,4 3 0,-71 161 0,111-216-508,1 0-1,-9 45 1,11-23-2090,2-1 0,1 58 1,6-91 1003,1-1 0,1 1 0,1 0 0,0 0 0,2-1 0,11 32 0,4 1-6565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8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11441,'10'-15'1800,"17"-3"-312,20 15-280,9 3-163,11-3-305,7 0-260,17 3-472,19-3-612,17-3-420,11 3-193,16-10-315,0 1-560,7 3-1360,6 0-1853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9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461 259 4276,'27'-14'659,"-21"12"-423,1-1 0,-1-1 0,-1 1 0,1-1-1,0 0 1,-1 0 0,0-1 0,9-9 0,-13 13-210,1-1-1,-1 0 1,0 1 0,0-1-1,0 0 1,0 1 0,0-1 0,0 0-1,-1 0 1,1 0 0,-1 0-1,1 0 1,-1 0 0,0 0 0,1 0-1,-1 0 1,0 1 0,-1-1-1,1 0 1,0 0 0,0 0-1,-1 0 1,1 0 0,-1 0 0,0 0-1,1 0 1,-1 0 0,0 1-1,0-1 1,-1-2 0,-5-4 89,1 0-1,-1 1 1,-1 0 0,-14-12 0,-2-2 873,19 17-681,-1-1 1,1 2-1,0-1 1,-1 1-1,-7-4 0,9 5-71,0 1-1,1-1 0,-1 0 0,1 0 0,0 0 1,-1-1-1,1 1 0,0-1 0,1 0 1,-1 1-1,-4-7 0,6 8-99,0 0 0,1 0 0,-1 1 0,0-1 0,0 0 0,0 1 0,0-1 0,0 0-1,0 1 1,0-1 0,-1 1 0,1-1 0,0 1 0,0 0 0,0 0 0,-2-1 0,-2 0 275,3 0-259,0 1 1,0-1-1,0 1 1,0 0-1,0-1 1,0 1-1,0 0 1,0 0 0,0 1-1,0-1 1,0 0-1,0 1 1,0-1-1,0 1 1,0-1 0,0 1-1,0 0 1,0 0-1,0 0 1,1 0-1,-1 0 1,0 0-1,1 1 1,-1-1 0,1 1-1,-1-1 1,-1 2-1,-5 7 450,1-1 0,0 1-1,-9 17 1,8-13-291,-26 45 1079,3 1 1,-26 68-1,-34 130 13,72-199-1237,10-33-564,2-1 0,0 1 0,2 1 0,1-1 0,1 1 1,1 0-1,1 0 0,1-1 0,2 1 0,7 39 0,-8-63 316,1 1-1,-1-1 1,1 1-1,-1-1 1,1 0-1,0 0 1,0 0-1,1 0 0,-1 0 1,1 0-1,-1-1 1,1 1-1,0-1 1,0 0-1,0 1 1,0-1-1,0-1 1,6 3-1,1 1-105,1-1-1,-1-1 1,1 0-1,20 3 1,-21-4 130,-1 0-3,0-1 0,0 0 1,1 0-1,-1-1 0,0 0 0,0-1 1,15-2-1,120-50 98,-24 7 209,134-19-15,21-6-192,-237 58 427,-2-1 0,0-2 0,-1-1 0,0-2 0,38-28 0,-57 36 227,-13 9 415,-5 3-685,-5 2-392,0 1 0,0-1 0,1 1-1,-1 1 1,1-1 0,0 1 0,1 0-1,-1 0 1,1 1 0,0-1 0,-7 12-1,-17 31-2435,5 1-4016,18-26 277,12 1-3948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0 283 8505,'84'-141'920,"-47"102"-460,-3 8-300,2 4-352,-2 9-452,-17 9-420,3 0-1280,3 0-473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09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121 985 5344,'-78'65'1393,"73"-61"-1184,1 0 1,0 1 0,0-1 0,1 1 0,-1 0 0,1 0 0,0 0 0,1 0 0,-1 0-1,-1 7 1,3-9-110,0 0 0,1 0 0,-1 0 0,1 0 0,0 0 0,0 0 0,0 0 0,0 0 0,0 0 0,1 0 0,-1 0 0,1 0 0,0 0 0,2 5 0,-1-4-37,1-1 0,-1 1 0,1-1 0,0 0-1,0 0 1,0 0 0,0 0 0,0 0 0,1-1 0,-1 1-1,1-1 1,0 0 0,-1 0 0,1-1 0,0 1 0,0-1-1,0 1 1,0-1 0,1-1 0,-1 1 0,0 0-1,0-1 1,8 0 0,1 0 187,1 0 0,0-1-1,-1-1 1,1 0 0,-1-1-1,1 0 1,-1-1 0,0-1 0,0 0-1,-1-1 1,0 0 0,0 0 0,0-2-1,-1 1 1,12-11 0,-6 4 286,-1-1 0,0-1 0,0-1 0,-2 0 0,0-1 0,20-34 0,52-126 1358,-44 85-1014,-13 32-308,59-123 1474,72-216-1,-158 391-1908,1 0-1,-1 0 1,2-17-1,-4 25-127,0 1-1,0-1 1,0 1-1,0-1 1,0 1-1,0-1 0,0 0 1,0 1-1,0-1 1,0 1-1,-1-1 1,1 1-1,0-1 1,0 1-1,0-1 1,-1 1-1,1-1 1,0 1-1,0 0 1,-1-1-1,1 1 0,0-1 1,-1 1-1,1 0 1,-1-1-1,0 1 1,0 0 0,0 0 0,0 0 1,0 0-1,0 0 0,0 1 1,0-1-1,0 1 0,0-1 1,0 0-1,0 1 0,0 0 1,0-1-1,1 1 0,-1-1 1,0 1-1,0 0 0,0 0 1,0 1-1,-16 16 82,1 0 0,0 1 0,-22 38 0,-35 74 41,32-53-136,8-15-539,2 3-1,3 0 1,4 2-1,-33 139 1,54-192 377,1-1-1,0 1 1,1 0-1,0-1 1,2 1-1,3 29 1,-3-38 100,0 0 0,1 1 1,0-1-1,0 0 0,1 0 1,0 0-1,0-1 0,0 1 1,0-1-1,1 1 0,0-1 1,0 0-1,1-1 0,-1 1 1,1-1-1,0 0 0,10 7 1,-10-9 10,1 0 0,-1-1 0,1 0 0,-1 0 1,1 0-1,-1 0 0,1-1 0,0 0 0,-1 0 1,1-1-1,0 0 0,-1 0 0,1 0 0,-1 0 1,6-3-1,-6 2 18,-1 0-1,0 1 1,0-2 0,0 1 0,-1 0 0,1-1-1,0 0 1,-1 0 0,0 0 0,6-6 0,4-5-60,27-26-59,-2-2 0,-2-2 0,-2-2 0,56-98 0,-40 47 451,61-168-1,-102 240-123,-2 1 0,6-30 0,-12 53-144,-1 0-1,0 0 0,1 1 1,-1-1-1,0 0 0,0 0 1,0 0-1,0 0 0,0 0 0,0 1 1,0-1-1,0 0 0,0 0 1,0 0-1,0 0 0,0 0 1,-1 0-1,1 1 0,0-1 1,-1 0-1,1 0 0,-1 0 1,1 1-1,-1-1 0,1 0 0,-1 1 1,1-1-1,-1 0 0,0 1 1,1-1-1,-1 1 0,0-1 1,1 1-1,-1-1 0,0 1 1,0-1-1,1 1 0,-1 0 0,0 0 1,0-1-1,0 1 0,-1 0 1,-2 0 59,0 0 0,0 1 0,1 0 0,-1-1-1,0 1 1,0 1 0,1-1 0,-5 3 0,-19 9 190,2 2-1,0 1 1,1 1-1,-26 23 1,7 0-53,-45 51 0,40-33-995,1 2-1,-64 113 0,81-118-1773,-40 106 0,59-130-489,-10 54 1,7 36-6789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19 15573,'-8'-2'659,"-21"-7"1405,24 5-601,13 1 758,-4 3 2293,4 65-405,-13-40-3749,0 1 0,-2-1 0,-1-1-1,-1 1 1,-16 32 0,-67 131-354,-49 112-7,100-216-462,24-51-121,-25 70-1,41-101 556,0-1 1,1 1-1,-1 0 0,1 0 1,-1-1-1,1 1 0,-1 0 1,1 0-1,0 0 0,0 0 1,0-1-1,0 1 1,0 0-1,1 0 0,-1 0 1,1 0-1,-1-1 0,1 1 1,-1 0-1,1 0 0,0-1 1,0 1-1,0-1 0,0 1 1,0-1-1,0 1 1,0-1-1,1 1 0,-1-1 1,0 0-1,1 0 0,-1 0 1,1 0-1,-1 0 0,1 0 1,0 0-1,-1 0 0,1-1 1,0 1-1,0 0 1,-1-1-1,1 0 0,2 1 1,9 0-41,0 0 0,-1 0 1,1-1-1,0-1 0,13-2 1,-18 2 15,167-32-254,-60 9 211,2 4 55,0 4 0,2 6 0,171 7 0,-267 4 10,39 9 0,-56-9 38,-1 0 1,1 1-1,0 0 1,-1 0-1,1 0 1,-1 1-1,1-1 1,-1 2 0,0-1-1,-1 0 1,1 1-1,4 4 1,-8-7-13,0 1 1,0-1 0,0 0-1,0 1 1,-1-1-1,1 1 1,0 0 0,-1-1-1,1 1 1,-1-1 0,0 1-1,1 0 1,-1-1-1,0 1 1,0 0 0,0-1-1,0 1 1,0 0 0,-1-1-1,1 1 1,0-1-1,-1 1 1,1 0 0,-1-1-1,1 1 1,-1-1 0,0 1-1,0-1 1,0 1-1,0-1 1,0 0 0,-2 3-1,-3 2-67,0 0 1,0 0-1,-1 0 0,0-1 0,-8 5 0,-30 16-297,-1-3 0,-1-1 0,0-3 0,-2-2 0,-61 14-1,98-29 284,36-7 32,251-39-214,52-10-319,-237 34 314,140-49 1,-174 47 194,-1-3 0,-1-2 0,59-39-1,-80 44 310,-1-2-1,-1-1 0,-1-2 0,-1-1 0,43-54 0,-65 73-62,23-36 510,-29 42-596,0 1-1,1-1 1,-1 0 0,-1 0 0,1 0 0,0 1-1,-1-1 1,1 0 0,-1 0 0,0 0 0,0 0-1,0 0 1,-1 0 0,1 0 0,-2-4 0,2 6-55,0 1 0,0-1 0,-1 0 0,1 0 0,-1 1 1,1-1-1,0 0 0,-1 1 0,1-1 0,-1 0 0,0 1 1,1-1-1,-1 1 0,1-1 0,-1 1 0,0-1 0,1 1 1,-1 0-1,0-1 0,0 1 0,1 0 0,-1-1 0,0 1 1,0 0-1,0 0 0,1 0 0,-3 0 0,0 0 31,-1 0 0,1 0 0,-1 1 0,1-1 0,0 1 0,-1 0 0,-3 2 0,-5 2 119,0 0 0,1 1-1,-17 11 1,4 0 76,0 2 0,1 0-1,0 1 1,2 1 0,-22 28 0,37-41-209,1 1-1,-1-1 1,2 1 0,-1 0-1,1 0 1,0 1-1,1-1 1,-3 15 0,5-17-10,0 0 0,1 1 0,0-1-1,0 0 1,1 0 0,-1 1 0,2-1 0,-1 0 0,1 0 0,0 0 0,0 0 0,7 13 0,-3-10-56,-1-1 0,2 0 0,-1 0 0,2 0 0,-1-1 0,1 0 0,0 0 0,1-1 0,-1 0 0,1-1 0,1 0 0,-1 0 0,12 4 0,13 5-403,1-2 0,63 15-1,320 51-3670,10-31-4336,-338-39 5137,131 15-8367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1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756 199 8617,'23'-114'4886,"-23"108"-4185,0 0 1,0 1-1,-1-1 0,1 0 0,-1 0 0,-1 1 0,1-1 1,-1 1-1,0-1 0,0 1 0,-1 0 0,1-1 0,-4-4 0,5 8 865,-4 4-104,-13 7-1119,1-1-1,1 2 1,-1 0-1,2 1 1,0 1 0,0 0-1,-15 17 1,-91 112 2838,70-79-2683,-197 269-498,217-282 0,3 0 0,2 2 0,2 1 0,2 1 0,-17 68 0,34-102 5,1 0 0,0 0 0,2 1 0,0-1 0,2 1 1,0 0-1,1-1 0,4 21 0,-3-29-19,0-1 1,1-1-1,0 1 1,1 0-1,0-1 1,1 0-1,0 0 1,0 0 0,1 0-1,0-1 1,0 0-1,1 0 1,0-1-1,0 0 1,1 0-1,17 11 1,-1-4-484,2-1 0,-1-1 1,1-2-1,1 0 0,0-2 1,0-1-1,1-1 1,55 5-1,-2-7-2340,152-12-1,-27-20-1861,-72-3-1517,-32 1-2324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1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13653,'0'0'6717,"24"-9"-4889,19-1-316,8 4-296,12-3-252,14-3-276,20 0-280,14 3-712,9 0-380,-2 3-260,6-3-488,-4 0-432,-3 6-368,-9-3-212,-15 3-2601,-12-3-4008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4660,'54'-6'1349,"-38"0"-293,11 0-124,23-6-168,1 3-108,79-21 272,-49 12-632,2 3-48,1-3-40,3 3-60,4-3-44,-8 3-36,-2 3-192,-4 2-232,-7 1-516,-3-3-2120,3 3-1097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2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13 13233,'-33'-12'3169,"39"39"-221,18 21-456,6-15-176,7-5-292,0 8-431,9 0-293,11 0-316,7 6-108,3-6-212,13 1-472,138 50-2696,-141-66 852,-3-3-465,0 3-675,-7-9-248,-7 0-2817,0-2-4988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2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1089 1 12565,'-97'30'2260,"47"-36"-43,-4 15 107,-6 12-260,0 3-280,-14 9-308,-6 1-308,-7 8-272,-4 3-255,4 0-689,10 0-821,7-2-739,-4-7-1040,14 0 48,20 15-3233,13-9-4972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764 705 9369,'-20'-35'1905,"16"28"1318,4-26 573,0 30-2807,0-1-688,-1 0-1,1 0 0,-1 1 1,0-1-1,0 0 0,-1 1 0,1-1 1,-1 1-1,1-1 0,-5-4 0,4 6-139,0 1-1,0-1 0,0 1 1,0 0-1,-1 0 0,1 0 1,0 0-1,-1 1 0,1-1 1,-1 0-1,1 1 0,-1 0 1,-3-1-1,-39 2 1484,41 0-1522,-14 1 427,-1 1 0,1 1 0,-1 0-1,1 2 1,1 0 0,-35 17 0,3 4 544,-51 37 1,67-41-1072,2 1 0,0 2 1,1 1-1,2 1 0,1 2 0,2 0 0,-29 45 1,44-58-26,0 0 1,1 2 0,1-1 0,1 1-1,0 0 1,2 0 0,-5 23 0,9-28 0,-1-1 1,2 1-1,0-1 1,0 1-1,1-1 1,1 1-1,0-1 1,1 1-1,1-1 1,0 0-1,8 18 1,-7-21-108,0-1 0,1 0 0,0 0 0,1-1 0,0 0 0,0 0 0,0 0 0,1-1 0,0 0-1,1-1 1,0 0 0,0 0 0,0 0 0,0-1 0,18 6 0,4-1-512,0-1 0,0-1 0,47 5-1,-41-8 301,1-2 0,-1-1 0,0-3-1,1 0 1,-1-3 0,0-1 0,0-1 0,-1-3 0,0-1-1,0-1 1,-1-2 0,65-34 0,-57 21 228,-1-1 0,-1-3 0,-1-1 0,-2-2 1,-1-1-1,-2-2 0,-1-2 0,53-77 0,90-190 315,-27-14 792,23-43 1671,-164 351-2230,-3 12 41,3 20-18,-9-20-491,2 7 70,-1-1 0,1 1 1,-2 0-1,1-1 0,-1 1 1,-1 0-1,1 0 0,-1-1 1,-3 11-1,-24 74 317,19-67-277,-32 80 245,-68 124 1,73-158-280,-66 115 19,-33 68-1342,114-210 678,8-16-169,-18 49 1,29-69 618,0-1 0,0 1 0,1 0 0,0 0 0,0-1 0,0 1 0,1 0 1,1 0-1,-1 0 0,1 0 0,4 13 0,-4-17 87,1 0-1,0-1 1,0 1-1,1 0 0,-1-1 1,1 1-1,-1-1 1,1 0-1,0 0 1,1 0-1,-1 0 1,0 0-1,1-1 1,-1 0-1,1 1 1,0-1-1,0-1 1,0 1-1,0 0 1,0-1-1,0 0 1,7 1-1,5 1-46,1-1 1,-1-1-1,0 0 0,26-3 0,56-10-158,189-51 0,-203 42 171,62-20 43,55-12 246,-156 43-150,0-3 0,52-22 0,-80 28-88,-10 3 21,1 1 1,-1 0-1,1 0 1,0 1-1,0 0 1,0 0-1,12-1 1,-16 3-10,-2 2 4,-2-2 12,2 1 1,0 0 1,0 0 0,0 0-1,-1 0 1,1 0 0,0 1-1,-1-1 1,0 1 0,1-1-1,-1 1 1,0-1 0,1 1-1,-1 0 1,0 0 0,0-1-1,0 1 1,-1 0 0,1 0-1,0 0 1,-1 0 0,1 0-1,-1 0 1,0 2 0,7 54-200,13-55 61,-17-3 125,1 0-1,0 0 0,0-1 0,-1 1 0,1-1 0,0 0 0,-1 0 0,1 0 0,-1 0 0,1-1 1,-1 0-1,1 1 0,-1-1 0,0 0 0,0-1 0,0 1 0,0 0 0,-1-1 0,4-3 1,0 0 2,-1 0 1,0-1-1,0 0 0,0 0 1,-1 0-1,0 0 1,6-14-1,-6 3-2,0 0 0,0 0 0,-2-1 0,1-34 0,2-20 99,3 57-70,-7 15-15,-1 1 0,1-1-1,-1 0 1,1 1 0,-1-1 0,1 0 0,-1 0 0,1 0-1,-1 1 1,0-1 0,1 0 0,-1 0 0,0 0 0,0 0-1,0 0 1,0 0 0,0 0 0,0 1 0,0-1 0,0-2-1,-9-71 236,9 72-227,0 0 0,-1 0-1,1 0 1,-1 0 0,1 0-1,-1 0 1,0 0 0,1 1-1,-1-1 1,0 0 0,0 0-1,0 1 1,0-1 0,-1 1-1,1-1 1,0 1 0,-1-1-1,1 1 1,-1 0 0,1 0-1,-1 0 1,0 0 0,1 0-1,-1 0 1,0 0 0,0 0-1,0 1 1,0-1 0,0 1-1,1-1 1,-1 1 0,0 0 0,0 0-1,0 0 1,0 0 0,0 0-1,-3 1 1,-5 1 30,0 0 1,0 1-1,0 0 1,0 1-1,-13 7 0,14-6-20,-2 0-13,0 1 0,1 0 0,0 1-1,0 0 1,1 1 0,0 0 0,0 0 0,1 1 0,0 0-1,0 0 1,-11 19 0,11-13-207,0 1 1,1 0-1,1 0 1,0 0-1,1 1 1,1 0-1,-2 21 0,6-35 118,0-1 0,0 1 0,1-1-1,0 1 1,-1 0 0,1-1 0,0 0-1,0 1 1,0-1 0,0 1 0,4 3-1,-2 0-158,-2-5 214,-1-1 0,1 1 0,0 0 0,0-1 1,-1 1-1,1-1 0,0 1 0,0-1 1,0 0-1,0 1 0,0-1 0,0 0 0,0 0 1,0 1-1,-1-1 0,1 0 0,0 0 1,0 0-1,2 0 0,0 0-48,1 0 41,0 1 0,0-1-1,1 0 1,-1 0 0,0-1 0,1 1 0,-1-1 0,0 0 0,0 0-1,0 0 1,0-1 0,0 0 0,0 1 0,0-1 0,0-1-1,-1 1 1,1 0 0,-1-1 0,0 0 0,5-4 0,7-9 34,-2 0 1,1 0 0,10-19-1,-4 6 89,-18 26-85,16-19 86,-2-1 0,-1-1 0,-1 0-1,12-28 1,0-3 237,34-55-1,-11 23 33,-14 23-151,26-54 138,-43 79-247,4-9 167,-2-1 0,19-72 1,-33 96 54,1 0 0,1 0-1,17-34 1,-19 45 152,-8 14 528,-15 21-287,-27 51-290,3 3 0,-35 87-1,47-99-335,6-12-534,1 2 0,3 0 0,2 1 0,3 0 0,2 2 0,3-1 0,-4 76 1,12-118 216,1 1 0,1-1 1,0 1-1,1-1 0,0 1 1,1-1-1,1 0 0,0 0 1,8 18-1,-9-25 141,1-1 0,-1 1 0,1-1 0,0 1 0,0-1 0,1 0 0,0-1-1,-1 1 1,2-1 0,-1 0 0,0 0 0,1-1 0,0 0 0,-1 0 0,1 0 0,1 0 0,-1-1 0,0 0-1,0 0 1,1-1 0,10 1 0,-7-1 53,0-1 1,0 0-1,0-1 0,-1 0 1,1-1-1,0 0 0,-1 0 1,1-1-1,-1 0 0,0-1 1,0 0-1,0 0 0,0-1 0,8-6 1,5-5 83,0-1 1,-1-1 0,35-40-1,-38 35 308,-1 0 1,0-1-1,22-48 0,-16 31 122,-23 39-458,0 0 0,0 1-1,0-1 1,0 0 0,-1 0-1,1 1 1,0-1 0,-1 1-1,0-1 1,1 0 0,-1 1-1,0-1 1,1 1 0,-1-1-1,0 1 1,0 0 0,0-1-1,-1 1 1,1 0 0,0 0-1,0-1 1,-1 1 0,-1-1-1,-11 1 14,0 0-1,0 1 1,0 1-1,0 0 0,0 1 1,1 0-1,-1 1 1,1 1-1,-20 7 0,22-6-32,1 0 0,0 0 0,0 0-1,0 2 1,0-1 0,1 1 0,1 0 0,-1 1-1,1 0 1,0 0 0,1 1 0,-10 15-1,15-21-18,0 0 0,0 1 0,1-1 0,-1 1 0,1-1 0,0 1 0,0 0 0,0 0 0,1 0 0,-1-1 0,1 1 0,0 0 0,0 0 0,0 0 0,1 0 0,-1-1 0,1 1 0,0 0 0,0 0 0,0-1 0,1 1 0,-1-1 0,1 1 0,0-1 0,0 0 0,0 1 0,0-1 0,1 0 0,-1 0 0,1-1 0,0 1 0,0 0 0,0-1 0,0 0 0,0 0 0,0 0 0,1 0 0,-1 0 0,1-1 0,-1 1 0,1-1 0,0 0 0,0 0 0,-1 0 0,1-1 0,0 1 0,0-1 0,0 0 0,0 0 0,-1 0 0,1-1 0,0 1 0,6-3 0,-4 2-7,0-1 0,-1 0 0,1 0 0,-1-1 0,1 0 0,-1 0-1,0 0 1,0 0 0,0-1 0,6-6 0,2-3-8,-1-1-1,11-16 1,-20 25 38,4-6-21,0 0 1,-1-1-1,0 1 1,-1-1-1,5-20 0,5-8 11,6-14 40,94-206 559,3 22 457,-100 200-742,-18 37-277,0 0-1,0 0 0,0-1 1,0 1-1,-1 0 1,1 0-1,0 0 0,0 0 1,-1 0-1,1-1 1,-1 1-1,1 0 0,-1 0 1,0 0-1,1 0 1,-1 0-1,0 0 0,0 1 1,1-1-1,-1 0 1,0 0-1,0 0 0,0 1 1,0-1-1,0 1 1,0-1-1,0 0 0,0 1 1,-2-1-1,-2 4 27,1 0 0,-1 1 0,1-1 0,0 1 0,1 0 0,-1 0 0,0 0 0,-4 8 0,-3 2 50,-58 81 388,35-44-348,-3 7-649,2 3-1,-27 65 1,15-27-1817,39-83 1349,0 1 0,2 0 0,-7 26 0,11-33-499,0 1-1,1-1 1,0 0 0,0 15 0,9 7-5965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14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34 146 7877,'44'-28'2332,"-31"13"1620,-19 0-2392,-1 3 1757,-3-6-3449,0 0-604,-4 9-548,4 0-321,-6-3-4639,-1 3 191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0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1809 610 8277,'0'-42'2322,"1"33"-1845,0 0 0,-1 0 1,0 0-1,0 0 0,-1 0 1,0 0-1,-1 0 0,0 0 0,0 1 1,-1-1-1,-5-9 0,-2 2-139,-2 1-1,0 1 0,-1 0 1,-1 1-1,-27-22 1,-85-51 1029,49 42-918,-2 3 0,-1 3 0,-2 4 0,-2 3 1,-147-33-1,223 62-438,0 1 0,0-1 0,1 1-1,-1 1 1,0-1 0,0 2 0,0-1 0,-11 2 0,16-1-2,-1 1 0,1-1-1,0 1 1,-1 0 0,1 0-1,0 0 1,0 0 0,0 0-1,0 1 1,1-1 0,-1 1-1,1 0 1,-1 0 0,1 0-1,0 0 1,0 0 0,0 0-1,1 0 1,-1 1 0,-1 6-1,-14 41 238,-11 58-1,-1 4 24,-47 227 433,27 8-267,46-318-413,-76 627 573,-36 277-197,-31-6-101,45-432-123,47-237-126,29-141 88,-38 241 518,58-308-546,3 1 0,2 0 0,2 0 1,3 0-1,2 0 0,2-1 0,2 0 1,33 90-1,-31-109-64,0-1 0,2-1 0,2 0 0,1-1 0,1-1 0,32 38 0,-39-54-6,0 0-1,1-1 1,0 0 0,1-1-1,0-1 1,0 0 0,1 0-1,0-2 1,1 0-1,-1-1 1,1 0 0,1-1-1,-1-1 1,34 4 0,-21-6 18,0-2 0,0-1 1,0-1-1,0-1 1,-1-2-1,1-1 1,28-10-1,194-83-125,-38 13-1435,164-35-4206,-121 46-5687,-177 52 3849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1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235 208 13229,'-6'-6'368,"0"-2"110,0 1 1,-1 0 0,0 0-1,-12-8 1,14 12 548,-1-1 0,0 1-1,0 1 1,0-1 0,-9-2 0,3 1 420,0-1-1,0 0 1,-22-14 0,-7-4 1871,25 10-1888,4 0-1349,14-7-81,6-6 0,-3 23 0,-1 2 0,12-5-148,-9 8-262,0 1 1,0-1-1,0 1 1,0 1 0,0-1-1,-1 1 1,11 8-1,-16-12 388,9 8-1294,0 0-1,0 0 0,0 1 0,13 17 0,12 23-6425,3 9-4269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1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17 356 15213,'-16'-18'3133,"32"-12"-529,11 3-112,0 3-152,-17 12-439,3-9-385,7-21-268,-3 14-292,-3 1-564,-8 15-576,8-12-764,9-12-724,-13 27-673,7-9-1023,3 0-3484,14 9-6590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81 11257,'0'-4'2200,"-2"-6"-1301,2 7-528,0 0 0,0 0 0,0 0 0,-1 0 0,1 1 0,-1-1 0,0 0 0,0 0 0,0 0 0,0 1 0,0-1 1,0 0-1,-1 1 0,0-1 0,1 1 0,-1 0 0,0-1 0,0 1 0,0 0 0,0 0 0,-1 0 0,1 1 0,-1-1 0,-4-2 0,6 3-241,-1 1-1,0-1 1,1 1-1,-1 0 0,0 0 1,0 0-1,1-1 1,-1 1-1,0 1 1,0-1-1,1 0 1,-1 0-1,0 1 0,1-1 1,-1 1-1,0-1 1,1 1-1,-1 0 1,0 0-1,1 0 1,-1 0-1,1 0 0,0 0 1,-1 0-1,1 0 1,0 0-1,0 1 1,-2 1-1,-2 4 61,0-1 0,0 1 0,1 0 0,-8 14 0,-18 49 441,3 2-1,3 0 1,3 2 0,-16 110 0,34-157-897,0 0 1,2 0-1,1-1 1,1 1-1,2 0 1,0 0 0,10 37-1,-9-52-193,0 1 0,0-1 0,1 0 1,0-1-1,1 1 0,1-1 0,0-1 0,0 1 0,1-1 0,0 0 0,1-1 0,0 0 0,1 0 1,-1-1-1,2 0 0,-1-1 0,18 10 0,-9-9-1836,0 0 1,1-1-1,36 7 1,10-2-6650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10557,'17'-30'3816,"-10"12"-2200,3 3 797,10 9-1601,-3-3-180,3 6-300,3 3-496,4 9-636,16 6-744,-6-3-205,-7 6-487,4 6-1720,3 3-2789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2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13 486 3636,'-1'0'39,"1"0"0,-1 0-1,1 0 1,-1-1 0,0 1-1,1 0 1,-1 0 0,1-1-1,-1 1 1,1 0-1,-1-1 1,1 1 0,-1 0-1,1-1 1,-1 1 0,1-1-1,0 1 1,-1-1 0,1 1-1,0-1 1,-1 1 0,1-1-1,0 1 1,0-1-1,-1 1 1,1-1 0,0 0-1,0 1 1,0-1 0,0 1-1,0-1 1,0 0 0,0 1-1,0-1 1,0 0 0,0 1-1,0-1 1,0 1 0,0-1-1,1 1 1,-1-1-1,0 0 1,0 1 0,1-1-1,-1 1 1,0-1 0,1 1-1,-1-1 1,1 1 0,-1-1-1,0 1 1,1 0 0,0-1-1,0 0 379,0-1 0,0 1 0,0-1 0,0 1 0,-1-1 0,1 1 0,0-1 0,-1 1 0,1-1 0,-1 1 0,1-1 0,-1-3 0,24-3 1787,-8 5-1877,1 1-1,0 1 1,0 0 0,0 2 0,-1 0-1,1 0 1,17 5 0,-10-2-892,0-2 1,35 1-1,-10-9 505,-1-2-1,0-2 1,0-2-1,86-34 1,-59 16 314,-2-2 0,-1-4 0,92-61 0,-138 77 367,-2-1-1,0-1 1,-2-1-1,24-31 1,-35 36 215,-7 12 132,-9 21-294,-62 146 962,-43 119-1064,80-196-1011,-22 74-1824,47-139 1524,2 0 0,-1 0 0,2 1 0,1-1 0,0 1-1,3 24 1,6 9-3883,-7-4-2667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2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7017,'2'-5'291,"0"0"1,1 0-1,0 0 1,0 0-1,1 0 1,-1 1-1,1 0 1,0-1-1,0 1 0,0 1 1,1-1-1,-1 0 1,1 1-1,0 0 1,6-3-1,6-1 593,-1 1-1,33-9 0,-44 14-743,0 0-1,-1 0 0,1 0 1,0 0-1,0 1 1,0 0-1,0 0 0,0 0 1,0 0-1,0 1 1,0 0-1,0 0 1,-1 0-1,1 1 0,0 0 1,6 3-1,-10-4-107,0 1 0,0-1 0,-1 1 0,1-1 0,0 1 0,-1 0 0,1-1 0,-1 1 1,0 0-1,1 0 0,-1-1 0,0 1 0,0 0 0,0-1 0,0 1 0,-1 0 0,1 0 0,0-1 0,-1 1 0,1 0 0,-1-1 0,1 1 0,-1-1 0,-2 4 0,-21 40 419,-21 3 64,37-41-458,0 0 1,1 1-1,0 0 0,0 0 0,1 1 1,-8 12-1,33-25 85,12-7-136,0-2 0,35-21 0,-8 5-3,-8 1 22,-1-2 0,-2-3 1,54-46-1,-64 43 393,-34 34 107,-5 19-398,0-1 1,0 0 0,-1 0 0,-1 0 0,-8 17 0,-7 37-999,-3 22-4414,19-71 745,8 2-2622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3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67 173 6917,'4'-7'578,"0"0"0,0 0 1,1 0-1,0 1 0,0-1 0,0 1 1,13-10-1,-14 11-175,-1 1 0,0 0 1,0-1-1,0 0 0,0 0 0,-1 0 0,1 0 1,-2 0-1,1 0 0,0-1 0,-1 1 1,0 0-1,1-8 0,-2 8-185,1 2 1340,14-21-495,-9 23-985,0 2-1,1-1 0,-1 1 1,0-1-1,0 2 1,0-1-1,0 1 1,0 0-1,8 3 0,2 1 31,-4-3-49,0 1 0,0 1 0,-1 0 0,21 12 1,-30-16-70,-2 3 8,-1 0 1,1-1 0,0 1-1,1 0 1,-1-1-1,1 1 1,1 4 0,-2-5 1,4 28-70,-3-1 0,0 1 0,-4 33 0,1-20-194,0 2-151,-1 0 0,-2 0 0,-3 0-1,-22 76 1,9-61 173,-3-1-1,-3-1 1,-2-1 0,-3-1-1,-65 87 1,88-133 720,-1 0 1,-20 18-1,25-25 133,3-27 356,2 20-942,-1 1 1,1-1-1,0 0 1,0 0-1,0 0 1,0 1-1,0-1 1,1 0-1,-1 0 1,1 1-1,0-1 0,1-3 1,41-75-761,-7 15-1553,-26 45 1341,24-46-5182,-5 30-1242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3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1027 13201,'-3'-36'4173,"15"26"-192,1 1-3467,-1 1 1,2 1-1,-1 1 1,1 0 0,0 0-1,1 2 1,15-4-1,-1-1-59,506-120 2324,-405 101-2452,1357-273 1147,6 24-1148,-1483 275-323,696-137-3041,-659 129 2328,13-5-1072,-21 1-3800,-32 11-770,-32 5-4035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8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29 383 5348,'-5'4'540,"-6"5"-89,4-7 3747,5-8-3028,1 4-1022,0-1 0,1 1 0,0 0 0,-1-1 0,1 1 0,0-1-1,0 1 1,0 0 0,0-1 0,0 1 0,1-1 0,-1 1 0,1 0 0,1-4 0,0 2-16,1-1 1,0 1 0,0 0 0,0 0 0,0 0-1,1 1 1,0-1 0,4-3 0,13-9 17,0 1 1,1 1 0,1 1 0,0 1-1,1 1 1,0 1 0,43-12 0,188-30 15,-227 47-189,525-75-3004,-245 37-2373,-165 22 341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8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0 305 4644,'0'0'2269,"27"-9"-1821,13-9-96,-3 9 48,7-3-196,13 0-28,10-3-32,16-3-24,112-19 104,-82 10-360,11 3-160,7 0-252,3-9-468,-3 0-1021,3 0 73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8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3056,'131'-15'496,"-91"0"-308,0-6-664,7 3-504,7 3 284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858 106 4004,'0'-7'446,"0"0"0,0 0 0,0 0 0,1 0-1,0 0 1,1 0 0,-1 0 0,1 1 0,1-1-1,3-7 1,-5 12 436,-2 0-37,-2-3-1193,3 4 521,0 0-1,0 0 1,0 1-1,-1-1 1,1 0-1,0 0 1,-1 0-1,1 1 1,-1-1-1,1 0 1,-1 1-1,1-1 1,-1 0-1,0 1 1,1-1-1,-1 1 1,-1-2-1,1 3-6,0 0-1,0-1 1,0 1 0,0 0-1,0 0 1,0 0-1,0 0 1,0 0-1,0 0 1,0 0-1,0 0 1,1 0-1,-1 0 1,0 0 0,1 1-1,-1-1 1,0 2-1,-39 89 1126,4 1 0,-25 100 0,38-117-927,-193 622 1174,-19 31-4088,71-247-5979,94-284 445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0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0 320 9681,'24'31'406,"103"127"2218,101 88 1518,135 95-2217,-303-285-1794,-31-29-19,0-1-1,2-1 1,35 22-1,-60-44-102,1 0 1,0 0-1,0-1 1,0 0-1,0 0 0,0 0 1,0-1-1,0 0 0,1-1 1,-1 1-1,0-1 0,1-1 1,-1 0-1,0 0 1,0 0-1,0-1 0,0 0 1,0 0-1,7-3 0,12-7 26,-1 0 0,0-2-1,36-27 1,2-6-33,-2-4 0,91-95 0,92-136-173,111-175-5905,-294 376 3078,45-58-4460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2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512 418 4512,'6'28'1299,"-5"-29"-1050,0 0 1,0 1-1,0-1 0,0 0 0,0 0 0,0 0 0,0 0 1,0 0-1,0 0 0,-1 0 0,1 0 0,0 0 0,-1 0 1,1 0-1,-1-1 0,1 1 0,-1 0 0,1 0 0,-1-1 1,0 0-1,-21-18 2107,17 21-1861,-35 2 524,26-3-719,-1 1 1,0 0-1,1 1 0,-1 1 1,-23 8-1,34-10-263,-23 9 114,2 1-1,-1 0 1,1 2 0,1 1 0,-35 28 0,23-12-56,-42 29 0,75-58-68,-16 24 128,15-19-112,0 0 0,0 0 0,1 1 0,-1-1 0,1 1 0,1 0 0,-1 0 0,0 12 0,3 58 506,0-44-351,-15 365 1584,-1-61-1130,15-301-608,1 0 0,2 0-1,2 0 1,1 0 0,2-1 0,13 36 0,-14-52-32,1 0 1,1-1-1,0 0 1,2-1 0,0 0-1,1 0 1,0-1 0,1-1-1,1 0 1,1-1-1,0 0 1,24 16 0,-10-12-13,2-1 0,0-2 0,1 0 0,1-3 0,0 0 0,0-2 0,1-2 0,0-1 0,49 4 0,-1-6 26,0-3 0,157-18 0,-154 6-23,-2-5 0,1-3 1,-2-3-1,-1-4 0,113-51 0,-148 54-4,-1-2 1,-1-2-1,-1-2 1,-2-1 0,0-3-1,-3-1 1,0-1 0,-3-3-1,0-1 1,42-61-1,-53 59-7,-2-1 0,-1 0-1,-2-2 1,-2 0 0,-2-1-1,-1-1 1,13-91-1,-19 77 6,-3 0 0,-3 0-1,-3 0 1,-1 0-1,-21-109 1,12 118-34,-1 0 0,-3 1 0,-3 1 0,-1 0 0,-2 1 0,-37-59 0,43 82-57,-2 0-1,-1 1 0,0 1 0,-2 0 1,0 1-1,-2 2 0,0 0 0,-1 1 1,-1 2-1,0 0 0,-1 1 1,-45-18-1,31 20-175,0 2 0,-1 1-1,0 2 1,-1 2 0,0 2 0,1 2 0,-1 1-1,0 2 1,-72 11 0,17 6-1612,0 4-1,-178 67 1,234-74 25,-41 23 0,-25 29-3332,99-63 4841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3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1636 142 3364,'1'0'48,"0"-1"0,0 0 0,0 0 1,0 1-1,0-1 0,0 0 0,0 0 0,-1 0 0,1 0 0,0 0 0,-1 0 0,1-1 0,-1 1 0,1 0 0,-1 0 0,1 0 0,-1 0 0,0-1 0,1 1 0,-1 0 0,0 0 0,0-1 0,0 1 1,0-2-1,-2 1 45,0 0 0,1 0 0,-1 1 0,0-1 0,0 1 1,0-1-1,0 1 0,0-1 0,0 1 0,-1 0 0,1 0 1,0 0-1,-3 0 0,-11-7 559,1 0 0,-21-15 0,27 16-462,-1 0 0,1 1-1,-1 1 1,0-1 0,0 2 0,-1-1-1,1 1 1,-1 1 0,-19-4 0,13 7-65,-1 0 1,0 0-1,1 2 1,-1 0-1,1 2 0,0-1 1,0 2-1,0 0 1,-18 9-1,-27 15 318,-58 36-1,100-54-352,-57 35 82,3 4 1,2 3-1,2 2 0,3 4 1,2 3-1,3 3 0,3 2 1,-53 78-1,57-66-75,4 1-1,3 3 1,4 2-1,3 1 1,-45 145 0,71-181-57,3 1 1,2 0 0,2 1-1,2 0 1,3 0 0,2 0 0,2 0-1,2 0 1,3 0 0,2 0-1,26 92 1,-20-105-23,1-1 0,2-1 0,1 0 0,2-1 0,2-1 0,1-1 1,48 54-1,-51-66-10,2-1 0,0-1 1,1 0-1,1-2 1,1-1-1,1-1 0,0-1 1,1-1-1,0-2 1,1 0-1,37 9 0,-48-17-2,1-1-1,-1-1 1,0 0-1,1-1 1,20-2-1,193-20 66,-196 17-64,1-2-1,-1-2 0,0-2 0,40-16 0,-48 16-6,82-31 20,-1-5 0,-3-5 0,-2-4 0,-3-5-1,106-83 1,-145 94-2,-2-4 0,-3-1 0,65-81 0,-84 86-15,-1-2-1,-3-1 0,-2-2 0,42-99 1,-47 74-1,-3-1-1,-3 0 1,-4-2 0,7-101 0,-19 132 34,-2 1 0,-2-1 0,-2 0 0,-3 1 0,-1 0 0,-3 0 0,-24-75-1,22 93-9,-1 0-1,-1 1 0,-2 0 0,-2 1 0,0 1 0,-2 0 0,-1 2 0,-1 0 1,-2 2-1,0 0 0,-2 1 0,-28-21 0,27 26-2,-1 2 0,-1 0 0,0 2 0,-1 1 0,0 2-1,-1 1 1,-50-13 0,40 17 27,0 1-1,0 1 1,0 3-1,-1 1 1,-63 7-1,41 3-93,0 2-1,1 3 1,0 3-1,2 3 1,0 2-1,1 3 1,1 2-1,2 3 1,1 2-1,2 3 1,1 1-1,1 4 1,-85 85-1,104-88-632,1 1-1,2 1 0,-35 62 0,43-63-985,2 2 1,-15 43-1,5 21-3289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3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2359 136 4724,'-22'-21'478,"12"11"151,-1 0 0,0 0 0,-24-15 0,20 17-187,-1 1-1,1 0 1,-1 1 0,-1 1-1,-32-6 1,5 4 6,-51-1 1,50 7-250,0 2 0,0 2 0,1 2 1,-1 2-1,-74 21 0,52-6 24,2 3 0,-124 66 0,103-44-119,2 5-1,3 2 0,1 5 1,-109 104-1,108-77 74,3 4 1,5 3 0,-70 114-1,68-79 0,4 3 0,-56 151 0,90-183-98,4 1 0,4 1 1,5 1-1,-17 162 0,37-204-48,1 0 0,4 0 0,2 1-1,3-2 1,2 1 0,17 59 0,-13-76-78,1-1 0,3 0 0,1-1 1,2-1-1,2 0 0,1-2 0,2 0 1,53 62-1,-48-69-12,1-1 0,1-1-1,1-1 1,2-2 0,1-2-1,1-1 1,0-1 0,2-3 0,0-1-1,2-1 1,-1-3 0,2-1-1,0-1 1,0-3 0,1-2 0,0-1-1,1-2 1,-1-2 0,1-2 0,47-6-1,-23-4 79,0-4 0,-1-2 1,0-3-1,-1-4 0,-2-2 0,0-2 0,-2-4 0,-1-2 0,80-59 0,-61 33 36,-4-3 0,-2-3-1,-3-4 1,-3-2 0,-3-3 0,54-85-1,-77 95-38,-2-1-1,-3-3 1,-3-1-1,-3-1 0,-4-1 1,-2-2-1,-4 0 1,-3-1-1,8-77 0,-19 89 2,-2-1 0,-2 1 0,-4-1 0,-2 1 0,-3 0-1,-2 0 1,-4 1 0,-2 0 0,-2 1 0,-3 1 0,-39-78-1,43 105-20,-2 1 0,-2 1 0,0 0 0,-2 2 0,-1 0 0,-36-32 0,44 46-58,0 2 0,-1 0 0,0 0 1,-1 2-1,0 0 0,0 1 0,-1 0 1,0 2-1,-1 0 0,0 1 0,0 1 0,0 1 1,-22-2-1,4 6-685,1 1 1,-1 2-1,0 1 1,1 2 0,0 2-1,1 1 1,-47 18-1,-47 22-4167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13 1916,'-44'-12'-636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6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1977 532 3568,'-6'-13'1052,"5"11"-69,-3 0-161,-38-13 507,38 14-796,1-20 206,1 8-523,0 0 0,-1 0 0,-9-23 0,5 15-50,6 17 19,-3-29 553,4 30 1107,-2 3-1782,0-1 0,0 1 0,0 0 1,0-1-1,0 0 0,0 1 0,0-1 1,0 0-1,1 0 0,-1 0 0,0 0 0,0-1 1,1 1-1,-1 0 0,1-1 0,-1 1 0,-1-3 1,-25-37 576,2 4-393,16 28-228,-1 1 0,0 0 0,0 1-1,-1 0 1,0 0 0,0 1 0,-25-7 0,-16-10 489,48 20-194,0 0-1,0-1 1,1 0-1,-1 0 1,-7-8 0,11 10 224,2-1-87,1-2-406,0 1 0,1 0-1,-1 0 1,1 0 0,0 0 0,0 1 0,0-1-1,1 1 1,0-1 0,-1 1 0,1 0-1,0 1 1,0-1 0,0 1 0,1-1 0,-1 1-1,1 1 1,5-3 0,13-2 2,0 0 0,38-4-1,-61 10-44,227-24 225,1 10-1,331 22 1,-542-7-202,17 0 0,-2 1 0,1 2 0,0 1-1,37 11 1,-68-15-20,0 0-1,1-1 0,-1 1 1,0 0-1,0 0 0,0 0 1,0 1-1,0-1 0,0 0 1,0 1-1,0 0 0,0-1 1,0 1-1,-1 0 0,1 0 1,-1 0-1,1 0 0,-1 0 1,0 0-1,0 0 1,0 0-1,0 0 0,0 1 1,-1-1-1,1 0 0,0 4 1,-1 1 41,-1 0 0,1 1 1,-2-1-1,1-1 0,-1 1 1,0 0-1,-3 7 1,-1 5 84,-111 448 3058,100-386-2524,-96 703 3248,82-500-3123,-116 700 567,63-542-1089,-67 369 154,57-319-4,-38-10-324,121-450-130,-2 0 0,-1-1 1,-1-1-1,-2 0 0,-22 31 0,24-43-25,0 0 1,-1 0-1,-1-2 0,0 0 0,-1-1 0,-1-1 0,0 0 1,-28 13-1,7-8-101,0-2 0,-2-1 1,0-2-1,0-3 0,-1-1 0,-59 6 0,-267 2-1749,360-18 1845,-149 1-2657,1-7 0,-293-50 0,402 46 548,0-2 0,1-2 0,-63-27 0,7-19-6030,103 60 8198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6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6825,'0'0'6588,"-3"2"-4954,-1 3-1319,1 0-1,-1 0 1,1 0 0,0 0 0,1 1 0,-1-1-1,1 1 1,0-1 0,0 1 0,1 0 0,0 0-1,0 0 1,0 0 0,1 0 0,-1 0 0,2 11-1,1 9 391,1-1 0,9 42 0,-9-53-563,1 1 1,0-1 0,1 0 0,0 0-1,1 0 1,1-1 0,0 0 0,0 0-1,2 0 1,0-1 0,10 11 0,-1-2-96,2 0 0,0-2 1,0-1-1,2 0 1,0-2-1,1 0 0,1-2 1,0 0-1,1-2 0,0 0 1,1-2-1,46 12 1,-40-15-104,0-1 1,56 3 0,-79-9 51,0 0 1,1 0-1,-1-1 1,0-1-1,0 1 1,0-1-1,0-1 1,0 0-1,0 0 1,-1-1-1,0 0 1,1 0-1,-1-1 0,11-8 1,-15 8 69,1 0 0,-1 0-1,0 0 1,-1-1 0,1 1 0,-1-1 0,0 0 0,0 0 0,-1 0-1,1 0 1,-2-1 0,1 1 0,-1 0 0,1-8 0,3-8 490,-5 21-511,0 0-1,0 0 0,-1 1 1,1-1-1,0 0 1,-1 1-1,1-1 1,-1 0-1,1 1 1,-1-1-1,1 1 1,-1-1-1,1 1 1,-1-1-1,1 1 1,-1-1-1,0 1 1,1-1-1,-1 1 1,0 0-1,1-1 1,-1 1-1,0 0 0,0 0 1,0-1-1,0 1 66,0 0-63,0 0 0,0-1 0,0 1 1,0 0-1,0 0 0,0 0 0,-1 0 1,1 0-1,0 0 0,0 0 1,0 0-1,0 1 0,0-1 0,0 0 1,0 1-1,0-1 0,0 1 1,0-1-1,0 1 0,0-1 0,0 1 1,0 0-1,0-1 0,0 1 0,1 0 1,-1 0-1,0 0 0,1-1 1,-1 1-1,0 0 0,1 0 0,-2 2 1,-24 44 632,18-31-412,-256 514 2009,42 19-9103,194-472 1336,-33 145 0,38-74-5938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26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85 10973,'-37'-3'840,"27"-13"-976,-3-8-1220,0 0-1724,6 6-1177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6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 1 3552,'-151'177'4167,"68"-83"-3699,3 3-1,-85 139 1,136-182-593,2 1-1,2 2 1,-21 74 0,-31 188-310,58-206 351,5 1 0,6 1 0,4 0-1,5 0 1,5-1 0,6 1 0,4-2 0,45 163 0,-30-160-215,6-2 0,91 196 0,-115-284 254,1-1-1,2-1 1,0 0-1,2-1 1,1-1-1,0 0 1,33 27 0,-39-38 4,1 2-21,1-1 1,0 0 0,0-1-1,1-1 1,1-1-1,0 0 1,21 7 0,-20-10 52,0-1 0,0-1 0,0 0 1,1-2-1,0 0 0,-1-1 0,1-1 1,25-3-1,-19 0 97,0-2-1,0-1 1,0-1-1,0-1 1,33-16 0,-10-1 113,-2-2 0,-1-3 0,-1-1 0,-2-2 1,48-47-1,-44 33-29,-1-2 0,-3-3 0,51-78 0,82-185 516,77-289 156,-220 521-817,-14 37-43,34-84 182,62-245-1,-105 325-112,-1 0 1,-3-1-1,-1-59 1,-5 75-54,-2 1 0,-1-1 0,-2 1 1,-1 0-1,-18-51 0,17 65-1,-1 0-1,0 0 0,-1 1 1,-1 1-1,-1 0 1,-1 0-1,0 1 0,-1 1 1,-1 0-1,-1 1 1,0 1-1,-20-14 0,13 13-78,-1 1 0,0 1-1,-1 1 1,0 1-1,-1 1 1,0 2 0,-1 0-1,0 2 1,-31-3 0,-37 0-1216,0 4 1,-183 15-1,99 9-1077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7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3076,'20'-12'968,"-7"0"-280,4 3 1121,-4 3-1457,4-3 156,-7-6-528,0 0-392,-6-9-3573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38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271 389 4380,'-2'-2'1221,"-22"-17"1575,20 15-2409,0 0 1,-1 1 0,1-1 0,-1 1 0,0 0-1,0 0 1,-1 0 0,1 1 0,0-1 0,-9-1-1,-49-6 1646,38 6 25,-46-12 1,51 10-1499,16 5 436,8-1-603,8-3-267,1 0 0,-1 1 1,1 0-1,0 0 1,25-2-1,74-1 83,-60 5-99,1593-31 581,-1061 32-189,163 2 1996,-723-1-2329,56 2 829,114-13 0,-193 11-979,0 0 0,0 0 0,-1 0-1,1-1 1,0 1 0,0 0 0,-1 0 0,1 0 0,0-1 0,0 1 0,-1 0 0,1-1 0,0 1 0,-1 0-1,1-1 1,-1 1 0,1-1 0,0 1 0,-1-1 0,1 1 0,-1-1 0,1 0 0,-1 1 0,0-1-1,1 0 1,-1 1 0,0-1 0,1-1 0,-1 1-38,0 0 0,0-1 0,0 1 0,0 0-1,-1-1 1,1 1 0,0 0 0,-1-1 0,1 1 0,-1 0 0,0-1-1,1 1 1,-1 0 0,-1-2 0,-2-2-171,0 0-1,0 1 1,0-1-1,-1 1 1,0 0 0,1 1-1,-11-7 1,-76-35-2690,14 8-835,4-2-4014,41 20-1395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229 621 4120,'-1'-1'82,"1"1"-1,-1-1 0,0 0 0,1 0 1,-1 1-1,1-1 0,-1 0 0,1 0 1,-1 0-1,1 0 0,0 0 0,-1 0 1,1 0-1,0 0 0,0 0 0,0 0 1,-1 0-1,1 0 0,0 0 0,0 0 1,0 0-1,1 0 0,-1 1 0,0-1 1,0 0-1,0 0 0,1 0 0,-1 0 1,1 0-1,-1 0 0,1 0 0,-1 0 1,1 0-1,-1 1 0,1-1 0,0 0 1,-1 0-1,1 1 0,0-1 0,-1 1 1,1-1-1,0 0 0,1 0 0,0-2 221,-1-1 0,1 1 0,-1-1 0,0 0 1,-1 1-1,1-1 0,-1 0 0,1 0 0,-1-6 0,-7-29 1152,7 35 246,0 1-1297,1 1-515,0-6 648,1 1-1,-1 0 0,1 0 0,1 0 1,3-7-1,-6 13-480,0-1 0,1 1 0,-1 0 0,0-1 0,0 1 0,0-1 0,1 1 0,-2 0 1,1-1-1,0 1 0,0 0 0,0-1 0,-1 1 0,1-1 0,0 1 0,-1 0 0,1-1 0,-1 1 0,0 0 0,-1-2 0,-16-20 630,11 18-498,0 0 0,-1 0 0,1 1 0,-1 0 0,0 1 0,-14-5 0,-15-6 268,-87-45 1907,124 59-2355,0 0 0,0 0 0,0 0 0,0 0-1,0 0 1,1 0 0,-1 0 0,0 0 0,0 0 0,0 0 0,0 0-1,0 0 1,0 0 0,0-1 0,0 1 0,0 0 0,0 0-1,1 0 1,-1 0 0,0 0 0,0 0 0,0 0 0,0 0 0,0 0-1,0 0 1,0 0 0,0 0 0,0-1 0,0 1 0,0 0 0,0 0-1,0 0 1,0 0 0,0 0 0,0 0 0,0 0 0,0 0 0,0 0-1,0-1 1,0 1 0,0 0 0,0 0 0,0 0 0,0 0 0,0 0-1,0 0 1,0 0 0,0 0 0,0 0 0,0-1 0,0 1 0,0 0-1,0 0 1,0 0 0,-1 0 0,1 0 0,0 0 0,0 0-1,0 0 1,0 0 0,11-6 114,1 0 0,-1 1 0,1 0 0,0 1 0,1 0 0,-1 1 0,18-2 0,100-6 298,-78 8-266,787-30 686,224-18-566,-892 30-528,310-78 0,-436 84-302,-34 9-405,-29 6-2580,14 1 3169,0 0 0,-1 0 1,1 0-1,0 1 1,0-1-1,0 1 0,0 0 1,-5 3-1,-20 20-5853,-7 11-2049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0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 35 9745,'14'-9'981,"6"-6"307,-11 5 4691,-13 19-5358,0 0 0,1 0 0,0 0 0,-2 13 0,-7 21 459,-245 668 4506,185-495-5664,-69 345 1,44 19-8010,85-506 3772,-2 87 0,13-59-3593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66 525 8185,'-1'1'231,"1"-1"0,-1 0 0,1 0 0,-1 0 1,0 0-1,1 0 0,-1 0 0,0 0 0,1 0 0,-1 0 0,0 0 1,1 0-1,-1 0 0,1 0 0,-1 0 0,0-1 0,1 1 1,-1 0-1,1 0 0,-1-1 0,0 1 0,1 0 0,-1-1 1,1 1-1,-1-1 0,1 1 0,-1-1 0,1 1 0,0-1 1,-1 1-1,1-1 0,0 1 0,-1-1 0,1 1 0,-1-2 0,1-9 687,0 7-1584,1-6 902,0-1-1,1 0 1,1 1 0,0-1 0,0 1 0,1 0 0,0 0 0,0 0 0,1 0 0,1 1 0,9-13 0,9-10 10,48-48-1,54-69 1510,-123 145-1663,-1 0 0,1-1 0,-1 1-1,0-1 1,0 1 0,-1-1 0,1 0 0,-1 0 0,0 1 0,0-6 0,7-25 897,-7 35-935,-1-1-1,0 1 1,1-1 0,-1 1-1,0-1 1,0 0 0,0 1 0,1-1-1,-1 1 1,0-1 0,0 1 0,0-1-1,0 0 1,0 1 0,0-1-1,0 1 1,0-1 0,0 1 0,0-1-1,0 0 1,-1 1 0,1-1 0,0 1-1,0-1 1,-1 1 0,1-2-1,-14 5 700,-18 19-30,1 7-316,2 2 0,1 2 0,1 0 1,-37 65-1,46-68-896,1 2 0,2 0 0,1 0 0,-17 62 1,22-53-3955,-10 77 0,20-82-1232,7 0-3133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1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40 9913,'-30'-40'4352,"57"43"-5188,23 13-136,-10 8-592,4 12-1664,12 18-1453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1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1968 5224,'-4'-2'150,"1"1"-1,0-1 0,-1 0 0,1 0 0,0 0 0,0 0 0,0-1 0,0 1 0,1-1 0,-1 0 0,0 0 1,1 0-1,0 0 0,0 0 0,0 0 0,0 0 0,1-1 0,-1 1 0,1-1 0,0 1 0,0-1 0,-1-7 0,-3-6 300,1 4-116,1-1 0,1 0 1,0 1-1,1-1 1,1 0-1,0 0 0,1 0 1,0 0-1,1 0 1,1 1-1,0-1 1,1 1-1,0 0 0,7-14 1,10-18 541,1 2 0,46-65 0,136-179 1868,-4 8-1415,114-240 149,-164 245-291,-90 167-294,-75 122 272,-32 57-415,-74 151-1,88-158-568,-481 983 9,502-1023-270,-15 32-274,2 1-1,2 1 0,-19 85 0,40-136 290,1 0 0,0 0-1,0-1 1,1 1-1,0 0 1,1 0 0,-1 0-1,4 14 1,-3-19 39,0 0 1,1 0-1,-1 0 1,0-1 0,1 1-1,-1 0 1,1-1-1,0 1 1,0-1-1,0 0 1,0 0 0,0 1-1,0-2 1,1 1-1,-1 0 1,1 0-1,0-1 1,-1 1 0,1-1-1,0 0 1,0 0-1,0 0 1,-1 0-1,1 0 1,4 0 0,5 0-46,-1-1 1,1 0-1,0 0 1,-1-1-1,1-1 1,0 0-1,-1 0 1,0-2-1,1 1 1,11-6-1,20-11-119,46-27 0,-87 46 187,92-58-158,-3-4 0,-2-3-1,145-143 1,-161 132 102,-3-3-1,100-150 1,83-197 118,-169 265 78,-37 65 400,70-103 1,-108 189-25,-8 11-75,-11 25 291,10-25-721,-50 122 1087,6 2 0,-44 201 0,-12 273-2402,1-14-7860,77-458 3233,13-6-3496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2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2101 6565,'-11'17'296,"-2"6"649,-2-1-1,-1-1 0,0-1 1,-24 23-1,17-22 564,7-6 1155,-29 22 1,43-36-445,3-6-1740,3-11-317,2-1 1,0 1-1,1 1 1,1-1-1,14-21 1,60-80 219,-46 68-228,455-676 260,-386 550-369,-9-4-1,96-249 0,-163 353-45,-3-1 1,22-116-1,-46 181 5,0-1 0,-1 1-1,0-1 1,-1 0 0,-1 1 0,0-1-1,0 0 1,-5-18 0,5 26 6,0 1 0,-1 0 0,1 0 1,-1-1-1,1 1 0,-1 0 0,0 0 0,-1 1 1,1-1-1,0 0 0,-1 1 0,1-1 1,-1 1-1,0 0 0,0 0 0,0 0 0,0 0 1,0 0-1,0 1 0,0-1 0,-1 1 0,1 0 1,0 0-1,-1 0 0,1 1 0,-1-1 1,1 1-1,-1 0 0,1 0 0,-1 0 0,0 0 1,-4 1-1,-3 1 58,0 0 1,0 1 0,0 0-1,0 1 1,0 0-1,0 0 1,1 1-1,0 1 1,0 0-1,-15 12 1,-2 4 235,1 2 1,-32 36-1,12-4 14,2 1 0,2 3 1,3 1-1,-31 66 0,21-22 113,-65 199 0,90-220-360,3 1 0,4 1 1,4 0-1,-3 107 1,15-133-261,2-1 0,3 1 1,3 0-1,2-1 1,3 0-1,2-1 1,23 57-1,-26-87 111,1-1-1,2-1 1,0 0-1,2-1 1,1 0 0,1-1-1,0-1 1,2-1-1,1-1 1,1-1 0,0-1-1,2 0 1,0-2-1,1-1 1,0-1 0,50 21-1,-43-21-12,1-3-1,0 0 1,0-2 0,1-2-1,1-1 1,-1-2-1,1-1 1,0-1 0,0-3-1,0 0 1,0-2-1,0-2 1,0-1-1,-1-2 1,0-1 0,44-17-1,-38 9-81,0-2 0,0-2 0,-2-2 0,-1-1 0,0-2 0,-2-1 0,-1-2 0,48-50 0,-76 71 124,0 0 0,-1 0 1,0-1-1,0 0 0,0 0 1,-1 0-1,0 0 0,-1 0 0,0-1 1,0 0-1,-1 1 0,0-1 1,-1 0-1,1-15 0,-2 16 21,-1 1 0,1 0 0,-2 0-1,1 0 1,-1 0 0,0 0 0,0 0-1,-1 0 1,0 1 0,0-1 0,-1 1 0,0 0-1,0 0 1,0 0 0,-1 0 0,0 1-1,0 0 1,-8-7 0,4 5-12,0 1 0,0 0 1,0 1-1,-1 0 0,-12-5 0,21 10 38,0 0-1,0-1 1,0 1-1,0 0 1,0 0-1,-1 0 1,1 0-1,0 0 1,0 0-1,0 1 0,0-1 1,0 0-1,0 0 1,0 1-1,0-1 1,-2 2-1,-3 0 0,5-2 2,0 0 1,1 0-1,-1 0 1,0 0-1,0 0 1,1 0-1,-1 0 0,0 0 1,0 0-1,1 1 1,-1-1-1,0 0 1,0 1-1,1-1 1,-1 0-1,0 1 1,1-1-1,-1 1 1,1-1-1,-1 1 1,0-1-1,1 1 1,-1 0-1,0 0 1,2 1-2,0-1 0,0 0 0,0 0 0,0 1 0,1-1 0,-1 0 1,0 0-1,0 0 0,1 0 0,-1 0 0,0 0 0,1-1 0,2 2 0,12 6 24,1-1 0,0 0-1,0-1 1,0-1 0,1 0 0,0-2-1,31 3 1,-14-4-2,0-1 0,0-2 0,37-6 0,305-48 290,-322 48 402,0 2 0,68 2-1,-98 4-704,0 2 1,-1 0-1,1 2 0,-1 1 1,0 0-1,0 2 0,29 14 1,-29-10 35,0 0 0,-1 2 1,-1 1-1,-1 0 0,0 2 1,29 29-1,-42-38-20,0 1 0,-1 0-1,0 1 1,0-1 0,-1 1 0,-1 1-1,1-1 1,-2 1 0,1 0 0,-1 0-1,-1 0 1,0 0 0,-1 1 0,0-1-1,-1 1 1,0 0 0,-1 14 0,-2-17-20,1 0 1,-2 0 0,1 0 0,-1 0-1,-1 0 1,0-1 0,0 1 0,0-1-1,-1 0 1,0-1 0,-1 1 0,0-1 0,0 0-1,-7 6 1,-1 0-100,-1 0 0,0-1 0,0-1 0,-1 0 0,-30 14 0,-25 1-1262,65-24 898,-1 0 1,1-1-1,-1 0 0,0 0 1,1-1-1,-1 1 0,0-1 1,-12-2-1,17 2 324,1-1 1,-1 1-1,1-1 0,-1 1 1,1-1-1,-1 0 0,1 1 1,0-1-1,-1 0 0,1 0 1,0 0-1,0 0 0,0 0 1,0 0-1,0 0 1,0 0-1,0-1 0,0 1 1,0 0-1,0-1 0,0 1 1,0-2-1,0 0-17,1 0 0,-1 0 0,1 0 0,0 0 0,0 0 0,0 0 0,0 0 0,0 0 0,1 0 0,1-5 0,2-6-204,1 0 1,1 1-1,12-22 0,-16 32 269,41-66-176,102-126 0,52-73 1943,-96 125-528,-40 57-355,-11 14 662,75-84 0,-116 147-1181,-1 1 1,1-1-1,0 1 1,18-11-1,-24 17-213,0 0-1,-1 1 1,1 0-1,0 0 1,0 0-1,0 0 1,0 0-1,0 1 1,0-1-1,0 1 0,0 0 1,0 0-1,0 0 1,0 0-1,0 0 1,0 1-1,0-1 1,0 1-1,0 0 0,0 0 1,0 0-1,0 0 1,5 4-1,3 2 42,-1 1-1,0 0 0,0 1 0,-1 0 1,0 0-1,0 1 0,8 12 1,49 86 173,-31-50-592,119 179-3669,-43-84-3141,-49-74-121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2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1 259 7681,'107'-111'2100,"-33"63"-572,10 9-332,6 14-244,4 7-212,10 9-320,9 3-464,11 3-576,7 3-436,3 9-2692,-17 6-2417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4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11193,'410'-34'3691,"-385"32"-3467,1487-106 6057,9 51-5577,1 76-1553,6 62-3588,-879-28-851,-2 4-3247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59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513 273 9945,'2'-4'93,"3"-6"525,-1 0 1,0 0-1,-1-1 1,0 1-1,-1-1 0,0 1 1,0-1-1,-1 0 0,-1 0 1,-1-21-1,-12-46 6412,13 77-6917,-1 0 1,1 0-1,-1 0 0,1 0 0,-1 0 1,1 0-1,-1 0 0,0 0 0,1 0 0,-1 0 1,0 1-1,0-1 0,0 0 0,1 0 1,-1 1-1,0-1 0,0 1 0,0-1 1,-2 0-1,2 1-46,1 0 0,-1-1 1,0 1-1,1 0 0,-1-1 1,0 1-1,1 0 0,-1-1 1,1 1-1,-1-1 0,1 1 1,-1-1-1,1 1 0,-1-1 1,1 1-1,0-1 0,-1 1 1,1-1-1,0 0 0,-1 1 1,1-2-1,-12 17 1516,-6 16-905,1 0 1,1 1-1,2 0 1,-12 40-1,10-29-549,-105 362-73,66-206-65,-4 12 9,8 3 0,-34 339 0,78-473 0,5 0 0,14 157 0,-8-203 0,2-1 0,2 1 0,0-1 0,2-1 0,2 0 0,1 0 0,1-1 0,2-1 0,29 44 0,-31-57 0,0 0 0,0-1 0,2-1 0,0 0 0,1-1 0,0-1 0,1 0 0,0-2 0,1 0 0,1-1 0,-1-1 0,1 0 0,1-2 0,0 0 0,0-2 0,0 0 0,1-1 0,-1-1 0,1-1 0,0-1 0,0-2 0,-1 1 0,36-7 0,-18-2 0,1-1 0,-1-1 0,0-2 0,-2-2 0,1-2 0,-2-1 0,59-39 0,-34 13 0,-2-2 0,-2-3 0,67-72 0,-57 47-46,-3-2 1,-3-3-1,-4-2 0,-3-3 0,-4-2 1,65-156-1,-86 168 2,-4-2 1,-3 0-1,-4-1 1,14-123-1,-28 147 26,-2-1 0,-3 1 0,-2 0 0,-2 0 0,-2 0-1,-3 1 1,-29-90 0,21 94 24,-2 1-1,-1 1 1,-3 1-1,-2 1 1,-1 1-1,-3 2 1,-1 0-1,-56-55 1,64 74-63,-1 0 0,-1 1 1,-1 2-1,-1 1 0,0 0 0,-1 3 0,-1 0 1,-1 1-1,0 2 0,0 2 0,-1 0 1,-1 2-1,1 1 0,-52-3 0,71 9-183,0 0-1,0 2 1,1-1 0,-1 2-1,0-1 1,1 2 0,-1-1-1,1 2 1,-1-1 0,1 2-1,1-1 1,-1 2 0,1-1-1,-1 1 1,2 1-1,-1 0 1,1 0 0,0 1-1,0 0 1,1 1 0,0-1-1,1 2 1,-9 13 0,5-6-936,1 0 1,1 1 0,1 1-1,0-1 1,2 1-1,0 0 1,1 1 0,1 0-1,0-1 1,0 36-1,11 41-8424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59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37 195 13557,'-25'-36'3431,"13"20"-627,15 8-668,-2 7-1765,0 0 0,0-1 1,-1 1-1,1-1 0,0 1 0,-1-1 0,1 1 1,-1-1-1,1 1 0,-1-1 0,0 0 0,0 1 0,0-1 1,0-2-1,0-11 886,0 0-455,0 1 1,1-1-1,1 0 0,5-19 0,-6 33-883,1 1 1,0 0-1,-1 0 0,1-1 0,0 1 0,-1 0 0,1 1 1,0-1-1,-1 0 0,1 0 0,0 1 0,-1-1 0,1 1 0,-1-1 1,2 2-1,-2-2 49,9 4-378,-1 1-1,1 0 1,-1 1-1,0 0 1,0 0 0,-1 1-1,1 0 1,-2 0 0,9 10-1,10 14-1669,26 40 0,1 7-661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5:5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44 474 15285,'-44'-3'3253,"54"-15"-469,4-1-112,-11-5-356,0 3-503,4-6-349,3-15-256,-3 9-652,-1-9-668,8-1-812,13 1-688,-4 0-641,-3 0-1071,7 3-3489,0 2-6516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21 423 12577,'-3'-6'2688,"-14"-6"3065,27 0-3125,3 2-236,14-2-303,20-18-437,3 6-328,17 3-272,27-3-440,23-9-612,21 3 0,26 0-1016,17-10-940,20-2-757,6 3-799,8 6-3424,19 9-6714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0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786 272 6805,'46'-75'3101,"11"-19"4923,-54 90-7674,-2 0 1,1-1-1,0 1 0,-1-1 0,0 1 0,0-1 0,0 1 1,0-1-1,-1 1 0,0-1 0,0 0 0,0 1 0,0-1 1,-1 0-1,0 1 0,0-1 0,0 1 0,-1-1 0,1 1 0,-3-5 1,2 6 755,-5 3-805,0 1 0,-1 0 0,1 0 0,0 0 0,0 1 0,-1 1 0,1-1 1,1 1-1,-1 0 0,0 1 0,-9 6 0,-5 6 68,0 0-1,-17 20 1,-4 2 249,-104 94-98,-179 207 0,297-308-520,3 0 0,0 2 0,2 1 0,2 1 0,1 1 0,-18 43 0,33-65 0,1 0 0,0 0 0,1 1 0,1-1 0,0 1 0,1-1 0,0 1 0,3 26 0,0-29 0,0-1 0,1 1 0,0-1 0,1 0 0,1 1 0,-1-2 0,2 1 0,0-1 0,0 1 0,0-1 0,2-1 0,8 11 0,11 7 0,1-1 0,1-1 0,2-1 0,0-2 0,38 20 0,181 83 0,-196-100 0,149 65 0,163 83 0,-342-160 0,-1 1 1,-1 0-1,0 2 1,-1 1-1,22 22 0,-39-35 0,1 1 0,-1 0-1,0 0 1,0 1-1,-1-1 1,1 1-1,-1-1 1,0 1-1,-1 0 1,0 0-1,0 1 1,0-1-1,0 0 1,-1 1 0,0-1-1,-1 1 1,1-1-1,-1 1 1,-1-1-1,1 1 1,-1-1-1,0 1 1,0-1-1,-1 0 1,0 1-1,-4 7 1,0-1-87,-2-1-1,1 0 1,-2-1-1,1 0 1,-2 0-1,1-1 1,-2 0-1,1 0 1,-1-2 0,-1 1-1,-23 13 1,-2-2-929,0-2 0,-74 24 1,70-29-699,-1-2 1,-80 10 0,-18-13-8753,89-8 395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0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12093,'413'32'8905,"0"-8"-4131,-12-11-2623,-145-7-1291,51 2-84,-137-7-430,-35 3-635,-105-3-259,34 5-484,-58-4 185,1 0 0,-1 0 0,1 1-1,9 5 1,-15-8 717,-1 0 0,1 0 1,-1 0-1,0 1 0,1-1 0,-1 0 0,1 0 0,-1 1 1,1-1-1,-1 0 0,0 1 0,1-1 0,-1 0 0,0 1 1,1-1-1,-1 1 0,0-1 0,0 1 0,1-1 0,-1 1 1,0-1-1,0 0 0,0 1 0,0-1 0,0 1 0,0-1 1,1 1-1,-1-1 0,0 2 0,-11 15-5873,-14 13-4915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2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0 465 8249,'18'-14'594,"-8"5"3185,-31 19 3995,24-11-6995,40-15-365,1 2 1,1 2-1,0 2 1,69-6-1,-70 10-288,1637-174 2884,-1477 162-2581,655-44 1171,-338 27-800,303-17 331,-733 47-994,-15 2-35,104-9-197,-173 12-584,64-8 251,-48 7-4332,-1 0-6415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2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112 104 11617,'-13'-13'727,"4"4"125,1 0-1,-2 1 0,-12-9 0,21 16-695,-1 0 63,0-1-1,0 1 1,0-1 0,0 1-1,0-1 1,0 0-1,1 0 1,-1 0 0,1 0-1,0 0 1,-1 0 0,1 0-1,-1-3 1,1 3 1210,-11-9 1049,0 6 894,21 19-3016,0-1 1,1 0-1,0-1 0,0 0 1,14 11-1,69 54 789,-28-24-553,593 566 1937,-619-578-2638,-3 2 0,-1 1 0,-2 2 0,-2 1 0,48 101 0,-65-115-206,-1 0 0,-2 2 1,-1-1-1,-2 1 0,-2 1 0,-1-1 1,-2 1-1,-1 0 0,-1 0 0,-8 53 1,1-52-170,-1 0 0,-3-1 0,-1 0 1,-1-1-1,-2 0 0,-2-1 0,-1-1 1,-38 56-1,10-27-1288,-3-3 0,-2-1 0,-75 65 1,88-91-1904,-75 48 0,44-36-3083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3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14729,'-3'3'322,"1"0"0,0 0 0,0 0 0,1 0 0,-1 1 0,1-1 0,-1 1 0,1-1 0,0 1 0,0 4 0,1-5 13,1 0 0,-1 0 0,1 1 0,0-1 0,0-1 0,1 1 0,-1 0 0,0 0 0,1 0 0,0-1 0,0 1 0,0-1 0,0 1 0,4 3-1,105 137 7616,-50-80-6767,-33-35-991,162 143-45,-82-91-1774,3-6-1,3-5 1,4-4 0,138 54-1,-221-104 568,136 63-8485,-77-27-1496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3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1879 72 12681,'-60'-39'2272,"23"21"-35,-20 3 99,14 27-228,-14 9-232,-4 9-84,-19 16-216,-20 14-291,-11 9-265,-10 10-192,-9 2-224,-1 15-544,1 4-396,-259 198-4701,265-198 1945,-3-1-3465,6 4-6112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3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2766 381 13337,'-28'-29'665,"13"13"-45,0 0 0,1 0 0,1-1 0,-20-34 0,23 34-337,-1 1 0,0 0-1,-1 0 1,-1 1 0,0 1 0,-1 0 0,-1 1 0,0 0 0,-1 2 0,0-1 0,0 2 0,-2 0 0,1 1 0,-1 1 0,0 1 0,-1 0 0,1 1 0,-25-4 0,11 5-62,-1 1 0,0 2 0,1 1 0,-1 1 0,0 2 0,-38 8-1,26-1 94,0 2-1,1 2 1,-80 35-1,48-10-19,3 3 0,1 4-1,2 2 1,-93 83-1,54-30 33,-131 155 0,-69 135 77,-38 133-95,274-392-245,6 3 0,-57 166 0,104-243-121,3 1 0,2 1 0,3 0 0,2 0 0,-3 113 0,14-131-59,1-1 0,2 0 0,2 1 0,2-2-1,1 1 1,3-1 0,0-1 0,3 0 0,30 58-1,-24-60-36,2-1-1,1-1 1,1-1-1,2-1 1,1-1-1,2-2 1,43 34-1,-29-30 1,3-2 0,0-3 0,2-1-1,98 39 1,-65-38 2,1-3-1,131 21 1,168-8-140,-217-36 289,0-7 0,-1-8-1,0-6 1,-1-8 0,-2-7-1,246-85 1,-296 78 306,-2-4 0,147-86 0,-190 91 13,-1-2-1,-2-4 1,-3-2-1,94-97 1,-125 114-184,-1-2 0,-2-1 1,-1-2-1,-2 0 0,-2-1 0,-1-1 1,-2-1-1,-2-1 0,-1 0 0,-2-1 1,-2 0-1,-2-1 0,-1-1 0,-3 1 1,-1-1-1,-2 0 0,-2 0 0,-10-75 1,-1 55-61,-4 1 0,-1 1 1,-4 1-1,-2 0 0,-3 1 0,-2 2 1,-3 1-1,-2 1 0,-42-53 1,14 30-53,-4 3 0,-2 3 1,-4 3-1,-3 3 1,-97-69-1,51 51-332,-5 6 1,-2 4-1,-222-92 0,242 127-1588,-182-45 1,194 65-1484,0 4 0,-128-3 0,32 18-8282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4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 6385,'-27'-3'80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5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390 425 9641,'-19'9'911,"-1"-2"1,-1 0 0,1-1-1,-1-1 1,0-1-1,0-1 1,-29 1 0,37-3-715,0 1 0,0 0 1,1 1-1,-1 0 1,1 1-1,-23 10 1,30-12-148,0-1 1,1 1-1,-1-1 1,0 0-1,0-1 1,-5 1 0,-1 0 29,7 1 196,-16-1-2,9 0-202,14-3-251,15-8-426,26-23-1252,-30 20 971,1 2 0,1 0 0,31-17 0,-12 14-144,-24 10 717,-1 0-1,0 0 1,0-1-1,0 0 0,0-1 1,-1 0-1,0 0 1,0-1-1,8-8 0,-15 13 317,-2-1 51,0-3 259,0 1 0,0-1 0,0 1 0,-1-1-1,0 1 1,0-1 0,0 1 0,-4-9 0,3 12-124,0 1 1,0-1-1,0 1 1,0 0-1,0 0 1,-1 0-1,1 0 1,0 0 0,-1 0-1,1 0 1,-1 1-1,1-1 1,-1 1-1,-3 0 1,-11 2 734,0 2 0,-21 6 0,33-8-769,0 0 0,0 0-1,1 0 1,-1 0 0,1 1 0,-1-1 0,1 1 0,0 0 0,0 1 0,0-1 0,1 1 0,-5 5-1,8-8-131,0 0-1,0-1 1,0 1-1,0 0 1,0 0-1,0 0 1,1-1-1,-1 1 0,0 0 1,1 0-1,-1-1 1,0 1-1,1 0 1,-1-1-1,1 1 1,-1 0-1,1-1 0,-1 1 1,1-1-1,-1 1 1,1-1-1,0 1 1,-1-1-1,2 1 1,-1 0 22,4 2-26,0 0-1,0 0 1,1-1 0,-1 1-1,0-1 1,1-1 0,-1 1-1,1-1 1,0 0-1,-1 0 1,1-1 0,0 1-1,11-2 1,14-1-75,43-9 0,-32 4-113,614-120-3954,-475 87 2766,143-42-2227,-166 40 176,-7 5-1245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05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10649,'7'-18'4100,"3"6"-2556,20-9-331,0 6-217,17 3-348,17-9-144,19 0-564,25-13-848,22-2-956,38-3-3093,29-3-3924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2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272 298 10085,'-25'-26'2521,"20"21"-320,7 2-221,12-27 1873,-16 29-3225,0-1 0,0 0 1,0 1-1,0 0 0,0-1 0,-1 1 1,1 0-1,0 0 0,0 0 0,-1 1 0,-2-2 7,2 3 126,1 0-646,0 0 1,0 0-1,0 0 0,0 0 0,0 1 1,0-1-1,0 0 0,1 1 1,-1 0-1,0-1 0,1 1 1,-1 0-1,1 0 0,0-1 0,0 1 1,-2 4-1,-10 38 529,8-22-421,-52 222 108,9 3 1,-14 254-1,54-390-372,6 123 1,5-180-15,3 0 0,1-1 1,4 0-1,22 71 0,-28-107-27,2 0-1,1-1 1,0 0-1,0 0 1,2-1 0,0 0-1,1 0 1,0-1-1,1-1 1,1 0-1,0-1 1,0 0-1,2-1 1,-1 0-1,1-1 1,1-1-1,0 0 1,0-2 0,0 1-1,1-2 1,0 0-1,1-1 1,-1-1-1,26 3 1,-4-5-145,0-2-1,0-1 1,0-2 0,0-2 0,0-1 0,-1-2-1,0-2 1,-1-1 0,50-23 0,-43 14 89,-1-2 0,-1-1-1,-2-3 1,0-1 0,-1-2 0,-2-1 0,43-46 0,-48 40 114,-2-1 0,-2-1 0,-1-1 0,-2-2 0,-2 0 0,-1-2 0,-3 0 1,16-51-1,-19 39 90,-2-2 0,-2 0 0,-3 0 0,-3-1 0,-2 0 0,-4-74 1,-4 69 1,-3 0 0,-2 0 0,-3 1 0,-3 1 1,-3 0-1,-2 1 0,-3 1 0,-3 1 1,-2 1-1,-2 2 0,-3 1 0,-2 1 0,-50-57 1,69 92-64,-2 0 1,0 1 0,-1 1-1,0 1 1,-1 1 0,-1 0-1,-1 2 1,-23-11 0,31 17-61,-1 1 0,0 0 0,0 0 0,-1 2 0,1 0 0,-1 0 0,0 2 0,0 0 0,0 1 0,1 0 0,-1 1 0,0 1 0,-22 6 1,17-2-270,0 2 1,0 1 0,1 0 0,0 1 0,1 1 0,0 1 0,1 1 0,0 1 0,1 0 0,1 1 0,0 1 0,1 0 0,-16 23 0,6-3-1654,1 2 0,2 0 1,1 2-1,2 0 0,-22 72 0,11 0-6114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2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717 1 15425,'-64'48'3137,"51"-27"-577,-1 9-260,-16 18-240,-3-12-416,-11 1-335,-13 5-285,-6 6-168,-4-3-280,-4 0-516,4 4-572,14-4-776,9-3-392,4 0-785,10-5-887,6 2-3049,21 3-5868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275 318 13637,'-35'-94'2901,"32"83"-2174,2 1-1,-1-1 0,1 1 1,1-1-1,0 1 0,1-1 1,0 0-1,0 1 0,1 0 1,0-1-1,1 1 0,0 0 1,7-15-1,6-24 2902,-11 35-1763,-3 36-1319,-8 74-534,-23 130 0,13-118-15,13-83 3,-57 353 0,-13 39-3999,22-110-1114,28-174-2657,6-8-5131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3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7 15373,'-9'-6'3673,"6"8"-1274,9 19-1,3 8-744,-9-19-1393,1 1 0,-2 0 0,1 0 0,-2 0 0,1 0 0,-1 0 0,-1 0 0,0-1 0,-1 0 0,0 1 0,0-1 0,-8 12 1,-12 19 408,-45 57 0,52-73-461,-117 146 198,-15 20-3664,126-159 1956,-33 48-3483,26-24-2306,8-2-4341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3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218 192 14745,'-1'-5'222,"0"-1"-1,0 1 1,1-1-1,0 0 1,0 1-1,1-1 1,-1 0-1,1 1 1,1-1-1,-1 1 1,1-1-1,4-9 1,-2 9-1,0 0 1,1 0 0,-1 1-1,1-1 1,1 1 0,-1 0-1,1 1 1,0-1 0,0 1-1,7-4 1,3 0 55,1 0 0,-1 2 0,2 0-1,-1 0 1,0 2 0,1 0 0,0 1 0,0 1-1,0 1 1,0 0 0,0 1 0,19 3 0,-29-2-235,1 1 0,-1 0 1,1 1-1,-1 0 0,0 0 1,0 1-1,0 0 0,0 0 0,-1 1 1,0 0-1,0 0 0,0 1 1,0 0-1,-1 0 0,0 0 1,0 1-1,-1 0 0,0 0 1,7 12-1,2 6-3,-2 0 1,0 1-1,-2 0 0,14 51 0,-17-42-133,-2 0 0,-1 0 0,-2 0 0,-1 1 1,-2 0-1,-1-1 0,-2 0 0,-1 0 0,-2 0 0,-21 64 0,0-25-121,-2 0 0,-3-3 1,-79 123-1,-22-3-20,52-79 90,-27 35 167,-74 114 727,182-260-740,-2 4 38,0-1 0,1 0 1,0 0-1,-1 1 1,2-1-1,-3 9 1,4-12-35,-1 1-1,1 0 1,0-1 0,1 1 0,-1-1 0,0 1-1,0 0 1,1-1 0,-1 1 0,1-1 0,-1 1 0,1-1-1,0 1 1,0-1 0,-1 0 0,1 1 0,0-1-1,0 0 1,0 1 0,0-1 0,1 0 0,-1 0 0,0 0-1,2 1 1,5 3 10,0 0 0,1-1 0,-1 0 0,1 0 0,0-1 0,0 0 0,0 0 1,1-1-1,-1 0 0,1-1 0,16 0 0,19 0-81,53-7 0,-73 4-16,311-32-1322,-76 6-206,72-3-943,492-42-7622,-642 60 4910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4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1096 0 8705,'-70'22'4310,"46"-16"-2922,1 1 0,0 2-1,-36 17 1,-3 12 1121,1 3-1,-82 71 0,-98 114 25,168-155-2220,-102 108-3315,121-115-945,5 0-3356,11-9-4398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4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439 535 11857,'8'-23'512,"-1"-1"419,1 0 0,2 0 0,0 1-1,1 0 1,25-36 0,0 14 295,55-56 0,-69 80-1038,2 1-1,0 1 1,1 1-1,35-18 1,-38 23-79,1 2 1,0 0-1,0 2 1,1 1-1,47-11 0,-63 18-83,1 0 0,-1 0 0,1 1 0,-1 0 0,1 0 0,-1 1 0,1 0 0,-1 0 0,1 1 0,-1 0 0,0 1 0,0 0 0,0 0 0,-1 1 0,1 0 0,-1 0 0,1 0 0,-1 1 0,-1 0 0,1 1-1,6 7 1,-3-1-12,0 0 0,-1 1 0,-1 0 0,0 0 1,-1 1-1,0 0 0,-1 0 0,-1 1 0,0 0 0,-1 0 0,-1 0 0,0 0 0,-1 0 0,0 1 0,-2 19 0,-1 7 19,-3 1 0,-1-1-1,-2 0 1,-17 56 0,-10 5-45,-4-2 1,-59 108-1,-33 85 25,122-272-19,1 0-1,1 0 1,1 0 0,1 0 0,1 1-1,1 0 1,1-1 0,2 26-1,1-30 4,0-1-1,2 0 0,0 0 1,1 0-1,0 0 0,2-1 1,0 0-1,0 0 0,2-1 1,0 0-1,13 16 0,36 39 38,68 63-1,46 54 78,-152-162-82,-1 2 1,-1 1-1,-1 0 1,-2 1 0,20 52-1,-30-69-11,-1 1 0,-1 0 0,0 0 0,-1 0 0,0 0 0,-1 0 0,0 0-1,-2 0 1,1 1 0,-1-1 0,-1 0 0,0 0 0,-1 0 0,-1 0 0,0-1 0,0 1 0,-2-1 0,1 0 0,-1-1-1,-1 1 1,0-1 0,-14 16 0,-5 2 10,-3-1 1,0-1-1,-1-2 0,-2 0 0,-1-3 0,-54 30 1,-90 34-166,-154 54-648,10-11-1898,267-107 1781,-115 46-6389,85-33-1729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4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889 1 15401,'-171'139'3525,"137"-85"-505,-13 0-532,4-3-468,-4-2-487,-7 2-165,-3 3-360,-6 0-276,2-5-508,-2-1-460,3-6-884,13-3-512,0-6-725,-24 31-7616,48-28-3044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0 17794,'-2'5'608,"0"1"0,1-1 0,-1 0 0,1 1 0,0-1 0,0 1 1,1-1-1,0 1 0,0-1 0,0 1 0,2 6 0,-1 29 1123,-2-17-1124,-1 0 0,-1 1 0,0-1 0,-12 36 0,-14 13 249,-52 94 0,22-49-628,50-99-240,-84 198-671,85-192 477,0 2 0,1-1-1,2 1 1,1 0 0,1 0 0,1 45 0,3-59 84,1 0 0,0 0 1,1 0-1,0 0 1,1-1-1,1 1 0,0-1 1,0 0-1,2 0 1,-1 0-1,1-1 0,1 0 1,0-1-1,1 0 0,0 0 1,16 14-1,-13-14 4,2 0 0,-1-1 0,1 0 0,0-1-1,1 0 1,0-1 0,0-1 0,1-1 0,-1 0 0,1-1 0,0 0-1,1-2 1,19 2 0,-6-4 49,1-1 0,0-2 0,-1-1 0,0-1 0,0-2 1,-1-1-1,1-1 0,36-17 0,16-14 202,113-73 0,151-145 1951,-250 180-1476,-42 35-235,-8 4 328,1 3 1,93-55-1,-138 90-671,0 0-1,0 0 0,1 0 1,-1 0-1,0 1 1,0-1-1,0 0 1,1 1-1,-1 0 0,0-1 1,0 1-1,1 0 1,-1 0-1,0 0 1,1 1-1,-1-1 0,3 1 1,-4 0 5,1-1 0,-1 1 0,0 0 1,1 0-1,-1 0 0,0 0 0,1 0 0,-1 1 1,0-1-1,0 0 0,0 0 0,0 1 0,0-1 1,0 1-1,-1-1 0,1 1 0,0-1 0,0 3 1,0 2 32,1-1 0,-1 1 0,-1 0 0,1 0 0,-1 0 0,0 0 0,-1 0 0,1 0 0,-1 0 0,0 0 0,-4 10 0,-13 28-68,-2-1 0,-3-1 0,-46 67 0,37-61 0,-345 457-3715,-42-29-4692,241-279 4470,79-85-9787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5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791 202 11493,'31'-13'2524,"-22"6"887,-6-6-2561,-3 11-209,15-46 7673,-4 10-5352,-10 35-1481,-1 0-1125,-2-7-167,-6-31 357,8 40-546,0 0 0,-1 0 0,1 0 0,0 0 0,-1 0 0,1 0 0,0 0 0,-1 0 0,1 1 0,-1-1 0,0 0 0,1 0 0,-1 0 0,0 1 0,0-1 0,1 0 0,-1 0 0,0 1 0,0-1 0,0 1 0,0-1 0,0 1 0,0-1 0,0 1 0,0 0 0,-1-1 0,-2 0 0,-10-2 0,11 5 0,0 0 0,0 0 0,0 0 0,0 0 0,1 1 0,-1-1 0,1 1 0,0-1 0,0 1 0,0 0 0,0 0 0,-2 4 0,-7 9 0,-35 39 1,-3-2 1,-62 54-1,-118 80-21,173-143-237,-46 35-3165,5 4-3397,49-35-500,17 0-4631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6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1073 1 5841,'0'1'103,"1"0"0,-1 0 1,1 0-1,-1 0 1,1 0-1,0-1 1,-1 1-1,1 0 1,0 0-1,0-1 1,0 1-1,-1 0 1,1-1-1,0 1 0,0-1 1,0 1-1,0-1 1,0 1-1,0-1 1,0 0-1,0 1 1,0-1-1,2 0 1,24-7 4221,5-1 1708,-46 26-4062,1-7-1371,0 0 0,0-1-1,-2 0 1,1-1 0,-1-1-1,-27 11 1,23-10-79,-92 47 678,3 5 0,2 4 0,-173 142 1,258-189-1145,1 0-1,1 2 1,0 0 0,2 1 0,-21 32 0,32-42-62,0-1 1,1 1-1,0 1 1,0-1-1,1 1 1,0-1-1,2 1 1,-1 0-1,1 1 1,1-1 0,0 0-1,1 0 1,0 1-1,2 15 1,4-1-38,0 0 1,2-1 0,20 46-1,46 75-128,-35-73 90,-16-28 21,12 21-101,-3 1-1,47 143 1,-73-186 105,-1 0-1,-1 0 1,-1 0 0,-1 1 0,-2 30 0,-2-38 6,0 0 1,-1 0-1,-1 0 0,0 0 1,-2-1-1,0 0 0,-1 0 1,-11 20-1,8-19-123,-1-1 1,0-1 0,-1 0-1,-1-1 1,0 0-1,-1-1 1,-1 0-1,-25 18 1,27-24-283,0 0-1,0-1 1,-1 0 0,0-1 0,0 0 0,-1-1 0,1-1 0,-1-1 0,0 0 0,0 0-1,-29-1 1,24-3-1393,1-1-1,-1-2 0,1 0 0,-30-10 0,40 11 528,-29-9-6714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7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47 195 11357,'-35'-71'2236,"33"69"-2075,1-1 0,0 1 1,0-1-1,0 1 1,0-1-1,0 1 1,0-1-1,0 1 1,1-1-1,-1 0 1,1 1-1,0-1 0,0 0 1,0 1-1,0-1 1,1 0-1,-1 0 1,0 1-1,1-1 1,0 1-1,0-1 0,0 1 1,0-1-1,0 1 1,0-1-1,1 1 1,-1 0-1,1 0 1,0-1-1,-1 1 0,1 0 1,0 1-1,0-1 1,0 0-1,1 1 1,3-3-1,4-1 169,-1 0-1,1 1 1,0 0-1,1 1 1,-1 0-1,21-2 1,-6 2 184,0 2 1,-1 0 0,1 2-1,42 7 1,101 27 946,-137-27-1267,632 163 2137,-309-76-1699,840 155 1441,-985-212-947,-135-28-757,-70-9-273,-8 0-61,-19 3-34,0-1 0,0-1 1,-36-1-1,-37 3-2,62-1 1,4-6 0,-13 2 0,23-1 0,20 2 0,-1 1 0,1-1 0,-1 0 0,0 0 0,1 0 0,-1 0 0,1 0 0,-1-1 0,0 1 0,1 0 0,-1 0 0,0 0 0,1 0 0,-1-1 0,1 1 0,-1 0 0,1-1 0,-1 1 0,1 0 0,-1-1 0,1 1 0,-1 0 0,1-1 0,-1 1 0,0-2 0,5-4 0,-3 5 0,-1 1 0,1-1 0,-1 1 0,0 0 0,1-1 0,-1 1 0,0-1 0,0 1 0,1-1 0,-1 1 0,0-1 0,0 1 0,0-1 0,1 1 0,-1-1 0,0 1 0,0-1 0,0 1 0,0-1 0,0 1 0,0-1 0,0 1 0,0-1 0,0 1 0,-1-1 0,1 1 0,0-1 0,0 1 0,0-1 0,-1 1 0,1-1 0,0 1 0,0-1 0,-1 1 0,1-1 0,0 1 0,-1 0 0,1-1 0,-1 1 0,1 0 0,0-1 0,-1 1 0,1 0 0,-1-1 0,1 1 0,-1 0 0,1 0 0,-1 0 0,1-1 0,-1 1 0,1 0 0,-1 0 0,1 0 0,-1 0 0,1 0 0,-2 0 0,3 0 0,-1 0 0,0 0 0,1 0 0,-1 0 0,0 0 0,1 0 0,-1 0 0,0 0 0,1 0 0,-1-1 0,0 1 0,0 0 0,1 0 0,-1 0 0,0 0 0,1-1 0,-1 1 0,0 0 0,0 0 0,0-1 0,1 1 0,-1 0 0,0 0 0,0-1 0,0 1 0,0 0 0,1-1 0,-1 1 0,0 0 0,0 0 0,0-1 0,0 1 0,0 0 0,0-1 0,0 1 0,0 0 0,0-1 0,0 1 0,0 0 0,0-1 0,0 1 0,0 0 0,0-1 0,0 1 0,0 0 0,-1-1 0,1 1 0,0 0 0,0 0 0,0-1 0,0 1 0,-1 0 0,1 0 0,0-1 0,0 1 0,-1 0 0,1 0 0,0-1 0,0 1 0,-1 0 0,1 0 0,-1 0 0,25-11 4,-15 9-180,12-1-85,25 6-4122,-42-2 2658,17-1-2602,-3 0 2791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9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15977 326 6045,'-6'-20'1673,"7"19"-1551,-1 0 1,1 0-1,-1 0 0,1 0 0,0 0 0,-1 1 1,1-1-1,0 0 0,0 1 0,-1-1 1,1 0-1,0 1 0,0-1 0,0 1 0,0-1 1,0 1-1,-1 0 0,1-1 0,0 1 1,0 0-1,2-1 0,-2 1 192,14-6 1157,0 0-1,30-6 1,13-5 452,-16-6 1274,-40 21-2391,-7 1-714,1 0-1,-1 1 1,1 0 0,-1-1-1,0 2 1,1-1-1,-9 2 1,2-1 39,-34 1 204,-130 5 576,-171 2-364,-313-4-235,329 1-180,-2664-32 37,-4-86-100,-856-2-1144,1287 110-3083,2229 7 3037,-986 20-7046,842-1 1274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18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7 215 4012,'14'-30'1124,"-4"21"-287,-4-16-317,1 1-228,-4-3-332,-9-9-384,-14 3-1441,0 3 393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6:20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5949,'1'-7'409,"1"0"1,0 0 0,1 0 0,-1 1 0,1-1 0,5-7 0,-6 11 1948,28 18 5982,-11-5-7425,-2-5-765,1-1 0,0-1 0,0 0 0,29-1 0,-45-2-143,1598 156 1492,-1320-124-1347,1790 198 164,5-27-1295,-1741-174 521,2026 158-6367,-1733-148 2142,-20 5-2543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1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1013 4596,'-8'-5'171,"4"3"31,0 0 0,-1 0-1,1 0 1,0-1-1,1 1 1,-1-1 0,0 0-1,1-1 1,0 1 0,-1 0-1,1-1 1,1 0-1,-1 0 1,0 0 0,1 0-1,0 0 1,0 0 0,0-1-1,1 1 1,-2-6-1,2-3 101,0 0-1,1 0 0,0 0 0,1-1 0,4-17 0,18-68 1289,-19 86-1319,44-135 2393,-28 94-806,23-98 0,-40 133-1538,0 0 0,-1 0 1,-1 0-1,-1 0 0,0-1 0,-2 1 1,0 0-1,-1 0 0,-8-23 0,0 4 179,5 14 316,-1 1 0,-22-45 0,29 68-808,0 0 1,0-1-1,0 1 1,0 0-1,0 0 1,0 0-1,0 0 0,0 0 1,0 0-1,0 0 1,-1 0-1,1 0 1,0 0-1,0 0 0,0 0 1,0-1-1,0 1 1,0 0-1,0 0 1,-1 0-1,1 0 0,0 0 1,0 0-1,0 0 1,0 0-1,0 0 1,0 0-1,0 0 0,-1 0 1,1 0-1,0 0 1,0 0-1,0 0 1,0 1-1,0-1 0,0 0 1,0 0-1,-1 0 1,1 0-1,0 0 1,0 0-1,0 0 0,0 0 1,0 0-1,0 0 1,0 0-1,0 0 1,0 1-1,0-1 0,0 0 1,0 0-1,-1 0 1,1 0-1,0 0 1,0 0-1,0 0 0,0 1 1,0-1-1,0 0 1,0 0-1,0 0 1,0 0-1,-10 11 150,1 0-1,0 0 1,1 1 0,0 1 0,0-1-1,2 1 1,-1 0 0,2 0 0,0 1-1,0 0 1,-4 23 0,-2 22 146,-5 86 0,11-68-164,2 0 0,4 0-1,4 1 1,17 94 0,4-49-551,4-2 1,50 122-1,-52-171-55,4-1-1,3-2 1,3-1-1,68 93 1,-85-134 264,0-1 0,2-1 0,1-2 0,1 0 0,0-1 0,48 29 0,-55-40 110,0-2 0,0 0 0,1-1 0,0 0 0,1-2 0,0-1 0,0 0 0,0-1 0,0-1 0,1-1 0,40-2 0,-25-3 92,0-3 0,-1 0 0,1-3 0,-1-1 0,-1-1 0,0-2 0,-1-1-1,0-2 1,-1-1 0,-1-2 0,0-1 0,-2-1 0,0-1 0,-2-2 0,0-1-1,-2-1 1,-1-1 0,27-38 0,66-145 1955,-56 94 518,-44 86-1160,-12 24-663,-12 19-183,-124 260 748,104-208-2163,4 2 0,-21 92 0,21-53-1180,-18 87-3666,19-66-1182,7-20-3072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19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487 144 10149,'39'-22'705,"-2"1"813,55-23 1,-57 32-734,0 1 0,1 1 0,0 3 0,0 0 0,0 3 0,56-1 0,-39 6-289,-1 2 1,1 3-1,97 23 0,-136-26-435,-1 2 0,0-1 0,1 2 0,-2 0 0,1 0 0,-1 1 0,0 1 0,-1 0 0,1 0 0,-2 1 0,1 1 0,15 18 0,-20-20-38,0-1 1,-1 1 0,0 1-1,-1-1 1,0 1-1,0 0 1,0 0-1,-2 0 1,1 0 0,-1 0-1,0 1 1,-1-1-1,0 1 1,0-1-1,-1 1 1,-1 0 0,0-1-1,0 1 1,-4 15-1,-2-1-2,-2 0-1,0-1 1,-2 1-1,0-2 0,-2 0 1,0 0-1,-2-1 0,0-1 1,-22 22-1,-22 18 18,-94 73 0,109-97-47,-31 25 12,33-30-8,2 3 1,1 1-1,-42 50 1,75-78 0,0 0 1,1 1-1,0 0 1,1 0 0,-1 0-1,-3 13 1,6-16 2,1-1-1,0 0 1,1 0 0,-1 1 0,1-1 0,0 1 0,0-1-1,0 0 1,1 1 0,-1-1 0,1 0 0,0 1 0,1-1-1,-1 0 1,3 6 0,3 2 1,0 0-1,0 0 1,1-1-1,1-1 1,0 1 0,0-1-1,1-1 1,11 9-1,96 64-36,-53-40 35,-41-25 9,0 1-1,0 0 0,-2 2 1,-1 0-1,0 1 1,19 28-1,-32-38-6,0-1 1,-1 1-1,0 0 0,-1 0 1,-1 1-1,1-1 0,-2 1 0,0 0 1,0 0-1,-1 1 0,0-1 1,-1 0-1,-1 1 0,0-1 1,-1 1-1,-4 22 0,0-14-5,-2 0 0,0-1 0,-1 0 0,-1 0 0,-1 0 0,-1-1 0,-1-1 0,0 0 0,-2-1 0,-28 30 0,-2-5-298,-2-1 0,-83 55 0,-23 4-3148,-277 136 0,266-160-1246,2 2-2611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1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24 157 8245,'-24'21'12926,"29"-23"-11376,66-13-307,0 2 1,0 4 0,75-1-1,-59 5-835,720-32-528,-353 20-2874,-1-11-3419,-270 3 317,-148 19 4088,54-5-5480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1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0 12077,'-4'7'556,"-1"-1"-1,0 0 1,0-1-1,-1 1 0,1-1 1,-1 0-1,-11 7 1,10-6 300,0 0 0,1 1 1,-11 13-1,1 0 266,3-4-424,1 0 0,1 1 1,1 0-1,0 1 0,1 0 0,1 1 1,-8 24-1,-6 12 163,-176 433 1326,121-252-5341,34-75-2093,25-68-1653,12-5-4517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2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0 13765,'5'18'568,"-2"-1"-1,0 0 0,-1 1 1,0 0-1,-2-1 1,-2 30-1,1 26 1890,-2 13 122,2-75-2338,-70 451 4124,35-315-3900,-85 226 0,111-349-432,3-8-7,1 2 0,-5 17 0,11-33 11,4-5 13,32-36-27,127-184-448,-54 79-2867,241-246 1,-107 172-5612,-117 120-732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2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1050 12357,'85'-37'3081,"-60"29"-2277,-1-3 0,0 0 1,-1-1-1,23-16 0,-6-3 12,-1-1 0,-2-2 0,-1-2 0,-2-1 1,38-54-1,-51 61-416,-2-1 1,-1-2 0,-2 0 0,-1 0 0,-2-1-1,-1-1 1,15-70 0,-21 69-181,-1-1 0,-1-49 0,-4 73-185,0 1 0,-1-1 0,-1 0-1,0 1 1,0-1 0,-2 1 0,1 0-1,-2 0 1,1 0 0,-8-13 0,10 22-23,0 0 0,0 1 1,0-1-1,0 0 1,-1 1-1,1-1 0,-1 1 1,0 0-1,1 0 1,-1 0-1,0 0 1,0 1-1,0-1 0,0 1 1,0-1-1,-7-1 1,5 3 2,-1-1 1,1 1 0,-1 0 0,1 0 0,0 0 0,-1 1-1,1-1 1,0 1 0,-10 4 0,-6 3 23,1 1 0,1 1 0,-1 1 0,-20 15 0,32-21-27,-49 35 145,3 2 0,1 3-1,2 1 1,3 3 0,1 2 0,3 2 0,2 2 0,2 1 0,4 3 0,-36 72 0,63-111-100,0 1 0,2-1 1,0 1-1,1 1 0,1-1 1,-3 38-1,7-47-48,1-1 1,1 1 0,0 0-1,0-1 1,1 1 0,0-1-1,1 1 1,1-1-1,0 0 1,0 0 0,1-1-1,0 1 1,1-1 0,9 12-1,-4-9-79,0 0 0,1 0 0,1-2 0,0 1 0,1-1 0,0-1 0,1-1 1,0 0-1,0-1 0,1 0 0,0-1 0,21 6 0,15 1-595,0-2-1,94 9 1,613 10-5381,5-71-4781,-449 16 2137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2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1 752,'-24'3'-264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1 12241,'-3'51'2248,"-1"-18"1,-6 3 107,-6 6-216,-15 10-188,8 11-168,-11 3-316,-2 13-311,-1 8-241,-3 6-212,6-2-436,4-4-640,0-5-908,-4-4-861,1-12-1335,3 1-3081,10-1-6116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3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11 118 12805,'-10'-21'1492,"23"-3"-584,18 15-812,19-3-788,-3 0-452,-7-6-736,7 2-1532,6 10-1777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4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1 992 11417,'2'-1'593,"0"0"0,1-1 0,-1 1 0,0 0 0,1 0 0,-1 1 0,1-1 0,-1 0 0,1 1 0,-1 0 0,1-1 0,0 1 0,-1 0 0,1 0 0,4 1 0,2-1-1344,-5 0 1423,20-3 121,4-3-549,-1 0 0,0-2 0,0-1 0,50-25 0,-26 1-148,-34 43-121,-12-5 27,0 0 1,0 1-1,-1 0 1,0-1-1,0 2 0,-1-1 1,0 0-1,0 1 0,0-1 1,-1 1-1,3 9 1,13 28-9,-12-33-2,2 1-1,0-2 1,0 1 0,1-1 0,0-1 0,0 1 0,1-1-1,1-1 1,22 14 0,-18-13-23,1-2-1,1 0 1,0 0 0,0-2-1,0 0 1,29 4 0,-4-5-16,0-2 1,0-1 0,-1-3 0,1-1 0,61-13 0,-48 6 29,22-4-37,92-28 0,-162 40 67,-1 0 0,1 0 0,0 1 0,14-1 0,-21 2-11,-1 0-1,1 1 0,-1-1 0,1 1 0,-1-1 1,1 0-1,-1 1 0,1-1 0,-1 1 0,1-1 1,0 1-1,-1-1 0,1 1 0,0-1 0,-1 1 1,1-1-1,0 1 0,0-1 0,0 1 0,-1 0 1,1-1-1,0 1 0,0 0 0,0 0 0,0 0-1,0 0 1,0-1-1,0 1 0,-1 0 0,1 0 0,0 0 0,0 0 1,-1 0-1,1-1 0,-1 1 0,1 0 0,-1 0 1,1-1-1,-1 1 0,1 0 0,-1-1 0,0 1 0,1 0 1,-1-1-1,0 1 0,0-1 0,1 1 0,-2 0 0,-32 6 25,31-6 13,-7-10 41,9 9-78,1-1 0,-1 1-1,1 0 1,0-1-1,-1 1 1,1-1-1,0 1 1,-1-1-1,1 1 1,0-1-1,0 1 1,-1-1 0,1 1-1,0-1 1,0 1-1,0-1 1,0 1-1,0-1 1,-1 1-1,1-1 1,0 0 0,0 1-1,1-1 1,-1 1-1,0-1 1,0 1-1,0-1 1,0 0-1,13-19 20,33-20 11,-30 28-28,55-55 29,-2-4 0,-4-2 1,92-131-1,-116 140 46,-2-2 0,-3-1 0,-3-2 0,-3-1 0,24-87 0,-49 139 79,0-1 1,-2 1-1,0-1 1,0-33-1,-3 52-152,0 0 1,0 0 0,0 0-1,-1 0 1,1 0-1,0 0 1,0 1-1,0-1 1,0 0-1,0 0 1,0 0-1,0 0 1,0 0 0,0 0-1,0 0 1,0 0-1,0 0 1,-1 1-1,1-1 1,0 0-1,0 0 1,0 0-1,0 0 1,0 0 0,0 0-1,0 0 1,-1 0-1,1 0 1,0 0-1,0 0 1,0 0-1,0 0 1,0 0 0,0 0-1,-1 0 1,1 0-1,0 0 1,0 0-1,0 0 1,0 0-1,0 0 1,0 0-1,-1 0 1,1 0 0,0 0-1,0-1 1,0 1-1,0 0 1,0 0-1,0 0 1,0 0-1,0 0 1,0 0-1,0 0 1,-1 0 0,1 0-1,0-1 1,0 1-1,0 0 1,0 0-1,0 0 1,0 0-1,0 0 1,0 0 0,0 0-1,0-1 1,0 1-1,-11 6 103,-1 1 0,1 1-1,1-1 1,0 2 0,0-1 0,0 1-1,1 1 1,1 0 0,-1 0 0,2 0-1,-1 1 1,-10 22 0,-2 9 21,1 1 1,-17 60 0,19-47-399,2 0 0,3 1 0,-6 60 0,16-90-367,1 1-1,1 0 1,1 0-1,1-1 0,2 1 1,1-1-1,1 0 1,15 40-1,-9-36-2098,1 0 0,27 43 0,7-8-5363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6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85 11541,'-107'13'2266,"87"-11"-298,-1 0 0,-40-3 0,22 0 534,60 10-1030,38 3-754,0-2 0,1-2 0,61-2 0,-75-3-520,2924 116 2170,-2647-109-2220,165 6-62,935 25 203,0-47-654,-1406 5 265,720-49-1839,-625 32-53,135-39 1,-170 33-1419,-1-3 0,112-57 1,-67 17-6637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44 763 16946,'-44'18'3100,"68"-39"-460,19-9-724,11-6-408,23-1-356,27-5-235,23-6-233,17-9-380,24-7-592,23-2-784,16-9-421,11-1-847,3-2-648,3 3-3229,1-1-5568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8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14613,'0'-1'144,"0"0"-1,1 0 1,0 1-1,-1-1 1,1 0-1,-1 0 1,1 1-1,0-1 1,0 1-1,-1-1 1,1 0-1,0 1 1,0-1-1,0 1 1,0 0-1,0-1 1,0 1-1,-1 0 1,3-1-1,2 26 2336,-4-15-1941,0-1 0,1 1 0,0-1 0,1 1 0,0-1 0,1 0 1,-1 0-1,2 0 0,-1-1 0,7 10 0,2 0 77,-2 1 0,0 1 0,-2 0-1,0 0 1,-1 1 0,-1 0 0,-1 0 0,0 1 0,-2 0-1,2 26 1,-5-7-584,-1 1 0,-2-1 0,-13 70-1,-40 120 1,1-3-47,46-187 12,3 1 1,2-1-1,2 68 0,2-88 4,2-1 0,0 1 0,1-1 0,1 0 0,1 0 0,9 20 0,-10-30 0,-1-1 0,1 1 0,1-1 0,-1-1 0,1 1 0,1-1 0,0 0 0,0 0 0,1-1 0,-1 0 0,2 0 0,-1-1 0,1 0 0,9 5 0,0-4 0,1 0 0,-1-1 0,1-1 0,0-1 0,0 0 0,0-2 0,1 0 0,-1-1 0,1-1 0,-1-1 0,1-1 0,36-7 0,-13-2 0,-1-1 0,0-2 0,-1-1 0,67-37 0,-51 18-36,-1-2 0,-2-2 1,-2-2-1,-1-3 0,-2-2 0,-3-2 0,-1-2 1,-3-2-1,61-96 0,130-223-4942,-110 171 885,16-3-1956,-75 117 502,-56 75 4563,38-49-6790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8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0 623 11017,'10'7'484,"-8"-5"-339,0 0 1,0 0-1,0-1 1,1 1-1,-1-1 1,0 1-1,1-1 1,-1 0 0,1 0-1,-1 0 1,1 0-1,-1-1 1,1 1-1,0-1 1,-1 0-1,1 1 1,0-1-1,0 0 1,-1 0 0,1-1-1,5 0 1,76-17 2605,-38 9-1410,63-21 1,21-19-171,-2-6 0,172-101-1,-274 140-810,0-1-1,-1-2 0,-1-1 0,26-27 0,-36 32-66,-1-1 0,-1 0 0,0-1 0,-1 0 0,-1-1 0,0 0 0,8-25 0,-17 42-247,-1-1 0,1 1 0,0-1 0,-1 1 0,1-1 0,-1 0 0,0 1 0,1-1 0,-1 0 0,0 1 0,0-1 0,0 0 0,0 1 0,-1-1 0,1 0 0,0 1 0,-1-1 0,1 0 0,-1 1 0,1-1 0,-1 1 0,0-1 0,0 1 0,0-1 0,-1-1 0,0 2-6,1 0-1,-1 0 1,1 0 0,-1 0 0,0 1 0,1-1 0,-1 1-1,0-1 1,0 1 0,1 0 0,-1-1 0,0 1 0,0 0-1,1 0 1,-1 0 0,0 0 0,0 1 0,0-1 0,1 0-1,-1 1 1,0-1 0,1 1 0,-3 1 0,-24 10 275,0 2 1,0 1 0,2 1 0,-44 34-1,-90 94 933,132-115-1246,1 2 0,1 0 0,2 1 0,1 2 0,1 0 0,2 2 0,-25 62 0,39-81-4,1 1 1,0-1-1,1 1 0,1 0 0,1 0 0,1 1 1,0-1-1,3 26 0,-1-30-3,2-1 0,0 0 0,1 0 0,0 0 0,0 0 0,2-1 0,-1 0 0,2 0 0,0 0 0,0-1 0,1 1 0,14 14 0,-4-8-274,0-2-1,1 0 0,1-1 1,0-1-1,1 0 0,0-2 1,1-1-1,1 0 0,39 11 1,2-3-1143,1-3-1,94 11 1,309 6-9485,-197-31-841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0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1 10169,'-26'10'1075,"0"-1"0,0-1 0,-1-1 0,0-2 0,-49 4 0,-70 9 5849,65-6-1616,77-12-2945,8-1-1037,36-6-1279,1 1 0,0 2 0,1 2 0,42 4 0,-48-1-55,446 19 10,-102-2-13,226-10-4030,0-35-5533,-393-1 1363,-125 9 263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0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276 216 9089,'62'-84'2430,"-7"26"2585,-21 13-32,-13 17-22,-20 54-998,-4 4-3729,-1 0 0,-1 0 0,-2 0 0,-1-1 0,-20 47 0,-77 143 610,65-143-766,-160 401-5077,170-375-365,18-33-1156,6 16-6380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9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9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10969,'40'-36'236,"4"12"-724,-7 6-1320,3-3-792,7 0-725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0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4037 43 9381,'4'-4'-1521,"3"-7"9960,-16 9-1688,-5 1-5617,-128-5 1243,-514-12 555,234 17-2699,-877 11 258,9 81-7462,1163-71 2854,73-12-1437,20-3-5037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1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2009 0 13253,'-11'8'1866,"8"-7"-304,1 1-314,-94 91 1802,-50 42-1932,-529 341 646,232-177-995,31 33-235,387-309-513,-15 14 5,-39 45 1,70-72-30,0 1 1,1 1 0,0-1-1,1 2 1,0-1-1,1 1 1,1-1-1,0 2 1,-4 16 0,7-24-7,2 0 1,-1 0 0,1 0 0,-1 0 0,2-1-1,-1 1 1,1 0 0,-1 0 0,2 0 0,-1-1-1,1 1 1,0 0 0,0-1 0,0 0 0,1 1-1,-1-1 1,2 0 0,-1 0 0,0 0 0,1-1-1,7 8 1,1-1-23,1-1-1,0-1 0,0 0 0,0-1 1,1-1-1,1 0 0,16 6 1,32 10-231,1-3 1,89 16-1,141 6-772,447 13-2299,6-43-5193,-435-14 408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1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34 269 13377,'-33'-12'4173,"53"18"-2309,-3 0 4,13-9-188,37-6-260,13 6-216,27-3-288,31-6-196,26-4-167,23 4-489,18-9-785,19 0-631,11-12-924,2-12-816,1 3-2957,7-4-5316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9 15261,'-4'-1'637,"0"-1"-1,1 1 1,-1 0-1,0 0 1,0 0-1,0 1 1,0-1-1,0 1 1,0 0-1,-7 1 0,8 0-317,0 0 0,0 0 0,0 1 0,0-1 0,0 1 0,0 0-1,0 0 1,0 0 0,1 0 0,-1 0 0,1 1 0,-1-1 0,-2 6-1,-32 36 1177,1 2 0,3 2-1,-53 99 1,78-127-1495,1-1 0,1 1 0,1 0 1,0 1-1,2-1 0,0 1 0,1 0 0,2 27 0,0-33-127,1 1-1,1-1 1,1 0-1,0 0 1,1 0-1,1-1 1,0 1-1,1-1 0,0 0 1,1 0-1,1-1 1,10 14-1,-1-6-231,2 0-1,0-2 1,1 0-1,2-1 0,-1-1 1,2-1-1,32 18 1,-3-8-285,0-3 0,85 27 0,-83-35 414,0-2 0,2-2 1,-1-3-1,1-2 0,0-3 0,105-8 1,-128 3 425,-1-2 1,0-2-1,0-1 1,-1-1-1,0-2 1,0-1-1,-1-1 1,-1-2-1,0-1 1,0-1-1,-2-1 1,0-2-1,25-22 1,111-106 3546,-153 138-3116,-7 6-27,-8 11-226,1-1-334,-180 318-7,139-232-116,-54 163 0,13 51-4893,45-100-7135,27-121-452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2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714 276 10909,'11'-24'725,"1"1"-1,1 1 1,20-26 0,-23 36-246,0 0-1,1 1 1,0 1-1,1 0 1,0 0 0,1 1-1,14-8 1,-4 5 398,0 0 1,1 2 0,45-15-1,-62 23-697,1 0 0,0 0 0,0 1 0,0 0 0,0 0 0,0 1-1,0 0 1,0 0 0,0 1 0,0 0 0,-1 1 0,1-1 0,0 2 0,0-1 0,-1 1 0,12 6 0,-15-6-95,0 1 0,0 0 1,0 0-1,0 0 0,-1 0 1,0 1-1,0-1 1,0 1-1,0 0 0,-1 0 1,0 0-1,0 0 0,0 0 1,-1 1-1,1-1 1,-1 1-1,0-1 0,-1 1 1,0 5-1,1-3-19,-2 0 0,1-1 0,-1 1 0,0 0 0,-1-1 0,1 1 0,-2-1 0,1 1 0,-6 11 0,-4 3 70,-22 33 0,26-43-81,-109 141 346,81-111-355,2 2-1,1 2 0,-28 55 1,56-90-69,0 0 0,1 0 1,0 1-1,1-1 1,0 1-1,1 0 1,1 0-1,-1 0 0,2 0 1,0 0-1,0 0 1,1 0-1,1 0 1,0 0-1,0 0 0,1-1 1,1 1-1,0-1 1,0 0-1,1 0 1,1 0-1,0 0 0,0-1 1,1 0-1,11 12 1,25 25-28,1-2 0,80 61 0,-6-5-12,-91-77 36,125 124-45,-135-129 60,0 1-1,-2 1 1,0 1-1,-1 0 1,-1 1-1,10 24 0,-19-37 10,0 1-1,-1-1 1,0 1-1,-1 0 1,0 0-1,-1 0 1,0 1-1,-1-1 0,0 0 1,-1 0-1,0 0 1,-1 0-1,-4 19 1,1-15 5,-1-1 1,-1 0-1,0 0 1,0-1-1,-2 0 1,1 0-1,-2-1 1,-20 22 0,5-10 8,-1-1 0,-1-1 0,-36 21 0,-87 42 3,-299 114-259,-12-36-3697,342-119 311,48-14-1966,12-1-4575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2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141 188 13361,'10'-18'11389,"-20"3"-11513,0 3-268,-10-10-544,-10-8-972,0-3-1188,3 6-2365,3-3-4388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3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382 287 9517,'-169'13'2284,"-38"1"5183,202-14-6741,9-3-139,6-3-431,1 0 0,0 0 0,0 1 0,0 1 0,23-6 0,66-9 185,-87 17-292,884-93 946,9 46-674,-368 26-171,69 2 99,68 3 242,61 8 211,58 5 83,53 4 39,4349 30 2137,-4420-22-2799,716 7-531,1530 9-2302,-6-49-4896,-2046-4 1434,-40-17-3690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4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2205 149 7629,'-15'-86'2209,"14"83"-1919,1-1 0,-1 1 0,1 0 0,-1 0 0,0 0 1,0 0-1,0 0 0,-1 0 0,1 0 0,-1 0 0,0 1 0,1-1 0,-1 1 0,0-1 0,-1 1 0,1-1 0,-5-2 0,1-1 509,3 4 775,-1 5-160,-9 8-874,0 1-1,1 1 1,1 0-1,-1 0 1,2 1-1,0 0 1,1 1-1,-12 25 1,-4 18 400,-19 65 1,19-49-246,-93 268 1292,-69 186-19,-317 731-1072,-55-21-5946,292-681 246,90-187-2806,48-96-3071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35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95 3300,'0'0'2847,"-3"2"-2167,0 2-529,0-1 1,0 1-1,0 0 1,1 1 0,-1-1-1,1 0 1,0 1-1,0-1 1,0 1 0,1 0-1,0-1 1,0 1-1,0 0 1,0 0 0,1 0-1,0 0 1,0 0 0,0 0-1,0 0 1,1-1-1,2 9 1,-2-7-19,1 1 0,0-1 0,0 1 0,0-1-1,1 0 1,0 0 0,0 0 0,1 0 0,0 0 0,0-1 0,0 1 0,0-1 0,1-1-1,0 1 1,0 0 0,7 3 0,8 4 147,0-2 0,1-1 0,0-1 0,1 0 0,-1-2-1,26 5 1,143 13 532,-182-24-789,625 32 1236,7-30-776,-527-3-405,2615-49 665,-1470 19-561,2043-17-95,-2658 41-224,1952-59-761,-1200-45 601,-947 50 12,-306 41-211,85-8-1211,-182 25 1246,0 2-1,0 2 0,50 8 0,-46-3 155,-17-2 137,39 9 1,65 9 148,-96-17-72,72 3 63,-11-3-28,-61-2 103,0-3 0,46-4 0,-12-1 152,220-10 237,-177 12-462,214 1 214,-75 12-32,11 0 371,-16-3 149,56 6 472,-227-8-907,-6-2 457,119 22 0,-186-24-650,1 0 0,-1 1 1,1 0-1,-1 1 0,0 0 0,0 0 0,0 0 0,0 1 0,-1 0 0,0 0 1,1 1-1,-2-1 0,1 1 0,0 1 0,-1-1 0,0 1 0,0 0 0,-1 0 0,1 1 1,-2-1-1,1 1 0,0 0 0,-1 0 0,-1 0 0,1 0 0,-1 0 0,0 1 1,1 9-1,0 11 80,0 0 0,-2 0-1,-1 1 1,-1-1 0,-9 48 0,-42 144 520,43-185-533,-393 1233 1066,269-875-1781,-253 693-3530,108-371-2548,143-378 461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4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0 432 12809,'10'-15'2176,"10"9"-431,17-6-153,7 3-592,9-12-216,17 0-168,24-4-188,34-5-276,36-3-544,30 3-340,40-3-380,28 0-328,29 3-181,31 2-83,23-8-196,16 0-1720,21 3-2177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0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84 9513,'-17'-3'2873,"0"-1"0,-18-6 0,25 7-2266,1 0 1,0-1-1,0 0 1,-13-9-1,19 11-226,-1 0-247,0 0-1,0 0 1,0 0 0,0-1-1,0 0 1,0 0-1,1 0 1,-7-7 0,10 9-141,-1 1-1,0-1 1,0 0 0,0 1 0,1-1-1,-1 0 1,0 1 0,0-1 0,0 1-1,0 0 1,0-1 0,0 1 0,0 0-1,0-1 1,0 1 0,0 0 0,0 0-1,-1 0 1,1 0 0,0 0 0,0 0-1,0 0 1,0 1 0,0-1 0,0 0 0,0 0-1,0 1 1,0-1 0,0 1 0,0-1-1,0 1 1,-1 0 0,-1 2 2,0-1 1,0 0 0,1 1-1,-1-1 1,1 1 0,0 0-1,0 0 1,-3 4 0,4-5-4,-12 28 3,13-29 5,0-1 0,0 1 0,0-1 0,0 0 0,0 1 0,0-1 0,0 1 0,-1-1 0,1 0 0,0 1 0,0-1 0,0 0 0,-1 1 0,1-1 0,0 0 0,0 1 0,-1-1 0,1 0 0,0 0 0,-1 1 0,1-1 0,0 0 1,-1 0-1,1 0 0,0 0 0,-1 1 0,1-1 0,-1 0 0,-18 11-9,18-9 997,2-6-781,1 1 0,0 0-1,0 0 1,1 0 0,-1 0-1,1 1 1,-1-1 0,1 1-1,0-1 1,0 1 0,6-4-1,-3 2-136,-4 2 664,-20-18 1558,13 34-2065,0 0 0,1 1 0,1 0 0,1 0 0,0-1 0,0 23 0,-2 19 276,-87 457 1170,53-330-2262,1 51-4627,34-189 62,3 70-1,5-80-210,6 13-2955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1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37 6237,'-10'-36'5619,"7"38"-5101,0 0 1,0 0 0,-1 1 0,1-1-1,0 1 1,1 0 0,-5 5-1,-11 32 1510,-15 49-1,22-52-1536,2 0-1,1 1 1,-5 58 0,13-76-326,1 0 0,3 25 1,1 21 58,1-18-161,-5-45-118,2-2-49,10 4-202,1 0 0,0-1 0,0-1 0,0 0 0,0-1 0,20 1 0,9 1-941,-40-4 982,1 0-1,-1 0 0,0 0 0,1 0 0,-1-1 0,0 1 1,0-1-1,1 0 0,2-1 0,7-2-938,-12 3 1040,0 1-1,0-1 0,-1 0 1,1 0-1,0 0 1,0 0-1,0 0 1,-1 0-1,1 0 1,-1 0-1,1 0 1,-1 0-1,1 0 0,-1 0 1,1 0-1,-1-2 1,1 1-429,9-14-3051,-3 0-1734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2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7373,'-7'3'509,"-10"5"694,15-8-343,8-5 404,-6 5-1207,0 0 0,0 0 0,1 0 0,-1 0 1,0-1-1,0 1 0,0 0 0,1 0 0,-1 0 0,0 0 0,0 0 0,1 0 0,-1 0 1,0 0-1,0 0 0,1 0 0,-1 0 0,0 0 0,0 0 0,1 0 0,-1 0 0,0 0 1,0 0-1,1 0 0,-1 1 0,0-1 0,0 0 0,0 0 0,1 0 0,-1 0 0,0 0 1,0 1-1,0-1 0,1 0 0,-1 0 0,0 0 0,0 1 0,0-1 0,0 0 0,0 0 0,0 0 1,1 1-1,4 17 1474,0 39 113,-4-32-802,13 70 536,-8-57-1014,58 270 1999,18-17-1538,29 125-144,20 68-471,-129-481-209,8 27 0,19 40 1,-26-64-5,0 1 0,1-1 0,-1 0 0,1-1 0,1 1 0,-1-1 0,1 0 0,-1 0 1,1 0-1,1-1 0,-1 1 0,12 5 0,-14-8 1,0-1-1,1 0 1,-1-1 0,0 1-1,1 0 1,-1-1 0,1 0 0,-1 0-1,0 0 1,1 0 0,-1-1-1,1 1 1,-1-1 0,0 0 0,7-2-1,3-3-5,0 0 0,19-12 1,-22 12 2,38-25-15,-2-1 0,57-52-1,73-89-215,50-91-958,-168 193 681,144-180-1909,44-53-1617,-75 111-1639,-79 99-599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2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44 8021,'-14'3'2692,"13"-4"-2304,1 1-1,-1 0 1,1 0 0,-1 0-1,1 0 1,-1-1 0,1 1-1,-1 0 1,1 0 0,0-1-1,-1 1 1,1 0 0,-1-1-1,1 1 1,0-1 0,-1 1-1,1 0 1,0-1 0,0 1-1,-1-1 1,1 0 0,-6-7 2436,-4-2-3758,-16-10 1810,20 20-574,-6 7-239,1 1 0,0 0 0,0 1 0,0 0 0,1 0 0,1 1 0,0 1-1,0-1 1,1 2 0,0-1 0,1 1 0,-7 15 0,-9 23-164,-28 94-1,35-97-92,-16 53-1538,-19 106-1,47-186 1250,1 0-1,1 0 0,1 0 1,1 0-1,0 0 1,4 20-1,-3-33 356,0-1 1,0 1-1,1 0 0,0-1 1,1 1-1,-1-1 1,1 0-1,0 1 0,1-1 1,-1-1-1,1 1 1,0-1-1,1 1 0,-1-1 1,1 0-1,0-1 1,0 1-1,1-1 0,0 0 1,9 5-1,-10-7 195,0 0-1,0 0 0,0-1 1,1 0-1,-1 0 0,0 0 1,1-1-1,-1 1 0,1-1 1,-1-1-1,1 1 1,-1-1-1,7-1 0,5-3 382,0 0 0,24-11-1,-34 13-344,81-39 1942,-49 23-664,54-20 0,-79 34-1471,0 1 1,1 1-1,-1 0 0,0 1 1,1 1-1,-1 0 0,1 1 0,14 1 1,23 6-1264,47 5-6894,-42-7 1255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2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 10157,'12'-2'2047,"-15"3"951,-21 11 25,22-10-2868,0 1 0,0 0-1,0 0 1,0 1 0,0-1 0,1 0 0,-1 0 0,1 1-1,0-1 1,0 1 0,0-1 0,1 1 0,-1 5-1,2 54 586,0-16-221,-4-9-514,-2 0 0,-2 0-1,-1 0 1,-22 60 0,29-95-20,14-17 124,59-59-460,103-98-3040,-55 63-3767,-44 46-727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2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1 609 14645,'33'3'2713,"1"6"-525,-4-18-376,23-6-324,1-6-296,26-12-300,24-3-696,27-10-560,13-5-224,20-9-472,10 3-468,7-4-416,3 1-284,-3-3-797,-10 3-1111,6 11-3133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2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21 230 12445,'0'30'2100,"-10"-42"-308,0 3 1409,20-3-1761,-3 0-212,16-1-272,24-5-748,10 0-420,13-6-880,17-3-748,0-15-680,14 3-2737,6 6-4208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3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25 13417,'-37'-24'11589,"20"39"-9945,0-3-367,24 9-285,3 21-152,0-9-332,3-3-488,8 0-512,-1 4-800,0-4-321,23 30-3099,-19-33 1928,3 3-2989,6 0-4864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3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28 10965,'-23'-27'4416,"6"36"-2675,0 0-17,0 3 196,-16 12-120,6-3-284,0 6-292,7 0-280,7 3-316,13 4-772,16-4-596,11-3-440,17 3-736,16 0-632,20-3-3489,11 0-5292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3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39 12817,'-86'-32'3357,"68"25"10841,18 11-12723,-3 6-1404,0 0-1,0-1 1,-1 1 0,0 0 0,0-1 0,-1 0-1,-1 0 1,1 0 0,-1-1 0,-1 0-1,0 0 1,-9 9 0,10-11-698,1 0-1,0 1 1,0 0 0,-5 11-1,6-8-1009,-1 1-1,2-1 1,-1 0 0,1 1-1,1 0 1,0-1 0,1 1-1,0 0 1,0 15 0,4-4-8636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4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10713,'-53'39'2264,"16"3"-252,-10-9-315,3-2-277,1-4-364,-4 0-272,-7 0-352,-6-6-712,0 3-1044,3 3-1185,3 9-2259,7 7-3745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4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1220 0 10889,'0'0'82,"0"0"-1,0 1 1,0-1-1,0 0 1,0 0-1,0 0 1,0 0-1,0 0 1,-1 0-1,1 0 1,0 0-1,0 0 1,0 0-1,0 0 1,0 1-1,0-1 1,0 0-1,0 0 1,0 0-1,0 0 1,0 0-1,0 0 1,0 0-1,0 0 1,0 0-1,1 0 1,-1 1-1,0-1 1,0 0-1,0 0 490,0 0-490,0 0 1,0 0-1,0 0 1,0 0-1,0 0 1,1 1-1,-1-1 1,0 0-1,0 0 1,0 0-1,0 0 1,0 0-1,0 0 1,0 0-1,0 0 1,0 0-1,0 0 1,1 0 0,-1 0-1,0 0 1,0 0-1,0 0 1,0 0-1,0 0 1,0 0-1,0-1 1,0 1-1,0 0 1,0 0-1,1 0 1,-10 11 2422,-24 21-1463,16-15 327,-277 279 4930,11 15-4032,192-202-2192,5 3 0,6 5 0,-126 241 0,182-309-160,3 2-1,2 0 0,2 1 0,-19 102 0,33-129 49,1 1-1,1 0 1,1-1 0,1 1 0,6 31 0,-4-39 21,1-1 0,1 0-1,1 0 1,1 0 0,0-1 0,1 0 0,0 0 0,15 20 0,-12-23-22,0 1 0,1-2 0,1 0 0,0 0 0,1-1 0,0-1 1,0 0-1,1-1 0,1-1 0,-1 0 0,1-1 0,0-1 0,1 0 0,19 3 0,2-1-65,1-2 0,0-1 0,0-2 0,0-2 1,47-4-1,-44-1 58,-1-2 1,1-2-1,-2-1 1,1-3-1,-1-1 1,-1-1-1,0-3 1,-1-1-1,-1-2 1,-1-1 0,-1-2-1,-1-1 1,-1-2-1,-1-2 1,-1 0-1,49-61 1,-42 39 34,-3-1-1,-1-2 1,-3-1 0,-3-1 0,-2-2-1,-2-1 1,-3 0 0,-2-2 0,15-89 0,-27 106 46,-1 0 1,-3-1-1,-2 1 1,-1 0-1,-3-1 1,-1 1-1,-2 0 1,-2 1-1,-2-1 1,-1 2-1,-3-1 1,-1 2-1,-2 0 1,-33-56 0,28 62 5,-3 0 0,0 1 0,-2 1 0,-1 2 1,-2 0-1,-64-48 0,70 61-67,0 1 0,-1 2 0,0 0 1,-1 1-1,-1 2 0,0 0 0,-1 2 0,0 1 0,0 2 0,-50-6 1,69 11-112,-1 1 1,1 1 0,-1-1 0,1 2 0,0-1 0,0 1 0,0 1 0,0 0 0,0 0 0,0 1 0,-10 5 0,14-6-48,1 0 0,-1 0 0,1 0 0,0 0 0,0 1 0,0 0 0,0 0 0,1 0 0,0 0 0,-1 0 0,1 1 0,1-1 0,-1 1 0,1 0 1,0 0-1,0 0 0,0 0 0,1 0 0,-1 0 0,0 10 0,2-4-642,0 0 0,1 0-1,0 0 1,1 0 0,0 0 0,0 0 0,1 0 0,1-1 0,0 0 0,0 1 0,1-1 0,10 14 0,30 33-7788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35 13701,'-22'3'91,"-18"2"4286,-46 1-1,63-7-3312,0 0 0,0-1 1,0-2-1,-28-7 1,51 9-1235,0 1 0,0-1 1,0 1-1,0-1 1,1 1-1,-1-1 0,0 1 1,1-1-1,-1 1 1,1-1-1,-1 1 0,1 0 1,0-1-1,0 1 1,-1 0-1,1 0 0,0 0 1,2-2-1,4 2-219,1 1 1,-1 0-1,0 0 0,1 1 0,-1 0 0,0 1 0,0-1 1,0 1-1,7 3 0,-2 0-450,-1 1 1,1 0-1,-1 1 1,0 0-1,-1 1 0,0 0 1,0 0-1,0 1 1,-1 0-1,-1 1 1,15 21-1,21 34-6870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5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1 338 9281,'27'-3'4136,"-31"-18"-2360,4 0 2369,10 0-3013,-3 0-340,3 3-192,0 0-228,10-6-272,14-16-532,-1 7-936,17-9-836,14 3-3269,16 3-4400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6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83 9413,'4'-67'10207,"-4"52"-7770,-21 15 690,17 0-2940,0 0-1,-1 0 0,1 1 1,0 0-1,0 0 0,0 0 0,0 0 1,0 1-1,0-1 0,1 1 1,-1 0-1,0 0 0,-5 5 1,-44 41 788,40-35-626,-5 5-142,1 1 0,1 0 0,0 1 0,2 1 0,0 0 0,2 1 0,-14 30 0,22-41-232,0 0 0,0 0-1,1 0 1,1 0 0,0 0-1,0 1 1,1-1 0,0 1 0,1-1-1,1 1 1,0-1 0,0 1-1,1-1 1,0 0 0,1 1 0,1-1-1,0-1 1,6 14 0,4 0-277,1-1 1,1-1-1,1 0 0,1-1 1,1-1-1,1 0 1,1-2-1,0 0 0,1-2 1,33 19-1,-8-8-152,1-3-1,1-2 1,0-2-1,73 19 1,-81-29 309,1-1 0,0-2 0,0-2 0,0-2 1,1-2-1,-1-1 0,1-3 0,46-8 0,-58 5 228,1-1-1,-1-2 1,0-2 0,0 0-1,-2-2 1,1-1 0,-2-2-1,0 0 1,-1-2 0,0-1-1,26-25 1,-18 8 857,41-55 1,20-20 1772,-132 153-885,-60 90 0,-42 87-1849,101-155-1140,-48 115-1,54-95-2702,-22 91 0,41-129 1718,-14 60-5665,15-31-1817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26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276 226 10753,'-1'-24'662,"0"20"-490,0-1 0,0 0-1,1 0 1,0 0 0,0 1-1,0-1 1,0 0-1,1 0 1,0 0 0,0 1-1,0-1 1,1 0 0,-1 1-1,1-1 1,0 1-1,0 0 1,1-1 0,0 1-1,2-4 1,13-11 1982,40-33 0,-54 48-1896,0 1-1,1-1 0,-1 1 1,1 0-1,-1 1 1,1-1-1,0 1 0,0 0 1,0 0-1,1 0 1,-1 1-1,0 0 1,1 0-1,-1 0 0,0 1 1,8 0-1,-10 1-126,1 1-1,-1 0 1,0 0-1,0 0 1,0 0-1,0 1 1,0-1 0,0 1-1,-1 0 1,1 0-1,-1 0 1,0 0-1,0 0 1,0 0-1,3 6 1,2 5 185,-1 0 0,0 1 0,-1 0 0,6 32 0,4 64 438,-14-101-693,4 49 21,-3 0 0,-3-1-1,-2 1 1,-3 0 0,-2-1 0,-3 0 0,-3-1 0,-2 0-1,-2-1 1,-3-1 0,-52 97 0,-6-14-266,-115 152 0,170-258 167,-39 57 31,57-80-7,1 0 0,1 0-1,0 0 1,0 1 0,1 0-1,0-1 1,0 1 0,0 12-1,2-19-4,1 1 0,1-1-1,-1 1 1,1 0 0,-1-1 0,1 1-1,0-1 1,0 1 0,0-1 0,1 0-1,-1 1 1,1-1 0,0 0-1,0 0 1,0 0 0,0 0 0,0-1-1,1 1 1,-1 0 0,1-1 0,0 0-1,0 0 1,0 0 0,0 0-1,0 0 1,5 2 0,10 4 14,-1-1 1,1-1-1,34 7 1,-43-11-18,62 12-120,115 9 0,77-13-860,-215-9 754,646-19-4418,-233-23-5594,-298 23 758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4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1145 10973,'-25'25'1324,"20"-20"-500,14-15 467,-1 3-941,2 0 0,-1 0 1,1 0-1,0 2 0,0-1 0,0 1 0,23-7 0,-1-1 27,55-22 219,114-27 0,104-11-474,-298 72-122,1531-263-910,15 89-297,-1078 126 702,1818-184-3553,-460 41 97,-1715 180 2208,-140 15-10,-26 3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3653 1 4248,'-104'-1'1145,"91"2"-780,1 0-1,1 0 1,-1 1 0,-13 4-1,-9 2 460,-456 38 4879,445-45-5520,1 2 1,0 2 0,0 2 0,1 2-1,0 1 1,-69 28 0,-8 19-14,-205 135-1,294-173-189,-322 223 3,182-112-1,-255 250-1,373-327-8,2 3 1,2 3-1,-70 110 0,108-150 31,0-1 0,2 1-1,0 1 1,1 0-1,1 0 1,1 0-1,-4 27 1,9-37 0,0 0 0,0 0 1,1 0-1,1-1 0,-1 1 0,2 0 1,-1 0-1,1-1 0,1 1 0,0-1 0,0 1 1,1-1-1,0 0 0,1-1 0,-1 1 1,2-1-1,11 15 0,-3-8 2,0-1-1,1-1 0,1 0 1,0-1-1,1 0 1,25 12-1,116 47 29,-143-65-27,495 175 92,-4-2 56,-378-125-197,156 89 1,-232-112-9,-1 2 0,-2 3 0,-1 2 0,-2 2 0,61 68 0,-91-89 9,-1 2 0,0-1 0,-2 2 0,0 0 0,-1 0 0,-2 1 0,0 1 0,-2 0 0,0 0 0,-2 0 0,0 1 0,1 27 0,-4-24-2,-3 1-1,0-1 1,-2 1-1,0-1 0,-2 0 1,-2 0-1,0 0 0,-2-1 1,-1 0-1,-19 39 0,-5-2 7,-4-1 0,-2-2 0,-3-2-1,-2-2 1,-3-1 0,-2-3 0,-3-2 0,-57 44-1,-18 2 37,-4-5 0,-220 115 0,178-118 0,-186 67 1,224-108 45,-1-5-1,-157 26 1,231-58-24,-2-3 0,-92 0 0,122-9-14,0-1 1,1-1-1,0-2 0,0-2 1,0-1-1,-44-16 1,60 16-1,0 0 0,1 0 0,0-2-1,0 0 1,1-1 0,1 0 0,0-1 0,0-1 0,1 0 0,-12-17 0,10 10-1,1-1 0,1-1-1,1 0 1,1 0 0,1-1 0,-13-44 0,13 22-11,1 1 1,2-1 0,3-1 0,1 1 0,2-1 0,3 1 0,13-87 0,-10 100 18,1 0 1,2 0 0,1 1 0,2 1 0,20-42 0,-27 63-2,1 1 1,0-1-1,0 1 1,1 0-1,1 0 1,-1 0-1,1 1 0,0 0 1,1 0-1,0 1 1,0 0-1,0 1 1,1-1-1,-1 2 1,1-1-1,0 1 1,1 0-1,-1 1 1,1 0-1,0 1 1,16-2-1,-7 2-20,0 2 1,1 0-1,-1 1 0,0 1 0,0 1 1,0 0-1,0 2 0,-1 0 0,0 1 1,0 1-1,30 15 0,-3 4-82,65 46-1,-84-53 17,-1 2 1,-1 0-1,-1 2 0,27 33 1,-8 5-100,-2 1 1,-3 3-1,-3 1 1,-3 1-1,-3 2 1,-3 1-1,21 92 1,64 522-270,-93-549 454,43 499 65,-34-333-49,1 66 116,20 194-114,29-53 535,39-8 391,-31-181-657,-41-149-122,8 44 165,0 5 79,-46-198-391,85 276 796,-77-263-706,2 0-1,1-2 0,1 0 0,2 0 1,2-2-1,34 42 0,-46-62-112,1 0-1,0-1 0,0 1 1,1-2-1,0 0 1,0 0-1,1-1 0,0 0 1,0-1-1,1 0 0,0-1 1,0-1-1,0 0 1,0-1-1,1 0 0,-1-1 1,1 0-1,0-1 0,-1-1 1,1 0-1,0-1 1,0 0-1,-1-1 0,1-1 1,-1 0-1,0-1 1,17-7-1,71-34-804,164-100 0,-83 42-81,332-185-1592,-177 80-2174,-150 84 73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8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371 708 7873,'-2'-14'262,"-5"-21"908,2 0 0,-1-53-1,4 49-401,-1 0-1,-3 0 0,-1 0 1,-1 1-1,-3 0 0,-1 0 0,-2 1 1,-1 1-1,-2 1 0,-38-61 1,54 95-763,-4-7 129,0 0 1,-1 0-1,0 1 0,-7-8 0,11 14-105,1-1-1,0 1 0,-1 0 0,0 0 0,1 0 1,-1 0-1,0 0 0,1 0 0,-1 0 0,0 0 0,0 1 1,0-1-1,1 1 0,-1-1 0,0 1 0,0 0 1,0-1-1,0 1 0,0 0 0,0 1 0,0-1 1,0 0-1,0 0 0,0 1 0,0-1 0,-3 2 1,-1 3 5,1-1 0,0 1 1,0 0-1,0 0 0,0 0 1,1 1-1,0-1 0,0 1 1,1 0-1,-1 0 0,-3 12 1,-3 7 32,2 0 1,1 0-1,0 1 1,-2 31 0,-4 106 86,12-98-127,2-1 0,3 1 0,4-1 0,18 78 0,-14-96-72,2 1 0,2-2 1,2 0-1,2-1 0,2-1 0,38 54 1,93 99-294,-104-139 169,-2 2 0,73 122 1,-91-126 51,-2 2 0,-3 0 0,-3 2 0,-1 0 0,-4 2 0,-2 0 0,6 67 0,-16-82 44,1-1 0,3 1 1,23 76-1,-31-120 71,1 0-1,-1 0 1,1 0 0,0 0-1,0 0 1,0-1 0,0 1 0,0 0-1,0-1 1,1 1 0,-1 0-1,1-1 1,-1 0 0,1 1-1,-1-1 1,1 0 0,0 0 0,-1 0-1,1 0 1,0 0 0,0 0-1,0 0 1,0-1 0,0 1 0,0-1-1,0 1 1,0-1 0,0 0-1,0 0 1,0 0 0,0 0 0,0 0-1,0 0 1,0-1 0,0 1-1,3-1 1,4-2-12,0-1-1,-1 1 1,1-1 0,-1-1-1,1 1 1,8-8-1,180-118 431,-154 106-169,1 2 0,82-30 0,37-4-1055,270-131-1,-374 156 157,158-77-2243,-183 93 2279,0 2 0,1 2 0,0 1 0,55-8 0,-81 17 503,0 0 0,0 1-1,1-1 1,-1 2 0,0-1-1,0 1 1,1 1 0,-1 0 0,0 0-1,0 1 1,-1 0 0,12 5-1,-15-5 90,0 0 0,0 1 0,-1 0-1,1-1 1,-1 1 0,0 1 0,0-1-1,-1 1 1,1-1 0,-1 1 0,0 0-1,0 0 1,-1 1 0,0-1 0,1 0-1,-2 1 1,1 0 0,-1-1 0,0 1-1,1 8 1,25 202 785,-27-212-595,21-12-38,-18 7-125,0 1-1,0-1 0,0-1 1,0 1-1,0 0 1,0-1-1,0 1 0,3-4 1,10-10-9,0-2-1,-1 0 1,-1-1 0,22-35 0,3-3-277,25-29-2368,90-91 0,-86 110-749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5:39:4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1380,'0'-42'-468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27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39 12473,'-24'-12'6761,"34"-3"-8281,0 3-249,7 15-2891,7-3-3641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27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40 10485,'-7'-6'2480,"-1"-1"-1,0 1 1,0 1 0,0 0-1,-10-5 1,15 10-2063,-1 1 0,1 0 0,-1 0 0,1 0 0,0 0-1,0 1 1,-1-1 0,1 1 0,-3 2 0,1-1-291,1 1 0,-1-1-1,1 1 1,0 1 0,0-1-1,0 1 1,1-1 0,-1 1 0,1 0-1,-2 6 1,-3 7 584,-10 38 0,-4 16-278,-1-9-432,-39 112 0,-61 304 0,110-418 0,5-28-1148,2 0 1,2 1-1,0 0 0,4 64 1,1-84 570,0 1 0,1-1 0,1 1 0,1-1 0,0 0 0,0 0 1,2 0-1,-1-1 0,2 0 0,0 0 0,0 0 0,2-1 0,16 20 0,9-4-5618,5-9-3578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28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23 452 11489,'0'0'10460,"-2"1"-8422,1 0-1907,-1-1 1,1 0-1,-1 1 0,1 0 1,0-1-1,0 1 1,-1 0-1,1 0 1,0-1-1,0 1 0,0 0 1,0 0-1,0 0 1,0 1-1,-1 1 0,2-2-56,0 1-1,0-1 0,0 1 0,0-1 0,1 1 1,-1-1-1,0 0 0,1 1 0,0-1 1,-1 1-1,1-1 0,0 0 0,1 2 0,7 16 97,2 8-24,-1 1 1,-1 0-1,-1 1 1,-2 0-1,-1 0 1,-1 0-1,0 36 1,-4 244 129,6-166-138,-6-143-138,0 1-1,0-1 1,0 0 0,0 0-1,0 0 1,0 0-1,0 0 1,0 0-1,0 0 1,0 1 0,0-1-1,0 0 1,0 0-1,0 0 1,0 0-1,0 0 1,0 0 0,1 0-1,-1 0 1,0 1-1,0-1 1,0 0-1,0 0 1,0 0-1,0 0 1,0 0 0,0 0-1,0 0 1,0 0-1,1 0 1,-1 0-1,0 0 1,0 0 0,0 0-1,0 0 1,0 0-1,0 0 1,0 0-1,0 0 1,1 0 0,-1 0-1,0 0 1,0 0-1,0 0 1,0 0-1,0 0 1,0 0 0,0 0-1,1 0 1,-1 0-1,0 0 1,0 0-1,0 0 1,0 0-1,0 0 1,0 0 0,0 0-1,0 0 1,1-1-1,6 0 0,1-1 0,0 0 1,-1 0-1,1-1 0,-1 0 0,0-1 0,0 0 0,0 0 0,0 0 0,12-11 0,6-7 42,30-35 0,-23 23 9,252-231 839,-218 210-449,71-53 1053,-130 103-1403,0 1-1,1 0 1,0 0 0,0 1 0,16-5 0,-22 7-80,0 0 0,0 1-1,0 0 1,0-1 0,0 1-1,0 0 1,0 0 0,0 0 0,0 0-1,0 0 1,0 1 0,0-1-1,0 0 1,0 1 0,0 0-1,-1-1 1,1 1 0,0 0 0,0 0-1,0 0 1,-1 0 0,1 0-1,-1 1 1,1-1 0,-1 0-1,1 1 1,-1-1 0,0 1 0,1 0-1,0 2 1,2 4-11,-1 0 0,0 0 0,-1 1 0,0-1 0,0 1 0,-1-1 0,1 17 0,-4 67 0,1-69 0,-1-1-6,-3 171-443,7-157 237,0-1 0,3 1 0,12 48 0,-12-68-141,1 0 1,0 0-1,1 0 0,1-1 0,1 0 1,0 0-1,1-1 0,12 13 0,-14-17 90,0-1-1,1 0 1,0 0 0,1-1-1,0 0 1,0-1-1,1 0 1,0-1 0,0 0-1,0-1 1,1 0-1,0-1 1,0 0 0,0 0-1,0-2 1,0 1-1,1-2 1,-1 1 0,1-2-1,0 0 1,-1 0-1,1-1 1,-1-1 0,23-5-1,-8-1-334,0-1 0,-1 0 0,0-2 0,-1-1 0,0-2 0,-1 0 0,-1-1 0,0-1 0,37-35 0,-20 10-179,-2-1 0,-1-2 1,-3-1-1,31-53 0,-16 12 407,56-135 0,-76 146 1453,-2-1 1,-4-1-1,22-130 0,-41 177-175,-1-1 0,-1-49 1,-2 68-535,-1 1 1,-1-1 0,0 0-1,-1 0 1,0 1-1,0-1 1,-2 1 0,1 0-1,-9-15 1,11 22-224,0 1 1,0 0-1,-1 0 1,1 0-1,-1 0 0,1 1 1,-1-1-1,0 1 0,0 0 1,0-1-1,0 1 1,-1 0-1,1 1 0,0-1 1,-1 1-1,1-1 0,-1 1 1,0 0-1,-3 0 1,1 0 46,-1 1 0,1 0 0,0 1 1,0-1-1,-1 1 0,1 0 1,0 1-1,0 0 0,0 0 1,-9 4-1,-3 3 133,1 1 1,0 1-1,1 0 1,0 1-1,1 1 1,-19 20-1,13-8-57,0 1 0,2 0 0,1 2 0,-29 57-1,34-60-146,-7 16-286,1 1 0,2 0 0,1 1 1,-16 81-1,26-86-672,1 1 0,2 0 1,2 1-1,1-1 0,8 57 0,-5-76 46,1 0 0,1-1 0,0 1-1,2-1 1,0-1 0,18 33-1,-18-39-373,1 0 0,0-1 0,1 0 0,0 0-1,0-1 1,16 13 0,30 17-7396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28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198 164 13953,'-127'-13'2352,"107"7"-191,-4 9-533,-2 0 1024,46-24-3848,33-12-528,24 3-580,20-3-2893,21 0-4144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28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34 305 11197,'-33'12'4320,"50"-24"-2423,-1 0-105,8 6-276,19-4-228,11-5-232,23-3-316,20 0-112,24-6-128,29 0-684,18-3-464,23-9-1112,10-3-1024,6-1-3033,8 4-4940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0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699 1529 8189,'3'-10'483,"0"1"0,0-1 0,1 1 0,1 0 1,-1 0-1,1 1 0,1 0 0,0-1 0,8-8 1,12-10-23,33-28 1,-13 13 297,17-20 679,-3-3 0,83-115 1,-109 129-951,-3-1 0,-2-2 0,-3-1 0,-1 0 0,16-62 0,26-151 767,-45 123-314,-21 124-706,0 0 0,-1 0 1,-1 0-1,-6-37 0,7 55-194,-1 0 0,1 0 1,-1 0-1,0 0 0,0 1 0,0-1 0,0 0 0,0 0 0,-1 1 0,1-1 0,-1 1 0,0-1 0,0 1 0,1 0 0,-2 0 0,1-1 1,0 2-1,0-1 0,-1 0 0,1 0 0,-1 1 0,1-1 0,-1 1 0,1 0 0,-5-2 0,4 3 13,-1 0 0,0 0 0,1 0-1,-1 1 1,1-1 0,0 1 0,-1 0-1,1 0 1,-1 0 0,1 0 0,0 0-1,0 1 1,0 0 0,0-1 0,0 1 0,0 0-1,0 1 1,0-1 0,1 0 0,-1 1-1,-2 3 1,-8 9 196,1 1-1,0 0 0,1 1 1,-16 31-1,-26 80 782,33-75-602,-263 795 1083,66 21-533,39 292-979,175-1133 0,-9 160 0,11-163 0,2 0 0,1 0 0,1 0 0,1 0 0,9 29 0,-11-49-35,-1-1 1,1 1-1,0 0 1,0 0-1,1-1 1,-1 1-1,1-1 1,0 1-1,0-1 1,1 0-1,-1-1 1,1 1-1,0 0 1,-1-1-1,2 0 0,-1 0 1,0 0-1,1-1 1,-1 1-1,1-1 1,7 3-1,-4-4-52,-1 0 0,1 0 0,-1 0 0,1-1 0,0 0 0,-1-1 0,1 1 0,0-2 0,-1 1 0,1-1 0,-1 0 0,0 0 0,12-6 0,7-6-349,0 0-1,0-2 1,-2 0-1,0-2 0,-1-1 1,-1-1-1,0-1 0,-2 0 1,-1-2-1,30-44 0,-38 51 260,-2-1-1,0 0 0,-1 0 0,-1-1 0,0 0 1,-1 0-1,3-20 0,-8 30 125,0 0 0,0-1 0,-1 1 0,0 0 0,-1 0 0,0 0 0,0 0 0,-1 0 0,1 0 0,-2 0 0,1 0 0,-1 1 0,0-1 0,-1 1 0,0 0 0,0 0 0,-1 0 0,-10-12 0,-1 2-15,-2 1 0,0 1 0,0 0-1,-2 1 1,0 1 0,0 1 0,-44-18 0,-9 1-67,-80-18-1,43 16 75,-182-57-88,276 83 130,1-1 0,0-1 0,0 0 0,1-1 0,-22-15 1,32 20-4,1 0 0,0 0 0,-1 0 1,1 0-1,0 0 0,1-1 1,-1 1-1,0-1 0,1 0 1,0 0-1,0 0 0,0 0 0,1 0 1,-1 0-1,1-1 0,0 1 1,0 0-1,0-1 0,1 1 1,-1-1-1,1 1 0,0-1 0,1 1 1,-1-1-1,2-5 0,2-2-118,-1 1 0,2-1 1,0 1-1,0 0 0,1 0 0,0 1 0,1 0 0,0 0 0,14-15 0,2 2-397,1 1 0,40-29-1,38-20-1423,121-63-1,124-41-4054,-138 76 97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0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24 7441,'-55'-15'2104,"52"13"-1892,0 1 0,0 0 0,0 0 0,0 0 0,-1 0 1,1 1-1,0-1 0,0 1 0,0 0 0,-1 0 0,1 0 0,0 0 0,0 0 0,-1 1 1,1 0-1,0-1 0,0 1 0,0 0 0,0 1 0,0-1 0,0 1 0,0-1 0,1 1 0,-4 2 1,-2 0 143,-4 4 252,1-1 1,-1 2-1,1-1 0,1 1 0,0 1 1,0 0-1,1 1 0,-13 18 0,-1 8 782,-25 56-1,38-74-1016,-27 62 818,4 1 0,-30 115 0,-17 182 431,33 44-2773,43 2-6223,11-303 765,5-13-4298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0 12937,'-23'27'809,"13"-15"-42,0 1 0,1-1 0,-11 20 0,1 1 616,-1 0-373,1 2-1,-15 37 0,19-38-550,3 1-1,1 0 0,-13 69 0,23-95-414,0 0 0,0 1-1,1-1 1,0 0 0,1 1-1,0-1 1,0 0 0,1 0-1,0 0 1,0 0 0,1 0-1,1 0 1,-1-1 0,1 1-1,1-1 1,-1 0 0,2 0 0,-1-1-1,1 1 1,12 11 0,-7-9-23,1-2 0,1 1 0,-1-2 0,1 1 0,1-2 0,-1 0 0,1 0 0,0-1 0,1-1 0,-1-1-1,1 0 1,-1 0 0,1-2 0,19 1 0,7-3 18,0-1-1,0-2 0,76-19 1,-81 15-17,-1-2 0,-1-2 1,0-1-1,0-2 1,50-30-1,-67 34-17,-1 0-1,0-1 1,0 0 0,-2-1 0,1-1-1,-2-1 1,0 0 0,-1 0 0,0-1-1,-1-1 1,17-35 0,-26 45-6,1 1-1,-1-1 1,0 0 0,0 0 0,-1 0-1,1 0 1,-2 0 0,1-1-1,-1 1 1,0 0 0,-1 0 0,1 0-1,-2-1 1,1 1 0,-1 0-1,0 0 1,-5-12 0,2 10-36,0 0 0,-1 1 1,0-1-1,-1 1 0,1 1 0,-2-1 1,1 1-1,-1 0 0,0 1 0,0-1 1,-18-8-1,4 3-352,-1 2 0,0 0 1,-1 1-1,0 2 0,0 0 1,-43-5-1,29 8-2044,-68 0 0,46 11-2822,11 5-3090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1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307 467 9897,'0'0'178,"1"-1"0,-1 1 0,1-1 1,-1 1-1,1-1 0,-1 1 0,1-1 0,-1 1 0,0-1 0,1 0 1,-1 1-1,0-1 0,0 1 0,1-1 0,-1 0 0,0 1 0,0-1 1,0 0-1,0 1 0,0-1 0,0 0 0,0 1 0,0-1 1,0 0-1,0 1 0,0-1 0,0 0 0,-1 1 0,1-1 0,0 0 1,0 1-1,-1-1 0,1 1 0,0-1 0,-1 0 0,-14-3 3208,1 4-3971,2 1 870,0 0 0,0 1 0,1 0 1,-1 1-1,1 0 0,-16 7 0,-60 32 183,1 14-616,85-55 142,0 1-1,0-1 1,1 0 0,-1 0 0,0 0 0,0 0 0,0 1 0,1-1 0,-1 0-1,1 1 1,-1-1 0,1 1 0,0-1 0,-1 0 0,1 1 0,0-1 0,0 1-1,0-1 1,0 2 0,5 26-43,-4-25 38,1-1 1,0 0-1,0 0 1,0 0 0,1 0-1,-1 0 1,1-1-1,-1 1 1,1-1 0,0 1-1,0-1 1,6 3-1,45 21 21,-45-21-6,33 11 13,1-2 1,85 17-1,92 1 62,-96-20-75,146-5-1,-188-10-333,-1-4 1,148-33-1,-164 25 74,-1-3-1,-1-3 1,-1-3-1,65-35 1,-103 46 347,-1-1 0,0-1 0,-1 0 0,-1-2 0,0-1 0,-1 0-1,-2-2 1,1 0 0,-2-1 0,-1-1 0,-1 0 0,24-48 0,-25 36 892,-2-1 0,-2 0-1,-1 0 1,-2-1 0,-1 0 0,1-52 0,-3 60 1685,-1 53-390,0-1-2050,0-6-202,1-1 0,0 1 0,1-1 0,1 0 0,1 0-1,0-1 1,1 0 0,1 0 0,0-1 0,1 0 0,19 21 0,-10-16-543,1-1 0,0-1 0,2-1 0,0-1 0,0-1 0,47 23 0,-37-23-882,51 16 0,130 33-4358,-173-53 2612,64 9 0,-69-15 182,27 4-5173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1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11289,'18'-8'377,"0"1"209,1-1-1,-1 2 1,1 1-1,23-4 1,418-56 3398,3 28-7579,-448 36 3028,0 1 1,0 0-1,0 1 1,0 0-1,22 6 1,-33-6-853,-8-1-1587,-12-3-1169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2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88 588 7001,'-5'-1'258,"2"-1"-37,0 1 0,0 0-1,-1 0 1,1 1 0,0-1 0,0 1 0,-1 0 0,1-1 0,0 1 0,0 1 0,-1-1 0,1 0 0,0 1 0,0 0 0,-1 0-1,-3 1 1,4 0 1621,1-4-100,-7-5-1056,9 7-510,-1 0 0,0-1-1,1 1 1,-1-1 0,0 1 0,1 0 0,-1-1 0,1 1 0,-1-1 0,1 0 0,-1 1-1,1-1 1,-1 1 0,1-1 0,0 0 0,-1 1 0,1-1 0,0 0 0,-1-1 0,2 1-56,0 0 0,0 0 0,-1 0 0,1-1 0,0 1 0,0 0 0,0 0 0,1 0 0,-1 0 0,0 1 0,0-1 0,0 0 0,1 0 0,-1 1 0,0-1 0,1 1 1,1-1-1,69-28 522,2 3 0,144-29 0,-164 42-531,721-137 111,-354 74-1603,-55 7-1230,140-27-6000,-313 59 976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2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0 13689,'-50'103'2616,"37"-49"45,-11 0-481,14 7-388,0-1-352,3 9-368,7 10-152,0 2-236,10-3-476,11 7-848,9-4-284,3-3-720,14-5-764,3-13-432,4-6-2765,10-5-4612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2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1 326 8033,'56'-45'2857,"-30"24"-1444,31-21 0,16-7 380,-2-4 0,63-61-1,-132 113-1170,-29 3-238,20 1-356,0 0 0,0 1-1,0 0 1,0 0 0,1 0 0,-1 1 0,1 0 0,0 0 0,1 0-1,-1 1 1,1 0 0,0 0 0,1 0 0,-8 14 0,3-5-60,1 0-1,0 1 1,1-1 0,1 2-1,1-1 1,-4 19 0,7-25-175,0 1 0,1 0 1,0 0-1,1-1 0,0 1 0,1 0 1,3 19-1,-2-25-2,0 1-1,0-1 1,0 1-1,0-1 1,1 0 0,0 0-1,0 0 1,0 0-1,1-1 1,-1 1-1,1-1 1,0 0 0,1 0-1,-1-1 1,1 1-1,5 3 1,0-2-327,0 0-1,0 0 1,1-1 0,-1 0-1,1-1 1,0 0 0,0-1 0,0 0-1,1 0 1,-1-2 0,0 1-1,0-1 1,1-1 0,13-2-1,27-5-3512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2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567 148 7429,'1'-2'30,"7"-5"281,0 0 1,-1-1 0,0-1-1,-1 1 1,0-1 0,0 0 0,7-17-1,-10 22-14,1-1 1,-1 0-1,1 1 0,-1-1 0,1 1 0,1 0 0,-1 1 0,0-1 1,1 1-1,0-1 0,0 1 0,6-2 0,2-3-55,-11 6 35,-23 15-92,-286 163 2241,214-116-3664,-104 89 0,148-104-3159,13-2-2691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3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4 12037,'-47'-4'5341,"40"23"-2833,1-1-492,-11 9-372,0 12-292,7 0-284,-3 3-344,6 7-55,10 2-441,14-6-945,60 94-5267,-30-94-205,10-3-5524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 14517,'-103'6'3309,"59"0"-561,11 6-248,-4 6-340,3 3-428,-3 3-379,4 6-241,-1 3-248,11 0-132,10 10-352,6-1-576,10-3-764,21 6-744,13-3-769,13-2-995,17-7-3201,20 3-6284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4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2 14693,'-16'-1'2785,"20"4"1017,-1-2-3114,0 1 1,-1-1 0,1 1 0,0 0-1,-1 0 1,1 0 0,-1 0-1,0 0 1,0 1 0,0-1-1,3 6 1,-3-4-582,0 0-1,-1 1 1,1-1 0,-1 0-1,0 1 1,-1-1 0,1 1-1,-1-1 1,0 1 0,0 0-1,0-1 1,-1 1-1,1-1 1,-1 1 0,0-1-1,-2 6 1,-4 6 314,0 1 0,-19 29 0,9-15-274,-5 8-505,6-11-1256,0 0 1,2 2 0,-19 57 0,31-79 1144,0 0-1,1 0 0,-1 0 1,1 0-1,1 0 1,0 0-1,0 0 1,0 0-1,1 0 1,0 0-1,1 0 1,0 0-1,0 0 1,0-1-1,1 1 1,0-1-1,1 0 1,0 0-1,0 0 1,10 13-1,29 22-12642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4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858 1 17826,'-104'30'3504,"47"-3"-232,7 0-588,0 10-555,-10 2-421,-7 6-344,-4 12-1084,-2 6-280,-1 4 0,7 8 0,7 1 0,6-1-2336,14-9-1037,13 4-327,24 5-3176,13-15-6622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16586,'13'0'2916,"74"-9"-600,-7 6-432,-6-3-376,17 0-288,22 6-343,31-6-477,37-6-909,27 0-487,16-6-940,18-6-1076,19 3-3281,20-4-5684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4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1678 355 8033,'30'-31'1802,"-17"19"-352,-1-1 0,-1-1-1,0 0 1,10-16 0,4-19 2275,-1-1 0,29-92 1,-74 149-2488,11-1-1022,1 1 0,-1-1 0,2 1 1,-1 1-1,1 0 0,0 0 0,0 1 0,-11 17 0,-2 5 353,-23 50-1,33-58-553,1 2-1,2-1 1,0 1-1,1 0 1,2 1-1,0-1 1,2 1-1,1 0 1,1 0-1,4 44 0,7 10-3,4-1-1,28 87 0,10 57-13,-46-188 3,-2 0 0,-1 0 0,-2 1 0,-1-1 0,-10 66 0,6-77 0,-2-1 0,0 0 0,-1 0 0,-2-1 0,0 0 0,-1 0 0,-2-1 0,0-1 0,-24 32 0,2-13-83,-1-3 1,-2-1-1,-2-1 0,-1-2 1,-1-2-1,-1-2 0,-86 42 0,-19-4-661,-176 53 0,196-77-3253,-250 48 0,187-58-4375,93-20-2895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5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 14129,'-7'2'349,"1"0"-1,0 1 0,0 0 1,0 0-1,0 0 0,0 1 0,-5 4 1,8-5-122,1 0 1,-1 0 0,1 0 0,-1 1-1,1-1 1,0 1 0,1-1-1,-1 1 1,0 0 0,1 0-1,0 0 1,-1 8 0,-36 171 6204,-29 90-1654,43-187-3875,-81 336-216,99-385-1356,2 0 0,1 1 0,2-1 0,1 1-1,3 0 1,6 38 0,-3-44-1806,12 34-1,-8-37-1820,18 37 0,4-5-7169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5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15913,'120'-37'2693,"-66"25"-593,9 9-412,11 3-344,16 0-344,14-3-364,30 3-856,7 0-296,13-3-516,3 0-480,-6 3-440,-3-6-228,-18-6-825,-9 3-1319,-7 6-3325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16 10449,'10'-4'275,"-8"3"-104,1-1 0,-1 1 0,0 0 0,1-1 0,-1 1 0,1 0 0,0 1 0,-1-1 0,1 0 0,-1 1 0,1 0 0,0-1 1,0 1-1,-1 0 0,1 1 0,0-1 0,-1 0 0,1 1 0,0-1 0,-1 1 0,1 0 0,-1 0 0,1 0 0,-1 0 0,1 0 0,-1 1 0,5 2 0,9 11 367,0 0 0,-1 1 0,0 0 0,-2 1 0,0 1 0,-1 0 0,0 0 0,-2 2 0,17 38 0,-22-41-420,1 0 0,-2 0-1,0 1 1,-2-1 0,0 1 0,0 0-1,-2-1 1,0 1 0,-1 0 0,-1-1 0,0 1-1,-9 31 1,-3-14 117,-1-1 0,-1 0 0,-2-1 0,-2-1 0,0-1 0,-2-1 0,-43 46 0,-65 45 1667,75-74-433,52-44-487,9-6-629,135-68 257,224-104-2031,13-4-3504,-130 52-4055,-90 43-2330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5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16490,'6'-9'3216,"35"12"-416,-5 0-548,1 3-472,-10-12-327,7 3-401,-1 0-568,21-9-640,-18 3-1028,8-4-521,0 1-1011,-24 3-1160,6 6-2033,5 0-5088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7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269 510 12077,'-139'10'1964,"121"-8"-908,-1 1 0,1 1 0,-22 7 0,10-3 215,26-7 198,9 0-723,41-1-243,0-1 1,0-2-1,0-3 1,46-11 0,-12 3-159,350-64 688,-264 47-834,498-91 319,646-84-4240,-1130 176 1178,63-6-5908,-130 31-210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7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0 15017,'-40'21'1182,"27"-15"-632,1 0 1,0 1-1,1 1 1,-1 0 0,1 0-1,1 1 1,0 0-1,-12 14 1,13-11 320,-1 1 0,2 1 1,0 0-1,1 0 0,-6 16 0,-24 80 2647,28-81-2830,-36 172 1260,29-120-1716,-1 14-1133,4 1 0,4 1 0,4 0-1,5 0 1,4 0 0,20 118 0,-4-116-4108,0-36-1386,9 10-5676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8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14753,'62'28'4380,"114"70"-1,-155-83-4088,0 0 1,-1 2 0,-1 0 0,-1 1-1,0 1 1,-1 1 0,-1 0-1,17 30 1,-22-33-238,-2 1 1,0 0-1,-2 1 0,0-1 0,-1 1 0,0 1 1,-2-1-1,0 1 0,-2 0 0,0 0 1,-1 0-1,-1 0 0,0 0 0,-2 0 1,0 0-1,-2 0 0,0-1 0,-1 1 1,-8 19-1,-63 131 588,93-219-424,13-2-396,1 1 0,64-74 0,89-80-1163,-177 197 1307,151-146-816,-26 28 467,-124 117 366,1-2 54,1 0 0,0 1 0,21-15 0,-30 23-10,0 1 1,0-1-1,0 0 0,0 1 1,0-1-1,0 1 0,0-1 1,0 1-1,0-1 0,1 1 1,-1 0-1,0-1 0,0 1 0,0 0 1,1 0-1,-1 0 0,0 0 1,0 0-1,0 0 0,0 0 1,1 1-1,-1-1 0,0 0 1,0 1-1,0-1 0,0 1 1,0-1-1,0 1 0,0-1 1,0 1-1,0 0 0,0-1 1,0 1-1,0 0 0,1 1 1,-1 1 5,1-1 1,-1 1 0,1 0-1,-1 0 1,0 1-1,0-1 1,-1 0 0,1 0-1,0 0 1,-1 1 0,0 2-1,-1 43 286,-8 64 0,0-16-174,7-79-280,2 0-1,0 0 0,2 0 1,0 0-1,0 0 1,2 0-1,0-1 1,11 28-1,-12-38 31,0 0-1,0-1 1,1 1 0,0-1-1,0 0 1,1 0-1,0-1 1,0 1 0,0-1-1,0 0 1,1 0 0,0-1-1,0 0 1,0 0 0,0 0-1,1-1 1,-1 0-1,1 0 1,0 0 0,0-1-1,0 0 1,0 0 0,11 0-1,1-1-1,1-1 0,-1-1 0,0-1-1,0 0 1,0-2 0,0 0 0,-1-1 0,0-1 0,0-1-1,0 0 1,30-18 0,-5 0 698,-1-3-1,-2-2 1,48-44 0,-69 55 806,25-34 0,-23 27-741,-20 25-648,0 1-1,0-1 0,0 1 1,0 0-1,1-1 0,-1 1 1,0 0-1,0 0 0,0-1 1,0 1-1,0 0 0,1 0 1,-1 0-1,0 0 1,0 1-1,0-1 0,2 1 1,0-1-62,48 3-1553,-35-1 482,0-1 0,-1-1 0,19-2 0,16-3-1971,11 0-3380,-2-1-2959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138 208 14065,'-10'-24'8120,"7"3"-5755,3 17-2221,0 1 0,0-1 0,0 1 1,0-1-1,1 0 0,0 1 0,-1-1 0,1 1 0,1-1 0,-1 1 0,0 0 0,1-1 0,2-3 0,33-45 882,-14 21-297,-9 13-358,-8 9 475,-17 20-190,-12 19-208,2 0 0,1 1 0,1 1 0,-23 56 0,29-60-295,1-4-111,0 1 0,3 1 0,0-1-1,1 1 1,1 1 0,-3 33 0,9-51-146,0-1 0,1 0 0,0 1 1,1-1-1,0 0 0,0 1 0,1-1 1,0 0-1,0 0 0,1 0 0,0 0 1,0 0-1,1-1 0,0 0 0,0 1 1,0-1-1,1-1 0,1 1 0,-1-1 1,1 0-1,0 0 0,0 0 0,1-1 1,11 7-1,1-1-377,-1-2 1,2 0-1,-1-1 1,1-1-1,31 7 1,113 13-2469,-148-25 2650,453 26-8606,-343-24 5383,106 5-5223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5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58 256 13529,'-48'-5'2090,"39"4"131,11 6 791,10 5-1575,-5-7-1134,0-1-1,1 0 0,-1 0 0,0 0 0,1-1 0,-1 0 1,0 0-1,1-1 0,-1 0 0,10-1 0,7 0 184,1721-34 5628,-1323 22-5560,2189-56-1569,-2529 66 616,617-25-3200,-6-43-5276,-542 45 2712,-37-6-3569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48 285 9201,'2'-35'3578,"9"-50"0,-13 51-283,1 23-2526,1 7 1779,-11 26 397,6-7-2219,0 1 0,1 0 0,1 0 1,-3 32-1,3 72 1645,3-64-1707,-10 215-435,0 116-271,10-325 20,3-1 1,3 0-1,13 62 0,-15-108-429,0 0-1,1 0 0,1 0 1,0-1-1,1 0 0,1 0 1,0-1-1,1 0 0,0 0 1,12 11-1,-19-21 278,0-1 1,0 0-1,1 1 1,-1-1-1,0 0 0,1-1 1,0 1-1,-1 0 1,1-1-1,0 1 1,0-1-1,0 0 0,0 0 1,0 0-1,0 0 1,0 0-1,0-1 1,0 0-1,0 1 0,4-1 1,-3-1 28,0 0 1,0 0-1,0-1 1,-1 1-1,1-1 0,0 1 1,-1-1-1,1 0 1,-1-1-1,1 1 1,-1-1-1,0 1 0,4-6 1,3-4-84,0 0 0,-1-1 0,0 0 0,-1-1 0,-1 0 0,10-25 0,9-45-280,25-144 1,-36 154 504,9-39 488,70-202 0,-72 259-177,3 2-1,1 1 1,3 1-1,3 1 1,54-68 0,-61 89-69,1 1 0,1 1 0,1 1 0,57-40 0,-72 59-163,0 0 1,0 1 0,0 1 0,1 0 0,0 1 0,24-6 0,-28 9-39,0 1-1,1 0 1,-1 1-1,0 0 1,1 0-1,-1 1 1,0 0-1,0 1 1,0 0-1,16 6 1,-17-5-10,-1 1 0,0 1 0,-1-1 0,1 1 0,-1 1-1,0-1 1,0 1 0,-1 1 0,1-1 0,-1 1 0,-1 0 0,1 0 0,6 13 0,1 4 18,-1 1-1,-1 0 1,9 32 0,45 183 95,-46-182-123,-2 2 1,-3-1-1,-2 2 0,4 65 0,-15-96-49,-1-1-1,-1 1 1,-1-1-1,-2 0 1,-1 0-1,-2 0 1,0-1-1,-2 0 1,-1 0 0,-1-1-1,-17 29 1,23-47-11,-12 21-154,0 0 0,-2-1 0,-40 46 0,39-55-386,-1 0 0,0-2 0,-2 0 0,0-2 0,-1 0 0,-27 13 0,47-27-2,1-1 0,-1 1 0,1-1 0,-1 0 0,0 0 0,0-1 0,1 1 1,-1-1-1,0 0 0,-6 0 0,3 0-1109,-20 0-7127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39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1921 8345,'-14'-9'366,"9"7"-212,0 0-1,0-1 1,0 1 0,1-1-1,-1-1 1,1 1 0,0-1-1,0 1 1,0-1-1,0 0 1,1-1 0,0 1-1,0 0 1,0-1 0,0 0-1,1 0 1,-3-7-1,2 1 121,1-1-1,1 0 1,0 1-1,1-1 1,0 0-1,0 0 0,2 0 1,-1 1-1,1-1 1,1 1-1,0-1 0,1 1 1,0 0-1,7-13 1,11-17 181,1 1 0,38-49 0,-34 50-190,93-130 305,85-126 121,-23-15-167,-110 160 205,74-229 0,-134 337-164,10-55 0,-33 117 753,-23 72 242,3 2-1,-20 111 1,-104 699 3408,140-802-4824,-189 1781-67,202-1848-77,-11 292 0,14-277 0,2-1 0,2 0 0,3 0 0,20 73 0,-24-110 0,0 0 0,1-1 0,0 1 0,0-1 0,2 0 0,-1-1 0,15 18 0,-17-23 0,1-1 0,-1 1 0,1-1 0,0 0 0,1-1 0,-1 1 0,1-1 0,-1 0 0,1 0 0,0-1 0,0 1 0,0-1 0,1-1 0,-1 1 0,0-1 0,10 0 0,-3-1-33,0-1 0,0 0-1,0-1 1,0-1 0,0 0 0,-1-1 0,1 0-1,-1-1 1,0 0 0,0-1 0,-1-1 0,0 0-1,0 0 1,15-13 0,0-3-127,0-1-1,-1-2 0,-2 0 1,25-36-1,-29 36-146,-1-1 0,-2-1 0,0-1 0,-2-1 0,-2 1 0,0-2 0,9-40 0,-17 53 125,-1 0 0,-1 1 1,-1-1-1,0 0 1,-1 0-1,-1 0 1,-1 0-1,0 0 1,-1 1-1,-1-1 1,-1 1-1,-1 0 0,0 0 1,-14-27-1,0 11-93,0 1 0,-3 2 0,0 0 0,-53-52 0,-126-89-521,36 33 372,132 106 293,1-1 1,-45-60-1,68 81 99,1-1 0,1-1 0,0 0 0,1 0 1,-9-26-1,13 31 9,1 0 1,0-1-1,1 1 0,0 0 1,0-1-1,1 1 1,1 0-1,-1-1 0,1 1 1,1 0-1,0-1 1,5-14-1,-1 5-44,1 2 0,1-1 0,1 1 0,0 0 0,1 0 0,1 1 0,0 1 0,1 0 0,1 0 0,0 2 0,18-15 0,5 2-388,2 1 1,0 2-1,1 2 1,2 2-1,76-26 0,224-46-4224,-329 88 4457,146-31-4227,3 4-2499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4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398 768 10729,'1'0'124,"0"-1"0,-1 1 0,1-1 0,-1 0 0,1 1 0,-1-1 0,1 0 0,-1 0 0,1 0 0,-1 1 0,1-1 0,-1 0 0,0 0 0,0 0 0,1 0 0,-1 0 0,0 1 0,0-1 0,0 0 0,0 0 0,0 0 0,0 0 0,0 0 0,-1 0 0,1 0 0,0 1 0,0-1 0,-1 0 0,1 0-1,-1-1 1,-4-17 5317,-19 19-3720,17 1-1587,0 0 0,0 0-1,0 0 1,0 1 0,1 0 0,-1 0-1,0 1 1,1 0 0,-9 4 0,-56 41 406,45-29-312,-7 6-388,2 1 1,0 1-1,-50 60 1,79-84 67,-1 0 1,1 0-1,0 0 0,0 0 0,0 1 0,0-1 1,0 1-1,1-1 0,-1 1 0,1 0 0,0-1 1,0 1-1,1 0 0,-1 0 0,1 0 0,0 0 1,0 0-1,0 6 0,1-8 41,0 1-1,0-1 1,0 0-1,0 1 1,0-1-1,0 0 1,1 1 0,-1-1-1,1 0 1,0 0-1,-1 0 1,1 0-1,0-1 1,0 1 0,0 0-1,0-1 1,1 0-1,-1 1 1,0-1-1,0 0 1,1 0-1,-1 0 1,1 0 0,-1-1-1,1 1 1,-1-1-1,5 1 1,88 13 208,0-5 0,1-3-1,0-5 1,0-4 0,0-5 0,147-29 0,-174 20-772,-1-2 0,125-56 0,-161 60 579,0-2 1,-2-1 0,0-2 0,-1 0-1,-1-2 1,-1-2 0,42-46-1,-56 53 227,-1 0-1,-1-1 0,-1 0 0,0-1 0,-1 0 0,-1-1 0,-1 0 0,8-36 1,-2-14 691,5-86 0,-14 117-553,3-62 1301,-3 45 521,11-59 0,-14 108-2131,3-7 1468,6 34 48,0 23-1234,-1 0 0,4 49 0,-2-11-210,22 201-92,7 40 0,-29-256-8,-3-8-153,3 0 0,31 92 0,-40-144 54,0 0-1,1 0 1,0-1 0,1 1-1,-1-1 1,1 1-1,0-1 1,0 0 0,0-1-1,6 5 1,10 8-623,1 0 0,41 22 0,-54-35 624,1 0 0,0 0 1,0-1-1,0-1 1,0 1-1,0-1 1,0-1-1,1 0 0,-1 0 1,1-1-1,-1 0 1,1-1-1,-1 0 0,0 0 1,0-1-1,1 0 1,10-5-1,-11 5 36,15-6-70,1 0 0,-1-2 1,-1 0-1,0-2 0,36-24 1,101-86-148,-129 97 260,152-137 276,2-1 409,-137 125-309,1 2 0,55-30 0,-73 49-89,0 2-1,1 2 1,58-17 0,-71 25-118,1 0 1,0 2 0,0 0-1,1 1 1,-1 1 0,1 1-1,34 5 1,-47-3-64,1-1 1,-1 2-1,1-1 0,-1 1 1,0 1-1,0-1 0,0 1 0,-1 1 1,1-1-1,-1 1 0,0 1 1,11 10-1,-14-12-32,-1 1 1,1-1 0,-1 1-1,0 0 1,0 0 0,0 0-1,-1 1 1,0-1-1,0 1 1,0-1 0,-1 1-1,0 0 1,0-1-1,0 1 1,0 0 0,-1 0-1,0 0 1,-1-1-1,-1 12 1,-2 1 30,-1 0 1,-1 0-1,-1-1 0,0 0 0,-1 0 1,-1-1-1,-1 1 0,-14 17 1,-15 16-4,-48 46-1,77-86-64,-245 231-15,128-125-542,116-107 391,2 1 1,0 0-1,0 0 1,0 1-1,-9 17 1,18-28 150,0 0 0,0 0 1,0 0-1,0 1 0,-1-1 1,1 0-1,0 0 0,0 0 1,0 0-1,0 0 0,0 0 1,0 0-1,0 0 0,0 1 1,0-1-1,0 0 0,0 0 1,0 0-1,0 0 0,0 0 1,0 0-1,0 0 0,1 1 1,-1-1-1,0 0 0,0 0 1,0 0-1,0 0 0,0 0 0,0 0 1,0 0-1,0 0 0,0 0 1,0 0-1,0 1 0,0-1 1,1 0-1,-1 0 0,0 0 1,0 0-1,0 0 0,0 0 1,0 0-1,0 0 0,0 0 1,0 0-1,1 0 0,-1 0 1,0 0-1,0 0 0,0 0 1,0 0-1,0 0 0,0 0 1,0 0-1,0 0 0,1 0 1,-1 0-1,0 0 0,0 0 1,0 0-1,9 2-55,0 0-1,0-1 1,1 0-1,-1-1 1,0 1-1,0-2 1,0 1-1,1-1 1,-1-1 0,0 0-1,0 0 1,14-6-1,15-6-120,56-32-1,-70 34 113,65-38-25,-1-3-1,-3-5 1,-3-3-1,-2-4 1,88-93-1,-135 124 162,-1-2 0,-1-1-1,33-55 1,-63 90-40,1-1 1,-1 0-1,0 1 0,0-1 1,0 0-1,0 0 0,-1 1 1,1-1-1,-1 0 0,1 0 1,-1 0-1,0 0 0,0 0 1,-1-5-1,0 6-12,1 1 1,0 0-1,-1-1 0,1 1 0,-1 0 1,0-1-1,1 1 0,-1 0 1,0 0-1,0-1 0,0 1 0,0 0 1,0 0-1,0 0 0,0 0 1,0 0-1,0 0 0,0 1 0,-1-1 1,1 0-1,0 1 0,0-1 1,-1 0-1,1 1 0,-1 0 1,1-1-1,-2 1 0,-6-1 23,0 2 0,0-1-1,1 1 1,-1 0 0,0 1 0,1 0-1,0 0 1,-1 1 0,1 0 0,0 1-1,0 0 1,1 0 0,-1 0 0,1 1-1,0 0 1,0 1 0,-11 11 0,3-3-6,2 0 1,0 1-1,0 1 0,2 0 1,0 1-1,-18 35 1,26-44-235,0 0 0,0 0 1,0 0-1,1 0 0,0 1 1,1-1-1,-1 1 0,2 0 0,-1-1 1,1 1-1,1 0 0,0-1 1,0 1-1,0 0 0,1-1 0,1 0 1,-1 1-1,1-1 0,1 0 0,-1 0 1,1-1-1,1 1 0,-1-1 1,1 0-1,1 0 0,-1 0 0,1-1 1,0 0-1,1 0 0,13 9 1,12 7-2202,1-1 1,1-2 0,1-1-1,66 23 1,10-2-7564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40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95 233 11997,'-50'-15'3184,"33"3"5485,3 3-6381,1-3 1013,20-1-2157,3 1-356,17 0-640,26-9-664,7 0-1040,14-3-633,10-3-1167,10 0-3672,6 0-6862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41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1 525 12981,'22'17'3010,"-17"-13"-77,-2-5-257,-2 1-2422,1 0-61,-1-1 1,1 1 0,0-1 0,0 1-1,-1 0 1,1-1 0,0 1-1,0 0 1,-1 0 0,1 0 0,0 1-1,0-1 1,-1 0 0,1 1-1,0-1 1,-1 1 0,1-1 0,0 1-1,-1 0 1,1 0 0,-1 0-1,1 0 1,-1 0 0,0 0 0,1 0-1,-1 0 1,0 0 0,0 1-1,1-1 1,-1 1 0,1 2 0,18 24 273,-1 2 0,-2 1 0,-1 0 1,-1 1-1,19 61 0,-21-48 11,-2 0 0,-2 0-1,6 93 1,-17-45-1665,2-83 995,-1 0 0,-1 0-1,0 0 1,0-1 0,-1 1 0,0 0 0,-6 9 0,5-13-95,0-1 1,0 1-1,-1-1 1,1-1-1,-7 6 1,9-8 174,-4-2-331,-4-5 221,7 4 183,0 0 1,0 0-1,0-1 0,0 1 1,1 0-1,-1-1 0,1 0 1,-1 0-1,1 1 0,0-1 1,-1-1-1,1 1 0,0 0 1,0 0-1,1-1 0,-1 0 1,0 1-1,1-1 0,0 0 1,-1 1-1,1-1 0,0 0 1,0 0-1,0-4 0,1-9 7,0 0 0,1-1 0,1 1 0,0 0-1,1 0 1,1 0 0,1 1 0,0-1-1,1 1 1,0 0 0,1 0 0,16-23 0,12-14-56,79-91 0,168-174-54,-133 144 57,-74 69-6,-73 101 793,-3 5-645,-1-1 1,1 1 0,-1 0-1,1-1 1,0 1 0,-1 0-1,1 0 1,0 0 0,0 0-1,0 0 1,0 2 0,0-2 2,-2 6 37,0 0 0,0 1-1,1 0 1,0 0 0,1 0 0,0 0 0,0 0 0,1 0 0,0 0-1,2 13 1,4 11 290,14 50-1,1 1-18,-16-55-276,-1 1-1,-2 0 1,0-1-1,-2 1 1,-5 38 0,2-50-78,0 0 1,-2 1 0,0-1-1,-1-1 1,-1 1-1,0-1 1,-1 0 0,-1-1-1,-18 26 1,7-18-98,-1 0 0,-1-1 0,0-1 0,-2-1 0,-33 22 0,-137 76-879,127-82-128,-96 71 0,162-107 1068,0-1 0,0 1-1,0 0 1,0 0 0,0-1-1,0 1 1,0 0 0,1 0-1,-1 0 1,0 0 0,0 0-1,1 0 1,-1 0 0,1 1-1,-1-1 1,1 0 0,0 0-1,-1 0 1,1 0-1,0 1 1,0-1 0,-1 0-1,1 0 1,0 1 0,0-1-1,1 2 1,0-1 9,-1-1 0,1 1 0,0-1 0,0 0 0,0 0 0,0 1 0,0-1 0,0 0 0,0 0 0,0 0 0,1 0 0,-1 0 0,0 0 0,1 0 0,-1-1 0,1 1 0,-1 0 0,1-1 0,1 1 0,22 4-121,-1-1 1,1-2-1,0 0 0,44-4 0,-44 2 66,36-3-53,0-2 1,0-3-1,-1-2 1,0-4 0,65-22-1,-54 10 93,-2-4-1,-1-2 0,114-73 1,-89 50 381,-92 54-314,0 1-1,0-1 0,0 0 0,0 1 1,1-1-1,-1 0 0,0 1 1,0 0-1,1-1 0,-1 1 1,0 0-1,1-1 0,-1 1 1,0 0-1,1 0 0,-1 0 0,1 0 1,-1 0-1,0 1 0,1-1 1,-1 0-1,0 1 0,0-1 1,1 1-1,-1-1 0,0 1 1,0-1-1,1 1 0,-1 0 1,0 0-1,0 0 0,0-1 0,0 1 1,0 0-1,0 0 0,-1 0 1,1 1-1,0-1 0,0 0 1,-1 0-1,1 0 0,0 2 1,2 5 111,0 0 0,0 1 1,-1-1-1,0 1 1,0 9-1,-1-12-106,4 47 345,-3 0 0,-2 0-1,-3 0 1,-12 76-1,-2 25 0,16-147-372,1 1-1,-1-1 0,2 0 1,-1 0-1,1 1 0,0-1 1,1 0-1,3 12 0,-4-17-10,1 1 1,-1 0-1,1-1 0,0 1 1,0-1-1,-1 1 0,1-1 1,1 0-1,-1 0 0,0 0 1,1 0-1,-1 0 0,1 0 1,-1-1-1,1 1 0,0-1 1,-1 0-1,1 0 0,0 0 0,0 0 1,0 0-1,0-1 0,0 1 1,5-1-1,12 1 4,0-2 1,0 0-1,0-1 0,-1-1 0,1-1 1,-1-1-1,1-1 0,-1 0 0,-1-1 1,31-17-1,-15 6-24,-2-2 1,0-1 0,-2-2-1,50-46 1,-58 47-248,-1-1 0,-1-1-1,-1-1 1,-1-1 0,-2 0 0,0-1-1,16-39 1,-26 49 81,1-1-1,-2 1 0,-1-1 1,0 0-1,-1 0 1,-1-1-1,0 1 1,-2 0-1,0-1 1,-1 1-1,0 0 0,-2-1 1,-8-28-1,-44-108-744,54 153 919,0 0 0,0 0-1,0-1 1,0 1 0,0 0-1,1-1 1,-1 1 0,1-1-1,0 1 1,-1-1 0,1 1-1,0-1 1,1 1 0,-1-1 0,0 1-1,1-1 1,-1 1 0,1 0-1,0-1 1,0 1 0,0 0-1,0-1 1,0 1 0,0 0-1,1 0 1,-1 0 0,1 0 0,-1 0-1,1 0 1,0 1 0,0-1-1,0 0 1,0 1 0,0-1-1,4-1 1,0 0 20,1 0 0,0 0 0,0 1 0,0-1 0,0 2 0,0-1 0,1 1 0,-1 0 0,0 0 0,11 1 0,-10 1 10,0 0 0,0 0 0,0 0 0,0 1 0,0 0 0,0 0 1,0 1-1,0 0 0,-1 1 0,0 0 0,0 0 0,0 0 1,0 1-1,0 0 0,7 8 0,-6-4 34,-1-1-1,-1 1 1,1 1 0,-1-1-1,-1 1 1,0 0-1,0 0 1,-1 1 0,-1-1-1,5 22 1,-5-19 18,-1 1 0,-1 0 0,0 0 0,-1 0 0,-3 23 0,-17 69 438,5-35-105,9-41-243,1-6 117,1 1 1,1-1-1,0 37 1,3-53-197,1 1 1,0-1 0,1 1 0,0-1-1,0 0 1,1 1 0,0-1-1,0 0 1,1-1 0,0 1-1,0-1 1,1 1 0,0-1 0,6 6-1,-1-4 14,0 0 0,0 0 0,1-1 0,0 0 0,0-1 0,1 0 0,0-1 0,18 6 0,10 3 161,54 11 0,-58-18-138,1-1 0,0-2 0,1-1 0,52-3-1,-69-2-72,1-1-1,-1 0 0,0-2 0,0-1 0,0 0 0,-1-2 0,0 0 1,0-1-1,20-12 0,-30 14-47,0-1-1,-1 0 1,0-1 0,-1 0 0,1 0-1,-2 0 1,1-1 0,-1-1 0,0 1 0,-1-1-1,0 0 1,-1 0 0,0-1 0,-1 0-1,0 0 1,0 0 0,-1 0 0,-1 0 0,0-1-1,0 1 1,-1-1 0,-1 1 0,0-1-1,0 0 1,-1 1 0,-1-1 0,0 1-1,-1-1 1,0 1 0,0 0 0,-10-20 0,1 10-92,-1 1 0,-1 1 0,-1 0-1,-1 1 1,0 0 0,-1 1 0,-1 1 0,-1 1 0,0 1 0,-34-20 0,-15-3-1141,-137-52-1,198 86 1078,0-1 0,0 0 0,0 0-1,0 0 1,1-1 0,-12-10 0,17 14 124,1 1 24,0 0 0,0 0 0,-1 0 1,1 0-1,0 0 0,0-1 0,0 1 0,0 0 0,0 0 0,-1 0 0,1 0 0,0 0 0,0 0 1,0 0-1,0-1 0,0 1 0,0 0 0,0 0 0,0 0 0,0 0 0,0 0 0,-1-1 1,1 1-1,0 0 0,0 0 0,0 0 0,0 0 0,0 0 0,0-1 0,0 1 0,0 0 1,0 0-1,0 0 0,0 0 0,0-1 0,0 1 0,1 0 0,-1 0 0,0 0 0,0 0 0,0 0 1,0-1-1,0 1 0,0 0 0,0 0 0,0 0 0,0 0 0,1 0 0,-1-1 0,6-6-50,0 0-1,1 1 0,-1-1 1,2 1-1,-1 0 0,1 1 0,-1 0 1,1 0-1,1 1 0,10-5 0,13-4-73,49-14-1,57-14-137,136-59 0,-218 75 235,-1-3 1,-1-1-1,-1-3 1,-3-3-1,54-45 1,-54 34 346,-3-2 1,-1-2 0,-3-2-1,-2-2 1,-2-2 0,32-61-1,-46 73 779,-24 42-363,-1 6 184,1 5-761,-1 1-1,0-1 0,0 0 0,-1 0 1,-1 0-1,1 0 0,-4 9 1,-25 69 1195,10-34-997,-3 16-351,-110 349 0,98-289 0,-23 170 0,41-85-4144,17-187 3163,1 0 0,1-1 0,2 0 0,0 1 0,2-1 0,9 26 0,-12-43-455,1 0-1,0-1 1,1 0-1,9 13 1,30 28-10154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4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25 13117,'-10'-12'6733,"33"12"-8165,-3 3 4,-3-12-421,-3 3-523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2:42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6737,'0'0'4396,"14"-15"-8684,-1 3 427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1 12137,'-10'9'3757,"-18"15"-624,16-15-2383,0 2 0,1 0 0,-12 14 0,-30 42 466,3 3 0,2 1 0,4 3 1,-45 103-1,66-121-1806,2 1 1,3 1-1,2 1 1,3 0-1,3 1 1,-6 119 0,16-152-405,1 0 0,2 1 1,1-1-1,8 31 0,-5-30-2371,23 50-1,12 7-5932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1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13121,'-13'15'581,"9"-11"-346,0 1 0,0-1 0,0 1 0,1 0 0,0 0 0,0 0 0,0 1 0,0-1 0,1 1 1,0 0-1,0 0 0,1-1 0,-2 9 0,-39 271 6665,21 6-3631,20-223-2924,3-1 0,3 1 0,3-1 0,3-1 0,2 0 0,37 107 0,-39-146-267,1 0 1,1 0 0,2-1-1,0-1 1,2-1-1,0 0 1,38 39 0,-39-48-47,0-1 0,1 0 0,1-1 1,0-1-1,0 0 0,2-1 0,-1-2 0,1 0 1,0-1-1,1-1 0,27 6 0,-5-6-8,0-2 0,0-1 0,1-3 0,-1-2 0,0-1 1,0-2-1,0-3 0,59-15 0,-44 5-16,-2-2 0,0-2 1,-1-3-1,-2-2 0,79-52 1,-93 51 0,-1-2 0,-2-2 0,-1-1 0,-1-1 0,-2-3 0,-2 0 0,-1-2-1,28-47 1,-40 55-17,0-1 0,-3 0 0,0-1 0,-2-1 0,-1 0 0,-2 0 0,-1-1 0,-2-1 0,-1 1 0,-2-1 0,-2-61 0,-3 75-2,0 1 0,-2-1 1,0 1-1,-2 0 0,0 0 1,-1 0-1,-1 1 0,-1 0 0,-1 1 1,0 0-1,-2 0 0,0 1 1,0 1-1,-2 0 0,0 0 0,-1 2 1,0 0-1,-1 0 0,-1 2 1,-32-20-1,9 10-127,-2 2 1,0 2-1,-2 2 1,0 1-1,0 3 0,-1 1 1,-1 2-1,-87-4 1,68 11-538,0 3 0,0 3 1,1 3-1,-1 3 0,-110 31 1,126-26-464,0 3 1,-77 39 0,100-43-232,1 1 1,1 1-1,0 1 1,2 2-1,0 0 0,-24 26 1,-5 25-8035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1705 63 13005,'-10'-10'624,"0"-2"959,-1 0 0,-19-15 0,29 27-1476,0-1 0,0 1-1,0 0 1,0 0 0,0 0-1,-1 0 1,1 0-1,0 0 1,0 0 0,0 0-1,0 0 1,0 0 0,-1 1-1,1-1 1,0 1-1,0-1 1,0 0 0,0 1-1,0 0 1,-1 0 0,-3 1 280,-5 3-2,0 0 1,0 1 0,1 0-1,-1 0 1,1 1 0,1 0 0,-1 1-1,1 0 1,1 0 0,-12 16-1,-7 14 857,-28 55 0,36-62-839,-382 788 3533,259-510-3239,-151 350-1766,41 15-763,204-532 831,-106 348-2954,110-329-61,-23 177 0,54-218-1386,9-19-3090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2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1087 1 10673,'0'0'1395,"-2"2"8,-22 29 1381,-35 58 0,17-23-1402,15-23-533,1 1-1,3 1 1,2 0 0,-24 77-1,-37 199 1822,24-78-1652,22-119-714,-6-2 0,-5-2 0,-88 165-1,-94 86-339,64-135-3693,142-205 1106,27-38-2237,39-52-2421,8-6-773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2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 10985,'74'-9'1752,"-34"-7"-244,7 1-276,3 3-307,7 3-109,7 0-176,20 0-256,16 3-616,14-3-804,27-6-693,16 3-2691,11-3-3421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3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968 115 8625,'4'-3'609,"-1"-1"0,1 0-1,-1 0 1,0 0 0,0 0 0,-1-1 0,1 1 0,-1-1 0,0 1 0,0-1 0,-1 0 0,1 0-1,-1 0 1,1-7 0,-2 10 741,0-1-81,-6-27 1093,5 29-2245,0 0-1,0 1 0,0-1 0,0 0 0,-1 1 0,1-1 0,0 1 0,0 0 1,0-1-1,-1 1 0,1 0 0,0 0 0,0 0 0,0 0 0,-1 0 0,1 0 1,-2 0-1,2 0 46,-4 0 58,-1 0 1,1 1 0,-1 0-1,1 0 1,-1 0 0,1 0-1,-1 1 1,1 0 0,-6 3-1,-48 28 903,46-25-729,-23 16 57,2 1 0,0 2 1,2 1-1,-41 46 0,35-31 147,3 2 1,-55 90 0,76-111-599,1 2 0,2 0 0,0 0 0,2 1 0,0 0 0,2 0 0,-7 55 0,13-62 0,0 1 0,1-1 0,1 1 0,2-1 0,-1 0 0,2 0 0,1 0 0,1 0 0,0 0 0,1-1 0,17 31 0,-5-18 0,2-1 0,1-1 0,1-1 0,2-1 0,1-1 0,30 24 0,187 132 0,-199-151 0,45 29 0,0-1 0,-3 4 0,82 80 0,-155-131 0,0 0 0,-1 1 0,0 1 0,-2 0 0,0 0 0,0 1 0,12 30 0,-19-37 0,1 1 0,-2 0 0,0-1 0,0 1 0,0 0 0,-2 0 0,1 0 0,-1 1 0,-1-1 0,1 0 0,-2 0 0,1 0 0,-2-1 0,1 1 0,-8 17 0,1-8 0,-1-1 0,0 0 0,-2 0 0,0-1 0,-1-1 0,-1 0 0,0 0 0,-1-2 0,-29 22 0,-10 4 0,-101 53 0,-427 172-967,264-152-5073,299-108 4851,0 0 0,-31 3 0,44-8 247,-1 1 0,1-2 1,-1 1-1,1-1 0,-1 0 1,1 0-1,-10-4 0,-22-14-10733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3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13129,'-104'27'6021,"128"-9"-5165,29 6-24,24-18-312,27 3-100,37 3-172,30-3-292,33-9-604,37 0-716,20-3-752,17-3-3193,20-6-4252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4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2888 1 11797,'-4'0'229,"0"0"0,0 1-1,-1 0 1,1-1 0,0 2 0,0-1 0,0 0-1,1 1 1,-1 0 0,0-1 0,1 2-1,-1-1 1,1 0 0,-1 1 0,1-1 0,0 1-1,0 0 1,0 0 0,1 0 0,-1 1-1,1-1 1,-1 1 0,1-1 0,0 1 0,1 0-1,-1 0 1,1 0 0,-3 7 0,-5 21 626,1 0 1,2 0-1,1 0 1,1 1-1,2 0 1,2-1-1,4 45 1,46 234 2329,-34-230-2503,-13-69-597,72 408 1979,-57-287-1535,1 160 1,-22-161-479,-5 0-1,-5-1 1,-7 0 0,-5-2-1,-59 179 1,33-164-29,-6-2 1,-6-3-1,-7-3 1,-121 179-1,75-153-821,-6-6-1,-7-5 1,-7-5 0,-206 170-1,163-174-551,-5-7-1,-6-9 0,-312 156 0,469-266 843,-144 70-3359,60-34-1461,-17 0-5344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4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21 13485,'0'-6'24,"1"-8"3210,-2 14-3099,1 0 1,-1 0 0,1 0 0,-1 0-1,1 0 1,-1 0 0,1 1-1,-1-1 1,1 0 0,-1 0-1,1 1 1,-1-1 0,1 0-1,-1 1 1,1-1 0,0 0 0,-1 1-1,1-1 1,0 0 0,-1 1-1,1-1 1,0 1 0,-1-1-1,1 1 1,0-1 0,-1 2 0,-1 2 245,0-1 1,1 1 0,-1 0 0,1 1 0,0-1 0,0 0 0,0 0 0,0 0 0,1 1 0,-1-1 0,1 0 0,0 1-1,1-1 1,0 7 0,0 13 645,-4 22-3,-2 0 0,-17 67 0,-34 88 1460,48-174-2435,-185 706-3229,150-453-2219,38-218 439,3 65 1,8-38-6326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5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28 14253,'-8'-26'2299,"8"27"-2265,0-1 0,0 0 1,0 0-1,0 0 0,0 0 1,0 0-1,-1 0 0,1 0 1,0 0-1,0 1 0,0-1 1,0 0-1,0 0 1,0 0-1,0 0 0,0 0 1,-1 0-1,1 0 0,0 0 1,0 0-1,0 0 0,0 0 1,0 0-1,0 0 0,-1 0 1,1 0-1,0 0 0,0 0 1,0 0-1,0 0 1,0 0-1,0 0 0,-1 0 1,1 0-1,0 0 0,0 0 1,0 0-1,0 0 0,0 0 1,0 0-1,0 0 0,-1 0 1,1-1-1,0 1 1,0 0-1,0 0 0,0 0 1,0 0-1,0 0 0,0 0 1,0 0-1,0 0 0,0-1 1,0 1-1,0 0 0,0 0 1,-1 0-1,1 0 1,0 0-1,0 0 0,0-1 1,0 1-1,0 0 0,-7 6 797,-1 1 18,1 0 0,-1 1 0,1-1 0,0 1 0,-7 12 0,-15 28 821,1 1 0,2 2 0,-29 83 0,44-97-1587,2 0 0,2 1 0,1 0 1,2 0-1,2 0 0,2 1 0,1-1 0,1 0 1,3 1-1,13 56 0,-12-70-55,2-2-1,0 1 1,1-1-1,1-1 1,2 1 0,0-2-1,1 0 1,1 0-1,1-1 1,1-1 0,0-1-1,2 0 1,0-1 0,1-1-1,0 0 1,2-2-1,28 16 1,-14-13-28,1-2 0,1-2 0,0-1 0,0-2 0,1-1 0,0-3 0,1 0 0,0-3 0,-1-1 0,62-5 0,-46-2 0,1-3 0,-2-2 0,1-2 0,-2-2 0,0-3 0,98-47 0,-109 43 0,-1-2 0,-1-2 0,-1-2 0,50-45 0,-67 52 0,-1 0 0,-1-1 0,-1-1 0,-1-1 0,-1 0 0,-1-1 0,-1-1 0,16-39 0,-25 50 2,-1 0-1,0 0 1,-1-1 0,0 0-1,-2 1 1,1-1 0,-2 0-1,0 0 1,-1 0 0,0 1-1,-1-1 1,-1 0 0,0 1-1,-1 0 1,-8-18 0,4 12-14,-2 1-1,0 0 1,-1 1 0,-1 1 0,-1 0 0,-1 0 0,0 1 0,-1 1 0,0 0-1,-19-13 1,-8-2-447,-1 2-1,-2 2 1,0 2-1,-2 2 0,0 2 1,-52-14-1,-1 5-3629,-204-28 0,174 44-2829,14 11-4445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6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0 773 7193,'3'-2'1860,"10"-5"-603,-1 1 1,1 1 0,0 0-1,0 0 1,24-4 0,77-6-184,-71 10-319,3179-309 3606,-385 42-3763,-2753 262-672,410-68-2472,-410 54-255,-50 8-2951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6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31 350 6453,'-1'0'90,"-1"0"0,1-1 1,-1 1-1,1 0 0,-1-1 1,1 1-1,0-1 0,-1 0 1,1 0-1,0 1 0,0-1 1,-1 0-1,1 0 0,0 0 1,0 0-1,0 0 0,0 0 1,0-1-1,0 1 0,0 0 1,1-1-1,-1 1 0,0 0 1,1-1-1,-1 1 1,1 0-1,-1-1 0,1 1 1,-1-3-1,3 0 135,-1 0 1,0 0-1,1 0 0,0 0 1,0 0-1,0 0 0,1 0 1,-1 0-1,6-5 0,0 1 117,0 0 1,0 0-1,0 1 0,1 0 0,0 1 0,1 0 0,-1 0 0,16-6 0,-1-1 124,24-10 235,1 1 0,0 2-1,70-18 1,162-21 675,-207 46-1080,0 4 0,116 1 0,-157 9-234,0 1 0,0 1 0,0 2 1,0 2-1,-1 1 0,0 1 0,0 2 1,34 16-1,-58-23-44,0 1-1,0-1 1,-1 1 0,0 0-1,0 1 1,0 0-1,-1 0 1,0 0 0,0 1-1,0 0 1,-1 0 0,0 0-1,-1 1 1,1-1 0,-1 1-1,-1 0 1,0 1 0,0-1-1,0 1 1,-1-1 0,-1 1-1,1 0 1,-1-1 0,-1 1-1,1 0 1,-2 0 0,1 0-1,-1 0 1,0-1 0,-4 12-1,-3 7 84,-1 1 0,-1-1-1,-26 47 1,-53 74 244,58-98-241,-53 76 140,-58 102 130,135-214-340,1-1-1,0 1 0,1 0 0,0 1 1,1-1-1,1 1 0,-1 15 0,3-23-18,1 0 0,0-1-1,0 1 1,1 0 0,0-1-1,0 1 1,0 0 0,1-1 0,0 1-1,1-1 1,-1 0 0,1 0 0,0 0-1,1 0 1,-1 0 0,1-1-1,9 11 1,-4-9-1,-1 1-1,1-1 0,0-1 1,1 0-1,-1 0 1,1-1-1,0 0 1,1 0-1,17 4 1,12 1-48,54 7 0,-74-14 8,82 10-604,167-2-1,110-27-2109,103-24-5088,-223 19-536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318 204 11257,'-7'-11'798,"1"0"0,0 0-1,0-1 1,1 1 0,-6-26-1,7 26 530,0 0-1,-1 0 1,0 0-1,0 0 0,-1 1 1,-8-11-1,1 1 1755,13 20-3038,0 0 0,0 0 1,0-1-1,0 1 0,0 0 1,0 0-1,-1-1 1,1 1-1,0 0 0,0 0 1,0-1-1,-1 1 0,1 0 1,0 0-1,0 0 1,0 0-1,-1-1 0,1 1 1,0 0-1,0 0 0,-1 0 1,1 0-1,0 0 1,-1 0-1,1 0 0,0 0 1,0 0-1,-1 0 0,1 0 1,0 0-1,0 0 1,-1 0-1,1 0 0,0 0 1,-1 0-1,1 0 0,0 0 1,-1 0-1,-8 12 998,-4 26-50,11-32-827,-2 6-109,-27 83 153,-28 145 0,-11 319-1481,60-445-1091,-3 113-3982,13-187 2325,10 68 1,12 0-7739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7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0 736 14001,'1'-1'75,"-1"0"0,0 0 0,1 1 0,-1-1 0,1 0 0,-1 1 0,1-1 0,-1 0-1,1 1 1,-1-1 0,1 1 0,0-1 0,-1 0 0,1 1 0,0 0 0,0-1 0,-1 1 0,1-1 0,0 1-1,0 0 1,0 0 0,-1-1 0,1 1 0,0 0 0,0 0 0,0 0 0,1 0 0,-1 2 121,0-1 1,1 1 0,-2 0-1,1-1 1,0 1 0,0 0-1,0 0 1,-1 0 0,1 0-1,-1 3 1,5 13 843,1 3-145,0 0-1,-2 0 1,-1 1 0,-1 0 0,0 31 0,1 140 1387,0-165-2072,1-1 0,2 0-1,0 0 1,20 50 0,-18-59-154,0-1 0,1 0 0,1-1 0,0 0 0,1 0-1,1-1 1,0 0 0,1-1 0,1-1 0,0 0 0,1-1 0,21 13 0,-16-13-26,0-1 1,1-2 0,0 0-1,1-1 1,0-1-1,0-1 1,1-1 0,0-1-1,45 2 1,-7-5-9,0-3 1,-1-3 0,0-2 0,0-3-1,0-3 1,83-29 0,-76 18-3,-1-3 0,-1-4 0,-1-2 0,-3-2 1,71-54-1,-87 53-18,-1-1 0,-2-2-1,-2-2 1,-1-2 0,-3-2 0,37-57 0,-54 73-2,-2-2 0,0-1 0,-2 0 0,-2 0 0,-1-2 0,-1 1 0,-2-2 1,-2 1-1,-1-1 0,-1 0 0,0-43 0,-5 59-64,-1 1 1,-1 0-1,0 0 0,-2 0 1,0 1-1,0-1 1,-2 1-1,0 0 1,-1 0-1,-1 0 1,0 1-1,-1 1 1,-1-1-1,-1 1 0,0 1 1,-1 0-1,0 1 1,-1 0-1,0 1 1,-1 0-1,-21-13 1,6 8-492,-1 0 1,0 2-1,-2 1 1,1 2-1,-2 1 1,1 1 0,-63-9-1,42 12-1524,0 3 0,0 2 0,0 3 0,-73 9 1,-18 12-8039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25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1046 641 3020,'-10'-12'3853,"12"-2"8631,1 5-8504,-2-1-3715,-10 3-212,8 7 44,1 0 1,-1 0-1,0 0 0,1-1 0,-1 1 0,0 0 0,1-1 0,-1 1 0,0 0 1,1-1-1,-1 1 0,1-1 0,-1 1 0,1-1 0,-1 1 0,1-1 1,-1 1-1,1-1 0,-1 0 0,1 1 0,0-1 0,-1 0 0,1 1 0,0-1 1,0 0-1,-1-1 0,7-28-79,-6 27-18,11-6-117,2 0 151,-5-3-84,36-47 105,-43 57-86,12-12-87,0 2-110,20-44-5,-31 54 203,-2 1 25,0 0-1,0 0 0,1 0 0,-1-1 0,0 1 1,1 0-1,-1 0 0,1 0 0,-1 0 1,1 0-1,-1 0 0,1 1 0,0-1 0,0 0 1,1-1-1,10-18-48,-2-6 66,-8 22-16,0-1-1,0 1 1,-1-1-1,1 0 1,-1 1-1,0-1 1,0 0 0,0 0-1,-1 0 1,0 0-1,0 0 1,0 0-1,-1 0 1,1 0-1,-1 0 1,-3-7-1,0-1 7,-1 1-1,-1 0 1,0 0-1,0 1 0,-1-1 1,-1 2-1,0-1 1,0 1-1,-1 0 1,0 1-1,-1 0 1,0 0-1,0 1 0,-1 0 1,0 1-1,-17-8 1,14 8 51,0 1 0,-1 1 1,0 0-1,0 1 0,0 1 1,-1 0-1,1 1 0,-1 1 1,1 1-1,-1 0 0,1 0 0,-1 2 1,-27 5-1,7 4 135,-1 0 1,1 3-1,1 1 0,0 2 1,1 1-1,-52 37 0,32-15 160,2 3 0,-91 97 0,112-106-247,3 1 1,0 2-1,3 1 0,1 1 0,2 1 0,1 0 0,3 2 0,-20 63 1,32-82-68,0 1 0,2 0 0,1-1 0,1 1 1,1 1-1,1-1 0,5 40 0,-2-46-18,1-1-1,1 1 0,1-1 1,0 0-1,1-1 1,0 1-1,2-1 0,0-1 1,0 0-1,2 0 1,15 17-1,-12-17-27,1 0 0,1 0 0,0-2 0,1 0-1,0 0 1,1-2 0,1 0 0,-1-1 0,2-1 0,26 8 0,-19-9-27,1-2 1,0 0-1,-1-2 1,2-1-1,-1-2 1,56-3-1,-32-4-33,-2-2 0,1-2 0,56-19-1,133-65-120,-185 68 169,-2-2-1,-1-3 0,-1-2 1,-1-2-1,79-73 0,-101 80 82,-2 0-1,0-2 0,-2-1 1,-1 0-1,-2-2 0,-1-1 1,-2 0-1,-1-2 1,-2 0-1,11-37 0,11-89 916,-36 158-886,-1 1 0,1-1 0,-1 0 0,0 1 0,0-1 0,0 0 0,-1 1 0,1-1 0,-1 0 0,0 1 0,0-1 0,-2-5 0,2 8-54,0 0 0,0 0 0,0 0 0,0 0 0,0 0 1,0 0-1,0 1 0,0-1 0,0 0 0,0 0 0,0 1 0,-1-1 0,1 1 0,0-1 0,0 1 0,-1-1 0,1 1 0,0 0 0,-1 0 0,1 0 0,0 0 0,-1 0 0,1 0 0,0 0 1,-1 0-1,1 0 0,0 0 0,-1 1 0,1-1 0,0 1 0,0-1 0,-3 2 0,-9 4-17,0 0 1,1 1-1,0 1 0,0 0 1,1 0-1,0 2 0,0-1 1,1 1-1,1 0 0,-15 20 1,1 2-19,2 1 1,-30 60 0,24-34-263,2 0 0,4 2-1,-24 104 1,36-121-79,2 1 0,3 0 0,1 0 0,2 1 0,2-1 0,8 46 0,1-28-2967,26 88 0,-25-119 612,1 0-1,19 37 1,34 41-8895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25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21 9429,'10'3'6864,"-20"-18"1135,5 9-9912,3 3 2219,-2 6 42,-7 5-176,0 1 0,0 1 0,1-1 0,0 2 0,1 0 0,0 0 0,1 0 0,0 1 0,-11 23-1,-5 17 136,-19 60 0,33-83-261,-5 14 23,1 2 1,3 0-1,1 1 1,-3 48 0,12-87-85,1-1 0,0 1 0,1-1 0,-1 1 0,1-1 0,1 1 0,-1-1 1,1 0-1,0 1 0,0-1 0,1 0 0,5 10 0,-5-13 5,0 1 0,0 0-1,0 0 1,0-1 0,1 0 0,-1 0 0,1 0-1,0 0 1,0 0 0,0-1 0,0 0 0,1 0-1,-1 0 1,0 0 0,1 0 0,-1-1 0,1 0-1,5 1 1,8-1-3,0 0 0,0-1 0,0 0 0,0-2 0,-1 0-1,1-1 1,0-1 0,-1-1 0,26-10 0,-6 0 0,-1-2 0,-1-1-1,41-30 1,-61 38 19,-1-1-1,0 0 1,-1-1-1,0-1 1,-1 0-1,0-1 1,-1 0 0,-1-1-1,11-18 1,-17 25-1,0 0 1,-1 1 0,0-1-1,0 0 1,-1-1 0,0 1-1,0 0 1,-1-1 0,0 1 0,-1-1-1,0 1 1,0-1 0,0 1-1,-1 0 1,-1-1 0,1 1-1,-1 0 1,-1-1 0,0 1 0,0 1-1,-5-12 1,0 8-51,0-1-1,-1 1 1,0 1-1,0-1 1,-1 2 0,0-1-1,-1 1 1,0 1-1,0 0 1,-21-10 0,-2 0-1148,-1 2 0,-62-19 0,90 33 518,-1 0 0,1 0-1,-1 1 1,-9-1 0,14 2-66,0 0-1,0 0 1,-1 0 0,1 1 0,0-1 0,0 1 0,0 0 0,-5 2-1,-15 8-7518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2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1207 1 15009,'-11'5'451,"5"-3"-141,0 0 0,0 1-1,0 0 1,1 0 0,0 0 0,-1 1 0,1 0 0,0 0-1,1 0 1,-1 0 0,1 1 0,0 0 0,0 0 0,0 0-1,-4 8 1,-124 265 6751,-41 82-4718,-42 71-1669,-42 172-3086,57 21-2796,78-100-3777,121-518 8840,-4 19-1994,-2 40 1,10 13-4346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2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91 13957,'-14'34'722,"8"-21"-263,0 1 0,1 0 0,1 1 0,0-1 0,-1 17 0,-2 10 504,-4 17 263,3 1 1,-2 95-1,10-113-962,-1-29-196,1 1 0,0 0-1,0-1 1,2 1-1,-1-1 1,2 1 0,-1-1-1,2 0 1,0 0 0,0 0-1,9 17 1,-9-24-39,-1 2-6,1-1-1,-1 0 0,1 0 0,1 0 0,-1-1 1,1 0-1,0 1 0,1-2 0,-1 1 1,1-1-1,0 0 0,0 0 0,8 4 0,-4-5 6,0 0 0,0-1-1,0-1 1,0 1-1,0-2 1,0 1-1,0-1 1,1-1-1,-1 0 1,0 0-1,20-6 1,-2-1-29,0-2-1,51-25 1,-52 21 7,-1 0 1,-1-3-1,-1 0 0,0-1 0,-1-1 0,-1-1 1,-1-1-1,0-1 0,17-27 0,-27 35-5,-2-1 0,1 0-1,-2-1 1,0 0-1,-1 0 1,-1-1-1,0 0 1,-1 0 0,-1 0-1,-1-1 1,0 1-1,-1-1 1,-1 0-1,-1 0 1,0 0 0,-5-26-1,3 33-2,0 1 0,-1-1 1,-1 1-1,0 0 0,0 0 0,-1 0 0,0 1 0,0 0 0,-1 0 0,0 0 1,-1 0-1,0 1 0,-9-8 0,4 6 21,-1 0 0,0 1 0,-1 0 0,1 1 0,-2 1 0,1 0 0,-1 1 0,-16-5 0,-10 1-637,-1 1 0,-1 2 0,1 2 0,-1 2 0,-72 4 0,105-1 282,-53 5-2759,23 3-1909,4 6-3904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2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0 15373,'-11'3'601,"0"0"0,1 1-1,-1 0 1,1 1 0,0 0-1,0 0 1,1 1-1,0 0 1,0 1 0,0 0-1,1 1 1,0-1 0,-12 16-1,3 2 102,1 1 0,1 0-1,1 1 1,-11 30 0,-35 120 949,60-175-1640,-35 128 548,7 2 0,5 1 0,-11 263 0,31-297-476,13 142 1,-9-232-77,0-1 1,0 0 0,1 0 0,0 0 0,1 0-1,0 0 1,8 15 0,-10-21-5,0 0 0,1 0 0,0 0-1,-1 0 1,1 0 0,0 0 0,0 0 0,0-1 0,0 1 0,1-1 0,-1 0-1,0 1 1,0-1 0,1 0 0,-1 0 0,1-1 0,-1 1 0,1 0-1,-1-1 1,1 0 0,0 1 0,-1-1 0,1 0 0,-1 0 0,1-1 0,0 1-1,-1 0 1,1-1 0,-1 0 0,4-1 0,48-16-44,65-33-1,35-13 94,-46 30 157,1 5 0,2 5 0,0 5 0,1 4 0,180 0 0,-263 16-185,71 3-2,-91-3-23,1 1 0,-1 0 0,0 0 0,0 1 0,0 0 0,0 1 0,-1-1 0,10 7 0,-15-8 1,-1-1 0,0 1 0,0-1 0,0 1 0,1 0 0,-1 0 0,-1 0 0,1 0 0,0 0 0,-1 1 0,1-1 0,-1 0 0,1 1 0,-1-1 0,0 1 0,0-1 0,0 1 0,0 5 0,0-5 0,-1 1 0,-1 0 0,1 0 0,0 0 0,-1-1 0,0 1 0,0 0 0,0-1 0,0 1 0,-1 0 0,0-1 0,-2 4 0,-6 9 0,-1-1 0,-1-1 0,0 0 0,-23 20 0,-41 33-858,-120 82 0,-102 43-2432,244-157 2732,42-28 334,-333 202-11197,158-107-1153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93 103 9221,'-1'-4'387,"-1"1"1,0-1-1,1 0 1,-1 1-1,0-1 1,-1 1-1,1 0 1,-1 0-1,1 0 1,-1 0-1,0 0 1,0 0-1,0 1 1,-1-1-1,-5-2 1,8 4-200,0 0 0,0 0 0,0 0 0,0 0 0,0 0 1,0 0-1,0 0 0,0 0 0,0 0 0,0-1 0,0 1 1,1 0-1,-1 0 0,1-1 0,-1 1 0,0-3 0,-8-13 1822,-2 6-93,4 12-537,6 1-1258,0 0 1,0 0-1,1-1 0,-1 1 0,1 0 1,-1 0-1,1 0 0,0 0 0,0-1 1,0 1-1,0 0 0,0 2 0,9 68 1452,74 469 1795,-61-368-4078,2-40-3724,64 198 0,-88-331 4432,35 110-6742,4-4-4412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0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140 209 10873,'-60'12'1655,"57"-10"-1436,0-1 0,1 1-1,-1 0 1,0 0 0,1 0-1,-1 0 1,1 1 0,0-1-1,-1 0 1,1 1 0,1 0-1,-1-1 1,0 1 0,1 0-1,-1 0 1,1 0 0,0 0-1,0 1 1,0-1 0,-1 4-1,-3 9 577,-1-1-356,0 0 0,2 1 0,0 0 0,1 0 0,-3 26 1,3 86 1017,3-104-1252,10 222 1146,-6-189-1203,-1-8-76,3 0 0,1-1 0,3 0 0,2 0 1,2-2-1,2 1 0,2-2 0,1 0 0,37 58 0,-46-87-52,2 0 0,0 0 0,0-1 0,2-1 0,0 0 0,0-1 0,1 0 0,1-2 0,0 1 0,1-2 0,27 13 0,-29-16-18,0-1-1,1-1 1,0 0 0,0-1 0,0-1-1,0-1 1,0 0 0,0-1-1,1-1 1,-1 0 0,1-1-1,-1-1 1,0 0 0,21-7 0,-17 3-1,-1-1 1,0-1-1,0-1 1,0 0-1,-1-2 1,-1 0-1,0-1 1,0 0 0,23-24-1,-22 17 2,-1-1-1,0-1 0,-2-1 0,-1 0 1,0-1-1,20-47 0,-20 32-5,-2-1-1,-1 0 0,-2-1 0,-1 0 0,-3 0 0,-1 0 0,-2-1 0,-1 0 0,-10-75 0,1 68-6,-2 1-1,-1 0 1,-3 0-1,-1 2 1,-3 0 0,-2 1-1,-36-61 1,38 76-52,-1 2 1,-1 0 0,-1 1 0,-1 1 0,-2 2-1,0 0 1,-2 1 0,0 2 0,-1 0 0,-1 2-1,-50-24 1,47 28-213,-1 1 0,0 2 0,-1 1 0,-38-6-1,55 14-308,1 1-1,-1 0 0,1 1 0,-28 3 0,33-2-282,0 1 0,0 1-1,0 0 1,1 0 0,-1 1 0,1 0-1,-1 1 1,-8 5 0,-14 18-7936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155 128 12757,'-3'-18'1971,"2"14"-289,-1 3-283,-9-9 143,0 0 1,0-1 0,2 0-1,-14-18 1,-1-2 210,21 29-501,3 3-1205,0 1 0,-1-1 0,0 0-1,1 1 1,-1-1 0,0 0 0,1 1 0,-1-1-1,0 0 1,0 0 0,0 0 0,0 0 0,0 0-1,-2 1 1,-11 16 173,9-3-143,2-1 1,0 1-1,1 0 1,0 22 0,-2 12 70,-3 12 2,3 1 0,5 72 0,1-103-131,2 0 1,1 0-1,1-1 0,1 0 0,2 0 0,16 37 0,-20-56-28,0 0-1,1 0 1,0-1-1,1 0 1,0 0-1,1-1 1,0 1-1,1-2 1,0 1-1,0-1 1,0-1-1,1 1 1,1-2-1,-1 1 0,1-2 1,0 1-1,0-1 1,0-1-1,1 0 1,0-1-1,0 0 1,0 0-1,0-2 1,0 1-1,0-2 1,0 1-1,1-2 0,-1 0 1,17-3-1,-12 0 3,0-1 0,0-1 0,-1 0 0,0-2-1,-1 1 1,1-2 0,-1 0 0,-1-1 0,0 0 0,0-1-1,-1-1 1,15-17 0,-20 19 1,1 0 0,-1-1 0,-1 0 0,0 0 0,-1-1 0,0 0 1,-1 0-1,0 0 0,-1-1 0,0 0 0,-1 0 0,0 0 0,-1 0 0,-1 0 0,0 0 0,-2-24 0,-2 12-68,-2 1-1,0-1 0,-2 1 0,0 0 0,-2 0 0,-1 1 1,0 0-1,-2 1 0,-1 0 0,0 1 0,-2 0 1,0 1-1,-2 1 0,0 0 0,0 1 0,-2 2 0,-37-28 1,46 38-190,1 0 0,-2 1 1,1 0-1,0 0 0,-1 1 0,0 0 1,0 1-1,0 1 0,0-1 1,-1 2-1,1 0 0,-1 0 0,1 1 1,0 0-1,-1 1 0,-20 4 1,22-2-464,-1 0 1,1 1-1,-1 0 1,1 0 0,1 1-1,-1 1 1,1 0 0,-1 0-1,2 0 1,-17 16-1,22-19 78,1 0-1,-1 0 0,1 1 1,0-1-1,0 0 0,0 1 0,-2 4 1,-5 27-7439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1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1349 74 13625,'-16'-14'687,"-1"-1"1920,-30-20 0,44 33-2385,0 1 1,0 0 0,0 0-1,0 0 1,0 0 0,0 0-1,0 1 1,0-1 0,0 1-1,-1 0 1,1 0 0,0 0-1,0 0 1,0 1 0,0-1-1,-1 1 1,1 0 0,0 0-1,-4 2 1,-3 1 190,1 1 0,-1 0-1,1 0 1,-12 10 0,12-8-102,0 0 1,1 1-1,0 0 0,1 1 0,0-1 0,-11 18 1,-27 62 1270,29-54-1049,-219 529 1613,159-368-1862,-6 13-284,-328 777 0,225-543-4538,177-419 3394,2 0 0,-6 39 0,11-54 421,0 1 0,1 0 0,0 0 0,2 11 0,-1-16-58,0 0 1,0 1-1,0-1 0,0 0 0,1 0 1,0 0-1,0-1 0,0 1 0,4 6 1,22 13-9611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2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0 8109,'-16'12'828,"13"-10"-605,0 0 0,0 0 0,1 1 0,-1-1 0,0 1 0,1-1 1,0 1-1,-1 0 0,1 0 0,0 0 0,1 0 0,-1 0 0,1 1 0,-3 5 0,-7 15 1512,-1 0-1,-15 24 1,-16 28 1253,23-35-1916,-11 22 790,-42 122-1,67-166-1729,1-1-1,1 1 1,0-1 0,2 1-1,0 0 1,1 0 0,1 1 0,1-1-1,1 0 1,0 0 0,9 32-1,-8-43-102,0 0-1,0-1 0,0 0 0,1 0 0,0 0 1,1 0-1,-1-1 0,1 1 0,0-1 0,1 0 0,0-1 1,0 1-1,7 4 0,-4-4 1,1-1-1,-1 0 1,1 0-1,0-1 1,1 0-1,-1 0 1,1-2-1,18 4 1,-5-4-8,-1-1 0,1-1-1,0 0 1,-1-2 0,1-1 0,-1-1 0,0-1-1,27-9 1,-21 4-15,0-1 0,-2-1 1,1-2-1,-1 0 0,-1-2 0,-1-1 0,0-1 0,-2-1 0,0-1 0,0-1 0,-2-1 1,-1-1-1,-1 0 0,-1-2 0,-1 0 0,-1-1 0,23-52 0,-35 68-11,0 0 1,-1 0-1,0-1 0,-1 1 0,0 0 1,-1-1-1,0 1 0,0-1 0,-1 0 1,-1 1-1,0-1 0,0 1 0,-1-1 1,0 1-1,-1 0 0,0 0 0,-1 0 1,0 0-1,-1 0 0,1 1 1,-2 0-1,1 0 0,-2 0 0,1 1 1,-1 0-1,0 0 0,-1 0 0,1 1 1,-1 0-1,-1 1 0,0 0 0,-12-7 1,1 3-183,0 1 0,0 1 0,-1 1-1,0 1 1,-1 1 0,1 0 0,-1 2 0,-23-1 0,-22 3-3593,-89 10-1,152-9 3543,-27 4-5578,11 4-3544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2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56 8933,'-42'-28'2044,"33"23"5585,9 3-7420,-1 0 0,0 1 0,0-1 0,1 1 0,-1 0 0,0-1 0,0 1 0,0 0 0,-1-1-1,1 1 1,0 0 0,0 0 0,-1 0 0,1 0 0,-3-1 0,-7 16 309,1 0-1,0 0 1,1 1-1,0 0 1,2 1 0,-1 0-1,2 0 1,0 1-1,-4 23 1,-2 19 377,-4 86 1,8-58-340,-35 245 538,-27-8-600,64-298-439,1 0 1,1 0 0,1 0 0,1 30 0,2-52-22,1-6-100,9-11-499,-2-1 0,1 1-1,8-21 1,-8 15-1062,22-34 0,13-17-2932,4-4-4540,-21 40-51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906 104 9761,'7'-24'4339,"-32"6"1431,23 13-5545,-1 1 0,1 0 0,-1 0 0,0 1-1,0-1 1,0 0 0,-1 1 0,1 0-1,-1 0 1,0 0 0,0 0 0,0 0 0,0 1-1,0 0 1,0 0 0,-1 0 0,1 0-1,-1 1 1,0 0 0,1 0 0,-1 0 0,0 0-1,1 1 1,-1-1 0,0 1 0,0 1 0,0-1-1,-6 2 1,-4 1 3,0 0 1,0 2-1,1-1 0,-1 2 1,1 0-1,0 1 0,0 0 1,1 1-1,0 0 0,1 1 1,0 1-1,0 0 0,1 1 1,-13 15-1,-12 16 518,3 2 0,-48 81 0,6 9-568,5 4 1,7 3 0,-69 222 0,116-312-179,2 0 0,3 1 0,-10 105 0,20-139 0,1 0 0,1 0 0,0 1 0,1-1 0,1 0 0,1 0 0,1-1 0,0 1 0,1-1 0,1 0 0,0-1 0,1 1 0,1-2 0,1 1 0,15 18 0,-7-15 0,1-1 0,1 0 0,0-2 0,1 0 0,1-1 0,1-2 0,40 19 0,0-5 0,117 32 0,392 51 0,-290-65 0,-267-43 0,-1 1 0,-1 0 0,1 1 0,0 1 0,12 6 0,-25-10 0,0-1 0,-1 0 0,1 1 0,0-1 0,0 1 0,0 0 0,-1-1 0,1 1 0,0-1 0,-1 1 0,1 0 0,-1 0 0,1-1 0,-1 1 0,1 0 0,-1 0 0,1 0 0,-1 0 0,0-1 0,1 1 0,-1 0 0,0 0 0,0 0 0,0 0 0,0 0 0,0 0 0,0 0 0,0 0 0,0 0 0,0 0 0,0 0 0,0 0 0,-1-1 0,1 1 0,0 0 0,-1 0 0,1 0 0,0 0 0,-1 0 0,1-1 0,-2 2 0,-1 2 0,0 1 0,-1-1 0,1 0 0,-1 0 0,-7 5 0,-7 4-2,-1-1 1,0-1-1,-1-1 0,0 0 1,-22 6-1,-8 4-207,-53 25-3359,-2-6 0,-172 42 1,167-57-3517,-1 0-4693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3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9 308 13209,'-1'-1'93,"0"0"0,0-1 0,0 1 0,1 0 0,-1-1-1,0 1 1,1-1 0,-1 1 0,1-1 0,-1 1 0,1-1 0,0 1 0,0-1-1,0 1 1,0-1 0,0 1 0,0-1 0,0 1 0,0-1 0,0 0 0,1 1 0,-1-1-1,1 1 1,-1 0 0,1-1 0,0 1 0,1-3 0,2 1 162,0-1 0,0 1 0,1 0 1,-1 0-1,1 0 0,0 0 0,6-1 1,0-2 25,57-22 1016,0 3 1,105-24-1,-146 42-1088,141-35 956,297-35 1,-455 76-1183,61-2 162,-66 3-202,0 1-1,1-1 1,-1 1-1,0 1 1,0-1-1,0 1 1,1 0-1,-1 0 1,-1 0-1,10 6 1,-13-7-9,0 0 1,0 0-1,0 0 0,0 0 1,0 1-1,0-1 0,0 0 1,0 1-1,0-1 0,0 1 1,-1-1-1,1 1 0,-1-1 1,1 1-1,-1-1 0,0 1 1,1-1-1,-1 1 0,0 0 1,0-1-1,0 1 0,0-1 1,-1 1-1,1 0 0,0-1 1,-1 1-1,1-1 0,-1 1 1,1-1-1,-1 1 1,-1 2-1,-1 1-265,0 0 0,0 0 0,0 0 0,-1 0 0,1 0 0,-1-1 0,-1 0-1,-4 5 1,-68 51-7710,42-26 86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1107 14261,'-73'-6'1876,"71"6"-1726,1 0 0,-1 0 1,0 0-1,0-1 0,1 1 1,-1-1-1,0 1 0,1-1 1,-1 1-1,0-1 0,1 0 1,-3-2-1,4 3-108,0 0 1,0 0-1,-1-1 1,1 1-1,0 0 1,0-1-1,0 1 1,0 0-1,0-1 0,0 1 1,0 0-1,0-1 1,0 1-1,0 0 1,0-1-1,0 1 1,0 0-1,0-1 1,0 1-1,1 0 0,-1-1 1,0 1-1,0 0 1,0-1-1,0 1 1,1 0-1,-1 0 1,0-1-1,0 1 1,0 0-1,1 0 0,-1 0 1,0-1-1,1 1 1,-1 0-1,36-19 1476,34-5 43,135-27 0,-135 35-1116,151-30 527,70-10-177,73-7-145,69-3-102,69-3-66,69 1-49,61 7 7,2160-101 790,10 94 608,-606 20-1163,-1714 33-675,-74-4-27,-78-5-326,-72-6-966,-96-1-307,-137 25 842,1-2 0,-2 0 0,40-21 0,-58 26 374,0 0 0,0-1 0,0 1 0,-1-1 0,9-8 0,-14 11 216,1 1 0,-1-1 0,1 0 0,0 0 0,-1 1 0,1-1 0,-1 0 0,1 0 0,-1 0 0,0 0 0,0 0 0,1 0 0,-1 0 0,0 0 0,0 0 0,0 0 0,0 0 0,0 0 0,0 1 0,0-1 0,0 0 0,0 0 0,0 0 0,-1 0 0,1 0 0,0 0 0,-1 0 0,1 0 0,0 0 0,-1 0 0,1 1 0,-1-1 0,0 0 0,1 0 0,-1 1 0,0-1 0,1 0 0,-1 1 0,0-1 0,0 0 0,1 1 0,-1-1 0,-1 0 0,-56-28-12132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9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12133,'1'2'2114,"44"85"4700,-25-45-5102,49 75 1,-33-69-1744,1-1 1,3-1-1,88 77 1,-69-75-2489,2-3 0,2-2 1,130 65-1,-117-73-1970,0 6-2327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19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1555 1 11217,'-67'30'2352,"33"-27"-320,-19 9-223,9 3-241,-10 12-272,-12 6-276,-22 9-200,-9 13-164,-17 2-124,1 15-204,-1 7-244,-10-1-528,0 10-648,0 5-924,-3-3-672,6 10-2493,31 8-4128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20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978 639 9909,'-4'-13'859,"-1"0"0,0 0 0,-1 1 0,0 0 0,-1 0 1,0 0-1,-1 1 0,-1 0 0,0 0 0,-10-9 0,0 0-166,13 13-512,0 0 0,0 1 1,-1 0-1,1 0 0,-1 0 0,-1 1 0,1 0 1,-1 1-1,-13-7 0,9 7-56,0 0 0,0 0 1,0 2-1,-1-1 0,0 1 0,1 1 1,-1 0-1,0 1 0,0 1 0,0 0 0,1 0 1,-1 1-1,1 1 0,-1 0 0,1 1 1,0 0-1,0 1 0,0 0 0,1 1 0,-17 11 1,-9 9 177,1 1 0,1 2 1,1 2-1,2 0 1,-40 53-1,28-25-89,3 2 0,-53 104 0,76-127-128,1 2-1,-20 64 0,32-84-70,0-1 1,2 1-1,0 0 1,1 0-1,1 1 1,1-1-1,3 33 1,-1-43-24,0 0 0,1 0 1,0 0-1,1-1 0,-1 1 0,2-1 0,0 0 1,0 0-1,0 0 0,1-1 0,11 13 1,-7-11-10,1 0 0,0-1 0,1 0 0,-1-1 0,1 0 0,1-1 0,20 8 0,-2-3-21,0-2 0,1-2 0,0 0 0,0-3 0,1 0 0,53 0 0,-25-6 4,1-3 0,-1-2 0,1-3-1,-2-2 1,0-3 0,0-3 0,-1-2 0,-2-3-1,0-2 1,67-40 0,-92 43 59,0-1-1,-2-1 1,-1-2-1,-1-1 1,-1-1-1,-1-1 1,-1-1-1,-2-2 1,-1 0-1,-1-1 1,-2-2 0,-2 0-1,-1 0 1,17-53-1,-17 39-29,-2-1 0,-3-1-1,-2 1 1,-2-1 0,1-70-1,-7 92 2,-2 1-1,-1 0 1,-2 0-1,0-1 1,-2 2-1,-1-1 1,-1 1-1,-1 0 1,-1 1-1,-2 0 1,-23-38-1,24 47-74,-1 1-1,-1 0 1,-1 1 0,0 1 0,-1 0-1,0 1 1,-1 0 0,0 2-1,-1 0 1,0 0 0,-1 2-1,1 0 1,-2 1 0,1 1-1,-29-6 1,29 8-186,0 1 0,-1 1-1,1 1 1,-1 0 0,1 1 0,0 1-1,-1 1 1,1 1 0,0 0-1,0 1 1,0 1 0,1 1 0,-1 1-1,1 0 1,1 1 0,-24 15 0,15-5-1087,1 1 0,-29 29 1,-6 20-4375,15 0-2478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4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5441 719 7421,'-15'-6'454,"8"4"-43,1 0 0,0 0-1,0-1 1,0 0 0,0 0-1,0 0 1,1-1-1,-1 0 1,1 0 0,-8-8-1,-7-11 943,-2 1-1,0 2 1,-2 0-1,-43-29 1,35 27-884,-240-152 1928,210 142-2167,-1 2 1,-109-34-1,72 36 31,-1 4 0,-1 4 0,-1 5 0,0 4 0,-1 5 0,0 4 0,-187 22 0,40 20 260,2 11 1,-303 104-1,263-52-91,-421 215 0,544-229-205,5 7 0,-149 116-1,199-125 11,4 5 1,4 4-1,-120 146 0,175-181-84,3 2-1,2 1 1,-35 77-1,51-87-44,3 1-1,3 1 1,2 2-1,-17 87 1,29-106-63,2 0 1,2 1-1,2 0 1,1 0 0,2-1-1,2 1 1,1-1-1,3 1 1,1-2-1,1 1 1,3-1 0,0-1-1,3 0 1,1-1-1,2-1 1,32 45-1,-22-40-24,2-3-1,1 0 0,2-2 0,2-1 0,1-3 0,1 0 0,2-3 0,1-1 0,1-2 0,63 28 0,-4-14-13,2-4 0,2-5 0,0-4 0,133 15 0,-28-20-2,256-7-1,-278-22-5,0-8 0,320-68 0,352-154-148,312-190-414,-939 331 415,303-173-1,-442 213 122,-2-4-1,-3-3 0,-3-5 1,-3-3-1,127-142 0,-162 156 26,-2-1 0,-3-3 0,-2-1 0,-4-2 0,36-83 0,-59 114 3,-2 0-1,-1-1 0,-2 0 1,-1-1-1,-2 0 1,-2 0-1,-1 0 0,-2 0 1,-1-1-1,-2 1 1,-1 0-1,-15-65 0,8 64 2,-3 1 1,0 0-1,-3 1 0,-1 0 0,-1 1 0,-45-62 0,29 54 0,-1 2 1,-2 1-1,-1 2 0,-66-49 1,28 33-1,-3 4 1,-1 4 0,-2 3 0,-2 3-1,-141-43 1,77 38-398,-2 7 0,-2 6 0,-157-10 0,-79 31-3825,264 18-797,-139 26 1,95-2-5847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5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1089 6393,'-40'18'904,"18"-10"1600,1 2 6844,68-43-7712,311-119-494,-139 62-920,781-299 173,-634 253-333,-203 76-74,348-147-78,-502 202-481,0 0-1,0 0 1,0-1 0,-1-1-1,0 1 1,13-15-1,-18 19-2295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6:36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53 616 12049,'-7'12'384,"1"-3"128,1 0 0,0 1 0,0 0 0,1 0 0,0 0 0,0 1 0,1-1 0,1 1 0,0 0 1,-1 20-1,6 178 2411,-5-88-2516,-1-87-1274,2 1 0,2-1 0,1 0 0,12 65 0,-11-91 500,0 0-1,1-1 1,0 1-1,0-1 1,0 0 0,1 0-1,6 7 1,-10-12-113,31-10-539,-30 6 1010,0 0-1,0 0 1,0 0-1,0 0 1,0 0-1,0-1 0,-1 1 1,1-1-1,-1 1 1,0-1-1,0 1 1,0-1-1,0 0 1,0 0-1,-1 1 1,1-4-1,4-53 138,-5 51-110,2-230 696,6-129-62,-5 335-602,19-148 421,-7 102 36,28-79 1,-35 133-365,1 0-1,1 0 1,14-24 0,-17 37-42,-1 0 1,2 1-1,-1 0 0,1 1 1,1 0-1,0 0 1,0 1-1,13-10 0,-21 17-81,2 0-1,-1 0 1,0 0-1,0 0 1,0 1-1,0-1 1,0 0-1,1 1 1,-1 0-1,0-1 1,1 1-1,-1 0 1,0 0-1,0 0 1,1 0-1,-1 1 1,0-1-1,1 1 1,-1-1 0,0 1-1,0 0 1,4 2-1,-3-2-6,0 1 0,0 0 1,-1 0-1,1 0 0,0 0 0,-1 0 0,0 1 1,1-1-1,-1 1 0,0-1 0,0 1 0,-1 0 1,1 0-1,0 0 0,1 4 0,1 7 38,-1 0 1,0 1-1,-1-1 0,-1 1 0,0-1 0,-1 1 0,0 0 0,-4 23 0,-6 13 41,-17 54 0,14-56-69,-18 75-357,-27 233-1,56-339 189,1 0 1,1 0-1,1 0 0,1-1 0,0 1 0,1 0 1,11 32-1,-9-37 16,0 0 0,2 0 0,-1-1 0,2 0 1,-1 0-1,2-1 0,0 0 0,0-1 0,0 0 0,19 15 0,-5-8-37,1-1 0,1-1 0,0-1 0,1-1 0,1-1 0,0-2 0,0 0 0,1-2 0,56 9 0,-13-9 15,0-2 1,134-7-1,-89-9 351,0-5 1,144-38-1,-240 49 334,0 1 1,36-2-1,-53 5 1413,-18-25-11486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29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10909,'-6'25'1651,"6"-24"-1535,0 0-1,0 0 1,0-1 0,0 1-1,0 0 1,0 0 0,0 0-1,0-1 1,0 1 0,1 0-1,-1 0 1,0-1 0,0 1-1,1 0 1,-1-1 0,0 1-1,1 0 1,-1-1 0,1 1 0,-1 0-1,1-1 1,-1 1 0,1-1-1,0 2 1,2 0 364,-1 2-237,0-1 0,0 1-1,-1 0 1,1 0 0,-1 0-1,0 0 1,0 0 0,0 0-1,-1 0 1,0 0 0,1 1 0,-1-1-1,-1 8 1,-1 3 252,-1 0-1,-7 25 1,-31 78 1150,-11 38-450,10-4-599,9-44-1230,-35 221 1,61-259-890,3 1 0,8 99 0,0-125-1106,3 0 0,19 69 1,7-23-4916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29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 11441,'-39'17'1756,"31"-13"-42,-7 9 1241,-11 9-2207,2 0-1,0 2 1,2 1 0,1 0 0,1 2 0,1 0 0,-21 40 0,30-46-609,0 0 1,2 1-1,0 0 0,1 0 0,2 1 1,0-1-1,2 1 0,0 1 1,1-1-1,2 0 0,3 34 0,-1-39-85,1 0 0,1-1 0,1 1 0,8 19 0,71 164 218,34 34-263,-85-174-124,48 77-239,27 50-214,-91-153 428,-2 1 1,-1 0-1,15 58 1,-26-79 110,-1 0 0,0 0 1,-1 0-1,0 0 0,-2 0 1,1 0-1,-2 0 0,0 0 1,-1 0-1,0-1 0,-7 16 1,8-24 27,0 0-1,-1 0 1,1-1-1,-1 1 1,-1-1 0,1 0-1,-1 0 1,0 0 0,0-1-1,0 1 1,0-1 0,-1 0-1,0 0 1,0-1 0,0 1-1,0-1 1,-1 0 0,1-1-1,-1 1 1,0-1 0,0 0-1,0 0 1,0-1 0,0 0-1,0 0 1,0 0 0,0-1-1,0 0 1,-10-1 0,9 1 3,1-1 0,0 0 0,-1-1 0,1 1 0,0-1 1,0-1-1,0 1 0,0-1 0,0 0 0,1 0 0,-1 0 1,1-1-1,0 0 0,-6-5 0,4 1 9,1 1 0,0-1 0,0-1 0,0 1 0,1-1 0,0 0 0,1 0 0,-5-12 0,0-10-5,1-1-1,2 1 0,1-1 0,-2-54 1,6-10-66,12-121 0,29-97-287,26-26-1021,-46 266 115,3 0-1,47-102 1,-60 155 662,1 1 0,1 0 0,1 1-1,16-19 1,-23 30 23,1 1-1,-1 0 0,2 1 1,-1-1-1,1 1 1,0 1-1,0-1 0,1 2 1,-1-1-1,1 1 1,0 0-1,11-3 0,17 2-4754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0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79 9641,'-1'-12'-199,"-1"1"2207,1 0-1,-1 0 1,-7-20 0,8 29-901,-5 3-222,-1 0-691,-1 1 0,1 1 0,-1-1-1,1 1 1,0 0 0,0 1 0,0 0 0,0 0-1,-7 7 1,3-2 109,1 1-1,1 0 1,-1 0-1,-13 23 1,-16 29 115,4 2 0,2 1 0,-32 96 0,51-124-341,3 0 0,0 1 0,-5 50 0,14-75-56,1 0 0,0 0 0,1 0 0,0 1 0,1-1 0,1 0 0,0 0 1,1 0-1,0 0 0,1 0 0,0-1 0,1 0 0,10 18 0,-11-24-15,0 0 0,0 0-1,1 0 1,0-1 0,0 0 0,0 0 0,1 0-1,-1-1 1,1 0 0,0 0 0,0 0 0,1-1-1,10 4 1,-8-4-3,1 0 1,0-1-1,0 0 0,0-1 0,0 0 1,0-1-1,0 0 0,18-3 0,-3-1-32,0-2 0,0-1-1,-1-1 1,0-1 0,0-2 0,39-23-1,-46 23-6,0 0-1,-1-1 1,-1-1-1,0-1 1,-1 0-1,-1-1 1,0 0-1,-1-1 1,0-1-1,-2 0 1,0 0-1,0-1 1,-2 0-1,7-22 1,-12 31-31,-1 0 1,-1-1-1,0 1 1,0 0-1,-1-1 1,0 1-1,-1 0 1,0-1-1,0 1 1,-1 0-1,0 0 1,-7-17-1,0 3-326,-2 0-1,0 0 0,-23-33 0,-74-90-3805,31 55-3437,46 56 346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1437 0 12485,'-19'109'2152,"17"-101"-1750,0 0 0,-1 0 1,1 0-1,-1 0 1,-1-1-1,0 1 0,-8 12 1,-1 0 463,-54 89 2995,-105 131 1,-100 86-2301,94-118-945,111-122-1327,-107 182 0,-24 116-2379,64-66-1461,56-102-1327,57-144 1601,9-13-2143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0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10465,'-24'43'1458,"-84"158"3970,86-152-4767,1 0-1,-17 65 0,29-79-532,1 1-1,2 0 1,1 1-1,1 42 0,3-64-84,2 1-1,0-1 0,1 0 0,0 0 1,2 0-1,-1 0 0,2 0 0,0-1 1,0 0-1,2 0 0,0 0 0,13 20 1,-15-28-34,1 0 1,-1 0-1,1-1 0,0 0 1,0 0-1,1-1 1,-1 1-1,1-1 1,0-1-1,0 1 1,0-1-1,1-1 1,-1 1-1,1-1 1,-1 0-1,1-1 1,0 0-1,0 0 1,0-1-1,-1 0 1,1 0-1,0-1 1,13-2-1,0-1 4,-1-1-1,0-1 0,-1-1 1,0-1-1,0 0 0,0-1 1,31-21-1,-29 14-13,-1 0 0,0-2 0,-1 0-1,-1-1 1,-1-1 0,-1 0 0,0-1-1,-2-1 1,0-1 0,-2 0 0,0 0-1,-2-1 1,9-28 0,-14 34 2,0 0 1,0-1-1,-2 1 1,0-1-1,-2 0 1,0 0-1,-1 0 1,0 0-1,-2 0 1,0 0-1,-1 1 1,-1-1-1,-1 1 1,-1 0-1,0 0 0,-1 0 1,-1 1-1,-18-28 1,17 33-22,0 0-1,-1 1 1,-1 0 0,0 0-1,0 2 1,-1-1 0,-1 1-1,1 1 1,-1 0 0,-1 1-1,1 1 1,-1 0 0,0 0-1,-1 2 1,-23-6 0,5 4-888,0 2 0,0 1 1,-1 2-1,1 1 0,0 1 0,-34 7 1,18 2-3504,13 6-2371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1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784 526 6985,'-1'0'96,"1"0"0,-1 0 0,0 0 0,1 0 0,-1 0 0,1 0 0,-1 0 0,1 0 0,-1 0 0,0-1 0,1 1 0,-1 0 0,1-1 0,-1 1 0,1 0 0,-1-1 0,1 1 0,0 0 0,-1-1 0,1 1 0,-1-1 0,1 1 0,0-1 0,-1 1 0,1-1 0,0 1 0,-1-1 0,1 1 0,0-1 0,0 1 0,0-1 0,0 1 0,-1-1 0,1 0 0,0 0 0,-5-33 1915,-2-3 301,-2 21-1402,-1 0 1,0 0-1,-1 1 0,-23-24 1,-13-15 396,-29-36 79,16 21-562,43 48-494,-1 0 0,-37-33-1,51 50-302,-1 1 0,1 0-1,-1 0 1,0 0 0,0 1-1,-1 0 1,1 0 0,0 0 0,-1 0-1,1 1 1,-1 0 0,1 0-1,-1 0 1,0 1 0,1 0 0,-1 0-1,0 0 1,1 1 0,-1 0-1,0 0 1,1 0 0,-1 1 0,1 0-1,0 0 1,0 0 0,-1 1 0,2 0-1,-1-1 1,-7 7 0,-5 4 50,1 1 0,0 0 0,1 1 0,0 1 0,2 0 0,-19 29 0,15-18-8,1 0-1,1 1 1,2 1 0,0 1-1,-14 54 1,21-59-17,1 0 1,1 0 0,2 0-1,0 1 1,1-1 0,2 1-1,6 43 1,-3-52-33,1-1 1,1 0-1,0 0 0,1 0 1,0-1-1,2 0 1,-1-1-1,2 0 0,0 0 1,1-1-1,0 0 1,1-1-1,0 0 0,1-1 1,16 11-1,19 11-11,3-1 1,105 48-1,-11-17-32,-70-32-50,-1 3-1,124 78 1,-189-105 58,0-1-1,0 1 1,-1 0 0,-1 1 0,1 0-1,-1 0 1,9 14 0,-14-18 3,0 0 0,1 0-1,-2 1 1,1-1 0,0 1 0,-1-1 0,0 1 0,0-1 0,0 1 0,-1 0-1,1 0 1,-1-1 0,0 1 0,-1 0 0,1 0 0,-1-1 0,0 1 0,0 0-1,-2 5 1,-3 3-32,-1-1 0,0 0 0,0 0 0,-1-1 0,0 0-1,-1-1 1,0 1 0,-1-2 0,0 1 0,-1-1 0,-14 9-1,-16 9-44,-79 39 0,-43 7-39,147-67 140,0-1-1,-1-1 1,0 0-1,0-1 0,1-1 1,-1 0-1,-1-2 1,-21-1-1,35 1 6,-1-1 1,1 1 0,-1-1-1,1 0 1,0 0-1,0-1 1,-1 0-1,1 1 1,0-1-1,0-1 1,1 1-1,-1 0 1,0-1-1,1 0 1,0 0-1,-1 0 1,1 0-1,-3-5 1,3 3 12,0 0 0,1 0 0,0 0 0,0-1 0,0 1-1,1-1 1,-1 1 0,1-1 0,1 0 0,-1 1 0,1-1 0,0-8 0,3-8 38,0-1 1,2 1-1,0 1 0,1-1 0,1 1 1,11-22-1,183-421-418,-146 337-320,59-146-2322,-53 88-2262,-40 113-150,-1 12-3151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2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1575 17 8585,'-51'-8'895,"30"4"-171,1 2-1,0 0 1,-36 1 0,14 5 864,0 2 1,-57 15-1,33-6-479,-64 13 151,1 6-1,2 5 1,2 6 0,-122 63 0,229-99-1134,-46 23 501,-76 50 0,123-70-523,1 0 0,0 1 1,1 0-1,0 1 0,1 1 0,1 0 0,0 1 0,1 0 1,-13 26-1,21-34-67,0 1 0,1-1 0,1 1 0,-1 0 1,1 0-1,1 0 0,0 0 0,0 0 0,1 0 0,0 0 1,0 0-1,1 1 0,0-1 0,1 0 0,0-1 0,1 1 0,-1 0 1,2 0-1,-1-1 0,10 16 0,2 0 17,1 0 1,1-1-1,1-1 0,1-1 0,32 28 0,427 319 290,-322-259-645,199 181 0,-329-265 220,-2 0 1,0 1-1,-2 2 1,-1 0-1,22 39 1,-37-57 62,0 0-1,-2 1 0,1 0 1,-1 0-1,-1 0 1,0 0-1,0 1 1,-1-1-1,-1 1 1,0 0-1,0-1 1,-1 1-1,-1 0 1,0-1-1,-1 1 1,0-1-1,0 1 1,-1-1-1,-7 16 1,6-18 17,-1-1-1,0-1 1,0 1 0,0-1 0,-1 0 0,-1 0 0,1 0-1,-1-1 1,0 0 0,0 0 0,-1-1 0,1 0 0,-1 0-1,0-1 1,-1 0 0,1 0 0,-1-1 0,0 0-1,0-1 1,-11 2 0,10-2 38,0-1 1,0 0-1,0 0 0,0-1 1,0-1-1,1 1 0,-1-2 1,0 1-1,0-1 1,0-1-1,1 0 0,-1 0 1,1-1-1,0 0 0,0-1 1,1 0-1,-1 0 0,-12-11 1,10 4 5,0 0 1,1-1 0,0-1 0,1 1 0,0-1 0,2-1 0,-1 0-1,2 0 1,0 0 0,1-1 0,0 0 0,-3-24 0,0-17 75,-4-111 1,12 147-107,-1-63-203,5-1 0,3 1 0,19-85 1,70-224-2797,-17 147-592,-60 198 565,3 1 0,53-87 0,-6 41-6112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2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2137 582 5412,'-46'-115'1205,"39"93"-684,1 1-1,0-2 1,2 1-1,-2-32 1,-1-2 873,-5-21 2424,-25-82 0,37 157-3660,-1 0 1,1 0-1,-1-1 1,0 1-1,1 0 0,-1 0 1,0 0-1,-1 0 1,1 0-1,0 1 1,0-1-1,-1 0 1,1 0-1,-4-2 1,5 4-97,-1 0 1,0 0 0,1 0-1,-1 0 1,0-1 0,0 1 0,1 0-1,-1 0 1,0 0 0,1 0 0,-1 0-1,0 1 1,1-1 0,-1 0-1,0 0 1,0 0 0,1 1 0,-1-1-1,1 0 1,-1 0 0,0 1 0,1-1-1,-1 1 1,1-1 0,-1 1-1,1-1 1,-1 1 0,1-1 0,-1 1-1,-4 5 189,1 0-1,0 1 1,0-1-1,1 1 1,0-1-1,0 1 1,-2 8-1,1 2 124,0-1 0,1 1-1,1 0 1,1 0 0,0 0 0,2 24-1,19 104 1262,-14-110-1246,41 239 343,34 219 1129,-38 5-839,-45-292-1022,-8-1 0,-9-1 0,-49 214 0,3-136 0,-161 433 0,-226 355-876,329-826 229,-11-6 0,-202 273 0,245-393-1838,-117 115 1,-14-26-6634,57-76-3761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4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1551 5208,'-5'1'277,"0"-1"-1,0 1 1,0 0-1,0 1 1,1-1-1,-1 1 0,0 0 1,1 0-1,-1 0 1,1 1-1,-1 0 1,1 0-1,0 0 0,-4 4 1,-4 2 1045,-1-1 0,-23 11 0,25-14-497,0 1-1,1 0 1,-19 14 0,27-17-53,6 0-631,0-1 1,0 1-1,0-1 0,0 1 0,1-1 1,-1 0-1,1-1 0,-1 1 0,1-1 0,0 0 1,0 0-1,0 0 0,-1-1 0,1 0 0,0 0 1,5 0-1,-8 0-92,47-2 321,0-1 0,66-13 0,-87 11-272,601-104 1292,-209 34-939,1654-294 1557,-1200 212-1267,194-33 69,1536-279 717,-2077 366-1226,327-56-1018,-805 152 369,59-13-1679,-148 41-3489,-52 17-834,-30 7-3986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4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121 106 9305,'-25'-25'2319,"20"20"-204,4 1-247,-3-10-1209,3 8 328,0 0 0,-1 0 0,1 0 1,-1 1-1,-1-1 0,1 0 0,-6-8 1,6 12 42,-9 20 904,7-9-1728,0 0 0,1 1 0,0-1 0,1 1 0,0 0 0,0-1 0,1 1 0,0 0 0,0 0 0,2 16 0,-2 23 241,-13 87 393,5-56-1505,3 0 0,6 136-1,11-125-2353,37 154-1,-29-178-1860,35 82 0,-6-43-5022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869 45 8161,'-44'-42'3370,"43"41"-3272,0 1-1,0 0 1,0-1 0,-1 1-1,1 0 1,0 0 0,0 0-1,0 0 1,0 0 0,0 0-1,0 0 1,0 0 0,0 0-1,0 0 1,-1 1-1,1-1 1,0 0 0,0 1-1,0-1 1,0 1 0,0-1-1,0 2 1,-3-1 234,-29 14 721,1 1 0,0 1 0,1 2 0,-44 35 0,5-4-212,4-3-90,2 1 0,-82 82 0,115-99-552,2 2 0,1 1-1,1 1 1,2 2 0,2 0 0,-21 43 0,37-63-143,0 0 1,1 1-1,1 0 1,1 0-1,0 0 1,-1 23 0,4-29-31,1 0 1,0 0 0,1 0 0,0 0 0,1 0-1,1-1 1,0 1 0,0 0 0,1-1-1,10 19 1,-4-11 13,1-1-1,1 0 0,0-1 1,24 24-1,-11-17 11,1-1 0,55 36 1,18 4 37,128 59 1,108 28 198,-124-58-283,-116-47-210,115 73 0,-192-107 165,-1 1 1,0 0-1,0 1 1,-2 1 0,21 23-1,-33-33 29,0-1-1,1 1 0,-1 1 0,-1-1 1,1 0-1,-1 1 0,0-1 1,0 1-1,0 0 0,0 0 0,-1 0 1,0 0-1,0 0 0,0 0 0,-1 0 1,1 0-1,-1 0 0,-1 0 1,1 0-1,-1 0 0,1 0 0,-2 0 1,1 0-1,0 0 0,-1 0 0,0 0 1,0-1-1,-3 6 0,-5 3-7,0 0-1,0-1 1,-2 0-1,1-1 1,-1 0-1,-1-1 1,0-1-1,0 0 0,-1 0 1,0-1-1,-21 8 1,-18 6-39,-103 27 0,104-35 92,-1-3 1,-1-2-1,-97 4 0,125-12 44,0-2 0,0-1-1,1-1 1,-1-1 0,1-1 0,0-2 0,0 0 0,0-1 0,1-2-1,-25-14 1,37 18-39,1-2-1,0 1 0,0-1 0,1-1 1,0 0-1,1 0 0,0-1 0,1 0 1,-1-1-1,2 1 0,0-2 0,-7-13 1,7 9-33,1 0 1,1-1 0,0 0 0,1 0 0,1 0-1,0 0 1,2-1 0,0-21 0,2 1-97,2 1 1,2 0-1,10-40 1,35-101-669,-10 65-692,57-113 0,73-98-3566,-65 154-236,5 10-2963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7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4 462 8665,'-1'-5'361,"0"0"1,0 0 0,1 0-1,-1 0 1,1 0-1,0 0 1,1-1-1,-1 1 1,1 0 0,0 0-1,0 0 1,3-7-1,4-7 1185,18-34-1,-7 15-201,-14 28-1135,0 0 0,0 1 0,1 0 0,0 0 0,1 0 1,0 1-1,0 0 0,10-8 0,-1 1 92,3-4-141,0 2 1,2 1 0,0 0 0,1 1 0,0 2-1,1 0 1,0 1 0,1 2 0,1 0 0,0 2 0,0 0-1,0 2 1,32-4 0,-46 9-139,0 0 1,0 1-1,0 0 1,0 0-1,0 2 0,0-1 1,0 1-1,0 1 1,0 0-1,-1 0 0,0 1 1,1 0-1,-1 1 1,-1 0-1,1 1 0,-1 0 1,0 1-1,0 0 0,-1 0 1,0 0-1,0 1 1,0 1-1,-1-1 0,-1 1 1,0 0-1,0 1 1,0-1-1,-1 1 0,-1 0 1,0 1-1,0-1 1,-1 1-1,0-1 0,-1 1 1,2 19-1,-4-4-3,0 0 0,-2-1-1,-1 1 1,-1 0 0,-1-1 0,-1 0 0,-2 0-1,0 0 1,-16 31 0,-16 23 39,-68 100 0,91-151-70,-226 341-13,235-356 24,-8 11 7,-17 35-1,30-52-5,0 0-1,1 0 1,-1 0-1,1 0 1,1 0 0,-1 0-1,1 0 1,0 1 0,1-1-1,0 12 1,1-17 0,-1 1-1,1 0 1,0-1 0,-1 1-1,1-1 1,0 1 0,1-1 0,-1 1-1,0-1 1,1 0 0,-1 1 0,1-1-1,0 0 1,-1 0 0,1 0 0,0-1-1,0 1 1,1 0 0,-1-1-1,0 1 1,0-1 0,1 0 0,-1 0-1,4 1 1,3 1-1,1 0 0,-1-1 0,1 0 0,0-1 0,15 1 0,35-2-26,0-3 0,78-13 0,124-34-235,-231 43 218,732-178-2344,-5-28-1840,-192 33-3570,-565 179 7784,158-51-5487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8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55 10837,'-11'-8'510,"8"6"-287,0 0 1,0 0-1,0-1 0,0 1 0,0-1 0,0 0 0,0 0 0,1 0 0,-1 0 0,1 0 0,0 0 0,0-1 0,-1-3 0,2 3 3587,-2 6-2918,1-1-719,-1 0-1,1 0 1,0 0 0,0 1 0,0-1 0,1 0 0,-1 1 0,0 0 0,0-1-1,-2 5 1,1-1 99,1 1 0,0 0 0,0 0 0,1 0 0,-2 10 0,-43 387 5677,41-349-5650,-53 473 1423,44-410-1939,-4 48-2320,8 0-1,11 170 0,19-160-1605,9-61-2755,-6-46-1922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8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0 13285,'-19'41'1381,"1"1"0,1 0 0,-13 57 0,2 26 131,2-17-379,-21 193-1,45-268-1052,0 0 1,3 0-1,1 0 1,1 0-1,2-1 1,1 1-1,1-1 0,2 0 1,1-1-1,20 42 1,-22-59-40,0 1 0,1-2 0,0 1 0,1-1 0,1-1 0,0 1 0,0-2-1,2 0 1,-1 0 0,1-1 0,1-1 0,14 8 0,-8-7 17,1-1 0,0 0 0,0-2 0,1-1-1,-1 0 1,1-2 0,1 0 0,22 0 0,0-4 9,0-1 0,0-2 0,1-3 0,-2-1-1,1-2 1,-1-2 0,-1-2 0,49-21 0,-70 24-47,0 0-1,0-1 1,-1-1-1,0-1 1,-1-1 0,0-1-1,-2 0 1,1-2-1,25-30 1,-40 42-22,-1 0 0,1 0 1,-1-1-1,0 1 1,-1-1-1,1 0 0,-1 0 1,0 0-1,-1 0 1,1 0-1,-1 0 0,-1 0 1,1-11-1,-1 14-17,0-1 0,-1 1 0,1 0 0,-1 0-1,0 0 1,0 0 0,0 0 0,0 0 0,-1 0 0,1 0 0,-1 0-1,0 1 1,0-1 0,0 0 0,0 1 0,0 0 0,0-1 0,-1 1 0,1 0-1,-1 0 1,1 1 0,-1-1 0,0 0 0,0 1 0,0 0 0,0-1 0,0 1-1,-3-1 1,-12-2-188,0 1-1,-1 0 1,1 1-1,0 1 1,-31 1-1,-98 17-1761,93-10 918,-205 34-7507,121-7-379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8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2063 15637,'-34'15'798,"-1"2"-220,30-14 551,15-5 1120,139-30 16,-42 11-1548,527-152 1054,-367 94-1397,-14 7-171,1188-331 1268,16 38-255,1530-228-100,-2903 578-1131,1192-244-401,-1092 205-2069,-183 54 2382,0 0-1,0 0 0,0 0 1,0-1-1,0 1 1,0 0-1,0-1 0,0 1 1,0 0-1,0-1 0,0 0 1,0 1-1,0-1 0,-1 1 1,1-1-1,0 0 0,0 0 1,-1 0-1,1 1 0,0-1 1,-1 0-1,1-1 0,-2 1-132,0 0-1,0 0 0,-1 0 0,1 0 0,0 0 1,-1 1-1,1-1 0,-1 0 0,1 1 0,-1 0 1,1-1-1,-1 1 0,-2-1 0,-7-1-1454,-1 0-1,0 0 0,-13 1 1,-63 5-9468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39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8737,'-1'1'63,"1"-1"0,0 1 0,0 0 0,0-1 0,0 1 0,1-1 1,-1 1-1,0-1 0,0 1 0,0 0 0,0-1 0,1 1 0,-1-1 0,0 1 0,0-1 0,1 1 1,-1-1-1,0 1 0,1-1 0,-1 0 0,1 1 0,-1-1 0,0 1 0,1-1 0,-1 0 0,1 1 1,-1-1-1,1 0 0,-1 0 0,1 1 0,-1-1 0,1 0 0,-1 0 0,1 0 0,0 0 1,-1 0-1,1 0 0,-1 0 0,1 0 0,-1 0 0,1 0 0,0 0 0,-1 0 0,1 0 0,-1 0 1,1 0-1,-1 0 0,1-1 0,-1 1 0,2-1 0,-2 1 34,1-1 0,0 0 0,0 1 0,0-1 0,-1 0 0,1 0 0,-1 1 0,1-1 0,0 0 0,-1 0 0,0 0 0,1 0 0,-1 0 0,1 0 0,-1 0 0,0 0-1,0 0 1,0 0 0,1-1 0,-1-1 197,4-5 49,0 1-1,1 0 1,-1 0-1,2 1 1,-1-1-1,1 1 1,-1 0-1,2 1 1,-1-1 0,0 1-1,1 1 1,0-1-1,0 1 1,9-4-1,4-1 14,0 1-1,1 1 0,0 1 1,27-5-1,-26 8-166,0 0-1,-1 2 1,1 0 0,0 2-1,0 0 1,0 1-1,0 2 1,-1 0-1,0 1 1,0 1 0,0 1-1,0 1 1,27 15-1,-35-17-132,-2 1 0,1 1 0,-1 0 0,-1 0-1,1 1 1,-1 1 0,-1 0 0,0 0 0,0 1-1,-1 0 1,0 0 0,-1 1 0,0 0 0,-1 0-1,-1 0 1,0 1 0,0 0 0,-1 0 0,-1 0 0,0 1-1,-1-1 1,1 24 0,-4-13 2,-1 1 0,-1 0 0,-1-1 0,-1 0-1,-1 0 1,-1 0 0,-19 41 0,-4-2 58,-59 89-1,-112 127 34,149-210-97,32-43 12,1 1 0,2 1 0,-25 54 0,41-81-58,1 0 0,-1 0 0,1 0 0,0 0 0,-1 0 0,1 0 0,0 0 0,0 0 0,0 0 0,0 0 0,0 0 0,0 0 0,0 0 0,0 0-1,0 0 1,0 0 0,1 0 0,-1-1 0,0 1 0,1 0 0,-1 0 0,1 0 0,-1 0 0,1 0 0,0 1 0,1-1 3,-1 1 0,1-1 1,0 0-1,0 1 0,0-1 0,0 0 0,0 0 0,0 0 0,0-1 0,4 2 0,4 0 19,0 0 0,0 0 1,20-1-1,-3-3-95,1-1 1,-1-1-1,48-14 1,-49 11-32,1164-370-7786,-690 166-1153,-353 144 2760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40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15569,'16'9'3481,"8"-3"-6542,26 0-1611,-10-12-3661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41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1870 11981,'-10'-2'483,"-9"-3"530,18 1-291,11-2 330,514-164 4592,9 24-5081,-453 125-282,1855-462 824,-1657 415-963,1140-254 299,-441 105-695,-323 52-2148,-230 32-2676,-250 67 71,-30 5-2695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42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995 857 2520,'-58'17'358,"-68"16"628,-140 14 2335,26-5-261,-5 2 2529,190-33-3534,51-9-1184,33-9 662,362-92 681,-20 5-1543,240-48-91,638-144-313,-440 94-1516,-277 49-2781,-497 133 3275,68-23-1709,-90 28 1096,0-1 1,-1 0-1,11-9 1,-4 1-5706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42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214 956 14353,'-3'6'346,"0"-1"1,0 1-1,0 0 0,1 0 0,0 0 0,1 0 0,-1 0 0,1 0 1,-1 11-1,5 56 2158,0-29-1426,1 58 70,-4 0-1,-22 165 1,-80 153-3446,45-196-2263,56-220 3814,-2-7-383,1 0 1070,0 1-1,1-1 1,-1 0-1,0 0 1,1 0-1,0-1 1,0 1-1,0 0 1,0-1-1,0 1 1,1 0-1,-1-6 1,2-48-243,0 32 215,7-57 149,3 2 1,31-121-1,-28 145 85,42-162 1240,91-225 0,127-193 2241,-246 579-3183,2 1 1,3 1-1,2 2 1,2 1-1,73-78 1,-109 129-431,1 0 0,-1 0 1,1 0-1,0 0 0,-1 0 1,1 0-1,0 0 0,0 0 0,0 1 1,0-1-1,-1 1 0,1-1 1,0 1-1,0 0 0,0 0 1,0 0-1,0 0 0,0 0 0,0 0 1,0 1-1,0-1 0,0 0 1,-1 1-1,1 0 0,0-1 0,0 1 1,0 0-1,-1 0 0,1 0 1,0 0-1,-1 0 0,1 0 0,-1 1 1,1-1-1,-1 0 0,0 1 1,0-1-1,1 1 0,-1 0 0,0-1 1,0 1-1,-1 0 0,2 3 1,2 13 9,0 0 1,-2-1 0,0 1 0,-2 1-1,0-1 1,0 0 0,-2 0 0,0 0-1,-1 0 1,-1-1 0,-1 1 0,0-1-1,-9 17 1,-14 32-337,-72 118 0,83-156 187,-40 64-371,-5-2-1,-95 104 1,-164 144-1515,316-333 1951,0 0 1,0 0-1,-1-1 0,1 0 0,-1 0 0,0 0 0,0 0 0,-1-1 0,-7 3 1,10-5 4,0 0 1,-1 0 0,1-1 0,-1 1 0,1-1 0,-1 0 0,-8-1-1,-7 0-11,51-14 244,-24 17-168,-1-1 0,1 1 1,-1 1-1,0-1 0,1 1 0,-1 0 1,0 1-1,-1-1 0,1 1 1,5 5-1,15 9 30,9 3 12,125 73 139,-132-80-113,1-1 1,0-1 0,60 14 0,-3-10-840,0-5 1,160 2-1,-188-15-2969,62-11-1,-30 1-4382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43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1 884 11709,'11'23'1748,"-10"-23"-1650,-1 1 0,0 0 0,0 0 0,0 0 1,0 0-1,0-1 0,0 1 0,0 0 0,0 0 1,0 0-1,0 0 0,0 0 0,-1-1 0,1 1 1,0 0-1,-1 0 0,1 0 0,0-1 0,-1 1 1,1 0-1,-1 0 0,1-1 0,-1 1 0,0 0 1,-1 1 242,1 1-119,0 0 0,1 0 0,-1-1 0,1 1 0,-1 0 0,1 0 0,0 0 0,0 0 0,0 0-1,0 0 1,1 0 0,-1 0 0,1-1 0,0 1 0,2 5 0,-2-6-158,1-1 0,-1 0-1,1 0 1,0 0 0,-1 0 0,1 0 0,0 0 0,0-1 0,0 1 0,-1-1 0,1 1 0,0-1-1,0 0 1,0 1 0,0-1 0,0 0 0,3-1 0,12-1 31,-1-1-1,1-1 1,-1 0 0,0-1-1,-1-1 1,1-1 0,-1 0-1,27-17 1,-9 3-10,-1 0 1,48-43-1,-70 55-73,0-1 0,0-1 0,-1 0 0,0 0 0,-1-1 0,-1 0 0,0 0 0,0-1 1,-1 0-1,7-21 0,-12 31-12,-1 1 0,1-1 0,0 0 0,-1 1 0,0-1 0,1 0 0,-1 0 0,0 1 0,-1-1 0,1 0 1,0 0-1,-1 1 0,0-1 0,1 0 0,-1 1 0,0-1 0,0 1 0,-1-1 0,-1-3 0,1 4 1,0 1-1,0-1 0,0 0 1,1 1-1,-1 0 0,-1-1 1,1 1-1,0 0 0,0 0 1,0 0-1,-1 1 0,1-1 1,0 0-1,-1 1 1,1 0-1,0-1 0,-1 1 1,1 0-1,-1 0 0,1 0 1,-1 1-1,1-1 0,-3 1 1,-15 4-2,1 0 1,-1 1 0,1 1-1,1 1 1,-1 1 0,-32 21-1,26-14-3,2 1 0,0 2 0,0 0 0,-24 28 0,39-36 1,0-1 0,0 2-1,1-1 1,0 1 0,-6 14 0,12-23 4,-1 1 1,0-1 0,1 1-1,0-1 1,0 1-1,0 0 1,0 0 0,1 0-1,-1-1 1,1 1-1,0 0 1,0 0-1,1 0 1,-1 0 0,1-1-1,-1 1 1,1 0-1,1 0 1,-1-1 0,0 1-1,1-1 1,2 5-1,1-3 1,0 0 0,0 0-1,1-1 1,0 0 0,0 0 0,0 0-1,0-1 1,0 0 0,1 0-1,-1 0 1,1-1 0,0 0-1,0-1 1,-1 1 0,1-1-1,14 0 1,11 0 13,1-2 0,44-7 0,-69 7-19,59-11 66,0-2 0,-2-4 0,124-50 0,-134 42 295,-1-2 0,90-65 0,17-9-20,-125 83-250,1 1 0,70-23 0,-97 38-34,0 1 0,0 0 0,1 1 0,-1 0 0,0 1 0,1 0 0,20 3 0,2 4 56,37 10 0,-40-8-36,38 6 0,-55-14-66,32 6 55,0-2-1,0-2 1,84-5-1,-107 0-57,-16 2-1,1-1 0,-1 0-1,1 0 1,-1 0 0,0-1 0,0 0 0,1 0 0,-1 0 0,9-6 0,-8 4 8,10-5-6,-1-1-1,0-1 0,0 0 1,16-17-1,-27 23-14,-1 0-1,0 0 1,0 0-1,0-1 1,-1 1 0,4-9-1,5-5-74,-3 9 53,-7 8 89,9-7-902,-4 4 812,1 0 0,0 1 0,1 0 1,-1 1-1,1 0 0,16-4 0,29-11 18,103-47-10,-130 56-1,33-7 1,-23 7 5,-2 1-28,59-4 0,-63 10-109,0-2 0,0-1 0,30-10-1,-19 2-48,-12 5 52,0-2 0,-1 0 0,-1-2-1,0-1 1,38-25 0,-60 33-162,-1 1 1,1-1-1,-1 0 0,-1 0 1,1-1-1,-1 0 1,0 0-1,0 0 0,0 0 1,3-9-1,-5 10-654,0 0 1,-1 0-1,0 0 1,0 0-1,0 0 1,0 0-1,-1 0 0,0 0 1,0-6-1,-1-6-4996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43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3 12197,'-7'21'4493,"0"-33"-3777,-3 0-416,-3 21-2021,0 3-47,-4-3-2324,0 3-3049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7:44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3383 95 7333,'-18'-12'473,"-1"0"0,-1 1 0,0 1 0,0 1 0,-1 0 0,-1 2 0,1 1 0,-1 0 0,0 2 0,0 0 0,0 1 0,-1 2 0,1 0 0,0 1 0,-42 7 0,-1 4-68,1 3 1,1 3-1,0 3 0,2 3 0,-78 39 0,-283 179 754,390-222-1064,-163 109 325,5 8 1,6 8-1,7 8 1,7 8-1,6 7 0,8 6 1,-176 258-1,245-304-226,7 3 0,5 4 0,-63 158 0,108-218-119,4 2 0,3 0 0,3 1 0,4 1 0,3 1 0,4 0 0,1 143 0,10-179-44,2 0 0,1-1-1,3 0 1,1-1-1,3 1 1,1-2 0,1 0-1,3 0 1,1-2-1,2 0 1,1-1 0,2-1-1,2-1 1,1-1-1,2-2 1,0 0 0,3-2-1,64 50 1,-43-44 0,2-1 0,1-4 1,2-1-1,116 42 0,-96-47 8,1-4-1,0-4 1,120 12-1,-75-22 25,0-5 0,0-5-1,-1-6 1,1-5 0,145-36 0,-100 8 270,-3-7-1,-2-7 1,213-105 0,-247 94-34,-3-4 0,-4-6 0,-3-6 0,150-134 0,-223 174-245,-2-1-1,-2-3 1,-2-2 0,-2-1-1,-2-2 1,34-66 0,-50 77-60,-1-1 0,-2-1 1,-3 0-1,-1-1 0,-2 0 1,-2-1-1,-2 0 0,-2 0 1,0-56-1,-7 50-123,-3 0 0,-1 0 1,-3 1-1,-1 0 0,-3 0 0,-3 1 0,-1 1 0,-2 1 0,-28-50 1,8 31-140,-2 2 0,-3 1 0,-2 3 1,-3 1-1,-84-76 0,17 32-552,-4 5 0,-5 6 1,-3 5-1,-4 5 0,-270-121 0,255 144-3515,-203-54 0,166 66-3936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0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11289,'10'9'3019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08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10 191 5909,'5'-13'1568,"-5"12"-864,0-1 0,1 0 0,-1 1 0,0-1 0,0 0 0,0 1 0,0-1 0,0 1 0,0-1 0,0 0 0,-1 1 0,0-3 0,-5-10-873,6 13 253,0 0 0,0-1 0,0 1 1,0-1-1,0 1 0,1 0 1,-1-1-1,0 1 0,1 0 0,-1-1 1,1 1-1,0 0 0,-1-1 1,1 1-1,1-2 0,4-9 737,-4 5-191,0 0 0,-1-1 0,0 1-1,-1-1 1,0-11 0,0 12-1044,0 4 1173,3 12-747,-4-8-11,1-1 1,0 1-1,0 0 0,0 0 1,0 0-1,1 0 1,-1 0-1,0 0 0,0 0 1,1-1-1,-1 1 0,0 0 1,1 0-1,-1 0 1,1-1-1,-1 1 0,1 0 1,-1 0-1,1-1 0,-1 1 1,1 0-1,0-1 1,-1 1-1,1-1 0,1 2 1,9-5 1,0 0 1,-1-1 0,19-8-1,-26 10 11,-7 4-22,3-2 6,-21 8-14,0 2 1,-31 17-1,51-26 45,7-1-3,6-2-22,0-1 0,1 0 0,-1-1 0,-1 0 0,1 0 0,0-1 0,-1-1 0,0 0-1,0 0 1,-1-1 0,12-10 0,-19 15-51,-10-9-3651,1 3 1199,5 3-3273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09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44 8873,'0'1'120,"-1"-1"1,1 0 0,-1 1-1,1-1 1,-1 0-1,1 0 1,-1 1 0,0-1-1,1 0 1,-1 0-1,1 0 1,-1 1 0,1-1-1,-1 0 1,0 0-1,1 0 1,-1 0 0,1 0-1,-1 0 1,0 0-1,1 0 1,-1-1 0,1 1-1,-1 0 1,1 0-1,-1 0 1,0-1-1,1 1 1,-1 0 0,1-1-1,-1 1 1,1-1-1,-1 0 220,0-1 0,0 1 0,1-1 0,-1 0 0,1 0-1,-1 1 1,1-1 0,0 0 0,-1 0 0,1 1 0,0-1-1,1-2 1,-32-5 2641,8 4-1462,20 4-1386,0 0 0,0 0 1,-1 0-1,1 1 0,0-1 0,0 1 0,0 0 1,-1 0-1,1 0 0,0 0 0,0 1 0,-5 0 0,0 2 70,0 0-1,0 0 1,0 0-1,1 1 1,-1 0-1,1 1 1,0 0-1,0 0 1,1 0-1,0 1 1,0 0-1,0 0 1,0 0-1,1 1 1,0 0-1,-4 9 1,-6 11 329,1 1 0,1 1 0,-9 32 0,11-25-49,-7 38 1,-23 139 913,35-176-1229,1 0 1,2 0 0,1 1-1,3-1 1,0 1 0,9 43-1,-9-72-143,4 21-17,1-1 0,1 1-1,1-1 1,2-1 0,1 1 0,1-2 0,1 0 0,1 0-1,2-1 1,1-1 0,1 0 0,0-2 0,37 35-1,-39-42-6,2-2 0,-1 0 0,2-1 0,0 0 0,0-2 0,1 0 0,0-2-1,1 0 1,0-1 0,1-1 0,-1-1 0,1-1 0,0-1 0,1 0 0,-1-2-1,1-1 1,-1-1 0,43-5 0,-37 1-1,1-2 0,-1-1 0,0-2 0,-1 0 0,0-2 0,-1-1 0,0-1 0,-1-1 0,0-1 0,-1-2 0,-1 0 0,40-39 0,-46 39 0,-2-1 0,0-1 0,0 0 0,-2-1 0,-1 0 0,0-1 0,-2-1 0,0 0 0,-1 0 0,-1-1 0,-2 0 0,0 0 0,-1-1 0,-2 0 0,2-46 0,-6 36-89,-1 0 0,-2 0 0,-1 0 0,-1 1 0,-2 0 0,-2 0 0,-1 1 0,-1 0 0,-2 1 0,-35-58 0,35 67 9,-1 1 0,0 1 0,-2 1 0,0 0 0,-2 1 0,0 1 0,-1 1 0,0 0 0,-1 2 0,-1 0 0,0 2 0,-1 0 0,-1 1 0,1 2 0,-31-9 0,17 10-379,-1 2 0,0 1 0,0 2-1,1 1 1,-77 8 0,53 2-1508,0 2 0,-114 36 1,145-36-381,0 1 0,1 2 0,-44 24 0,24 3-7134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1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393 366 5853,'-45'-17'1369,"42"16"-1108,0-1 0,0 1 0,0-1 0,0 0 0,0 0 0,0 0 0,0 0 0,1 0 0,-1-1-1,1 1 1,-4-6 0,-12-9 932,11 13-816,1 0 1,-1 0 0,1-1-1,0 1 1,1-2 0,-1 1 0,1-1-1,0 1 1,0-1 0,-7-13-1,11 16-285,-1 0 0,1-1-1,0 1 1,0-1 0,0 0 0,1 1-1,-1-1 1,1 0 0,0 1 0,0-1-1,0 0 1,1 1 0,-1-1 0,1 0-1,0 1 1,0-1 0,0 1-1,0-1 1,1 1 0,-1 0 0,1-1-1,0 1 1,0 0 0,2-3 0,2-1 18,1 0 0,-1 0 0,1 1 0,1 0 0,-1 0 0,1 1 0,0 0 0,0 0 0,0 0 0,14-4 0,10-3 282,47-11 0,-28 10-75,0 3 0,1 2 0,64-2 0,-92 10-248,0 0 1,0 2 0,0 0-1,0 2 1,-1 0 0,0 2-1,1 0 1,-2 2-1,30 13 1,-44-16-53,0-1 0,-1 1 0,1 0 0,-1 0 0,0 1 0,-1 0-1,1 0 1,-1 1 0,0-1 0,-1 1 0,0 1 0,0-1 0,7 15 0,-8-11-5,0 0-1,-1 0 1,0 1 0,-1-1 0,0 1-1,-1-1 1,0 1 0,-1 0 0,-1 16-1,-4 5 9,-2 0 0,0 0 0,-3-1 0,0 0 0,-2-1 0,-23 43-1,-11 9 13,-4-1 0,-84 106 0,-140 136 21,228-271-34,-77 84 2,-153 187 50,269-316-48,1 0 0,0 0 0,0 1-1,1 0 1,0 0 0,1 1 0,0-1 0,0 1 0,-2 14 0,5-22-17,1 0 1,0 0-1,0 0 0,0-1 0,0 1 0,0 0 1,0 0-1,1 0 0,-1 0 0,1 0 1,-1-1-1,1 1 0,0 0 0,0-1 1,-1 1-1,1 0 0,0-1 0,1 1 1,-1-1-1,0 1 0,0-1 0,1 0 0,-1 1 1,0-1-1,1 0 0,-1 0 0,1 0 1,0 0-1,-1 0 0,1 0 0,0-1 1,3 2-1,3 0 23,0 0 0,1-1-1,-1 0 1,1 0 0,0-1 0,10 0 0,54-6 7,123-24-1,76-36-194,663-218-4490,-439 126-3021,-213 75-281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2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319 498 5921,'0'-3'192,"0"1"0,1 0 0,-1-1 0,-1 1 0,1 0 0,0-1 0,0 1 0,-1 0 0,0 0 0,1 0 1,-1-1-1,0 1 0,0 0 0,0 0 0,0 0 0,0 0 0,-1 0 0,1 0 0,-3-2 0,-15-28 2292,10 11-483,-2-1 0,0 2 0,-15-21 0,0 0-770,3 1 96,-43-57 1,64 95-1239,-3-5 21,-5-7 138,16 23-167,-2 0 190,-9-7 627,-16-9-182,17 4-551,1-1 0,-1 1-1,1-1 1,0 1 0,0-1 0,-3-6-1,4 7-57,-37-62 1638,37 63-1620,-8-23-105,10 23 20,6 13 260,6 13 118,0 0 0,-2 1-1,-1 0 1,9 37 0,72 553 219,-86-582-635,0 2-905,3 0 0,12 41 0,-8-43-812,1-1 0,1-1 1,2 0-1,1-1 0,2 0 0,0-1 0,2-2 0,30 33 0,8-4-9925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3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31 11957,'-81'-27'6137,"79"27"-5906,0-1 0,-1 0 1,1 1-1,-1-1 0,1 1 1,-1 0-1,1 0 0,-1 0 0,0 0 1,1 0-1,-1 1 0,1-1 1,0 1-1,-1 0 0,1-1 1,-1 1-1,1 0 0,0 0 1,-4 3-1,3-1-25,0-1-1,-1 1 1,2 0 0,-1 1-1,0-1 1,1 0 0,-1 1 0,1 0-1,0-1 1,-2 8 0,-2 6 248,1-1 0,1 1 0,1 0 0,-2 27 0,1 1-64,3 0 0,1 0 1,2 0-1,3 0 1,1 0-1,2-1 0,2 0 1,29 77-1,-28-94-326,1-1 0,2 0 0,0-1 0,2-1 0,0 0 0,2-1 0,0-1 0,2 0 0,0-2 0,1 0 0,1-2 0,1 0 0,1-1 0,47 25 0,-36-27-46,0-1 1,0-2-1,1-2 1,1-1-1,0-1 1,0-2 0,0-2-1,0-2 1,1-1-1,0-1 1,-1-3-1,0-1 1,56-13 0,-69 10-106,-1-1 0,25-12 1,-48 20 81,0 0 1,0 0-1,0 0 1,0 0-1,0 0 1,0 0-1,0 0 1,0 0-1,1 0 1,-1 0-1,0 0 1,0 0 0,0 0-1,0 0 1,0 0-1,0-1 1,0 1-1,0 0 1,0 0-1,0 0 1,0 0-1,0 0 1,0 0-1,0 0 1,0 0 0,0 0-1,0-1 1,0 1-1,1 0 1,-1 0-1,0 0 1,0 0-1,-1 0 1,1 0-1,0 0 1,0 0-1,0-1 1,0 1 0,0 0-1,0 0 1,0 0-1,0 0 1,0 0-1,0 0 1,0 0-1,0 0 1,0 0-1,0 0 1,0-1-1,0 1 1,0 0 0,0 0-1,0 0 1,-1 0-1,1 0 1,0 0-1,0 0 1,0 0-1,0 0 1,0 0-1,0 0 1,-3-3-53,0 0 1,0 0-1,0 0 1,0 1 0,0-1-1,-1 1 1,1 0-1,-1 0 1,0 0-1,1 0 1,-1 1-1,0-1 1,0 1-1,0 0 1,0 0-1,0 1 1,0-1 0,0 1-1,0 0 1,-5 0-1,-13 1-391,-1 0-1,-32 7 0,-42 12-2316,1 5 0,1 4 0,-143 65-1,126-37-3051,15 8-3238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3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2710 16530,'-171'48'4877,"188"-55"-1997,-9 2-2398,708-326 4146,13 21-4103,-585 249-192,1577-590 467,30 73-190,-187 63-456,-1527 502-240,315-112-178,-256 88-1842,116-64 1,-188 85 239,-24 16 1836,1 0 1,-1 0-1,0-1 0,0 1 1,0 0-1,0 0 0,0 0 1,1 0-1,-1 0 1,0 0-1,0 0 0,0 0 1,0-1-1,0 1 0,0 0 1,1 0-1,-1 0 0,0 0 1,0 0-1,0-1 0,0 1 1,0 0-1,0 0 1,0 0-1,0 0 0,0 0 1,0-1-1,0 1 0,0 0 1,0 0-1,0 0 0,0-1 1,0 1-1,0 0 1,0 0-1,0 0 0,0 0 1,0 0-1,0-1 0,0 1 1,0 0-1,0 0 0,0 0 1,-1 0-1,1-1 1,0 1-1,0 0 0,0 0 1,0 0-1,-1 0 0,-25 0-2940,23 1 2528,-61 11-6232,-17 10-4136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4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 9989,'-38'-1'10262,"35"1"-9796,0 0 0,-1 1 0,1 0 1,0 0-1,0 0 0,0 0 0,-6 3 1,6-2-312,1 0 1,-1 0 0,1 1 0,-1-1 0,1 1 0,0-1-1,0 1 1,0 0 0,0 0 0,1 0 0,-1 0 0,1 0-1,-1 0 1,1 0 0,0 1 0,1-1 0,-1 0 0,0 1-1,1-1 1,0 4 0,-2 19 121,1-1 0,1 1 0,2 0 0,0-1 0,2 1 0,1-1 0,1 0 0,1 0 0,1 0 0,1-1 0,1-1 1,21 37-1,-17-37-204,2 0 1,0 0-1,1-2 0,2 0 1,0-1-1,1-1 1,1-1-1,0 0 1,2-2-1,0-1 1,42 21-1,-24-18-37,0-3 1,1-1-1,1-2 0,1-2 0,-1-2 1,1-2-1,0-1 0,1-3 0,45-3 1,-40-3-20,1-1 1,-1-3 0,0-2 0,-1-2-1,0-2 1,-1-2 0,77-38-1,-85 32 31,-1-3-1,0-1 0,-2-1 1,-1-3-1,-2 0 0,-1-3 1,-1 0-1,-2-2 0,27-40 1,-14 14 5,-55 82-53,1 0 0,0 0 0,2 1 0,-7 24 0,-3 7 0,7-23 4,-103 294-623,97-262-706,-37 144-4787,29-65-3166,15-38-3175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5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462 298 11729,'-5'-8'591,"2"5"-201,1-1 1,-1 1-1,1-1 0,0 1 0,0-1 0,0 0 0,1 0 0,0 0 0,-2-7 0,2 9-90,0 0-1,1 0 1,-1 0-1,0 0 1,0-1-1,0 1 1,-1 0-1,1 1 1,0-1-1,-1 0 1,1 0-1,-1 0 1,0 1-1,1-1 1,-1 1-1,0 0 0,0-1 1,-8-4 8060,9 8-7325,-4 2-937,1 1 1,0 0 0,1 0-1,-1 0 1,1 1-1,0-1 1,0 1-1,1 0 1,-3 9-1,-14 63 618,14-54-657,-60 334-59,53-259 0,0 166 0,12-241 0,2 0 0,0 0 0,1 0 0,2 0 0,0 0 0,2-1 0,9 24 0,-12-39 0,0 0 0,0 0 0,0 0 0,1-1 0,1 0 0,-1 0 0,1 0 0,0 0 0,1-1 0,-1 0 0,1 0 0,0-1 0,1 0 0,-1 0 0,1-1 0,0 0 0,0 0 0,1-1 0,-1 0 0,1 0 0,-1-1 0,11 1 0,2-1 0,0-1 0,0-1 0,1-1 0,-1-1 0,0-1 0,0 0 0,0-2 0,-1-1 0,1 0 0,30-15 0,-7 1 0,-1-3 0,-1-2 0,61-46 0,-53 32 0,-2-3 0,-2-1 0,-1-2 0,75-101 0,-99 115 0,-2-1 0,-1 0 0,27-69 0,-36 76 0,-2 0 0,0 0 0,-2 0 0,-1-1 0,-1 0 0,0-36 0,-4 44 0,-1 0 0,0 1 0,-1-1 0,0 1 0,-2-1 0,0 1 0,-1 0 0,-1 1 0,0 0 0,-1 0 0,-1 0 0,-1 1 0,0 1 0,-23-27 0,12 20 0,0 2 0,-2 0 0,0 2 0,0 0 0,-2 2 0,0 0 0,0 2 0,-43-16 0,11 9-844,-1 3 0,-1 2 0,0 3 0,-1 3 0,-69-3 0,34 10-1637,0 3 0,-146 22 1,210-17-815,-35 9 1,-17 14-7394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53 7857,'-7'-1'513,"-1"0"0,1-1 1,0 1-1,-1-1 1,1-1-1,0 0 0,0 0 1,1 0-1,-9-5 1,6 4-170,-1 0 0,0 0 0,-1 2 0,1-1 0,-1 1 0,1 0 0,-22 0 1,9 0-8,16 2-249,0 0 0,-1 0-1,1 1 1,0 0 0,0 0 0,-1 0 0,1 1 0,0 0-1,1 1 1,-1 0 0,0 0 0,-7 4 0,6-2 32,-1 0 1,1 1-1,0 0 0,0 0 0,1 1 1,0 0-1,0 0 0,-8 12 1,-1 4 222,-20 38 0,28-46-225,-16 29 127,2 0 1,2 1-1,2 1 0,3 1 1,1 1-1,-9 56 0,19-75-182,1 0 0,1 0 0,2 1 0,1-1 0,1 0 0,1 0 0,2 0 0,1-1 0,1 0 0,2 0 0,21 49 0,-13-44-28,3 0 0,1-1 0,1-1-1,1-1 1,2-1 0,1-1 0,35 29-1,221 154 101,-211-163-96,-37-25-28,-2 2 1,0 0 0,31 35 0,-54-50-8,0 0 0,-1 1 0,-1 0 0,0 0 1,11 22-1,-16-26-3,1 0 0,-1 1 1,0-1-1,-1 0 0,1 0 0,-1 1 1,-1-1-1,0 1 0,0-1 0,0 1 1,-2 9-1,-1-5 1,-1-1 0,-1 1-1,1-1 1,-2 0 0,1 0 0,-2-1-1,1 1 1,-1-1 0,-1-1 0,0 0-1,0 0 1,-1 0 0,-10 7 0,-19 15-6,-77 46 1,102-69-6,-30 18-515,-1-2 0,-90 34 1,100-46-1004,-1-2 0,-47 8 0,46-15-3494,5-5-2953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7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0 901 11141,'74'-69'1448,"-17"36"-44,10 0-232,13-3-152,7-4-199,24-2-205,16-6-72,30-6-116,21-4-156,16 4-56,7-6-140,4 0-412,-5-4-640,8 4-617,0-6-739,-11-1-1684,-2 10-2905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8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55 217 11173,'-1'-3'252,"0"0"0,0-1 0,1 1-1,-1-1 1,1 1 0,-1-1 0,1 0 0,0 1-1,0-1 1,1 1 0,-1-1 0,1 1 0,0-1 0,0 1-1,0 0 1,2-5 0,-3 5-13,-1 0-1,1-1 1,0 1-1,-1 0 0,0 0 1,0 0-1,0 0 1,0 0-1,0 0 1,-1 0-1,1 1 1,-1-1-1,0 0 1,-2-3-1,3 6-151,-5-13 627,0 1-1,0-1 0,1 0 0,1 0 0,-6-26 0,10 36 870,-1 6-674,1 8-493,0 0 1,0 0-1,1 0 0,0 0 0,1 0 1,1 0-1,6 20 0,2 10 146,4 32 276,-8-29-448,2 0 0,2-1-1,33 80 1,-39-112-407,1 1 1,0-1-1,1 0 0,1-1 0,0 1 1,0-2-1,1 1 0,0-1 0,0 0 1,1-1-1,0 0 0,1-1 0,0 0 0,0 0 1,0-1-1,1-1 0,0 0 0,15 4 1,-12-5-64,1-1 0,-1-1 0,1 0 1,0-1-1,-1-1 0,1-1 0,0 0 1,-1-1-1,1 0 0,-1-1 0,1-1 1,-1-1-1,0 0 0,-1-1 0,27-14 1,-15 5 25,-1-1 1,-1-1-1,-1-2 1,0 0-1,-1-1 1,-2-1-1,30-38 0,15-30-7,45-56 554,-107 141-440,0 0 1,1 1-1,0-1 0,0 1 1,0 0-1,4-3 0,-7 5-37,0 1-1,0-1 0,0 1 0,0 0 0,-1-1 0,1 1 0,0 0 1,0 0-1,0 0 0,0 0 0,0-1 0,0 1 0,0 1 0,0-1 1,0 0-1,0 0 0,0 0 0,0 0 0,0 1 0,0-1 0,0 0 1,0 1-1,-1-1 0,1 1 0,0-1 0,0 1 0,0-1 0,-1 1 1,1 0-1,0-1 0,0 1 0,0 1 0,4 4 32,-1 1 0,0 0 0,0-1-1,-1 1 1,0 1 0,0-1 0,-1 0 0,1 1-1,-2-1 1,2 11 0,6 87-23,-8-71-189,1-7-44,-1 2-533,1 0 0,1-1 0,11 42 0,2-16-1897,27 62-1,-33-95 496,23 37-1,-24-45 216,1-1 0,0 0 0,19 18 0,5 1-6460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19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40 296 11469,'-5'9'750,"-1"1"0,1-1 0,1 1 0,0 0 0,0 0 0,1 1 0,1-1 0,-1 1 0,2 0 0,-1-1 0,2 1 0,0 14 0,1-8-375,0 0 1,2 0 0,0 0 0,1 0 0,1-1-1,1 1 1,0-1 0,9 17 0,-11-26-312,0 0 0,1 0 0,0-1 0,0 0 0,0 1 0,1-2 0,0 1 0,0-1 0,0 0 0,1 0 0,0 0 0,0-1 0,0 0 0,0-1 0,1 0 0,-1 0 0,1 0 0,0-1 0,10 2 0,-1-3-10,0 0 1,1-1-1,-1-1 1,0 0-1,0-2 0,1 0 1,-2 0-1,1-2 1,0 0-1,-1-1 0,0-1 1,0 0-1,-1-1 1,0-1-1,-1 0 1,1-1-1,-2-1 0,1 0 1,11-14-1,-19 19-5,-1 0 1,0 0-1,-1-1 0,1 0 0,-1 0 0,-1 0 0,1 0 1,-1-1-1,0 1 0,-1-1 0,0 0 0,0 0 1,1-12-1,-3 10-1,0-1 1,-1 1-1,0-1 1,0 1-1,-1 0 1,-1-1-1,0 1 0,0 0 1,-7-13-1,0 3-102,-2 0 0,0 0 0,-1 1-1,-1 1 1,-1 1 0,-1 0-1,0 0 1,-33-24 0,15 17-1119,0 1-1,-2 2 1,-67-29 0,70 37-2487,0 2 1,-46-10 0,53 16-5340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1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 6733,'-4'-2'1848,"-29"-11"9625,33 16-10684,2 25-95,2 0 1,1-1-1,1 0 1,1 0 0,18 44-1,9 36 118,-6-9-1316,51 119 1,69 82-6340,-96-207 1077,7-4-3456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80 206 12461,'11'-4'1424,"-13"-1"-275,-20-7 637,12 8-1022,6 2 1364,2 1-2033,0 1 1,0 0-1,0 0 1,0 0-1,0 0 1,1 0-1,-1 0 1,0 1-1,0-1 1,0 0-1,0 1 1,0 0-1,1-1 1,-1 1-1,0 0 0,1 0 1,-1 0-1,0 0 1,1 0-1,-1 0 1,1 1-1,0-1 1,-1 0-1,1 1 1,0-1-1,0 1 1,0-1-1,0 1 1,0 0-1,0-1 1,0 1-1,1 0 1,-1 0-1,1 0 1,-1-1-1,1 1 1,0 0-1,-1 0 1,1 0-1,0 0 0,0 2 1,1 2 28,0 1 0,1-1 1,0 0-1,0 1 0,0-1 0,0 0 0,1 0 1,0 0-1,0-1 0,1 1 0,5 6 0,0-2 11,0-1 0,0 0-1,1 0 1,0-1-1,1-1 1,15 10 0,74 31 284,-58-28-318,-20-10-66,195 101 261,-189-93-277,-1 0 0,-1 2-1,0 1 1,-2 1 0,31 35-1,-30-26-47,-2 0-1,-1 2 1,-1 1-1,-2 0 1,-2 1-1,-1 1 0,-2 0 1,-1 2-1,-2-1 1,-2 1-1,-1 1 0,-2-1 1,-1 1-1,-3 1 1,-3 65-1,-4-42 36,-3 0 0,-31 120 0,37-178-12,1 0-1,-1 0 0,0 0 1,0 0-1,0-1 1,-1 1-1,-5 6 0,8-10 11,-1-1-1,0 0 0,0 0 0,0 0 0,0 1 0,0-1 0,0 0 0,0 0 1,0 0-1,0 0 0,0 0 0,0-1 0,1 1 0,-1 0 0,0 0 0,0-1 0,0 1 1,0 0-1,0-1 0,0 1 0,1-1 0,-2 0 0,1 0 4,-2 0-4,1-1 1,-1 1-1,1-1 0,0 0 0,0 0 1,0 0-1,0 0 0,0 0 1,1 0-1,-1-1 0,1 1 0,-1 0 1,1-1-1,0 1 0,0-1 0,0 0 1,0 1-1,0-1 0,1 0 1,-1-3-1,-1-7 1,2-1 1,-1 1-1,3-17 1,-1-3-1,0-18-9,-6-114-7,-14-112-262,-9-83-2161,11 236 971,-29-243-5528,33 256 2080,3 7-2790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70 6309,'-2'-8'816,"1"1"0,0-1 0,0 0 0,1 1 0,-1-1 1,4-16 4948,-2 25-5611,1 0 0,-1 1 1,1-1-1,-1 0 0,1 0 0,-1 1 1,0-1-1,1 1 0,-1-1 0,0 1 1,0-1-1,0 1 0,1 3 0,-17 116 2993,1 142 0,44 275-165,26 1-2012,-52-499-917,53 398-3393,206 790-1,-57-571-5892,-176-584 5071,0-10-2207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2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 13681,'-8'1'497,"0"0"-1,0 1 0,1 0 1,-1 0-1,0 0 1,1 1-1,0 0 0,0 1 1,0 0-1,0 0 0,1 0 1,-11 10-1,2-2-12,1 1 0,1 0-1,0 1 1,-14 22 0,12-15-114,1 1 0,1 0 0,-13 31 0,21-40-261,1 1 1,0-1-1,1 1 0,0 0 1,1 0-1,1 0 1,0 24-1,2-20-21,0-1 0,1 1 0,1-1 0,1 0 0,10 29 0,-10-35-64,1 0-1,1 0 0,0-1 1,0 1-1,1-2 1,0 1-1,1-1 0,0 0 1,12 10-1,14 9 25,0-3 0,2-1 0,46 24 0,124 49 60,-44-23-104,-134-60-5,40 20-89,107 70-1,-157-92 63,-2 1 0,1 0 1,-2 1-1,0 1 0,-1 0 0,0 1 0,-1 1 1,-1 0-1,0 1 0,-2 0 0,10 21 0,-16-26 16,0 1 0,-1 0 0,0 0 0,-1 1-1,0-1 1,-1 0 0,-1 1 0,-1-1 0,0 1 0,0-1-1,-2 0 1,0 0 0,0 0 0,-1 0 0,-1 0 0,0-1-1,-9 16 1,4-10 11,0-1 1,-2 0-1,0-1 0,0 0 0,-2-1 1,0 0-1,-1-1 0,0-1 1,-1-1-1,-1 0 0,-18 11 0,31-22 13,1 1 0,-1-1 0,0 0 0,0-1 0,1 1 0,-1-1 0,-1 0 0,1 1 0,0-2 0,0 1 0,0 0-1,0-1 1,-1 0 0,1 0 0,0 0 0,0-1 0,-1 1 0,1-1 0,-4-1 0,5 0-7,0 1 1,1-1-1,-1 0 0,1 0 0,-1 0 1,1-1-1,0 1 0,0 0 1,0-1-1,0 1 0,1-1 1,-1 0-1,1 0 0,-1 0 1,1 1-1,0-1 0,0 0 1,0 0-1,0-1 0,1 1 0,-1 0 1,1 0-1,0 0 0,0 0 1,1-6-1,1-47-36,3-1-1,2 1 1,19-73-1,60-168-1260,-63 222 729,85-243-3626,-30 110-3244,-26 80-1587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3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446 784 8541,'-166'63'3562,"108"-43"-7,-97 20 0,89-25-1158,80-25-810,269-105 530,-165 73-1793,1282-551-961,-1305 548-241,60-31-3380,-149 72 2893,1 0 0,-1-1 0,0 0 0,0 0 0,9-10 0,-13 12 195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3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203 157 6649,'-5'0'370,"-1"-1"1,1 0 0,-1 0-1,1-1 1,-1 1 0,1-1 0,0 0-1,-1-1 1,1 1 0,0-1-1,1 0 1,-1 0 0,0-1-1,1 1 1,0-1 0,-5-5 0,2 1 402,1 2 0,-2-1 0,1 1 0,-1 0 0,-15-9 0,15 11-284,0-1 1,1-1-1,-1 1 0,1-1 0,-8-9 1,15 14-450,1 0 0,-1 0 0,0 1 0,1-1 0,-1 0 0,1 0 0,0 1 0,-1-1 0,1 1 0,0-1 0,-1 0 0,1 1 0,0-1 1,-1 1-1,1 0 0,1-1 0,-1 0 32,2-1-32,1 1 1,-1-1-1,1 1 0,0-1 0,-1 1 1,1 0-1,0 1 0,0-1 1,-1 1-1,1-1 0,0 1 0,6 1 1,50 8 131,-41-5-103,41 7 35,0 3 1,-2 2 0,1 3-1,-2 2 1,-1 3 0,-1 2-1,-1 3 1,82 58 0,-117-73-88,0 2 0,-1 0 0,-1 1 0,-1 1 0,0 0 0,-1 2 0,-1-1 0,18 35 0,-24-38-11,-1 0 1,0 1 0,-2 0 0,0 0 0,0 0 0,-2 1 0,0-1-1,-2 1 1,1 0 0,-2 0 0,-1 0 0,-2 21 0,-8 10-409,-1-1 0,-3 0 0,-1-1 0,-32 61 0,6-9-1492,-19 47-2898,36-81 248,15-2-2459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10 12205,'0'0'3580,"-24"3"-2283,4 0 999,0-3-3376,0 0-905,27-15-11344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6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7609 5028,'5'10'1593,"-13"-17"115,1 1 2338,5 5-3832,0 1-1,0-1 1,0 0-1,0 0 1,1 1-1,-1-1 1,0 0-1,1-1 1,-1 1-1,1 0 1,-1 0-1,1-1 1,-1 1-1,1-1 1,0 1-1,-1-2 1,-1 0-17,1 0 0,0 0 1,0-1-1,0 1 0,0 0 0,1-1 1,-2-3-1,3-4 133,1-1 1,0 0-1,1 1 0,0-1 1,1 1-1,6-20 0,-5 20-184,14-43 270,3 1-1,2 1 1,2 0-1,37-55 1,143-180 254,80-73-88,341-331 1,872-859-303,-1484 1535-274,631-684 69,-28-20-148,318-535 26,-644 782 16,-241 380 26,-5-3-1,-4-2 1,35-127 0,-66 189-2,-1-1-1,-3-1 1,-1 0 0,-1 1-1,-2-1 1,-5-62-1,1 84 6,0-1-1,-2 2 0,0-1 0,0 0 0,-1 1 0,-1-1 0,-15-25 0,15 31 6,-1 0-1,0 0 1,0 0-1,-1 1 1,0 0-1,-1 0 1,0 1-1,0 0 1,0 1-1,-1 0 1,-18-8-1,22 11-6,0 1 1,-1 1-1,1-1 0,0 1 0,-1 0 1,1 1-1,-1-1 0,0 1 0,1 1 1,-1-1-1,1 1 0,0 0 0,-1 0 1,1 1-1,0 0 0,-1 0 0,1 1 1,0-1-1,1 1 0,-1 1 0,0-1 1,1 1-1,0 0 0,0 0 1,0 0-1,0 1 0,1 0 0,-8 10 1,11-12 6,0 1 1,0-1 0,0 0 0,1 0 0,-1 0 0,1 1 0,0-1 0,0 0 0,1 6 0,-1-2 15,1-3-23,-1 1 0,1 0 0,1-1 1,-1 1-1,1 0 0,-1-1 0,1 0 0,5 8 0,1 4 14,-7-14-9,0 0 0,0 0 1,1 0-1,-1 0 0,1-1 0,-1 1 1,1 0-1,0-1 0,0 1 1,-1-1-1,4 2 0,-1 0-7,-2-1-26,10 11-202,1 1-633,-6 2-392,2 14-9214,-6-10 2290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6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 14209,'-14'-3'772,"11"2"-339,0 0 0,0 0 1,0 1-1,0 0 1,0-1-1,0 1 0,-5 1 1,6 3 1541,-10 45 418,-40 191 2790,47-205-5050,1 0 0,2 1 0,2-1 0,1 0 0,6 36 0,2-16-761,3-1 0,3 0 0,1-1 0,3-1 0,2-1-1,3 0 1,1-2 0,35 49 0,-32-57-1328,3-2 1,1-1-1,2-1 0,2-2 0,59 46 1,-21-29-6471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7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258 203 11397,'-5'-9'533,"0"0"-1,-1 0 1,0 1-1,0 0 1,0 0 0,-1 0-1,-1 1 1,1 0-1,-1 1 1,0-1 0,-1 1-1,1 1 1,-1 0-1,0 0 1,-1 1 0,-15-6-1,20 9-404,0-1 0,-1 1-1,1 0 1,-1 1 0,1-1-1,-1 1 1,-8 1 0,12-1-87,-1 1 0,0 0 0,0-1 0,1 1 0,-1 0 0,1 1 0,-1-1 0,1 0 1,-1 1-1,1-1 0,0 1 0,0 0 0,0 0 0,0 0 0,0 0 0,0 0 1,-3 4-1,3-2-12,0-1 1,0 0-1,0 0 1,0 1-1,0-1 1,1 1-1,0 0 1,0-1-1,0 1 1,0 0 0,0 0-1,1 0 1,0 0-1,-1-1 1,2 1-1,-1 0 1,0 0-1,1 0 1,-1 0-1,1 0 1,0-1-1,1 1 1,1 3-1,6 19 39,2-1-1,1 0 0,1-1 1,2 0-1,25 34 0,102 102 163,-95-111-220,-2 1 0,45 69 0,-61-71-30,-2 2-1,-2 1 1,19 58-1,-34-78 4,-2-1-1,0 1 0,-3 1 0,0-1 1,0 41-1,-5-54 16,-1 0 1,0-1-1,-1 1 1,-1-1-1,0 0 1,-1 0-1,-2 0 0,1 0 1,-2-1-1,0 0 1,-1 0-1,0 0 1,-2-1-1,0-1 1,0 0-1,-1 0 1,-1-1-1,0 0 1,-1-1-1,0-1 0,-1 0 1,0 0-1,-1-2 1,0 0-1,-27 12 1,35-18 21,1-1 1,0 0 0,-1 0-1,1 0 1,-1-1 0,0 0-1,1 0 1,-1-1 0,-13 0-1,17-1-16,1 1 0,-1-1-1,1 0 1,-1 0 0,1 1-1,-1-1 1,1-1 0,-1 1-1,1 0 1,0-1 0,0 1-1,-1-1 1,1 0 0,0 0-1,1 1 1,-1-1 0,0-1-1,1 1 1,-1 0 0,1 0-1,-1 0 1,1-1 0,0 1-1,0-1 1,0 1 0,0-1-1,0-3 1,-1-2-2,1 0 0,1 0 0,-1 0 0,1-1 0,1 1-1,0 0 1,0 0 0,0 0 0,3-7 0,27-74 26,-21 65-9,24-55-11,47-82 0,57-72-636,-67 116-28,22-37-527,144-248-4383,-165 274 651,1 11-2901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7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124 188 11585,'1'-4'232,"0"0"-1,0 0 1,-1 0-1,1 0 1,-1 0-1,0 0 1,0 1-1,-1-1 1,1 0-1,-1 0 1,1 0-1,-1 0 1,-1 1-1,1-1 1,0 0-1,-1 1 1,0-1-1,0 1 1,-4-7-1,-3-7 959,2 0-1,0-1 0,-8-36 0,14 54-1099,0 1 0,0-1 0,1 0 1,-1 1-1,0-1 0,0 0 0,0 1 0,0-1 0,1 1 0,-1-1 1,0 1-1,1 0 0,-1-1 0,0 1 0,1 0 0,-1-1 1,0 3-1,-5 6 40,1 1 1,0 0 0,1 0-1,0 0 1,1 0 0,0 1-1,-3 20 1,-5 82 524,11-111-637,-9 397 1896,9-384-1876,1-1 1,1 0-1,0 1 1,1-1-1,1 0 0,5 14 1,-6-22-19,0 1 0,0-1 0,0 0 0,1 0 0,0-1 1,0 1-1,0-1 0,1 0 0,0 0 0,0 0 0,0-1 0,1 1 1,10 6-1,-11-9-8,0-1 0,0 1 0,-1-1 0,1 1 0,0-1 0,0-1 0,0 1 0,0-1 0,0 0 0,0 0 0,0 0 0,9-2 0,0-1 11,0 0 0,-1-1 0,16-6 0,-18 5-15,0 0 0,0 0 0,-1-1 0,0 0 0,0-1 0,0-1 0,-1 1 0,0-1 0,-1-1 0,0 0 0,0 0 0,-1 0 0,0-1 0,8-15 0,-11 16-10,0-1 1,0 1-1,-1-1 1,0 0-1,0 0 0,-1 0 1,-1 0-1,1-1 0,-2 1 1,0 0-1,0-1 0,0 1 1,-2 0-1,1 0 0,-1 0 1,-1-1-1,-3-8 0,-2 0-94,0 1-1,-1 0 0,-1 1 0,-1 0 1,-1 1-1,0 0 0,-1 1 0,-18-17 1,-19-13-1287,-59-41 0,103 82 1226,-18-15-2448,-41-22-1,62 39-6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17 9117,'11'-15'1278,"-4"14"792,0 30 1219,-7-24-3210,2 14 870,-2 1-1,0-1 0,-2 1 0,-4 25 1,0 4-21,-85 553 4512,10-98-4376,68-304-2614,14 246 0,2-320 458,28 366-7170,-17-411 3351,8-12-2747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 10001,'0'0'2425,"2"2"-1286,1 1-922,-1 0 0,0 1 0,0-1 0,0 1 0,-1-1 1,1 1-1,-1 0 0,0-1 0,0 1 0,0 0 0,-1 0 0,1 0 0,-1 0 0,0-1 0,0 1 0,0 0 0,-1 0 0,1 0 0,-2 4 0,1 1-52,-4 56 755,3 0 1,2-1-1,14 92 1,-12-140-842,1 0 1,0-1 0,2 1 0,-1-1-1,2 1 1,0-1 0,1-1-1,12 20 1,-16-30-61,0-1 0,0-1 0,0 1 0,0 0 0,0-1 1,0 1-1,1-1 0,-1 0 0,1 0 0,0 0 0,0-1 0,-1 1 0,1-1 0,0 0 0,0 0 0,0 0 0,0-1 1,0 1-1,1-1 0,-1 0 0,8-1 0,-3 0 12,-1-1-1,1 1 1,0-1-1,-1-1 1,0 0 0,1 0-1,14-9 1,-19 9-1,0-1 0,1 1 1,-2-1-1,1-1 0,0 1 1,-1 0-1,0-1 0,0 0 1,0 0-1,0 0 0,-1 0 1,3-8-1,-2 6 18,-1 0-33,0 0 1,0 0-1,0 0 1,-1 0-1,0 0 1,-1 0-1,0 0 1,0 0-1,0 0 1,-1 0-1,0 0 1,0 0-1,-1 0 1,0 0-1,0 0 1,-6-12-1,0 1 21,-2 1-1,0-1 0,-1 2 1,-22-27-1,16 25-90,-1 0 0,0 1 0,-1 0 0,-42-26 0,-93-42-3785,124 70 1986,-3 0-3893,16 8-3570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8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648 372 10609,'-20'-34'2665,"1"-1"0,-23-61 0,28 59-1553,-2 0 1,-31-49-1,45 82-1057,0 1 0,0 0 0,-1 0 0,1 0 0,-1 0 1,0 0-1,0 0 0,0 0 0,0 1 0,0 0 0,-1 0 1,1 0-1,-1 0 0,1 0 0,-1 1 0,0-1 0,0 1 1,-5-1-1,4 1 16,-1 1 1,0 1 0,0-1 0,0 1-1,1 0 1,-1 0 0,0 0 0,1 1-1,-1 0 1,1 0 0,-9 5 0,-12 9 154,0 0 1,1 2 0,1 0-1,0 2 1,2 1 0,0 0 0,1 2-1,2 0 1,0 2 0,2 0 0,-28 52-1,34-56-123,2 1-1,0-1 1,1 2 0,-7 35-1,12-43-57,1 0 0,1 0 0,0 0 0,1 0 0,1 0 0,0 0 0,1-1 0,4 20 0,-2-22-18,0 0 0,1 0 0,1 0 0,0-1 0,0 1 0,12 15 0,110 135 212,-110-142-215,1-1-1,0-1 1,1 0-1,1-1 1,1-2 0,28 16-1,-26-16-8,280 150-108,-32-19-398,-255-136 436,0 1 0,0 1-1,-1 0 1,0 1 0,17 19 0,-29-28 48,0 0 1,-1 1-1,1 0 0,-1-1 1,0 1-1,-1 0 1,1 1-1,-1-1 0,0 0 1,0 1-1,0-1 1,-1 1-1,0 0 0,0-1 1,-1 1-1,1 0 1,-1-1-1,0 1 0,-1 0 1,0 0-1,0-1 1,0 1-1,-3 8 0,-2-1-1,0 0 0,-1-1 0,-1 1 0,0-2 0,0 1-1,-1-1 1,-1 0 0,0-1 0,0 0 0,-1-1 0,0 0-1,-15 8 1,-6 3-7,0-1-1,-1-2 0,-56 19 1,50-21 170,-73 15 0,102-27-97,0-2 0,-1 1 0,1-1 0,0-1 0,0 0-1,-1 0 1,1-1 0,0 0 0,0-1 0,0 0 0,0 0 0,0-2 0,-12-4 0,17 5-25,1 0 0,-1 0 0,1 0 0,0 0 0,0-1 0,0 0 0,0 0 0,1 0 0,-1 0 1,1 0-1,0-1 0,1 0 0,-1 1 0,-3-10 0,3 4-2,1 1 0,-1-1 0,2 0 0,0 0 0,0 0 0,0 1 0,2-17 0,3-4 1,1-1 1,2 1 0,1 0-1,13-34 1,0 14-540,2 0 1,2 2-1,59-87 1,120-118-5076,-84 123-1295,11-5-4536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8:28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13185,'-41'3'2164,"25"3"-379,6 3 727,-10 0-1640,3-3 524,37-3-10193,13-6-1336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8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1508 21370,'94'-35'633,"422"-135"3672,-103 57-1087,734-196-23,59 37-3137,14 50-70,432-49-5349,-1378 214 1378,-100 11-5329,-124 34-1815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8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14685,'10'36'3430,"16"36"0,-13-39-1255,12 50 1,-17-32-762,5 85 1,1 17-352,-10-132-953,0 0 1,2 0 0,0-1 0,1 0 0,12 24 0,-14-36-90,1 1 0,0-1 0,0 0-1,0-1 1,1 1 0,0-1 0,1-1 0,-1 1 0,1-1 0,1-1 0,-1 1 0,1-1 0,0-1 0,0 0 0,0 0 0,1-1 0,-1 0-1,1 0 1,0-1 0,13 1 0,7 0 14,-1-2 0,0 0 0,0-2-1,1-2 1,50-10 0,7-10 31,-2-3 0,145-67 0,163-111 1074,-218 107-812,-145 81-328,-17 7 0,0 2 0,1 0 0,-1 1 0,1 0 0,1 1 0,17-4 0,-31 8 0,-1 1 0,1 0 0,0 0 0,-1 0 0,1 0 0,0 0 0,-1 0 0,1 0 0,0 0 0,-1 0 0,1 0 0,0 0 0,-1 0 0,1 0 0,0 1 0,-1-1 0,1 0 0,-1 0 0,1 1 0,0-1 0,-1 0 0,1 1 0,-1-1 0,1 1 0,-1-1 0,1 0 0,-1 1 0,1-1 0,-1 1 0,0 0 0,1-1 0,-1 1 0,0-1 0,1 1 0,-1 0 0,0-1 0,0 1 0,0-1 0,1 1 0,-1 0 0,0-1 0,0 1 0,0 0 0,0-1 0,0 1 0,0 0 0,0-1 0,0 1 0,-1 0 0,1-1 0,0 1 0,0 0 0,-1 0 0,-4 8 0,0 0 0,-1-1 0,0 0 0,-1 0 0,1-1 0,-14 12 0,0 2 0,4-5 0,-248 267-160,19 23-935,-191 384-8201,268-382 2027,8 5-4694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9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5244 636 3328,'-29'-7'582,"1"-1"0,0 0 0,0-3 0,1 0 0,0-1-1,-47-31 1,-189-141 3833,187 130-2646,-153-82 0,171 108-1102,-1 3-1,-2 2 0,-101-23 1,83 31-274,-1 3 0,0 4 0,-1 3 0,-85 7 1,18 9 125,-193 39 1,158-10-59,1 8-1,2 8 1,3 8 0,3 7-1,3 8 1,4 7-1,4 8 1,4 6 0,4 8-1,-258 233 1,274-204 51,6 5 0,-117 162 0,180-207-303,5 3 0,3 3 0,6 3 0,-66 168 0,100-212-148,3 0 1,2 1-1,3 1 0,3 1 0,3 0 0,3 0 0,3 71 0,4-92-30,3 0-1,1 1 0,3-2 1,1 1-1,2-1 0,2-1 1,2 0-1,2-1 0,1-1 0,2-1 1,33 47-1,-23-46-7,1-1-1,1-2 1,2-1-1,74 58 1,-54-54-24,1-3 0,2-3-1,71 32 1,-21-22-25,2-4 1,2-5-1,227 39 0,-130-44 2,325 3 0,-49-53-2,244-65-3,-205-13 19,-131 5-13,454-171-1,-641 184-7,-3-9 0,-5-9 0,337-223 0,-443 255 27,-3-4 0,-3-3 0,83-94 0,-132 127-9,-2-2-1,-2-2 0,-2-1 1,-2-1-1,-2-2 0,-2 0 0,-3-2 1,24-75-1,-38 96-58,-2 0-1,0 0 1,-3-1 0,0 0-1,-2 0 1,-1 0 0,-1 0 0,-2 1-1,-1-1 1,-1 1 0,-2-1-1,0 1 1,-3 1 0,0 0-1,-1 0 1,-2 1 0,-1 1-1,-1 0 1,-34-45 0,10 25-162,-1 1 1,-3 2-1,-1 3 0,-2 1 1,-1 2-1,-3 2 0,-87-47 1,26 27-359,-2 4 0,-204-62 0,107 56-876,-320-45 1,-225 37-3278,379 62-424,18 17-3015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2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350 348 9849,'-2'-115'5862,"4"28"-63,-2 86-5511,0-1 0,-1 0 0,1 0 0,-1 0-1,0 1 1,1-1 0,-1 0 0,0 1 0,0-1 0,0 0 0,0 1 0,-1 0 0,1-1 0,0 1-1,-3-3 1,-7 15 208,1-1 0,0 2 0,1-1 0,0 1-1,1 0 1,-13 26 0,2-3 156,-32 49 94,-74 175 1,112-229-644,3 1 1,0 0-1,2 1 1,1 0-1,2 0 1,1 1-1,2-1 1,1 1-1,5 55 1,-2-74-104,1-1 0,0 0 0,0-1 0,2 1 0,-1-1 0,2 1 0,0-1 0,0-1 0,1 1 0,0-1 0,1 0 0,1-1 0,-1 0 0,2 0 0,10 9 0,-7-9 0,1-1 0,0 0 0,0-1 0,0-1 0,1 0 0,1 0 0,-1-2 0,1 0 0,-1-1 0,2 0 0,29 2 0,-10-5 0,-1-1 0,1-2 0,-1-1 0,1-2 0,-2-1 0,1-2 0,44-16 0,-6-3 0,-2-3 0,88-52 0,-109 54 0,-2-3 0,-1-2 0,78-70 0,-106 85 0,-1 0 0,-2-1 0,0-1 0,0 0 0,-2-2 0,-1 1 0,0-2 0,-2 1 0,-1-2 0,0 1 0,6-27 0,-13 34-34,0 1-1,-2-1 1,1 0-1,-2 0 1,0 0-1,-1 0 1,0 0-1,-2 0 1,0 0-1,0 1 1,-2-1-1,1 1 1,-2 0-1,0 0 1,-1 1-1,-1 0 1,0 0-1,-1 0 1,0 1-1,-1 1 1,-18-18-1,5 7-77,-2 2 0,0 0-1,-1 2 1,-1 1 0,-1 1-1,-1 1 1,0 2 0,-1 1-1,-53-16 1,24 13-554,-1 3 0,0 3-1,-1 2 1,1 3 0,-79 3 0,-9 15-3516,5 16-3979,64-7-3400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4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141 351 9949,'0'-3'143,"-1"0"0,1 0-1,0 1 1,1-1 0,-1 0 0,0 0 0,1 1 0,0-1-1,-1 0 1,1 1 0,0-1 0,1 1 0,-1-1 0,2-2-1,28-29 2323,-1 3 1380,-26 26-3510,-1 1-1,1 0 1,-1-1 0,0 0-1,-1 1 1,1-1-1,-1-1 1,1 1 0,-2 0-1,4-11 1,14-69 1783,-18 82-1693,12 16 292,-10-8 849,-13-11-1058,-1-1-483,9 5 26,1 0-27,-37-87 866,37 87-766,-1 6 63,-75 166 1394,44-85-1125,4 3-1,-25 125 1,45-166-299,3 1 1,1 0-1,3 0 1,2 0-1,2 0 1,11 69-1,-8-88-157,2 0 0,1 0 0,2 0 0,1-1 0,26 50 0,-29-64 0,1 0 0,0-1 0,1 0 0,1-1 0,0 0 0,0 0 0,1-2 0,1 1 0,0-1 0,0-1 0,1 0 0,21 9 0,-7-7-13,0-2 1,1-1-1,0-1 1,0-1-1,1-1 1,0-2-1,0-1 1,0-2-1,0-1 1,51-7-1,-18-3-32,0-3 1,-1-2-1,117-48 1,-117 36 74,-1-2 0,-2-2 0,-1-3 0,-1-3 0,-2-2 0,-2-2 0,-2-3-1,-2-2 1,65-80 0,-112 121-13,-9 8-13,-13 8-8,5 1 4,0 1 0,0 0 0,1 1 0,1 1 0,0 0 0,1 1 0,-16 25 0,-3 9 0,-30 66 0,45-80-744,0 0-1,3 2 1,1 0 0,1 0 0,2 1-1,2 0 1,2 0 0,1 1-1,2 0 1,1 0 0,10 75 0,-6-99-416,0 0 0,0-1 1,2 0-1,0 0 1,0 0-1,1 0 0,1-1 1,9 13-1,34 34-9255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4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0 14269,'-19'19'458,"-10"9"1082,0 1 1,-46 65 0,43-43 213,2 0 0,3 2-1,-35 93 1,-37 179 1532,80-248-2550,-18 143-1,34-182-578,2 0 0,1 0 0,2 0 0,1 0 0,16 70 0,-16-97-128,0 0 0,1 0 1,0-1-1,0 1 0,1-1 0,0 0 0,1 0 0,1 0 1,-1-1-1,1 0 0,1 0 0,0-1 0,0 0 1,0 0-1,1-1 0,0 0 0,1-1 0,0 0 1,0 0-1,0-1 0,0 0 0,22 6 0,-9-6-25,0-1 0,0-1 1,0-1-1,1-1 0,-1-1 0,1-1 0,-1-2 0,0 0 0,26-7 0,1-3-6,-1-2 0,-1-2 0,52-26 0,-54 19 2,-2-1 0,0-3 0,-2-1 0,-1-2 0,-2-2 0,-1-2 0,-2-1 0,-1-2 0,-2-1 0,34-52 0,-54 70 0,0 1 1,-2-2-1,0 0 1,-1 0-1,-1-1 1,-2 0-1,0-1 0,6-39 1,-11 47-9,-1 0-1,-1 0 1,0 1 0,-1-1 0,-1 0 0,0 0-1,-1 1 1,-1-1 0,0 1 0,-1 0 0,-1 0-1,0 0 1,-1 1 0,-13-20 0,2 10-210,-1 1 0,-1 0 0,-1 2 0,-1 0 1,-1 1-1,-1 1 0,-1 2 0,0 0 0,-33-15 1,-4 1-1011,-2 3 0,-128-38 0,-118-1-4018,98 39-2141,19 10-3782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1002 18042,'-25'13'768,"-22"13"424,47-26-1170,-1 0 1,1 0-1,0 0 0,0 0 0,0 0 1,0 0-1,-1 0 0,1 0 1,0 1-1,0-1 0,0 0 0,-1 0 1,1 0-1,0 0 0,0 0 1,0 0-1,0 0 0,0 1 1,0-1-1,-1 0 0,1 0 0,0 0 1,0 0-1,0 0 0,0 1 1,0-1-1,0 0 0,0 0 1,0 0-1,0 1 0,0-1 0,0 0 1,0 0-1,0 0 0,0 0 1,0 1-1,0-1 0,0 0 1,0 0-1,0 0 0,0 1 0,0-1 1,0 0-1,0 0 0,0 0 1,0 0-1,0 1 0,0-1 1,1 0-1,21 0 1920,35-8-417,371-62 3365,2257-401-1597,274 125-3293,-1553 250-969,-3 40-730,-1398 55 1668,570 12-5728,-564-11 5039,0 1 0,0 1 0,0 0 1,12 4-1,-22-6 583,-1 0 0,1 1 0,0-1 0,-1 0-1,1 0 1,-1 1 0,1-1 0,-1 0 0,1 1 0,-1-1 0,1 0 0,-1 1 0,1-1 0,-1 1 0,0-1-1,1 0 1,-1 1 0,1-1 0,-1 1 0,0 0 0,0-1 0,1 1 0,-1-1 0,0 1 0,0-1 0,0 1 0,0 0-1,1-1 1,-1 1 0,0-1 0,0 1 0,0 0 0,0-1 0,0 1 0,-1-1 0,1 1 0,0 0 0,0-1-1,0 1 1,0-1 0,-1 1 0,1-1 0,0 1 0,-1-1 0,1 1 0,0-1 0,-1 1 0,1 0 0,-7 5-2615,1 0-1,-1 0 1,-14 10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5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13049,'-4'4'281,"1"0"-1,-1 0 1,1 0-1,0 0 1,0 0 0,0 1-1,1-1 1,0 1-1,-1 0 1,2-1-1,-1 1 1,0 0-1,1 0 1,0 0 0,0 1-1,1-1 1,-1 0-1,1 0 1,0 0-1,1 1 1,-1-1-1,1 0 1,2 6-1,0 3 266,1-1 0,1 1 0,0-1 0,1 0 0,1 0 0,0-1 0,10 15 0,65 75 1810,5-12-1126,3-4 1,167 123-1,-196-163-2024,3-4-1,2-2 0,1-3 0,72 28 0,-90-46-345,0-3 0,1-1 0,0-3 0,1-2 1,0-2-1,95 2 0,-113-9 532,0-2 0,0-2 0,0 0 0,0-3 0,42-12 0,-66 16 553,0-2 0,1 1 0,-2-1 0,1 0 0,0-1 1,-1 0-1,0-1 0,0 0 0,0 0 0,-1 0 0,0-1 0,0 0 1,-1 0-1,0-1 0,0 0 0,-1 0 0,0 0 0,0-1 0,-1 0 0,0 0 1,0 0-1,3-14 0,-6 18 148,0-1 0,0 0 1,0 0-1,-1 0 0,0 0 1,0 0-1,-1 0 0,1 0 0,-1 0 1,0 0-1,-1 0 0,0 0 1,0 0-1,0 1 0,0-1 0,-1 1 1,0 0-1,0-1 0,-1 1 1,1 1-1,-1-1 0,0 0 0,0 1 1,-1 0-1,1 0 0,-1 0 1,0 1-1,0-1 0,0 1 0,0 0 1,-1 1-1,1-1 0,-1 1 1,0 0-1,-6-1 0,-16-3 241,1 2 0,0 0 1,-1 2-1,1 1 0,-1 1 0,-50 8 0,-166 40 480,-73 51-1583,116-11-3377,185-80 2598,1 1-1,-22 16 1,-16 22-5753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5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0 305 13969,'121'-24'1720,"-51"9"-391,7 0-217,0-3-484,7-3-464,3 3-488,3-9-612,18-1-224,2 4-361,4-3-111,-7-3-260,-3 0-1484,3 3-1721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6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1665 1 8085,'-22'10'480,"11"-7"70,0 2 1,1 0-1,0 0 1,0 1-1,1 0 0,-11 9 1,5-4 132,-1 0-1,0-1 1,-1-1 0,0 0 0,-1-1 0,0-1 0,-23 6 0,-1 2 80,-410 117 1698,49-17-4044,165-25-1534,85-19-2462,38-9-2263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1253 236 6333,'0'-5'525,"0"0"1,0 1 0,0-1 0,-1 0 0,1 1 0,-1-1 0,0 1 0,0-1 0,-1 1-1,1-1 1,-1 1 0,0 0 0,-5-8 0,-5-14 2077,9 22-2378,1-1-1,-1 1 0,0 0 1,-1 0-1,1 0 0,-1 1 1,1-1-1,-1 1 1,0 0-1,-1 0 0,1 0 1,0 0-1,-6-2 0,-22-15 1098,21 12-969,0 0 0,0 1 0,-1 1 0,0 0 0,0 0 0,-1 1-1,1 1 1,-25-6 0,17 7-93,-1 1 0,1 0-1,0 2 1,0 1 0,-27 3 0,-4 4 201,0 3 1,0 1 0,1 3-1,1 2 1,-59 29 0,49-17-118,2 3 0,1 3 0,-89 72 0,125-91-277,1 1-1,1 1 1,0 1-1,2 1 0,0 0 1,1 1-1,-16 29 1,27-43-48,1 1-1,-1 0 1,1 0 0,1 0-1,-1 0 1,1 1-1,1-1 1,-1 1 0,1-1-1,1 1 1,0-1 0,0 1-1,1-1 1,0 1 0,0-1-1,1 1 1,0-1 0,0 0-1,1 0 1,0 0 0,1 0-1,0 0 1,0-1 0,1 1-1,6 8 1,2-1 36,1-1 0,0 0 1,1 0-1,1-2 0,31 21 1,94 44 126,-124-69-181,153 71 105,-87-44-34,142 87-1,-213-115-68,0 1 1,0 0-1,-1 1 1,-1 1-1,0 0 1,12 14-1,-19-20-5,-1 0 0,0 0 1,1 0-1,-1 0 0,-1 1 0,1-1 0,0 1 0,-1-1 0,0 1 0,0 0 1,-1-1-1,1 1 0,-1 0 0,0 0 0,0 0 0,-1-1 0,1 1 0,-1 0 1,0-1-1,0 1 0,-1-1 0,1 1 0,-4 5 0,-1 1 3,0 0 0,-1 0-1,0-1 1,-1 0 0,0 0-1,-1-1 1,0 0 0,0 0-1,-1-1 1,-16 11 0,-15 6-7,-60 29 1,97-53 4,-46 23 5,-2-3 1,0-2 0,-1-2 0,-80 13 0,127-28 6,0-1 0,-1 0 0,0-1 0,1 1 0,-1-1 0,1-1 0,-1 1 0,1-1 0,-1 0 0,1-1 0,0 1 0,-1-1 0,1 0 0,0-1 0,0 0 0,-7-4 0,12 6-13,-1 0 1,1 0-1,0 0 0,0 0 1,0 0-1,0-1 1,0 1-1,0 0 0,0 0 1,1-1-1,-1 1 1,0-1-1,1 1 0,-1-1 1,1 1-1,0-1 0,-1 1 1,1-1-1,0 1 1,0-1-1,0 1 0,0-1 1,0 1-1,0-1 1,0 1-1,1-1 0,-1 1 1,0-1-1,2-2 0,-1-3-2,3-11-5,1 1 1,1 0-1,0 0 1,15-29-1,45-67-29,-44 77 17,106-179-491,70-119-1247,10-40-1387,-90 120-3773,-116 250 6134,-1 0-1,1 0 0,-1 0 1,0-1-1,0 1 1,-1 0-1,1-1 0,-1 1 1,0-6-1,0 8 317,0-19-7340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4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2770 456 10957,'1'-19'376,"-1"1"245,1-1 0,1 1 0,0 0-1,8-28 1,13-60 3270,-20 82-2918,1 0-1,1 1 1,2-1 0,0 1 0,19-38-1,-21 50-523,-4 9-336,-1 1 0,1-1 0,0 0 0,0 0 1,0 1-1,0-1 0,0 1 0,1-1 0,-1 1 0,3-2 0,-3 2-66,0 1 1,0-1 0,0 1-1,0 0 1,0 0 0,1 0-1,-1 0 1,0 0 0,0 0-1,0 0 1,0 0 0,0 0-1,1 0 1,-1 1 0,0-1-1,0 0 1,0 1 0,0-1-1,0 1 1,0-1 0,0 1-1,2 1 1,5 3 106,-1 1 0,0 0 0,0 0 0,0 1 1,0 0-1,-1 0 0,-1 0 0,1 1 0,-1 0 0,0 0 0,-1 0 0,5 10 0,3 13 231,-1-1 1,8 42-1,-10-28-137,-2 1 0,-2 0 0,-2 0 0,-2 0 0,-2 0 0,-2 0 0,-9 47 0,-9 12 82,-63 191 0,35-158-336,-5-3 0,-6-2-1,-6-2 1,-6-4 0,-5-3-1,-5-4 1,-6-3-1,-4-4 1,-5-4 0,-120 102-1,55-78-1218,-258 162-1,-206 69-3349,315-200-6,104-62-1521,-49 14-5891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5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193 366 6029,'-3'-3'1474,"-3"-3"-877,0 0 0,1 0 1,-1 0-1,1-1 0,1 1 0,-1-1 1,1 0-1,0-1 0,1 1 1,0-1-1,0 0 0,1 1 0,-3-13 1,4 12-387,1 0-1,0 0 1,0 0 0,1-1-1,0 1 1,0 0 0,1 1 0,0-1-1,0 0 1,1 0 0,0 1 0,0-1-1,1 1 1,0 0 0,0 0-1,1 1 1,0-1 0,0 1 0,0 0-1,1 0 1,0 1 0,0-1-1,9-5 1,-1 2-53,0-1 1,1 2-1,0 0 0,0 1 0,1 0 0,0 1 0,0 1 1,0 1-1,1 0 0,22-2 0,-22 5-17,0 0 0,1 1 0,-1 0 1,0 2-1,0 0 0,0 1 0,-1 0 0,30 11 0,-38-10-98,0-1 0,0 2-1,0-1 1,-1 1 0,0 0-1,0 0 1,0 1 0,-1-1-1,0 2 1,0-1 0,0 1-1,-1 0 1,0 0 0,0 0-1,-1 1 1,0 0 0,0 0-1,0 0 1,1 9 0,-1-2-8,-1 1 0,0 0 0,-2-1 0,0 1 0,0 0 1,-2 0-1,0 0 0,-1-1 0,0 1 0,-1 0 0,-1-1 1,-1 0-1,0 0 0,0 0 0,-10 16 0,-8 12 31,-2-2 0,-1-1 0,-56 64 0,-130 118 5,-5 7 78,141-135-127,75-92-18,-1 0-1,1 0 1,-1 0 0,1 0 0,0 0 0,0 0 0,0 0 0,0 1-1,0-1 1,0 0 0,1 1 0,-1-1 0,1 0 0,-1 1-1,1-1 1,0 0 0,0 1 0,1 3 0,-1-4-4,1 0 1,0-1-1,0 1 1,0 0-1,0-1 1,0 1-1,0-1 1,0 1-1,1-1 1,-1 1-1,0-1 1,1 0-1,-1 0 1,1 0-1,0 0 1,-1 0-1,1 0 1,2 1-1,4 1 5,1 0 0,-1-1 0,1 0 0,0 0 0,0-1 0,0 0 0,0 0-1,9-2 1,33-3-2,-1-3-1,0-2 0,88-27 1,139-68-25,-176 59-3,-2-5 0,133-89 0,156-161-76,-326 250 59,-59 48 16,-5 5-2,-23 41 130,2 1 1,2 2 0,-25 80-1,43-114-22,1 0 0,0 0 0,0 1 0,1-1-1,1 1 1,1-1 0,0 1 0,0-1 0,1 0-1,1 1 1,0-1 0,1 0 0,0-1 0,1 1 0,1-1-1,0 0 1,0 0 0,2 0 0,-1-1 0,1 0-1,1-1 1,0 0 0,0 0 0,1-1 0,0 0-1,20 13 1,-1-4 22,1-2-1,1-1 1,0-1-1,1-2 0,0-1 1,1-1-1,62 9 1,-37-11 10,1-4-1,1-1 1,98-10 0,-116 4-61,0-3 0,0-1 0,-1-2 0,-1-2 1,75-30-1,-108 38-47,-1 0 1,-1-1 0,1 1-1,0-1 1,-1-1-1,0 1 1,0-1 0,0 1-1,0-1 1,-1-1-1,0 1 1,5-9 0,-7 10-8,0-1 1,0 0-1,0 1 1,-1-1 0,0 0-1,0 0 1,0 0 0,-1 0-1,1 0 1,-1 0 0,-1 0-1,1 0 1,0 0 0,-1 0-1,0 1 1,0-1-1,-4-8 1,-2-3-67,0 0-1,-2 1 1,0 0 0,0 1 0,-2 0-1,0 0 1,-23-23 0,-101-77-623,132 111 671,-401-266-3729,252 183 1065,-43-27-3769,132 73 1452,11 11-2700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5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0 15445,'0'0'6960,"-2"3"-5247,-38 55-165,3 2 0,-34 71-1,-47 135 2453,114-257-3994,-61 144-6,-59 212 0,110-310 0,2 0 0,3 1 0,2 0 0,2 1 0,3 0 0,2-1 0,14 98 0,-7-112 0,2-1 0,2 0 0,1 0 0,3-2 0,1 1 0,1-2 0,3 0 0,1-1 0,2-2 0,1 0 0,1-1 0,58 57 0,-23-38 11,2-2 0,3-3 0,1-3 0,2-3 0,2-3-1,115 46 1,-4-17-202,293 70 1,4-44-3577,6-55-3525,-274-39 301,-15-5-4437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7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45 410 9761,'-33'-18'1901,"32"18"-1849,1 0 0,0 0 0,-1 0 0,1 0 0,-1 0 0,1 0 0,0-1 0,0 1 0,-1 0 0,1 0 0,0 0 0,-1-1 0,1 1 0,0 0 0,0 0-1,-1-1 1,1 1 0,0 0 0,0 0 0,-1-1 0,1 1 0,0 0 0,0-1 0,0 1 0,0 0 0,0-1 0,0 1 0,-1 0 0,1-1 0,0 1 0,0-1 0,0 1 0,-1-7 335,0-1 0,0 1 0,1 0 0,0 0 0,0-1 0,1 1 0,-1 0 1,2 0-1,-1 0 0,1-1 0,0 2 0,1-1 0,3-9 0,5 1-24,1 0 0,0 1 0,1 0 0,1 1 0,0 1-1,21-15 1,-3 5 588,71-35-1,-64 39-336,0 3-1,66-18 0,-81 27-390,0 1 1,0 1-1,0 2 1,0 0-1,49 3 1,-65 0-169,1 1 0,-1-1 0,1 1 0,-1 1 0,1-1 0,-1 2 0,0-1 1,0 1-1,-1 0 0,14 10 0,-17-11-35,0 1 0,-1-1-1,1 1 1,-1 0 0,0 0 0,0 0 0,-1 0 0,1 0 0,-1 1 0,0-1-1,0 1 1,0-1 0,-1 1 0,1 0 0,-1 0 0,-1 0 0,1 0 0,0 0-1,-1 0 1,-1 7 0,0 3 12,-2 0 0,0-1 0,0 1 0,-1-1 0,-1 0 0,-1 0 0,0 0 0,0 0 0,-14 19 0,-10 10 30,-49 55 0,74-92-58,-179 189 59,-9 12 36,179-190-88,0 1 0,2 0 0,0 0 1,-12 29-1,23-44-11,-1 0 0,1 0 1,0 0-1,0 0 1,0 0-1,1 1 1,-1-1-1,1 0 0,0 0 1,-1 1-1,1-1 1,1 0-1,-1 0 1,0 1-1,1-1 0,0 0 1,0 0-1,0 0 1,0 0-1,0 0 0,1 0 1,-1 0-1,1 0 1,0 0-1,-1-1 1,2 1-1,-1-1 0,0 1 1,5 3-1,0 0 9,1-1 0,0 0 1,0-1-1,1 0 0,-1 0 0,1 0 0,0-1 0,0-1 0,0 1 0,12 0 0,58 7 13,114 0 0,88-17-121,-223 5 64,934-59-3327,-333 5-6379,-555 47 6953,39-3-6466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7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354 414 6137,'17'-13'491,"0"0"1,16-17-1,-31 27-361,0 0 0,0-1-1,0 1 1,0-1-1,-1 1 1,0-1-1,1 1 1,-1-1 0,-1 0-1,1 1 1,0-1-1,-1 0 1,0 0-1,0 0 1,0 1 0,0-1-1,-1-5 1,0-11 504,9-32 1267,-4 33-443,-1 0-1,0-27 1,-9-81 4645,6 123-4734,-2 4-1212,1 0-1,0 1 1,0-1 0,0 0 0,0 1 0,0-1 0,0 1 0,0 0 0,0-1 0,0 1 0,0 0 0,0 0 0,0-1 0,0 1 0,0 0 0,1 0 0,-1 0 0,0 0 0,1 0 0,-1 0 0,0 1 0,-11 26 824,12-27-876,-43 145 2219,-1 5-744,-47 92-2577,-81 258-4872,153-430 4875,4 1 1,2 0-1,4 1 1,3 0-1,3 87 1,5-133-2279,8 44-1,17 23-7138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39:58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35 13457,'1'-1'133,"0"0"0,0 0-1,-1 0 1,1-1 0,0 1-1,-1 0 1,1 0 0,-1-1-1,0 1 1,1 0 0,-1-1 0,0 1-1,0-1 1,1 1 0,-1 0-1,0-1 1,-1 1 0,1 0-1,0-1 1,-1-1 0,0 2-3,0 1 0,0-1 0,0 0 0,-1 1 0,1-1 0,0 1 0,0-1 0,-1 1 0,1 0 0,0 0 0,-1-1 0,1 1 0,-1 0 0,1 0 0,0 0 0,-1 1 0,1-1 0,0 0 0,-1 0 0,1 1 0,0-1 0,-1 1 0,1-1 0,-2 2 0,-7 2 377,-1 0-1,1 1 0,0 0 0,0 1 0,0 0 0,1 1 0,0 0 0,-15 15 0,-61 74 2145,80-90-2524,-32 43 399,3 2 1,1 1-1,3 1 0,3 2 0,1 0 1,3 2-1,3 1 0,2 1 0,-10 64 1,23-94-488,1 0 1,1 0 0,2 0 0,0 1 0,3-1-1,0 0 1,2 1 0,1-2 0,1 1 0,18 48-1,-19-63-29,1-1 0,0 0 0,1 0 0,0 0 0,1-1 0,1 0 0,0-1 0,1 0 0,0 0 0,0-1 0,1-1 0,0 1 0,1-2 0,0 0 0,1 0 0,-1-1 0,1 0 0,1-1 0,-1-1 0,1 0 0,0-1 0,0-1 0,20 3 0,-13-3-16,1-2-1,0 0 1,0-1 0,-1-1-1,1-2 1,-1 0-1,1-1 1,-1-1 0,0-1-1,23-9 1,-41 13-141,1 0-1,-1 1 1,0-1-1,0 0 1,0-1-1,0 1 1,0-1 0,0 1-1,-1-1 1,1 0-1,2-4 1,-4 6 7,0-1 1,0 1-1,-1-1 1,1 0-1,0 1 1,-1-1 0,1 0-1,-1 1 1,0-1-1,1 0 1,-1 0-1,0 0 1,0 1-1,0-1 1,0 0-1,-1 0 1,1 0-1,0 1 1,-1-1 0,1 0-1,-1 1 1,0-1-1,0 0 1,-1-1-1,-2-3-642,-1 0 0,-1 1 0,1-1 0,-1 1 0,0 1 0,0-1 0,0 1 0,-1 0 0,0 0-1,0 1 1,0 0 0,0 0 0,0 1 0,0-1 0,-1 2 0,-13-3 0,-47 4-10380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1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12 12217,'0'0'83,"0"0"0,1-1 0,-1 1 0,1 0 0,-1 0 0,1 0 0,-1-1 0,1 1 1,-1 0-1,1 0 0,-1 0 0,1 0 0,-1 0 0,1 0 0,-1 0 0,1 0 0,-1 0 0,1 0 0,-1 0 0,0 0 0,1 1 0,-1-1 0,1 0 0,-1 0 0,1 0 0,-1 1 0,1-1 0,-1 0 0,0 0 1,1 1-1,-1-1 0,1 0 0,-1 1 0,0-1 0,1 1 0,-1-1 0,0 0 0,0 1 0,1-1 0,-1 1 0,0-1 0,3 4 4973,-6-5-4674,1 0 0,0 0 0,-1-1 1,1 1-1,0-1 0,0 0 0,0 1 1,0-1-1,-2-2 0,1 0 3540,17 20-15427,-9-13 9165,23 20-9336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2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54 7789,'0'-1'95,"1"1"-1,-1-1 1,0 0 0,1 0 0,-1 0 0,0 0-1,1 0 1,-1 0 0,0 0 0,0 0 0,0 0 0,0 0-1,0 0 1,0 0 0,0-1 0,0 1 0,-1 0-1,1 0 1,0 0 0,-1 1 0,1-1 0,0 0 0,-1 0-1,1 0 1,-1 0 0,0 0 0,1 0 0,-2-1 0,-1 0 235,-1 0 0,1 1 0,-1-1 0,1 1 0,-1-1 1,1 1-1,-5-1 0,-19-6 2975,20 6-2937,0 1 1,0 1-1,0 0 1,0 0-1,0 0 1,0 1-1,0-1 1,1 2-1,-1-1 1,-10 4-1,-1 0 99,-2 0-3,0 2 1,1 0-1,0 1 1,0 1-1,1 1 1,0 0-1,-18 15 1,1 1 376,2 2 1,-42 46-1,43-40-343,2 0-1,2 2 1,1 2 0,-43 78-1,57-90-362,1 0-1,2 0 1,1 1-1,0 0 1,2 0-1,2 1 1,0 0-1,2 0 1,1 0-1,1 1 0,4 33 1,5-5 53,3 1 0,21 64 0,-25-97-133,1 4 11,-2 1 1,0-1 0,-2 1 0,1 33 0,-5-50-142,0 0 1,-2 0-1,1 0 1,-1-1-1,-1 1 1,0-1-1,-1 1 1,0-1-1,-1 0 0,0-1 1,-1 1-1,-7 10 1,-4 2-1251,-27 30 1,35-45 161,0 0 1,0-1 0,-12 8 0,19-14-1438,12-29-15849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12093,'184'-18'2120,"-97"-3"-288,7 6-287,6 3-301,4 6-292,10 0-188,13 3-144,21 0-124,16 3-44,10 3-228,4 3-316,-4 0-664,-3 6-752,-11 0-720,-2 3-3049,-11 0-4220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7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57 765 5933,'-4'1'164,"-21"11"808,25-12-912,-1 1-1,0-1 1,1 1-1,-1-1 1,1 1-1,-1 0 1,0-1 0,1 1-1,-1 0 1,1-1-1,0 1 1,-1 0 0,1 0-1,0-1 1,-1 1-1,1 0 1,0 0-1,0 0 1,0-1 0,0 1-1,-1 0 1,1 0-1,0 0 1,1 0 0,-1 0-1,-1 2 158,1-1 1,-1 0-1,1 0 0,-1 0 0,0 0 1,0 0-1,0 0 0,0 0 0,0 0 1,-1-1-1,1 1 0,0 0 0,-4 2 1,4-2 212,-1 0 642,8 11 1151,-5-10-2034,0-1 1,0 0-1,0 1 0,1-1 0,-1 0 0,0 0 0,1 0 0,0 0 0,-1 0 0,1 0 0,0 0 0,0-1 1,0 1-1,0 0 0,0-1 0,0 0 0,1 0 0,-1 1 0,0-1 0,1 0 0,-1-1 0,0 1 0,1 0 0,4 0 1,5 0-85,0-1 1,0 0 0,0 0-1,15-4 1,0 1 258,944-75 2605,-192 14-2225,1346-110 522,-1122 89-699,721-75 551,-309-20-282,-1397 177-857,183-34 73,-155 26-672,0-1 1,50-23-1,-85 29-99,-11 2 117,-19-2-521,12 4 768,-45-7-2478,0 2 1,0 3 0,-92 3-1,-15 5-6731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0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385 447 8633,'-226'14'1681,"157"-11"-793,54-3-235,1 1 0,-1 0 0,-15 5 1,30-6-615,-1-1 0,0 1-1,1 0 1,-1 0 0,1 0 0,-1 1 0,1-1 0,-1 0 0,0 0 0,1 0 0,-1 0 0,1 0 0,-1 1 0,1-1 0,-1 0 0,1 1 0,-1-1 0,1 0 0,-1 1 0,1-1 0,-1 0 0,1 1 0,0-1 0,-1 1 0,1-1 0,0 1 0,-1-1-1,1 1 1,0-1 0,-1 1 0,1-1 0,0 1 0,0-1 0,0 1 0,0 0 0,0-1 0,-1 1 0,1-1 0,0 1 0,0 0 0,0-1 0,1 1 0,-1-1 0,0 1 0,0-1 0,0 1 0,0 0 0,0-1 0,1 1 0,-1-1 0,0 1 0,1-1-1,-1 1 1,0-1 0,1 1 0,-1-1 0,0 0 0,1 1 0,-1-1 0,1 1 0,-1-1 0,1 0 0,-1 1 0,1-1 0,0 0 0,4 5 83,0-1 0,0 0 1,1-1-1,0 0 0,8 4 1,9 1 79,1-2 0,-1-1 0,2 0 0,-1-2 0,33 0 0,-34-1-106,822 1 1353,-763-5-1355,1243-60 594,6-30-419,-598 40-92,891-67 52,-1-32-55,-1317 103-293,-299 47 93,-5 1-6,0 0 0,0 0 0,0-1 0,0 1 0,0-1 0,0 1 0,0-1 0,0 0 0,0 0 0,0 0 0,0 0 1,-1 0-1,1 0 0,0 0 0,0-1 0,-1 1 0,1-1 0,1-1 0,-3 3 17,0-1 1,0 1-1,0 0 0,0 0 1,1 0-1,-1-1 0,0 1 1,0 0-1,0 0 0,0-1 1,0 1-1,0 0 0,0-1 1,0 1-1,0 0 0,1 0 1,-1-1-1,0 1 0,-1 0 1,1-1-1,0 1 0,0 0 1,0 0-1,0-1 0,0 1 1,0 0-1,0 0 0,0-1 1,0 1-1,0 0 0,-1 0 1,1-1-1,0 1 0,0 0 1,0 0-1,-1-1 0,1 1 1,0 0-1,0 0 0,0 0 1,-1 0-1,1-1 0,0 1 1,0 0-1,-1 0 0,1 0 1,0 0-1,-1 0 0,1 0 1,0 0-1,0 0 0,-1 0 1,1 0-1,0 0 0,0 0 1,-1 0-1,-26-1-420,18 1 216,-340 4-9383,248 1 2922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10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1474 482 4620,'-1'0'45,"1"0"0,0-1 0,0 1 0,0 0 0,0 0-1,0 0 1,0-1 0,0 1 0,0 0 0,0 0 0,0-1-1,0 1 1,0 0 0,0-1 0,0 1 0,0 0 0,0 0-1,0 0 1,0-1 0,0 1 0,0 0 0,0 0 0,0-1-1,1 1 1,-1 0 0,0 0 0,0-1 0,0 1 0,0 0-1,1 0 1,-1 0 0,0 0 0,0-1 0,0 1 0,1 0 0,-1 0-1,0 0 1,0 0 0,0 0 0,1 0 0,-1 0 0,0-1-1,0 1 1,1 0 0,-1 0 0,0 0 0,0 0 0,1 0-1,-1 0 1,1 0 0,4-3 2305,-13-6-1279,-27-16 361,-45-24 0,17 12-673,43 25-705,-2 1-1,1 0 1,-2 2-1,1 1 0,-1 0 1,0 2-1,-45-6 1,34 8-35,1 2 1,-1 2-1,0 1 1,0 1-1,-34 8 1,32-4 49,0 3 0,0 1 0,-66 28 1,76-25 42,1 0 0,1 2 0,1 1 0,0 1 0,1 0 0,-22 24 0,-82 92 762,102-102-592,2 0 1,-28 50-1,40-64-160,-8 19 114,2 1 0,1 0 0,-12 47 0,23-72-236,-13 44 264,2 0 1,3 1 0,2 0-1,3 1 1,0 102 0,7-152-232,10 148 629,-7-128-506,2-1-1,0 0 1,17 45-1,9 10 265,62 116 0,-78-172-336,1 0 1,1-2-1,1 0 0,1-1 0,1-1 0,1-1 0,1 0 0,30 21 0,-6-13 130,60 28-1,-97-52-192,56 25 128,2-3 1,73 21-1,-63-29-96,2-3 0,0-4 0,157 4 0,-59-19 47,-148 1 33,0-2 0,-1-1 0,51-16 0,-59 15-3,2 0 18,-1-2 0,0-1-1,0 0 1,0-1-1,-2-2 1,34-24 0,-24 13-78,-2-2 1,-1-1-1,32-41 1,106-145 86,23-81-164,-179 273 7,0-1-1,-1 0 0,-1 0 1,-1-1-1,-1 1 0,-1-1 0,1-26 1,-2 21 18,1-19-46,-2-1 0,-2 1 0,-3 0 0,-1 0 0,-13-51 0,-72-221-128,74 269 131,3 7 9,-2 2-1,-1-1 0,-2 2 0,-2 1 0,-39-56 1,37 62-2,-1 2 0,-2 1 0,-2 0 0,-56-46 0,13 23-9,-2 2-1,-3 5 1,-145-67 0,180 98 16,-1 2-1,0 2 1,0 1-1,-1 3 1,0 1-1,-1 2 1,1 2-1,-63 6 1,48 2 36,0 2 1,-57 17-1,-111 43-71,169-50 7,-6 1 129,-80 38 1,106-40-131,1 1-1,1 2 1,-42 34 0,60-41 39,0 1-1,0 0 1,2 2 0,0 0-1,0 0 1,2 1 0,-18 34-1,20-29 4,0 1-1,1 0 0,1 1 1,1 0-1,-4 34 0,6-16 12,3-1-1,3 63 0,28 254 141,-22-290-109,18 72 0,5 32-26,-25-126-2,2 0-1,3 0 1,28 87 0,-17-80-4,2 0 0,50 84-1,-32-73-26,73 106 108,-90-140-64,3 0 0,0-2-1,55 45 1,-64-60-5,1-1 1,1-1-1,1 0 1,-1-2-1,2 0 1,-1-2-1,43 12 0,-10-9-14,1-2 0,-1-3 0,1-2 0,0-3 0,74-7 0,-61-2 4,-2-2 1,1-4-1,127-43 1,-157 43-25,-1-2 0,0-1 0,-2-2 0,0-1 1,-1-2-1,-1-1 0,-1-2 0,39-39 0,-48 40-4,-2 0 0,0-1-1,-2-1 1,-1-1 0,-1-1 0,-1 0-1,-1-1 1,-2 0 0,-1-1 0,13-59-1,5-59-166,9-175-1,-32 209 74,-12-131 1,1 189 74,-3 0 1,-2 0-1,-32-100 1,28 118 15,-1 2 0,-1 0 0,-2 1 0,-2 0 0,-1 2 0,-34-42 0,9 20-2,11 10-16,-2 2 0,-2 2 0,-75-62 0,91 86 6,-15-13 34,-1 2-1,-2 1 1,0 3 0,-55-24-1,60 35-140,1 1 0,-2 1 0,-48-6 0,67 14-145,-1 2 0,0 0 0,1 0 0,-1 2 0,0 1 0,1 0 0,-1 1 0,-29 10 0,43-12 8,0 1 1,0 1-1,1-1 0,-1 1 1,1 0-1,0 0 1,0 0-1,0 0 0,0 1 1,1 0-1,-7 7 1,9-9-35,-1 0 0,1 0 0,0 1 1,0-1-1,0 0 0,0 0 0,0 1 0,0-1 1,0 1-1,1-1 0,-1 1 0,1-1 0,0 1 1,0-1-1,0 1 0,0-1 0,0 1 0,0-1 1,1 1-1,-1-1 0,1 1 0,0-1 0,-1 0 1,1 1-1,1-1 0,0 3 0,27 26-7195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11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4940,'-2'1'23,"-24"2"1046,42 3 528,-6-3-1131,11 4 905,-5-1-584,1-1-1,32 6 1,342 2 1759,-290-13-2205,1506-16 2280,-359 1-1711,623 21 64,-1858-6-1107,74 3-15,-36 5-3590,-68-11 2177,0 1 0,-1 0-1,-23 2 1,-17 3-4409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1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198 202 7485,'-54'14'568,"25"-7"112,0-1-1,-30 3 1,37-6 268,18-3-160,6 2-48,6 1-582,0 1-1,0-1 0,0 0 0,1-1 0,-1 0 0,1-1 0,-1 1 0,1-1 0,14-1 0,-1 1-10,655 0 1209,-547-5-1263,2016-113-2025,-1639 82 655,513-47-4273,-779 54 1558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1 462 12469,'268'-118'1964,"-161"76"-252,-10-3-375,-3 8-269,0 4-264,-4 0-168,7 3-240,7 0-164,-10 3-608,-4 3-588,-6 2-724,-10 7-509,-14 9-2275,-10 9-3465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5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1 460 12521,'1'-11'289,"0"1"0,1-1 0,0 1 0,1-1 0,0 1 0,1 0 0,0 0 0,0 0 0,1 0 0,1 1 0,0 0 0,0 0 0,0 0 0,1 1 0,8-8 0,22-16 240,1 1 1,1 2 0,2 1-1,1 3 1,1 1-1,1 2 1,1 2 0,0 2-1,51-12 1,-55 19-317,0 2-1,0 2 1,1 2 0,0 1 0,0 2 0,0 2-1,0 2 1,0 2 0,0 2 0,73 19 0,-94-18-117,-1 0 1,1 2 0,-1 0-1,-1 1 1,0 1 0,0 1-1,-1 0 1,0 2 0,-2 0 0,1 1-1,-2 0 1,0 1 0,0 1-1,-2 1 1,0 0 0,-1 0-1,-1 1 1,-1 1 0,-1 0 0,0 0-1,-2 1 1,0 0 0,-1 0-1,-2 1 1,0-1 0,2 28 0,-5 5 51,-2 1 0,-2-1 0,-3 1 0,-2-2 0,-2 1-1,-3-1 1,-2-1 0,-34 81 0,-25 26 267,-125 200-1,4-13-86,187-329-313,-5 8 30,-14 40 0,25-58-35,0-1-1,0 1 1,0 0-1,1 0 1,0 0-1,1 0 1,0 0-1,0 0 1,0 0-1,1 0 1,1 9-1,-1-14-9,0 1 0,0 0 0,1 0 1,-1-1-1,1 1 0,-1-1 0,1 1 0,0-1 0,0 0 0,0 1 0,0-1 0,0 0 1,0-1-1,1 1 0,-1 0 0,1 0 0,-1-1 0,1 0 0,0 1 0,-1-1 0,1 0 1,0 0-1,0-1 0,0 1 0,0-1 0,4 1 0,8 0-77,0-1 0,0 0 0,0-1 0,16-3 0,5-2-323,-1-1 0,0-2 0,49-20 0,97-52-1302,-168 74 1568,566-304-7120,-295 151 774,-11 14-3084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5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44 142 4920,'-31'-15'1383,"31"14"-1319,-1 1 0,1-1 0,-1 1 0,1-1 0,-1 1 1,1-1-1,0 1 0,-1-1 0,1 1 0,0-1 0,-1 0 1,1 1-1,0-1 0,0 0 0,0 1 0,0-1 1,-1 1-1,1-1 0,0 0 0,0 1 0,0-1 0,0 0 1,0 1-1,1-1 0,-1 0 0,0 1 0,0-1 0,0 1 1,1-1-1,-1 0 0,0 1 0,0-1 0,1 1 1,-1-1-1,1 1 0,-1-1 0,1 0 0,0 0 84,-1 1-1,0-1 1,1 0-1,-1 0 1,0 1-1,1-1 0,-1 0 1,0 0-1,0 0 1,1 1-1,-1-1 1,0 0-1,0 0 1,0 0-1,0 1 1,0-1-1,0 0 1,-1-1-1,0 0 72,-1-1-1,1 1 1,0 0-1,0-1 1,0 1-1,0-1 1,0 0-1,0 1 1,1-1-1,-1 1 1,1-1-1,0 0 1,-1 0-1,1 1 1,1-1-1,-1 0 1,0 1-1,1-1 1,0-3-1,0 3 1645,-2 0-1063,0-6-661,-2-9 1749,1 31 188,4 8-1523,1 0 0,1 0 0,1-1 1,1 1-1,1-1 0,0 0 0,11 19 0,11 24-108,3-1 0,3-2 0,2-2-1,2-1 1,72 78 0,-67-89-856,2-1 0,2-3-1,2-2 1,2-2 0,1-2 0,64 32-1,-22-21-1442,2-5-1,158 48 0,-191-72 562,1-4 1,0-2-1,1-3 1,0-3-1,85-3 1,-134-4 915,0-1 1,0-1-1,0 0 1,0-2-1,-1 1 1,26-13-1,-38 16 315,1-1 0,-1 0 0,-1-1 0,1 1 1,0-1-1,-1 0 0,1 0 0,-1 0 0,0 0 0,0 0 0,0-1 0,0 1 0,0-1 1,-1 0-1,0 0 0,0 0 0,0 0 0,0 0 0,-1-1 0,1 1 0,-1 0 0,0-1 0,-1 1 1,1-1-1,-1 1 0,0-7 0,-1-4 53,0 0 0,-2 0 0,0 0 1,-1 1-1,-10-29 0,2 12 471,-1 1 0,-2 1 0,-1 0 0,-1 1-1,-29-37 1,31 47 54,0 1-1,-1 1 1,-1 0 0,-1 1-1,0 0 1,-1 2-1,-1 0 1,-31-15-1,23 16 57,1 2 0,-2 1 0,1 1 0,-1 1 0,0 1 1,-1 2-1,-33-1 0,25 5-47,0 1 0,0 3 0,0 0 0,1 3 0,-41 12 0,23-1-527,1 2 0,2 2-1,0 3 1,1 2-1,2 2 1,1 3-1,-67 55 1,-10 30-3456,49-33-3997,25-23-2982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6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1 14969,'-117'211'2565,"73"-109"-457,-6 4-512,10-1-384,-1-5-204,11-1-432,4 7-624,2-1-244,-6 1-540,10-7-276,3-2-576,14-7-248,13-6-289,3-11-2431,1-16-3629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6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37 353 12137,'-36'-21'1604,"52"30"-244,35 0-288,6-6-211,20-6-81,20-6-168,27-3-204,30-6-308,43-6-392,31-6-656,33-9-509,24-7-203,0-11-744,6 0-1160,14 0-2061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8269,'2'-2'1625,"0"-1"-1412,0 0 0,1 0 0,-1 1 0,1 0 0,-1-1 0,1 1 1,0 0-1,0 0 0,0 0 0,0 1 0,0-1 0,0 1 0,1 0 0,-1-1 1,0 2-1,1-1 0,-1 0 0,1 1 0,-1-1 0,1 1 0,-1 0 1,1 0-1,5 1 0,4 1 202,0 0 0,0 1 0,0 1 1,23 10-1,43 22 633,-3 5 0,76 51 1,-82-48-711,396 203 589,20-40-1955,-214-108-660,-210-80 871,1-4 0,88 11 0,-145-25 747,1 0 0,0-1 0,0 0 1,0-1-1,0 1 0,0-1 1,0-1-1,-1 1 0,1-1 1,9-4-1,-13 5 65,-1 0 1,0-1-1,0 1 1,0 0-1,0-1 1,0 1-1,0-1 1,-1 0-1,1 1 1,0-1-1,-1 0 1,1 0-1,-1 0 1,0 0-1,0 0 1,1-1-1,-1 1 1,-1 0-1,1-1 1,0 1-1,-1 0 1,1-1-1,-1 1 1,0-1-1,1 1 1,-1 0-1,0-1 1,-1 1-1,1-1 1,-1-3-1,-1-5 107,-1 0-1,-1 0 0,1 1 1,-2-1-1,1 1 0,-1 0 0,-1 0 1,0 0-1,0 1 0,-1 0 1,0 0-1,-1 1 0,0 0 0,0 0 1,-1 1-1,1 0 0,-13-7 1,8 6 110,-1 1 0,-1 0 0,1 1 1,-1 1-1,0 0 0,-1 1 1,1 1-1,-1 0 0,1 1 1,-1 1-1,0 0 0,-16 2 0,-18 3 164,0 3 0,1 2 0,-91 28-1,69-11-649,-129 64 0,172-75-675,0 2 1,-48 40 0,54-38-2248,-30 34 0,12-1-5542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7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0 10757,'-44'106'1628,"24"-49"-60,0 9-268,7 3-328,-1 10-99,1 8-177,-7 13-132,6 11-280,4 4-316,-3 5-412,6-2-416,7-6-245,3-1-167,11-5-148,-4-7-164,-7-12-1916,11-8-1941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7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158 441 11421,'-113'-6'2120,"92"9"-348,-2 0 1701,46-9-2953,31-15-404,23-4-356,34-5-580,39-6-476,45-9-229,39-9-143,24-19-204,20-2-1644,27 0-1985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7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182 937 5168,'31'-39'1061,"-1"-2"0,-2-1-1,-2 0 1,-2-2 0,22-54-1,2-27 1488,49-205 0,-76 198 73,-20 131-2554,-1-1 1,1 0-1,-1 0 1,0 0-1,0 1 0,0-1 1,0 0-1,0 0 0,0 0 1,0 1-1,-1-1 0,1 0 1,-1 0-1,1 0 0,-1 1 1,0-1-1,0 0 0,1 1 1,-1-1-1,0 1 0,-2-3 1,1 4-17,1-1 0,0 0 0,-1 1 0,1-1 0,-1 1 1,1 0-1,-1-1 0,1 1 0,-1 0 0,1 0 0,-1 0 0,1 0 1,-1 0-1,1 0 0,-1 1 0,1-1 0,0 0 0,-1 1 0,-2 1 0,-7 3 211,0 0-1,1 1 1,-1 0-1,-16 14 1,-4 6 469,2 2 0,0 1 0,-44 59 0,27-24 176,-37 72 0,60-94-544,1 1 0,3 1-1,-25 81 1,37-100-266,2 0 1,0 1-1,2-1 1,1 1-1,1 0 1,1 0-1,1 0 0,8 44 1,-2-40-31,2 0 0,0 0 1,2-1-1,1 0 1,2-1-1,32 50 0,-21-43-4,1-1 1,3-1-1,0-1 0,45 36 0,-11-17 17,102 62 0,78 26-78,-108-62-74,-90-53 6,-25-14 22,-1 1 0,1 1-1,-2 1 1,1 0 0,-2 1-1,26 26 1,-41-37 3,1 0 0,-1 0 0,0 0 0,0 0 0,0 0 0,0 0 0,-1 0 0,1 1 0,-1-1 0,0 1 0,0-1 0,0 1 0,-1-1 0,1 1 0,-1-1 0,0 1 0,1 0 0,-2-1 0,1 1 0,0 0 0,-1-1 0,-1 7 0,-1-5-92,1 0 1,-1 0-1,0 0 1,0 0-1,-1 0 1,1 0-1,-1-1 0,0 0 1,0 0-1,-1 0 1,1 0-1,-1-1 1,-8 5-1,-4 1-326,0 0 0,-1-1 0,0-2 0,0 1 0,0-2 0,-38 6 0,8-5-2006,-77-1 0,21-10-3861,-3-13-4050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4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2515 6817,'-27'34'573,"-43"64"1731,66-93-2184,-5 10 534,0 0 0,-9 22 0,16-31-389,0 0-1,0 0 0,0 0 0,1 1 0,0-1 1,1 0-1,-1 0 0,1 1 0,0-1 0,2 12 1,-2-14-139,1 0-1,-1 0 1,1 0 0,0 0 0,1 0 0,-1 0 0,0 0 0,1 0 0,0 0 0,0-1 0,0 1-1,1-1 1,-1 1 0,1-1 0,0 0 0,-1 0 0,1 0 0,1 0 0,-1-1 0,0 1 0,1-1-1,-1 0 1,1 0 0,0 0 0,0 0 0,-1-1 0,1 0 0,0 0 0,0 0 0,1 0-1,-1 0 1,0-1 0,0 1 0,6-2 0,28 2 538,-1-1 1,0-2-1,47-9 0,112-32 781,-150 32-1137,206-53 915,60-20-179,64-19-220,2498-712 1420,-1816 510-1899,1577-415-1606,-2111 580 104,411-124-3082,-323 74-3946,-194 53-3168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3800,'30'72'576,"-10"-48"-88,-6-11-764,-1 5-1044,14 3 1036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2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140 914 6517,'-3'-8'613,"0"1"0,0-1 1,1 0-1,0 0 0,1 0 1,0 0-1,0 0 1,1-12-1,-1 7 116,0 1 0,0-1 0,-5-16 0,-18-49 1757,10 35-1312,1 0-1,-11-76 0,22 105-1060,1-1-1,0 0 1,2 1 0,0-1 0,0 0-1,1 1 1,1-1 0,0 1 0,1 0-1,1 0 1,0 0 0,11-19 0,-5 16-65,0 0 1,1 1 0,1 0-1,0 2 1,1-1 0,1 1-1,0 1 1,1 1 0,0 0-1,1 1 1,0 1 0,1 0-1,0 2 1,27-10 0,7 1 0,0 3 1,1 2 0,0 3 0,63-4-1,-45 8 9,-1 3 0,1 3 0,84 13 0,-109-7-36,0 2-1,-1 2 1,0 2 0,-1 1 0,79 39-1,-103-42-8,-1 0 0,0 2 0,-1 0 0,0 0 0,26 28 0,-37-33-4,0 0 0,-1 0 0,0 0 0,0 0 0,-1 1 0,0 0 0,-1 0 0,0 1 0,0-1 0,-1 1 0,0 0 0,-1 0 0,0 0 0,1 18 0,-3-13-12,-2-1 1,1 0-1,-2 1 0,0-1 1,0 0-1,-1 0 0,-1-1 0,-1 1 1,0-1-1,0 0 0,-1-1 1,-10 13-1,-8 9 4,-1-1 0,-59 55 0,23-32 10,-2-3 0,-3-2 0,-96 53 0,-231 103-109,196-112 84,-144 72-33,282-133 57,58-34-9,1 1 1,-1 0-1,1-1 0,-1 1 1,1 0-1,0 0 1,-1 0-1,1 1 1,0-1-1,0 0 0,0 0 1,0 1-1,0-1 1,0 0-1,0 1 0,0-1 1,0 1-1,1 0 1,-1-1-1,0 1 0,1-1 1,0 1-1,-1 0 1,1-1-1,0 1 1,0 0-1,0-1 0,0 4 1,1-3-1,0 1 0,0-1 0,1 0 0,-1 0 0,1 1 0,-1-1 1,1 0-1,0-1 0,0 1 0,-1 0 0,1 0 0,0-1 0,1 1 0,-1-1 1,0 0-1,5 2 0,7 2 4,0-1 0,1 0 0,0-1 0,-1-1 1,1 0-1,28-1 0,-20-1-2,700 0-509,4-45-6538,-516 26 1784,6-6-2886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2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725 66 4912,'4'-2'464,"-1"0"0,1 0-1,0 0 1,0 1-1,0 0 1,0-1 0,0 1-1,0 1 1,0-1-1,0 0 1,7 1 0,-10 0-332,0-1 1,1 1 0,-1-1-1,0 1 1,0-1 0,0 1-1,0-1 1,0 0 0,0 0-1,0 0 1,0 1 0,0-1-1,0 0 1,0 0 0,0-2-1,7-4 2089,-3 6 3281,-15-13-4291,10 14-1188,0-1-1,-1 0 0,1 0 0,0 0 1,-1 0-1,1 1 0,-1-1 0,1 0 0,-1 0 1,1 1-1,-1-1 0,0 0 0,1 1 1,-1-1-1,0 1 0,1-1 0,-1 1 0,0-1 1,0 1-1,1-1 0,-1 1 0,0 0 1,0-1-1,-1 1 0,-5 0 89,0 1 1,0 0-1,0 0 0,0 0 1,0 1-1,0 0 0,-9 5 1,1-2 76,-37 17 441,1 1-1,1 3 0,-86 58 0,129-79-586,-185 135 829,159-112-742,2 1 0,1 2 0,-40 52 0,64-75-93,0 1 0,0 0 0,1 1 0,0-1 0,1 1 0,0 0 0,0 0 0,1 0 0,0 1 0,-1 16 0,3-19-18,1 1 0,1-1 1,-1 1-1,1-1 1,1 0-1,-1 0 1,2 0-1,-1 0 1,1 0-1,0 0 0,1 0 1,-1-1-1,2 1 1,4 6-1,1 0 12,1-1-1,0 0 0,1-1 1,1-1-1,0 1 0,0-2 1,23 14-1,113 53 57,-41-25-68,-87-41-9,-14-8-10,0 0 0,-1 0 0,1 1 0,-1-1 0,0 2 0,0-1 0,0 1 0,0 0 0,-1 0 0,0 0 0,8 11 0,-12-15-28,-1 0 0,1 0 0,-1 1 0,0-1 0,1 0-1,-1 0 1,0 0 0,0 0 0,0 0 0,0 0 0,0 1 0,0-1 0,0 0-1,0 0 1,0 0 0,-1 0 0,1 0 0,0 0 0,-1 0 0,1 0 0,-2 2-1,1 0-54,-1-1 0,0 1 0,0-1 0,-1 1 0,1-1 0,0 0 0,-6 4 0,-3 1-225,0 0 0,-1-1 0,-16 6 0,-14 3-1076,-1-1 1,-52 8 0,-24-4-4702,90-18 1259,-3-5-2691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4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26 8965,'-23'-3'10869,"21"1"-9908,-5-1-560,0-1 0,0 2 1,0-1-1,0 1 0,0 0 1,-1 0-1,1 1 0,0 0 1,-1 1-1,1-1 1,-13 2-1,-18 2 959,-37 8 0,48-7-430,63 6 86,87 8-606,0-6 0,133-4 0,-95-4-290,1633 83-5134,-1467-70 2657,126 9-3613,-247 6-2035,-138-16 708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4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1 10229,'-24'7'379,"-127"32"2844,115-30-1370,-44 16 1,52-14-658,-1-2 1,-46 8 0,12-5 1887,60-11-1516,8-3-1019,62-11-662,0 2 0,1 3 0,82 2-1,-12 0-856,191-17-2282,247-14-7753,-392 25 3340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565 153 10745,'-15'-12'670,"-27"-26"1256,19 4 2343,22 32-4173,1 1-1,-1-1 0,1 1 1,-1-1-1,1 0 0,-1 1 1,1-1-1,0 0 0,0 1 1,0-1-1,0 0 0,0 1 1,0-1-1,0 0 0,1 1 1,-1-1-1,0 0 0,1 1 1,0-1-1,-1 1 0,1-1 1,0 1-1,0-1 0,0 1 1,0-1-1,0 1 0,0 0 1,0 0-1,0-1 0,0 1 1,1 0-1,-1 0 0,1 0 1,-1 0-1,0 1 0,1-1 1,0 0-1,-1 0 0,3 0 1,3-2 10,0 1 1,1 0 0,-1 0 0,1 1 0,-1 0-1,1 0 1,-1 1 0,9 0 0,-6 0-64,1 1 1,-1 1-1,0 0 1,0 0-1,0 1 1,0 0-1,0 1 1,0 0-1,-1 1 0,0 0 1,0 0-1,0 1 1,-1 0-1,0 0 1,0 1-1,0 0 1,-1 1-1,0-1 1,-1 1-1,1 1 1,-2-1-1,1 1 1,-1 0-1,0 1 1,-1-1-1,0 1 1,-1 0-1,0 0 1,0 0-1,-1 0 0,-1 0 1,1 0-1,-1 16 1,-2-7-26,0-1 0,-2 1 0,0-1 0,0 0 1,-2 0-1,0 0 0,-1-1 0,-1 0 0,-1 0 0,0 0 0,-1-1 0,-17 23 1,-9 7 62,-3-1 0,-72 67 1,-48 34 271,-146 149 922,304-295-1275,-14 14 127,1 1 0,1 1 0,-18 29 0,28-41-104,0-1 0,0 1 0,0-1 0,1 1 0,-1 0-1,1 0 1,0 0 0,0 0 0,0 0 0,1 0 0,-1 0-1,1 0 1,0 0 0,0 0 0,1 0 0,-1 0 0,1 0-1,0 0 1,0 0 0,0 0 0,0-1 0,1 1 0,0 0-1,0-1 1,3 6 0,1-2-16,0-1 0,0 0 0,1 0-1,0 0 1,0-1 0,0 0 0,0 0 0,1-1 0,0 0-1,12 4 1,11 2-244,48 11-1,-64-18 157,102 20-1072,156 10 0,124-14-2106,72-28-1861,-155-18-1237,-123 4-209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5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12989,'-1'4'311,"1"1"0,0-1 0,0 0 0,0 0 0,0 0 0,1 1 0,0-1 0,0 0 0,0 0 0,0 0 0,0 0 0,1 0 0,0-1 0,0 1 0,3 4 0,5 8 307,1-1-1,15 15 1,-23-27-506,34 35 407,2-1-1,2-3 1,59 38 0,-51-36-363,-6-7-188,1-2 0,2-1 0,71 28 0,155 35-1250,-62-42 117,-163-39 828,1-3-1,71 0 1,-106-6 254,-1-1 0,1 0 0,0-1 1,-1 0-1,0-1 0,0 0 0,13-7 1,-22 10 85,-1 0 1,0-1 0,1 1 0,-1 0 0,0-1-1,0 1 1,0-1 0,0 0 0,0 0-1,0 0 1,-1 0 0,1 0 0,2-4 0,-4 5 24,1 0 0,-1-1 0,0 1 0,1 0 0,-1-1 0,0 1 0,0-1 0,0 1 0,0 0 0,0-1 0,0 1 0,0 0 0,0-1 0,-1 1 0,1 0 0,0-1 0,-1 1 0,1 0 0,-2-2 0,0-1 71,-1 0 1,0 1-1,0 0 0,0-1 0,0 1 0,-1 0 0,1 1 1,-1-1-1,0 1 0,0-1 0,0 1 0,0 0 0,0 0 1,0 1-1,-5-2 0,-18-3 127,-1 0 1,0 2-1,1 1 1,-1 2-1,0 0 1,0 2-1,0 1 1,-32 7-1,-1 2 13,0 4 0,-97 37 0,33 3-965,-74 52-2515,176-94 1830,0 0 0,1 1 0,1 1 1,0 1-1,-29 30 0,9 3-6040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5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13113,'50'0'586,"-11"-1"227,1 2 0,54 7 0,-49 0-409,0 2-1,-1 1 1,0 3 0,-1 1 0,0 2-1,-2 2 1,0 2 0,-1 2-1,-1 1 1,62 51 0,-86-60-375,1 0 0,-2 1 1,0 0-1,-1 2 0,-1-1 1,0 1-1,-2 1 0,0 0 1,-1 1-1,-1 0 0,0 0 1,-2 0-1,-1 1 0,0 0 1,-1 0-1,-2 1 0,0-1 1,-1 1-1,-1-1 0,-1 1 1,-8 41-1,2-29-20,-1-1 0,-2 0-1,-2-1 1,0 0 0,-19 32 0,-96 147-68,83-142 43,13-23 11,18-27-12,0 0 0,1 1 1,1 0-1,-12 32 0,23-50 19,-1 0 0,0 1 0,1-1 0,-1 0 0,1 1 0,0-1 0,0 1 0,0-1 0,0 1 0,0-1 0,0 0 0,1 1-1,-1-1 1,1 1 0,0-1 0,-1 0 0,1 1 0,0-1 0,0 0 0,1 0 0,1 3 0,0-1 0,1-1 0,-1 0-1,1 0 1,0 0 0,-1 0 0,1-1 0,1 0 0,-1 1 0,0-1-1,7 2 1,10 2-19,1-1 0,-1-1 1,40 3-1,612-8-4798,-432-7 1570,-51 1-811,9-10-1953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12601,'-47'12'2099,"45"-11"-1973,1 0 0,-1-1 0,0 1 0,1 0 0,-1 0 1,0 0-1,1 0 0,-1 1 0,1-1 0,0 0 0,-1 1 0,1-1 0,0 0 0,0 1 0,0 0 0,0-1 1,0 1-1,0 0 0,0-1 0,1 1 0,-1 0 0,1 0 0,-1-1 0,1 1 0,0 0 0,-1 0 0,1 0 1,0 0-1,0 0 0,0 0 0,1-1 0,-1 1 0,0 0 0,1 0 0,0 2 0,2 6 145,1 0 0,-1 0 0,2-1 0,8 15 0,-10-18-203,7 10 95,1 0 0,1 0 0,0-1 1,1-1-1,0 0 0,2-1 0,15 12 0,13 6 81,60 33-1,-43-32-483,0-4-1,100 34 1,134 20-2496,-34-37-1139,-169-32 2534,-58-8 787,0-2 0,-1-1 0,1-1 0,51-6 0,-82 5 548,0 0-1,0 0 1,0 0-1,0-1 1,0 1-1,0-1 1,-1 1-1,1-1 1,0 1-1,0-1 1,-1 0-1,1 0 1,0 0-1,-1 0 1,1 0-1,-1 0 1,1 0-1,-1-1 1,1 1 0,-1-1-1,0 1 1,0-1-1,0 1 1,0-1-1,0 1 1,0-1-1,0 0 1,0 0-1,-1 1 1,1-4-1,-1 2 69,0 1-1,0-1 1,-1 0-1,0 1 1,1-1-1,-1 1 1,0-1-1,0 1 1,0-1-1,-1 1 1,1 0-1,-1-1 0,1 1 1,-1 0-1,0 0 1,0 0-1,1 0 1,-2 1-1,-1-3 1,-6-3 192,0 1 1,0 0-1,0 1 0,0 0 1,-1 1-1,0 0 0,0 0 1,-19-3-1,1 2 179,-1 2-1,-36-1 0,-1 6-103,-1 2-1,1 3 1,1 4-1,-118 33 1,-36 32-2044,11 13-4072,104-40-996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11749,'48'3'722,"1"1"-1,-1 3 1,0 2-1,-1 2 1,0 2-1,79 34 1,-84-25-262,-2 1 1,0 1 0,72 60-1,-89-64-343,-1 1-1,-2 1 1,0 1-1,-1 0 1,-1 2-1,-1 0 1,16 33-1,-28-49-88,-1 0-1,0 1 1,0-1-1,-1 1 0,0 0 1,0 0-1,-1 0 0,-1 0 1,0 1-1,0-1 1,-1 0-1,0 0 0,-1 1 1,0-1-1,-1 0 0,0 0 1,-1 0-1,1 0 0,-6 10 1,-3 4-2,-2 1 0,-1-1 0,-1-1 0,-1-1 0,0 0 0,-2-1 0,-1-1 0,-29 25 0,-21 11 90,-96 58 0,-1 2-94,164-115-21,-15 12 29,1 0 0,1 1 1,-17 19-1,29-30-30,0 0 1,1 0-1,-1 0 0,1 0 1,0 1-1,0-1 1,0 1-1,0 0 0,1 0 1,-1-1-1,1 1 0,0 0 1,0 0-1,1 0 0,-1 0 1,1 0-1,0 0 0,0 0 1,0 1-1,0-1 1,1 0-1,0 0 0,1 5 1,2-2-77,0 1 0,0-1 1,1 0-1,0 0 1,0-1-1,0 0 1,1 0-1,0 0 0,1 0 1,7 5-1,8 4-453,1-1 0,25 12 0,7-2-1260,0-2-1,2-3 0,1-2 1,79 13-1,29 0-4600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6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1227 0 14317,'-4'9'372,"0"1"0,1-1-1,0 1 1,0-1 0,1 1-1,0 0 1,1 0 0,0 0-1,1-1 1,0 1 0,1 0-1,2 16 1,3 8 543,13 44-1,5 19 161,-4 1-1980,50 146 1,-67-234 525,1 1 1,0-1-1,1 0 0,0 0 1,0-1-1,1 0 0,1 0 1,-1 0-1,1 0 0,1-1 1,0 0-1,0-1 0,0 0 1,1 0-1,0-1 1,0 0-1,1 0 0,0-1 1,0-1-1,0 0 0,0 0 1,1 0-1,12 1 0,-11-3 268,1 0 0,-1-1-1,1 0 1,0-1 0,-1-1-1,1 0 1,-1 0 0,1-1 0,-1-1-1,0 0 1,1-1 0,-2 0-1,1-1 1,0 0 0,-1-1-1,0 0 1,0-1 0,-1 0-1,0-1 1,0 0 0,-1 0-1,14-17 1,-19 20 142,1-1 136,0 0-1,0-1 0,-1 0 0,0 0 1,0-1-1,4-9 0,-8 14-83,1 1 1,-1-1-1,1 1 0,-1-1 0,0 1 1,0-1-1,0 0 0,-1 1 1,1-1-1,-1 1 0,1-1 0,-1 1 1,0-1-1,0 1 0,0 0 1,0-1-1,0 1 0,0 0 0,-1 0 1,1 0-1,-1 0 0,0 0 1,1 0-1,-1 0 0,-2-1 0,-7-6 154,-1 0 0,0 1 0,0 0 0,0 1 0,-1 1 0,0 0 0,-1 0 0,1 2 0,-19-5 0,-15-1 298,-74-7 0,16 10-130,0 5 1,-1 5-1,-199 31 0,-306 105-3939,457-94-557,13 3-2317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7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0 10857,'86'19'546,"111"27"980,-158-35-1201,-1 1 0,-1 3 1,0 0-1,-1 3 0,-1 1 0,-1 1 0,58 45 0,-84-57-295,0-1 1,0 1-1,-1 0 0,0 0 0,0 1 1,-1 0-1,0 0 0,-1 1 0,0 0 1,0 0-1,-1 0 0,-1 0 0,1 0 1,-2 1-1,1 0 0,-1-1 1,-1 1-1,0 0 0,-1 0 0,0 0 1,-1 0-1,0 0 0,0 0 0,-1-1 1,-1 1-1,1 0 0,-2-1 0,0 0 1,0 0-1,-8 15 0,-2-2-9,-2 0 0,0 0 0,-1-1 0,0-1 0,-2-1 1,-32 27-1,-6-1 4,-79 48 1,-398 214 488,351-206-85,166-93-374,-87 54 340,91-54-325,1 0 1,1 1-1,0 1 0,0-1 1,1 2-1,-9 12 0,16-20-51,0 0 0,1 0-1,0 0 1,0 1-1,0-1 1,0 1-1,1-1 1,-1 1 0,1-1-1,0 1 1,1 0-1,-1-1 1,1 1-1,0 0 1,0 0 0,0-1-1,1 1 1,0 0-1,0-1 1,0 1-1,0 0 1,1-1 0,0 0-1,0 1 1,0-1-1,5 8 1,2 0 7,0-1 0,1 0 1,0 0-1,1-1 0,0-1 1,1 0-1,24 15 0,22 9-164,2-2 0,2-4-1,73 24 1,204 45-1719,370 40-6130,-450-107 2104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7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13025,'14'109'1860,"23"-52"-380,0 9-255,6 1-265,7-4-224,-3 3-148,10 10-272,0 5-368,3 6-384,1 4-460,-8-10-432,4 4-161,7-7-183,-1-12-212,-9-11-1748,0-4-2185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1384 127 8233,'-114'-81'2332,"51"60"-352,-14 9-296,0 6-320,-4-1-283,-9 7-389,-14 7 16,-3 2-156,3 9-160,-3 6-416,0 12-532,6 3-840,4 6-497,13 7-2495,14 11-3389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40:58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220 392 8749,'389'-152'1321,"-172"79"-770,151-48-146,-318 106-338,59-9 0,-96 21-31,0 2 0,0-1 0,1 2 0,-1 0 1,0 0-1,0 1 0,1 1 0,-1 0 0,0 1 0,12 4 0,-22-6-15,0 0 0,0 1 0,0-1 0,0 0 0,0 1 0,-1-1 0,1 1 0,0 0 0,-1 0 0,0 0 0,1 0 0,-1 0 0,0 1 0,0-1 0,0 1 0,0-1 0,-1 1 0,1 0 0,-1 0 0,0 0 0,0 0 0,0 0 0,0 0 0,0 0 0,0 0 0,-1 0 1,0 0-1,1 0 0,-1 0 0,-1 6 0,0-1 36,-1 0 0,-1 0 0,0-1 1,0 1-1,0-1 0,-1 1 0,0-1 1,0 0-1,-1 0 0,1-1 1,-9 8-1,-24 23 327,-2-2 1,-1-2-1,-88 56 1,91-65-204,-273 174 1109,-40 27 0,20 27-49,302-229-1135,2 3-1,0 0 0,2 1 0,1 1 0,1 2 0,-28 49 0,43-66-79,1 1 0,0 0 0,1 0 0,0 0 0,1 1 0,1-1 0,0 1 0,1 0 0,0 0 0,2 0 0,-1 0 0,2 0 0,0 0 0,1 0-1,0 0 1,2 0 0,-1-1 0,11 24 0,-4-15-40,2-1-1,1 0 1,0-1 0,2-1-1,0 0 1,1-1 0,1 0-1,21 17 1,19 11-345,93 59-1,0-12-1324,236 108-1,-8-44-3901,-112-63-1292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2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8633,'0'0'10755,"0"-3"-9794,7-27 7899,-6 28-8298,1 0-528,0-1 105,0 1 0,0 0 1,0-1-1,0 1 0,0 0 1,1 0-1,-1 0 0,1 0 1,-1 1-1,1-1 0,0 1 0,0-1 1,0 1-1,0 0 0,0 0 1,0 0-1,0 1 0,0-1 1,4 0-1,21-6 37,-12 2-176,2 2 0,-15 4 0,0 0 0,0 1 0,0-1 0,0 1 0,0-1 0,-1 1 0,1 0 0,-1 0 0,1 0 0,-1 0 0,0 0 0,3 5 0,25 36 0,-20-27 0,116 174 0,192 220 0,-90-168 0,59 71 0,-270-292-157,117 131-5473,-131-149 5081,0 0 0,0-1 0,0 1 0,1-1 0,0 0 0,-1 0 0,6 1 0,5 3-2593,-2 4-4449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2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751 3 11721,'-14'-2'2114,"11"1"-202,0 3-62,-4 3-1064,-1 0 0,1 0 1,0 1-1,0 0 0,1 1 0,0-1 0,-6 10 0,-39 58 1053,38-53-1128,-285 486 2747,232-389-4067,21-28-2386,4 3 1,-41 137-1,58-160 164,-5 22-2861,8-1-3102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3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8673,'3'-1'327,"0"-1"0,0 0 0,0 0 0,-1-1 0,1 1 1,-1 0-1,1-1 0,-1 0 0,0 1 0,0-1 0,2-5 0,20-39 4056,-13 22-2798,-8 17-948,0 0 0,0-1-1,0 0 1,1-16 0,6-16 1677,-9 38-656,-3 1-990,0-2-266,0 0-1,1 1 1,-1-1 0,1 0-1,0-1 1,0 1-1,0 0 1,1 0-1,-1 0 1,1 0-1,0-1 1,0-4-1,1 4-978,-1 1 1148,1 2-556,0 1 1,1-1 0,0 1-1,-1-1 1,1 1 0,0-1-1,0 1 1,0 0 0,0 0 0,0 0-1,3-1 1,-3 1 27,-11 35 62,0 0 0,-15 33 0,13-40-50,1 0 1,2 0 0,0 1-1,-5 52 1,12-64-41,0 1 1,2 0 0,0-1-1,1 1 1,1-1 0,0 0-1,1 1 1,1-1 0,10 23-1,-6-21-20,1-1 0,0-1-1,1 1 1,1-2 0,0 1-1,2-2 1,26 25 0,-19-23-51,1-1 1,0 0 0,0-2-1,2 0 1,0-2-1,0-1 1,1 0 0,0-2-1,0-1 1,1-1 0,0-1-1,45 2 1,-24-5-46,1-2 0,-1-3 0,0-1-1,0-2 1,-1-3 0,57-17 0,-65 14 53,-2-1 0,1-2 0,-2-2-1,55-34 1,-75 42 44,0-1-1,-2-1 1,1 0 0,-1-1-1,-1 0 1,0-1-1,-1 0 1,0-1 0,-1-1-1,-1 1 1,0-2 0,12-27-1,-18 33 4,0 1 0,-1-1 0,0-1 0,0 1 0,-1 0-1,0 0 1,-1-1 0,0 1 0,-1 0 0,0 0 0,-1-1 0,0 1 0,0 0 0,-1 0-1,0 1 1,-1-1 0,0 1 0,-1-1 0,1 1 0,-2 1 0,0-1 0,0 1 0,0 0-1,-1 0 1,0 0 0,-10-8 0,11 13 24,1 1 0,-1-1 0,0 1 0,0 0 0,0 0 0,0 1 0,0 0 0,0 0 0,0 0 0,0 1 0,0 0 0,-1 0 0,1 0 0,0 1 0,0 0 0,0 0 0,0 0 0,0 1 0,0 0 0,0 0 1,1 1-1,-7 3 0,2 1 35,1 0 1,1 0 0,-1 1 0,1 0-1,1 1 1,-1-1 0,1 1 0,1 1 0,0-1-1,0 1 1,1 0 0,-7 20 0,-3 12 283,-18 81 1,31-115-341,-12 72-2,2 0 0,4 0 0,3 93 0,28 244 0,23-33 0,-12-127 0,-3 13 0,54 499 0,-85-761-2,7 55-403,-3 90-1,-5-136 296,0 1-1,-2 0 0,1-1 1,-2 0-1,0 0 1,-2 0-1,1 0 1,-2-1-1,0 0 1,-11 18-1,11-26-78,0 0-1,0 0 1,-1 0-1,1-1 1,-2 0-1,1 0 1,-1-1-1,0 0 1,0-1-1,-1 0 1,0 0-1,0-1 1,0 0-1,0-1 1,0 0-1,-21 2 1,5-1-62,-1-2-1,0-1 1,0-1-1,0-1 1,-43-7-1,40 2 130,1 0 0,-1-2 0,1-2 0,1 0 0,0-2 0,0-1 0,1-1 0,-48-34 0,60 37 99,1-1 1,1 0-1,0-1 0,0 0 1,1-1-1,1 0 0,1-1 1,0-1-1,1 1 0,0-1 1,1-1-1,1 0 1,1 0-1,0 0 0,2-1 1,-4-19-1,5 8-50,1-1 1,2 1-1,1 0 1,1 0-1,1 0 1,2 0-1,1 0 1,1 1-1,2 0 1,13-31-1,3 3-764,3 1-1,2 2 1,67-92-1,-54 89-1976,2 3 0,86-80 0,3 23-6137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101 112 5641,'-36'-53'7140,"35"52"-5690,-19-29 3351,-2 5-2547,20 23-206,1 3-1887,-1-1 0,1 1 0,-1 1 0,1-1 1,0 0-1,0 0 0,-1 0 0,1 1 0,0-1 0,0 0 0,0 1 0,0-1 0,0 1 0,1-1 0,-1 1 1,0 0-1,0 2 0,2 3-9,1-1 0,-1 0 0,1 1 0,1-1 0,-1 0 0,1 0 0,0-1 0,5 8 0,-2-3 19,87 149 1360,32 60-753,-6 28-599,45 84-4137,-113-234 1226,14 24-2331,-15-42-2366,-18-35-666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6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1 12561,'-70'51'2232,"43"-27"61,-6 27-101,-1 1-320,-6-1-284,-7 12-284,-7 13-264,4 8-288,-7 9-128,4 7-420,6 2-752,3-5-236,-6-4-608,7 1-608,12-7-360,-5-8-744,5-7-1737,5-6-3808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6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87 5072,'13'-7'3577,"-24"2"946,-1-1-2250,9 5-1816,0-2-59,0 0 0,0 0 0,1 0-1,-1-1 1,1 1 0,-1-1 0,1 0 0,-2-5 0,-1 0-871,4 7 600,-39 2-252,37 0 70,-10 7-93,11-7 158,1 1 0,-1 0 0,0-1 1,1 1-1,-1-1 0,0 1 0,1-1 0,-1 0 0,0 0 0,1 0 0,-1 0 1,0 0-1,0 0 0,1 0 0,-1-1 0,0 1 0,-2-1 0,-5-1-42,7 1 114,0-1-88,-12-21 43,13 21-57,-20 11-3787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7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941 190 6441,'2'-4'519,"0"0"0,-1 0 1,0 0-1,1-1 0,-2 1 0,1 0 1,0-1-1,-1 1 0,0 0 1,0-1-1,0 1 0,0 0 1,-1-1-1,0 1 0,1 0 1,-2-1-1,1 1 0,0 0 0,-1 0 1,0 0-1,0 0 0,0 0 1,-5-5-1,3 2-215,-1 1-1,0 0 1,0 0-1,-1 0 1,0 1-1,0 0 1,0 0-1,-1 1 1,0-1-1,0 1 1,0 1-1,0-1 1,-8-2-1,-1 3-31,1 0 0,0 0-1,-1 2 1,1 0-1,-1 1 1,1 0 0,-1 1-1,1 1 1,-19 5-1,-10 3 228,1 2 0,-42 19-1,47-17-374,1 2 0,1 2 0,0 1 0,2 2 0,0 1 0,1 1 0,2 2 0,0 2 0,2 0 0,-35 44 0,51-56-121,1 1-1,1 1 0,1-1 1,0 2-1,-11 27 0,19-39-20,0 0 0,0 0-1,0 1 1,1-1-1,0 0 1,0 1 0,1-1-1,0 1 1,0-1 0,0 1-1,1-1 1,0 0 0,0 1-1,1-1 1,0 0 0,0 0-1,0 0 1,1 0 0,-1 0-1,5 6 1,-4-9 12,-1 0 0,1 0 0,0 0 0,0-1 0,0 1 0,0-1 0,0 0-1,1 1 1,-1-2 0,1 1 0,-1 0 0,1-1 0,0 1 0,-1-1 0,1 0 0,0 0 0,0-1 0,0 1 0,5-1 0,8 0-2,-1 0 0,1-2 0,18-3 1,-21 3-3,9-2 9,0-2 1,0 0-1,-1-2 1,0 0-1,0-1 1,34-21-1,113-87 649,-162 113-608,262-195 3074,-211 160-2341,-57 39-773,0-1 0,0 1 0,-1-1 0,1 1 0,0-1 0,0 1 0,-1 0 0,1 0 0,0-1 0,0 1 0,0 0 0,0 0 0,-1 0 0,1 0 0,0 0 0,0 0 0,1 0 0,0 1 0,-1 0 0,0 0 0,1 0 0,-1 0 0,0 0 0,0 1 0,0-1 0,0 0 0,0 1 0,0-1 0,-1 1 0,1-1 0,0 1 0,-1-1 0,1 1 0,-1-1 0,1 1 0,-1-1 0,0 1 0,0 2 0,1 40 0,-20 111-2698,-9 93-5221,21-186 734,-2-4-4796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2 11213,'4'-1'244,"10"0"986,-17 6 70,-15 18 2695,-27 89 65,30-70-3637,-32 64-1,17-54-252,-2-1-1,-40 49 0,60-84-185,5-7 221,9-29-33,1 6-106,1-1 1,1 1-1,0 0 0,1 1 1,0-1-1,10-14 0,56-74 275,-36 54-202,-20 27 40,0 0-1,1 2 1,1 0 0,1 1 0,1 1 0,34-23 0,-42 32-17,1 1 1,0 0-1,0 1 0,1 0 1,0 1-1,0 0 1,0 1-1,0 1 0,0 0 1,1 1-1,0 1 0,-1 0 1,19 2-1,-26-1-83,1 1 0,0 1 0,0-1 0,-1 1 0,1 1 0,-1-1 0,0 1 0,0 1 0,0-1 0,0 1 0,0 0 0,-1 1-1,0 0 1,0 0 0,6 6 0,-5-2 10,0 0 0,0 1 0,-1-1 0,0 1 0,0 1 0,-1-1 0,-1 1 0,0 0 0,3 14 0,1 12 25,-2 1 0,-2-1 1,-2 1-1,-1 0 0,-5 46 1,-5 25-886,-2 42-1967,11 0-4098,3-99 156,-2-3-4375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8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461 823 10881,'-1'1'495,"-1"1"1,0-1-1,1 1 1,-1-1-1,0 0 0,0 1 1,0-1-1,0 0 1,-1 0-1,1-1 0,0 1 1,0 0-1,0-1 1,-4 1-1,-48 8 1138,18-3-673,24-3-712,0 1-1,0 0 0,0 1 1,1 1-1,0-1 1,0 2-1,0 0 0,1 0 1,0 1-1,0 0 0,1 0 1,-10 12-1,-7 11 324,2 2 1,-30 49-1,40-57-459,2 2 0,1-1 0,1 1-1,1 1 1,1 0 0,2 0 0,0 1 0,2-1-1,2 1 1,0 46 0,2-64-147,1-1 0,0 1 0,1-1 0,0 1 0,0-1-1,1 0 1,0 1 0,1-2 0,1 1 0,-1 0 0,8 11 0,-7-15-48,-1 1-1,1-1 1,0 0 0,1-1 0,-1 1 0,1-1 0,0 0-1,1-1 1,-1 1 0,1-1 0,0 0 0,0-1-1,0 0 1,0 0 0,11 3 0,-11-5 22,0 0 1,0 0-1,0-1 1,1 0-1,-1 0 1,0-1-1,0 0 1,0 0-1,12-4 0,-3 0-59,0-1 0,26-14 0,-24 9 75,-1 0-1,0-2 1,0 0-1,-1-1 1,-1 0 0,-1-1-1,0-1 1,-1-1-1,0 0 1,16-30 0,5-16-49,44-118 1,-29 34 51,-5-2 0,26-178 0,-10-129 1027,-59 443-781,0 1 0,-1 0 1,-1 0-1,0 0 1,0 0-1,-4-13 0,5 25-193,0 0 1,0-1-1,0 1 0,0 0 0,0 0 0,0-1 0,0 1 0,0 0 0,0-1 0,0 1 0,0 0 1,0 0-1,0-1 0,0 1 0,0 0 0,0 0 0,0-1 0,0 1 0,-1 0 0,1 0 0,0-1 0,0 1 1,0 0-1,0 0 0,-1-1 0,1 1 0,0 0 0,0 0 0,0 0 0,-1 0 0,1-1 0,0 1 1,0 0-1,-1 0 0,1 0 0,0 0 0,0 0 0,-1 0 0,1 0 0,0 0 0,-1 0 0,1 0 0,0 0 1,0 0-1,-1 0 0,1 0 0,0 0 0,0 0 0,-1 0 0,1 0 0,0 0 0,-1 0 0,1 0 1,0 0-1,0 0 0,-1 1 0,1-1 0,0 0 0,0 0 0,-1 1 0,-12 21 437,12-21-439,-34 78 834,-46 159 0,56-158-651,-11 44-786,-30 190 0,47-171-2945,-1 161-1,19-282 1804,1-1 1,2 1-1,0-1 0,9 42 0,11-1-7296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08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543 133 7409,'0'0'3357,"1"-3"-1991,10-24 933,-10 24 1103,-3 1-2436,-20-13 636,19 14-363,2-2-656,-10-25 546,10 25-565,-1 1-82,-35-42 1708,36 42-126,-3 4-1975,-1 0-66,0 0 1,1 0-1,-1 0 0,1 1 0,0 0 0,-1 0 1,1 0-1,0 1 0,1-1 0,-1 1 0,1 0 1,-1 0-1,1 0 0,1 0 0,-1 0 0,0 1 1,1 0-1,0-1 0,0 1 0,0 0 0,1 0 0,-2 6 1,1 0-4,0 1 1,0-1-1,1 1 1,0 0 0,1-1-1,0 1 1,1-1-1,1 1 1,0-1-1,5 18 1,-2-11-10,2-1 0,0 0 0,1 0-1,1-1 1,1 0 0,13 17 0,-4-9-80,1-1 0,1-1-1,1 0 1,1-2 0,1-1 0,1-1 0,49 28-1,-51-35-30,-1-1-1,2-1 1,-1 0-1,1-2 1,1-1-1,-1-1 1,50 3-1,-57-7 69,0-1 0,0-1 1,0 0-1,-1-2 0,1 0 0,0 0 1,-1-2-1,0 0 0,0-1 0,0 0 0,-1-2 1,23-14-1,-31 18 71,-1-1-1,0 0 1,-1 0 0,1-1-1,-1 0 1,0 0 0,-1 0 0,1-1-1,-1 1 1,0-1 0,-1 0-1,0 0 1,0-1 0,0 1-1,-1 0 1,0-1 0,1-9 0,0-10 305,-1-43 1,-3 61-254,1 1 1,-1-1-1,0 1 1,-1-1-1,0 1 1,0-1-1,-1 1 1,0 0-1,-6-13 1,8 20-59,0 0 1,0 0-1,0-1 1,0 1 0,0 0-1,0 0 1,0 0-1,-1 0 1,1 0 0,0 0-1,-1 0 1,1 1-1,0-1 1,-1 0-1,1 1 1,-1-1 0,1 1-1,-1-1 1,1 1-1,-1 0 1,0 0-1,1 0 1,-1 0 0,1 0-1,-1 0 1,1 0-1,-1 0 1,0 0 0,1 1-1,-1-1 1,1 1-1,-1-1 1,1 1-1,-2 0 1,-1 2 18,0-1 0,0 1-1,0 0 1,0 0 0,0 0-1,1 0 1,-1 0 0,1 1 0,0 0-1,0 0 1,-2 4 0,-18 33 53,2 2 1,2 0-1,2 2 1,-12 47-1,-32 191 232,17 95-337,27-196 0,-39 296 0,53-449-155,-2-1 0,0 1 0,-2-1 0,-1-1 0,-2 0 0,-24 52 0,28-68 89,0 0-1,-1 0 0,-1-1 1,1 0-1,-2 0 1,1-1-1,-1 0 1,-1-1-1,1 1 1,-2-2-1,1 0 1,-1 0-1,0 0 1,0-2-1,0 1 1,-1-2-1,0 1 1,-14 2-1,-9-2-67,1-2 0,-1-1 0,1-2 0,-1-1 0,1-2 0,-1-2-1,-49-12 1,66 13 122,1-1 0,0-1 0,0 0 0,1-1 0,0-1 0,0-1 0,1 0 0,0-1 0,-15-13 0,23 17 7,1 0 0,-1-1-1,1 0 1,0 0 0,1 0 0,0-1-1,0 0 1,0 0 0,1 0 0,0-1-1,1 1 1,0-1 0,0 0 0,1 0-1,0 0 1,1 0 0,0 0 0,0-1-1,1-11 1,2 5-206,1-1 0,1 2-1,0-1 1,1 0 0,1 1 0,0 0 0,1 0-1,1 0 1,0 1 0,1 0 0,19-22 0,8-7-1344,2 3 0,49-41 0,-37 39-1633,2 2 0,72-41 0,19 2-6185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18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96 5248,'6'-7'1884,"-1"0"-1,1 0 0,0 1 0,0 0 0,11-9 1,-2 3 1318,-9-3-2019,-6 14-1141,0 1 0,1-1-1,-1 1 1,0 0 0,0-1 0,1 1 0,-1-1-1,0 1 1,0-1 0,0 1 0,1-1 0,-1 1-1,0-1 1,0 1 0,0-1 0,0 1 0,0-1 0,0 1-1,0-1 1,0 1 0,0-1 0,0 1 0,0-1-1,0 1 1,-1-1 0,1 1 0,0-1 0,0 1-1,0-1 1,-1 1 0,1-1 0,0 1 0,-1 0 0,1-1-1,0 1 1,-1 0 0,1-1 0,0 1 0,-1-1-1,0 1 0,1 0 0,0 0 0,0-1 0,0 1 0,-1 0 0,1 0 0,0 0 0,0 0 0,-1 0 0,1 0 0,0 0 0,-1-1 0,1 1 0,0 0 0,0 0 0,-1 0 0,1 0 0,0 0 0,0 0 0,-1 0 0,1 0 0,0 0 0,-1 0 0,1 1 0,0-1 0,0 0 0,-1 0 0,1 0 0,0 0 0,0 0 0,-1 0 0,1 1 0,0-1 0,0 0 0,-1 0 0,1 0 0,0 1 0,0-1 0,0 0 0,0 0 0,-1 0 0,1 1 0,0-1-1,0 0 1,0 1 0,0-1 0,0 0 0,0 0 0,0 1 0,0-1 0,-12 28 874,-2 39 239,-13 152 855,-21 259-3610,35-261-2923,1-39-3916,7-48-2784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0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82 2296,'0'0'8860,"-3"-1"-8622,-2-2-145,1 1-1,-1 0 1,0 0-1,0 0 0,0 1 1,0 0-1,0 0 1,0 0-1,0 1 1,-1 0-1,1-1 0,-9 2 1,11 0 1211,31-20-1730,69 10-2250,-88 8 2320,-1-1-1,1-1 0,-1 1 1,0-1-1,10-5 0,10-5-2492,-4 7 24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1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30 145 5040,'0'0'2601,"-16"-9"-1597,2 0 1252,17-6-1892,4 0-84,0 0-176,3 3-320,13-3-292,11-9-832,-7 5-1492,6 7-937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1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38 121 4680,'-31'3'1100,"25"-2"3493,6-4-4558,0 1 0,1 0 0,-1 0 0,1 0 0,-1 0 0,1 0 0,0 0 0,0 0 0,0 0 0,0 1 0,0-1 0,0 0 0,1 0 0,-1 1 0,1-1 0,-1 1 0,1-1 0,-1 1 0,1 0 0,0 0 0,0 0 0,0 0 0,-1 0 0,4-1 0,7-3 20,0 0-1,0 1 1,13-2-1,-7 2-28,173-37-2514,-159 35 1597,-16 1 368,-14 4 261,1 0 0,0 0 1,-1 0-1,1 0 0,0 1 0,-1-1 0,1 1 0,0 0 1,0-1-1,-1 1 0,1 0 0,3 1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1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5168,'3'24'1057,"-3"0"235,-6-3-20,-1 1 12,10-1-152,-3 3-120,7 6 144,0 24-448,-4-9-116,7 10-112,-7 8-100,-3 6-168,0 4-536,0-1-704,-3-3-592,0 1-2100,-4 8-2349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4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417 288 3528,'0'0'38,"1"0"0,-1 0-1,0 0 1,1 0 0,-1 0-1,0-1 1,1 1-1,-1 0 1,0 0 0,1 0-1,-1-1 1,0 1 0,0 0-1,1 0 1,-1-1 0,0 1-1,0 0 1,0 0-1,1-1 1,-1 1 0,0 0-1,0-1 1,0 1 0,0 0-1,0-1 1,0 1 0,0 0-1,1-1 1,-1 1 0,0 0-1,0-1 1,0 1-1,0 0 1,0-1 0,0 1-1,-1 0 1,1-1 0,0 1-1,0 0 1,0-1 0,0 1-1,0-1 1,-18-5 2728,12 5-1367,0 0 1,-1 1-1,1 0 1,-1 0-1,-9 2 0,15-2-1359,0-1 0,0 1 0,0-1 0,0 1 0,0-1 0,0 0 0,0 1 0,1-1 0,-1 0 0,0 0 0,0 1 0,1-1-1,-1 0 1,0 0 0,0-1 0,-11-12 1704,2 8-1478,-1 0 0,0 0 0,-12-3 0,20 8-195,-16 7 101,17-6-135,0 0 1,0 1 0,0-1 0,0 1 0,0 0 0,0-1 0,0 1 0,0 0 0,0 0 0,1 0-1,-1 0 1,-3 3 0,-8 13 187,0 0 0,1 1 0,1 0 0,1 0 0,0 1 0,-10 30 0,-4 6-4,0-2 147,-25 83 0,41-101-152,-5 48 0,0-1 23,10-59-137,1-1 1,1 0 0,1 1 0,2-1 0,0 1 0,7 31 0,-6-44-54,0 0 0,1 0 0,0 0 0,1-1 1,0 1-1,1-1 0,10 14 0,5 2 124,25 25 1,-28-33-108,1-1-1,0 0 1,1-1-1,0-2 1,1 0-1,1-1 1,0-1-1,0-1 1,1-1-1,1-1 0,-1-1 1,1-1-1,1-1 1,41 3-1,-33-6 29,1-1 1,0-2-1,-1-1 0,1-2 0,-1-1 0,53-16 0,-72 17-47,1-1 0,-1-1 0,-1-1 0,1 0 0,-1 0 1,0-1-1,-1-1 0,0 0 0,0-1 0,-1 0 0,0-1 0,-1 0 0,0-1 0,-1 0 0,-1 0 0,1-1 0,6-16 1,1-9-33,-2-1 1,-1 0 0,-2-1 0,-2 0 0,-1 0 0,-3-1-1,-1 0 1,-3-69 0,-4 46-34,-4 0-1,-2 0 1,-3 1 0,-37-114-1,36 141-13,0 0-1,-29-52 1,36 78 23,0 1 0,0-1 0,-1 1 0,0 1 0,-1-1 1,1 1-1,-2 0 0,1 1 0,-1 0 0,0 0 0,-1 1 0,-17-9 1,18 12-52,0 1 1,1 0 0,-1 1-1,0 0 1,0 1 0,0-1-1,0 2 1,0-1 0,0 1 0,1 0-1,-1 1 1,0 0 0,1 1-1,-10 3 1,7-2-93,-4 1-255,1 1 0,0 0 0,0 1 0,1 0 0,0 1 0,0 1 0,-21 19 0,21-18-112,-2 3-710,0 1 0,1 1 1,-18 23-1,-8 21-4871,15-7-2565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4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6801,'0'0'1551,"13"-6"1217,-7 3-2230,93-40 5283,-65 29-5561,1 2-1,49-10 1,-30 7-2222,9-3-4778,-32 15 168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4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0 133 7277,'33'21'1900,"-2"-33"1336,-11 0-2088,0 3-128,3 3-124,-3 3-196,7-9-267,17-3-678,3-3-587,3-3-684,7-3-2528,6 2-2945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16 7109,'3'-15'14801,"-2"19"-14394,1 33 11,-1 0 0,-2 0 0,-6 44 1,-2 69-465,8-14-1255,2 19-2755,9-51-3555,0-53-381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5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5348,'0'0'4034,"0"-4"-2828,2-8-544,0 1 1,1-1-1,0 1 1,0 0-1,1 0 1,1 0-1,8-15 0,-8 17-498,0 0 0,0 0 0,1 0-1,1 1 1,-1 0 0,2 0 0,-1 1 0,1 0-1,0 0 1,0 0 0,0 1 0,19-9-1,-6 7-341,0 0-1,1 2 1,42-7-1,75-2-6033,-109 12 3402,-1 2-2486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5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64 8573,'-26'12'3088,"42"-12"-1720,1 6 1052,13-12-1455,-6 3-313,9-6-76,17 0-308,-3 0-764,7-3-873,0-3-859,6 6-1760,17 0-2857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28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1 218 5428,'19'-25'1287,"-15"20"3762,1 3-4447,0-1-1,-1 1 1,1-1 0,-1 0 0,0 0-1,5-4 1,10-11 921,58-48 2805,-75 64-4142,0 1-109,27-29 435,-22 22-378,-20 18-40,12-9-88,0 0-1,0 0 1,0 0 0,0 0 0,-1 0-1,2 0 1,-1 1 0,0-1-1,0 0 1,0 0 0,0 1 0,1-1-1,-1 0 1,1 1 0,-2 2-1,3-3-5,-1-1 0,0 1 0,0-1 0,0 1-1,1-1 1,-1 1 0,0-1 0,0 0 0,1 1 0,-1-1-1,1 1 1,-1-1 0,0 0 0,1 1 0,-1-1 0,1 0-1,-1 1 1,1-1 0,-1 0 0,0 0 0,1 1-1,-1-1 1,1 0 0,0 0 0,-1 0 0,1 0 0,-1 0-1,2 0 1,7 1-3,0-1 1,0 0-1,0 0 0,11-3 0,389-42-3798,-231 26-3368,-47 5-1779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30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88 4640,'0'0'6604,"-2"-1"-5892,1 0-559,-1 1 0,1-1 0,0 0 0,0 0 0,0 0 1,0 0-1,0 0 0,0 0 0,0 0 0,0 0 0,0 0 0,1 0 0,-1-1 1,0 1-1,1 0 0,-1 0 0,1-1 0,-1 1 0,1-1 0,0 1 1,-1 0-1,1-1 0,0 1 0,0 0 0,0-1 0,0 1 0,0-1 0,0 1 1,1 0-1,-1-1 0,0 1 0,1-1 0,-1 1 0,1 0 0,-1 0 0,2-3 1,0 1 1581,21 4-1238,412 3-1870,-144-27-6433,-146 5 115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32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391 347 4164,'3'-2'349,"0"-1"0,0 1 1,0 0-1,0 0 0,1 0 0,6-3 0,5 2 4025,-19-15-3134,1 3-625,3 12-5,0 0 1,3-64 2668,-3 65-2096,-5-11-806,6 12-350,-1 0-1,0 0 1,0 0 0,0 0 0,0 0 0,-1 1 0,1-1 0,0 0 0,0 0 0,0 0 0,-1 0 0,1 1 0,0-1-1,-1 0 1,1 0 0,-1 1 0,1-1 0,-1 0 0,1 0 0,-1 1 0,0-1 0,1 1 0,-1-1 0,0 1 0,0-2-1,-16 2 91,1 0-1,-1 1 1,1 1-1,0 0 0,-1 1 1,1 1-1,0 1 1,-30 12-1,31-9 4,1 0 0,-1 0 0,2 1 0,-1 1 0,-19 19 0,20-15-15,1 0 0,0 0 0,1 1 0,0 1 0,2 0-1,-1 0 1,2 1 0,1 0 0,0 1 0,-7 26 0,7-9 11,1 0 0,1 0 0,2 1 0,3 60-1,2-67-73,1 0-1,1 0 0,2 0 0,1-1 0,17 43 0,-17-51-41,2-1 0,0 0 0,1-1 0,1 0 0,0-1 0,2 0 1,0-1-1,21 21 0,-17-25-1,0-1 1,0 0-1,1-1 1,0-1-1,1-1 1,0 0-1,31 7 1,-36-12 1,1-1-1,0-1 1,-1 0 0,1-1 0,0-1 0,0 0-1,0-1 1,14-4 0,-14 4-1,11-3 1,-1-1 0,1-2 1,-2 0-1,1-1 0,32-18 0,-40 18-4,-1-1 0,0 0 0,-1-1 0,0-1 0,0 0 0,-1-1 0,-1 0 0,18-25-1,-23 27 8,13-18-6,30-58 1,-46 75-2,0 0-1,0-1 1,-1 0-1,-1 0 0,0 0 1,0 0-1,-2 0 1,1-20-1,-2 1 2,1 3-5,-1-1 0,-1 0 0,-2 1 0,-1-1 0,-14-51 0,-69-142-2,9 80 56,71 132-34,1 0-17,-1 0-1,-1 1 0,1 0 0,-2 1 0,1 0 1,-12-9-1,15 14 2,0 0 0,0 1 0,0 0 0,-1 0 0,1 0 0,-1 0 0,0 1 0,1 0 0,-1 0 0,0 1 1,0 0-1,-1 0 0,-10 0 0,-1 1-71,1 0 0,-1 2 0,0 0 1,0 1-1,-18 6 0,28-6-491,0 0 1,0 0-1,0 1 1,-14 9-1,16-8-527,0-1 0,1 1 0,-1 0 0,1 0 0,1 1 0,-8 10-1,-2 10-8241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34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33 4788,'0'0'3229,"-3"-18"-2601,0 3 620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37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362 173 4844,'0'0'295,"-1"0"-1,0-1 0,1 1 0,-1-1 0,0 0 1,1 1-1,-1-1 0,0 1 0,1-1 0,-1 0 1,1 1-1,-1-1 0,1 0 0,0 0 0,-1 0 1,1 1-1,0-1 0,-1 0 0,1 0 0,0 0 1,0 1-1,0-1 0,0 0 0,0 0 0,0 0 1,0 0-1,0 0 0,0 1 0,0-1 0,0 0 0,1 0 1,-1 0-1,1-1 0,1-14-254,-9 3 554,6 12-404,0-1 1,0 1-1,0-1 1,0 1-1,0 0 1,0-1-1,0 1 1,1-1-1,-1 0 1,0 1-1,0-3 1,-4-29 278,4 30 29,0 0-423,0 1 141,0-1 0,-1 1 1,1-1-1,-1 1 0,1 0 0,-1-1 0,0 1 0,0 0 1,0 0-1,0 1 0,0-1 0,-1 0 0,1 1 1,0-1-1,-1 1 0,-4-2 0,5 2 302,-4-12-487,2 3-22,1 10-4,0 15-4,0 1-7,2-12-9,-9 17 42,-1 6 251,1 1-1,-6 29 1,9-31-57,-11 59 499,13-56-364,-2 1 0,-10 28-1,-17 30 432,11-33-367,3 1 0,-14 62-1,30-99-379,-44 227 443,47-243-502,1 0 42,-6 27 67,6-27-17,3-5-45,4-3-42,0-1 1,0 1-1,0-2 1,-1 1 0,0-1-1,-1 0 1,1 0 0,-1-1-1,-1 1 1,1-1-1,-1 0 1,-1 0 0,0-1-1,4-11 1,-6 17 6,19-54-445,-1 0-1,10-64 1,-19 54-750,3-126 1,-13 155 121,0 13-2567,-17 29 1703,14-2 1593,0-1 0,-1 1 0,1 0 0,0 0 0,0 1 0,0-1 0,0 1 0,0-1 0,1 1 0,-1 0 0,1 0 0,0 0 0,0 0 0,-3 6 0,2-5-358,1 0 0,-1 0 1,0 0-1,0 0 0,-1 0 0,1-1 0,-5 5 1,-9 4-3393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40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490 354 3548,'-5'-16'885,"4"13"651,-2 1-954,-24-15 469,23 15 2302,3 1-3211,-1-1 0,1 0 0,0 0 0,0-1 0,0 1 0,0 0 0,0 0 0,1 0-1,-1-1 1,0 1 0,1 0 0,0 0 0,-1-1 0,1 1 0,0-1 0,0 1 0,1 0 0,-1-1 0,0 1 0,1 0 0,0 0 0,-1-1 0,2-1 0,2-8 459,1 0 1,12-20 0,-17 31-653,2-4 111,0 0 0,0 1 0,-1-1 0,0 0 0,0 0 0,0-8 0,3-8 76,-3 19-118,-1-1-10,1-2-38,0 4 42,-1-1-1,1 0 1,-1 0 0,0 0 0,0 0 0,1 0 0,-1 0 0,-1 0 0,1 0 0,0 0 0,0 1 0,-1-1 0,1 0 0,-1 0 0,1 0 0,-1 0 0,0 1 0,-2-4 0,-5-7-37,6 9-1,0 1 138,-5-2-125,1 0 0,0 1 1,-1-1-1,1 1 0,-1 0 1,0 1-1,-9-2 0,-14-4 112,23 6-126,1 0 0,0 1 0,0 0 0,-12-1 0,-39-4-195,54 6 236,-16 9-58,-2-1-60,8 1 133,0 1 1,1 0-1,1 1 0,-1 0 1,2 1-1,0 0 0,0 0 0,1 1 1,-12 24-1,-2 3 90,-5 13 105,-11 81 302,31-99-338,2 0-1,2 1 1,1 0-1,3 41 1,2 6 152,17 216 624,-13-247-856,14 90 377,-16-123-387,1 0 0,1 0 0,0-1 0,2 0 0,11 21 0,-12-26-44,1 0 1,0 0-1,1-1 1,1 0 0,-1-1-1,2 0 1,0-1-1,0 0 1,1 0 0,0-1-1,1-1 1,-1 0 0,2-1-1,-1 0 1,1-1-1,0 0 1,0-1 0,1-1-1,0-1 1,-1 0-1,26 2 1,-13-4-30,1-2 0,0 0 0,-1-2-1,1-1 1,-1-2 0,0 0 0,0-2 0,31-13 0,-24 6-21,-2 0 1,0-2-1,0-2 0,-2-1 1,52-44-1,-67 49-6,-1-2 1,-1 1-1,-1-2 0,-1 0 0,0 0 0,-1-1 1,-1 0-1,7-21 0,-10 22-1,-1 0-1,0 0 1,-2 0-1,0-1 1,-1 0 0,-1 0-1,-1-20 1,-2 5-5,-1 0 0,-2 0 0,-9-33 0,-9-13 4,-3 0 0,-61-125 0,50 125 5,-60-108 17,86 171-27,-1 0 1,0 1-1,-1 0 0,-20-17 1,25 26 4,0 0 0,-1 0 0,0 1 1,0 0-1,-1 1 0,1 0 1,-1 0-1,0 1 0,-19-5 0,16 6-19,1 1-1,-1 0 0,1 0 1,-1 2-1,0-1 1,1 2-1,-1 0 0,-19 3 1,25-2-153,0-1 0,0 1 0,0 0 1,0 0-1,1 1 0,-1 0 0,1 0 0,-9 6 1,12-6 15,0-1 0,0 1 0,1-1 1,-1 1-1,1 0 0,0 0 0,0 0 0,0 0 1,0 0-1,1 1 0,-1-1 0,1 0 1,0 1-1,0-1 0,0 1 0,0 0 1,0 4-1,-2 71-3186,4-57 1103,-2 0 0,-6 43 1,-3-18-2379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42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124 160 5208,'0'-21'14610,"3"22"-14281,28 4 207,-28-5 2040,-2-3-2404,4-29-46,-4 28-41,11-24 245,15-29-16,-26 55 203,11-16 166,-12 18-661,0 0 0,1 0-1,-1 0 1,0 0 0,0 0 0,0 0-1,1 0 1,-1 0 0,0 0 0,0 0-1,0 0 1,0 0 0,1 0 0,-1 0-1,0 0 1,0 0 0,0 0 0,1 0-1,-1 0 1,0 0 0,0 0-1,0 1 1,0-1 0,0 0 0,1 0-1,-1 0 1,0 0 0,0 0 0,0 1-1,0-1 1,0 0 0,0 0 0,0 0-1,0 0 1,0 0 0,1 1-1,-1-1 1,0 0 0,0 0 0,0 0-1,0 1 1,0-1 0,0 0 0,0 0-1,0 0 1,0 0 0,0 1 0,0-1-1,0 42 1609,-1-26-1826,-2 110 832,-5-1 1,-48 242-1,-8 68-4231,41-238 873,-1-33-1383,4-57-1472,-7 21-5334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45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152 183 3508,'0'-1'44,"0"1"-1,1 0 0,-1-1 1,0 1-1,0 0 0,0-1 0,0 1 1,0-1-1,0 1 0,0 0 1,0-1-1,0 1 0,0 0 1,0-1-1,0 1 0,0 0 1,0-1-1,-1 1 0,1 0 0,0-1 1,0 1-1,0 0 0,0 0 1,-1-1-1,1 1 0,0 0 1,0-1-1,-1 1 0,1 0 1,0 0-1,0 0 0,-1-1 0,1 1 1,0 0-1,-1 0 0,1 0 1,0 0-1,-1-1 0,1 1 1,0 0-1,-1 0 0,1 0 1,0 0-1,-1 0 0,1 0 0,0 0 1,-1 0-1,1 0 0,-5-1 5761,3-17-4584,3-14 1914,1-6-529,-3 21-1608,-18-5-325,13 30-586,1-1-1,0 1 1,1 0 0,0 1 0,0-1 0,1 1 0,0 0-1,0-1 1,-2 19 0,-9 24 220,-3 10-145,2 0 1,3 0-1,3 2 1,3-1 0,2 1-1,3 0 1,10 84-1,-5-118-144,1 0 1,2 0-1,0-1 0,2 0 1,2 0-1,0-1 0,26 43 1,-31-59-14,1-1 1,0-1 0,1 1-1,0-1 1,0 0-1,1-1 1,0 0-1,1 0 1,0-1 0,15 8-1,-17-10-1,1-1-1,0 0 1,0-1 0,0 0-1,0 0 1,1-1-1,-1 0 1,1-1 0,0 0-1,-1 0 1,1-1-1,0 0 1,17-4-1,-7 0 4,-1-1 0,0-1 0,0-1-1,-1-1 1,0 0 0,-1-2-1,1 0 1,-2 0 0,1-2-1,-2 0 1,0-1 0,0 0 0,-1-1-1,-1-1 1,20-27 0,-20 22-3,0-1 0,-1 0 0,-2-1 0,0 0 0,-1-1 0,-1 0 0,-2 0 0,0-1 0,-1 0 0,-1 0 0,-2 0 0,0-40 0,-3 33-5,-1 0 0,-2 1 0,-1-1 0,-1 1 0,-2 0 0,0 0 0,-24-51-1,8 31-9,-1 2-1,-38-53 0,53 87 8,-1 1 0,0-1 0,0 2 0,-2 0 0,0 0 0,0 1 0,0 1-1,-2 0 1,1 1 0,-1 1 0,-18-8 0,19 12-50,1 1 1,-1 0-1,1 1 0,-1 0 0,0 2 1,0-1-1,0 2 0,1-1 0,-1 2 0,0 0 1,1 1-1,-1 0 0,1 1 0,-24 10 1,28-10-355,-1 1 0,1 0-1,0 0 1,1 1 0,-1 0 0,1 1 0,-11 10 0,10-7-2410,0 1 0,-13 19 0,5-4-4404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47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55 5404,'5'-7'10041,"20"-1"-2369,-25 4-7444,0-28 311,0 29 1603,-2 7-1651,-10 39 171,1 1 0,2 0 1,-4 67-1,-5 21 29,-113 460-2039,33-333-4044,22-92-1706,60-133 4914,-40 82-8667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5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9957,'0'0'336,"1"0"1,0 0-1,-1 0 1,1 1-1,0-1 1,-1 0-1,1 0 0,-1 1 1,1-1-1,0 1 1,-1-1-1,1 0 1,-1 1-1,1-1 1,-1 1-1,1-1 0,-1 1 1,0 0-1,1-1 1,-1 1-1,1-1 1,-1 1-1,1 1 1,1 22 3011,-13 35-2819,6-36 591,-32 226 1686,10 0-3537,3-1-3437,5-83-3847,6-54-1922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322 196 3956,'0'0'6886,"-14"-6"-6477,8 3-849,6 3 490,0 0 0,0-1 0,0 1 0,-1 0 0,1 0 0,0 0-1,0 0 1,0 0 0,0 0 0,-1 0 0,1 0 0,0 0 0,0 0-1,-1 0 1,1 0 0,0 0 0,0 0 0,0 0 0,-1 0 0,1 0-1,0 0 1,0 0 0,0 0 0,-1 0 0,1 0 0,0 0 0,0 0-1,0 0 1,-1 0 0,1 0 0,0 1 0,0-1 0,0 0 0,0 0-1,-1 0 1,1 0 0,0 0 0,0 1 0,0-1 0,0 0 0,0 0-1,0 0 1,-1 1 0,1-1 0,0 0 0,0 0 0,-16 16 2944,30-49-2160,-13 30-953,17-58 1103,-17 59-644,-2-1-216,-4-28-139,4 28 536,-4-7-522,4 9 144,1 0-1,0 0 0,-1-1 1,1 1-1,-1 0 1,1 0-1,-1 0 0,1 0 1,-1 0-1,0-1 1,1 1-1,-1 1 0,0-1 1,-2-2-1,-6 0-79,8 2 7,0 1-1,-1 0 1,1-1-1,0 1 1,0 0-1,0-1 1,0 1-1,0-1 1,0 1-1,0-1 1,1 0-1,-1 0 1,0 1-1,0-1 1,0 0-1,1 0 1,-1 0-1,0 0 1,1 0-1,-1 0 1,1 0-1,-1 0 1,1 0-1,-1 0 1,1 0-1,0 0 1,-1-1-1,-2-14 4371,-5 28-3354,6-7-969,0 0 0,1 0 0,-1 0 1,1 1-1,0-1 0,0 0 0,0 1 0,1-1 0,0 0 1,0 1-1,0-1 0,1 1 0,1 4 0,-1 33 449,-10 28 265,-35 137 1,19-104-783,-26 95-1876,-15 77-4312,32-68-4334,23-103-510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58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46 5601,'13'4'4078,"-13"-11"443,-17-21 2961,7 14-2982,8 16-4152,-8 13-55,0 0 1,1 1 0,1 0-1,0 0 1,1 1 0,-6 23-1,-3 5 74,-26 70-381,-38 167 1,54-178-1671,10-43-1760,-15 105 1,20-85-3124,-8-2-4236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02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506 132 7577,'-11'-8'3158,"7"6"-2601,1 0-1,-1 0 1,0-1 0,1 0-1,-1 0 1,1 0 0,0 0 0,0 0-1,0 0 1,1-1 0,-1 0 0,-2-5-1,4 6-26,-3 2-277,0 0 1,1 0-1,-1-1 0,1 0 0,0 0 0,-7-4 0,-3-3 431,-25-16 506,36 23-945,-28-8 86,20 6-282,6 3 23,-16-4 96,15 3-124,-1 1 0,1 0-1,0 0 1,-1 1 0,1 0 0,-1 0 0,1 0 0,-1 0 0,1 1 0,-1 0-1,1 0 1,0 1 0,-1-1 0,1 1 0,0 0 0,0 1 0,-6 3 0,3 0 86,1 0 0,1 1 1,-1-1-1,1 1 1,0 1-1,0-1 1,1 1-1,0 0 1,-5 13-1,-8 16 364,3 0 0,-19 68 0,-8 85 70,31-123-440,4 0 0,2 1 1,3 0-1,14 128 0,-8-170-90,0 0 0,2 0 0,1 0 0,1 0 0,1-1 1,1 0-1,17 28 0,-22-43-25,1-1 0,0 0 0,0 0 0,1 0 0,0-1 0,1 0 0,0-1 0,0 1 0,1-1 0,-1-1 1,1 0-1,1 0 0,-1-1 0,1 0 0,0-1 0,0 0 0,1 0 0,-1-1 0,1 0 0,13 1 0,-3-3-1,-1-2-1,0 0 0,1-1 1,-1-1-1,0-1 1,0 0-1,0-2 0,-1 0 1,0-1-1,0-1 0,21-13 1,-13 6-16,0-2 1,-2 0 0,0-2-1,0-1 1,-2-1-1,34-39 1,-44 44 3,0-1 0,-1 0 0,0-1 0,-1 0 0,-2-1 0,1 0-1,-2 0 1,-1-1 0,0 0 0,-2 0 0,0-1 0,-1 0 0,-1 0 0,-1 0 0,-1 0 0,-1 0 0,-1 0 0,-6-38 0,0 23-99,-2 0 1,-1 1-1,-2 0 1,-1 1-1,-2 1 1,-33-57 0,32 66-238,0 1 1,-2 1 0,0 0 0,-2 1 0,0 1-1,-1 1 1,-1 1 0,-1 1 0,-27-16 0,46 31 10,0 0 0,0 1 0,0-1-1,0 1 1,0-1 0,-1 1 0,1 1 0,0-1 0,-1 1 0,1-1 0,-6 1 0,8 0 35,1 0-1,-1 1 0,1-1 1,-1 0-1,0 0 0,1 1 1,-1-1-1,1 1 0,-1-1 1,1 1-1,-1 0 1,1 0-1,0-1 0,-1 1 1,1 0-1,0 0 0,-1 0 1,1 1-1,0-1 0,0 0 1,0 0-1,0 1 0,0-1 1,1 0-1,-1 1 0,0-1 1,0 1-1,1-1 0,-1 1 1,0 2-1,5 19-7726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03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47 7037,'-11'0'4791,"11"-11"-2993,0 10-1700,0 0 1,0 1 0,1-1 0,-1 0 0,0 0-1,0 1 1,0-1 0,0 0 0,0 1 0,0-1-1,0 0 1,0 0 0,0 1 0,0-1 0,0 0-1,0 1 1,-1-1 0,1 0 0,0 0 0,0 1-1,-1-1 1,1 1 0,0-1 0,-1 0 0,1 1-1,-1-1 1,1 1 0,-2-2 0,-2 0 191,0 0 1,0 0 0,0 0-1,0 1 1,0-1 0,-1 1-1,1 0 1,-1 0 0,1 1-1,-1-1 1,1 1-1,-1 0 1,1 0 0,-1 1-1,1-1 1,0 1 0,-1 0-1,1 0 1,-1 0 0,-4 3-1,2 0-56,-1 1 0,1-1 0,0 1 0,0 1 0,1 0 0,0 0 0,0 0 0,0 0 0,-9 15 0,-19 31 499,2 0 1,3 2-1,2 2 1,-27 81 0,32-68-502,2 2 1,4 0-1,-10 101 0,23-144-203,2 0-1,1 0 0,1 0 0,1 0 0,2 0 0,1 0 0,0-1 1,16 41-1,-17-58-21,0 1-1,1-1 1,0 0 0,0 0 0,1 0 0,1-1-1,0 0 1,0 0 0,0-1 0,1 0 0,1 0-1,-1-1 1,1 0 0,0 0 0,1-1 0,0-1-1,0 1 1,0-1 0,0-1 0,1 0 0,0-1-1,0 0 1,18 3 0,-10-5-1,-1-1-1,0 0 1,0-1-1,1-1 1,-1-1-1,-1 0 1,1-2-1,0 0 1,-1-1-1,0 0 1,0-2-1,15-9 1,-16 9-1,0-2 1,-1 0 0,0-1 0,-1 0 0,0-1 0,0-1-1,-2 0 1,0-1 0,0 0 0,-1-1 0,16-29-1,-21 31 0,-1 1-1,0-1 0,-1 0 0,-1 0 1,0 0-1,-1-1 0,0 1 0,-1 0 1,0-1-1,-1 0 0,-2-13 0,-1 8 10,-1 0-1,-1 0 1,0 0-1,-1 1 1,-1 0-1,-19-34 1,2 13-76,-2 1-1,-2 1 1,-1 2 0,-2 1 0,-60-52-1,63 62-688,-1 1 1,-54-32-1,71 48-25,-2 0 1,1 1 0,-1 1 0,1 0 0,-1 0 0,-1 1 0,1 1-1,-1 1 1,-23-2 0,-1 9-5626,7 6-4071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07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93 6785,'17'-18'1746,"-13"15"-93,7-18 1689,-10 12 1479,-2 7-4688,0-1-1,0 1 1,0 0 0,0 0-1,0 0 1,0 0 0,0 0-1,-1 0 1,1 0-1,-1 0 1,0 0 0,1 0-1,-1 1 1,0-1 0,0 1-1,0-1 1,0 1 0,0 0-1,-1 0 1,1 0 0,0 0-1,-1 0 1,1 1-1,0-1 1,-1 1 0,1-1-1,0 1 1,-1 0 0,1 0-1,-1 0 1,1 0 0,-1 0-1,1 1 1,0-1 0,-1 1-1,1-1 1,0 1 0,-4 1-1,0 1-47,-7 1 271,1 0 1,-1 1-1,1 1 0,1 0 0,-17 12 0,-8 8 391,28-21-615,0 1-1,0-1 1,-10 11 0,-3 8 96,2 1 0,0 0 1,2 1-1,1 1 0,1 1 1,1 0-1,1 1 0,-11 39 1,11-23-108,2 1 0,1 0 0,3 1 0,-2 92 1,9-93-84,2 0 0,3 0 0,1-1 0,2 0 0,21 68 0,-22-93-32,1 0 1,0-1 0,1 0 0,1 0 0,1-1 0,1 0 0,0-1 0,2 0 0,0-1 0,0 0 0,1-2 0,1 1 0,1-2 0,21 14 0,-25-20-5,1 0 0,0-1 1,0 0-1,0-1 1,0-1-1,1 0 0,0-1 1,0-1-1,0 0 0,0-1 1,0 0-1,0-1 1,1-1-1,-1-1 0,0 0 1,-1-1-1,1 0 0,0-1 1,20-9-1,-12 3 0,-1-1 0,0-1 0,-1-1 0,-1 0 0,0-2 0,0 0 0,-2-1 0,0-1 0,-1-1 0,0-1-1,17-26 1,-15 17-11,-2-2 0,0 0 0,-2-1 0,-2 0 0,-1-1 0,-1-1-1,-2 0 1,-1 0 0,-1-1 0,-2 0 0,-2 0 0,-1 0 0,-1-1-1,-2 1 1,-2 0 0,-10-53 0,8 63-35,-2 0 0,0 0 0,-2 1 0,-1 0 0,0 0 0,-2 1 1,0 1-1,-2 0 0,0 1 0,-1 0 0,-2 1 0,1 1 0,-2 0 0,0 1 0,-2 2 0,1 0 0,-2 0 0,0 2 0,-34-16 0,31 18-329,0 2-1,-1 0 0,0 2 1,-35-6-1,49 11 17,0 1 0,0 1-1,0 0 1,0 0 0,0 1 0,0 0-1,0 1 1,0 0 0,1 1 0,-1 0 0,1 1-1,0 0 1,-11 6 0,7-2-1185,1 1 0,-20 15 0,28-20 307,0 1 0,0 0 1,0 1-1,-6 9 0,-5 17-7157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08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437 166 5400,'0'0'6033,"2"-3"-5156,12-24 738,-13 23-900,3-31 2446,-2 22-2323,0 1 0,-1-1 1,0-19-1,-1 30-826,-1 1 0,1 0 1,-1-1-1,0 1 0,0-1 0,1 1 0,-1 0 1,0-1-1,0 1 0,0 0 0,0 0 1,-1 0-1,1 0 0,0 0 0,0 0 0,-1 0 1,1 0-1,0 0 0,-1 1 0,1-1 0,-1 1 1,1-1-1,-1 1 0,1-1 0,-1 1 1,1 0-1,-1 0 0,1 0 0,-1 0 0,-3 0 1,0 1 14,0 1 1,0 0 0,0 0-1,1 0 1,-1 0 0,0 1-1,1 0 1,-1 0 0,1 0-1,-4 4 1,-40 41 214,40-39-182,-7 9 65,-19 31-1,-4 4-19,6-10-22,2 2 0,-29 57 0,59-101-82,-7 11 8,-55 109 53,55-104-50,1 1 0,1 0 0,0 0 1,1 0-1,-2 28 0,4-26-4,2-1 0,0 1 0,1-1 0,1 0 0,0 1 0,2-1 0,0 0 1,1 0-1,1-1 0,1 1 0,0-1 0,2-1 0,0 1 0,1-2 0,0 1 0,2-1 0,0-1 1,0 0-1,22 19 0,-9-13-6,0-2 0,2-1 0,0-1 0,1-1 0,0-2 0,1 0 0,1-2 0,0-2 0,1 0 1,0-2-1,0-1 0,1-2 0,0-1 0,-1-2 0,1-1 0,1-1 0,40-6 0,-61 4-4,0-1 0,0 0 0,0-1-1,0 0 1,-1-1 0,0 0 0,0-1 0,0 0 0,-1-1 0,18-14-1,-16 10 3,1-2 0,-2 1 0,0-2 0,0 0 1,-1 0-1,-1 0 0,8-18 0,-4 2 13,-1-1 0,-1 0 1,-2-1-1,-1 0 0,-1 0 1,-2-1-1,2-56 0,-7 54-25,-1 0 0,-1 1-1,-2-1 1,-11-43 0,10 58 6,-1 1 1,-1 0 0,0 1-1,-2 0 1,0 0 0,-1 0 0,0 1-1,-2 1 1,-13-16 0,4 10-490,0 1 1,-1 2-1,-1 0 1,-1 1-1,-1 1 1,-47-23-1,42 25-1685,-2 2 0,1 2 0,-40-9 0,2 6-5709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2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0 616 2536,'24'-33'1525,"-22"31"-1422,-1 0 1,0 0-1,0-1 1,0 1-1,0 0 0,0-1 1,0 1-1,0-1 0,-1 1 1,0-1-1,1-3 1,1-7 187,4-1-63,0 0 0,1 0 0,0 1 0,1 0 1,1 0-1,14-16 0,68-65 477,-56 60-427,14-11 139,1 2 0,2 3 1,71-42-1,-94 64-249,2 2 0,42-17 0,-60 28-126,0 1-1,1 0 1,0 1 0,0 0 0,0 2 0,0-1 0,0 2-1,22 1 1,-8 3-19,-1 2 1,1 1-1,-1 1 0,-1 1 0,1 1 0,-2 2 0,1 0 1,-2 2-1,0 1 0,0 0 0,22 21 0,-10-5 1,-1 1-1,-2 2 0,-2 1 1,-1 1-1,47 75 0,-66-93-15,-1 1 0,0 0 0,-2 1 0,0-1 0,-1 2 0,-1-1 0,-1 1 0,-1 0 0,0 0 0,-2 0 0,-1 1 0,0-1 0,-1 0 0,-2 1 0,0-1 0,-1 0 0,-1 0 0,-1 0 0,-10 24 0,3-18 14,0 0 1,-2-1 0,-23 32-1,-124 149 45,-13 15 28,105-119-37,-94 189 1,130-220-21,3 1 0,4 1 0,-32 140 0,52-182-21,2 0 0,0 0 0,3 0 0,0 0-1,2 1 1,2-1 0,9 49 0,-7-62-5,0 0 1,2 0-1,0-1 0,1 1 1,0-2-1,2 1 1,0-1-1,1-1 0,1 0 1,0 0-1,1-1 0,1-1 1,24 20-1,-4-9 3,0-2 0,2-1-1,0-2 1,2-2 0,71 26 0,-43-24 31,1-2 0,119 15 0,-137-27 89,-1-3 1,1-1 0,63-7-1,-91 3-40,0-1-1,0-1 0,-1-1 1,1-1-1,-1-1 0,-1 0 1,1-2-1,-1 0 0,-1-1 1,20-14-1,-29 16-30,0 0 1,-1 0 0,-1 0-1,1-1 1,-1 0-1,-1-1 1,0 1-1,0-1 1,-1-1-1,0 1 1,-1-1-1,6-19 1,-4 4 294,0 0 0,-2 0 0,-1 0 0,0-36 0,-7 10 872,-15 55-992,15-2-209,0 0 1,1 1 0,-1-1 0,1 1-1,0 0 1,0 0 0,-1 0-1,1 1 1,0-1 0,1 1 0,-1 0-1,0-1 1,1 1 0,0 0 0,-1 0-1,-2 6 1,-4 7 96,1 0 0,-6 17 0,12-29-110,-16 50 351,3 0 0,1 1 1,-9 96-1,-15 356 1008,35-430-1249,-10 497 634,24 28 18,-9-560-734,36 290 448,-16-169-389,15 369 256,-38-420-163,-26 192 1,-29 103 156,23-59-105,29 0-88,-3 47-70,4-319-34,3-29-6,-2-1-1,-3 0 0,-1 0 0,-16 55 0,9-59-40,5-9-1,-2-1 1,-1 0-1,-2-1 0,-1 0 0,-1-1 0,-25 37 0,7-24 6,-3-1 0,-1-3 0,-1 0 0,-2-3 0,-2-1 0,-80 51 0,28-34-40,-200 78 0,-11 5 16,251-114 75,40-16-13,1 0-1,-23 13 1,33-17-75,0-1 0,0 1 1,1 0-1,-1-1 0,0 0 1,0 1-1,0-1 0,0 0 1,1-1-1,-1 1 0,-4-1 0,2 0-77,4 1 70,0 0 0,-1 0 1,1-1-1,0 1 0,0-1 1,0 1-1,-1-1 0,1 1 1,0-1-1,0 0 0,0 0 1,0 1-1,0-1 0,0 0 1,0 0-1,-1-1 0,-11-9-485,7 8 435,-1 0 0,1 1-1,-1 0 1,1 0 0,-1 1 0,0-1 0,0 2 0,0-1 0,0 1 0,0 0 0,0 0 0,0 1 0,1 0 0,-13 3 0,-38 14-2067,4 4-3567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7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3564,'0'0'1945,"4"0"-1404,32-3 464,-33 3-92,1 0-573,8-2-1,1 1 1,0 1-1,0 0 1,-1 1-1,1 1 0,0 0 1,-1 0-1,17 6 0,23 8 50,1-3-1,0-2 1,0-2-1,59 2 1,711-50 254,-715 30-611,116-10 25,945-63 325,524 68-148,-1180 14 140,-427-3-4,-1-4 0,0-4 1,135-34-1,-145 16-475,-57 11-1403,-24-1-10403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41 211 4536,'-34'5'1134,"28"-4"621,37 10 471,-3-8-1797,-1-2-1,49-2 1,-21-1-88,1052-82 1732,-973 69-2015,330-49-467,-212 28-1673,-233 33 1030,0 0-1,1-2 0,18-6 0,-14 3-2670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8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5985,'-3'90'1580,"13"-50"-220,-4-1-128,8 3-340,2 0-180,5 3-136,5 10-96,-6-1-120,1 9-120,5-2-372,-9 2-276,0 3-252,6 7-300,-16-7-492,-7 0-1452,0 7-1013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8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0 302 5304,'1'-6'574,"8"-25"1212,-8 30-1700,-1 0 0,1 0-1,0-1 1,0 1 0,-1 0-1,1 0 1,0 0 0,0 0 0,0 1-1,0-1 1,0 0 0,0 0-1,1 1 1,-1-1 0,0 0 0,0 1-1,0-1 1,1 1 0,-1 0-1,0-1 1,1 1 0,-1 0-1,0 0 1,3 0 0,13 0 101,0 1 1,0 0-1,1 2 0,-2 0 1,1 1-1,0 0 1,-1 2-1,0 0 0,0 0 1,0 2-1,-1 0 1,0 0-1,26 22 0,-14-7-20,-2 1 0,31 38 0,-55-60 457,1-3-601,0 1 0,0 0 1,0 0-1,-1-1 0,1 1 1,0-1-1,0 0 0,-1 1 1,1-1-1,0 0 1,-1 0-1,1 0 0,-1 0 1,1 0-1,-1-1 0,0 1 1,1 0-1,-1-1 0,0 1 1,1-2-1,18-35 118,-13 24-78,100-164-893,-36 67-2197,-41 66-95,6 4-1164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5124,'6'43'5423,"-3"-29"-5490,-2-10 536,9 5-6,-6-7-419,-1 1 0,1-1 0,0-1 0,-1 1 0,1 0 0,0-1 0,0 0 0,0 0 0,0 0 0,5 0 0,-7 0-41,0 0-1,0 0 0,0 0 0,0 0 0,0 0 0,0 0 0,0 0 0,0 1 0,-1-1 0,1 1 1,0 0-1,-1-1 0,1 1 0,-1 0 0,0 0 0,1 0 0,-1 0 0,0 0 0,1 3 0,14 41 119,-16-45-122,7 24-188,2 1 0,1-1-1,1 0 1,1-1-1,21 31 1,-32-53 182,1 0 1,0-1 0,-1 1-1,1-1 1,0 1 0,0-1-1,0 0 1,0 0 0,0 0-1,3 2 1,1-1-56,-5-1 56,0-1-1,0 0 1,0 0 0,0 0 0,0 0 0,0 1 0,0-2-1,0 1 1,0 0 0,0 0 0,0 0 0,0 0 0,0-1 0,0 1-1,0 0 1,0-1 0,2 0 0,0-1-6,2 1 15,0-1 0,0 1 1,0-1-1,-1-1 0,1 1 1,-1-1-1,0 0 0,0 0 0,0 0 1,0 0-1,0-1 0,0 1 0,-1-1 1,0 0-1,0 0 0,4-7 0,9-9 65,-15 18 22,-21 24-3327,10-8 1069,-3 4-323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2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7305,'-47'6'-200,"31"-6"-1873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50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30 111 6373,'-2'1'1510,"-23"9"1261,22-9-1532,6-3-79,-2 2-892,0-1 1,0 0-1,0 1 1,0-1-1,0 0 1,0 0-1,0 0 1,0 0-1,0 0 1,0 0-1,0 0 1,0 0-1,-1 0 1,1-1-1,0 1 1,-1 0 0,1 0-1,-1-1 1,0 1-1,1 0 1,-1 0-1,0-1 1,0 1-1,0-1 1,0-1-1,-2-14-21,2-35 1950,0 31-761,-4 44 1501,2-4-2791,1-1-1,1 1 1,0 0-1,2 0 0,0-1 1,7 29-1,39 107-977,-24-86-126,15 56-1540,26 74-6994,-20-79-1613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52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91 3504,'6'-12'878,"-5"9"619,-38 12 805,27-39-1096,4 16-1140,6 12-53,0 1 0,-1-1-1,1 1 1,0-1 0,-1 0 0,0 1-1,1-1 1,-1 1 0,0 0 0,0-1-1,0 1 1,1 0 0,-4-3 0,-9-10 33,10 11 4099,-12 28-2537,15-20-1468,0-1 1,0 0-1,0 0 0,0 1 1,1-1-1,0 0 1,2 7-1,3 23 377,-4 19-65,-9 95 0,0-6-1819,13 23-5037,0-80-816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0 266 4544,'14'-49'1317,"-7"28"-317,3 3-228,0 0-80,0-3-140,-4 6-104,1-3-112,7 3-72,-1-3-252,0 3 224,1 0-72,-4 0-32,3 6-120,11-4-260,2 7-424,-6 6-892,4 6-736,9-12-413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20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5416,'37'-39'1601,"-27"24"-921,0 3 652,4 6-1188,-1-3-116,7 12-352,-3 3-292,0-3-524,3 3-937,3 9 17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21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3956,'17'-6'1985,"-7"-3"-4214,3 3 1501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1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51 9017,'3'15'1528,"-10"-27"-304,-3 3 3625,7-6-4925,-4 0-541,-10 9-2199,1-3-992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21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4444,'-10'-21'-1284,"-3"9"1108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10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7821,'0'-3'1910,"3"-8"-1810,19-36 10731,-21 45-10149,4 71 3174,-2-29-2924,1 0 0,15 57 0,-6-33-338,-4-18-356,3 0 1,2-1-1,1-1 1,42 81-1,-31-78-1064,2-2-1,35 44 0,47 39-4084,-28-51-4088,-33-36-1409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1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1159 5 10017,'4'-4'5487,"-8"3"-2189,-17 7-1173,-35 16-1068,4 10-30,1 2-1,1 3 1,2 2 0,2 1-1,-64 73 1,-181 254-657,289-365-372,-44 60-826,-166 231-3808,83-92-5519,84-121 246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11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82 9445,'5'-9'674,"-4"8"-402,0-1-1,0 1 1,0-1 0,-1 1 0,1-1-1,0 0 1,-1 1 0,1-1 0,-1 0-1,1 0 1,-1-2 1795,0 1-444,-9-24 1075,8 24-1681,-6-8 685,7 10-1661,-1 1 1,1 0-1,0-1 1,0 1 0,0 0-1,0-1 1,0 1-1,-1 0 1,1 0 0,0-1-1,0 1 1,0 0-1,-1-1 1,1 1 0,0 0-1,0 0 1,-1 0-1,1-1 1,0 1 0,-1 0-1,1 0 1,0 0-1,0 0 1,-1 0 0,1 0-1,0-1 1,-1 1-1,1 0 1,0 0 0,-1 0-1,1 0 1,0 0-1,-1 0 1,1 0-1,0 1 1,-1-1 0,1 0-1,0 0 1,-1 0-1,1 0 1,0 0 0,-1 0-1,1 1 1,-21 36 965,1 2 1,2 0-1,-25 83 1,21-39-515,-12 93 1,27-124-358,2 0-1,2 0 1,5 83-1,0-116-116,0 1 0,1-1 0,1 1 0,1-1 0,0 0 0,2-1 0,0 1 0,1-1 0,1-1 0,1 0 0,0 0 0,22 27 0,-25-37-17,0 0 1,0-1-1,1 1 1,0-1-1,1-1 1,-1 0 0,1 0-1,0-1 1,0 0-1,1 0 1,-1-1-1,1 0 1,-1-1-1,1 0 1,0 0 0,0-1-1,0-1 1,0 1-1,0-2 1,0 1-1,0-1 1,0-1-1,0 0 1,-1 0 0,16-6-1,-12 3-1,1-1-1,-1 0 1,-1-1-1,1 0 1,-1-1 0,0 0-1,-1-1 1,0-1 0,0 1-1,-1-2 1,0 1-1,-1-1 1,0-1 0,-1 0-1,0 0 1,-1-1-1,7-16 1,-7 8-4,-1 1 1,-2-1-1,0 0 0,-1 0 1,-1 0-1,-1 0 0,0-1 1,-2 1-1,-1 0 0,0 0 1,-2 0-1,-11-39 0,1 17-9,-2 1-1,-1 0 0,-3 1 0,-1 1 1,-28-38-1,42 67-410,-87-122 27,41 72-3446,40 47-2135,-31-22-1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1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13 11465,'1'-2'2544,"0"2"-2384,-1-1 1,0 0-1,0 1 1,1-1 0,-1 1-1,1-1 1,-1 0-1,0 1 1,1-1-1,-1 1 1,1-1 0,0 1-1,-1-1 1,1 1-1,-1 0 1,1-1 0,0 1-1,-1 0 1,1-1-1,0 1 1,-1 0 0,1 0-1,0 0 1,-1 0-1,1-1 1,0 1-1,-1 0 1,1 0 0,0 0-1,0 0 1,-1 1-1,1-1 1,0 0 0,-1 0-1,2 0 1,0 3 330,0 0 0,0-1 0,0 1 0,-1 0 0,1 0 0,0 0 0,1 5-1,2 4 57,3 6-228,-1 1 1,-1 0-1,-1 0 0,-1 1 0,0 0 1,-1-1-1,-2 1 0,0 0 0,-1 0 1,0 0-1,-2 0 0,-1 0 0,0-1 1,-12 39-1,2-22-212,-1-1 0,-1 0 0,-2-1 0,-2-1 1,-1-1-1,-1-1 0,-28 32 0,28-37-50,-24 28 78,-64 61-1,91-103-80,17-13-52,1 1-1,0 0 0,0-1 0,0 1 1,-1 0-1,1-1 0,0 1 0,0-1 1,0 1-1,0 0 0,0-1 0,0 1 1,0-1-1,0 1 0,0-1 1,0 1-1,0 0 0,0-1 0,0 1 1,1-1-1,-1 1 0,0 0 0,0-1 1,0 1-1,1 0 0,-1-1 1,0 1-1,1-1 0,22-41 1,42-47-104,-25 38-128,6-7-1186,3 2 0,100-89-1,131-81-6139,-244 198 6267,59-41-4138,1 5-3065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4:12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866 1 7357,'-12'28'3518,"11"-24"-2923,-1 1 0,0 0-1,0-1 1,-1 0 0,1 1-1,-1-1 1,-6 7 0,6-8-352,1 0-1,-1 0 1,1 0 0,0 0 0,0 0-1,0 0 1,0 1 0,1-1 0,-1 1 0,1-1-1,0 1 1,0 0 0,0-1 0,0 1-1,1 7 1,0-5-81,0 0 0,1 0-1,0 0 1,0 0 0,0 0 0,1 0-1,0 0 1,0 0 0,4 6 0,-1-1-69,2-1 0,0 1 1,0-1-1,0 0 0,2-1 0,-1 0 1,1 0-1,0-1 0,14 9 0,3 0-61,1-2-1,0 0 1,1-2-1,1-1 1,0-2-1,1 0 1,0-2-1,0-1 1,1-2-1,0-1 0,0-1 1,0-2-1,0-1 1,0-1-1,35-7 1,-57 6 36,0 0 0,0 0 0,0-2 0,-1 1 0,1-1 0,-1 0 0,1-1 0,-1 1 0,-1-2 0,1 1 0,7-8 0,-9 8 232,-1-1 0,0 0 0,0 0 1,0 0-1,-1-1 0,0 1 0,0-1 1,-1 0-1,0 0 0,0 0 0,0-1 0,-1 1 1,2-9-1,-6-14 1272,1 20-1103,1 7 109,-5 3-477,0 1 1,0-1-1,0 1 0,0 1 0,1-1 0,-1 1 0,0-1 0,1 1 0,-1 0 0,1 1 0,0-1 0,0 1 0,0 0 0,0 0 0,0 0 0,0 1 0,1-1 0,-5 7 0,-5 7 39,1 1 0,1 0 0,-9 20 0,8-16-76,-121 259-47,24-45-20,-237 360-995,250-458 613,-6-5 0,-132 135 0,203-237 77,-58 45 0,72-64 211,0 0 1,0-2-1,-1 0 0,-1-1 0,-31 11 0,43-18 80,0 0 0,0 0-1,-1-1 1,1 0-1,-1 0 1,1-1-1,-1 0 1,1-1 0,-1 1-1,1-1 1,-11-3-1,15 3 35,1 0 0,-1 0 0,1 0 0,-1 0-1,1 0 1,-1-1 0,1 1 0,0-1 0,-1 1 0,1-1-1,0 0 1,0 0 0,1 0 0,-1 0 0,0-1 0,1 1 0,-1 0-1,1-1 1,-1 1 0,1-1 0,0 1 0,0-1 0,1 0-1,-1 1 1,0-1 0,1 0 0,0 0 0,-1 1 0,1-1 0,0 0-1,0 0 1,1-2 0,1-10 64,1 0 0,1 0 0,0 0 0,1 1 0,0 0 0,1 0 0,13-22 0,66-90 128,-55 85-161,42-56-834,5 3 0,92-85 0,195-147-7411,-246 233 1677,2 9-4090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26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1481 261 3240,'-17'-28'868,"14"23"996,-1-2-1553,0-1 0,0 1 0,1-1 0,0 0 0,1 0 0,0 1 0,0-2 0,0 1 0,1 0 0,0 0 0,1-15 0,1 21-271,0 0-1,0-1 0,0 1 0,0 0 1,0 0-1,1 0 0,-1 0 1,1 0-1,-1 0 0,1 0 1,0 1-1,0-1 0,0 0 0,0 1 1,0 0-1,0-1 0,0 1 1,0 0-1,3-1 0,46-15 190,-46 16-171,189-36 596,-140 29-444,0-1-180,0 3-1,0 3 1,0 1 0,1 3-1,82 13 1,-127-12-27,-1 0 0,0 1 0,0 0 0,0 0 1,0 1-1,-1 1 0,1-1 0,-1 1 0,0 1 0,0-1 0,-1 1 0,0 1 0,0-1 0,0 1 0,-1 1 0,0-1 1,-1 1-1,1 0 0,-1 0 0,-1 1 0,0-1 0,5 15 0,-2-2 23,-1 1 1,-1-1-1,-1 1 1,-1 0-1,-1 0 1,-1 1-1,0-1 1,-5 32-1,-3-3 43,-2 0-1,-3-1 0,-25 71 0,-72 141 304,38-98-261,9-14 32,-20 46-37,-66 241 0,139-403-99,2 1 0,1 0 0,2 0 0,1 0 0,4 69 0,1-88-7,0 1 1,1 0 0,1 0 0,0-1 0,1 0 0,1 0 0,0 0 0,1-1 0,1 0-1,0 0 1,2-1 0,-1 0 0,1 0 0,17 15 0,-7-11 4,1-1-1,1-1 1,0-1 0,1-1 0,1-1 0,0-1 0,1-1-1,0-1 1,0-2 0,54 12 0,-42-14-1,1-1 1,0-1-1,1-2 1,-1-2-1,0-2 1,0-1-1,44-10 1,-66 10-5,0-1 1,0-1-1,-1-1 1,0 0-1,0-1 1,-1-1-1,1 0 1,-2-1-1,17-13 1,-21 15-2,-1-1 0,0 0 1,0-1-1,-1 1 1,0-1-1,-1-1 0,0 0 1,0 1-1,-1-2 1,-1 1-1,1 0 0,-2-1 1,1 0-1,1-12 1,-2 4-15,2-5 20,-1 1 0,-1-1 0,-1 1 0,-1-1 0,-3-33 0,0 41 2,-3-28 150,-2 1 1,-2 0 0,-21-61-1,7 39 581,23 62-630,-25-16 250,24 19-348,0-1 1,0 1-1,0 0 1,-1 1-1,1-1 1,0 0-1,0 0 1,0 0-1,0 1 1,0-1-1,0 0 1,0 1-1,0-1 1,0 1-1,0-1 1,0 1-1,-1 1 1,0-1 14,-3 2 19,-1 0-1,1 0 1,0 1 0,0 0 0,0 0 0,0 0 0,0 0-1,1 1 1,0 0 0,0 0 0,0 0 0,-5 11 0,-2 6 240,-16 43 1,26-64-277,-40 134 791,6-19-540,30-97-189,1 0 0,1 1 0,0-1 1,1 22-1,-1 4 161,0 57 16,3-69-35,-7 65 0,-24 202 209,28-260-469,-8 112 339,-24 277-24,-35-33 46,32-185-360,25-125 78,-3-1 1,-42 126-1,-25 51-10,13-9 93,57-200-135,-13 47 77,-23 200 1,39-144-70,9-134 0,1 0-1,0-1 1,7 40 0,-3-35 40,0 52 0,-4-49-33,8 54 1,-4-55 31,-1 1 0,-1 31 0,-2-41-33,1 1-1,5 30 1,2 24 16,3 76-27,-10-128 38,-1 1-1,-1-1 1,-5 36-1,4-42-71,-9 37 114,8-40-45,0 1 0,1-1 1,-1 22-1,3-26-63,0 1 53,0 1 0,0-1 1,-1 0-1,-1 0 0,1 1 0,-5 12 0,2-10-8,1 0 0,0 0-1,-1 21 1,3-19 21,-1 0 0,-8 26 0,-24 80 86,0-20-12,14-55-17,17-39-65,-1 0 0,1 0 1,0 1-1,1-1 1,-1 1-1,-1 15 1,2-9-13,-1 0 1,0 0 0,-6 18 0,-3 10 43,1 74-22,9-103-15,1 0-1,1 0 1,0 0 0,1 0-1,2 15 1,1 11 27,-3-24-37,0 1-1,1-1 1,1 0 0,0 0 0,7 21 0,8 27 51,-13-45-37,0 0 0,1 0-1,13 28 1,-18-43 0,0 15-20,1 0 1,5 21 0,-6-36 31,-1 0-9,0 33-62,0-33 50,-1 1 11,-5 33-40,6-33-39,-3 15 92,2-10-23,-1 0 0,-1 0 0,1 0 0,-1-1 1,-1 1-1,0-1 0,-6 12 0,-39 54 82,47-70-73,-13 16-4,1 1 1,1 1-1,0 0 0,-10 29 0,14-23 2,-8 44 1,0-1 25,-10 35-80,27-103 76,-2-1-27,1 0-1,-1 0 0,1 1 1,0-1-1,0 0 0,0 0 0,0 1 1,0-1-1,0 1 0,1-1 1,-1 1-1,1 2 0,-1-2-54,1 16 37,-2-2 48,1-13 5,1-2-4,0 28 1,0-26 58,-1-2-11,-5 16 39,0 0 0,1 1 0,-4 36 0,-8 32 231,3-48-110,-1-1 0,-23 39 0,35-72-204,-11 22-1,5-12 1,1 1 0,-7 19 1,-6 26-93,5-15 82,15-44 60,0 1-95,-20 55-85,20-55 101,-1 0 91,-23 43-126,-59 81 0,48-77 38,-16 5-25,50-53 197,-3-1-161,-96 18 14,-48 11-33,109-19-7,-48 13-148,-131 54 0,126-36-135,-177 77-2290,88-51-2943,129-47 797,10-3-2672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28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1129 1 1888,'-17'5'486,"0"1"1,0 1-1,0 1 0,1 0 0,0 1 1,-21 16-1,-80 76 585,57-47-719,35-32-280,1 2-1,0 0 1,2 2-1,1 0 1,1 2 0,2 0-1,-28 56 1,38-66-51,0 0 0,2 1-1,0 0 1,1 0 0,1 0 0,1 1 0,0-1 0,2 1 0,0 0 0,1-1 0,1 1 0,1 0 0,1-1-1,9 33 1,-6-36-7,1-1-1,0 0 0,1 0 1,1-1-1,0 0 0,1 0 1,1-1-1,0-1 0,0 0 1,2 0-1,-1-1 0,17 11 1,8 4 28,1-2 0,1-2 1,55 23-1,-83-40-45,36 15 20,55 33 1,-88-45 7,-1 1 0,-1 1 0,1 0 0,-1 0 0,-1 1 1,0 0-1,-1 1 0,14 19 0,-21-26-19,0 1 0,0-1 0,-1 1-1,0-1 1,0 1 0,0 0 0,0 0 0,-1-1 0,0 1 0,0 0-1,-1 0 1,0 0 0,0 0 0,-1 8 0,0-4-1,-1-1 1,-1 0 0,0 0-1,0 0 1,-1 0 0,0-1-1,0 1 1,-8 10-1,-4 2 2,0-1 0,-2-1 0,0 0 0,-1-1 0,-37 26-1,-74 43-488,-4-5-1,-263 116 1,129-89-708,256-105 1114,0-1 0,0-1 0,-1 0 0,1-1 0,-24 0 0,34-2 75,0 1 0,0-1 0,1 1 1,-1-1-1,0 1 0,1-1 0,-1 0 0,1 0 1,-1 0-1,1 0 0,-1 0 0,1 0 0,0-1 1,0 1-1,-1 0 0,1-1 0,0 1 0,0-1 0,0 1 1,1-1-1,-1 1 0,0-1 0,0 0 0,1 1 1,-1-1-1,1 0 0,0 0 0,-1 1 0,1-1 1,0 0-1,0 0 0,0-2 0,3-14 44,1 1-1,0-1 1,2 1 0,0 0-1,1 0 1,0 1-1,1 0 1,1 0 0,1 1-1,0 0 1,1 0 0,15-15-1,-21 26-10,-1 0 0,1 0 0,-1 0 1,1 0-1,0 1 0,1 0 0,-1 0 0,1 1 0,5-3 0,-8 4-12,1 0-1,-1 1 1,0-1 0,0 1-1,1-1 1,-1 1 0,0 0-1,1 0 1,-1 1 0,0-1 0,1 1-1,-1-1 1,0 1 0,0 0-1,1 1 1,-1-1 0,0 0-1,5 4 1,6 5 53,1 2 1,-2-1-1,1 2 0,-2 0 0,1 0 1,-2 1-1,11 17 0,64 118 241,-46-77-229,18 34 59,87 221-1,-121-257-110,-3 0 0,-4 2-1,-2 0 1,7 113 0,-20-117-37,-4-1-1,-2 0 1,-3 0 0,-32 130-1,-106 252 123,111-351-97,-9 44 133,-36 219 0,73-326-142,-8 62 168,-1 102 0,7-70-94,6-59 8,8 92-1,0-57-92,-2-25-84,0-23 107,-6 73-1,-1-76-82,-7 54 26,4-64 114,1 52-1,3-42-55,1-46-11,1-1 0,0 1 1,1 0-1,-1-1 1,1 1-1,1 0 0,0-1 1,0 1-1,0-1 0,1 0 1,0 0-1,0 0 0,1 0 1,0 0-1,0-1 0,0 0 1,1 0-1,0 0 0,0 0 1,1-1-1,0 1 0,0-2 1,0 1-1,0-1 0,1 1 1,-1-2-1,1 1 0,0-1 1,10 3-1,117 55 271,-129-58-284,1 0 0,-1 1-1,0-1 1,0 1 0,-1 1 0,1-1-1,-1 1 1,6 7 0,29 47 106,-30-42-73,17 27-87,-15-23 38,1-1-1,23 30 1,-29-43 44,-1-1 1,1 0 0,1-1 0,-1 1 0,1-1-1,0 0 1,0-1 0,0 0 0,1 0 0,0 0-1,9 2 1,10 2-7,0-2-1,0-1 0,55 3 1,84-10-23,-122 1-31,89-12 25,-26 3-123,-47 7-135,86-6-2593,-137 7 912,13-3-125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31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1410 216 3896,'15'-27'2302,"-15"24"-2099,-1 0 1,1 0 0,-1 0-1,1 1 1,-1-1-1,0 0 1,0 1 0,0-1-1,0 1 1,-3-4-1,4 4-69,-1 0 0,0 0-1,0 0 1,0 1 0,-1-1-1,1 0 1,0 1 0,-1-1-1,-2-2 1,-9-9 836,5 2-785,-1 1 0,0 0 0,-1 1 0,0 0 0,-1 0 1,0 1-1,0 1 0,-1-1 0,1 2 0,-2 0 0,1 0 0,-1 1 1,1 1-1,-1 0 0,-1 1 0,1 0 0,0 1 0,-1 1 0,1 0 1,-1 0-1,1 2 0,-16 1 0,-19 5-107,1 2 0,0 2 0,0 2 0,-44 20 0,-175 87-13,246-111-67,-33 21 52,1 2 0,1 3 0,-49 42 0,77-58 64,0 1 0,1 1 0,1 1 0,1 0 0,1 2 0,1 0 0,1 1 0,2 1 0,0 0 0,2 2 0,1-1-1,1 1 1,-14 54 0,17-39-73,1 0 0,3 1 0,1 51-1,3-65-41,3-1-1,0 0 0,2 0 0,1-1 1,15 46-1,-17-64 11,0-1 1,1 0-1,-1 0 0,2 0 0,-1-1 1,1 1-1,1-2 0,-1 1 0,1-1 1,1 0-1,-1 0 0,1 0 1,17 9-1,-6-6 6,2 0 0,-1-1 0,1-1-1,0-2 1,30 7 0,126 17 44,-146-26-5,0 0-1,36 12 1,48 10-37,4 2 384,44 13 189,-147-39-463,0 0 0,22-2-1,-26 0-5,0 0 0,0 1 0,20 4 0,-30-5-82,0 0 0,0 0 0,1 0 0,-1 0 0,0 0 0,0 0 0,1 0 0,-1-1 0,0 1 0,0-1-1,0 0 1,3 0 0,13-4 346,134-29 803,-106 19-1021,-33 10-139,1 1 1,0 0-1,20-3 0,35-6 74,-47 8-73,40-4 0,-49 7 6,1-1 1,-1 0 0,0 0-1,14-7 1,10-2-28,-9 3 57,-1-1-1,0-1 1,-1-1 0,47-31 0,-27 11 40,66-59 0,-77 59-92,-2-1 0,-1-2 0,-2-1 0,36-56-1,-31 40-14,-22 34 2,-1 0-1,-1-1 1,18-38 0,-15 22-4,-10 27 5,0 0-1,0 0 0,-1 0 0,-1-1 1,1 0-1,-1 1 0,1-19 1,-2 14-6,0-1 0,1 1 0,5-17-1,-4 20 2,-1 0 0,0 0 0,-1-1 0,0 1 0,0-1 0,-2-11-1,0 4-18,1 1 0,1 0 0,0-1 0,8-30 0,-5 25-46,-1 0-1,0-24 1,-2 23-93,-1 16-6,1-1 0,-2 0-1,1 0 1,-1 0 0,-3-10 0,3 16 3,0-1-1,-1 1 1,1 0-1,-1 0 1,0 0 0,0 0-1,0 0 1,0 0-1,0 1 1,-1-1 0,1 1-1,-1-1 1,0 1-1,1 0 1,-1 0-1,-6-3 1,-28-11-3157,8 11-1665,-6 5-2377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32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5064,'21'2'335,"-12"0"-97,-1-1 0,1 0 0,0-1 0,0 0 0,0 0 0,-1-1 0,1 0 0,0 0 0,-1-1 0,1-1 0,-1 1 0,13-6 0,-5 1 196,0 1-1,0 1 0,1 0 0,0 1 1,0 1-1,0 0 0,0 2 0,0 0 1,33 2-1,-16 3-132,0 1 0,-1 1 0,0 2 0,36 13 0,-18 0 5,-1 3 0,-1 1-1,-1 3 1,68 52-1,189 184 133,-299-258-446,38 39-6,53 70 0,-93-110-7,-1 0-1,0 1 0,-1-1 0,1 0 0,-1 1 0,0 0 0,-1-1 0,1 1 1,-1 0-1,0 0 0,-1 0 0,1 0 0,-1 0 0,0 0 0,-1 0 0,1 0 0,-1 0 1,-1-1-1,1 1 0,-4 10 0,-2 2-113,0 0 1,-2-1-1,0 0 0,0-1 1,-14 18-1,-5 0-225,-1-2 1,-40 36-1,-22 23-359,-49 88-920,-28 32-2095,131-169 1526,3-3-423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5:33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2376,'-37'3'1544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4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78 151 11689,'-5'-3'370,"0"0"0,0 0-1,1 0 1,-1-1 0,-6-6 0,10 8-165,-1 0 0,1 0-1,0-1 1,0 1 0,0 0 0,0 0 0,0-1-1,0 1 1,0-1 0,1 1 0,-1-1 0,1 1-1,0-1 1,0 1 0,0-1 0,0-3 0,1 3 180,-1-1 1,1 1 0,-1-1 0,0 0 0,-1 1-1,1-1 1,0 0 0,-1 1 0,0-1 0,0 1-1,0-1 1,0 1 0,-1-1 0,1 1 0,-1 0-1,0 0 1,0 0 0,0 0 0,0 0 0,-1 0-1,1 1 1,-4-4 0,4 4 1193,23 11 45,-11-2-1384,0 1 0,-1 0 0,-1 0-1,1 1 1,-1 0 0,-1 1 0,9 13 0,8 9 290,70 95-216,86 155 1,49 157-92,75 283-5362,-269-635 4611,-5-10-1208,57 138-3543,-20-79-3190,-36-83-163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42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1949 0 13417,'-25'9'1109,"0"0"0,1 1 0,0 2 0,0 0 0,-42 32 0,2 7 2016,-86 89 1,-44 71-34,179-194-2913,-382 478 2811,33 28-3554,36 23-5645,148-164-5192,111-205-24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44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 13381,'-19'6'1006,"11"-4"311,-1 0 0,1 1 0,-14 7 1,20-9-1132,0 0 0,1 0 0,-1 0 0,1 0 0,-1 0 1,1 1-1,0-1 0,-1 0 0,1 1 0,0-1 0,0 1 1,0-1-1,0 1 0,0-1 0,0 1 0,1 0 0,-1 0 1,0-1-1,1 1 0,-1 0 0,1 0 0,0 0 0,-1 2 1,-2 48 1761,-2 1 0,-20 82 0,-2 9-862,11-31-812,-2 1-3031,-4 201 0,37-78-8278,6-117-760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4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359 356 8541,'11'-48'933,"5"-49"2649,-15 87-2985,0 1-1,-1-1 1,0 0 0,-1 0-1,0 0 1,-1 1 0,0-1-1,0 1 1,-1-1-1,-1 1 1,1 0 0,-1 0-1,-1 0 1,0 1 0,0 0-1,0-1 1,-1 2 0,0-1-1,-1 1 1,0 0 0,0 0-1,-10-6 1,16 12-507,-1 0-1,0 1 0,1-1 1,-1 1-1,0 0 0,0-1 1,1 1-1,-1 0 1,0 0-1,0 0 0,1 0 1,-1 1-1,0-1 1,0 0-1,1 1 0,-1-1 1,0 1-1,1 0 1,-1-1-1,0 1 0,1 0 1,-1 0-1,1 0 1,0 0-1,-1 0 0,-1 3 1,-37 35 964,37-36-907,-14 17 40,2 1 0,1 1-1,1 0 1,0 0 0,2 1 0,0 1-1,-10 39 1,-35 178 692,41-158-879,5 1 0,2 0 0,5 89 0,5-133 0,1 0 0,2 0 0,2-1 0,1 1 0,3-2 0,0 1 0,3-2 0,29 60 0,-32-79 0,1 0 0,0-1 0,1 0 0,1-1 0,0 0 0,1-1 0,1-1 0,1 0 0,-1-1 0,2-1 0,0-1 0,1 0 0,-1-2 0,2 0 0,-1-1 0,42 11 0,-27-12 0,0-1 0,0-2 0,0-1 0,1-1 0,-1-3 0,1 0 0,-1-3 0,1 0 0,57-17 0,-43 7 0,-2-3 0,0-1 0,-1-3 0,-1-1 0,52-36 0,-64 36 0,-2-1 0,0-2 0,-2-1 0,-1-1 0,-1-1 0,-1-1 0,29-45 0,-42 53 0,-1 0 0,0-1 0,-2 0 0,-1-1 0,0 0 0,-2 0 0,-1-1 0,0 0 0,-2 0 0,-1-1 0,0-26 0,-3 29 0,-2 0 0,0 0 0,-1 0 0,-2 1 0,0-1 0,-1 1 0,-1 0 0,-1 1 0,-1-1 0,-1 2 0,-1-1 0,-20-28 0,5 16-520,-1 0 0,-1 2 0,-1 1 0,-2 1 0,-1 2 0,-1 1 0,-1 2 0,-40-21 0,24 19-673,-1 1-1,0 3 1,-2 2 0,0 2-1,-81-14 1,-9 11-5637,4 2-4283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49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61 170 3876,'0'-5'222,"1"3"-63,-1-1-1,0 1 1,1-1 0,-1 1-1,0-1 1,0 1-1,-1-1 1,1 1 0,0-1-1,-1 1 1,0-1-1,-1-2 1,1 3 761,11-7 670,-10 9-1489,1 0 0,0-1 0,0 1 0,-1 0 1,1-1-1,0 1 0,-1-1 0,1 1 0,0-1 0,-1 1 1,1-1-1,-1 0 0,1 1 0,-1-1 0,1 0 0,-1 1 1,1-1-1,-1 0 0,0 1 0,1-1 0,-1 0 0,0 0 1,1-1-1,-3-4 295,0-1 0,1 0 0,0 0 1,0 0-1,1 0 0,0 0 0,0 0 1,0 0-1,2-6 0,0-16 5685,-2 94-5370,-3 310 1167,-3-52-1712,-2 56-2503,-18 1-3408,7-198 697,4 2-2734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0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5969,'27'0'8336,"-25"-1"-7802,1 0-418,-1 0 0,0 1 0,0-1 0,1 0 0,-1 1 0,0 0 0,1-1 0,-1 1 0,1 0 0,-1 0 0,0 1 0,1-1 1,-1 0-1,0 1 0,1-1 0,-1 1 0,0 0 0,0 0 0,1 0 0,-1 0 0,0 0 0,0 0 0,0 1 0,3 2 0,17 9 228,-17-11-286,1 0 43,-1 1-1,0 0 1,1 0-1,-1 0 1,-1 1-1,1-1 1,6 7-1,8 6 630,-17-16-657,-1 1 0,0 0 0,0 0 1,1-1-1,-1 1 0,0 0 0,0 0 1,0 0-1,0 0 0,0 0 0,0 1 0,0-1 1,0 0-1,-1 0 0,1 0 0,1 3 1,2 7-629,-6-19-2832,-5-18-3374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0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6617,'12'-4'1688,"-11"3"-862,1 1 0,0 0 0,-1-1 1,1 1-1,0 0 0,-1 0 0,1 0 1,0 0-1,-1 0 0,1 1 0,2-1 1,12 7-1293,8 7 980,0 2-1,-1 0 1,-1 1-1,28 29 0,9 6-42,297 264 629,-275-241-1062,40 40-3693,207 255 0,-280-311 1586,55 53 0,-33-46-2566,-56-55 1772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0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958 40 8297,'-3'-13'783,"1"-1"236,1 2 2916,-6 28-1544,2-8-1940,-50 90 1695,-31 59-835,-114 308-108,94-210-1801,-104 216-3489,9-18-3711,120-257 1729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7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72 589 4308,'-42'-36'1241,"40"35"-1081,-1-1 1,1 0 0,0 0 0,0 0 0,0 0 0,0 0 0,1 0 0,-1-1 0,0 1 0,1-1 0,0 1 0,-1-1-1,1 1 1,0-1 0,1 0 0,-1 0 0,0 1 0,1-1 0,-1 0 0,1 0 0,0 0 0,0 0 0,0 1 0,0-1-1,1 0 1,-1 0 0,1 0 0,0 0 0,-1 1 0,1-1 0,2-3 0,2-3-3,0 1 1,1-1-1,0 1 1,1 0-1,0 0 1,10-8-1,-16 15-116,26-23 169,1 2 0,1 0 0,1 2-1,1 1 1,0 1 0,59-22 0,215-58-2067,-213 73 466,90-27-1684,35-9-947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97 6093,'-10'-32'9625,"8"19"-7872,1 10-2294,1 2 654,-1 0 1,1 0-1,-1 0 1,0 0-1,1 1 1,-1-1 0,0 0-1,0 0 1,1 0-1,-1 1 1,0-1-1,0 1 1,0-1 0,0 0-1,0 1 1,0 0-1,0-1 1,-2 0 0,0 0 226,-41-32 7882,42 35-8118,0 0 0,0 0 0,0 0 0,0 0 0,0 0 0,0 1 0,1-1 0,-1 1 0,1-1 0,0 1 0,0 0 0,0-1 0,0 1 0,0 0 0,1 0 0,-1 0 0,1-1 0,-1 1 0,1 0 0,0 0 0,0 0 0,1 0 0,0 3 0,25 785 1531,-26-785-1638,1 0 1,0 0-1,0 0 0,1-1 1,-1 1-1,1 0 0,1-1 1,-1 1-1,1-1 0,0 0 1,0 0-1,0 0 0,1 0 1,4 5-1,-7-9 3,0-1 0,0 1 0,0-1 0,0 1 0,0-1 0,0 1 0,0-1 0,0 0 1,0 1-1,0-1 0,0 0 0,1 0 0,-1 0 0,0 0 0,0 0 0,0 0 0,0 0 0,0 0 0,0 0 0,0 0 0,0-1 0,1 1 1,-1 0-1,0-1 0,0 1 0,1-2 0,29-16 1,-26 14-1,12-9-7,-1-1 0,-1 0 0,-1-1 0,26-34 0,-3 4-12,234-281 39,34-38-94,-297 356 56,1-1 1,0 1-1,0 1 0,1 0 0,12-7 1,-19 12 16,-1 1 1,0 0-1,1 1 1,0-1 0,-1 0-1,1 1 1,-1-1 0,1 1-1,-1 0 1,1 0-1,0 0 1,-1 0 0,1 1-1,0-1 1,-1 1 0,1-1-1,-1 1 1,1 0-1,-1 0 1,1 0 0,-1 0-1,0 0 1,0 1 0,1-1-1,-1 1 1,0-1-1,0 1 1,0 0 0,2 3-1,2 2 12,1 1 0,-2 0-1,1-1 1,-1 2 0,-1-1-1,7 15 1,30 114-22,-17-51-25,9 34-99,-16-54-206,34 85 0,-43-131 260,1-1 0,0-1 0,2 1 0,0-2 0,1 0 1,1 0-1,1-1 0,25 24 0,-30-33 61,-1 0 0,1-1 0,1 0 0,-1 0 0,1-1 1,0-1-1,0 1 0,0-2 0,1 1 0,-1-1 0,1-1 0,15 2 1,-10-3 1,0-1 1,0-1-1,0 0 1,0-1 0,0 0-1,-1-2 1,27-8 0,-1-5 8,0-2 0,-1-2 0,0-1 0,-2-3 0,35-28 0,-6 0 3,40-28-9,-76 64-33,-30 16 48,-1 1 0,0 0 0,1 0-1,-1-1 1,0 1 0,1 0 0,-1 0-1,0 0 1,1 0 0,-1-1 0,0 1-1,1 0 1,-1 0 0,1 0 0,-1 0-1,0 0 1,1 0 0,-1 0 0,0 0-1,1 0 1,-1 0 0,1 0 0,-1 0-1,0 0 1,1 0 0,-1 0 0,0 1-1,1-1 1,-1 0 0,1 0 0,-1 0-1,0 1 1,1-1 0,-1 0 0,0 0-1,0 1 1,1-1 0,-1 0 0,0 1-1,0-1 1,1 0 0,-1 1 0,0-1-1,0 0 1,0 1 0,0-1 0,1 0-1,-1 1 1,0-1 0,0 0 0,0 1-1,0-1 1,0 1 0,0-1 0,0 0-1,0 1 1,0-1 0,0 1 0,0-1-1,0 0 1,-1 1 0,1-1-1,0 0 1,0 1 0,0-1 0,0 0-1,-1 1 1,1 0 0,0-1 0,0 22 1,-1-6 3,1 0 0,0-1 1,2 1-1,0 0 0,5 19 0,-6-32-2,0 1-1,1 0 0,-1 0 1,1-1-1,0 1 0,0-1 1,1 0-1,-1 1 0,1-1 1,-1 0-1,1 0 0,0-1 1,0 1-1,0-1 0,1 1 0,-1-1 1,1 0-1,-1 0 0,1 0 1,-1-1-1,1 1 0,0-1 1,0 0-1,0 0 0,6 0 1,5 1 10,0-1 0,1-1 0,-1 0 0,0-1 0,0-1 0,0 0 0,0-1 0,0-1 0,22-8 0,-18 4 50,0-1-1,0-1 1,-1 0-1,0-1 1,-1-1-1,23-20 0,-35 28-42,0-1 0,0 1 0,-1-1 0,0 0 0,0 0 0,-1 0 0,1-1 0,-1 1 0,0-1 0,0 0 0,-1 0 0,0 0 0,0 0 0,0 0 0,1-10 0,-3 9-19,0 0-1,-1 0 1,0 0-1,0 0 1,0 0-1,-1 0 1,0 0 0,0 0-1,0 0 1,-1 1-1,0-1 1,-1 1-1,-6-10 1,-7-7-528,0 2 1,-2 0 0,0 1-1,-1 1 1,-1 1 0,-25-17-1,-17-5-4099,1 8-4060,45 26-1696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4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14645,'-44'69'3103,"42"-66"-2853,1 0 0,0 0 0,0 0 1,0 0-1,1 0 0,-1 0 0,1 1 0,0-1 0,-1 0 0,2 0 0,-1 1 0,0-1 0,1 0 0,0 5 0,2 13 1325,-4 0-150,-2 0 1,0 0-1,-9 29 0,0 1 160,-51 319 784,59-337-2975,2-1 0,1 1-1,2 0 1,6 40 0,-3-49-519,1 1 0,1-1 0,2 0 1,0-1-1,1 0 0,16 27 0,-14-29-292,-6-10 230,1 0 0,13 18 1,-16-26 159,0 1 1,1-1 0,-1 0 0,1 0 0,-1 0 0,7 3 0,10 6-5654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4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0 320 12165,'54'-24'2108,"-1"-9"-364,8 15-319,5 3-301,8-4-288,17-2-184,19 0-184,21-6-420,20 3-600,13 0-784,10 0-608,3 0-313,11 0-1903,3 2-3177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4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12125,'1'1'172,"0"1"-1,0-1 1,0 1 0,0-1-1,1 0 1,-1 0 0,1 1-1,-1-1 1,1 0 0,0 0-1,-1-1 1,1 1 0,0 0-1,-1 0 1,1-1 0,0 1-1,0-1 1,0 1-1,0-1 1,3 0 0,9 3 623,9 4 279,1 2 1,-1 1-1,-1 1 0,26 15 1,82 63 1692,-69-46-2071,343 252 616,-330-234-3042,-3 4 0,-2 2 0,70 93 0,-53-40-2778,-38-33-1975,-28-47 706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4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1132 229 7681,'3'-54'1016,"-1"-7"574,-7 11 2282,5 47-3605,-1 0-1,1 0 0,-1 0 1,0 0-1,0 0 1,0 0-1,0 1 0,-1-1 1,1 0-1,-1 1 0,1-1 1,-1 1-1,0-1 0,0 1 1,0 0-1,-1 0 1,1 0-1,0 0 0,-1 0 1,1 0-1,-6-2 0,4 3-73,0-1 0,0 1-1,0 0 1,0 1 0,0-1-1,0 1 1,0 0-1,-1 0 1,1 0 0,0 0-1,0 1 1,0 0 0,0-1-1,0 2 1,0-1 0,-6 3-1,-24 13 338,0 1-1,1 1 1,-56 45-1,-86 86 51,170-145-582,-262 259-2195,116-108-1632,36-40-2588,1 9-4146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6:58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257 670 5008,'10'-90'4670,"4"-64"3420,-17 111-5466,2-1-1327,1 39-1105,-1 0 0,1-1 0,-1 1 0,0 0 0,-1 0 0,1 0 1,-1 0-1,-3-8 0,2 6 1,-3-10-30,5 13 700,-2 4-856,-25-8 33,25 7 1972,1-1-1858,-8-9-34,0 0 0,1-1 0,-8-14 0,10 16-54,5 7 103,1 1-152,-1 1-1,1-1 0,-1 0 1,0 1-1,1-1 0,-1 1 1,0 0-1,0-1 0,0 1 1,0 0-1,-4-1 0,-11 26 117,2 0 0,0 1-1,2 1 1,1 0 0,1 0-1,-9 36 1,10-22 34,1 0 0,3 1 1,-3 79-1,10-54-58,3 0-1,3 0 1,3 0 0,3-1 0,28 86 0,-23-97-71,2 0 0,3-2 0,2-1 1,2-1-1,2-1 0,3-2 0,58 69 0,-66-89-26,0-2 1,2-1-1,1-1 0,0-2 1,2 0-1,0-2 1,2-1-1,0-2 0,0-1 1,2-1-1,-1-1 0,2-3 1,50 11-1,-62-18-11,0 0-1,0-2 0,0-1 1,0 0-1,0-2 1,0-1-1,-1 0 0,1-1 1,-1-2-1,0 0 1,0-1-1,0-1 1,-1-1-1,-1-1 0,1-1 1,27-20-1,-27 15 0,-1 0-1,0-1 1,-1-1-1,-1-1 1,-1-1-1,-1 0 1,0-1-1,-2 0 1,0-1-1,-1-1 1,-2 0 0,0-1-1,-2 1 1,7-29-1,-6 7-13,-2-2-1,-3 1 1,-1-1-1,-2 0 0,-2 1 1,-3-1-1,-1 1 1,-19-76-1,7 59-119,-2 1-1,-3 1 1,-3 1-1,-2 2 1,-60-94-1,60 110-219,-3 1 0,-1 2-1,-1 1 1,-3 2 0,-1 1 0,-1 2-1,-73-50 1,87 69-73,0 0 0,-1 2 0,0 0 0,-1 2 0,0 1 0,0 0 0,-1 2 0,-1 2 0,1 0 0,-1 1 0,1 2 0,-1 1 0,0 0 0,0 2 0,1 2 0,-30 5 0,34-3-618,0 0 1,1 2-1,0 0 0,0 1 1,1 2-1,0 0 0,-23 15 1,22-9-2806,-29 31-1,47-44 3434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7:01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239 222 3676,'0'0'4188,"-1"-3"-3609,0 0-428,0 1-1,0-1 0,0 1 0,-1 0 0,1-1 0,0 1 1,-1 0-1,0 0 0,1 0 0,-1 0 0,0 0 1,0 0-1,0 0 0,0 1 0,0-1 0,-1 1 0,1-1 1,0 1-1,-1 0 0,-3-1 0,4 1 320,-49-49 2736,49 48-2766,-12-28 935,13 27-1038,-5-12-111,3 9-51,0 0-1,1-1 1,0 1 0,0-1-1,0 1 1,0-10 0,-16-6 2804,16 27-2771,0-1 1,0 1-1,0 0 0,1 1 0,0-1 0,0 0 0,0 0 0,1 0 1,0 8-1,6 54 1031,-2-27-573,2 617 3205,-29-278-6095,-14 2-4246,14-166-433,16 0-4227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7:02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2767 614 4332,'-60'-36'1133,"58"34"-996,0 0 1,0 0 0,0 0 0,0 0 0,0 0 0,0 0-1,1-1 1,-1 1 0,1-1 0,0 1 0,0-1 0,-1 1-1,2-1 1,-1 0 0,0 0 0,0 1 0,1-4 0,-5-13 901,-4-2-421,2-1 0,1 1 0,0-1 1,2 0-1,0 0 0,2-1 0,0-43 0,3 54-469,0 0-1,1-1 1,0 1-1,1 0 1,0 0-1,1 0 0,0 0 1,1 1-1,0 0 1,1 0-1,0 0 0,1 0 1,0 1-1,1 0 1,0 1-1,12-11 1,-9 10-87,1 0 1,1 1 0,0 0 0,0 1 0,1 1 0,0 0 0,0 1-1,1 0 1,-1 1 0,1 1 0,0 1 0,20-3 0,-16 4-29,0 1 1,0 2 0,0-1-1,-1 2 1,1 1 0,0 0-1,-1 1 1,0 1 0,26 11-1,-25-9-21,-1 1 0,-1 2 0,0-1-1,0 2 1,-1 0 0,0 1 0,-1 1 0,0 0 0,-1 1-1,0 1 1,-2 0 0,0 1 0,0 0 0,-1 1-1,-2 0 1,1 0 0,-2 1 0,0 0 0,-1 1-1,5 24 1,-8-19-15,-1 1-1,-2-1 1,0 1-1,-1 0 1,-2-1-1,0 1 1,-2-1-1,0 0 1,-16 45-1,-8 4 77,-64 123-1,75-164-65,-248 416 87,1-5-242,243-403 135,2 1 1,2 1 0,-16 56-1,30-86-8,0 0-1,0 0 1,1 1-1,1 0 0,0-1 1,1 1-1,0-1 1,1 1-1,1 0 1,-1-1-1,2 1 1,0-1-1,0 0 1,2 0-1,-1 0 0,11 18 1,-9-22 18,1 1 1,0-1-1,1 0 1,-1-1-1,2 0 1,-1 0-1,1-1 1,0 0-1,0 0 0,1-1 1,-1 0-1,1-1 1,0 0-1,1 0 1,-1-1-1,15 2 1,5 0-36,1-1 1,-1-2 0,1 0-1,49-6 1,-53 2 69,0-2 0,-1 0 0,1-2 0,-1-2 0,0 0 0,-1-1 0,0-1 0,0-2 0,-1-1 0,-1 0 0,0-2 0,-1 0 0,24-22 0,-45 35-14,1 0 0,0 0 0,0 0 0,-1 0 0,0 0-1,1 0 1,-1 0 0,0 0 0,0-1 0,0 1 0,0 0 0,0-1 0,-1 1 0,1 0 0,-1-1 0,0 1 0,1-1-1,-1 1 1,0-1 0,0 1 0,-1-1 0,1 1 0,0-1 0,-1 1 0,0-1 0,-1-3 0,0 2-6,0 0 0,0 1 0,0-1 1,0 0-1,-1 1 0,0-1 0,0 1 1,0 0-1,0 0 0,0 0 0,-1 0 0,-6-4 1,4 4-3,0 1 0,-1 0 0,1 0 0,0 0 0,-1 1 0,1 0 0,-1 0 0,1 0 0,-1 1 0,1 0 0,-1 1 1,1-1-1,-1 1 0,1 0 0,-1 1 0,1 0 0,0 0 0,0 0 0,0 0 0,-12 8 0,2-1 15,1 0 0,0 2-1,0-1 1,1 2 0,0 0 0,-16 20-1,-2 7 148,1 3 0,3 0 0,1 2 0,3 1 0,1 0 0,-31 92 0,19-20 420,-36 211 0,8 277 78,57-513-597,-19 532 208,27 0-77,-1 43-112,-19-65-17,-46-5-21,-73 62-32,84-468 13,-107 255 1,88-284-32,-157 259-1,157-311-7,-5-4 1,-4-3 0,-95 92 0,66-85 9,-6-5 0,-3-5 0,-137 87 0,154-120-44,25-15-208,-2-3 1,-103 47-1,-63-5-2716,196-77-766,-72 10-1,23-13-4996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7:04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37 3544,'-3'-16'588,"-11"7"0,-2-3-104,29 24-2472,-3 0 1756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6:57:06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1054 1 3592,'-102'16'2487,"88"-12"-2105,1 1 0,-1 1 0,1 0 0,-25 15 0,-51 42 874,52-35-773,-17 10-8,-1 1 237,-88 80 1,102-79-427,3 2 0,1 2 1,-47 74-1,68-90-213,0 0 0,2 1 0,2 1 0,0 0 0,2 1 0,1 0 0,-8 57 0,14-46-19,1 0-1,3 0 1,1 0 0,2 0-1,2 0 1,2-1 0,1 0-1,3 0 1,1-1-1,1-1 1,23 41 0,0-9 13,3-2 0,3-1-1,3-3 1,104 115 0,-72-102-22,125 99-1,102 48-17,20 17 8,-273-201-59,-2 2 1,-2 2-1,-2 3 0,75 101 1,-105-125 17,-2 0 1,-1 1-1,-1 1 1,-1 0-1,15 52 1,-21-57 1,-2-1 1,0 1 0,-1-1-1,-1 1 1,-1 0 0,-1 0-1,-1-1 1,0 1 0,-6 20-1,-1-12 0,-1 1-1,-1-1 1,-2-1-1,0 0 1,-2-1-1,-1-1 1,-2 0-1,0-1 1,-23 24-1,-6 0-1,-2-2-1,-1-2 1,-63 43 0,34-35-5,-2-4 0,-2-3 0,-107 42 0,-277 71-21,251-108 57,180-44-21,-1-3 0,0-1-1,-68-2 1,95-2-6,0 0-1,0-1 0,0 0 0,1 0 0,-1-1 1,0 0-1,1-1 0,-18-9 0,23 10 3,0 1 0,0-2 0,0 1 0,1 0 0,-1-1 0,1 0 0,-1 1 0,1-1 0,1-1 0,-1 1 0,0 0 0,1-1 0,0 1 0,0-1-1,0 0 1,1 1 0,0-1 0,-2-10 0,2 3-3,1-1 0,0 1 1,1 0-1,1-1 0,0 1 0,0 0 0,1 0 0,0 0 0,1 0 0,1 1 0,9-18 0,-4 10 8,1 1-1,1 0 0,1 1 0,0 0 1,29-28-1,-33 37 7,1 0-1,-1 0 1,1 1 0,1 0 0,-1 1-1,1 0 1,0 0 0,1 2 0,17-7-1,-21 10 5,0-1 0,0 1 0,0 0 0,0 1 0,0 0 0,0 0-1,0 1 1,0 0 0,0 0 0,0 1 0,0 0 0,0 1 0,-1-1 0,1 1-1,12 7 1,-4 1 55,0 0-1,0 1 0,-1 1 1,-1 0-1,0 1 1,-1 1-1,0 0 0,-1 1 1,12 21-1,2 7 134,-2 1 0,26 71-1,-26-46-31,-3 1 0,-3 1-1,12 102 1,1 225 283,-35 326-66,-43-1-293,-4 128-446,47 15 145,17-619 143,65 363-1,93 113 31,-139-622 34,6-2 0,3-1 0,5-3 0,112 174 1,-123-222-1,3-2 0,1-1 0,2-3 0,3-1 0,0-2 1,3-2-1,1-2 0,74 40 0,-75-49-31,1-3-1,2-2 1,0-2-1,1-2 1,0-2-1,2-3 1,-1-1-1,1-4 1,79 3 0,-87-12-151,1-1 0,-2-2 0,1-3 0,0-1 1,51-18-1,-41 7-778,-1-2 0,-1-2 1,78-48-1,-64 24-2484,-5-3-1632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49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333 228 3032,'-10'3'325,"-6"3"-126,5-6 4412,8-19-4304,4 19-211,-1-1 0,0 0-1,0 1 1,0-1 0,0 0 0,0 1 0,0-1-1,-1 0 1,1 0 0,0 1 0,0-1-1,0 0 1,-1 1 0,1-1 0,0 0 0,-1 1-1,1-1 1,0 1 0,-1-1 0,1 1-1,-1-1 1,1 0 0,-1 1 0,1 0 0,-1-1-1,1 1 1,-1-1 0,0 1 0,1 0-1,-1-1 1,0 1 0,1 0 0,-1 0 0,0-1-1,1 1 1,-1 0 0,0 0 0,-21-9 394,4-2-653,12 7 398,0 1-1,0-1 1,0-1-1,1 1 0,-1-1 1,1 0-1,-7-7 1,11 9 426,-5-26 787,14 17-1445,7-14 551,-13 20-567,0-4 39,-12-13-10,9 21 225,-17-24-446,-21 117 93,8-9 186,3-1-79,7-24 103,-20 89 1,34-120-88,5-19-3,0 0 1,0 0-1,1 0 0,-2 11 0,3 2 42,0-1 1,1 0-1,1 0 0,0 0 0,2 0 0,0 0 1,1-1-1,1 1 0,16 33 0,-7-23 75,1-1-1,2 0 1,0-1-1,2 0 0,1-2 1,1-1-1,30 27 1,-34-37-35,38 24 1,-53-37-89,31 10 63,-28-10-53,0 0-1,0-1 1,0 0-1,1-1 0,-1 1 1,0-1-1,0-1 0,0 1 1,0-1-1,0 0 1,-1 0-1,11-6 0,-15 8-9,12-8 7,-1 0 0,0 0 0,-1-1 0,0-1 0,0 0 0,-1 0 0,11-15 0,0 2 25,122-156-16,-136 168-24,0 0 1,-1 0-1,0-1 0,-1 0 1,0 0-1,-1 0 0,5-21 1,-3-4 43,2-49-1,-7 68-70,-1 2 74,0 0 0,-5-27 1,0 3-88,2 15 91,-1 1 0,-2 0 1,-8-26-1,9 35 3,-1 0 0,-1 1 1,-10-15-1,13 24-42,0 0-1,-1 1 0,0-1 1,0 1-1,0 0 1,-1 0-1,-8-4 0,-64-24 202,1 8-144,18 10-53,48 12-30,7 2 19,-1 0 0,1 0 0,0 0 1,-1 1-1,1-1 0,0 1 0,0 0 0,0 0 1,0 1-1,-6 2 0,-34 19-9,24-9 15,1 1 0,1 1-1,0 1 1,2 1 0,0 0 0,-15 22-1,-38 40-646,25-40-1769,10-14-4089,17-12-1003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51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1808,'-10'52'-620,"-17"-13"212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16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676 126 6569,'2'-2'177,"0"0"0,-1 0 0,1 0 0,0 0 0,-1 0 1,1 0-1,-1 0 0,0 0 0,1-1 0,-1 1 0,0 0 1,-1-1-1,1 1 0,1-5 0,-3 3 291,1 0-1,0 0 1,-1 0-1,0 0 1,0 0-1,0 0 1,-3-7 0,-3-23 5799,4 19-2770,-8 32-1280,-12 45-1119,3 0 1,-24 128-1,16-58-324,-239 723 1258,153-523-1779,7 41 7,85-270-169,-16 176-1,36-241-72,1 0 1,2 0-1,1 0 0,2 0 1,14 59-1,-13-80 0,1 1-1,0-2 1,1 1 0,0-1-1,1 0 1,1 0 0,1-1-1,0 0 1,1-1 0,1 0-1,0-1 1,1 0 0,27 21-1,-24-23-29,1-1 0,0-1 0,0 0 0,1-1 0,0-1 0,0 0 0,1-2 0,28 6 0,-21-8-14,1 0 0,0-2 0,-1-1 0,1-1 1,43-7-1,-26-2-12,0-1 1,-1-2 0,0-2-1,-1-2 1,0-1-1,-2-3 1,39-26 0,-51 29-17,-1-1 0,-1-2 1,-1 0-1,-1-2 1,-2-1-1,35-44 0,-43 47 7,-1 1 0,0-2 0,-2 0 0,-1 0 0,0-1-1,-2 0 1,-1-1 0,0 0 0,4-37 0,-10 47 29,0 0-1,0 0 1,-2 1 0,0-1-1,0 0 1,-1 0 0,-1 0 0,0 1-1,-1 0 1,-1-1 0,0 1 0,0 1-1,-2-1 1,1 1 0,-2 0 0,1 0-1,-2 1 1,-9-11 0,4 8-7,-1 1 1,0 0 0,0 1-1,-1 0 1,-1 1-1,0 1 1,0 1 0,-1 1-1,0 0 1,0 1 0,-1 1-1,-23-5 1,1 4-356,1 2 1,-1 2 0,0 1-1,0 2 1,0 2 0,0 2-1,-77 17 1,40 0-2061,1 3 0,2 3 0,-78 40 0,74-27-3158,19 2-3052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1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107 171 8545,'-58'31'1887,"46"-25"-211,-5-3 1217,1 2-1596,12-4-32,9-1-144,32 1-433,-1-1 0,0-2 1,55-10-1,-4 0-89,802-66 1355,-247 24-1392,50-1-200,-679 54-369,12-1-50,-1 0 0,1 2 1,0 1-1,0 1 1,-1 1-1,29 8 0,-52-11 31,0 0 0,0 0 0,-1 0 0,1 1 0,0-1 0,-1 0 0,1 0-1,-1 1 1,1-1 0,0 1 0,-1-1 0,1 1 0,-1-1 0,1 0 0,-1 1 0,1 0 0,-1-1 0,1 1-1,-1-1 1,0 1 0,1 0 0,-1-1 0,0 1 0,0 0 0,1-1 0,-1 1 0,0 0 0,0-1-1,0 1 1,0 0 0,0-1 0,0 1 0,0 0 0,0 0 0,0-1 0,0 1 0,0 0 0,0-1-1,-1 1 1,1 0 0,0-1 0,0 1 0,-1 0 0,1-1 0,0 1 0,-1-1 0,1 1 0,-1 0 0,1-1-1,-1 1 1,1-1 0,-2 1 0,-31 30-1479,15-18 421,0-2 0,-1-1 0,0 0 0,-1-1 0,-35 10 0,-7 4-2926,-28 16-4114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30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255 145 5020,'34'-17'475,"83"-36"1859,-77 36-1134,0 2-1,2 2 1,52-9-1,-76 19-988,-1 1 1,1 0-1,-1 2 0,1 0 1,0 1-1,-1 1 0,1 0 0,-1 2 1,0 0-1,30 11 0,-34-10-129,0 1-1,-1 0 1,0 1-1,0 1 1,-1 0-1,1 0 0,-2 1 1,1 0-1,-2 1 1,1 0-1,10 15 1,-12-11-2,1 0 0,-2 0 0,0 1 0,-1 0 0,0 0 0,-1 1 0,-1-1 0,0 1 0,2 24 1,-4-13 33,-2 0 0,0 1 0,-2-1 0,-1 0 1,-1 0-1,-14 50 0,-6-3 165,-38 80-1,19-63-69,-4-2 0,-59 85-1,-139 153 526,8-59 290,6-6 181,226-257-1164,-17 27 197,21-31-229,1-1 0,0 1 0,-1 0-1,1-1 1,0 1 0,0 0 0,-1-1 0,1 1 0,0 0 0,0-1 0,0 1 0,0 0 0,0-1 0,0 1-1,0 0 1,0-1 0,0 1 0,0 0 0,0 0 0,1-1 0,-1 1 0,0 0 0,0-1 0,1 1 0,-1-1-1,0 1 1,1 0 0,-1-1 0,0 1 0,1-1 0,-1 1 0,1-1 0,-1 1 0,1-1 0,0 1 0,-1-1-1,1 0 1,-1 1 0,1-1 0,0 0 0,-1 1 0,1-1 0,0 0 0,1 0 0,6 2 21,0-1 1,1 0 0,-1-1 0,1 0-1,-1-1 1,1 0 0,-1 0-1,1 0 1,10-4 0,-13 3-22,251-62 227,-18 3-157,610-128-2567,-531 114-677,-54 11-2879,-72 16-2261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32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1220 278 3712,'-35'-25'2356,"33"23"-1621,-16-28 3062,16 23-3530,0 1 0,0 0-1,0-1 1,1 0 0,0 1 0,0-1-1,1 0 1,0 1 0,0-1 0,0 0-1,1 1 1,0-1 0,0 1 0,1-1-1,0 1 1,3-10 0,9-13 1335,12-39 1,-25 66-599,0 21-718,1-1 0,0 1-1,6 18 1,5 34 211,-8 17 133,-6 93-1,-18 93 446,9-149-534,-89 638 1115,-52-6-999,-494 1854 508,450-1849-3398,136-545 692,28-110-604,4 0-3423,27-104 3761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33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926 58 3720,'-16'-17'1188,"12"13"-79,-13-12 1051,9 9 3170,3 3-5952,-10-6 4452,15 11-3687,-1 0 0,0 0 1,1-1-1,-1 1 1,1 0-1,-1 0 0,1 0 1,0 0-1,-1 0 0,1 0 1,0 0-1,-1 0 1,1 0-1,0 0 0,0 0 1,0 0-1,0 0 1,0 0-1,0 0 0,0-1 1,1 1-1,-1 0 0,1 2 1,-1 430 1952,-2-304-1703,-100 1374 1582,-60-397-1831,-92 94-581,65-345 269,84-268-730,88-501-860,-9 145-1,26-221 1413,1 0-1,0 0 0,3 14 0,0-1-1882,-2 2-4511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33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1038 4460,'95'-39'1331,"116"-40"1186,275-29-551,6 30-1347,-487 77-613,2012-231 687,12 75 12,-1309 106-126,1272-144 1661,-1474 110-3008,-536 79-2787,-19 3 245,-6 0-1189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34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174 176 6161,'1'-3'244,"1"0"0,-1 0 0,1 0 0,-1 0 0,0 0 0,0 0 0,-1 0-1,1-1 1,-1 1 0,1 0 0,-1 0 0,0-1 0,0 1 0,-1 0 0,0-6 0,1-25 2135,2 23-1404,-2 0 0,1 1 1,-2-20-1,0 7 223,-11 35-268,0 8-612,0 1 0,2 1 0,0 0-1,2 0 1,-11 42 0,2-8-12,-3 1-117,4 0 1,1 1 0,4 1 0,1 0 0,-1 96 0,10-129-165,2 1-1,1-1 1,2 0-1,0 0 1,2 0-1,0 0 1,2-1-1,1 0 1,1-1-1,1 0 1,1 0-1,1-1 1,1-1 0,28 34-1,-34-46-23,5 6 9,0 0 0,1-1-1,0-1 1,1 0 0,1-1 0,0-1 0,1 0-1,0-2 1,1 0 0,21 9 0,127 45 55,-142-56-66,0-1 1,0-1-1,50 6 0,-59-11 7,6 1-3,0-2 0,0 0 0,0-1 0,0-1 0,28-6 0,-36 5-3,-1 0 0,1-1-1,0-1 1,-1 0-1,0 0 1,0-1 0,-1-1-1,1 0 1,13-11-1,-24 17 2,0 0-1,1-1 0,-1 1 0,0 0 1,0 0-1,0-1 0,0 1 0,0-1 1,-1 1-1,1-1 0,0 1 0,-1-1 1,1 1-1,-1-1 0,0 0 0,1 1 1,-1-1-1,0 0 0,0 1 0,0-1 1,0 0-1,0 1 0,0-1 0,-1 0 1,1 1-1,0-1 0,-1 1 0,0-1 1,1 0-1,-1 1 0,0-1 0,0 1 1,1 0-1,-1-1 0,-2 0 0,0-3-2,-1 0 0,0 1-1,-1-1 1,1 1-1,-1 1 1,0-1 0,0 0-1,-7-3 1,-7-1-11,0 0 1,0 1-1,-1 1 1,-38-7 0,-87-5-312,124 17 206,-26-2-529,1 1 0,-1 3 0,-62 10 0,66-4-3012,-77 24 0,31 1-5318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36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185 591 3308,'-22'-69'3825,"21"66"-3180,0-15 628,0 13-1084,0 1-1,0 0 1,0 0-1,-1 0 0,0 0 1,1 0-1,-1 0 0,-1 0 1,1 1-1,-3-4 0,-36-40 1573,4 4-251,26 22-556,1 0-1,-16-44 1,20 46-483,5 16 469,0 0-692,-5-24 28,6 24-39,12 3-153,91-9-23,182-39-1,2-12-5,-184 40-62,0 5 1,157-2-1,18 11-94,90-4-104,8-1-2021,-352 11 372,42-5 0,-64 4 135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42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4392,'0'0'3145,"10"-9"-2881,4-3 396,2 9-3648,4-3 499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4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623 314 4320,'-8'1'3141,"7"-1"-2875,0 0 0,-1-1-1,1 1 1,0 0 0,0-1 0,0 1-1,0-1 1,0 1 0,0-1 0,0 1-1,0-1 1,0 0 0,0 1 0,0-1 0,0 0-1,-1-1 1,-6-8 297,6 8-18,-8-7 723,9 6-1140,0 1 1,-1 0-1,1 0 0,0 0 1,1-1-1,-1 1 1,0 0-1,1-1 1,-1 1-1,1-1 1,0 1-1,-1-1 1,1 1-1,0-1 1,1 1-1,-1-1 0,0 1 1,1 0-1,1-6 1,19-52 1315,-16 48-1170,0 3-197,0 0 1,1 0-1,0 0 1,0 1-1,1 0 1,0 0-1,0 1 1,0 0 0,1 0-1,1 1 1,-1 0-1,1 0 1,0 1-1,0 0 1,0 1-1,18-6 1,-4 1-59,1 3 0,0 0 0,0 1 0,0 1 0,1 1 0,26 1 0,-17 2-3,0 1 0,0 2 0,0 2 0,39 10 0,-57-11-14,0 1 0,0 1 0,-1 1 0,0 0 0,0 1 0,-1 0 0,0 1 0,-1 1 0,0 0 0,22 22 0,-31-27-10,0 0 0,0 0 0,0 0 0,-1 0 0,1 0 0,-2 1 0,1-1 0,0 1 0,-1 0 0,0 0 0,-1 0 0,1 0 0,-1 0 0,0 1 0,0 8 1,-1-5-15,-1-1 1,-1 0 0,1 1-1,-1-1 1,-1 0 0,0 0 0,0 0-1,-1-1 1,-6 13 0,-4 0-15,0 0 1,-1-2-1,0 1 0,-2-2 1,0 0-1,-39 30 1,-61 33-27,-16 14-27,131-94 88,1 1 0,-1-1 0,0 0-1,1 0 1,-1 1 0,1-1 0,-1 1 0,1 0-1,0-1 1,0 1 0,-1 0 0,1 0 0,0-1-1,1 1 1,-1 0 0,0 0 0,1 0 0,-1 0-1,1 0 1,-1 0 0,1 1 0,0 1 0,0-1 1,1-1 1,0 0 0,0-1-1,0 1 1,0 0 0,0 0 0,1 0-1,-1-1 1,0 1 0,1 0-1,-1-1 1,1 1 0,0-1-1,-1 0 1,1 0 0,0 1-1,3 0 1,10 5 9,1 0-1,0-1 0,0-1 1,20 3-1,-31-7-8,98 22-12,99 25 32,-163-37-18,0 2 0,-2 2-1,39 21 1,-70-33 0,1 0-1,-1 1 1,0 0 0,-1 0-1,1 0 1,-1 1 0,0 0-1,7 8 1,-11-11 0,0 0 0,0 1-1,0-1 1,0 0 0,0 0 0,0 0 0,-1 1 0,1-1-1,-1 0 1,1 1 0,-1-1 0,0 1 0,0-1 0,0 0-1,-1 1 1,1-1 0,0 0 0,-1 1 0,0-1-1,1 0 1,-1 1 0,0-1 0,0 0 0,0 0 0,0 0-1,-1 0 1,1 0 0,-1 0 0,-1 2 0,-4 4-22,-1 1 0,-1-1 1,1 0-1,-1-1 0,0 0 1,-18 11-1,-67 28-94,-125 39-1485,-236 58-1,-97 2-6345,355-99 2695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52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262 247 2820,'0'0'9380,"-9"-12"-9271,9 12-98,0-1 0,-1 1 0,1-1 0,-1 1 0,1-1 0,-1 1 0,1 0 0,-1-1-1,0 1 1,1-1 0,-1 1 0,0 0 0,1 0 0,-1-1 0,1 1 0,-1 0 0,0 0 0,0 0 0,1 0 0,-1 0 0,0 0-1,1 0 1,-1 0 0,0 0 0,1 0 0,-1 0 0,0 0 0,1 0 0,-1 1 0,0-1 0,1 0 0,-1 0 0,0 1-1,-30 16 262,9-4-61,2-4-8,0 1 0,-34 24-1,46-28-129,0 0-1,0 1 1,1 0-1,-1 0 0,2 0 1,-1 1-1,-7 12 1,11-14-26,0 1 1,0-1 0,1 1 0,0 0-1,0 0 1,1 0 0,0 1-1,0-1 1,1 13 0,0 0 50,1 1 0,5 22 1,15 50 76,53 148 1,-71-230-148,2-1-1,-1 0 0,1 0 1,1 0-1,0-1 1,0 1-1,1-1 1,0-1-1,0 1 0,1-1 1,0-1-1,1 1 1,-1-2-1,1 1 1,1-1-1,-1 0 1,1-1-1,12 5 0,-21-10-26,24 9 23,0-1 0,0-1 0,1-1 0,27 2-1,-8-5 16,80-6 0,-106 2-29,0-2 1,0 0-1,-1-1 1,0-1-1,0-1 1,0 0-1,21-12 1,-33 15-8,0-1 0,0-1 1,0 1-1,-1-1 0,0 0 1,0 0-1,0 0 0,0-1 0,-1 1 1,0-1-1,0 0 0,4-10 1,-3 4 12,0-1 0,-1 0 0,0 0 1,-1 0-1,-1-1 0,1-13 0,-1-7 3,-2 0 0,-2-1-1,-1 1 1,-8-40-1,-104-365-38,111 425 11,-1-1 0,0 2 0,-1-1 0,0 1 1,-1 0-1,-1 0 0,0 0 0,0 1 1,-2 1-1,1 0 0,-1 0 0,-14-11 1,17 18 6,0 0 0,0 1 1,-1 0-1,1 0 1,-1 0-1,0 1 0,0 0 1,0 1-1,0 0 1,0 0-1,0 1 1,0 0-1,0 0 0,-11 2 1,-3 1-4,-1 1 0,1 1 1,-37 13-1,40-10-47,1 1 1,0 0 0,1 1-1,0 1 1,0 1-1,1 0 1,-18 19 0,-29 38-2005,9 5-3340,34-41-106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53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48 3228,'5'-17'1061,"-3"13"1758,-1 2-1852,14-23 5703,-14 30-5872,8 34 389,-3 1 1,2 51 0,-5 88 497,-3-164-1568,-10 297 1285,4-170-1053,-28 554 423,2-320-516,-26 489-55,58-755-232,5-1 1,5 0-1,35 160 0,-40-245-59,1 0 0,0-1-1,2 0 1,1-1 0,16 29 0,-22-47-4,0-1 0,0 1 0,0-1 0,0 0 0,1 0 0,-1 0 0,1 0 0,0 0 0,0-1-1,0 0 1,0 0 0,0 0 0,8 2 0,-5-1-58,-2-2-170,1 1 0,-1-1 0,1-1 0,0 1 0,-1-1 0,1 0 0,0 0 0,-1-1 0,1 1 0,6-3 0,54-15-5360,-56 15 3969,23-9-6121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54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188 220 3288,'-7'-36'1328,"-6"18"-808,-4 0-336,11 3 181,-1 0-97,-3 3-48,0 0-52,0 0-40,0-1-140,-4-2-52,4 3-156,-6 3-200,2-3-397,-9 0-619,3 3 920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54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1553 2 4496,'0'0'5855,"-3"0"-5373,-8-1-152,5 1-16,0 0 0,1 0 0,-1 0 1,1 1-1,-11 2 0,15-2-269,-1-1 0,0 1 0,0 0 1,1 0-1,-1 0 0,0 0 0,1 0 0,-1 0 1,1 0-1,-1 1 0,1-1 0,0 1 1,0-1-1,0 1 0,-1-1 0,1 1 1,1 0-1,-1-1 0,0 1 0,0 0 1,1 0-1,-2 2 0,-24 125 1838,-8 28-201,-57 215 637,32-118-1404,-195 642 604,60-224-1024,-115 824 23,291-1373-408,-24 155-251,26-192 185,-42 196-58,-3-47 75,-95 331-179,86-390 253,70-175-157,-1 0-1,1 0 1,0 0-1,-1 0 1,0 0 0,1 0-1,-1 0 1,1 0-1,-1 0 1,0-1 0,0 1-1,1 0 1,-1 0-1,0-1 1,0 1-1,0 0 1,0-1 0,0 1-1,0-1 1,0 1-1,0-1 1,0 0-1,0 1 1,0-1 0,0 0-1,0 0 1,0 0-1,-1 1 1,1-1 0,0 0-1,0-1 1,0 1-1,0 0 1,0 0-1,0 0 1,-2-1 0,1 0-169,0 0 0,0 0 0,0 0 0,0-1 0,1 1 0,-1 0 0,0-1 0,1 1-1,-1-1 1,1 0 0,-1 1 0,1-1 0,0 0 0,-1 0 0,1 0 0,0 0 0,0-2 0,-4-7-841,-3-11-843,7 1-3344,6-6-2899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5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0 541 2380,'4'0'78,"1"1"191,1 0 1,-1 0-1,1-1 0,-1 1 1,1-1-1,-1 0 0,1-1 1,-1 0-1,1 1 0,-1-2 1,0 1-1,7-3 0,-9 2 390,3-7-31,4-8 8742,-5 14-9198,0-1-1,1 0 0,-1 1 0,1-1 1,0 1-1,0 0 0,0 1 0,1-1 0,8-1 0,417-67 1539,-361 62-1560,3045-279 1009,-2042 238-1003,2 24 273,-34 2 116,-983 22-504,52-2 107,184 15 0,-294-11-147,0 0 0,0 0 0,0 0 0,-1 0 0,1 1 0,0-1 0,0 0 0,-1 0 0,1 0 0,0 0 0,0 1 0,-1-1 0,1 0 0,0 1 0,-1-1 0,1 1 0,0-1 0,-1 1 0,1-1 0,-1 1 0,1-1 0,0 2 0,-1-1 0,0-1 0,0 1-1,0 0 1,0-1-1,-1 1 1,1-1-1,0 1 1,0-1-1,-1 1 1,1 0-1,0-1 1,-1 1 0,1-1-1,0 1 1,-1-1-1,1 0 1,-1 1-1,1-1 1,-1 1-1,1-1 1,-2 1-1,-36 19-17,-4-7-268,0-2 1,-84 12-1,58-13-226,-273 52-4047,116-16-2044,83-18-721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5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9 507 6037,'-1'-4'399,"-1"-1"0,1 1 0,-1-1 0,1 1 0,1-1 0,-1 1 0,1-1 1,-1 0-1,1 0 0,1 1 0,-1-1 0,1 0 0,1-6 0,1 3-58,-1-1 0,2 1-1,-1 0 1,1 0 0,1 0-1,8-12 1,2 1 14,1 2 1,0-1-1,2 2 1,31-24-1,4 2 20,1 3 0,2 2 0,1 2 0,2 3 0,1 2 0,71-20 0,-109 41-312,-1 0 0,1 1 1,-1 1-1,1 1 0,0 1 0,0 1 1,0 1-1,0 1 0,0 1 0,0 0 1,-1 2-1,0 1 0,32 12 0,-35-10-40,0 0 0,-1 2 0,0 0-1,0 1 1,-1 1 0,-1 0-1,0 1 1,0 1 0,-2 0 0,1 1-1,-2 0 1,0 1 0,-1 0-1,0 1 1,8 21 0,-6-8-14,-1 0 1,-2 1-1,-1 0 1,-1 1-1,-2 0 0,-1 0 1,-2 0-1,-1 1 1,-1-1-1,-2 1 1,-2-1-1,0 0 0,-2 1 1,-2-2-1,-1 1 1,-1-1-1,-2 0 1,-1-1-1,-22 40 0,3-15-14,-3-2-1,-71 85 1,-97 82 26,49-57 245,153-162-258,0-1 0,0 1-1,0 0 1,0 0 0,0-1-1,1 1 1,-1 0 0,0 0-1,0-1 1,1 1 0,-1 0 0,0-1-1,1 1 1,-1 0 0,1-1-1,-1 1 1,1 0 0,-1-1-1,1 1 1,-1-1 0,1 1-1,0-1 1,-1 1 0,1-1 0,0 0-1,-1 1 1,2-1 0,-2 0-6,5 3 4,-1-1 0,1 0 1,0 0-1,0-1 0,0 0 1,0 0-1,0 0 1,0 0-1,0-1 0,0 1 1,0-1-1,7-1 1,68-12 8,-54 7 13,473-98-356,-249 50-717,124-29-2015,-124 21-2321,-42 6-2284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59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34 5525,'0'0'3357,"2"-2"-539,14-17 8833,-16 18-11471,-1 1 0,1-1 0,-1 0 0,1 0 0,-1 0 1,0 0-1,0 1 0,1-1 0,-1 0 0,0 1 0,0-1 0,0 0 1,0 1-1,0-1 0,0 1 0,0 0 0,0-1 0,0 1 0,0 0 1,0 0-1,0-1 0,0 1 0,0 0 0,0 0 0,0 0 0,0 0 0,0 0 1,0 0-1,-1 1 0,-1 1 91,0 0 1,0 0-1,0 0 0,0 1 1,1-1-1,-1 1 0,1-1 1,0 1-1,-3 5 0,-32 43 302,-124 183 14,122-172-2345,-57 127-1,12 17-3896,30-67-2347,7-10-4468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70 4108,'-11'-4'399,"0"1"440,0 1 6017,22-21-5350,-9 13 7713,-3-2-9258,-2-4 435,2 16-387,1 0 1,-1 0-1,1 0 0,-1 0 0,1 0 1,-1 0-1,1 0 0,-1 0 0,1 1 1,-1-1-1,1 0 0,-1 0 1,1 0-1,0 0 0,-1 1 0,1-1 1,-1 0-1,1 0 0,-1 1 1,1-1-1,0 0 0,-1 1 0,1-1 1,0 1-1,-1-1 0,1 0 1,0 1-1,0-1 0,-1 1 0,1-1 1,0 1-1,0-1 0,-1 1 0,-8 14 85,0 1 0,1-1 0,1 1 0,0 1 0,-6 21 0,0-2 70,-30 93-104,5 2 0,6 1 0,-15 140 1,-4 2-3161,13-79-6304,26-106 324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2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0 4120,'0'0'4022,"-3"1"-3552,2-1-413,0 0-1,-1 0 1,1 0 0,0 1-1,-1-1 1,1 0-1,0 1 1,-1-1 0,1 1-1,0 0 1,0-1-1,-1 1 1,1 0 0,0 0-1,0 0 1,0 0 0,0 0-1,0 0 1,0 0-1,1 0 1,-1 0 0,0 0-1,0 0 1,0 2-1,0 1 69,0 1 0,1-1-1,0 0 1,0 0-1,0 1 1,0-1-1,1 5 1,0 2-44,0 13 292,-2 0 0,-1-1-1,-9 47 1,2-14-131,-31 130 245,6-39-889,-16 109-1922,11-87-2286,27-118 1605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0 3516,'-9'2'287,"-15"5"153,24-7-412,0 0 1,-1 0 0,1 0 0,0 0-1,-1 0 1,1 1 0,0-1 0,-1 0-1,1 0 1,0 0 0,-1 1 0,1-1-1,0 0 1,0 0 0,-1 1 0,1-1-1,0 0 1,0 0 0,0 1 0,-1-1-1,1 0 1,0 1 0,0-1 0,0 0-1,0 1 1,0-1 0,-1 0 0,1 1-1,0-1 1,0 1 0,0-1 0,0 0-1,0 1 1,0-1 0,0 0 0,1 1-1,-1-1 1,0 0 0,0 1 0,0-1-1,0 0 1,0 1 0,0-1 0,1 0-1,-1 1 1,2 4 168,-1 0-1,0 0 1,-1 0-1,1 0 1,-1 1 0,0-1-1,0 0 1,0 0-1,-1 0 1,0 0-1,0 0 1,-2 7 0,-2 22 527,5 8-430,-2 0 0,-1-1-1,-2 1 1,-2-1 0,-2 0-1,-25 69 1,-8 6 481,-44 190 0,9 128-235,0-48 362,76-381-847,0 0 1,1 0-1,-1 0 0,1 0 0,0-1 0,1 1 0,1 10 1,-2-12 28,4-4-60,2-1-230,0 0 0,0 0 0,0-1 0,-1 0-1,1 0 1,9-7 0,-13 8-304,1 0 0,-1 0 0,0-1-1,1 1 1,-1-1 0,0 0 0,0 0-1,-1 0 1,3-5 0,3-8-4404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3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1 4120,'1'3'536,"0"0"-1,0 0 0,0 0 1,0 1-1,0-1 0,-1 0 1,1 1-1,-1-1 0,0 0 0,0 1 1,0-1-1,-1 5 0,-11 47 128,1-9 98,-6 65-273,-5 0 0,-4-2-1,-46 120 1,39-145-2065,-3-2-1,-72 122 1,69-140-1342,7-1-900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5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7465 4520,'-13'6'334,"0"0"550,2 0 7731,11-9-8261,0 0 0,1 1-1,0-1 1,0 1 0,-1-1-1,1 0 1,1 1 0,-1 0-1,0-1 1,3-2 0,-3 4-231,1 0 1,0 0-1,-1 0 1,1 1-1,-1-1 1,1 1-1,0-1 1,-1 1-1,1 0 1,0 0-1,-1 0 0,1 0 1,0 0-1,0 0 1,2 0-1,0 2 18,-1 0-1,1 1 0,-1-1 0,1 0 0,-1 1 0,6 5 1,6 8 135,-10-11-185,1 0 1,-1 1 0,1-2 0,10 8-1,12 5 126,0 2-1,26 24 0,23 16 13,54 45-63,-70-59-40,55 35-92,-80-58 42,2-2 0,1-1 0,0-2 0,1-2 0,58 14 0,-23-12-29,193 35 233,-163-38-315,-31-3 89,133 2 1,-38-14-63,77-2 53,-183-2-64,118-22 1,-108 11 126,-2-3 0,0-3 0,116-53 0,125-90 314,-13 7-240,-244 127-168,136-85 320,-154 90-149,-1-2 1,-1-1 0,35-40-1,-32 28-77,-2-2-1,-2-1 0,46-78 0,-47 58-48,88-193 31,-50 107-73,-1 4-49,-34 65 34,-25 60 26,-2-1-1,0 0 0,-1 0 1,0-1-1,5-37 0,11-54 79,-2 6-32,53-305 4,-33 266-162,-17 66 173,70-170 9,-45 130-12,-9 38-85,-26 54 16,16-40-1,-12 24-4,-8 21 11,11-37-1,2-50 9,16-164 0,-7 57-34,-25 175 6,15-76-66,9-68-1,39-261 14,-15 238 136,-21 88 39,-15 49-65,20-95 49,-20 70-77,48-140-1,-66 231-34,55-143 28,-45 118-30,4-10-18,20-84-1,33-165-67,-45 193 75,43-155 1,-48 158-8,13-154 0,-24 138-5,20-209-76,-17 254 79,1-17-59,10-166-62,-17 206 134,-3 28 20,0-1 1,-1 0-1,0 1 1,-2-19-1,0 31-10,2-18-421,3 9-747,4 15-3217,10 21-4291,-17-21 8327,14 24-8816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6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85 4824,'-47'-18'3669,"46"17"-3593,1 1 1,-1-1 0,1 0 0,-1 0-1,1 1 1,0-1 0,-1 0-1,1 0 1,0 0 0,0 1-1,-1-1 1,1 0 0,0 0-1,0 0 1,0 0 0,0 1-1,0-3 1,-4-17 1618,-10-7-886,13 24 284,-2 3-968,-22 11 165,-27 27 340,3 3 0,-63 65 0,-38 60-777,118-126-2042,2 1 0,-34 61 0,39-48-3888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6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9073,'47'-24'1308,"-21"6"-84,-12 15-80,13 0-164,-1 0-164,8 0-100,16 6-252,-3 6 72,3 9-19,4 3-109,3 0-76,0 7-88,0 8-316,-4 12-540,1 6-621,-7 3-487,0 1-2348,-1 2-3005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1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88 4920,'-11'-1'387,"-1"0"620,2 0 8776,13-5-8724,6-7-656,-6 9 4129,-37-38-3052,33 40-917,-4 2-307,-3 1-133,0 0 0,0 0 0,1 1-1,-1 0 1,0 0 0,1 1 0,-1 0-1,1 0 1,0 1 0,0 0 0,0 0-1,-7 6 1,-13 11 507,-37 39-1,36-33-285,11-10-130,0 1 0,2 1 0,0 0 1,0 1-1,-14 29 0,12-16 58,2 2-1,-19 63 1,25-64-197,1 1 1,2 0 0,1 1 0,2-1-1,3 65 1,3-50-28,3-1 1,3 0-1,22 76 1,-25-105-40,1 0 0,2-1 0,0 0 0,1 0 0,0-1 0,2 0 0,0-1 0,1 0 0,1-1 1,0-1-1,1 0 0,1-1 0,0-1 0,1 0 0,1-1 0,0-1 0,0 0 0,1-2 0,0 0 0,35 10 0,-39-15-6,1-1-1,0-1 0,-1 0 0,1-1 0,31-2 0,-32 0-2,6-1 2,1-1-1,-1-1 0,0 0 1,0-2-1,0-1 1,0 0-1,-1-2 1,-1 0-1,1-1 0,-2-1 1,1-1-1,25-21 1,-29 21-1,-2 0 0,1-1 0,-2-1 0,0 0 0,0 0 0,-2-1 0,0-1 0,0 0 0,-1 0 1,-1-1-1,-1 0 0,-1 0 0,0-1 0,-1 0 0,-1 0 0,0 0 0,-2 0 0,1-29 0,-3 11-23,-2 0 0,-2 1 0,-1-1 0,-2 1 0,-1 1 0,-2-1 0,-1 1 0,-27-55 0,7 25-200,-4 2 0,-43-60 0,49 82-89,-2 1 0,-1 2 0,-68-61 0,88 89 59,0 0 0,0 1-1,0 0 1,-1 1 0,-1 1 0,1 0 0,-1 0 0,0 2 0,-22-6 0,30 9 21,1 0 1,-1 0-1,1 1 1,-1-1-1,0 1 0,1 0 1,-1 1-1,1 0 1,-1 0-1,1 0 0,-1 0 1,1 1-1,0 0 1,-1 0-1,1 0 0,0 1 1,0 0-1,1 0 1,-1 0-1,1 0 0,-1 1 1,1 0-1,0-1 1,0 2-1,1-1 0,-1 0 1,-4 9-1,1-1-1168,1 1 0,0 0-1,1 0 1,1 0 0,-4 17 0,0 28-6715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1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355 100 8249,'-1'7'-734,"-5"10"5933,-6-33 780,12 15-5926,0 1-1,0-1 1,-1 1-1,1-1 1,0 1 0,0-1-1,0 0 1,0 1-1,0-1 1,0 1-1,0-1 1,1 1 0,-1-1-1,0 1 1,0-1-1,0 0 1,0 1-1,1-1 1,-1 1 0,0-1-1,0 1 1,1 0-1,-1-1 1,1 1 0,-1-1-1,0 1 1,1-1-1,0 1 1,-1-1-5,1 1 0,0-1 0,-1 0 1,1 1-1,-1-1 0,1 1 0,-1-1 1,0 0-1,1 1 0,-1-1 0,0 0 0,1 0 1,-1 1-1,0-1 0,0 0 0,0 0 0,0 1 1,1-1-1,-1 0 0,0 0 0,0 0 0,-1-1 1,-20-70 2392,20 69-889,-183 350 1855,85-113-9622,85-198 4054,-5 28-4459,10-3-4127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2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 10593,'-23'21'8807,"9"-8"-3235,11-8-5286,0 0 1,1 0-1,0 0 1,0 1-1,0-1 1,0 1-1,1-1 1,0 1-1,0 0 1,0-1-1,1 1 1,0 0-1,0 6 1,-1 10 293,-11 59 882,-43 152 1,33-152-1184,20-75-282,-66 275-4435,55-210 2198,3 0-1,-1 75 1,10-72-4766,-2-3-4609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2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3466 781 4292,'-95'-163'3707,"79"138"-3179,-1 1 0,0 1 0,-2 0 0,-36-33 0,-98-70 1224,118 99-1375,-19-15 146,-2 2 0,-2 3 0,-1 3 0,-2 2 0,-82-31 0,100 48-336,0 2 1,0 2 0,-1 2-1,-1 1 1,0 3-1,1 2 1,-1 1-1,0 3 1,-51 6 0,23 6 0,1 3 1,0 3-1,2 3 1,0 3-1,2 3 1,-95 54 0,50-15 126,3 5 0,-179 153-1,194-137-141,3 3-1,5 5 0,3 3 0,5 4 0,-86 148 0,91-120-34,6 4 1,6 3 0,5 2-1,-47 186 1,84-251-62,4 0 1,3 1-1,4 1 0,0 153 1,11-187-55,2 0 1,2 0 0,1-1-1,3 0 1,1 0-1,3-1 1,0-1 0,3 0-1,2-1 1,33 53 0,-25-54-12,2-1 1,2-2 0,1 0 0,2-2-1,1-2 1,1-1 0,2-2 0,73 41-1,-38-30 1,3-4 0,1-3-1,1-3 1,88 20-1,-49-23-6,1-5 1,0-6-1,1-5 1,129-5-1,473-68 42,-34-74-52,-549 98 17,-3-7-1,245-119 0,-314 129-9,-2-3-1,-1-2 0,-2-4 1,-3-2-1,-1-2 0,-3-3 0,-2-3 1,-2-1-1,-3-3 0,73-120 1,-91 128-9,-4-1-1,-1-1 1,-3-1 0,-2-1 0,-3-1 0,11-69 0,-20 76 2,-2 0 0,-2-1 0,-2 0 0,-3 0-1,-2 1 1,-2-1 0,-22-85 0,14 86-5,-3 2 0,-1 0 0,-3 0 0,-1 2 0,-3 1 0,-31-43 0,17 34 3,-3 2 0,-2 2 0,-2 2 0,-58-47 0,27 34-5,-2 4 0,-104-57 0,-183-60-64,214 115 5,-2 7 0,-2 7 0,-2 6 0,-2 8 0,-1 6 0,0 7-1,-202 6 1,274 15-587,1 4 0,0 3-1,-108 30 1,126-21-1871,0 3 1,-79 38-1,12 8-6173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5404,'47'-24'713,"-23"18"-361,-1 0-456,-6-6-1777,0 0 381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3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45 13633,'-23'-45'12791,"15"64"-9438,3-3-2860,0 0 1,2 0-1,-1 0 1,-1 32-1,-2 10 30,-65 326-523,61-315-1934,-4 78 0,12-81-2375,4-1 0,17 131-1,4-94-8677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4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3 347 11857,'-1'-3'171,"1"0"0,-1-1 0,1 1 0,0 0 0,0 0 0,0-1 0,0 1 0,1 0 0,-1 0 0,1 0 0,0-1 0,0 1 0,0 0 0,1 0 0,-1 0 0,4-5 0,1 1 234,0 1 0,1 0 0,0 0 0,0 0 0,9-5 1,-12 9-292,57-41 2116,82-41-1,-107 66-1675,1 2 0,1 1 0,76-18 0,-67 22-203,2 2 0,-1 2 0,74 0 0,-104 7-279,1 2 1,-1 0 0,0 1-1,0 1 1,22 7 0,-29-6-37,0-1 0,0 1 1,-1 1-1,0 0 0,0 0 0,0 1 1,-1 1-1,1-1 0,7 11 0,-10-11-17,-1 0-1,-1 1 1,0 0-1,0 0 0,0 1 1,-1-1-1,-1 1 1,1 0-1,-1 0 0,-1 0 1,0 0-1,0 0 0,0 1 1,-2-1-1,1 0 1,-1 1-1,0-1 0,-1 1 1,0-1-1,-1 1 1,-4 15-1,-4 8-7,-2-1 0,-1 0 1,-2-1-1,-30 50 0,-14 8-22,-83 98 0,-39 56-666,178-239 678,-3 6-287,0 0 0,0 0 1,1 1-1,-5 14 0,9-24 181,0 1 1,1 0-1,-1 0 0,1-1 0,-1 1 1,1 0-1,0 0 0,0 0 0,0 0 1,0 0-1,0-1 0,0 1 0,1 0 1,-1 0-1,0 0 0,1 0 0,0-1 1,-1 1-1,1 0 0,0-1 0,0 1 1,0 0-1,0-1 0,0 1 0,0-1 1,0 1-1,1-1 0,-1 0 0,1 0 1,-1 1-1,1-1 0,-1 0 0,3 1 1,3-1-446,-1 1 0,1-1-1,-1-1 1,1 1 0,0-1 0,-1 0 0,1-1 0,-1 0 0,1 0 0,0 0 0,-1-1 0,9-3 0,-3 2-911,67-19-7902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31 11053,'0'-30'1764,"-10"45"1744,-4-9-2879,1 3-453,-10-9-2801,-1 0-1547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5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1614 132 7445,'-176'-75'2829,"154"65"-2200,-1 0 0,0 2 0,-1 0 0,0 2 0,0 1 0,-30-3 0,36 7-342,0 0-1,1 2 0,-1 0 0,0 1 0,1 1 1,-1 1-1,1 0 0,0 1 0,-22 10 1,-6 7 114,0 1 1,2 3-1,1 2 1,1 1-1,1 2 1,2 2-1,1 1 1,2 2-1,-45 58 1,30-25 33,3 2 1,3 2 0,3 2 0,-56 144 0,-98 382 710,154-429-826,-32 278 0,65-346-213,4 0 1,12 141 0,-1-180-56,3 0 1,2-1 0,3-1 0,45 118-1,-47-153-65,0 1-1,2-2 0,2 0 0,0-1 0,1-1 0,2-1 0,0 0 1,2-1-1,1-2 0,0 0 0,1-1 0,1-2 0,1 0 1,1-2-1,1-1 0,0-1 0,0-2 0,1 0 0,1-2 1,47 10-1,-11-8-38,-1-4 0,1-2 1,1-2-1,-1-4 0,0-3 0,86-14 1,-43-3-38,-1-4 1,210-77-1,-190 49 64,-3-6 0,-2-5-1,-3-6 1,115-86 0,-136 80-7,-4-4 1,-4-4-1,-3-4 1,134-173-1,-188 213 34,-2-1-1,-2-1 1,-3-2-1,-1-1 1,-3 0 0,-2-2-1,-3-1 1,22-109-1,-34 126-22,-3 0 1,0-1-1,-3 0 0,-1 1 0,-2-1 1,-8-39-1,4 48 18,-1-1 1,-1 1 0,-2 0-1,0 1 1,-3 0-1,0 1 1,-2 1-1,-19-27 1,10 22-22,-1 1 1,-1 2-1,-2 0 1,-1 2-1,-1 1 0,-1 2 1,-1 1-1,-1 1 1,-43-19-1,18 15-98,-1 1 0,-1 4-1,-1 2 1,-126-20 0,68 23-1090,-227-2 1,254 21-1321,-123 20 1,177-15-73,-40 13 0,-24 14-5622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180 270 6469,'-2'1'108,"1"-1"1,-1 0 0,0 0 0,0 0 0,0 0-1,0 0 1,0 0 0,1 0 0,-1 0-1,0-1 1,0 1 0,0-1 0,1 0 0,-1 1-1,0-1 1,1 0 0,-1 0 0,0 0-1,1 0 1,-1 0 0,1 0 0,0-1 0,-1 1-1,1 0 1,0-1 0,0 1 0,0-1 0,0 1-1,0-1 1,-1-2 0,1 3-5,0 0 0,0 0 0,-1 0 0,1 0 0,0 1 0,-1-1 0,1 0 0,-1 1 0,1-1 0,-1 1 0,1-1 1,-1 1-1,1 0 0,-1-1 0,1 1 0,-1 0 0,-2 0 0,-13-2 1220,-22-5 171,35 5-1275,1 0 1,0 1-1,0-1 0,0 0 1,0-1-1,0 1 1,0 0-1,0-1 1,1 0-1,-1 1 0,-3-7 1,5 7-56,0 1-109,0 0-1,0 0 1,1-1 0,-1 1-1,0 0 1,1-1-1,-1 1 1,1-1 0,0 1-1,-1-1 1,1 1 0,0-1-1,0 1 1,0-1 0,0 1-1,0-1 1,0 1 0,1-1-1,-1 1 1,0 0 0,1-3-1,1 0 52,0 0-1,0 0 0,0 0 0,1 0 0,-1 0 1,1 0-1,6-6 0,2-1 90,0 1 0,0 0 0,2 1 1,-1 0-1,1 1 0,0 0 0,24-9 0,-19 9-77,0 2 1,1 0-1,-1 1 1,1 1-1,0 0 1,21 0-1,-32 4-95,-1 0 1,1 0-1,-1 1 0,1 1 0,-1-1 0,1 1 1,-1 0-1,0 0 0,0 1 0,0 0 0,0 1 1,0-1-1,-1 1 0,0 1 0,1-1 0,-2 1 1,1 0-1,8 9 0,-9-7-15,0 0 0,-1 0 0,0 0 0,0 1 0,0 0 0,-1 0 0,0 0-1,-1 0 1,1 0 0,-2 1 0,1-1 0,-1 1 0,0-1 0,-1 1 0,-1 9 0,0 5-7,-1 0 0,-2 0 0,0 0 0,-10 30 0,-8 9-100,-53 110 0,-47 46-212,33-60 173,76-133 96,0 0 0,2 1-1,-13 49 1,23-73 39,0 1-1,1-1 0,-1 0 0,1 0 1,0 0-1,-1 1 0,1-1 0,0 0 1,0 0-1,0 1 0,1-1 0,-1 0 1,0 0-1,1 0 0,0 1 0,-1-1 0,1 0 1,0 0-1,0 0 0,0 0 0,1 0 1,-1 0-1,0-1 0,1 1 0,-1 0 1,1-1-1,-1 1 0,1-1 0,0 1 1,0-1-1,0 0 0,-1 0 0,1 1 1,0-1-1,1-1 0,1 2 0,4 0-35,1 0 0,0-1 0,0 1 0,-1-2 0,1 1-1,0-2 1,12 0 0,8-3-318,0-2-1,0 0 1,-1-2 0,48-21-1,102-58-3825,-94 40-558,3-5-2792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50 121 4328,'-25'-15'1015,"20"12"5036,4 9-5768,0 0-1,0 0 0,-1 0 0,0 0 0,0 0 1,-5 10-1,4-10-174,19 1 299,-4-4-333,1 0-1,-1-1 0,1-1 1,0 1-1,0-2 1,16-1-1,2 1-10,203-9 228,-171 4-231,923-71-835,-338 13-5066,-418 39 628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2:29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37 8289,'-44'12'4384,"51"-33"-7376,-4 3 128,17 9-969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0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396 195 9321,'-7'0'964,"0"0"1,0 0-1,0-1 0,0 1 1,0-1-1,0-1 0,-9-3 1,-13-1 1114,25 5-1819,1 0-1,-1-1 0,0 0 1,0 1-1,1-1 1,-1-1-1,1 1 0,-1 0 1,1-1-1,-5-4 1,2 1 329,-35-27 2836,41 33-3386,0-1 0,-1 1 0,1-1 0,0 0 0,-1 1 0,1-1 0,0 1-1,0-1 1,0 0 0,0 1 0,0-1 0,0 1 0,-1-1 0,1 0 0,1 1 0,-1-1 0,0 0 0,0 1 0,0-1-1,0 0 1,0 1 0,0-1 0,1 1 0,-1-1 0,0 0 0,1 0 0,7-14 341,-3 9-300,0 1 0,0 0 0,1 0 1,-1 0-1,1 0 0,0 1 0,1 0 0,-1 0 1,1 1-1,-1 0 0,1 0 0,0 0 0,12-2 1,10-2 29,58-5 0,-87 12-108,23-2 41,-1 1-1,1 0 1,-1 2 0,1 1 0,-1 0 0,33 9 0,-47-9-38,-1 0 0,1 1 0,0 0 0,-1 0 0,1 1 0,-1 0 0,0 0 1,0 1-1,-1 0 0,1 0 0,-1 0 0,0 1 0,-1 0 0,1 0 0,-1 1 0,0-1 1,-1 1-1,0 0 0,0 0 0,6 15 0,-6-8 4,-1 0-1,-1 0 1,0 0-1,0 1 1,-2-1-1,0 0 1,0 1 0,-1-1-1,-1 0 1,0 0-1,-1 0 1,-1 0 0,-5 13-1,-11 24 1,-2-2-1,-31 53 1,29-57 2,-100 157-37,12-24 78,111-176-52,0 0-1,0-1 0,1 1 1,-1 0-1,0 0 1,0-1-1,1 1 0,-1 0 1,1 0-1,0 0 0,0 0 1,-1 0-1,1 0 1,0 0-1,0 0 0,1 2 1,0-3 1,-1 1 0,1-1 0,-1 0 0,1 0 1,0 0-1,-1 0 0,1 0 0,0 0 0,0 0 1,0 0-1,0-1 0,0 1 0,0 0 0,0 0 1,0-1-1,0 1 0,0-1 0,2 2 0,5 0 6,0-1 0,-1 1 0,1-1 0,0 0 0,15-1 0,-18 0-9,49-3 21,55-9-1,-56 5-8,53 0 0,-74 8-32,0 0 0,41 9-1,-68-10 26,-1 2-1,0-1 1,1 0-1,-1 1 0,0 0 1,0 0-1,0 0 0,-1 0 1,1 1-1,6 5 1,-8-6-3,-1-1 1,1 1 0,-1 0 0,1 0 0,-1 0 0,0-1 0,0 1-1,0 1 1,0-1 0,0 0 0,-1 0 0,1 0 0,0 0-1,-1 1 1,0-1 0,1 0 0,-1 0 0,0 1 0,0-1-1,-1 4 1,-3 7 7,0-1-1,0 0 0,-1 0 0,-1 0 1,0 0-1,0-1 0,-1 0 0,-1-1 0,0 0 1,0 0-1,-1 0 0,-17 13 0,-16 12 41,-75 49 0,112-81-48,-442 258-324,439-257 294,-143 88-1839,52-30-4947,85-52 182,1 1-4334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376 262 9345,'-35'5'1430,"1"2"-1,1 1 1,-40 15 0,-124 41 6181,193-63-6418,113 9 1883,24-17-2054,182-32 0,-165 17-642,374-58 588,-155 23-491,-108 18-110,577-82 766,-791 115-1052,1 1-1,0 2 1,0 3 0,48 5-1,-94-5-79,0 0 0,0 0 0,0 0 0,-1 1 0,1-1 0,0 0 0,0 1 0,-1-1 1,1 1-1,0 0 0,-1 0 0,1 0 0,-1-1 0,1 1 0,-1 1 0,1-1 0,-1 0 0,0 0 0,1 0 0,0 3 0,-1-3-1,-1 0 1,0 1 0,0-1 0,0 0-1,0 0 1,0 1 0,0-1 0,0 0-1,0 0 1,0 0 0,-1 1-1,1-1 1,-1 0 0,1 0 0,-1 0-1,1 0 1,-1 0 0,1 0 0,-1 0-1,0 0 1,-1 2 0,-4 3 1,0 1-1,0-1 1,-1-1 0,0 1 0,0-1 0,-12 6 0,-108 44-3864,125-55 3515,0 0 0,0 0 0,1 0 0,-1 0 0,0 0 0,0 0 1,1-1-1,-1 1 0,0-1 0,1 1 0,-1-1 0,1 0 0,-1 1 0,1-1 1,-3-2-1,5-14-20024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3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295 509 9073,'1'-2'174,"-1"-1"1,0 0-1,0 1 0,0-1 1,0 1-1,0-1 0,0 1 1,-1-1-1,1 0 0,-1 1 1,0 0-1,0-1 1,0 1-1,0-1 0,0 1 1,0 0-1,-1 0 0,1 0 1,-1 0-1,-2-3 0,-16-30 2397,17 27-2178,0-1 0,1 1 0,1-1 0,0 1 0,0-1 0,0 0 0,1 1 0,0-1 0,1 1 0,0-1 0,3-12-1,3-4 347,1 0 0,17-35 0,-20 51-512,0 0 1,1 0 0,0 0-1,0 1 1,1 0-1,0 0 1,1 0 0,8-6-1,11-7 685,34-21 1,-49 35-733,1 0 1,0 1 0,0 0-1,0 1 1,1 1-1,0 0 1,0 0 0,0 1-1,17 0 1,-25 2-148,0 0 1,0 1 0,0 0-1,0 1 1,0-1 0,0 1-1,0 0 1,0 1-1,0-1 1,0 1 0,-1 0-1,1 1 1,-1-1-1,1 1 1,-1 0 0,0 0-1,0 1 1,-1 0 0,1-1-1,-1 2 1,1-1-1,-1 0 1,6 9 0,-10-11-31,1 0 1,0-1-1,0 1 1,-1 0-1,1-1 1,-1 1-1,1 0 1,-1 0-1,0-1 1,0 1-1,1 0 1,-1 0-1,-1 3 1,-2 19 40,-1 0-1,-1 0 1,-2 0-1,0-1 1,-1 0 0,-22 42-1,-123 213 60,147-268-110,-1 3 4,0-1 0,1 1-1,-5 16 1,10-27 5,0 0-1,1-1 1,-1 1 0,1-1 0,-1 1-1,1 0 1,-1 0 0,1-1-1,0 1 1,0 0 0,0 0-1,0-1 1,0 1 0,1 0 0,-1-1-1,0 1 1,1 0 0,-1-1-1,1 1 1,0 0 0,-1-1 0,1 1-1,0-1 1,0 1 0,0-1-1,0 0 1,0 1 0,0-1 0,1 0-1,-1 0 1,0 1 0,1-1-1,2 1 1,7 2 0,1-1-1,0 0 1,0-1-1,1 0 1,-1-1 0,0 0-1,0-1 1,1-1 0,17-2-1,26 0 10,-30 3-9,11 0-10,67 7-1,-93-5 10,0 0 0,0 0 0,0 2 0,0-1 1,-1 1-1,0 1 0,0-1 0,0 2 0,0 0 0,13 10 1,-19-13-7,-1 1 0,0-1 1,0 0-1,0 1 0,0-1 1,0 1-1,-1 0 0,0 0 1,0 0-1,0 0 0,0 1 0,-1-1 1,0 0-1,2 7 0,-2-3 6,-1-1-1,1 1 1,-2 0-1,1-1 1,-1 1-1,0 0 1,-4 14-1,-1-4 4,-1 0 1,-1 0-1,0-1 1,-2 1-1,-21 29 1,12-23-23,-1-2 1,-1 0 0,-1-1 0,0-1-1,-2-2 1,-34 22 0,-165 80-500,122-69-119,-103 44-1881,164-80 29,-61 15-1,58-25-976,15-6-2011,4-7-3034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3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23 10569,'1'-1'316,"0"-1"0,0 1 0,0-1 1,0 0-1,0 0 0,-1 1 0,1-1 0,-1 0 0,1 0 0,-1 0 0,0-2 1,-5 4 2104,-8 11 972,14-9-3130,0 0 0,-1 0 0,1 0 1,-1 0-1,1 0 0,-1 0 1,0 0-1,0 0 0,0 0 0,0 0 1,0 4-1,-1 1 319,11 265 5145,-13 225-2696,0-432-2940,-70 667-91,2-66 0,70-641-1,-10 503-346,15-453 146,3 0 0,3 0 0,3 0 0,46 141 0,-43-178-959,2-1 0,1 0-1,1-1 1,33 42 0,-46-69 387,0 0 1,0-1-1,1 0 1,0 0-1,0 0 1,15 10-1,14-1-7215,-14-13-1245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4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747 5 7001,'1'0'73,"-1"-1"-1,1 1 1,0-1 0,0 1 0,-1-1 0,1 1 0,0 0 0,0-1 0,0 1-1,0 0 1,0 0 0,0 0 0,-1-1 0,1 1 0,0 0 0,0 0 0,0 0-1,0 0 1,0 1 0,0-1 0,0 0 0,0 0 0,-1 0 0,1 1 0,0-1-1,0 0 1,0 1 0,0-1 0,-1 1 0,1-1 0,0 1 0,2 2 2798,14-3-1241,-15-1-1510,-1 1-1,1 0 1,-1 0-1,0 0 1,1-1-1,-1 2 1,1-1-1,-1 0 1,0 0-1,1 0 1,-1 1-1,0-1 1,1 0-1,-1 1 1,0-1 0,1 1-1,-1 0 1,0-1-1,0 1 1,0 0-1,1 0 1,-1 0-1,0 0 1,0 0-1,-1 0 1,1 0-1,0 0 1,0 0-1,0 1 1,-1-1 0,1 0-1,0 0 1,-1 1-1,1 1 1,3 5 140,0 0 0,-1 0 1,0 1-1,-1 0 1,0-1-1,0 1 0,-1 0 1,0 0-1,0 0 1,-1 0-1,-1 11 0,-2 12 568,-16 58 0,11-52-129,-11 48 384,-61 335 2048,45-154-2144,-105 885 548,74-608-1218,-2 7-13,26-1-221,38-460-111,-10 186 4,7-196-217,-26 111 0,26-163 75,-1 0-1,-1-1 0,-2 0 0,-1-1 0,0 0 0,-2-1 0,-19 27 0,3-6-384,26-38 249,0 1 1,-1-1-1,0 0 0,-1-1 1,0 1-1,0-1 0,0 0 1,-1-1-1,0 1 0,-1-1 1,-13 8-1,20-13 207,0-1 0,-1 0 0,1 1 1,0-1-1,-1 0 0,1 0 0,0 0 0,-1 0 0,1 0 0,0 0 1,0-1-1,-1 1 0,1 0 0,0-1 0,0 1 0,-1-1 0,1 1 1,0-1-1,0 1 0,0-1 0,0 0 0,0 0 0,0 0 0,0 1 1,0-1-1,0 0 0,0 0 0,0 0 0,0 0 0,0-2 1,-24-41-3176,17 26 556,1 1 1,-8-31-1,9 0-4848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5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625 235 5424,'4'-5'359,"-1"0"-1,0-1 1,1 1-1,-2-1 0,1 0 1,-1 0-1,0 0 1,0 0-1,0 0 0,-1 0 1,0 0-1,0-12 1,2 7 329,0-1 0,0 1 1,1 0-1,0 0 0,1 1 1,0-1-1,11-15 0,7-16 2028,-22 39-1337,-1 6-673,3 20-15,-1 1 0,-1 0 0,-1 0 0,-7 46 0,6-61-543,-30 303 2805,22-216-2326,-41 337 1292,10-191-1259,-113 620 684,-104 329-1475,136-495-243,63 7-606,80-311-2050,-7-218-50,-12-142 1312,9 42 1,6-11-3455,-16-58 487,4 5-2691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6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203 905 5677,'-2'-3'148,"-1"1"1,0-1 0,1 1-1,-1 0 1,0 0 0,0 0 0,0 0-1,-6-2 1,6 4 7,1 0 0,0 0 1,-1 0-1,1 0 0,0 0 0,-1 0 0,1 1 0,0-1 0,-1 1 1,1 0-1,0 0 0,0 0 0,0 0 0,0 0 0,-3 2 1,-30 14 2293,28-15-1980,-1 1-1,1 0 1,-1 1 0,1 0-1,1 0 1,-1 0 0,0 1-1,1 0 1,0 0 0,0 1-1,1 0 1,-10 13 0,14-18-411,1 1-1,-1 0 1,1 0 0,0 0 0,-1 0 0,1 0 0,0-1 0,0 1 0,0 0 0,0 0 0,1 0 0,-1 0 0,0 0 0,1-1-1,-1 1 1,1 0 0,0 0 0,0-1 0,0 1 0,0 0 0,0-1 0,0 1 0,0-1 0,0 1 0,0-1 0,1 0-1,-1 1 1,1-1 0,-1 0 0,1 0 0,-1 0 0,3 1 0,3 3 40,0-1-1,0 0 1,0-1-1,1 1 1,-1-2-1,17 5 1,24 1 135,1-3 0,0-1 0,73-5-1,155-25 118,1048-188 234,-1139 180-531,2882-559 211,-2871 554-260,88-22-211,190-34-2723,-371 81 219,-42 11-2596,-31 3-3458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6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15 242 6345,'-2'-2'1897,"1"-1"-1635,0 2-93,-1 0-1,1-1 1,0 1 0,0 0-1,1-1 1,-1 1 0,0-1-1,0 0 1,1 1 0,-1-1-1,1 0 1,-1 1 0,1-1-1,0 0 1,0 1 0,0-1-1,0 0 1,0 1 0,0-1-1,0 0 1,0 0 0,1 1-1,-1-1 1,1 0 0,-1 1-1,1-1 1,0 1 0,-1-1-1,1 1 1,1-3 0,4-7 141,-1 0 0,2 0 1,-1 1-1,1 0 1,1 0-1,0 0 1,0 1-1,1 0 0,0 1 1,1 0-1,0 0 1,0 1-1,1 1 1,-1-1-1,1 2 0,1-1 1,15-4-1,-7 3-172,1 1-1,1 1 0,-1 1 0,1 1 1,0 1-1,-1 0 0,1 2 1,0 1-1,25 3 0,-36-2-109,0 0 0,0 0 0,0 2-1,-1-1 1,1 1 0,-1 0 0,0 1 0,0 1-1,-1-1 1,1 2 0,-1-1 0,-1 1 0,1 0-1,-1 1 1,0 0 0,-1 0 0,0 1 0,0 0 0,-1 0-1,0 1 1,-1 0 0,0 0 0,0 0 0,4 15-1,-2 1 2,0 1 0,-2 0 1,-1 0-1,-1 0 0,-2 0 0,0 0 0,-2 1 0,-8 51 0,-7-5 8,-3-2-1,-4 0 1,-39 87-1,-8 23-54,63-162 32,1 0 1,1 0-1,0 1 1,2-1-1,-1 24 1,3-40-10,1 1 0,0 0 0,0 0 1,0 0-1,1 0 0,0 0 0,0 0 1,0 0-1,1-1 0,-1 1 0,1-1 1,0 1-1,0-1 0,1 1 0,0-1 1,-1 0-1,1 0 0,0 0 0,1-1 0,-1 1 1,1-1-1,0 0 0,0 0 0,0 0 1,0 0-1,0-1 0,6 3 0,9 2-18,0-2 0,0 0 0,1-1 0,0-1 0,-1-1 0,1-1 0,0 0 0,0-2 0,33-5 0,18-6-625,89-28-1,-131 33 341,252-80-3522,-95 21-1634,-13 3-2594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7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 12469,'-2'1'2016,"-2"2"-1552,1 1-1,-1-1 0,1 0 0,0 1 1,0-1-1,0 1 0,1 0 0,-1 0 1,1 0-1,0 0 0,0 1 1,1-1-1,-1 0 0,1 1 0,-1 4 1,-2 13 445,1 0 0,0 22 0,1-15 78,-9 70 933,-30 118 0,-41 92-2643,-6 0-6872,68-211 719,8-4-4398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2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15 8233,'17'-14'2670,"-31"31"4409,-7-3-4347,7-2-2141,2-1 1,-1 2-1,2 0 1,0 0-1,0 1 1,1 0-1,1 1 0,-10 22 1,-5 16 230,-19 67 0,30-80-567,-24 87-1453,-21 136-1,17-62-3673,10-62-1838,4 1-4263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3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37 7869,'0'1'173,"1"0"0,-1 0 0,0 0 0,1 0 0,-1 0 0,0 0 0,0 0 1,0 0-1,0 0 0,0 0 0,0 0 0,0 0 0,0 0 0,0 0 0,-1 0 0,1 1 0,0-1 0,-1 0 1,1 0-1,-1 1 0,0 4 5109,19-6-3275,68-4-991,102-10-3127,-27-13-5181,-63 6-130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09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5104,'11'-38'1505,"-9"31"1327,-1 3-1523,11-62 3817,-11 63-3318,-2 0-1000,-5-19 572,5 17 3467,-2 25-4424,1-1 0,1 1 0,0 0 0,4 29 0,17 90 933,-8-62-733,20 266 904,10 64-5130,-14-287-174,-5-41-1808,-14-52 2404,11 37-8029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1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112 376 5629,'23'-10'1522,"-24"9"-1417,1 0-1,0 1 0,0-1 0,-1 1 1,1-1-1,0 1 0,-1-1 0,1 1 1,0-1-1,-1 1 0,1-1 0,-1 1 0,1 0 1,-1-1-1,1 1 0,-1 0 0,1-1 1,-1 1-1,1 0 0,-1 0 0,1-1 1,-1 1-1,0 0 0,1 0 0,-1 0 1,1 0-1,-2 0 0,-15-10 2115,15 1-1515,-1 0-1,1 1 1,0-1 0,1 0-1,-1-14 1,1 8-16,0 0-1,-1 0 1,-1 0 0,0 0-1,-9-24 1,11 36-304,-3-30 528,4 29-664,-3-17 382,0-2-307,2 13 77,-1 1-1,0 0 1,0 0-1,0 0 1,-5-10 0,6 17 71,0 2-407,0 0 0,0-1 0,0 1 1,0 0-1,0 0 0,0-1 0,0 1 0,0-1 0,1 1 0,-1-1 1,0 1-1,0-1 0,0 1 0,1-1 0,-1 0 0,0 1 0,0-2 0,-7-3 1517,-1 21-710,6-2-583,1-1 0,0 1 0,1 0 0,1 0 1,0 0-1,3 24 0,0 18 360,6 480-155,-7-485-2475,3 0 0,24 99 0,43 96-9000,-67-229 10302,15 46-11495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10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34 6773,'0'0'6709,"0"-3"-5320,-3-27 4280,-1 30-5148,-35 3 514,38-3-980,0 0 0,0 1 1,0-1-1,0 1 0,0-1 0,0 1 1,0-1-1,1 1 0,-1 0 0,0-1 0,0 1 1,1 0-1,-1 0 0,0-1 0,1 1 1,-1 0-1,0 0 0,1 0 0,0 0 0,-2 2 1,0 1 150,-18 27 361,2 0 0,1 1 0,1 0 0,2 2 0,1 0 0,2 0 0,-9 48 0,4 4 214,-7 166-1,21-213-693,2-1-1,2 0 1,1 1-1,2-1 0,2 0 1,2-1-1,16 47 0,-18-64-65,2-1 1,0 0-1,1-1 0,1 0 0,0 0 0,1-1 0,2-1 0,-1 0 0,2-1 0,0 0 0,1-1 0,0-1 0,1-1 0,32 19 0,-31-23-13,1 0 0,0-1 0,1-1 0,0 0 0,0-2 1,0 0-1,0-2 0,0 0 0,1-1 0,-1-1 0,0-1 0,1-1 0,-1 0 0,0-2 0,0 0 0,22-9 0,-17 5-6,0-1 0,0-2 0,-1-1 0,0-1 0,-1 0 0,-1-2 0,0-1 0,-1 0 0,0-2 0,-2 0 0,32-40 0,-35 36 1,-2-1-1,-1 0 0,0-1 1,-2-1-1,-1 0 0,-1 0 1,-1-1-1,-1 0 0,-2 0 1,0-1-1,-2 0 0,0-49 0,-3 44-6,-2-1-1,-2 1 0,-1 0 0,-1 0 0,-1 1 0,-2-1 0,-2 2 0,0-1 0,-2 2 0,-23-39 0,20 43-177,0 1-1,-2 0 1,-1 2-1,-1 0 1,-1 1-1,-1 1 1,-1 1-1,0 2 1,-41-25-1,34 26-441,-1 1 0,0 2-1,-1 1 1,0 2 0,-1 1-1,0 1 1,0 2 0,-37-2-1,22 5-2607,0 2-1,-86 9 0,25 13-7344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32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33 164 8361,'0'-1'117,"0"0"0,1 0 0,-1 0 0,0 0 0,0 0 0,0 0 0,0 0 0,-1 0 0,1 0 0,0 0 0,0 0 0,-1 0 1,1 0-1,0 0 0,-1 0 0,1 0 0,-1 0 0,1 0 0,-1 1 0,0-1 0,1 0 0,-1 0 0,0 1 0,0-1 0,1 0 0,-1 1 0,-1-2 0,5-11 2740,-3 12-2662,1 0 0,-1-1 0,1 1 0,-1 0 1,1-1-1,-1 1 0,0 0 0,1-1 0,-1 1 0,0 0 0,0-1 0,0 1 0,0-2 0,-6-11 1244,1-1-1,0 0 0,-4-27 1,6 24 1476,6 34-2532,41 226 2406,24 421-4045,-38-444-3350,4 2-4036,-10-83-2937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33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210 148 5653,'0'-3'326,"0"0"0,0 0 0,-1 0 1,1 0-1,-1 1 0,0-1 1,0 0-1,0 0 0,0 0 1,0 1-1,-1-1 0,1 1 1,-1-1-1,0 1 0,-2-3 1,3 4-198,1 0 0,0 1 1,-1-1-1,1 0 0,0 0 1,0 0-1,0 1 1,-1-1-1,1 0 0,0 0 1,0 0-1,0 1 0,0-1 1,0 0-1,1 0 0,-1 0 1,0 0-1,0 1 1,0-1-1,1 0 0,-1 0 1,0 1-1,2-2 0,-2 0 45,1 1 0,-1 0 0,1 0 0,-1 0 0,1 0 0,-1-1 0,0 1 0,0 0 0,0 0 0,0-1 0,0 1 0,0 0 0,0 0 0,0-1 0,0 0 0,-25-56 3899,24 55-2448,-1 3-1490,1 1 0,-1-1 0,1 1 0,0-1 0,-1 1 0,1-1 0,-1 1 0,1 0 0,0 0 0,-1-1 0,1 1 0,0 0 0,0 0 0,0 0 0,-1 1 0,1-1 0,1 0 0,-3 2 0,-12 25 638,10-7-382,0 0 0,1 0 0,1 0 0,-1 29 0,-2 19 195,-65 520 78,44-191-6782,24-134-2782,8-75-2101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35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400 279 3564,'0'0'1971,"2"-2"-1183,12-18 506,-13 18-286,1 0-512,3-4-593,-4 6 167,-1 0 0,1 0 1,-1-1-1,1 1 0,-1 0 0,1 0 0,-1-1 0,0 1 0,1-1 0,-1 1 1,1 0-1,-1-1 0,0 1 0,1-1 0,-1 1 0,0-1 0,0 1 0,1-1 1,-1 1-1,0-1 0,0 1 0,0-1 0,0 1 0,0-1 0,0 1 0,1-1 1,-1 1-1,0-1 0,-1 0 0,1 1 0,0-1 0,0 1 0,0-1 0,0 1 1,0-1-1,0 1 0,-1-1 0,1 1 0,0-1 0,0 1 0,-1-1 0,1 1 1,0-1-1,-1 1 0,1 0 0,-1-1 0,1 1 0,0-1 0,-1 1 0,-37-26 1945,36 25-1624,1-3-264,0 1-1,0 0 1,-1-1-1,1 1 0,-1 0 1,1 0-1,-5-5 1,3 2 103,1 3 251,0 1-92,-15-23 437,16 22-426,-1 1-32,0-1-312,0 0 1,0 0 0,-1 0 0,1 0 0,-1 0-1,0 1 1,0-1 0,0 1 0,0 0-1,0 0 1,0 0 0,-1 0 0,1 1 0,0-1-1,-1 1 1,0 0 0,1 0 0,-1 0-1,0 1 1,1-1 0,-1 1 0,0 0 0,0 0-1,1 0 1,-1 0 0,0 1 0,0-1-1,1 1 1,-1 0 0,1 0 0,-8 4 0,0 2 56,0 1 1,1 0 0,0 1 0,0 0 0,1 0 0,0 1 0,0 1 0,-12 20-1,2 0 104,1 0 0,-14 38 0,18-34-107,3 0 0,0 1 0,3 0 0,1 1 0,1 0 0,0 46 0,5-32-47,3 1 0,1-1-1,22 100 1,-14-112-37,2-1-1,1 0 1,28 50 0,-29-63-16,2 0 0,0-2-1,2 0 1,36 39 0,-46-55-7,22 23 11,1-2 0,1 0 0,1-3 0,2-1 0,0-1 0,2-2 0,67 30 0,-65-36 19,0-1-1,1-2 1,1-2-1,0-2 1,0-1-1,1-2 1,0-2-1,0-1 1,-1-3-1,1-1 1,0-2-1,-1-2 1,51-13-1,-58 10-14,-1-2 0,0-1 0,0-2 0,-2 0 0,1-3 0,-2 0-1,29-23 1,-37 23 10,0-1 0,-1 0-1,-2-2 1,0 0-1,0-2 1,-2 1-1,-1-2 1,-1 0 0,17-37-1,-20 33-18,-1-2 0,-1 1 0,-1-1 0,-1-1 0,-2 1 0,-1-1 0,-1 0 0,-2-38 0,-4 27-16,-1 1 1,-2-1-1,-2 1 0,-1 0 1,-23-59-1,10 40-1,-3 1 0,-2 1 1,-2 1-1,-38-51 0,51 84 1,-1 0-1,-1 2 1,-1 0-1,-1 2 1,-1 0-1,0 1 1,-1 1-1,-1 1 1,-1 1-1,0 1 1,-40-17-1,47 26-15,0 0 1,-1 1-1,0 1 0,0 1 0,0 1 0,0 0 1,0 1-1,0 1 0,0 0 0,0 2 0,0 0 1,-25 8-1,5 1-477,1 2 1,0 1-1,2 2 1,-58 35-1,-55 54-3482,117-80 998,-27 31 1,-7 18-5498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38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2834 4144,'0'0'9504,"3"-2"-9131,4-4-186,1 0 1,0 1-1,1 0 1,-1 1-1,1 0 0,0 0 1,0 1-1,16-5 1,88-11 914,-66 12-802,277-32 644,-41 6-300,-147 15-513,320-61 294,3-33-35,95-24-174,791-189 94,15 67-192,785-23-4,-1624 222-47,158-16-147,-498 59 78,212-23 46,28-6-67,183-22 132,1264-217 539,-247-11-228,-629 54-115,-714 169-276,182-55-29,-240 77-3,126-18-20,-230 45 58,-29 11-202,-83 11-55,-1 1-255,4-2-428,9-1 538,-5 2-9459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38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0 142 7945,'0'0'4103,"11"10"-2157,-9-9-1834,0 1 1,0-1-1,0 0 1,0 0-1,1 0 1,-1 0-1,1 0 0,-1 0 1,1 0-1,-1-1 1,1 1-1,-1-1 0,1 0 1,4 0-1,50-4 781,-25 1-488,346-32 1046,-228 19-1508,-138 15-12,347-40-2650,-124 1-3559,-129 17-44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44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59 388 5573,'1'-1'111,"-1"0"1,0 0 0,0 0 0,1 0 0,-1 0 0,1 0 0,-1 0-1,1 0 1,-1 0 0,1 0 0,0 0 0,-1 1 0,1-1 0,0 0-1,0 0 1,0 1 0,-1-1 0,1 1 0,0-1 0,0 0 0,0 1-1,0 0 1,0-1 0,0 1 0,0-1 0,2 1 0,-3 0-85,0 0 0,0 0-1,0 0 1,0 0 0,0 0 0,0 0 0,1 0 0,-1 0 0,0 0 0,0 0-1,0 0 1,0-1 0,0 1 0,0 0 0,1 0 0,-1 0 0,0 0 0,0 0-1,0 0 1,0 0 0,0 0 0,0 0 0,0-1 0,0 1 0,0 0 0,1 0-1,-1 0 1,0 0 0,0 0 0,0 0 0,0-1 0,0 1 0,0 0 0,0 0-1,0 0 1,0 0 0,0 0 0,0-1 0,0 1 0,0 0 0,0 0 0,0 0-1,0 0 1,0 0 0,0 0 0,0-1 0,-1 1 0,1 0 0,0 0 0,0 0-1,0 0 1,0 0 0,0 0 0,0-1 0,-3-8 416,2-1 1,-1 1-1,1-1 0,1 0 0,-1 1 1,2-1-1,-1 0 0,1 1 1,1-1-1,0 0 0,0 1 0,1 0 1,0-1-1,1 1 0,0 0 1,7-12-1,0 6-146,1 0 1,0 1-1,1 1 0,1 0 0,0 1 1,0 1-1,1 0 0,1 0 1,0 2-1,0 0 0,34-13 0,-31 15-191,0 1 0,0 0 0,1 2 0,-1 0 0,1 1 0,0 1 0,1 1 0,-1 0 0,0 2 0,37 5 0,-48-4-88,0 0 0,0 1 0,0 0 1,0 0-1,-1 1 0,0 0 0,1 1 0,-1 0 0,-1 0 0,1 1 1,-1-1-1,0 2 0,0-1 0,-1 1 0,0 0 0,0 0 0,-1 1 1,1 0-1,-2 0 0,1 0 0,-1 0 0,0 1 0,4 15 0,-5-10-9,0 1 0,0-1-1,-2 1 1,0 0 0,0 0-1,-2 0 1,0 0 0,0-1-1,-1 1 1,-1 0 0,-1-1-1,0 0 1,0 0 0,-10 19-1,-3 0 29,-1-2 0,-2 0 0,-29 35 0,-79 80-77,124-141 42,-203 195 84,41-42-155,125-119 58,-18 21 5,87-71 16,794-286 59,-680 254-1405,224-37 1,-300 76-3127,-58 4 1769,-25 3-7591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45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10281,'28'-3'1987,"-35"18"2624,-1 21-1824,1 22-270,4-1 0,7 115 0,31 118-382,-16-154-1475,39 267-2448,-9-67-5625,-25-191 573,8-3-4147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46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178 227 10497,'-18'-114'1827,"17"110"-1611,1 0 0,-1 0-1,1 0 1,1 0 0,-1 0 0,0 0 0,2-5 0,8-7 1045,-3 9-662,22-43 3092,-28 48-2672,0 8 340,15 370 4806,-72 246-3445,52-582-2626,-47 321 77,9-70-1374,23-145-56,-30 361-6135,48-472 6464,-1 93-3236,9-44-1492,6-24-1878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47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153 433 8057,'-81'37'1115,"75"-34"-856,1 0-1,-1 1 0,1 0 1,0 0-1,1 1 0,-1-1 1,1 1-1,0 0 0,0 0 1,0 0-1,1 1 0,0-1 1,0 1-1,-4 11 1,3-8 386,5-1 191,1-2-696,1 0 0,0-1 0,1 1-1,0 0 1,0-1 0,0 0 0,0 0 0,1 0 0,0 0 0,0-1 0,0 0 0,0 0 0,1 0 0,-1-1 0,1 0 0,0 0 0,12 4 0,13 4 258,0-2 1,48 9 0,-61-15-279,107 18 469,160 6 0,131-16-124,-322-11-375,501-6 198,332-47-56,-835 46-212,768-69 118,1940-268-39,-1974 221-99,11-1-57,-798 119 55,6-3-10,0 3 0,1 2 0,54 3 0,-95 1 14,0-1 0,1 1 1,-1 0-1,0 0 0,0 0 0,0 1 0,0 0 0,-1 0 0,1 0 0,4 3 0,-7-4-2,0 1-1,-1-1 0,1 1 1,0 0-1,-1-1 0,0 1 1,1 0-1,-1 0 0,0 0 1,0 0-1,0 0 0,0 0 1,-1 0-1,1 0 0,-1 0 1,1 0-1,-1 0 0,1 1 1,-1-1-1,0 0 1,0 0-1,0 0 0,-1 1 1,1-1-1,-1 3 0,-6 24 19,-1-1 0,-21 49 0,-5 16 34,-1 40 17,5 1-1,7 2 1,5 0-1,1 270 1,31 97 73,-6 412-61,-30-659-92,16-218-7,-1 0-1,-3 0 0,-1-1 1,-24 56-1,30-82-4,-1-1-1,0 0 0,0 0 0,-1-1 1,0 1-1,-1-1 0,0-1 0,0 0 1,-1 0-1,0 0 0,0-1 0,-1-1 1,-12 8-1,3-6-51,1 0 0,-1-2 0,0 0 1,0-1-1,-1 0 0,-38 2 0,-274 4-543,-2-26 365,6 0 152,-1871 0 3,3 117 245,886 38-748,1187-124 233,-554 64-5709,564-73 2191,33-4-1760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48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249 373 5609,'3'-4'113,"-2"3"-27,0 0 0,1-1 0,-1 1 0,0-1 0,0 1 0,0-1 0,0 1 0,0-1 0,0 0 0,0 0 0,-1 1 0,1-1 0,-1 0 0,1 0 0,-1 0 0,0 1 0,1-1 0,-1 0 0,0 0 0,0 0 0,0 0 0,-1 0 0,1 0 0,0 1 0,-1-1 0,1 0 0,-1 0 0,0 0 0,1 1 0,-1-1-1,0 0 1,0 1 0,0-1 0,-3-2 0,-3-9 731,0 0-1,1-1 1,1 1-1,0-1 1,-5-23-1,5 18 271,0-1 0,-14-28 0,-37-67 3704,51 114-3644,1 3-996,0 0-1,1 0 1,-1 0 0,1 1 0,0-1 0,0 1-1,0 0 1,0 0 0,0 0 0,0 0-1,1 0 1,0 1 0,-1-1 0,1 1 0,0 0-1,1-1 1,-1 1 0,1 0 0,0 0 0,-1 5-1,-3 11 393,2 1 1,-1 40-1,3-44-226,-6 103 1122,-36 1006 1928,41-722-4582,4 411-6566,-7-428 497,2-263 2594,4 23-4104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48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3148,'0'0'612,"-27"0"-364,4 3-44,-1 3-488,1 0-864,-1 0 336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49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34 164 5328,'21'-37'1620,"-21"36"-1573,1 0 0,-1 1 0,0-1 0,0 1 0,0-1 1,0 1-1,0-1 0,0 0 0,0 1 0,0-1 0,0 1 0,0-1 0,0 0 0,0 1 0,0-1 0,-1 1 1,1-1-1,0 1 0,0-1 0,0 1 0,-1-1 0,1 0 0,0 1 0,-1 0 0,1-1 0,-1 1 0,1-1 1,0 1-1,-1-1 0,1 1 0,-1 0 0,1-1 0,-1 1 0,1 0 0,-1 0 0,0-1 0,1 1 0,-2 0 0,-5-8 2619,7 8-2549,0-1 0,0 0-1,0 1 1,1-1 0,-1 0 0,0 1 0,1-1 0,-1 1 0,0-1 0,1 0 0,-1 1 0,1-1 0,-1 1 0,1-1-1,-1 1 1,1-1 0,-1 1 0,1 0 0,-1-1 0,2 0 0,5-5 2208,-6 0 4567,-4 4-6521,1-1 0,0 1 1,-1-1-1,1 1 0,-1 0 0,0 0 0,0 0 1,0 1-1,0-1 0,0 0 0,0 1 0,-6-2 1,-1-1-479,8 2 1430,35-4-635,12-8-175,-27 8-325,-1 1 1,1 1 0,25-4 0,-21 10-35,-20 0-130,1-1 0,-1 1-1,0 0 1,1 0 0,-1 0 0,0 0 0,0 1 0,0-1 0,1 4 0,5 5 65,-1 1-1,0 0 1,-1 1 0,0 0-1,-1 0 1,-1 0 0,0 0-1,0 1 1,-2-1 0,3 26-1,-7 622 169,-8-344-235,5 109-40,-6 304-526,5-446-1180,-28 430-5408,6-539 3042,0-64-1608,-11 9-4879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0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7977,'-14'-1'700,"0"-1"452,2 2 6099,11 0-7174,0 0 0,1 0 1,-1 0-1,1 1 1,-1-1-1,0 0 1,1 0-1,-1 1 0,1-1 1,-1 0-1,1 1 1,-1-1-1,1 0 0,-1 1 1,1-1-1,-1 1 1,1-1-1,-1 0 1,1 1-1,0-1 0,-1 1 1,1 0-1,0-1 1,-1 1-1,1-1 0,0 1 1,0-1-1,0 1 1,0 0-1,-1-1 1,1 1-1,0-1 0,0 1 1,0 0-1,0 1 1,4 20 1451,6-2-283,22 30 1,-9-13-407,12 13-179,-13-24-622,1-1 1,1-1-1,1-1 1,46 33 0,150 80-4358,-68-55-4752,-76-42-146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0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640 10 14029,'-64'-9'2617,"37"24"-241,-16 3-424,6 0-344,-3 6-304,-4 0-264,1 9-284,-7 6-116,3 4-184,0 2-624,10 9-476,0 3-268,-3 7-632,10-1-812,0-9-448,9 4-2673,18 8-4412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1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9265,'0'0'4297,"-3"0"-2472,-16 1-572,10 0 492,0 0 3370,12 2-4683,24 29-282,1-1 0,2-1 0,0-2 0,46 32 0,-63-51-220,39 29-478,98 53 0,-117-69 361,-30-19 184,0 0 0,1 0 1,0-1-1,-1 1 0,1-1 0,0 0 0,5 2 0,-8-4 0,0 1 0,0-1-1,0 1 1,0-1 0,0 0-1,0 1 1,0-1 0,0 0 0,0 0-1,0 0 1,0 0 0,0 0-1,0 0 1,1 0 0,-1 0 0,0 0-1,0-1 1,0 1 0,0 0-1,0-1 1,0 1 0,0 0 0,0-1-1,0 1 1,0-1 0,0 0-1,0 1 1,-1-1 0,1 0 0,0 0-1,0 1 1,-1-1 0,1 0-1,0 0 1,-1 0 0,1 0 0,-1 0-1,1 0 1,-1 0 0,1 0-1,-1 0 1,1-1 0,-1-7 37,-1 1 0,1-1 0,-1 1-1,-1-1 1,0 1 0,0 0 0,0-1 0,-5-8 0,1-2 1,-7-32 191,10 34-64,-2-1-1,0 1 1,-11-25 0,13 37-133,3 7 32,2 14 97,5 28-80,-6 8-77,-3 0 1,-2 0 0,-11 54-1,-4-17-35,-43 116 0,-11-2-200,47-139 137,-2-1 0,-3-1 0,-3-2 0,-66 90 0,76-116 73,-42 48 56,39-50-96,25-30 41,2-11 29,0 1 0,0-1 1,1 1-1,0-1 1,1 1-1,0-1 1,0 1-1,1 0 0,0 0 1,6-12-1,3-2-34,2 1 0,19-25 0,-3 7 12,195-283-974,-60 86-2063,2 3-5444,-106 150 207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2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171 266 2548,'-16'-4'270,"-1"-1"637,10 3 3556,0-2 3584,1-22-5557,5 18 1797,-2-7-4015,1-1 0,1 0-1,1 0 1,2-29 0,-1 42-214,-1 0 9,9-30 182,-8 30-76,-7-17 440,-11-13 1859,11 22-2408,5 9 685,-1 5-558,-6 8-57,1 1 0,0 0 0,1 0 1,1 1-1,0 0 0,-6 24 0,-11 87 260,15-74-273,1-10-79,2 0 0,1 0 0,3 1 0,1-1 0,2 0-1,1 0 1,15 58 0,-15-85-37,1 1 0,1-1 1,0 0-1,0 0 0,2 0 0,-1-1 0,2 0 0,-1-1 1,2 0-1,12 12 0,-15-16-7,1 0 1,1 0 0,-1-1-1,1-1 1,0 1-1,0-1 1,1-1-1,0 1 1,-1-2 0,2 1-1,-1-2 1,0 1-1,0-1 1,16 1-1,-7-4 2,0 0 0,0-1-1,0-1 1,-1 0 0,1-1-1,-1-2 1,0 0 0,0 0-1,-1-2 1,0 0 0,0-1-1,-1-1 1,0 0 0,-1-2-1,0 1 1,-1-2 0,0 0-1,-1 0 1,17-23 0,-24 27-1,0 1-1,0-1 1,-1 0 0,-1-1 0,1 1-1,-1-1 1,-1 0 0,0 0 0,-1 0-1,1 0 1,-2-1 0,0 1 0,0 0-1,-1-1 1,0 1 0,0-1 0,-2 1-1,1-1 1,-4-11 0,-1 2-63,-1 0 1,0 1-1,-2-1 0,0 2 1,-1 0-1,-1 0 1,-1 0-1,-22-25 0,7 13-764,-58-53 0,71 72 257,0 1 0,0 0 0,-1 1 0,-1 0 1,1 1-1,-31-10 0,38 16-37,0 1 1,1-1-1,-1 2 0,0-1 1,0 1-1,0 0 1,0 1-1,0 0 0,0 0 1,0 0-1,1 1 1,-16 6-1,22-8 428,-4 2-581,0 0 1,0 0-1,1 0 0,-1 0 0,1 1 1,-6 4-1,-16 21-7426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39 112 6165,'-1'-1'44,"1"1"1,-1-1 0,1 1 0,-1-1 0,1 1 0,-1-1 0,1 0-1,0 1 1,-1-1 0,1 1 0,0-1 0,-1 0 0,1 0 0,0 1-1,0-1 1,0 0 0,-1 1 0,1-1 0,0 0 0,0 0 0,0 1 0,0-1-1,1 0 1,-1 0 0,0 1 0,0-2 0,8-4 1639,7 4 4128,-11-16-4378,1 5-753,-4 10 1175,-3 1-1377,-8-9 654,-8-10 3073,8 4-1536,-7 21-1998,17-3-644,-1-1 1,0 1 0,0 0 0,1-1-1,-1 1 1,1 0 0,-1 0 0,1-1-1,-1 1 1,1 0 0,-1 0 0,1 0 0,0-1-1,-1 1 1,1 0 0,0 0 0,0 0-1,-1 0 1,1 0 0,0 0 0,0 0-1,0 0 1,0 0 0,0 0 0,1-1-1,-1 1 1,0 0 0,1 2 0,10 35 403,-6-22-226,5 52 478,-2 0 1,-2 118 0,-13 56-974,1-115-3703,14 186 0,18-117-5911,-10-99-466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4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21 4108,'-30'-9'11898,"32"7"-11281,-1 1-544,0 1 1,0-1 0,0 0-1,0 0 1,0 0-1,0 1 1,0-1-1,0 1 1,0-1-1,1 1 1,-1-1-1,0 1 1,0-1 0,1 1-1,-1 0 1,0 0-1,0 0 1,1 0-1,-1 0 1,2 0-1,-2 2 53,1-1-1,-1 1 0,1-1 0,-1 1 0,0 0 1,0-1-1,0 1 0,0 0 0,0 0 0,0 0 1,0 3-1,3 4 23,8 20 560,7 33 0,-11-34-188,21 49-1,7-4-347,4-1 0,59 81 1,-66-110-1939,46 46 1,-47-57-2943,68 51 1,-54-50-2153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13 10701,'-10'-12'1792,"-11"27"-148,1 0-232,-6-6-243,-21 6-241,10 9-172,-3 3-328,-1 10 52,-5 5-252,2-3-352,-6 6-604,6 0-720,7 7-417,11-7-2603,5 0-3453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6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184 226 8453,'0'0'3589,"-1"3"-3066,-2 31 407,2-26-799,1 0 0,-1 0 0,0 0 0,-1 0 0,0 0 0,-5 13 0,-7 8 260,-20 33-1,33-60 491,20-8-614,-7 0-208,0 0-1,0-1 1,-1 0-1,0-1 1,11-11-1,-10 10-28,-7 5 1,78-65 190,-73 59-203,-1 1 1,-1-1-1,0-1 0,0 1 0,6-14 1,-12 21-24,-1 0 0,0 0 0,0-1 0,0 1 0,-1 0 0,1-1 1,-1 1-1,0-4 0,1 0-51,-2 4 62,0 1 0,1 0 0,-1 0 0,0 0 0,0 0 0,0 0 0,-1 0 0,1 0 0,0 0 0,-1 0 0,1 0 0,-1 1 0,-2-3 0,-21-14-150,22 17 171,1 0-12,-5-2 976,-9-2-4297,13 7 1096,7 6 1173,-2-4 832,0-1 0,-1 1 0,1 0 1,-1 0-1,0 0 0,0 0 0,-1 0 1,1 0-1,-1 5 0,0-6-167,-8 29-373,6-30 753,1 0 0,0 0-1,-1-1 1,1 1 0,-1 0 0,1-1-1,-1 1 1,0-1 0,0 0-1,0 0 1,0 0 0,0 1-1,0-2 1,0 1 0,0 0-1,0 0 1,0-1 0,0 1 0,-3-1-1,-49 2 1517,29-3-373,20 2-953,0-1 0,-1 0 1,1-1-1,0 1 0,0-1 0,0 0 1,-1-1-1,1 1 0,0-1 1,0 0-1,1 0 0,-1 0 0,0-1 1,-6-4-1,8 4-17,-1 0 83,0 0 0,-1 0 0,1-1 1,1 1-1,-1-1 0,0 0 0,1 0 0,0-1 0,0 1 0,-2-6 0,4 9-205,1 0-1,0 0 0,0 0 1,0 0-1,0-1 0,0 1 0,0 0 1,0 0-1,0 0 0,0-1 1,0 1-1,1 0 0,-1 0 1,1 0-1,-1 0 0,1 0 1,0-1-1,1-4 126,0 0-57,0 0 0,0 0 1,0 1-1,1-1 1,0 1-1,0-1 0,0 1 1,1 0-1,0 0 0,0 0 1,0 1-1,0 0 1,8-6-1,-4 4-27,0 1 0,1 0-1,-1 0 1,1 1 0,0 0 0,0 1 0,0 0-1,13-3 1,-12 4-49,1 0 0,0 1-1,-1 0 1,1 1 0,0 0-1,0 0 1,-1 1 0,1 1 0,0-1-1,-1 2 1,0 0 0,1 0-1,-1 1 1,0 0 0,-1 0 0,15 10-1,-19-10-38,0 1 0,0-1 1,-1 1-1,0 0 0,0 0 0,0 0 0,0 1 0,-1 0 0,0-1 0,0 1 0,-1 0 0,1 1 0,-1-1 0,0 0 0,-1 1 0,0-1 0,0 0 0,0 1 1,-1 0-1,0-1 0,0 1 0,-1-1 0,1 1 0,-3 6 0,-2 10 11,-1 0-1,-1-1 1,-1 1-1,-1-2 1,-16 30 0,-12 12 13,-3-1 0,-2-2 0,-88 95 0,82-99-29,-44 67 0,91-122-7,0 0 1,0 0 0,0-1-1,0 1 1,1 0 0,-1 0-1,0 1 1,1-1-1,-1 0 1,1 0 0,-1 0-1,1 0 1,-1 0 0,1 1-1,0-1 1,0 0 0,0 0-1,0 1 1,-1-1-1,2 0 1,-1 0 0,0 1-1,0-1 1,0 0 0,0 0-1,1 0 1,-1 1 0,1-1-1,-1 0 1,1 0-1,-1 0 1,1 0 0,0 0-1,-1 0 1,1 0 0,0 0-1,0 0 1,0 0 0,0 0-1,0-1 1,0 1-1,0 0 1,0-1 0,0 1-1,0 0 1,0-1 0,2 1-1,4 1 4,0 0 0,1 0 0,-1 0 0,0-1-1,1-1 1,9 1 0,4-2-47,1-1 0,-1 0-1,0-2 1,-1 0 0,40-14-1,92-50-1539,-109 47 838,-19 9 22,-1-1 0,0-1 0,-1-1 0,0-1 0,32-32 1,-42 36 255,0-1 0,-1 0 1,0-1-1,-1 0 1,-1-1-1,0 0 1,-1 0-1,-1-1 1,9-28-1,-15 39 380,0 1 1,0-1-1,-1 0 0,0 0 1,0 1-1,0-1 1,0 0-1,-1 1 0,0-1 1,0 0-1,0 1 0,0-1 1,-3-4-1,-2-5 16,-1 1 0,-13-20 0,14 25 33,2 1-8,2 2 168,-1 0 0,1 1 0,-1-1 0,0 1 0,0 0 0,-1-1 0,1 2 1,-1-1-1,0 0 0,0 1 0,0 0 0,-1 0 0,1 0 0,-1 0 0,1 1 0,-9-4 0,7 5 150,0 0 0,0 0 1,0 0-1,0 1 0,0 0 0,0 0 0,0 0 0,0 1 0,0 0 0,1 0 0,-1 0 0,0 1 0,0 0 0,-8 4 0,6-1 55,-1 0-1,1 1 1,0 0-1,1 0 1,0 0-1,0 1 1,0 0-1,-7 11 1,-1 3 135,1 1 0,1 1 1,1 1-1,1-1 1,-14 47-1,18-41-362,0 0 0,2 0 0,1 1 0,-1 39 0,6-12-2562,9 73 0,-8-117 992,0 0 0,1 0 1,1 0-1,5 14 0,5 12-5099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6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11725,'0'3'258,"0"0"0,0 1 0,0-1-1,1 0 1,-1 0 0,1 1 0,0-1 0,0 0 0,0 0 0,0 0-1,3 5 1,24 36 1935,-6-10-1050,-14-20-1007,-1 0 0,2-1 0,0-1 0,0 1 0,1-1 0,1-1 0,0 0 0,0 0 1,1-1-1,1-1 0,0 0 0,0-1 0,17 9 0,-17-12-76,0 1-13,-1-1-1,2 0 0,-1-1 0,0 0 0,1-1 0,27 2 0,-37-5 19,1-1-1,-1 0 1,0-1-1,1 1 1,-1-1-1,0 0 1,0 0-1,0 0 1,0 0-1,5-5 1,8-3 343,5-8 70,-18 13-404,-1 3 51,-1 5-17,1 0-92,0 2 1,0-1-1,-1 0 0,0 0 0,1 1 1,-1 0-1,-1-1 0,1 1 1,-1 0-1,0 0 0,0 0 0,1 9 1,-2 7-2,-3 39 0,1-30 20,-2 9-17,-1-1 0,-2 0 0,-2 0-1,-20 55 1,-74 139 27,-1-49-37,7-16 26,89-152-13,-1 4 29,12-17-12,10-9 10,63-49 184,88-84 0,-103 86-197,-25 22-64,394-359-4545,-319 291-3110,-74 63-500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7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74 7189,'0'0'5174,"1"-3"-3850,0 0-2056,2-3 2492,0 0-1,-1 0 0,0-1 0,0 1 0,1-8 0,-3 13-1702,0 0 1,0 0-1,0 1 0,0-1 0,0 0 0,0 0 0,0 1 1,0-1-1,0 0 0,0 0 0,0 1 0,-1-1 0,1 0 1,0 0-1,0 1 0,-1-1 0,1 0 0,-1 1 0,1-1 1,0 1-1,-1-1 0,1 0 0,-1 1 0,0-1 1,1 1-1,-2-1 0,1 0-17,-2 1 0,1-1 0,0 1 0,0-1 0,0 1 0,0 0 0,0 0 0,0 0 0,0 0 0,0 0 0,-1 0 0,-1 1 0,-33 4-40,33-4 32,2 1 27,-27 24 130,-23 19 383,2 2 0,2 2 0,-62 83 0,89-99-505,1 0 1,2 1-1,1 0 1,2 2-1,1 0 0,2 0 1,2 1-1,1 1 1,-4 43-1,11-65-56,1 0 0,1 0 0,1 1 0,0-1 0,1 0 0,0 0-1,1 0 1,1 0 0,1-1 0,11 27 0,-11-33-5,1 1 0,-1-1 0,1 0 0,1-1 0,0 1 0,0-1 0,0-1 0,1 1 0,0-1 0,1 0 0,0-1 0,0 0 0,0-1 0,0 0 0,1 0 0,0-1 0,11 3 0,0-1 0,1-1 1,-1-1-1,1-1 0,0-2 1,0 0-1,0-1 0,0-1 1,0-1-1,-1-1 0,30-7 1,-20 2-2,0-2 1,-1-1-1,-1-2 1,0 0 0,-1-2-1,41-28 1,-52 30-1,0-1 1,-1 0 0,0-1-1,-2-1 1,1 0 0,-2-1 0,0-1-1,-1 0 1,-1 0 0,-1-1-1,0-1 1,-2 1 0,0-2-1,6-26 1,-10 32-2,-1-1 0,-1 1 0,0-1 0,-1 0 0,-1 0 0,0 0 0,-1 1 0,-1-1 0,-1 0 0,0 1 0,-1-1 0,0 1 0,-1 0 1,-1 0-1,0 1 0,-1 0 0,-1 0 0,0 0 0,-1 1 0,-11-13 0,2 7-391,0 1-1,-1 1 1,0 0 0,-2 2 0,0 0 0,0 1 0,-46-20-1,48 25-98,-1 1-1,0 2 0,0 0 0,0 1 0,0 0 0,-1 2 0,0 1 0,0 0 1,0 2-1,-23 2 0,10 4-6219,14 2-4474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3:59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25 13597,'0'-1'108,"1"1"0,-1 0 0,1-1 0,-1 1 0,0-1 0,1 1 0,-1-1 0,0 1 0,1-1 0,-1 1 0,0-1 0,1 1 0,-1-1 0,0 1 0,0-1 0,0 1 0,0-1 0,1 1 0,-1-1 0,0 0 0,0 1 0,0-1 0,0 1 0,0-1 1,-1 0-1,1 1 0,0-1 0,0 1 0,0-1 0,0 1 0,-1-1 0,1 1 0,0-1 0,0 1 0,-1-1 0,1 1 0,0-1 0,-1 1 0,1-1 0,-1 1 0,1 0 0,-1-1 0,1 1 0,-1-1 0,-1 0 2071,-7 7 1037,8-6-3103,0 1-1,1-1 0,-1 0 0,0 0 0,0 1 1,1-1-1,-1 0 0,0 1 0,1-1 0,-1 1 0,0-1 1,1 1-1,-1-1 0,1 1 0,-1-1 0,1 1 1,-1 0-1,1-1 0,-1 1 0,1 0 0,0-1 0,-1 1 1,1 0-1,0 0 0,0-1 0,-1 1 0,1 1 0,10 121 4138,0-1-2802,-18 143-1462,2-144-1825,1-39-273,0 32-2370,6-38-2365,5 26-7567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0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301 179 7941,'-2'-3'409,"0"0"1,0-1-1,1 1 1,-1-1-1,1 1 1,-1-1-1,1 0 1,0 0-1,1 1 1,-1-1-1,0 0 1,1 0-1,0 0 1,0 0-1,0 0 1,1 0-1,-1 1 1,1-1-1,0 0 1,3-7-1,1-3 635,-4 11-78,6-9 579,-7 12-1474,-1 1 1,0-1 0,1 1 0,-1-1-1,0 1 1,1-1 0,-1 1 0,0-1-1,0 1 1,1-1 0,-1 0 0,0 0-1,0 1 1,1-1 0,-1 0 0,0 0-1,0 0 1,0 0 0,0 0 0,0 0-1,1 0 1,-1 0 0,0 0 0,0 0-1,0 0 1,1-1 0,-1 1 0,0 0 0,0-1-1,0 1 1,1 0 0,-1-1 0,0 1-1,1-1 1,-1 1 0,0-1 0,1 0-1,-1 1 1,1-1 0,-1 0 0,1 1-1,-1-1 1,1 0 0,-1 1 0,1-1-1,0 0 1,-1 0 0,1 0 0,0 1-1,0-1 1,0 0 0,0 0 0,-1 0 0,1 1-1,0-1 1,0 0 0,1 0 0,-1 0-1,0 0 1,0 1 0,0-1 0,0 0-1,1 0 1,-1 0 0,0 1 0,1-1-1,-1 0 1,1 0 0,0 0 0,-19 17 702,1 1 1,1 1 0,1 0 0,-26 39 0,-41 92 911,66-115-1426,0 1 0,3 1-1,-19 74 1,29-95-246,0 0-1,1 1 1,1-1-1,1 0 1,0 1 0,1-1-1,1 1 1,0-1-1,1 0 1,0 0-1,1 0 1,11 23 0,-10-29-64,0 1 1,1-1 0,0 0 0,1-1 0,-1 0 0,2 0 0,-1 0 0,12 8 0,-12-11 10,0 0 0,1 0 0,-1-1 0,1 0 1,-1-1-1,1 0 0,0 0 0,1 0 1,-1-1-1,0-1 0,1 1 0,-1-1 1,1-1-1,13 0 0,-6-1-13,-1 0 1,1-2-1,0 0 1,-1 0-1,1-2 0,22-9 1,-19 6 30,-1-2-1,0 0 1,-1 0 0,0-2-1,-1 0 1,0-1 0,-1 0 0,-1-1-1,0-1 1,-1-1 0,13-18 0,-18 22 16,-1 0 0,-1 0 1,0 0-1,0-1 1,-1 0-1,-1 0 0,0-1 1,-1 1-1,0-1 1,-2 1-1,1-1 0,-1 0 1,-1 0-1,-1 1 1,0-1-1,0 0 0,-5-16 1,-1 8-41,0 0-1,-2 1 1,0-1 0,-1 2 0,-2-1-1,0 1 1,-25-31 0,13 22-520,-1 2 0,-2 1 1,-1 0-1,-31-21 0,45 37-133,0 1-1,-1 0 1,0 2 0,0-1 0,0 2-1,-29-8 1,34 11-698,-1 1 0,1 1 0,-1 0 0,1 0 1,-1 1-1,-19 2 0,6 5-7946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1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11201,'2'-1'273,"-1"1"1,1 0-1,-1-1 0,1 1 0,0-1 0,-1 1 1,1-1-1,-1 0 0,1 0 0,-1 0 1,0 0-1,1 0 0,-1 0 0,0 0 1,0 0-1,0 0 0,0 0 0,0-1 1,0 1-1,0-1 0,0 1 0,0 0 1,0-1-1,-1 1 0,1-1 0,-1 0 1,1 1-1,-1-4 0,-9-13 3464,6 13 2953,6 38-5976,-2 0 1,-4 62-1,0-53-2389,5 59-1,2-62-1362,15 54 0,5-3-5935,-5-26-1338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1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16966,'37'28'2940,"7"-13"-464,-18 9-152,-9 0-432,0 12-407,-7 3-285,7 6-236,-7 7-168,0 2-336,-4 3-564,-2 3-720,-1 1-780,7 2-637,-3-3-819,10 1 364,9 8-3517,-2-9-5564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0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49 9337,'-1'0'366,"0"0"0,-1 0 0,1 0 0,0 0 0,-1 0 1,1 0-1,-1-1 0,1 1 0,0-1 0,0 1 0,-1-1 0,1 1 0,0-1 0,0 0 1,-1 1-1,1-1 0,0 0 0,0 0 0,0 0 0,0 0 0,0 0 0,0 0 0,1 0 1,-1 0-1,0-1 0,0 1 0,0-2 0,-5-14 829,5 15-1385,0-1 1764,-19 3 810,16 0-1990,-2 1-104,0 1 0,-1-1 0,1 1 0,0 0 1,0 0-1,0 1 0,0 0 0,0 0 0,1 0 0,0 1 0,-1-1 1,-7 8-1,-6 8 506,-29 34 0,36-40-537,-16 21-50,2 0-1,1 2 1,2 1-1,1 1 1,-18 44 0,30-58-115,1 0 1,1 0 0,1 1 0,1 0-1,1 0 1,2 1 0,0-1 0,2 1-1,3 50 1,-1-69-95,-1 1 0,1-1 0,1 0 0,-1 0 0,1 1 0,0-1 0,1 0 0,0 0 0,0-1 0,0 1 0,1-1 0,0 1 0,0-1 0,1 0 0,0-1 0,0 1 0,0-1 0,0 0 0,9 6 0,11 7 0,44 24 0,-60-37 0,1 0 0,1-1 0,-1-1 0,1 0 0,-1 0 0,1-1 0,0 0 0,0-1 0,0 0 0,13-1 0,-1-2 0,0-1 0,0-1 0,24-8 0,-18 3 0,-1 0 0,0-2 0,0-1 0,-1-1 0,0-2 0,-2 0 0,0-2 0,0-1 0,-2-1 0,40-40 0,-51 46 0,-1 0 0,0-1 0,-1 0 0,0-1 0,-2 0 0,0 0 0,0-1 0,-1 0 0,-1 0 0,-1-1 0,0 1 0,-1-1 0,-1-1 0,-1 1 0,0 0 0,-1-1 0,-1 1 0,-1 0 0,0-1 0,-5-18 0,2 19-451,0 0 0,-2 0 1,0 0-1,-1 1 0,-1 0 0,0 1 0,-1-1 0,-1 2 1,0-1-1,-1 1 0,0 1 0,-1 0 0,-1 1 0,0 0 1,-1 1-1,-21-14 0,15 13-542,-1 1 1,0 0-1,-1 2 0,0 0 0,0 2 1,-1 0-1,0 2 0,0 0 1,0 2-1,-1 0 0,-43 2 1,-14 10-9215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2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 12885,'-5'4'958,"1"1"-1,-1 0 1,1 1 0,0-1-1,1 1 1,-1 0 0,1-1-1,0 2 1,-3 9-1,-13 63 5334,9-27-4082,-72 236-403,38-175-3751,29-80-39,1 2 1,-12 48 0,13-12-6159,2-1-5604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7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7409,'33'-13'846,"-31"12"-760,-1 1 0,1-1-1,-1 0 1,1 0 0,-1 0-1,1 0 1,-1 0 0,0-1-1,0 1 1,0 0-1,1-1 1,-1 1 0,0 0-1,0-1 1,-1 0 0,1 1-1,1-3 1,2-3 229,3-1 208,0 1 1,1 1 0,17-12 0,3-3 416,-26 19-271,5-3-71,8-4 6072,-39 69-4585,16-41-1634,0 1 0,-9 35 0,-6 58 760,-9 124-1,28-186-1058,3 1-1,2-1 1,2 1-1,19 96 1,-17-127-130,0-1 1,2 1-1,1-1 1,0 0-1,2-1 1,0 0-1,1 0 1,1-1 0,0-1-1,2 0 1,16 16-1,-17-20 28,1-1 1,0-1-1,1 0 0,1-1 0,-1 0 0,2-2 1,-1 0-1,1 0 0,0-2 0,1 0 0,-1-1 1,1-1-1,24 3 0,-18-5 24,-1-1 1,1-2-1,0 0 0,-1-2 1,1 0-1,-1-1 0,0-2 1,0 0-1,0-2 0,-1 0 1,0-1-1,-1-2 0,0 0 1,19-14-1,-15 8 40,-2-1 0,0 0 1,-1-2-1,-1-1 0,-1 0 0,0-2 1,-2 0-1,-1-1 0,-1-1 0,25-50 1,-34 58-89,1 0 0,-2 0 1,-1-1-1,0 1 1,-1-1-1,0 0 0,-2 0 1,0-1-1,-1 1 1,-1 0-1,-1-1 0,-1 1 1,0 0-1,-1 0 1,-1 0-1,-1 0 0,-7-19 1,-5 1-356,-1 0 0,-1 2 0,-2 0 1,-1 1-1,-2 2 0,-1 0 0,-2 1 0,0 2 0,-34-27 1,47 44-279,0-1 1,-1 2 0,-1 0 0,1 1 0,-1 0 0,-1 2 0,0 0-1,0 0 1,-34-7 0,30 11-1401,0 0 1,0 1-1,-1 1 0,-39 3 1,-5 6-7148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8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8805,'0'0'5994,"-2"1"-4312,-3 3-1072,1-1 0,-1 1 1,1 0-1,0 0 0,0 1 0,0-1 1,1 1-1,-1 0 0,1 0 0,-3 7 1,2-4-184,1 1 0,0 0 0,0 0-1,1 0 1,-2 18 0,3 2-23,1 0 0,2 1 0,5 34 0,11 37-322,4-1 0,40 115 1,35 150-5587,-49-115-2855,-14-41-2412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0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30 9853,'-1'0'118,"0"0"0,0 0 0,0 0 0,-1 0 0,1 0 0,0 0 0,0 0 0,0-1 0,0 1 0,0-1 0,0 1 0,0 0 0,0-1 0,0 0 0,0 1 0,0-1 0,0 0 0,0 1 0,0-1 0,0 0 0,1 0 0,-1 0 0,0 0 0,1 1 0,-1-1 0,0 0 0,1 0 0,-1 0 0,1-1 0,-1-1 1,-4-7 6057,1 12-5509,0 0-506,2-2-80,0 1 0,0 0 0,0 0-1,0 0 1,0 0 0,0 0 0,0 0 0,0 1-1,1-1 1,-1 1 0,1-1 0,-3 4 0,2-1 15,0 0 1,1 0 0,0 1-1,0-1 1,0 0 0,0 1-1,1-1 1,0 1 0,0 7-1,0 25 418,10 303 2669,47 86-1854,-48-375-1229,2-1 0,3 0-1,2-1 1,2-1 0,2-1 0,2 0 0,48 74-1,-60-107-80,1 0-1,0-1 0,1 0 0,0 0 1,1-2-1,0 1 0,0-2 0,2 0 1,-1 0-1,1-2 0,1 0 1,-1 0-1,33 9 0,-29-12-8,0-1 1,1-1-1,-1 0 0,1-2 0,-1 0 0,1-2 1,-1 0-1,1-1 0,-1-1 0,1 0 1,-1-2-1,19-7 0,-8 2-4,-1-2 0,-1-1 0,0-1 1,0-2-1,-2-1 0,0 0 0,-1-2 0,0-1 0,-2-1 1,-1-1-1,23-29 0,-29 31-2,-1-1 0,-1-1 0,-1-1-1,-1 0 1,-1 0 0,-2-1 0,0-1 0,-1 1 0,-1-2 0,-1 1 0,-2 0 0,0-1 0,-1-49 0,-3 64-3,0-8 5,-1 0 1,0 1-1,-6-25 0,1 21-61,-2 1-1,0 0 1,-1 1-1,-16-28 0,-128-185-875,139 214 780,-1 1-1,-1 0 1,-1 1 0,0 1 0,-1 0-1,0 2 1,-2 0 0,1 1 0,-28-14-1,22 14-34,-26-15-625,-1 2 1,-1 3-1,-1 2 0,-67-16 1,74 26-2354,0 2-1,-94-5 1,49 15-6299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10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3006 5813,'7'12'706,"-1"0"1,8 21 0,-9-21 93,-4-10-625,1 0 0,-1 1-1,1-1 1,-1 0-1,1 0 1,0-1-1,0 1 1,0 0 0,0 0-1,0-1 1,0 1-1,0-1 1,1 0-1,-1 0 1,1 0-1,2 1 1,49 13 2045,-45-13-1866,28 5 464,-1-3-1,1 0 1,0-3-1,68-5 1,151-32 804,-240 33-1559,783-173 1681,-658 141-1575,1857-463 853,287-69-664,-760 205-276,342-84 216,-461 88-333,-422 70 109,-968 283-86,246-88-69,-201 68-248,-2-2-1,62-40 0,-107 59-19,-1-2 1,18-13-1,-28 20 145,-1 1 0,1-1 1,-1 0-1,1 1 0,-1-1 0,0 0 0,0 0 1,0-1-1,-1 1 0,1 0 0,-1-1 0,0 1 1,0 0-1,2-7 0,-3 8-53,0 1 0,0 0-1,0-1 1,-1 1 0,1-1 0,0 1 0,0-1 0,-1 1-1,1 0 1,-1-1 0,1 1 0,-1 0 0,1 0-1,-1-1 1,0 1 0,0 0 0,0 0 0,0 0 0,0 0-1,0 0 1,0 0 0,-2-2 0,-5-2-2162,0 1 0,0 0 0,-15-5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1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154 941 4008,'-28'-2'894,"23"1"449,1 1-789,-76 0 3222,46 8-2519,31-7-789,9 0-255,34 5-16,1-3 1,0-1-1,59-5 0,128-22 14,1285-257 266,-17-94-649,-881 198-3020,-439 125-15,-7 12-1228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1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41 101 3176,'0'0'4981,"-13"-16"-4361,7 10 4535,5 4-5070,-1 1 0,0 0-1,1-1 1,-1 1 0,1-1 0,-1 1 0,1-1 0,0 0-1,0 0 1,0 0 0,0 1 0,0-1 0,0 0 0,0 0-1,0 0 1,1-1 0,-1 1 0,1 0 0,0 0 0,-1 0-1,1 0 1,0 0 0,0 0 0,1-4 0,-1 3 1122,3-3-1124,-2 4-71,-1 1 0,1-1 0,-1 1 1,1-1-1,0 0 0,0 1 0,0 0 0,0-1 0,0 1 0,0 0 0,2-3 0,15 16 36,-12-9-40,0 1 1,0-1-1,0 1 1,-1 0-1,7 7 0,22 34 79,-31-42-39,-3 1-55,1 0 6,0 0 1,0-1-1,1 1 1,-1 0-1,1-1 1,2 5-1,-1-3-3,-2-2 24,-1 0 90,-2 13-40,1 0 0,0 0 0,2 0 0,0 0 0,4 21 0,21 88 689,-17-85-686,29 94 421,-16-64-316,45 174 135,-51-182-287,18 78-38,-26-98 33,31 139 53,-12-82-19,53 134 0,-62-197 9,1-1 1,1-1-1,2-1 1,1 0-1,2-2 0,1-1 1,32 29-1,-30-34 12,1-2 0,1-1 0,1-1 0,50 24 0,141 49 127,-200-87-187,0 0 1,1-1-1,0-1 1,0-1-1,0-2 1,0 0-1,1-1 1,-1-1-1,1-2 0,-1 0 1,31-7-1,-16 1 3,-15 3-48,0 0 0,-1-1 0,1-1 0,-1-1 0,31-16 0,-37 10-2010,-8-3-3398,-4 8 2453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3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18 420 6269,'-6'-28'1520,"5"23"1350,1 2-1506,-4-16 262,1 0 0,1-1 1,0-30-1,2 38-1341,1 1 1,0 0 0,1 0-1,0 0 1,1 0 0,0 0-1,1 1 1,6-14 0,-2 9-76,1 0 0,1 1 1,0 0-1,0 1 0,24-23 1,-28 30-157,1 1-1,0-1 1,0 1 0,0 1 0,0-1 0,1 1-1,0 0 1,0 1 0,0 0 0,0 0 0,0 1 0,1 0-1,15-1 1,-7 1 11,0 2-1,0 0 1,0 1-1,0 1 1,32 8-1,-41-7-63,1 0 1,-1 0-1,-1 1 0,1 0 0,0 1 1,-1-1-1,0 2 0,0-1 1,-1 1-1,1 0 0,-1 0 0,-1 0 1,9 13-1,-2-1 1,-2 1 1,0 0-1,-1 1 1,0 0-1,-2 1 1,-1 0-1,0 0 0,-2 0 1,0 0-1,-1 1 1,-1 39-1,-4 14-78,-4 0 0,-15 76 0,18-133 47,-83 333-245,49-219 226,35-124 69,-16 76-18,17-78-5,0-1 0,0 1-1,1 0 1,0-1 0,0 1 0,1-1-1,0 1 1,0-1 0,0 1-1,0-1 1,1 1 0,3 7-1,-3-11 5,-1-1 0,0 1 0,1 0 0,-1-1 0,1 0 0,-1 1 0,1-1 0,0 0 0,-1 0 0,1 0 0,0 0 0,0 0 0,0 0 0,0 0 0,0-1 0,0 1 0,0-1 0,0 0 0,0 1 0,0-1 0,0 0 0,0 0 0,0 0 0,0 0 0,0-1 0,0 1-1,3-1 1,6-2-13,0 0 1,0-1-1,18-8 0,-18 7 15,32-16-11,0-2-1,58-41 1,72-67-1238,-126 95 346,62-62-3073,-42 24-2779,-33 29-355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4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52 4936,'-14'15'12090,"18"-14"-11823,29 7 1522,-32-4-1705,0-1 0,-1 1 0,0 0 1,0-1-1,0 1 0,0 0 0,-1 4 1,0-1 47,2 24 127,0-1-1,2 0 0,1 0 0,2 0 0,1 0 0,1-1 0,2 0 0,14 32 0,-6-19-102,-7-14-32,1 0 1,2-1-1,31 48 0,-40-69-113,0 1 0,0-1 0,0-1-1,1 1 1,0-1 0,0 0 0,0 0 0,1-1 0,0 1-1,0-1 1,0-1 0,0 0 0,0 0 0,1 0 0,0-1-1,-1 0 1,1 0 0,0-1 0,0 0 0,8 0-1,-9-2-2,-1 1-1,1-1 0,-1-1 0,1 1 0,-1-1 0,1 0 0,-1 0 0,0-1 1,0 0-1,0 0 0,0-1 0,-1 1 0,1-1 0,-1-1 0,0 1 0,0-1 1,5-6-1,-3 3-12,-2 1 1,1-1-1,-1 0 1,0 0-1,0-1 1,-1 1-1,-1-1 1,1 0-1,-1 0 0,-1-1 1,3-15-1,-3 1 1,-2 0 0,0 1 0,-2-1 0,-1 0 0,0 1-1,-2-1 1,-1 1 0,0 0 0,-2 1 0,-1 0-1,0 0 1,-2 0 0,-1 2 0,-22-33 0,11 20-3,-1 1 0,-32-31 1,53 60-5,0 1-1,-1 0 1,1 0 0,0 0-1,-1 1 1,1-1 0,-1 1 0,0 0-1,1-1 1,-1 2 0,0-1 0,0 0-1,0 1 1,0 0 0,1 0 0,-1 0-1,0 0 1,0 1 0,0-1-1,-5 3 1,-1-1-312,-1 1 1,1 0-1,0 1 0,0 0 1,-12 8-1,9-4-836,1 0 0,0 2 0,0-1 0,-13 16 0,-1 4-3671,5 0-2471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6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68 3340,'0'0'3328,"0"-3"-2827,3-5-429,-3 7 27,1-1 1,-1 1-1,1 0 0,-1-1 0,0 1 1,0 0-1,1-1 0,-1 1 1,0-1-1,0 1 0,0 0 1,-1-1-1,1 1 0,0-1 0,0 1 1,-1 0-1,1-1 0,-1 1 1,1 0-1,-1 0 0,-1-2 1,-18-22 4002,31 40-2455,20 13-851,-25-23-640,0 0 0,0 0 0,0 1-1,9 11 1,8 21 334,-2 0-1,-1 1 1,-2 1-1,18 58 1,-10-28-110,61 170 489,43 109-200,170 314-65,-237-544-541,6-3 0,5-2 1,120 141-1,-137-193-28,2-2 0,3-3-1,3-3 1,101 65 0,-141-104-43,1 0 1,1-2 0,0-1-1,0-2 1,1 0 0,1-2 0,-1-1-1,1-1 1,43 3 0,-49-8-428,0-1 1,0-1 0,0-1 0,-1-1 0,31-8-1,-35 6-659,-1 0 0,1-2 0,-1-1-1,0 0 1,0-1 0,-1 0 0,15-13-1,12-13-6635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6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15 373 6329,'0'-4'300,"0"-1"1,0 0-1,0 1 1,-1-1-1,1 1 0,-1-1 1,0 1-1,-1-1 1,1 1-1,-3-5 1,2 3 119,1 2-234,0 1-1,1-1 0,0 0 1,0 0-1,0 1 1,0-1-1,0 0 0,1 0 1,0 1-1,0-1 1,0 0-1,0 1 0,0-1 1,1 1-1,0 0 1,-1-1-1,4-2 0,3-12 434,1-5-130,-3 7-184,1 1 0,0-1 0,1 1 0,0 1 0,1-1 0,18-20 0,-19 25-121,1 1 0,1 1-1,-1 0 1,2 0 0,-1 1 0,13-7-1,-20 12-151,1 0 0,-1 0 0,1 1 0,-1-1 0,1 1 0,0 0-1,-1 0 1,1 1 0,0-1 0,0 1 0,0-1 0,0 1 0,-1 0 0,1 1-1,0-1 1,0 1 0,0 0 0,-1 0 0,1 0 0,0 0 0,-1 0 0,1 1-1,-1 0 1,1 0 0,3 2 0,0 2 20,-1 0-1,0 1 1,0-1 0,0 1-1,-1 0 1,0 0 0,0 1-1,-1-1 1,7 16 0,-5-7 5,-1 1 1,-1-1 0,0 1-1,2 27 1,-4 2 17,-1 1 0,-12 86-1,-54 200 20,39-213-44,-9 32 21,34-148-65,0 0 0,0 0 0,0 1-1,1-1 1,0 0 0,0 0 0,0 1-1,0-1 1,2 8 0,-2-8 5,1-3-9,-1-1 0,1 1 0,-1-1 0,1 1 0,-1-1 0,1 1 0,0-1 0,-1 1 0,1-1 0,0 0 1,-1 1-1,1-1 0,0 0 0,-1 0 0,1 1 0,0-1 0,0 0 0,-1 0 0,1 0 0,0 0 0,-1 0 0,3 0 0,-2 0 1,1 1-3,1-1 0,-1 0 0,0 0 0,0 0 0,0 0 0,0-1 0,0 1 1,0 0-1,1-1 0,-1 1 0,0-1 0,0 0 0,0 0 0,-1 0 0,4-1 0,27-22 9,-18 13-12,36-28-928,66-67 0,-40 34-1589,-59 55 385,-1 0 0,26-36 0,-6 10-4213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7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6353,'0'-1'253,"0"0"0,0 1 1,1-1-1,-1 0 1,0 0-1,0 0 1,1 1-1,-1-1 0,1 0 1,-1 0-1,1 1 1,-1-1-1,1 0 1,-1 1-1,1-1 0,-1 0 1,1 1-1,0-1 1,-1 1-1,1-1 0,0 1 1,0-1-1,1 1 1,2 19 10718,-2 0-8026,3 2-5814,51 183 1824,-35-61-5314,-14-79 1192,6 10-2767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27 3336,'-4'-12'810,"1"24"3140,2-15-3649,0-6-804,-3-6 3233,3 16-2662,1-1 0,-1 0 1,1 0-1,-1 0 0,1 0 0,-1 0 0,1 0 0,0 1 0,-1-1 0,1 0 1,-1 0-1,1 1 0,0-1 0,-1 0 0,1 1 0,0-1 0,-1 0 1,1 1-1,0-1 0,-1 0 0,1 1 0,0-1 0,0 1 0,0-1 1,-1 0-1,1 1 0,0-1 0,0 1 0,0-1 0,0 1 0,0 0 1,-1 2 19,0 0 1,0-1-1,0 1 1,0 0 0,1 0-1,0 0 1,-1 0 0,1-1-1,0 1 1,0 0 0,1 0-1,-1 0 1,1 4-1,15 39 582,-9-26-312,114 297 2899,387 1085-46,-416-1177-2985,215 376 0,-233-479-255,6-4 0,135 155 0,-167-225-1353,-14-21-3413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8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5641,'0'-3'1404,"0"-3"-1009,0-1 0,1 1-1,-1 0 1,1-1-1,1 1 1,-1 0 0,1-1-1,0 1 1,1 0 0,-1 0-1,1 1 1,0-1 0,8-9-1,-1 0 67,1 0-1,0 1 1,24-22 0,-32 32-397,1 1 1,0 0-1,0 0 0,0 0 1,1 1-1,-1 0 1,1-1-1,-1 1 1,1 1-1,0-1 1,-1 1-1,1 0 1,0 0-1,0 0 0,0 1 1,0 0-1,0 0 1,0 0-1,0 0 1,9 3-1,-7-1-6,1 0-1,-1 1 0,0 0 1,0 1-1,0-1 1,0 1-1,-1 1 0,1-1 1,-1 1-1,0 0 0,-1 1 1,8 8-1,1 4-2,-1 1-1,-1 0 0,-1 0 1,-1 1-1,-1 1 0,0 0 1,-2 0-1,0 1 1,-2-1-1,0 1 0,2 25 1,-3-3-25,-2 0 1,-1 1-1,-3-1 0,-12 76 1,1-31-12,8-42-91,-17 67 0,12-84 123,5-16 4,1 0 0,0 1 0,1 0 0,-2 26 0,7-44-44,0 0 1,-1 1 0,1-1 0,1 0 0,-1 1-1,0-1 1,0 1 0,1 0 0,4-3 0,-2 0 18,163-160-2110,-57 52-4691,-62 66 940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29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43 145 4028,'0'0'6385,"0"-3"-5984,-6-24 492,6 24-449,-3 1-75,-1-2-287,1 2 17,0-1 0,1 1 0,-1-1 0,1 0 0,-1 1 0,1-1 0,0 0 0,0 0 0,0-1 0,0 1 1,-2-7-1,5 8-64,0-1 0,0 1 0,0-1 0,0 1 0,1-1 0,-1 1 0,1 0 0,-1-1 1,1 1-1,3-3 0,-5 5-5,3-3-7,-1 0-1,1 0 0,0 0 0,0 0 1,0 1-1,0 0 0,4-3 0,2-1 23,-8 5-38,0 0 0,0 1 1,0-1-1,0 1 0,0 0 0,0-1 0,0 1 0,0 0 1,0-1-1,0 1 0,0 0 0,0 0 0,0 0 1,0 0-1,0 0 0,0 0 0,0 0 0,0 0 0,2 1 1,2 0 23,-1-2-5,-1 1 0,1 1 0,0-1 0,0 0 0,0 1 0,0 0 0,-1 0 0,1 0 0,0 0 0,-1 1 0,1-1 0,-1 1 0,0 0 0,7 5 0,-5-3 15,0 1-1,0 0 0,0 1 0,0-1 1,-1 1-1,0 0 0,5 10 0,1 5 36,-2 0 0,0 1 0,-2 0-1,6 26 1,-5 0 24,-1 0 0,-3 1 0,-1 0-1,-3-1 1,-2 1 0,-18 93 0,18-120 251,1 0-1,0 36 1,2-48-154,1-9-174,0 0 0,1 0 0,-1 0 0,0 0 1,0 0-1,1 0 0,-1 0 0,1 0 0,-1 0 1,1-1-1,-1 1 0,1-1 0,-1 1 0,1-1 1,-1 1-1,1-1 0,0 0 0,-1 0 0,3 0 1,1-2-54,0 0 1,0-1-1,0 0 0,-1 0 1,1 0-1,5-5 1,7-5-326,10-7-1609,42-39 0,2-1-3213,-10 18-280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04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3816,'39'2'882,"-31"-1"-152,26-7 387,-32 6-583,19-3-208,42-9 2272,-44 42-2525,-17-27-87,1 0-1,0 0 0,0 0 0,0 0 1,0 0-1,0 0 0,1-1 0,-1 0 1,1 1-1,5 1 0,0 1-53,-6-3 13,-1-1 11,7 4 166,-6-3-143,0 0 1,-1-1-1,1 0 0,0 1 0,0-1 0,0 0 0,0-1 0,0 1 0,0 0 0,1-1 0,-1 0 0,0 0 0,0 0 0,4 0 1,-4 0 17,-4 3-176,0 2 232,-1 0 0,0 0 0,0 0 1,0 0-1,0-1 0,-1 1 0,1-1 0,-1 0 0,0 0 0,-1 0 0,1 0 0,-1 0 0,-4 3 1,-12 13 208,19-18-80,-1 0 53,-7 12 106,12-7 36,29-9-182,537-126 199,-433 93-320,134-36-1326,-206 50-231,-28 6-1929,-17 11 365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05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4888,'0'0'2690,"3"-1"-2344,22-12 292,-23 12 225,0-1-611,2-1-354,9-8 557,-7 2-5157,-1-8 2358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14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2724,'24'-12'1280,"-14"-3"-772,3 0 697,-6 0-1041,-1-6-32,-26-12-3161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39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310 328 4848,'5'-1'173,"-1"0"112,0-1 1,-1 1-1,1-1 1,0 0-1,0 0 1,-1 0-1,0 0 1,1 0-1,-1-1 1,0 0-1,0 1 1,0-1-1,0 0 1,-1-1-1,1 1 1,-1 0-1,4-7 1,-3 4 385,0 1 0,0-1 1,0 0-1,-1 0 0,0-1 1,0 1-1,0 0 0,-1-1 1,0 1-1,0-9 0,-1 11-442,-1 0 0,1-1 0,-1 1 0,0 0 0,-1 0 0,1 0-1,-1 0 1,0 0 0,0 0 0,0 0 0,0 1 0,-1-1 0,1 1 0,-1 0-1,0-1 1,0 1 0,-5-3 0,-54-56 4677,60 61-4754,0-1-1,0 1 0,1-1 0,-1 1 0,0 0 1,0 0-1,0 0 0,0 0 0,-4 0 0,-1-2 232,6 2-338,0 1 1,0 0-1,0 0 1,0 1-1,1-1 0,-1 0 1,0 0-1,0 0 1,0 1-1,0-1 1,0 0-1,0 1 1,1-1-1,-1 1 1,0-1-1,0 1 1,1-1-1,-1 1 1,0-1-1,0 2 1,-1 0 85,-6 4 37,1 0-1,-1 1 1,1 0 0,1 1 0,-1 0 0,1 0 0,1 0 0,-7 12-1,-33 78 801,40-87-861,-23 59-44,4 1 0,3 2 0,3 0 0,3 0 0,4 2 0,2 0 1,4 0-1,4 0 0,14 142 0,-7-175-63,2 0 0,2-1 0,2 0 0,1-1 0,2 0 0,31 56 0,-34-74 0,2 0 0,0-1 0,2-1 0,0 0 0,1-2 0,1 1 0,1-2 0,0-1 0,1 0 0,1-1 0,0-1 0,27 12 0,-23-15 0,0-1 0,0-2 0,1 0 0,0-2 0,1-1 0,0-1 0,-1-1 0,1-1 0,0-1 0,0-2 0,0-1 0,0-1 0,0-1 0,-1-1 0,29-10 0,-21 4 0,-1-2 0,-1-1 0,0-2 0,-1 0 0,-1-3 0,0 0 0,-1-2 0,-2-1 0,0-1 0,-1-1 0,25-32 0,-18 16 0,-2-2 0,-1-1 0,39-79 0,-53 87 0,-1 0 0,-2-1 0,-2 0 0,-1-1 0,9-66 0,-17 67 0,0 1 0,-2-1 0,-2 0 0,-1 1 0,-2-1 0,-1 1 0,-2 0 0,-15-40 0,6 30 0,-1 2 0,-2 0 0,-3 1 0,-1 1 0,-49-63 0,52 79-184,-1 0 0,-1 2-1,-1 1 1,-1 1 0,0 1 0,-2 1 0,0 2-1,-1 0 1,-1 2 0,-1 1 0,0 2 0,0 0-1,-1 2 1,-38-7 0,44 13 0,1 0 0,-1 2 0,0 0 0,0 2 0,0 1 0,0 1 0,0 1 0,1 1 1,-1 1-1,1 1 0,0 1 0,1 1 0,0 2 0,0 0 0,1 1 0,0 1 0,1 1 0,0 1 0,-19 18 0,28-21-552,1 0 1,0 0-1,0 1 1,1 1-1,1 0 1,-14 23-1,19-26-500,-1 0 1,1 0-1,1 0 1,0 0-1,0 0 1,-1 19-1,2 25-8307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39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11157,'1'0'114,"0"0"0,0 0 0,1 0 0,-1-1 0,0 1 0,0 0-1,0 0 1,1-1 0,-1 1 0,0-1 0,0 1 0,0-1 0,0 1 0,0-1 0,0 0 0,0 1 0,0-1 0,0 0 0,0 0-1,0 0 1,0 0 0,-1 0 0,2-2 0,-1 1 130,0-1-1,-1 1 1,0-1-1,0 0 1,0 1-1,0-1 0,0 1 1,0-1-1,-1 1 1,1-1-1,-2-4 1,-4-4-564,-5-3 9139,15 17-6457,6 4-1917,34 26-78,-2 2 0,-1 1 1,-2 3-1,-1 1 0,-2 1 1,-3 3-1,33 52 1,-48-67-543,19 31-1730,79 99-1,-69-104 441,-21-22-138,2-1 0,1-2 0,1-1 1,38 27-1,7-5-5848,-36-34 293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39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754 23 9237,'1'-1'165,"-1"0"1,0 1-1,0-1 1,0 0-1,0 1 1,0-1-1,0 0 1,0 0-1,0 1 1,0-1-1,0 0 1,0 0-1,0 1 1,-1-1-1,1 0 1,0 1-1,0-1 1,-1 0-1,1 1 1,-1-1-1,1 0 1,0 1-1,-1-1 1,1 1-1,-1-1 1,1 1-1,-1-1 1,0 1-1,1-1 1,-1 1-1,1 0 1,-1-1-1,0 1 1,1 0-1,-1-1 1,0 1-1,0 0 1,1 0-1,-1 0 1,0 0-1,1 0 1,-1-1-1,0 1 1,0 1-1,1-1 1,-1 0-1,0 0 1,0 0-1,1 0 1,-2 1-1,-2-1-566,-2 0 709,1 1 1,-1-1-1,0 1 1,1 1-1,-1-1 1,1 1 0,-1 0-1,1 0 1,0 1-1,0 0 1,0 0-1,-5 3 1,-7 7 314,2 0 1,-16 17-1,24-23-378,-51 54 658,3 3 0,3 2-1,-57 96 1,65-84-1470,3 2 0,-41 115 0,-31 181-7287,96-288 2280,6-6-3326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40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235 260 9029,'-22'-3'2019,"17"3"-104,2-38 2751,2 32-4401,0 1 1,0-1-1,0 0 0,1 1 0,0-1 1,0 0-1,1 0 0,-1 1 0,1-1 1,1 1-1,-1-1 0,1 1 0,0-1 1,2-5-1,4 1-30,-1 0 0,1 1 0,1 0 0,-1 1 1,2 0-1,-1 0 0,1 1 0,0 0 0,0 0 0,1 1 0,0 1 0,0 0 0,1 1 0,-1 0 1,1 0-1,23-3 0,-9 3-36,-1 0 1,1 2-1,0 2 1,-1 0 0,1 1-1,0 2 1,28 6-1,-38-5-137,1 0 0,-1 1 0,-1 1 0,1 0 0,-1 1 0,0 1 0,0 0 0,23 19 0,-30-20-40,0 0 1,0 1-1,0 0 1,-1 1-1,0 0 1,-1 0-1,0 0 1,-1 1-1,1-1 1,-2 1 0,0 1-1,0-1 1,0 1-1,1 13 1,-2-6-15,-1 1 0,-1 0 0,-1 0 0,-1 0 0,0 0-1,-2 0 1,0-1 0,-1 1 0,-1-1 0,0 0 0,-15 33 0,-7 4-6,-3-1 1,-46 65-1,-55 58-11,-272 283 1,345-397 6,-63 89-1,120-150 6,0-1 0,0 0 0,0 1 0,0-1 0,0 0 0,0 1 0,1-1 0,-1 1 0,1-1 0,-1 1 0,1-1 0,-1 1 0,1 0 0,0-1 0,0 1 0,0-1 0,0 1 0,0 0 0,1 2 0,-1-3-1,1 0 0,0 0 0,-1 1 0,1-1 0,0 0 0,0 0 0,0 0 0,0 0 1,0 0-1,0-1 0,0 1 0,0 0 0,0 0 0,0-1 0,0 1 0,1 0 0,-1-1 0,2 1 0,3 1-2,0-1-1,0 0 1,0 0 0,0 0 0,0-1-1,0 0 1,0 0 0,11-2-1,39-11-468,-1-3-1,59-25 1,105-55-1841,-1-15-2064,-75 30-2522,-16 6-3405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48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297 423 3432,'0'0'2051,"-3"-2"-1143,-3-4-517,-1-1 338,-1 0 0,1 1 0,-2-1 0,1 2 0,-1-1 0,1 1 0,-13-5 0,14 8-370,0-1 0,1 0 0,-1-1 0,1 1 0,0-1 0,0 0 0,1-1 0,-1 0 0,-9-9-1,13 11-244,0 1 0,-1-1-1,1 1 1,-1 0-1,1 0 1,-1 0-1,0 1 1,0-1-1,0 1 1,0-1-1,0 1 1,0 0 0,-5-1-1,3 1 44,3 0-62,0 0 0,0 0 1,0 0-1,0 0 0,0 0 1,0 0-1,0 0 0,0-1 1,0 1-1,1-1 0,-1 0 1,0 1-1,1-1 0,-1 0 1,1 0-1,0 0 0,0 0 1,0 0-1,0 0 0,0 0 1,0 0-1,0-1 0,1 1 1,-1 0-1,1 0 0,-1-5 1,1 2-18,0 0-1,0 1 1,0-1 0,1 0 0,0 0 0,0 0 0,0 1-1,0-1 1,1 0 0,4-8 0,0 4-34,1 0 0,0 0 0,0 1 1,1-1-1,0 2 0,1-1 0,18-11 0,-8 6 13,0 2 0,2 0 0,21-9 0,-8 9-10,1 1-1,63-9 0,-84 17-33,-8 1-10,0 1-1,0 0 0,0 0 0,0 0 0,0 1 1,0 0-1,0 0 0,0 1 0,0 0 1,0 0-1,0 0 0,-1 0 0,1 1 0,-1 0 1,0 1-1,0-1 0,0 1 0,0 0 1,-1 0-1,8 8 0,-11-10-1,0 1-1,0 0 1,0 0-1,0 0 1,0 0 0,-1 0-1,1 0 1,-1 0-1,0 0 1,0 0 0,0 0-1,0 0 1,-2 5-1,-9 38 18,8-36-17,-3 10-2,-2 0 0,0 0 0,-1 0 0,-1-1 0,-1-1 0,-1 1 0,-14 16 0,-105 110-79,99-113 49,-185 171-228,145-134 59,96-65 173,-1-6-70,0-2 1,-1 0-1,0-1 0,0-2 0,25-10 1,13-3-291,491-124-5341,-327 103 3042,-78 16-2555,-103 18 1265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57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152 840 3256,'0'0'2041,"-2"-3"-1174,-4-4 381,-1 0 1,0 1-1,0 0 0,-9-6 1,14 11-115,2 0-1082,0 0-1,0 1 1,-1-1 0,1 0 0,0 1-1,-1-1 1,1 0 0,0 1-1,-1-1 1,1 0 0,-1 1 0,1-1-1,-1 1 1,1-1 0,-1 1-1,0 0 1,1-1 0,-1 1 0,-1-1-1,1 0 38,1 1-1,-1-1 0,0 1 1,0-1-1,0 1 0,0-1 1,1 0-1,-1 1 0,0-1 1,1 0-1,-1 0 0,0 0 1,1 1-1,-1-1 0,1 0 1,0 0-1,-1 0 0,1 0 1,0 0-1,-1 0 0,1-1 1,3-26 289,-3 25 1492,1 0-1832,-1 2-36,1-1 0,-1 0 0,0 1 0,1-1 0,-1 0 0,0 0 0,0 1 0,0-1-1,0 0 1,0 1 0,-1-1 0,1 0 0,0 0 0,-1 1 0,0-1 0,1 1 0,-1-1 0,0 0-1,0 1 1,1-1 0,-1 1 0,0 0 0,-1-1 0,1 1 0,0 0 0,0 0 0,-1-1 0,1 1-1,0 0 1,-1 0 0,1 0 0,-3 0 0,2-1 131,-16-27-113,-1-21 136,19 48-204,-3 1-99,-1-1 118,-13-5 858,30 5 491,19 1-1364,335-56 1056,-266 39-864,138-24 83,228-38 119,-77 7-46,-280 51-284,10-1 7,560-118 78,-633 130-98,427-93 49,-454 101-146,12-3 116,34-2 0,-55 8-296,1 0 1,-1 0-1,0 1 0,1 1 1,-1 0-1,19 6 0,-29-8 189,0 0 0,0 0 0,0 1 0,0-1 0,0 0 0,0 0 0,0 1 0,-1-1 0,1 1 0,0-1 0,0 1 0,0-1 0,0 1-1,-1-1 1,1 1 0,0 0 0,-1-1 0,1 1 0,0 0 0,-1 0 0,1 0 0,-1-1 0,1 1 0,-1 0 0,0 0 0,1 0 0,-1 0 0,0 0 0,0 0 0,1 1-1,-2 0-101,0 0-1,1 0 0,-1 0 1,0 0-1,0 0 0,0-1 1,0 1-1,-1 0 0,1-1 1,0 1-1,-1-1 0,1 0 1,-4 3-1,-9 6-1829,-1 0 0,-24 12 0,38-21 1861,-56 30-6980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5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201 127 9989,'25'-72'1816,"-23"67"-1279,0 0 0,1 0 0,0 0 0,0 0 0,0 1 0,5-7 0,2-1 954,-9 9-98,2 4-14,0 1-1150,0 0-1,0 0 1,0 0-1,0 0 1,-1 1-1,1-1 1,-1 1-1,1-1 1,-1 1-1,0 0 1,0 0-1,0 0 1,-1 0-1,1 1 1,-1-1-1,0 0 1,2 6-1,3 13 619,7 37 0,-9-38-315,4 30 134,-2 1 1,-2 0 0,-3 0-1,-7 76 1,-43 209 507,41-292-1105,-120 567-3242,28-207-7092,88-353 8030,-32 118-9850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4:5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74 516 5280,'-4'-23'1839,"2"0"0,1 0 0,1 0 0,3-23 0,-3 22-526,0 0-1,-7-40 0,1 8 721,7-34 510,0 68-1371,-1 0 0,0 0 1,-5-29-1,4 48 1,2 5-1086,-1 0 0,1 0 0,-1-1 0,1 1 0,-1 0 0,1-1 0,0 1 0,0 0 0,0-1 1,2 3-1,6 11 174,0 8-64,-1 1 0,-2 0 0,0 0 0,-1 0-1,-2 1 1,2 36 0,-10 160 1079,3-183-1232,-32 364-178,-6 61-1567,11 110-7032,25-380 1453,17-12-4655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08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21 101 8817,'-5'-4'671,"-11"-7"2654,19-7 26,10-36 948,-12 53-4208,1 0 0,-1 0 0,1-1 0,-1 1 0,1 0 0,0 0 0,-1 0 1,1 0-1,0 1 0,0-1 0,-1 0 0,1 1 0,0-1 0,0 1 1,0 0-1,0-1 0,0 1 0,2 0 0,-4 0-70,10 0 110,1 1 0,-1-1-1,0 2 1,0-1-1,0 1 1,-1 1-1,1 0 1,10 5 0,73 38 138,-86-42-221,257 169-839,-35-19-4116,-68-62-2705,-77-52 198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08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644 1 10737,'-30'6'1860,"-11"15"-268,11 0 4,4 3-291,-5 0-237,1 7-252,-10 11-184,-3 3-152,-4 9-208,3 6-528,-10 16-616,-2 8-748,-5 7-501,4 11-2383,4-5-3497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09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8701,'77'-14'1468,"0"4"0,1 2 1,78 4-1,-80 10-778,1 2 0,-1 4 0,134 40 0,-168-38-565,0 1-1,-2 2 0,0 2 0,-1 1 1,-1 3-1,-1 0 0,-2 3 0,40 35 0,-63-49-94,0 1 0,0 0 0,-1 1 0,-1 0 0,0 1 0,-1 0 0,0 0 0,9 27 0,-13-29-12,-2-1-1,1 1 1,-2 0-1,1 0 1,-2 1-1,0-1 1,-1 0-1,0 0 1,-1 1-1,0-1 1,-1 0-1,-4 13 1,-3 3 0,-1-1-1,-1 0 1,-2-1 0,-1 0 0,-1-1 0,-25 34-1,-123 135 73,137-166-66,-20 20 7,11-11-3,-33 45 0,65-79-14,0 0 0,1 1 1,-1-1-1,1 1 0,0 0 0,1 0 0,-2 5 0,2-9-9,1 1-1,0-1 0,0 1 1,-1-1-1,1 1 0,0-1 0,0 0 1,0 1-1,0-1 0,1 1 1,-1-1-1,0 0 0,1 1 0,-1-1 1,1 1-1,-1-1 0,1 0 1,0 0-1,-1 1 0,1-1 1,0 0-1,0 0 0,0 0 0,0 0 1,0 0-1,0 0 0,0 0 1,0 0-1,3 1 0,5 1-11,1 0 0,0-1 1,1 0-1,-1-1 0,0 0 0,14 0 0,-4 0-42,10 0-291,0-2-1,1 0 0,43-9 0,87-27-2011,-94 20 1422,8-2-1352,-1-4 0,72-33 0,-46 12-2663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0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8273,'0'0'3152,"6"21"-1496,-2 3 92,-8 3-179,4 27-213,-3-5-228,0 8-288,-1 9-160,1 13-132,3 14-128,0 6-580,0 1-1076,-7 12-1212,7 2-2749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10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61 163 10617,'-28'0'1705,"23"0"-33,2 1-123,-21 3 1520,55-7-667,31-2-1667,1027-67 2858,-125 11-3704,-323 35-8076,-557 25 2781,-14 1-3248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10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0 10605,'0'0'9944,"2"4"-8236,6 20-1025,0 0 0,-2 1 1,0 0-1,-2 0 0,-1 0 1,-1 1-1,-1-1 0,-4 49 0,-8 15-620,-28 106 0,16-88-710,-22 118-2007,11-48-983,-2-1-3688,3-17-3960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1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548 212 6077,'4'-25'4139,"0"0"0,1-34 0,-6 58-4045,0-1 0,0 1 0,0-1 0,0 1 0,0-1 0,0 1 0,0 0 0,-1-1 0,1 1 0,0 0 0,-1 0 0,1 0 0,-1 0 0,1 0 0,-1 0 1,0 1-1,-2-2 0,0 0 141,-1-1-130,0 1 0,-1-1 0,1 1 0,-1 0 0,0 0 0,0 0 0,0 1 1,0 0-1,0 1 0,0-1 0,0 1 0,0 0 0,0 0 0,0 1 0,0 0 0,0 0 0,0 0 0,0 1 1,1 0-1,-1 0 0,0 0 0,1 1 0,0 0 0,-1 0 0,1 0 0,-5 5 0,-11 9 262,1 0-1,2 1 1,-1 1 0,-26 37-1,12-12-2,3 1 0,2 2-1,1 1 1,3 1 0,-29 82 0,40-91-271,2 0 1,1 1-1,3 0 1,1 1-1,2 0 1,2-1-1,5 81 1,1-100-78,0 1 1,1-1-1,1 0 1,1 0 0,1-1-1,1 0 1,1 0 0,1-1-1,1-1 1,0 0-1,2 0 1,0-1 0,1-1-1,0 0 1,1-1 0,2-1-1,28 21 1,-27-23-6,1-1 1,0-1-1,1 0 1,0-2-1,1 0 1,0-2-1,0 0 1,1-2 0,-1 0-1,1-1 1,0-2-1,0 0 1,1-1-1,-1-2 1,0 0-1,0-1 1,28-7-1,-28 3-4,1-1-1,-1-1 1,-1-1 0,0-1-1,0 0 1,-1-2 0,0-1-1,-1 0 1,0-2-1,-1 0 1,22-23 0,-20 15-12,0 0 1,-2-1-1,-1-2 1,0 1 0,-2-2-1,-1 0 1,-2-1 0,0 0-1,-2-1 1,10-41-1,-12 33-125,-2-1-1,-2-1 1,-2 1-1,-1-1 1,-2 0-1,-1 1 0,-14-76 1,9 82-277,-20-54 1,-50-107-1193,68 174 1297,0 1 1,-2 0 0,0 0 0,-2 1 0,1 0 0,-26-27 0,29 35 98,-1-1-196,-1 0 0,0 1-1,0 0 1,-1 1 0,1 0-1,-2 0 1,1 1 0,-1 1-1,0 0 1,-1 1 0,-16-6-1,16 8-693,-1 0-1,1 1 0,-1 1 0,1 0 0,-1 1 0,-24 2 0,-17 8-6266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1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11413,'13'18'8976,"-10"-15"-8072,37 31 213,68 75 0,-48-47-1061,8 15-1910,69 99 0,-74-92-611,44 45-1686,-94-115 3573,1-1 1,0 0 0,1-2-1,1 1 1,-1-2 0,30 15 0,-42-24 523,1 1 1,-1 0 0,1-1 0,-1 0-1,1 0 1,0 0 0,0 0 0,-1-1-1,1 0 1,0 1 0,0-1 0,-1-1 0,1 1-1,0 0 1,0-1 0,-1 0 0,1 0-1,0 0 1,-1 0 0,1 0 0,-1-1-1,1 0 1,-1 0 0,5-3 0,-2-1 114,0 0 0,0 0 0,-1-1 1,0 1-1,0-1 0,-1 0 0,1-1 0,-2 1 1,1-1-1,2-8 0,3-9 417,-2 0 0,0 0 0,-2-1 0,0 0 0,-2 0 0,-1 0 0,-1 0 0,-2 0 0,0-1 0,-2 1 0,-5-25 0,7 44-302,-1 0 0,1 1 0,-1 0 0,-1-1 0,1 1 0,-1 0 0,0 0 0,0 0 0,-1 0 0,1 1 0,-1 0 0,-8-8 0,8 9-86,0 1-1,-1 0 0,0 0 1,0 1-1,0-1 1,0 1-1,0 0 1,0 0-1,-1 1 1,1-1-1,-1 1 1,1 0-1,-1 1 1,1-1-1,-8 2 1,-16 0-62,1 2 0,-1 1 0,1 1 0,0 1 0,1 2 1,0 1-1,0 1 0,1 1 0,-33 19 0,4 2-1486,2 3-1,1 2 0,-54 50 0,34-16-2406,6 4-1748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18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6717,'4'-1'1454,"13"-3"-77,-11 3-1007,0-1 0,0 1 0,-1-1 0,1-1 0,0 1 0,8-6 0,-1 1-42,0 0 0,1 1 0,-1 1-1,1 0 1,0 0 0,1 2-1,-1-1 1,1 2 0,-1 0-1,1 1 1,0 1 0,0 0 0,0 0-1,-1 2 1,25 5 0,-26-4-185,1 1 0,-1 0 0,0 1 0,0 0 0,0 1 0,12 9 1,-18-11-103,-1 1 1,-1 0 0,1 0 0,0 0 0,-1 1 0,0-1 0,-1 1 0,1 1 0,-1-1 0,0 1 0,-1-1-1,6 15 1,-5-5-9,0-1 1,0 1-1,-2 0 0,0 0 0,-1 0 0,0 1 0,-1-1 0,-1 0 0,-1 0 0,0 0 0,-1 0 0,-10 30 0,-7 9-8,-3-2-1,-36 65 1,38-77-20,-90 153 43,-18 37 13,127-228-72,-4 8 25,2 0 1,-1-1-1,1 2 0,1-1 0,-3 12 0,6-22-11,-1 1-1,1 0 0,0-1 0,0 1 0,0 0 0,0-1 0,0 1 0,0 0 0,0-1 1,1 1-1,-1-1 0,0 1 0,1 0 0,0-1 0,-1 1 0,1-1 0,0 1 0,0-1 0,0 0 1,-1 1-1,2-1 0,-1 0 0,0 1 0,0-1 0,0 0 0,1 0 0,-1 0 0,0 0 0,1 0 1,-1-1-1,1 1 0,-1 0 0,1-1 0,-1 1 0,1-1 0,-1 1 0,1-1 0,0 0 1,-1 1-1,1-1 0,0 0 0,-1 0 0,1 0 0,3-1 0,28-2-568,0-1 0,-1-1 1,1-2-1,-1-1 0,52-21 0,21-22-5804,-48 24-596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1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55 4980,'-4'-1'1737,"-2"-1"-1052,-1 0 1,1-1 0,0 1-1,0-1 1,0-1-1,0 1 1,-9-8 0,-14-12 2695,26 23-3279,0 1 0,0-1 0,0 1 0,0 0 0,0-1 0,0 2 0,0-1-1,0 0 1,0 0 0,1 1 0,-1 0 0,1-1 0,-1 1 0,1 0 0,-1 1 0,1-1 0,0 0 0,0 0 0,0 1 0,0-1 0,1 1 0,-1 0 0,1 0 0,-1-1 0,1 1 0,0 0 0,-1 5 0,-3 8 13,1 0 0,1 0 1,-2 31-1,3-9 38,1 1-1,3-1 1,1 1-1,2-1 1,14 59-1,-15-84-126,0 0 0,1 0-1,0 0 1,1-1-1,1 1 1,0-1-1,0-1 1,1 0-1,0 0 1,1 0-1,1-1 1,14 12-1,-17-16-16,0-1-1,0 0 1,0-1-1,1 1 1,0-1 0,0-1-1,0 0 1,0 0-1,1 0 1,-1-1-1,1-1 1,0 1 0,-1-1-1,1-1 1,0 1-1,0-2 1,-1 1-1,1-1 1,0 0-1,-1-1 1,9-3 0,-10 3-8,0 0 1,-1-1 0,1 0 0,-1-1 0,0 1 0,0-1-1,0 0 1,0-1 0,-1 1 0,0-1 0,0 0 0,7-9-1,-6 4 1,1 1 0,-2-1 0,0 0 0,0-1 0,0 1 0,-2-1 0,5-16-1,-4 10-1,-2 0 0,0 0-1,0 0 1,-2 0 0,0 0-1,-1 0 1,0 0-1,-2 0 1,0 0 0,-9-28-1,7 31-12,-1 1-1,0 1 1,-1-1 0,0 1-1,-11-14 1,14 21-69,0 0 0,0 0 1,-1 1-1,0 0 1,0-1-1,0 2 0,0-1 1,0 1-1,-1 0 0,1 0 1,-1 0-1,0 1 0,-11-4 1,6 4-338,0 0-1,0 1 1,0 0 0,0 1 0,0 0 0,-20 3-1,22-1-592,0 0-1,1 1 0,-1 0 0,1 0 0,-13 7 0,-18 15-6137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891 262 8973,'-6'-4'506,"0"-1"0,0 0 1,1 0-1,-1 0 0,1-1 1,-5-7-1,5 6 58,0 1 0,0 0 1,0 0-1,-1 1 0,-12-10 0,-146-80 4433,145 83-4650,6 2 61,0 2-1,-1-1 1,0 2-1,0 0 1,-1 0 0,0 2-1,-29-8 1,39 13-312,-1 0 0,1 0 0,-1 0 0,1 1 1,-1 0-1,1 0 0,-1 0 0,1 1 0,0 0 0,0 0 0,0 0 0,0 1 0,0-1 1,0 1-1,1 0 0,-1 1 0,1-1 0,-5 6 0,-9 9 226,2 0 1,-26 37-1,33-42-246,-44 64 160,4 2-1,4 2 1,3 2 0,-31 89 0,67-153-218,0 0-1,1 1 1,1 0 0,1-1 0,0 1 0,2 1 0,0-1 0,1 0 0,6 39 0,-5-54-11,0 0 0,1 0 0,-1 0 0,1 0 0,0 0 0,1 0 1,-1 0-1,1-1 0,0 1 0,0-1 0,0 0 0,1 0 0,-1 0 0,1 0 0,6 4 0,-4-4 0,0 0-1,0-1 1,1 1-1,0-1 0,0-1 1,0 1-1,0-1 1,0-1-1,14 3 0,-3-3 4,-1-1-1,1 0 0,-1-1 1,0-1-1,0-1 0,0 0 1,0-2-1,21-7 0,-19 5-8,-1-1 1,0-1-1,0-1 0,-1 0 0,0-1 0,-1-1 0,-1-1 0,1 0 1,-2-1-1,0-1 0,-1 0 0,0 0 0,-1-2 0,-1 1 0,-1-2 0,0 1 1,-1-1-1,-1-1 0,8-27 0,-2-9 11,-3-1 1,6-78-1,5-29 548,-20 155-483,0 1 1,0 0-1,0 0 1,1 0 0,5-8-1,-8 15-74,0 0 0,0 0 0,0 0 1,0 0-1,0 1 0,0-1 0,0 0 0,0 0 0,0 0 0,0 0 1,0 0-1,0 0 0,0 0 0,1 0 0,-1 0 0,0 0 0,0 1 0,0-1 1,0 0-1,0 0 0,0 0 0,0 0 0,0 0 0,0 0 0,0 0 0,0 0 1,1 0-1,-1 0 0,0 0 0,0 0 0,0 0 0,0 0 0,0 0 1,0 0-1,0 0 0,0 0 0,0 0 0,1 0 0,-1 0 0,0 0 0,0 0 1,0 0-1,0 0 0,0 0 0,0 0 0,0 0 0,0 0 0,0 0 0,1 0 1,-1 0-1,0 0 0,0 0 0,0-1 0,0 1 0,0 0 0,0 0 1,0 0-1,0 0 0,0 0 0,0 0 0,0 0 0,0 0 0,0 0 0,0 0 1,0-1-1,0 1 0,0 0 0,0 0 0,8 9 74,-1 1-1,0 0 1,-1 1-1,0-1 1,-1 1-1,0 0 1,0 0-1,4 20 1,18 108 295,-14-61-179,5 20-626,15 64-2306,-26-137 1486,1-1 0,1-1 0,1 1-1,20 33 1,2-9-2620,-7-19-1549,4 0-4411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2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54 10197,'0'-1'234,"-1"1"1,1 0-1,0 0 0,-1 0 0,1 0 1,0 0-1,-1-1 0,1 1 1,0 0-1,-1 0 0,1 0 1,0 0-1,-1 0 0,1 0 1,0 0-1,-1 0 0,1 0 0,0 0 1,-1 1-1,1-1 0,0 0 1,-1 0-1,1 0 0,0 0 1,-1 0-1,1 1 0,0-1 0,-1 0 1,1 0-1,0 0 0,0 1 1,-1-1-1,1 0 0,0 1 1,0-1-1,0 0 0,-1 0 0,1 1 1,0-1-1,0 0 0,0 1 1,0-1-1,0 0 0,-1 1 1,-6 27 2182,4 36-2406,4-49 64,1 0 0,0 1-1,2-1 1,-1 0-1,2 0 1,0-1 0,8 15-1,-10-23-55,0 0-1,1 0 1,0-1-1,0 1 1,1-1 0,-1 0-1,9 7 1,-1-1 2,-9-8-17,0 0 1,1 0 0,-1-1-1,1 1 1,0-1 0,0 0 0,0 0-1,4 2 1,-4-3-2,12 7 9,0-1 0,1-1-1,-1-1 1,1-1 0,0 0-1,1-1 1,19 1 0,-21-5 7,1 0 1,-1-2-1,0 0 0,0-1 1,28-10-1,-30 9-25,0-1 1,0 0-1,0-1 0,0-1 1,-1 0-1,-1-1 0,1 0 1,20-21-1,-31 27 5,0-1 1,1 0-1,-1 0 0,-1 0 0,1 0 0,-1 0 0,1 0 0,-1 0 1,-1 0-1,1 0 0,0-1 0,-1 1 0,0 0 0,0-1 0,0 1 1,-1 0-1,1-1 0,-1 1 0,0 0 0,0 0 0,-1 0 0,1 0 1,-5-8-1,0 0 5,0 0 1,-1 1-1,-1 0 1,0 0-1,0 0 1,-17-15 0,13 15-12,-1 1 1,1 0 0,-1 1 0,-1 1 0,0 0 0,0 1-1,-1 0 1,0 1 0,0 1 0,-28-7 0,32 10-293,0 0-1,0 1 1,0 1 0,0-1 0,0 2 0,0-1 0,0 1 0,0 1-1,0 0 1,0 1 0,1 0 0,-1 0 0,1 1 0,0 1 0,0 0 0,-10 6-1,18-10-174,0 1 0,0-1-1,1 1 1,-1 0-1,0-1 1,0 1 0,1 0-1,-1 0 1,1 0-1,0 0 1,-1 0 0,1 1-1,-1 3 1,-1-1-885,-7 22-6655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34 429 8417,'2'-3'93,"0"1"123,1-1 1,-2 1-1,1-1 0,0 1 1,0-1-1,-1 0 0,1 0 0,-1 0 1,1-3-1,-2 5-67,0 0 1,-1-1-1,1 1 0,0 0 0,-1 0 1,1 0-1,-1 0 0,1 0 0,-1 0 0,1 0 1,-1 0-1,0 0 0,0 0 0,1 0 1,-1 0-1,0 1 0,0-1 0,0 0 1,0 0-1,0 1 0,0-1 0,0 1 1,0-1-1,0 1 0,-2-1 0,0-2 232,0 0-1,1 0 0,-1 0 0,1 0 0,-1 0 1,1-1-1,0 1 0,1-1 0,-1 0 1,1 1-1,-2-7 0,0 4 162,2 1-433,0 1-1,0 0 1,1 0-1,-1 0 0,1 0 1,0-1-1,0 1 1,1 0-1,-1 0 1,1-1-1,0 1 0,0 0 1,0 0-1,1 0 1,3-7-1,-1 3-16,0 0 0,1 0 0,-1 0 0,2 1 0,-1 0 0,11-10 0,13-10-946,1 1-1,42-27 0,-53 41-727,0 1-1,1 1 1,0 0 0,1 1 0,33-8 0,-5 9-5414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2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8653,'0'0'8189,"21"-3"-7193,-1-3-220,6-9-240,25-15-644,-11 6-384,7-9-824,16-9-525,4-4-2631,4 1-3465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4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44 127 6257,'2'-4'222,"1"-1"701,0 0 0,0 0-1,-1 0 1,0-1-1,0 1 1,0 0-1,-1-1 1,0 0 0,0 1-1,0-1 1,0-7-1,-4 9-320,1-1 0,0 0-1,-1 1 1,0 0 0,0-1-1,0 1 1,-6-5-1,0-2 2756,8 13-3263,1-1 1,-1 0-1,0 1 1,0-1-1,1 0 0,-1 1 1,0-1-1,0 0 1,0 0-1,0 0 1,-3 2-1,0 1 123,2 0-111,0 0 1,0 0-1,1 0 0,-1 1 1,1-1-1,0 0 0,0 1 1,0-1-1,1 1 0,-1 0 1,1-1-1,0 1 1,1-1-1,1 9 0,-1 10 160,-2 121 785,9 292-1098,11-157-3395,-10-131-786,1 0-3916,2-34-2993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5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1 851 4648,'0'0'4152,"3"2"-3476,7 1-440,0 0 0,0 0 0,0-1 0,1 0 0,-1-1 0,1 0 0,-1 0 0,18-2 0,93-15 388,-75 8-308,387-85 839,-6-34-673,-264 77-376,-161 50-105,981-307 441,-719 223-393,330-58 0,-536 131-56,-3 0-44,1 3 0,94-2-1,-104 9-50,1 2 0,60 9 1,-92-7 72,0 0 1,0 0 0,0 1-1,-1 1 1,0 1 0,0 0 0,0 0-1,0 2 1,-1 0 0,23 18 0,-4 5 137,-30-29 1266,-2-2-1358,1 1 1,-1-1 0,0 1-1,0-1 1,0 1-1,1-1 1,-1 1 0,0 0-1,1-1 1,-1 1-1,0-1 1,1 0-1,-1 1 1,1-1 0,-1 1-1,1-1 1,-1 0-1,1 1 1,-1-1 0,1 0-1,0 1 1,0-1 58,0 1 0,0-1 0,0 1 0,-1-1 1,1 1-1,0 0 0,0-1 0,-1 1 0,1 0 0,-1-1 0,1 1 1,0 0-1,-1 0 0,1 0 0,-1 0 0,1 1 0,7 26 241,-7-25-131,2-2 45,6 6-93,1-1-1,0 0 0,16 6 1,32 15 570,-49-21-580,-6-5 92,0-1 14,27 5 263,-26-4 46,-1-2-417,8-2 0,0-1 0,0 0 0,17-10 0,-25 13 38,-1 1-143,0 1 0,1 0-1,-1 0 1,0 0 0,1 0 0,-1 0 0,0 0 0,0 0-1,0 1 1,0-1 0,0 1 0,0-1 0,0 1 0,-1 0 0,1 0-1,-1 0 1,1 0 0,-1 0 0,1 0 0,-1 0 0,0 0-1,1 4 1,2 6 63,0 0-1,0 0 1,1 15-1,-2-15-9,8 64 556,-3 0 1,-3 115-1,-45 552 2007,28-616-2432,-30 263 138,4-135-156,-87 715 276,53-115-271,48-571-74,12-209-133,8-58 36,1 0 0,1 1 0,0-1 0,1 0 1,2 28-1,-1-43-17,0 1 0,-1-1 0,1 0 0,0 1 0,-1-1 1,0 0-1,1 0 0,-1 0 0,0 0 0,0 0 0,0 0 1,-2 2-1,1 0 5,1-1 10,-11-20-3172,5 7 2490,-10-5-2592,-31-21 0,15 12-2410,-4-4-4097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7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1219 102 3256,'-38'-52'3091,"36"50"-2967,0-1 1,0 1 0,0 0 0,-1-1 0,1 1 0,-1 0 0,1 1 0,-7-4-1,-9-8 537,16 11-601,0 1 0,0-1-1,0 1 1,0 0-1,-1-1 1,1 1 0,0 0-1,-1 1 1,1-1-1,0 0 1,-1 1-1,1-1 1,-1 1 0,-3-1-1,-40 3 438,31-1-305,-2 1-80,0 0 1,0 1-1,1 1 0,-24 9 0,-67 32 318,72-30-315,-148 69 385,-197 75-304,380-159-195,-22 8 27,0-1 0,-1-2 0,1 0-1,-47 4 1,66-9-15,0-1-1,0 1 0,0-1 0,0 1 0,0-1 0,0 0 1,-5-3-1,-3 0-23,10 4 12,0 0 0,1-1-1,-1 1 1,0-1 0,0 1 0,1-1-1,-1 0 1,0 1 0,1-1-1,-1 0 1,0 1 0,1-1 0,-1 0-1,1 0 1,-1 0 0,1 0 0,0 1-1,-1-1 1,1 0 0,0-1 0,-1-1 2,-1 0 30,0 0 0,0-1 0,1 1 0,-1-1-1,1 0 1,0 1 0,0-1 0,0 0 0,1 0 0,0 0 0,-1-4 0,21 11 222,-17-2-223,0 0 0,0 0-1,0 1 1,0-1-1,-1 1 1,1-1 0,0 1-1,-1 0 1,0 0-1,1 1 1,-1-1 0,0 0-1,0 1 1,0-1-1,0 1 1,-1 0 0,1-1-1,0 4 1,28 64 912,-23-52-700,29 81 740,-5 1-1,-3 2 0,15 123 0,-17-2-44,-10 1-1,-26 445 0,-30-198-210,32-172-451,9-224-260,12 148 20,0 42 49,-19 13-15,3-170-74,-8 76 33,0-58-103,-4 12 58,10-109-76,-13 89-73,17-99 164,1-15 0,-3 15 16,3-19-16,-1 1-1,1-1 1,0 1 0,0-1-1,0 1 1,0-1-1,0 1 1,0 0-1,0-1 1,0 1 0,0-1-1,0 1 1,1-1-1,-1 1 1,0-1-1,0 1 1,0-1 0,1 1-1,-1-1 1,0 1-1,1-1 1,-1 1-1,0-1 1,1 1 0,-1-1-1,1 0 1,-1 1-1,0-1 1,1 0-1,0 1 1,21 1-2,35-15 10,-43 9-9,625-123-177,-602 121 146,570-68-248,3 30 100,-162 23-87,139-9-142,-147-13 113,-7-37 312,-371 65 108,-1-2 1,0-4 0,99-47 0,-156 66-123,-1 0 0,1-1 0,-1 1 0,0-1 0,0 0 0,0 0 0,0 0 0,0 0 0,-1 0 0,1-1 0,-1 1 1,0-1-1,3-5 0,-1-4-74,0 1 1,-1 0-1,2-15 1,2-4-330,-4-5-753,-4 31 896,1 0 0,0-1-1,1 1 1,0 0 0,-1 0-1,2 0 1,1-9 0,7-5-467,1 0 1,1 0-1,0 1 1,15-17 0,-14 20-536,-1-1 0,0 0 1,-2-1-1,0 0 0,13-31 1,-16 30-1429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7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1536 5364,'-2'3'930,"0"-1"0,-1 0 0,1-1 0,-1 1 0,1 0-1,-1-1 1,-5 3 0,-7 4 4678,31-18-5088,20-8 135,59-19-1,-20 9-309,145-63 181,303-118 74,1360-468-169,-1189 417-1266,-347 126-137,-70 43-2436,-246 85 993,-26 7 468,-20 5-1415,-19 7-2857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9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1 405 9925,'21'-49'3141,"-18"40"-2846,0 0 0,1 1 1,0-1-1,1 1 0,8-12 0,9-8 345,1 1-1,1 1 0,2 2 1,0 0-1,1 2 0,36-22 0,-40 30-463,0 1-1,1 1 1,1 1-1,0 1 1,0 1-1,1 1 0,0 2 1,45-6-1,-61 11-130,0 0 0,0 1 1,1 0-1,-1 1 0,0 0 0,0 1 0,0 0 0,0 0 0,12 5 0,-16-4-26,1 0-1,-1 1 1,0 0-1,0 0 1,-1 0-1,1 0 0,-1 1 1,0 0-1,0 0 1,0 1-1,-1-1 1,0 1-1,0 0 0,0 0 1,5 13-1,-1 0 26,-1 0 0,0 1 1,-2-1-1,0 1 0,-1 0 0,-1 1 0,-1-1 0,0 29 0,-7 12 6,-2 1 1,-3-2-1,-3 1 1,-2-1-1,-29 69 1,-137 282 84,171-388-129,-106 208 72,-65 142 129,180-370-201,-1 0-1,1 1 1,0-1-1,0 0 0,0 0 1,0 1-1,1-1 1,0 0-1,-1 1 1,1-1-1,0 1 0,1-1 1,-1 0-1,0 1 1,1-1-1,1 5 0,-1-7-3,0 1 0,0 0 0,0-1 0,1 1-1,-1 0 1,0-1 0,1 0 0,-1 1-1,1-1 1,0 0 0,-1 0 0,1 0 0,0 0-1,0 0 1,-1 0 0,1 0 0,0 0-1,0-1 1,0 1 0,0-1 0,0 0 0,0 1-1,0-1 1,0 0 0,0 0 0,4-1-1,12-1-38,1 0 0,-1-1-1,1-2 1,-1 0-1,0 0 1,-1-2 0,1 0-1,18-12 1,133-87-1228,-153 95 1086,98-73-2851,153-148 0,-82 40-3244,-95 93 469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29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202 179 5184,'0'-1'91,"1"1"-1,-1-1 1,1 0-1,-1 1 0,0-1 1,1 0-1,-1 0 0,0 1 1,1-1-1,-1 0 1,0 0-1,0 0 0,0 1 1,0-1-1,0 0 0,0 0 1,0 0-1,0 1 1,0-1-1,0 0 0,-1 0 1,1 0-1,0 1 0,-1-1 1,1 0-1,0 0 1,-1 1-1,1-1 0,-1 0 1,1 1-1,-1-1 0,1 1 1,-1-1-1,1 0 1,-1 1-1,0-1 0,1 1 1,-1-1-1,0 1 0,1 0 1,-1-1-1,0 1 0,0 0 1,-1-1-1,-4-3-192,3 2 613,-13-2 501,-73-24 2438,16 7 796,70 20-3701,9-21 440,-4 19-916,-1 0-1,1-1 0,0 1 0,0 0 1,0 0-1,1 0 0,-1 0 0,1 1 0,-1-1 1,1 1-1,0-1 0,0 1 0,0 0 1,0 0-1,1 0 0,-1 1 0,0-1 0,8-1 1,-1-1 20,0 1 1,0 0 0,0 1 0,1 0-1,-1 1 1,12-1 0,-11 2-44,0 0 0,0 1 0,-1 0 0,1 1 0,0 0 0,-1 1 0,1 0 0,-1 1 0,11 5 0,-16-6-36,-1-1 1,1 1 0,-1 0 0,0 1 0,0-1 0,0 1 0,-1-1-1,1 1 1,-1 0 0,0 0 0,0 1 0,-1-1 0,1 1 0,-1-1-1,0 1 1,0 0 0,0 0 0,-1 0 0,0 0 0,0 0 0,1 9-1,0 96-1,-3-75 34,7 64 1,-4-87-46,0 0 0,1 0 1,0 0-1,1-1 0,1 1 0,0-1 1,0 0-1,1 0 0,9 11 0,5 4 24,2-2 0,46 40 0,-42-41-11,0 1 1,23 30 0,-42-44-7,0 0 0,0 0 0,-1 1 0,0 0 0,-1 0 0,0 1 0,0-1 0,-2 1-1,5 21 1,-6-16 5,-1 0 0,-1 1-1,0-1 1,-2 0-1,0 0 1,-1 0-1,0 0 1,-1 0 0,-1-1-1,-1 0 1,0 0-1,-11 18 1,-10 17-4,-3-2 0,-47 59-1,26-42-635,-2-3-1,-86 78 1,65-75-1080,5-6-4221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259 156 8761,'0'1'109,"0"0"0,-1 0 0,1 0 1,-1 0-1,1 0 0,0 0 0,-1-1 1,1 1-1,-1 0 0,0 0 0,1-1 0,-1 1 1,0 0-1,1-1 0,-1 1 0,0-1 1,0 1-1,1-1 0,-1 1 0,0-1 0,0 1 1,0-1-1,0 0 0,-1 1 0,1-1-14,0 0 0,0 1 0,0-1 0,-1 1 0,1-1 0,0 1 0,0-1 0,0 1 0,0 0 0,1-1 0,-1 1 0,0 0 0,0 0 0,0 0 0,0 0 0,1-1 0,-1 1 0,1 0 0,-1 0 0,0 1 0,0 1 0,-6 17 818,0 2-1,1-1 0,2 1 1,0 0-1,1 0 1,0 40-1,4-45-711,1 0 0,0-1 0,1 1 1,1-1-1,0 1 0,1-1 0,1 0 0,0-1 0,15 25 0,39 54 266,-33-56-280,-2 2-1,-2 0 1,33 78 0,-52-104-213,1 0 1,-2-1 0,0 1-1,0 1 1,-2-1 0,0 0-1,0 0 1,-1 1-1,-1-1 1,0 0 0,-1 0-1,-1 0 1,0 0 0,-1 0-1,0 0 1,-1-1-1,-7 14 1,10-23-5,-14 28-362,-1-1-1,-2 0 0,-32 40 1,28-43-235,-2 0 0,0-1 0,-2-1 0,-1-2-1,-1-1 1,-46 29 0,72-51 493,1 1-1,-1-1 1,0 1-1,1-1 1,-1 0-1,0 0 1,0 0-1,0-1 1,0 1-1,0-1 1,1 1-1,-1-1 1,0 0 0,0 0-1,0 0 1,-5-1-1,6 0 67,1 0 1,-1 0-1,1 1 0,-1-1 1,1 0-1,0 0 0,-1-1 1,1 1-1,0 0 1,-1 0-1,1-1 0,0 1 1,0-1-1,0 1 0,1-1 1,-1 1-1,0-1 0,0 1 1,1-1-1,-1-2 0,-1-4-104,1-1 0,0 1 0,0 0 0,1 0 0,0-1 0,1 1 0,0 0 0,0-1 0,4-12 0,79-245-2753,22-84 2154,-83 259 1079,106-371 3585,-121 439-3608,1 0 0,1 1-1,0 0 1,2 1 0,26-36 0,-33 49-476,1 1-1,0 0 1,1 0-1,0 1 1,0 0 0,0 0-1,1 0 1,0 1-1,0 0 1,0 1-1,1 0 1,-1 0 0,1 1-1,0 0 1,0 0-1,0 1 1,17-2 0,0 5-2856,6 7-1010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0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7045,'-1'0'509,"0"1"0,0-1 1,1 1-1,-1-1 0,0 1 1,0-1-1,0 1 0,1 0 1,-1-1-1,0 1 0,1 0 1,-1-1-1,1 1 0,-1 0 1,1 0-1,-1 0 0,1-1 0,-1 2 1,-2 20 2156,12 31-2713,-7-46 774,16 53 337,4 1 0,49 96 0,-7-18-260,-13-11-334,-6 3 0,31 151 1,-55-177-540,-5 2-1,-4 0 1,-3 139 0,-16-96-665,-41 244 1,-80 141-1422,92-418 1282,-5-1 1,-5-1-1,-66 117 1,-31 23-1511,109-201 1097,-1-1-1,-3-3 0,-2 0 1,-3-3-1,-94 83 0,26-37-3712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 5320,'-4'3'761,"1"0"-1,0 0 0,0 1 0,0 0 0,1-1 0,-1 1 1,1 0-1,-3 7 0,-22 44 451,16-21-441,1 1-1,2 1 0,2 0 1,-3 50-1,1-14 35,-14 142 424,10 0 1,30 403 0,45-146-875,-52-419-411,3-1 0,1 0 0,3 0 0,2-2 1,3-1-1,52 85 0,-58-109-88,1-1 1,1-1-1,1-1 1,1-1-1,1-1 1,0 0-1,2-2 0,0 0 1,1-2-1,0-1 1,40 16-1,-31-18-249,1 0-1,0-3 1,1-1 0,0-1-1,1-2 1,-1-2-1,1-1 1,61-5 0,-40-3-468,-1-3 0,0-2 0,101-35 0,-65 11-1810,126-68 1,-49 9-1936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31 5733,'-1'-2'381,"0"0"0,0 0 0,0 1 0,0-1 0,0 1 0,0-1 0,-1 1 0,1-1 0,0 1 0,-1 0 0,1 0 0,-1-1 0,1 1 0,-1 0 0,0 0 0,1 1 0,-1-1 0,0 0 0,-2 0 0,-14-3 71,15 3 1152,-13 14-287,13-11-1239,1 0 1,0 0-1,0 1 1,0-1 0,0 0-1,0 1 1,1 0-1,-1-1 1,1 1 0,0 0-1,-1 0 1,1 0-1,1 0 1,-1 0 0,0 3-1,0 1 17,0 0 1,1-1-1,1 1 0,-1 0 0,1-1 0,2 12 1,3 3 1,1 0 1,1-1-1,13 26 1,-10-27-7,0 1-1,1-2 1,20 26 0,-24-35-65,-1-1-1,2 0 1,-1 0-1,1-1 1,0 0-1,0 0 1,1-1-1,16 8 0,-18-11-13,0-1-1,0 0 0,0 0 0,0-1 0,1 0 1,-1-1-1,0 1 0,1-2 0,-1 1 0,0-1 1,0 0-1,1-1 0,-1 0 0,0 0 0,0-1 1,-1 0-1,1 0 0,0-1 0,-1 0 0,0 0 1,13-11-1,-15 11-10,1 0 0,-1 0 1,-1-1-1,1 1 0,-1-1 0,0 0 1,0-1-1,0 1 0,0-1 0,-1 0 1,0 0-1,-1 0 0,1 0 0,-1 0 1,0 0-1,-1-1 0,1 1 0,-1-1 1,-1 1-1,1-1 0,-1 1 0,0-1 1,0 0-1,-1 1 0,0-1 0,0 1 1,-4-11-1,2 12-5,0-1 1,0 1-1,0-1 0,-1 1 1,0 0-1,0 0 0,0 1 1,-1-1-1,1 1 0,-1 0 1,0 0-1,0 0 0,-1 1 1,1 0-1,-9-4 1,-3 0-72,0 0 0,0 2 0,0 0 0,-20-3 0,16 5-326,-1 2-1,1 0 1,0 2-1,-1 0 1,1 1-1,0 1 0,0 1 1,-26 9-1,38-10-289,0 0 0,0 1-1,0 0 1,1 1-1,0 0 1,0 0 0,0 0-1,-14 14 1,-13 16-5970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1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44 351 11613,'-20'-4'2056,"0"1"1097,20-18-2017,-4 0-264,11 0-212,7-12-168,9 3-272,4-6-444,13 3-524,0 2-648,10-2-257,1 0-459,-1 3-1944,4 9-2973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30 262 6833,'-30'28'6308,"47"-31"-4900,3 3-216,10-16-223,20-11-221,-9 3-568,12-6-616,1-9-881,3-9-631,3-4-2072,17 1-2913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1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15 12513,'-10'-15'4401,"3"45"-2145,-3 22-440,-3-19-180,6 9-292,4 15-264,-1 3-208,-2 167 152,12-137-1708,4 0-420,-6-5-744,6-1-684,3-2-3625,-6-4-5476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5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51 5392,'2'11'3443,"1"-16"233,8-28 2906,-3 9-190,-20 42-5077,6-6-1081,0 0-1,1 1 0,0 0 0,1 0 0,1 0 0,-3 16 0,-7 89 500,6-40-426,-4 14-712,5 0-1,5 99 1,7 125-5360,-12-105-4056,0-108 135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45 5280,'-2'-4'1805,"-2"-7"-2096,-1-11 4704,4 22-4302,1 0 0,0 0 0,0 0-1,0 0 1,0-1 0,0 1-1,0 0 1,0 0 0,0 0 0,0-1-1,0 1 1,0 0 0,-1 0-1,1 0 1,0-1 0,1 1-1,-1 0 1,0 0 0,0-1 0,0 1-1,0 0 1,0 0 0,0 0-1,0-1 1,0 1 0,0 0 0,0 0-1,0 0 1,0 0 0,1-1-1,-1 1 1,0 0 0,0 0-1,0 0 1,0 0 0,0 0 0,1-1-1,-1 1 1,0 0 0,0 0-1,0 0 1,1 0 0,14 16 2372,8 14-1504,0-1 0,46 43-1,25 14-367,113 99-1905,17-16-5229,-149-122 685,-39-34 479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5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603 106 6537,'-40'-36'1652,"33"24"232,-3-6-296,3-3-164,-9 12-116,-4-1-244,-4 10-220,-13 4-399,0 5 87,1 6-64,-8 9-80,-10 6-364,1 6-688,3 6-773,-11-3-427,4 7-2224,7 5-3033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6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0 6877,'-4'0'93,"-1"0"163,0 0 0,0 0 1,1 1-1,-1-1 0,0 1 1,0 0-1,0 0 0,1 1 0,-1 0 1,1-1-1,-1 1 0,1 1 0,0-1 1,-1 1-1,1 0 0,1 0 1,-1 0-1,-4 4 0,-14 18 630,0 1 0,1 1 1,2 1-1,0 0 0,2 2 0,-25 59 0,35-71-791,1 1-1,0 0 1,1 0-1,1 0 1,1 1-1,0-1 1,2 1-1,0 0 1,1 0-1,1-1 1,1 1-1,1 0 1,6 24-1,-5-32-76,1-1 0,0 1 0,1-1 0,0 0 0,0-1 0,1 0 0,1 0 0,-1 0 0,2-1-1,-1 0 1,1 0 0,1-1 0,0 0 0,0-1 0,0 0 0,1-1 0,0 0 0,0 0 0,0-2 0,16 6 0,-10-5-11,0-1-1,0-1 1,0 0 0,0-1 0,1-1 0,-1 0-1,1-2 1,-1 0 0,0 0 0,0-2 0,1 0 0,-2-1-1,33-13 1,-32 10 2,0 0 0,-1-2 0,0 0-1,27-21 1,-34 23-6,-1-1 0,0 0 0,-1-1-1,1 0 1,-2 0 0,1 0 0,-1-1 0,-1 0-1,5-12 1,-4 8 8,-1-2 0,-1 1 0,0-1 0,-1 1 0,-1-1 0,0 0 0,-1 0 0,-1 0 0,-1 0 0,0 0 0,-1 1 0,0-1 0,-2 0 0,0 1 0,0-1 1,-1 1-1,-1 1 0,-13-24 0,12 25-189,-1 0 0,-1 1 0,0-1 0,-1 1 0,-1 1 0,1 0 0,-2 1 0,-18-14 0,19 17-334,0 0 1,0 1 0,-1 0 0,1 1 0,-1 0 0,0 1 0,-1 0 0,1 1 0,-1 1 0,-22-2 0,-19 4-3495,1 8-1899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6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30 4272,'-30'-9'888,"3"0"929,14 0-2217,-4 6-688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6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0 133 5801,'1'0'-293,"8"-8"880,9 2 7870,-4 5-7284,308-1 2931,-34 1-3081,516-32 164,-448 2-1606,-87 5-2738,-187 19 404,-30-1-1951,-9-1-3318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0 12213,'0'0'2460,"-13"27"345,-4 21-209,10-2-380,0 2-264,-6 6-312,0 12-476,-11 13-119,1 11-221,-11 13-472,-3 5-692,1 4-888,2 5-973,4 1-947,0 2-3449,0 1-6172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5469,'22'-20'1322,"-17"16"2251,-6-14-1627,0 16-1863,1 0-1,0 1 1,0-1 0,0 0-1,0 0 1,0 1-1,0-1 1,1 0-1,-1 0 1,0 1 0,1-1-1,-1 0 1,1 1-1,0-1 1,0 1-1,0-1 1,-1 0 0,1 1-1,1 0 1,-1-1-1,0 1 1,0 0-1,0 0 1,3-2 0,16-16 394,1 1 1,1 1 0,0 1 0,1 1-1,1 0 1,0 2 0,1 1 0,1 2 0,0 0-1,0 1 1,29-5 0,-23 8-304,-1 1 0,1 1 0,0 2 0,0 1 0,0 1 0,0 2 0,0 1 0,0 2 0,40 11 0,-58-12-130,1 1 1,-2 1-1,1 0 0,0 0 1,-1 1-1,0 1 0,-1 1 1,0-1-1,0 2 1,20 21-1,-21-18-17,-1 1-1,0 0 1,-1 1 0,0 0 0,-1 0-1,-1 1 1,0 0 0,-1 0 0,4 22-1,-4-9-21,-2 0-1,-1 1 0,-1-1 1,-1 1-1,-2-1 0,-1 1 0,-1-1 1,-2 0-1,-1 0 0,-1 0 0,-1 0 1,-16 35-1,-10 12-62,-4-2 0,-2-1 0,-57 76 0,-200 213-189,39-53 218,257-307 29,-1 0 1,1 0 0,0-1-1,0 1 1,0 0 0,0 0-1,0 0 1,0 0-1,0 0 1,1 1 0,-1-1-1,1 0 1,0 0 0,-1 0-1,1 1 1,0-1 0,0 0-1,1 3 1,-1-3 0,1-1 1,0 1 0,0 0-1,-1-1 1,1 1-1,0-1 1,0 1 0,1-1-1,-1 1 1,0-1-1,0 0 1,1 0 0,-1 0-1,1 0 1,-1 0-1,1 0 1,2 1 0,2 1 2,1 0 0,0-1-1,0 0 1,0 0 0,0-1 0,1 0 0,-1 0 0,0-1 0,9 0 0,48-7 1,1-2-1,93-27 0,125-52-549,-260 81 447,466-177-3716,-170 46-3549,-167 72-77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9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42 8533,'-3'-12'1425,"0"-3"212,2 5 2551,21 7-1483,-18 2-2560,1 1-1,0 0 1,0 0 0,0 0-1,0 0 1,0 0-1,0 1 1,0-1-1,0 1 1,0 0-1,0-1 1,-1 2-1,1-1 1,0 0 0,-1 0-1,5 3 1,38 33 710,-34-27-596,189 200 1547,-123-124-1852,186 191-3732,-74-106-5770,-132-123 2038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9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717 73 9645,'-14'-57'2564,"-9"57"-348,-7-9-372,3 3-331,-3 12-317,-20 6-296,13 15-168,-13 12-164,-11 15-104,4 13-180,0 5-400,-6 12-884,-4 7-1048,-4 5-3545,-9 1-4592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39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11201,'-71'0'1964,"45"9"1633,22 18-2029,4 24 12,0-2 40,-10 14-188,7 21-268,6 19-280,1 14-108,6 16-392,6 15-956,-9 3-840,0 5 212,-1 25-5573,5 12-6456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0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28 233 6917,'-22'5'2601,"16"-4"1907,20-7-2238,59-21 210,116-28 1,80 1-1746,75 2-3379,-113 23-5140,-107 14-796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0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13457,'-33'9'2224,"23"0"129,-10 18-285,-11 15-276,11 4-340,0 2-352,3 15-140,1 13-212,6 5-448,10 9-824,6 7-408,1 8-896,3 10-808,0 3-3457,4 5-5364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54 9401,'-20'-6'7577,"23"-12"-7101,0 0 52,14 6-15526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2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88 11905,'-14'-21'4504,"-18"-43"0,31 62-3322,-16 8 842,15-4-1919,0 0 1,0 0-1,0 0 1,0 0-1,1 0 1,-1 0-1,0 0 1,1 1-1,0-1 1,-1 1-1,1-1 1,0 1-1,1-1 1,-1 1-1,0 0 1,1-1-1,-1 1 1,1 0-1,0-1 1,0 6-1,1 63 774,0-67-777,1 19 16,2 0-1,1 0 1,1 0 0,0-1 0,2 1 0,1-2 0,0 1 0,2-1 0,0-1 0,1 0 0,1-1 0,1 0 0,1-1 0,1 0 0,0-2 0,1 1 0,19 13 0,-11-12-93,1 0 0,1-1 1,0-1-1,1-2 0,1-1 0,0-1 0,1-2 0,0 0 0,0-2 0,1-2 0,0-1 0,38 2 0,-32-5-11,0-2 1,0-2-1,0-1 1,0-2-1,0-2 0,-1-1 1,61-22-1,-80 24-11,-2-2 0,1 1 0,-1-2 0,0 0 0,-1-1 0,0 0-1,0-1 1,-1 0 0,-1-2 0,0 1 0,0-1 0,-2-1 0,0 0 0,0 0 0,-1-1-1,-1-1 1,0 1 0,9-29 0,-2-12 538,-2 0 0,8-87-1,-23 88 474,-1 36-912,-3 14-43,-6 15-23,10-7-36,-7 6 0,0 0 0,1 1 0,0 1 0,1-1 0,0 1 0,-7 16 0,-32 82 0,24-54 0,-5 9-76,-118 318-2640,66-101-4329,40-141-242,-4 10-5372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3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9053,'7'-2'260,"20"-10"1364,-26 3-211,-16-4 6844,14 15-8091,0 1 1,1-1-1,-1 0 0,1 1 0,-1-1 1,1 1-1,0-1 0,0 0 0,0 1 1,0-1-1,1 1 0,-1-1 1,1 0-1,-1 1 0,1-1 0,0 0 1,0 1-1,0-1 0,0 0 0,0 0 1,1 0-1,-1 0 0,0 0 0,1 0 1,0 0-1,3 3 0,6 5 5,0 0-1,1 0 1,15 9-1,-15-11 194,57 38 174,115 57-1,83 18-2153,113 16-3813,-118-69-4841,-195-55 3352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3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1015 33 10393,'-103'-12'2484,"62"0"-292,21 3-167,-13 9-13,-27 6-420,6 9-156,-10 9-236,-3 6-236,-3 16-192,6 14-168,-3 6-528,4 13-596,2 11-404,4 3-760,4 7-744,-1-1-1008,7-2-1501,11-4-3900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3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827 7 10973,'-22'-2'371,"10"0"-77,0 0-1,0 2 0,0-1 1,0 2-1,-1-1 0,1 2 1,0-1-1,0 2 1,0-1-1,-19 9 0,1 5 794,0 1 0,1 2 0,-45 37 0,-68 78 821,112-102-1504,1 2 1,2 1 0,-44 73-1,-44 128 575,99-197-877,3 1 0,1 0 0,1 1 0,3 0 0,1 1 0,3 0 1,1 0-1,2 0 0,1 0 0,3 0 0,1 0 0,20 79 0,-15-89-69,1 0 0,2-1 1,1-1-1,2 0 0,0 0 0,2-2 0,27 34 1,-26-40-15,1 0 0,1-2 0,0-1 1,2 0-1,0-1 0,2-2 0,-1 0 1,2-2-1,29 14 0,-24-16-7,0-1 0,0-1 0,1-2-1,0-1 1,0-1 0,1-2 0,32 0 0,-23-4-13,0-2 0,-1-1 0,0-2 0,0-2 0,47-15-1,-43 9-9,-1-3 0,-1-2 0,0-1 0,-2-2 0,0-2 0,-1-1 0,-2-3 0,0-1 0,-2-1 0,53-58 0,-66 61-10,0-2 0,-1 0 0,-2-2-1,-1 0 1,-2-1 0,0 0 0,-3-1-1,20-65 1,-27 68-19,-1 0-1,-1 0 0,-1 0 1,-1-1-1,-2 1 0,-1-1 1,-2 1-1,0 0 1,-2 0-1,-18-56 0,9 46-73,-2 0-1,-2 2 1,-2 0 0,-1 1-1,-1 1 1,-2 1-1,-2 1 1,-1 1 0,-60-54-1,36 42-508,-3 2 0,-1 3 0,-2 3-1,-1 2 1,-84-36 0,106 55-205,-1 2 0,0 1 0,-1 2 0,-48-6 0,38 10-1922,-62 1 1,2 7-4283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4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653 222 7917,'-17'-36'853,"8"18"-22,0 0 1,-1 1 0,-18-22 0,22 31-148,-1 1 1,0 0-1,0 1 0,-1 0 1,0 0-1,-8-4 0,-12-9 1127,25 16-1664,0 1-1,1-1 1,-1 1 0,-1 0 0,1 0 0,0 1 0,0-1-1,-1 1 1,1-1 0,-1 1 0,0 0 0,1 0 0,-1 1-1,1-1 1,-1 1 0,0 0 0,0 0 0,1 0 0,-1 0-1,0 0 1,1 1 0,-1 0 0,0 0 0,-5 2 0,-6 2 173,1 1 1,0 1 0,0 0-1,0 0 1,1 2-1,0 0 1,1 0 0,0 1-1,-12 13 1,8-6 19,2 1 0,-1 1 0,2 0 0,1 1 0,-15 30 0,3 7 246,3 1 0,3 1 0,-20 110 0,19-42-139,6 0-1,5 1 0,6 0 0,25 223 0,-15-292-373,2 0 0,3 0 0,3-1 0,2 0 0,2-2 0,3 0 0,55 95 0,-58-119-74,1 0 0,1-2 0,2 0 0,0-2 0,3-1 0,0 0 0,1-3 0,2 0 0,0-2 0,1 0 0,2-3 0,0-1 0,57 23 0,-51-27-61,1-3-1,1-1 1,0-1 0,0-3-1,0-1 1,1-2-1,61-4 1,-71-2-2,0-1-1,0-1 1,-1-2 0,0-1 0,0-2-1,0-1 1,-2-1 0,1-1 0,-2-2-1,35-23 1,-25 10-18,-2-1-1,-1-2 0,-1-1 0,-2-2 1,-1-1-1,-2-2 0,-2 0 1,-1-2-1,-2-1 0,-1-1 1,-3-1-1,-1-1 0,18-61 0,-23 56 45,-3-1-1,-1 0 0,-3-1 0,-1 0 0,-3 0 1,-3 0-1,-1 0 0,-2 0 0,-3 0 0,-2 0 1,-2 1-1,-21-63 0,11 58 21,-2 2 0,-3 0-1,-1 1 1,-3 2 0,-2 1 0,-2 1 0,-2 2-1,-53-54 1,42 56-4,-1 1 0,-2 3-1,-1 2 1,-3 2 0,0 2 0,-2 3-1,-81-32 1,84 41-100,-1 2 0,-1 3 0,0 2 0,-1 2 0,-1 3 0,-68-2 0,95 10-298,1 2 0,0 0-1,0 3 1,0 0 0,0 1 0,0 2 0,1 1-1,0 1 1,1 1 0,0 1 0,0 2-1,1 1 1,1 0 0,-28 23 0,34-22-894,1 0 0,-27 32 0,34-34-494,1 0-1,-12 22 1,-10 40-8234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5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10673,'-36'2'2029,"29"-1"-105,5 1-128,-7 13-802,1-1 1,1 1-1,0 1 0,1-1 1,1 1-1,0 0 0,-3 23 1,-8 123 2313,11-86-1953,0-13-408,-31 455 1954,33-380-3024,26 243 0,-13-316-968,3 1 0,3-2 0,27 74 0,-22-87-1564,30 56-1,-29-67-2304,49 64 0,-22-46-5103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5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51 525 14565,'-51'-6'8217,"68"-3"-7493,30-6-44,20 3-92,27-9-344,30-7-508,37-2-180,29-12-456,21 0-628,21-9-536,15-7-268,18-8-529,3-9-1347,7 5-3225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6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130 770 9801,'-87'-21'1860,"72"17"-970,12 1-22,-4-17 958,2 0 1,-6-40-1,10 50-1630,1-1-1,0 0 1,0 1 0,1-1 0,1 0 0,0 1 0,0-1 0,5-11 0,5-7 66,1 0 0,2 1 0,1 0 0,1 1 0,1 1-1,1 1 1,1 1 0,2 0 0,0 2 0,1 0 0,49-34 0,-32 29-117,1 1 0,2 3 0,0 1 0,1 2 0,1 2-1,1 2 1,53-12 0,-78 24-102,0 0-1,1 1 1,0 1-1,0 1 1,-1 1 0,1 1-1,22 4 1,-33-3-32,0 0 1,0 1-1,0 0 0,-1 1 0,0 0 1,0 1-1,0 0 0,0 1 1,-1-1-1,0 2 0,0 0 1,0 0-1,-1 0 0,0 1 1,9 12-1,-8-7 0,-1 0 0,-1 1 1,0-1-1,0 2 0,-2-1 0,0 0 1,0 1-1,-1 0 0,-1 0 0,-1 1 1,0-1-1,-1 0 0,0 1 0,-2-1 1,0 1-1,-4 21 0,-3 7-9,-3 0 0,-1 0 0,-2-1 0,-28 58 0,8-32-11,-75 114 0,-61 54 0,36-52 33,130-179-19,-47 74 52,46-72-23,1 1 1,0-1 0,1 1 0,0 0 0,1 0 0,0 0 0,0 0 0,-1 10-1,3-18-28,0 1 0,0-1-1,0 1 1,1-1-1,-1 1 1,0-1-1,0 1 1,1-1 0,-1 1-1,1-1 1,-1 1-1,1-1 1,0 0-1,0 1 1,0-1 0,-1 0-1,1 0 1,0 1-1,0-1 1,1 0-1,-1 0 1,0 0 0,0 0-1,0 0 1,1-1-1,-1 1 1,2 1-1,9 3 14,-1-1 0,1 0 0,0-1 0,1 0 0,-1-1 0,0 0 0,1-1 0,-1 0 0,21-2 0,16-2-110,67-13 0,37-16-1275,240-82-1,-127 14-2219,-4-11-3478,-57 18-2791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15 12673,'5'-12'1399,"-9"10"1510,3 2-2546,-1 1 0,1 0-1,0 0 1,-1 0 0,1 0-1,0 1 1,0-1-1,-1 0 1,1 0 0,0 1-1,1-1 1,-1 1-1,-1 1 1,-2 5 44,1 0 1,0 1-1,0-1 1,1 1-1,0-1 1,0 1-1,1 0 0,0 15 1,6 81 1711,-1-27-934,-8 194 941,0 18-2232,15-1-3400,21 9-5521,-25-241 5020,6 52-7518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0 519 17010,'71'-30'2160,"12"-1"-408,4 1-284,17 0-272,17 0-260,20 0-192,33-3-616,30-7-560,14 4-408,3-9-548,13 0-628,4 0-356,-10-1-3105,6-2-4408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7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292 155 9653,'-18'-48'1073,"-8"-19"3879,26 67-4870,-9-27 2695,8 26-2702,1 1 0,0-1 1,0 1-1,0-1 0,-1 0 0,1 1 0,0-1 0,0 1 0,-1-1 0,1 0 0,-1 1 0,1-1 0,0 1 0,-1-1 0,1 1 0,-1 0 0,1-1 0,-1 1 0,0-1 0,1 1 0,-1 0 0,1 0 0,-1-1 0,1 1 0,-1 0 0,0 0 0,1 0 1,-1-1-1,0 1 0,1 0 0,-1 0 0,0 0 0,1 0 0,-1 0 0,0 0 0,1 1 0,-1-1 0,0 0 0,1 0 0,-1 0 0,1 1 0,-1-1 0,0 0 0,1 0 0,-1 1 0,1-1 0,-1 1 0,-8 9 313,0 0-1,1 0 0,0 0 1,1 1-1,0 1 0,1-1 0,-6 14 1,-32 93 1149,17-25-1121,4 2 0,3 0 0,6 1-1,3 1 1,4 0 0,5 0 0,4 1 0,21 142-1,-15-195-355,2-1 0,1 0 0,3 0-1,32 70 1,-30-81-63,1-1 0,2-1 0,1 0 0,2-1-1,1-2 1,37 37 0,-44-50-10,1-1 0,1-1 0,1 0 1,0-1-1,0-1 0,1-1 0,0-1 0,1 0 0,0-2 0,0 0 0,1-2 1,0 0-1,0-1 0,0-1 0,0-2 0,44-1 0,-46-2 9,0 0 0,0-2 0,0 0 0,0-1 0,-1-1 0,0-1 0,0-1 0,0 0 0,-1-1 0,-1-1 0,0-1 0,0-1 0,-1 0 0,0-1 0,-1-1 0,-1 0 0,0-1 0,22-31 0,-22 23-14,-1 0 1,-1-1 0,-1-1-1,-2 0 1,0 0-1,-2-1 1,0 0-1,-2 0 1,-1 0 0,-1-1-1,-1 0 1,-2 1-1,-3-41 1,-3 19-171,-1 0 0,-3 1 1,-1 0-1,-3 0 0,-1 1 0,-36-71 1,33 84-312,-1 0 1,-1 1 0,-2 2 0,-1 0 0,-2 1-1,0 1 1,-2 2 0,-1 1 0,-1 0-1,-1 3 1,-1 0 0,-1 2 0,-1 1 0,-69-27-1,76 35-713,0 3-1,-1 0 0,-53-9 1,-185-5-12421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8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40 305 11565,'-23'-12'6337,"13"-3"-5145,3 0-268,31 3-180,16-9-156,7 3-156,16-1-300,11-11-412,17 0-656,12 3-700,11 0-424,7 0-745,3 0-1279,3 3-3045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8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48 175 10701,'-47'15'6337,"60"-24"-5641,21-6-292,22 0-728,15-6-1044,16-21-817,20-3-1919,17 3-3069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9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199 269 10113,'-29'-9'885,"-39"-20"0,66 28-795,0 0-1,-1-1 1,1 1-1,0 0 1,0-1-1,1 0 1,-1 1 0,0-1-1,0 0 1,1 0-1,-1 0 1,1 0-1,-2-3 1,-11-13 1670,7 11-1169,0 1 0,0-1 0,1 0-1,0-1 1,0 1 0,-6-12 0,11 16-492,-1 0 0,1 0 0,0 0 0,0 0 0,0 0 0,1 0 1,-1 0-1,1 0 0,-1 0 0,1-1 0,0 1 0,0 0 0,0 0 0,1 0 0,-1 0 0,1-1 0,0 1 0,0 0 0,0 0 0,0 0 0,0 0 0,1 1 0,2-6 0,-1 4-27,0 1 0,-1-1 0,2 1 0,-1 0 0,0 0 0,0 0 0,1 0 1,0 1-1,-1-1 0,1 1 0,0 0 0,0 0 0,0 0 0,5 0 0,-1 0 23,-1 0 0,1 1 0,0 0 0,-1 1 1,1-1-1,0 2 0,11 0 0,5 4 46,0 0 1,-1 2 0,0 0 0,29 15-1,-29-11-91,0 0-1,-1 2 1,-1 1 0,0 0-1,-1 2 1,-1 0-1,0 1 1,-1 1 0,-1 1-1,-1 1 1,0 0-1,-2 1 1,0 0-1,-1 1 1,11 29 0,-12-21-25,-1 1 1,-1 0-1,-2 1 1,-1 1-1,-2-1 1,-1 1-1,-1-1 1,-2 1-1,-1 0 1,-2 0-1,-8 44 1,-2-18-17,-3 0 0,-3-1 0,-44 99 0,14-59 72,-73 111 0,89-158-80,-8 14-9,-69 84-1,108-147 11,-1 0 0,0 0 0,1 0-1,-1 0 1,1 0 0,0 0-1,0 0 1,-1 1 0,1-1 0,1 0-1,-1 1 1,0-1 0,1 0 0,-1 1-1,1 2 1,0-3-5,0-1 0,0 0 0,1 1 0,-1-1 0,0 0-1,1 1 1,-1-1 0,1 0 0,0 0 0,-1 0 0,1 1 0,0-1 0,0 0 0,0 0-1,-1 0 1,1 0 0,0 0 0,0-1 0,1 1 0,1 1 0,1 0-38,1 1 1,0-2-1,0 1 0,0 0 1,1-1-1,-1 0 1,0 0-1,0-1 0,1 1 1,-1-1-1,0 0 1,10-2-1,35-7-1076,-1-2 1,0-2-1,84-35 1,134-85-7873,-123 48 751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9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4057 371 8733,'-186'-99'2837,"-95"-43"1081,221 118-3246,0 2 0,-123-27 0,92 34-237,-1 5 0,0 3 1,0 5-1,-1 3 1,1 5-1,-175 33 1,142-10-31,1 5 1,2 6 0,2 5 0,-166 87 0,174-69-25,3 5-1,4 5 1,2 4 0,4 5 0,4 3-1,-154 180 1,134-120-72,5 5 1,7 4-1,7 5 0,-84 190 0,139-256-211,4 2-1,4 1 1,5 1-1,-21 128 1,23-33 17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49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945 1 20258,'-368'114'-1100,"220"-54"212,44 1-132,14-10-305,-7 39-427,17-14-2328,23 5-3029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51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4433 1 4792,'-28'20'1067,"23"-16"3875,6-4-4865,1-1 0,0 1-1,0 0 1,-1 0 0,1 0 0,0 0 0,0 0-1,-1 1 1,1-1 0,0 1 0,0-1-1,1 1 1,5 2 113,38 8 935,-1 2-1,81 35 0,81 57 1018,405 254 211,-517-300-2206,-3 5 0,-3 3 0,-2 5 0,120 128 0,-163-149-85,-2 3 0,-2 1 0,45 83-1,-61-91-25,-2 1 1,-2 1-1,-2 1 0,22 101 0,-33-103-17,-1-1 1,-3 1-1,-2 0 0,-2-1 1,-12 85-1,5-87 1,-3-1 1,-2-1-1,-2 0 0,-1-1 1,-28 51-1,38-81-15,-22 42 14,-2-2 0,-2 0 0,-3-3 0,-1-1 0,-75 75 0,-230 167-33,315-269 7,-109 77-169,-5-5 1,-3-7-1,-4-6 1,-160 62-1,-648 187-594,636-243 594,-585 80-1,674-143 9,-2-10-1,-241-19 1,308-8 78,-168-37 0,229 28 16,0-4 1,2-5-1,1-4 0,2-4 1,-123-70-1,173 81 37,2-2 0,-67-56 0,92 67 17,0-1 1,0-1 0,2-1 0,1-1-1,1-1 1,-19-34 0,30 43 7,0 1 0,2-1 0,0 0 0,0-1 0,2 1 0,0-1 0,1 1 0,1-1 0,0 0 1,1 0-1,1 0 0,1 1 0,5-26 0,5-9-18,2 0 0,35-79 0,-45 119 21,40-91-18,5 1 0,4 4 0,71-100 0,217-233-188,-206 280 191,5 7 0,7 6 0,6 7 0,5 6 0,211-125 0,-254 185 20,3 6 1,2 5 0,2 5-1,224-56 1,-157 64-1,1 8 0,308-12 1,-316 43-558,-1 7 0,-1 9 0,328 69 0,-467-76-479,-1 2 0,0 2-1,67 29 1,-100-37 218,1 1 0,-1 0-1,13 10 1,14 17-3721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51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 8525,'-13'9'508,"36"-9"-468,18-15-1144,-11 9-1188,10 9-401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5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617 0 8057,'0'0'1834,"-4"1"-109,-1 0-1287,2 0-137,0-1-1,-1 1 1,1 0-1,0 0 1,0 1-1,0-1 1,-1 0-1,1 1 1,1 0 0,-1 0-1,0 0 1,0 0-1,1 0 1,-4 4-1,-5 7 700,0 0 0,-1 0 0,-25 19 0,-12 12 767,7 2-809,3 3 0,2 1 1,1 2-1,4 1 0,1 2 0,3 1 0,-21 61 0,15-22-392,5 2 1,4 2-1,-21 159 1,40-206-526,2 1 1,2-1 0,3 1 0,2 0-1,2-1 1,2 0 0,16 55 0,-15-80-24,1-1-1,1 0 1,2 0 0,1-1-1,0 0 1,23 29 0,-22-36-13,0-1 1,1-1-1,1 0 1,1-2-1,0 0 1,1 0-1,0-2 1,37 20-1,-29-21-5,1 0 0,0-2 0,0 0 0,1-2 0,0-2 0,1 0 0,-1-2 0,1-1 0,0-1 0,52-6 0,-36-1 0,-1-1 0,0-3 0,0-2 0,-1-2 0,-1-1 0,51-27 0,-72 31 0,0 0 0,-1-1 0,-1-2 0,0 0 0,-1 0 0,0-2 0,20-23 0,-32 32 0,-1 0 0,0 0 0,-1-1 0,0 1 0,0-1 0,0 0 0,-1 0 0,0 0 0,3-17 0,-5 18 0,0 0 0,-1 1 0,0-1 0,-1 0 0,1 1 0,-1-1 0,0 0 0,-1 1 0,0-1 0,0 1 0,0 0 0,-1 0 0,0 0 0,-5-9 0,-1 3-38,0-1 0,-1 1 0,-1 1 0,0 0 0,0 1 0,-1 0 0,-1 0 0,0 1 0,0 1-1,0 0 1,-1 1 0,-16-6 0,-13-3-237,-1 1-1,-78-15 1,58 19-731,0 3 0,0 2 0,-95 4 1,-74 25-6676,174-11 1299,15 3-3994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59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242 356 10093,'-20'8'1324,"-1"-2"-1,0 0 1,0-2 0,0 0-1,-1-1 1,0-1 0,-33-1 0,21 2 2113,30-3-2841,17-5 240,-12 5-804,426-113 2203,-148 44-4035,-139 31 271,114-31-2987,-84 24-1383,37-9-5192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59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43 10453,'1'0'139,"0"-1"0,0 1 0,0-1 0,0 1-1,0-1 1,0 0 0,0 1 0,0-1 0,0 0 0,0 0 0,0 0 0,-1 0 0,1 0 0,0 0-1,0 0 1,-1 0 0,1 0 0,-1 0 0,1 0 0,-1 0 0,1 0 0,-1 0 0,0-1 0,0 1-1,1 0 1,-1 0 0,0-2 0,-2 2 222,1-1 0,-1 1-1,1 0 1,-1 0 0,1-1 0,-1 1-1,0 0 1,1 1 0,-1-1-1,0 0 1,0 0 0,0 1 0,0-1-1,0 1 1,0 0 0,-3-1 0,2 1-81,1 0 1,0 0 0,-1 0 0,1 0-1,-1 0 1,1 0 0,0 0 0,-1 1 0,1-1-1,0 1 1,0 0 0,-1 0 0,1 0 0,0 0-1,0 0 1,0 0 0,0 0 0,0 1 0,0-1-1,0 1 1,1 0 0,-1-1 0,0 1 0,1 0-1,0 0 1,-1 0 0,-1 4 0,-2 4 226,0 1 0,0 0 1,1 1-1,-3 13 0,5-16 23,-103 323 834,49-163-1310,27-90-219,-34 160 0,51-167-2278,-4 101 0,16-143 818,1-1 0,7 36 0,-5-47-192,1 0 1,1-1-1,0 0 0,13 28 1,12 5-8847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5:5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 14705,'-10'18'3149,"17"12"-413,16 0-88,-9 3-196,-8 3-407,-2 13-301,-8 2-392,-2 12-272,-11 19-224,4 5-856,-1 3 0,-6 4-516,3-1-1264,11 1-596,2-4-1013,4-5-3867,7-7-7210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499 880 2280,'0'0'550,"-2"-1"-28,-19-10 812,-36-11 0,-7-3 883,50 18-1804,-13-4 620,1-1-1,0-1 0,1-1 0,1-2 1,-34-27-1,47 33-710,0-1 0,1 0 0,0-1 0,1 1 0,0-2 0,1 1 0,1-1 0,0-1 0,0 1 0,2-1 0,-1 0 0,2 0 0,0-1 0,1 0 0,0 1 0,1-1 0,1 0 0,0-21 0,4 16-114,1 0 1,0-1 0,2 2-1,0-1 1,1 0-1,1 1 1,1 1-1,0-1 1,2 2-1,0-1 1,1 1-1,1 1 1,24-24 0,-18 22 3,1 1 0,0 1 0,2 1 1,0 1-1,36-17 0,-44 24-137,1 1 0,0 1 0,0 0 0,0 1-1,1 1 1,-1 0 0,1 1 0,0 0 0,0 2 0,20 1-1,-29 0-54,0 0-1,-1 0 0,1 1 0,-1 0 1,1 0-1,-1 1 0,0 0 0,1 0 1,-2 0-1,1 1 0,0 0 1,-1 0-1,1 0 0,-1 1 0,-1-1 1,1 1-1,0 1 0,-1-1 0,0 1 1,-1-1-1,1 1 0,-1 0 0,4 11 1,3 10 32,-2 2 0,0-1 0,-2 1 0,3 38 0,2 8-67,-5-48-17,0 1 1,2-1-1,1-1 1,1 1-1,24 42 0,-25-55-17,0 0 0,1-1-1,0 0 1,1-1-1,1 0 1,0 0-1,0-2 1,1 1-1,1-2 1,0 0-1,18 10 1,47 15-77,2-3 1,161 39-1,-139-43 36,119 47-1,-205-67 63,0 1 1,0 0-1,-1 1 0,-1 0 1,1 1-1,-2 1 1,24 22-1,-34-28 23,1 0 0,-1 1 0,0-1 0,0 1 0,0 0 0,-1 1 0,0-1 0,0 0 0,-1 1 1,0 0-1,0 0 0,0-1 0,-1 1 0,0 0 0,-1 0 0,1 0 0,-1 0 0,0 0 0,-1 0 0,0 0 0,0 0 0,-4 13 0,-1-3-1,-1-1 0,0 0-1,-1 0 1,0 0-1,-2-1 1,0-1 0,0 0-1,-1 0 1,-1-1 0,-17 15-1,-19 14-16,-80 53 0,128-95 23,-610 349 56,407-243-298,136-70-195,-229 119-667,145-84-2036,1-10-4070,66-32-2623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2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15 11229,'3'-15'11979,"-4"18"-9851,-5 18-563,1 0 0,-5 32 0,-1 13-75,-33 106-319,16-72-1836,5 1 0,-12 125 0,33-200-7,-8 162-5922,10-153 2641,8 53 0,18 30-8588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3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239 375 5240,'0'0'1615,"1"-3"-76,10-24 1267,-10 24-1539,-1 0-175,-3-66 3351,3 66-3708,-16-28 1025,15 29-1284,-15-53 1742,16 52-2064,-1-1 1,0 0-1,0 1 1,0-1-1,0 0 1,-1 1-1,1-1 1,-1 1-1,-2-4 1,2 3-43,1 2 313,-26-18 760,23 22-1110,-1 0 1,0 0 0,1 1-1,-1-1 1,1 1-1,0 0 1,0 1 0,0-1-1,0 1 1,1-1-1,-6 9 1,1-1 47,1 1-1,0 1 1,-5 15 0,-3 9 78,2 1 0,2 1-1,-9 54 1,-2 119 137,21-178-314,1 1-1,2-1 1,1 0 0,2 0 0,1 0 0,2 0 0,1-1-1,2-1 1,16 36 0,-18-49-21,1-2-1,1 1 1,0-1-1,1-1 1,1 0-1,1 0 0,17 14 1,-19-19-10,1-1 0,0-1 0,1 0 0,0-1 0,0-1 1,1 0-1,-1-1 0,2 0 0,29 6 0,-25-8-7,1-1-1,0 0 1,0-2 0,0 0-1,0-2 1,0 0 0,0-1-1,0-1 1,31-10 0,-38 9 10,-1-1 0,0 0 0,-1-1 1,1-1-1,-1 0 0,-1 0 0,1-1 0,-1-1 1,-1 0-1,1 0 0,-2-1 0,1 0 0,-1-1 1,-1 0-1,11-18 0,-12 15-7,-1-1 0,0 0 0,-1 0-1,0-1 1,-1 1 0,-1-1 0,-1 0 0,0 0 0,-1-32 0,-3 4 19,-2 1 1,-14-63 0,4 49-32,-3 1 0,-3 1-1,-1 0 1,-3 2 0,-3 1-1,-1 0 1,-49-63 0,58 89-252,-1 0 0,-1 2 0,-49-43 0,61 59 63,-1 0 0,0 1 0,0 0 0,0 1 0,-1 0 0,0 0 0,0 1 0,-1 1 0,1 0 0,-1 0 0,0 2 0,0-1 1,-19-1-1,26 5-10,0-1 1,0 1 0,0 0-1,0 0 1,0 0 0,0 1-1,0 0 1,0 0 0,0 0-1,1 1 1,-1-1 0,1 1-1,0 0 1,-1 0 0,1 1-1,1-1 1,-1 1 0,-5 7 0,2-2-886,0 1 0,1 0 0,0 0 0,1 1 0,0-1 0,1 1 0,-4 14 0,-4 30-7492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4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177 248 10177,'-33'-6'617,"12"2"377,0 0 0,-1 2 0,-22 0 1,41 2 295,-17 0 601,7 2-1261,16-2 110,30-3-312,275-19-1098,282-25-2415,320-71-4816,-668 77 2791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9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150 234 8133,'-27'-3'11873,"6"7"-10480,17-2-1305,1 0-1,1 0 0,-1 0 1,0 0-1,1 1 0,-1-1 1,1 1-1,-1 0 1,1 0-1,0 0 0,1 0 1,-1 0-1,0 0 0,1 0 1,-2 6-1,-16 62 1095,13-42-788,-7 26 253,3 0 1,-3 63-1,11-84-479,2 1 0,1-1 1,2 0-1,11 58 0,-11-81-140,1 1 0,0-1 0,0 0 0,1-1 0,0 1 0,1-1 0,0 0 0,0 0 0,1-1 0,1 1 0,0-2-1,0 1 1,0-1 0,1 0 0,0-1 0,14 8 0,-10-7-6,1-1 0,0-1-1,0 0 1,1-1 0,-1 0-1,1-1 1,0-1 0,1-1-1,-1 0 1,0 0 0,30-3-1,-20 0-11,1-2 0,-1-1 0,-1-1-1,1-1 1,-1-1 0,0-1 0,0-1-1,-1-1 1,0-2 0,-1 0 0,21-15-1,-28 16-7,-1-1-1,-1 0 0,1-1 1,-2 0-1,0-1 0,-1 0 1,0-1-1,-1 0 0,-1-1 0,0 0 1,-1 0-1,-1-1 0,0 0 1,-2 0-1,0-1 0,3-18 1,-5 14-12,0 0 0,-2 0 0,0 0 0,-2 0 0,0 0 0,-1 0 0,-10-37 0,4 31-1,-1 0 0,-2 1 1,-1 0-1,-1 1 0,-1 0 0,-21-28 0,-63-77-79,90 121 50,0 0 1,-1 0-1,0 1 0,-1 0 1,0 0-1,0 1 0,-1 0 0,0 1 1,-1 1-1,1 0 0,-1 0 1,0 1-1,-17-5 0,21 8-203,-1 0 0,0 0 0,0 0 0,0 1 0,0 0 0,0 1-1,0 0 1,0 1 0,-1 0 0,1 0 0,1 1 0,-1 0 0,0 0 0,-11 6 0,14-6-211,1 1 0,0 0 0,0 0 1,0 1-1,0-1 0,0 1 0,1 0 1,0 0-1,-7 8 0,8-7-232,0-1-1,1 1 1,-1 0-1,1 0 1,0 0-1,0 0 1,0 0-1,1 0 1,0 0-1,0 1 0,0 8 1,2 23-7137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9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1 245 10941,'-1'0'162,"1"-1"0,0 1 0,1-1-1,-1 1 1,0-1 0,0 1 0,0 0 0,0-1 0,0 1-1,0-1 1,0 1 0,1 0 0,-1-1 0,0 1 0,0 0 0,0-1-1,1 1 1,-1 0 0,0-1 0,1 1 0,-1 0 0,0 0-1,1-1 1,-1 1 0,0 0 0,1 0 0,-1 0 0,0-1-1,1 1 1,-1 0 0,1 0 0,-1 0 0,0 0 0,1 0 0,-1 0-1,1 0 1,-1 0 0,0 0 0,1 0 0,-1 0 0,1 0-1,-1 0 1,0 0 0,1 0 0,-1 0 0,1 0 0,-1 1 0,0-1-1,1 0 1,19 25 2226,11 39-2036,-21-34-205,0 0 1,-3 0 0,0 1-1,-2-1 1,-1 1 0,-1 1 0,-3 35-1,-3-18-87,-2 0 1,-2 0-1,-25 84 0,-8 7 98,39-137 70,2-8-164,0 1 1,0 0-1,0 0 1,1-1-1,-1 1 1,1 0-1,0 1 1,1-1-1,4-7 1,-1 1 43,116-217 662,-70 124-684,89-208-2605,-117 254 1236,-5 12 114,35-93-4796,-38 89 1481,-2 9-2302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1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2399 208 6709,'-14'-16'970,"-1"0"0,0 1 0,-2 1 0,1 1 0,-2 0 0,1 1 0,-2 1 0,-26-12 0,-2 6-368,0 3 1,-1 1 0,0 2-1,0 3 1,-1 2 0,-1 1-1,-78 4 1,38 7-229,0 3-1,1 5 1,-112 31 0,128-23-243,1 3 1,1 3-1,2 4 0,1 2 1,2 3-1,1 3 1,2 3-1,-68 61 0,71-50-73,2 3 0,2 2-1,3 3 1,3 2 0,2 2-1,3 2 1,-53 112 0,71-122-36,2 2 1,3 0-1,3 2 1,-16 87-1,29-114-5,2-1-1,2 1 1,1 0 0,1 0 0,3 0-1,0-1 1,2 1 0,2-1-1,18 57 1,-10-53-11,1 0 0,3-1 0,0-1 0,3-1 0,0-1 0,3 0 0,31 32 0,-20-28 8,2-2-1,2-2 1,1-2 0,2-1 0,50 27 0,-23-21-7,2-4-1,1-3 1,1-3 0,1-3 0,1-4 0,1-2 0,121 10 0,-52-21 21,243-19 0,-276 3 11,-1-5 0,0-5 0,151-47 0,-192 43-28,-1-3 0,-1-3 1,-2-4-1,-1-2 0,-1-3 0,67-53 0,-102 68-6,-2-2 0,-1-2 0,-2 0 0,0-2 0,-2 0-1,-1-2 1,-1 0 0,-2-1 0,-1-2 0,-2 1 0,13-39 0,-14 26-4,-2-1 0,-2 0-1,-3 0 1,-1-1 0,-2-1 0,-3 1 0,-1 0 0,-7-55 0,-3 31-17,-2 2 1,-4-1-1,-2 2 1,-4 0-1,-3 1 1,-2 1-1,-4 2 1,-69-114-1,69 133-3,-2 3 0,-1 0 0,-3 2 0,-1 2 0,-1 1 0,-3 2 0,-1 2 0,-1 2 0,-2 2 0,-1 1 0,-1 3 0,-70-28 0,69 35-355,-2 3 1,-101-20-1,125 32-346,1 2-1,-1 1 0,-27 2 1,36 0-510,0 1 0,1 1 0,0 1 0,0 0 0,-25 11-1,-19 18-8235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10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10505,'27'-16'580,"-24"-11"-748,4 0-1088,-7 6-5421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 12717,'0'0'8071,"-4"3"-6263,-2 2-1337,-1 1 0,2 1 0,-1-1 0,1 1 1,0 0-1,0 0 0,1 1 0,0-1 0,-6 17 0,-3 11 661,-7 37 1,11-36-526,-20 69 40,4 1 0,6 1 0,-11 195 0,29-254-647,3 0 0,2 0 0,1 0 0,3 0 0,2-1 0,2 0 0,34 85 0,-35-109 0,1 0 0,1-1 0,0-1 0,2 0 0,1-1 0,0-1 0,22 20 0,-23-25 0,1-1 0,1-1 0,0-1 0,1 0 0,0-1 0,0-1 0,1-1 0,0 0 0,34 8 0,-29-11 0,-1-1 0,1-1 0,0-1 0,0-2 0,0 0 0,0-1 0,-1-1 0,1-2 0,0 0 0,-1-1 0,0-2 0,0 0 0,-1-2 0,26-12 0,-24 8 0,0-1 0,-2-1 0,1-1 0,-2 0 0,0-2 0,-1-1 0,-1 0 0,-1-1 0,0-1 0,-2-1 0,0-1 0,14-28 0,-17 25 0,-1-1 0,-1-1 0,-1 0 0,-2 0 0,-1-1 0,-1 0 0,-1 0 0,-2 0 0,-1-1 0,-1 1 0,-2-1 0,-1 1 0,-8-47 0,4 50 0,-1-1 0,-1 2 0,-1-1 0,-1 1 0,-2 1 0,0-1 0,-2 2 0,0 0 0,-2 1 0,0 0 0,-1 2 0,-1 0 0,-2 0 0,1 2 0,-25-17 0,2 5-709,-2 3-1,-1 1 1,-48-19 0,39 22-1038,-2 3 1,0 3-1,-2 2 1,1 3 0,-1 2-1,-1 2 1,0 4-1,-76 2 1,24 10-9482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0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15521,'26'10'3123,"-22"-8"-2470,1-1 0,0 1 0,-1-1-1,1 1 1,-1 1 0,0-1-1,1 1 1,-1 0 0,-1 0 0,1 0-1,0 0 1,-1 0 0,6 8 0,3 10-380,-1 1 0,-1 0 0,-1 0 1,-1 1-1,-1 0 0,-2 1 0,0-1 0,-1 1 1,1 44-1,-4 19 825,-15 120 0,9-164-1042,-28 236-3949,-44 138-9060,50-297 16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11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178 109 3652,'0'0'2025,"-3"-1"-1220,2 0-924,-1 1 264,1 0 0,0-1-1,-1 1 1,1 0 0,0-1 0,-1 1 0,1-1 0,0 0 0,-1 1 0,1-1-1,0 0 1,0 0 0,0 0 0,0 0 0,0 0 0,0 0 0,0 0 0,0 0 0,0 0-1,0 0 1,0-1 0,1 1 0,-1 0 0,1 0 0,-1-1 0,1 1 0,-1-1-1,1 1 1,0 0 0,0-1 0,-1-1 0,0-4 274,-1 0 1,0 0-1,0 1 1,0-1-1,-1 1 1,-6-10-1,1 0-15,7 13 1009,1 6-1374,-41 145-479,36-131-35,1 1 0,-3 28 0,1-3-300,3-26 505,2-14 28,1 0 61,-3 25-16,3-25 107,-2-5-228,-17-21-337,16 20 15,-10-29-3983,6 19 1672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12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3608,'17'135'684,"-17"7"-2916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16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67 4060,'3'-11'8655,"4"-4"-3126,-4 4-6883,-3 8 2378,-1 1-602,-1-1-262,0 0 0,0-1 0,0 1 0,0 1 0,0-1 0,-5-4 1317,6 11-1299,-5 25 107,2 0-1,1 0 1,1 48 0,-3 26 84,-15 180 176,-2 30-306,-7-8-142,-15 144-1318,9-176-1319,-13 122-7426,40-293 3337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18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2015 1 2872,'-30'6'1058,"-59"3"0,54-6-478,-40 7 1,40-3-363,1 1 1,0 2-1,0 2 1,1 0-1,1 3 1,0 0-1,1 2 1,1 2-1,0 0 1,2 2-1,-39 37 1,22-11 65,-73 101 1,-26 69 30,80-117-195,-298 475 229,261-395-192,-102 249-1,13 104 119,149-385-188,-38 256 1,69-319-30,4 0-1,4 1 1,15 147 0,-5-176-17,2 0 0,3-1-1,2 0 1,3-1 0,2-1 0,38 74 0,-26-72 23,2-1 1,2-2-1,3-2 0,2-1 1,2-3-1,2-1 1,2-2-1,2-2 0,2-2 1,1-3-1,2-2 1,2-2-1,1-3 0,1-3 1,1-1-1,1-4 1,94 23-1,-76-29 38,0-3-1,1-3 1,1-3-1,-1-5 1,1-2 0,0-4-1,141-26 1,-124 8 12,0-3-1,-2-5 1,-1-4 0,-2-4 0,162-93 0,-197 95-75,-1-2 0,-3-2 0,-1-2 0,-2-3 0,53-61 0,-50 43-15,-3-2 0,-3-2 0,72-139 0,-56 74-25,-5-4 0,-7-1 0,-6-3 0,-5-2 0,31-221-1,-54 226-25,-7-1 0,-5 0 0,-6 0 0,-6 1 0,-51-273 0,39 328 18,-3 2 0,-4 0 0,-3 1 0,-73-138 0,75 169-9,-3 2-1,-1 1 1,-2 1-1,-3 2 1,0 2-1,-3 1 1,-2 2-1,-63-46 1,61 54-84,-1 2 0,-2 2 0,0 1 0,-2 3 0,0 2 1,-83-21-1,99 33-408,-1 1 0,0 2 1,0 1-1,-1 1 0,1 2 1,0 2-1,0 1 1,0 1-1,0 2 0,0 1 1,-44 16-1,-28 22-3686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0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1180,'77'19'-404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1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859 2322 4436,'-43'6'1308,"2"2"-1,-1 2 1,-54 20-1,86-27-1102,-77 26 1076,-437 131 5041,510-157-5916,12-5 3,24-10 120,-11 5-529,74-34 263,1 4 1,138-41-1,-217 76-257,247-73 150,66-9-17,64-6 6,68-7-25,68-6-70,57-7-51,1607-272 703,15 30 91,2230-247 590,12 155-4524,-4105 417 530,-63 9-2890,-54 7-3363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1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9553,'2'-20'1593,"0"-1"-1,1 1 1,1 0 0,1 0 0,13-33 6031,-4 72-5328,-8-10-2038,-1 1 0,-1 0 0,0-1 0,0 2 0,-1-1 1,4 19-1,5 72 562,-8-53-530,15 320-655,-10-130-2570,-2-98 318,11 144-7911,0-141-397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2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12 10417,'-22'-10'1998,"17"8"3303,-1 62-601,4-47-4100,0 1 1,0 25-1,27 168 2189,-8-88-2084,35 461-3827,-48-189-7282,-13-171-797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24 7657,'-2'-23'14524,"-6"41"-11805,4-4-2360,1 0 1,0-1-1,1 1 0,0 0 1,1 22-1,7 80 742,-1-41-616,3 229 308,2 53-2023,2-134-541,15 310-3802,-10-179-1472,-3-20-3787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44 531 10461,'-13'6'683,"-4"1"179,3-5 8637,27-16-7281,5-2-1803,0 2-1,1 0 1,1 1 0,0 1-1,31-14 1,114-40 172,329-88-1463,-210 71-2727,-1-6-5971,-137 44-187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6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11729,'138'-36'5010,"-117"32"-4469,1 1 1,-1 1-1,1 1 1,-1 1-1,1 1 1,37 6-1,-44-4-444,1 1 1,-1 1-1,-1 0 0,1 1 1,-1 0-1,0 2 1,0-1-1,-1 2 0,0 0 1,13 11-1,-17-12-68,0 1 0,-1 0 0,0 0 1,-1 1-1,0 0 0,0 0 0,-1 0 0,0 1 0,-1 0 1,0 0-1,-1 1 0,0-1 0,-1 1 0,0 0 0,-1 0 0,-1 0 1,1 0-1,-2 0 0,0 1 0,0-1 0,-1 0 0,-3 14 1,-4 13 4,-2 0 1,-2 0-1,-1-1 0,-2-1 1,-28 50-1,-18 21 32,-94 125-1,45-72 32,-4 35 88,114-196-183,0 1-1,0-1 1,-1 1-1,1-1 1,0 1-1,0-1 1,-1 1-1,1-1 0,0 1 1,0-1-1,0 1 1,0-1-1,0 1 1,0-1-1,0 1 1,0-1-1,0 1 1,0-1-1,0 1 1,0-1-1,0 1 1,0-1-1,0 1 1,0-1-1,1 1 1,-1-1-1,0 0 1,0 1-1,0-1 1,1 1-1,-1-1 1,0 1-1,1-1 1,-1 0-1,0 1 1,1-1-1,-1 0 1,1 1-1,-1-1 1,1 0-1,-1 0 1,1 1-1,-1-1 0,0 0 1,1 0-1,-1 0 1,1 0-1,-1 1 1,1-1-1,-1 0 1,1 0-1,0 0 1,-1 0-1,1 0 1,-1 0-1,1-1 1,-1 1-1,1 0 1,0 0-1,36-6 35,-4-6-85,0 0-1,-1-2 0,35-22 0,-43 24-79,46-30-1558,-1-2-1,-3-4 0,61-55 0,-40 31-2739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6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43 8225,'6'-13'846,"0"-3"215,-4 3 4904,-16 20-3524,11-5-2296,0 1 0,0-1 0,0 1 1,1 0-1,-1 0 0,0 1 0,1-1 1,0 0-1,0 1 0,0 0 0,0-1 0,1 1 1,-3 7-1,-7 57 612,7-40-390,-2 8-207,2 0 0,1 1 0,2 0 0,2 0 0,1-1-1,1 1 1,12 49 0,-10-68-140,-1 0 27,1 1 0,13 28 0,-15-42-35,-1 0 0,1 1 0,0-1 0,1-1 0,-1 1 0,1 0 1,0-1-1,0 0 0,1 0 0,-1 0 0,1-1 0,10 7 0,-10-7-5,0 0 1,1 0-1,-1-1 0,1 0 1,-1 0-1,1 0 0,0 0 1,0-1-1,0 0 0,0 0 1,0-1-1,0 0 0,0 0 1,0 0-1,0-1 0,0 1 1,0-1-1,0-1 0,9-3 1,-6 1 10,-1 0 0,0-1 0,0 0 0,0-1 0,-1 1-1,0-1 1,0-1 0,0 0 0,-1 0 0,0 0 0,-1 0 0,1-1 0,-1 0 0,-1 0 0,1-1 0,-2 1 0,1-1 0,-1 0 0,0 0 0,2-17 0,-3 14 2,-1-1 0,0 1 0,-1-1 1,-1 1-1,0-1 0,-1 1 1,0-1-1,0 1 0,-2 0 0,-5-15 1,0 5-1,-1 1 0,-1 0 0,-1 1 0,-22-30 0,29 44-127,0 1 0,0-1 1,0 1-1,-1 1 0,0-1 0,0 1 1,0 0-1,-1 0 0,1 0 0,-1 1 1,0 0-1,0 1 0,0-1 0,0 1 1,-1 1-1,1-1 0,0 1 0,-1 1 1,1-1-1,-1 1 0,1 1 1,-1-1-1,-9 3 0,-3 1-1134,1 0-1,1 1 1,-1 1-1,1 1 1,0 1-1,0 0 1,-31 21-1,-21 23-7419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7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8057,'-1'0'197,"0"0"1,1 1 0,-1-1-1,0 0 1,0 1 0,1-1-1,-1 0 1,0 1 0,1-1-1,-1 1 1,0-1 0,1 1-1,-1-1 1,1 1 0,-1 0-1,1-1 1,-1 1 0,1 0-1,-1-1 1,1 1 0,-1 0-1,1 0 1,0-1 0,-1 2-1,14 11 6668,5 3-7225,-9-5 673,0 1 0,-1-1 0,-1 1 0,0 1 0,0 0 1,5 16-1,24 87 1039,-20-58-637,5 14-2,40 114 723,-49-156-1265,1-1-1,1-1 1,2 0 0,23 31-1,-22-38-109,0-1 0,2 0-1,0-2 1,1 0 0,1-1-1,1-1 1,0-1 0,39 20 0,-38-25-94,1 0 1,1-1 0,-1-1-1,29 4 1,260 46-1117,-264-52 741,1-1 1,-1-3-1,1-2 1,71-8-1,-85 4 119,70-9-1486,-1-4 0,134-41-1,52-42-6267,-163 46 723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8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9445,'9'-8'667,"0"1"0,0-1 0,1 2 0,0-1 0,1 1 0,10-4 0,-16 8-429,0 0-1,-1 1 1,1-1-1,0 1 0,0 1 1,-1-1-1,1 0 0,0 1 1,0 0-1,0 0 0,0 1 1,0 0-1,0-1 1,-1 1-1,1 1 0,0-1 1,-1 1-1,7 2 0,-2 1-118,-1 0-1,1 1 1,-1 0-1,0 0 1,0 1-1,-1 0 0,1 0 1,-2 0-1,1 1 1,-1 0-1,0 1 1,-1-1-1,8 17 1,-6-7-40,-1 1 0,-1-1 1,0 1-1,-1 0 1,-2 0-1,2 29 1,-3-9 67,-2 0 1,-13 77-1,-27 76 268,4-28-164,34-146-204,1 0 0,-1 28-1,3-41-43,0 1-1,1 0 1,-1 0-1,1 0 1,1-1-1,-1 1 0,1 0 1,0-1-1,0 1 1,1-1-1,3 6 1,-5-9-49,0-1 0,1 0 0,-1 0 0,1 1 1,-1-1-1,1 0 0,0 0 0,-1-1 0,1 1 0,0 0 1,0 0-1,0-1 0,-1 1 0,1-1 0,0 0 1,0 0-1,0 1 0,0-1 0,0 0 0,0-1 0,0 1 1,2 0-1,43-11-1044,-39 9 787,4-2-418,0-1 0,-1-1 1,0 0-1,0 0 0,0-1 0,0 0 1,-1-1-1,0 0 0,10-12 0,4-1-1644,31-27-4748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10053,'0'0'3396,"-7"18"-1676,4 3 1241,-1 0-1745,1-3-64,0 6-180,-1 21-148,4 1-156,7 8-152,3 9-540,-3 3-680,-7-5-1316,3 8-368,7 19-3089,-3 2-4404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0 165 6413,'3'-5'439,"-1"0"-1,1 0 1,-1 0 0,-1 0 0,2-7 0,-2 7-134,0 1 0,0 0-1,1 0 1,-1 0 0,1 0-1,0 0 1,0 0 0,0 0-1,0 0 1,6-5 0,57-46 3012,-50 43-2596,-14 11-673,-1 0-1,1 0 0,0 0 1,0 1-1,0-1 0,0 0 1,0 1-1,0-1 0,0 0 1,1 1-1,-1 0 0,0-1 1,0 1-1,0 0 1,0-1-1,1 1 0,-1 0 1,0 0-1,0 0 0,1 0 1,-1 0-1,0 0 0,0 0 1,0 1-1,1-1 0,-1 0 1,0 1-1,0-1 1,0 1-1,0-1 0,0 1 1,0-1-1,0 1 0,0 0 1,0 0-1,0-1 0,0 1 1,0 0-1,0 0 0,0 0 1,-1 0-1,1 0 1,0 0-1,-1 0 0,1 0 1,0 2-1,3 6 78,-1-1 1,0 1-1,0 0 1,2 16-1,-5-23-96,9 66 352,-3 1 1,-3 0 0,-9 98-1,2-50-144,4-112-224,1 181 432,1-157-345,1 0 1,2 0-1,0-1 1,14 39-1,-18-62-77,2 0 0,-1 1 0,0-1-1,1 0 1,0 0 0,0-1 0,1 1-1,-1-1 1,1 1 0,0-1 0,0 0 0,1-1-1,-1 1 1,10 5 0,-7-6-3,0 1 1,0-2-1,1 1 1,-1-1-1,1 0 0,0 0 1,-1-1-1,1 0 1,13-1-1,7-2-2,-1-1 1,0-1-1,0-2 0,0 0 0,28-12 0,29-14-851,133-69-1,69-63-8012,-274 157 8113,84-53-7733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29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108 148 5288,'-24'9'769,"-8"1"-10,1-8 3621,28-3-3957,1-1-1,0 0 0,0-1 0,0 1 1,0 0-1,1 0 0,-1-1 0,0 1 1,0-4-1,2-7 177,1 0 0,0-1-1,1 1 1,6-23 0,-7 32-495,1 0-1,-1 0 0,1 0 1,0 0-1,0 1 1,1-1-1,-1 1 1,6-7-1,-7 9-81,1-1-1,0 1 1,0 0-1,-1-1 1,1 1-1,0 0 1,0 0-1,0 0 1,0 1-1,0-1 1,0 0-1,0 1 1,0-1-1,1 1 1,-1 0 0,0 0-1,0 0 1,4 0-1,-4 1-6,0 1-1,1-1 1,-1 1-1,0-1 1,0 1-1,1 0 1,-1 0 0,-1 0-1,1 0 1,0 0-1,0 0 1,-1 0-1,1 1 1,-1-1-1,0 1 1,2 3-1,1 7 7,0 0 0,0 1-1,-1 0 1,-1 0-1,0 0 1,-1 0-1,-1 0 1,0 0-1,-3 22 1,1 16 20,-6 60 61,3-45-51,4-63-48,1 0 1,0-1-1,0 1 0,0 0 1,0-1-1,1 1 1,-1 0-1,1-1 0,0 1 1,0 0-1,0-1 1,1 1-1,-1-1 0,1 0 1,0 1-1,0-1 1,0 0-1,5 5 0,-4-5-4,1-1 1,-1 0-1,1 0 0,-1 0 0,1 0 0,0-1 0,0 1 0,0-1 0,0 0 0,0 0 0,0 0 0,0-1 0,0 1 1,6-1-1,11-2-26,-1 0 1,1-1-1,-1-1 1,0-2-1,26-9 1,171-73-2346,-75 22-2811,-115 53 3614,83-41-6615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131 390 11201,'-43'-31'2292,"29"13"-288,-9-9-227,13 15-49,0-9-220,-4-3-80,4 3-244,4 0-216,16-9-216,10-7-280,10 13-104,20-3-716,17 6-312,13 0-780,11 3-912,9 3-820,8 3-2085,15 3-4212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0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1 405 13601,'13'-37'2460,"-3"16"-55,24 3-533,6 3-408,14-3-252,6-3-408,24-3-736,13-6-420,10-6-732,20-4-884,0-8-548,1-3-2829,6 6-4292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446 102 10233,'-2'-1'286,"1"0"0,0 0 0,-1-1 0,1 1 0,0-1 0,0 1 0,0-1 0,0 0 0,0 1 1,0-1-1,1 0 0,-1 0 0,0 1 0,1-1 0,0 0 0,-1-3 0,0 1 187,0 0 0,0 0 1,0 1-1,0-1 0,-1 1 0,1-1 1,-3-3-1,2 4-143,-1 0 0,0-1 1,1 1-1,-1 1 0,0-1 1,0 0-1,-1 1 0,1-1 0,0 1 1,-1 0-1,1 0 0,-1 1 1,0-1-1,-5-1 0,7 3-137,-1 0-1,1 0 1,0 0-1,0 0 1,0 1-1,0-1 1,0 1-1,-1-1 1,1 1 0,0 0-1,0 0 1,1 0-1,-1 0 1,0 0-1,0 0 1,0 1-1,-2 1 1,1 2 67,-1 1 0,1 0 0,1 0 0,-1 0 0,1 0-1,0 0 1,0 0 0,-1 8 0,1-6-6,-50 230 2618,-56 209-6528,-15 233-9060,106-574-695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4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30 12153,'1'-2'482,"1"-17"646,-2 19-943,0-1 1,0 1-1,0-1 0,0 1 1,-1-1-1,1 1 0,0 0 1,0-1-1,0 1 0,-1-1 0,1 1 1,0 0-1,-1-1 0,1 1 1,0 0-1,-1-1 0,1 1 1,-1 0-1,1 0 0,0-1 1,-1 1-1,1 0 0,-1 0 1,1 0-1,-1-1 0,1 1 1,-1 0-1,1 0 0,-1 0 1,1 0-1,-1 0 0,1 0 1,-1 0-1,0 0 0,16 22 3565,78 139 896,31 94-2706,-68-136-1768,-33-74-782,1-2 0,3 0 0,45 56 0,-44-66-742,1-2 0,1-1 0,2-1 1,48 33-1,-62-50-143,1-1 0,38 17 0,9-6-4375,-11-12-2349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808 31 10381,'-54'-31'2504,"21"31"-328,-24 0-31,17 9-441,-11 13-356,-2 11-260,-8 12-220,-2 15-208,-1 10-336,-6 5-536,-1 6-948,1 1-1240,6 2-3381,8 0-4880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4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211 108 11185,'-1'-1'95,"1"1"0,-1-1 0,1 0 0,-1 1 0,1-1 0,-1 0 0,1 1 0,0-1 0,-1 0 0,1 1 0,0-1 0,0 0 0,-1 0 0,1 1 0,0-1 0,0 0 0,0 0 0,0 1 0,0-1-1,0 0 1,0 0 0,0 1 0,1-1 0,-1 0 0,0 0 0,0 1 0,1-2 0,16-13 2218,7-5-340,-21 16-1763,0 0 1,1 0 0,-1 0 0,1 1 0,0-1 0,0 1-1,0 0 1,0 0 0,1 0 0,-1 0 0,1 1-1,-1 0 1,1 0 0,0 0 0,0 1 0,0-1 0,0 1-1,0 0 1,7 0 0,-1 1-64,-1 1 0,1 1-1,0-1 1,-1 2 0,1-1 0,-1 1-1,1 1 1,-1 0 0,-1 0 0,1 1 0,0 1-1,-1-1 1,0 1 0,-1 1 0,1 0-1,-1 0 1,0 0 0,-1 1 0,10 14-1,-7-9-80,-2 0 0,1 1 0,-2 1 0,0 0-1,-1-1 1,0 2 0,-1-1 0,-1 1-1,0 0 1,-1 0 0,-1 0 0,1 27-1,-5-6-7,-1 0 0,-2-1 0,-2 1 0,-1-2 0,-2 1 0,-1-1 0,-2 0 0,-27 52 0,-8-1 92,-116 159 0,59-112 184,45-59 248,-55 88 0,114-160-576,-2 3 51,-1 0 1,1 1-1,1 0 1,-1-1-1,1 1 1,-2 7-1,4-11-42,-1-1 0,1 1 0,0 0 0,0 0 0,0-1 0,1 1 0,-1 0 0,0 0 0,1-1 0,-1 1 0,1 0 0,-1-1 0,1 1 0,0-1 0,0 1 0,0 0 0,-1-1 0,2 0 0,-1 1 0,0-1 0,0 0 0,0 1 0,1-1 0,-1 0 0,0 0 0,3 1 0,3 2-40,-1-1-1,1 1 1,-1-2 0,1 1-1,0-1 1,0 0-1,0 0 1,0-1-1,0 0 1,15 0-1,8-1-534,43-6 0,-55 3 320,128-20-4962,190-57-1,-254 58 1498,90-22-6830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5 370 6137,'-1'-17'728,"0"9"-219,0 1 0,0-1 0,1 0 1,0 0-1,1 1 0,-1-1 0,2 0 0,-1 0 0,3-7 0,4-3 566,1 1-1,0-1 0,1 1 1,1 1-1,15-18 0,-10 17-639,0 1-1,1 0 0,0 1 0,1 0 0,1 2 1,0 0-1,24-11 0,-36 21-320,0 0 1,1 0-1,-1 1 1,1 0-1,-1 0 1,1 0-1,0 1 1,0 1-1,-1-1 1,1 1-1,13 2 1,-17-2-83,-1 1 1,0-1 0,1 1 0,-1 0 0,0 0 0,0 0 0,0 1 0,0-1 0,0 1 0,0 0 0,0-1 0,0 1 0,0 1 0,-1-1 0,1 0 0,-1 1 0,0-1 0,0 1 0,0-1 0,0 1 0,0 0 0,0 0 0,-1 0 0,1 0 0,-1 0 0,0 1 0,0-1 0,1 5 0,-1 1 18,-1 0 0,0-1 0,0 1 0,0-1 0,-1 1-1,-1-1 1,1 1 0,-5 11 0,-29 68 263,17-49-194,-28 66 212,21-53-101,3 2 1,-25 85-1,45-131-180,0 0 0,1 0 0,0 1-1,1-1 1,-1 0 0,2 1-1,-1-1 1,3 14 0,-2-18-30,1 1 0,-1 0-1,1-1 1,0 1 0,1-1 0,-1 0 0,1 0 0,-1 0-1,1 0 1,1 0 0,-1 0 0,0-1 0,1 0 0,0 1-1,0-1 1,6 3 0,6 3-114,0-1 1,0-1-1,1-1 0,0 0 1,0-1-1,1-1 0,29 3 0,129 2-1649,80-13-2621,-85-4-2465,-20-3-3448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19 284 10513,'-18'9'2597,"22"-17"2264,18-10-409,-5 6-4805,28-10 1433,1 2 0,0 2 0,80-19 0,157-20 310,-208 44-1080,64-14-89,132-21-1383,-217 42-484,-1 2 0,1 2 0,56 5 0,-52 6-1952,-20 4-1764,-4 4-3259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6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145 100 14081,'-24'-60'5973,"34"42"-3341,0-4 3773,-6 50-4533,-1 23-292,-10 3-1356,-6 21-224,0 19 0,-14 8 0,0 16 0,4 3 0,-1-1-2992,11 7-817,13 2-3787,0-8-7790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73 10413,'30'-72'13342,"-41"90"-9676,2 3-2720,0 0 1,2 1 0,0 0 0,-4 31 0,-2 5-434,-120 474-452,103-403-1446,4 3-3612,24-109 3118,0 0 0,1 0 0,1 0 0,1 0 0,6 31 0,8 26-10210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7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24 14205,'-10'-18'1623,"10"18"-1582,0 0 0,0 0 0,0-1-1,0 1 1,0 0 0,0 0 0,0 0 0,0 0 0,0-1-1,0 1 1,0 0 0,0 0 0,0 0 0,0 0 0,0-1-1,0 1 1,0 0 0,0 0 0,0 0 0,0 0 0,0-1-1,0 1 1,0 0 0,0 0 0,0 0 0,1 0 0,-1 0-1,0-1 1,0 1 0,0 0 0,0 0 0,0 0 0,0 0-1,1 0 1,-1 0 0,0 0 0,0-1 0,0 1 0,0 0-1,0 0 1,1 0 0,-1 0 0,0 0 0,0 0 0,30 10 3239,-11-2-2393,79 24 3791,17 7-2318,218 133-3304,-216-107-4253,1-3-4666,-70-40-20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7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979 16 15633,'-67'-15'5993,"50"33"-3225,-20 6-504,-3 3-455,-4 3-353,-13 9-276,0 7-232,0 8-244,-10 3-692,-3 6-12,0 4-544,-1-4-1056,4 3-312,-3-2-725,3-7-751,4 3-3305,6-3-6316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12613,'12'-7'908,"0"0"0,0 0 0,18-16 0,-19 14-196,0 1-1,0 0 0,0 0 0,20-8 1,-1 4 269,1 1 0,1 2 0,0 1 0,45-5 0,-56 11-743,1 0 1,-1 2 0,0 1-1,0 0 1,0 2-1,0 0 1,36 11 0,-51-12-208,1 0 0,-2 1 1,1-1-1,0 1 0,-1 1 1,1-1-1,-1 1 1,0 0-1,0 0 0,0 0 1,-1 1-1,1 0 0,-1-1 1,0 2-1,-1-1 0,1 0 1,-1 1-1,0 0 0,-1-1 1,1 1-1,-1 0 0,0 1 1,0-1-1,-1 0 0,0 0 1,0 1-1,-1-1 0,0 1 1,0 11-1,-2 3 6,-1 0 1,-1 0-1,0 0 1,-2-1-1,0 0 1,-1 0-1,-20 37 1,-20 21 10,-3-1 1,-89 104-1,51-70-10,69-87-26,-18 23 76,-50 85 1,86-130-70,0 1-1,0-1 1,-1 1 0,1-1 0,1 1 0,-1-1-1,0 1 1,1 0 0,-1 0 0,1-1-1,0 1 1,0 0 0,0 0 0,0 0 0,1-1-1,-1 1 1,1 0 0,-1-1 0,1 1-1,0 0 1,0-1 0,0 1 0,0-1-1,1 1 1,-1-1 0,1 0 0,0 1 0,-1-1-1,1 0 1,0 0 0,3 2 0,1 1 1,0-1 0,0 0 1,0 0-1,0-1 0,1 0 0,-1 0 1,1 0-1,0-1 0,0 0 1,9 1-1,10 0-133,1-1 0,0-2-1,0 0 1,45-8 0,102-29-2210,-134 25 222,49-20 1,-10-8-5568,-21 6-3642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8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7953,'7'-15'1549,"0"1"0,1 0 0,1 1 0,0-1 1,1 2-1,0-1 0,1 2 0,19-17 0,-29 28-1442,0 0-1,-1 0 0,1-1 1,-1 1-1,1 0 0,0 0 1,-1 0-1,1 0 0,0 0 1,-1 1-1,1-1 1,0 0-1,-1 0 0,1 0 1,-1 0-1,1 1 0,0-1 1,-1 0-1,1 1 0,-1-1 1,1 0-1,-1 1 0,1-1 1,0 1-1,1 1 270,2 1-197,0-1-1,0 1 1,0 0-1,0 0 1,-1 1 0,0-1-1,0 1 1,0 0-1,0-1 1,0 1-1,-1 1 1,1-1-1,-1 0 1,0 1 0,0-1-1,1 7 1,-1-1-32,-1 0 0,0 0 1,0 0-1,-1 0 0,0 0 0,-1 0 1,-2 14-1,-54 233-5619,36-169-2031,4 8-5682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8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13369,'9'-57'2206,"-9"56"-2074,1-1 1,0 0-1,0 0 0,1 1 1,-1-1-1,0 1 0,0-1 1,1 1-1,-1 0 0,1-1 1,-1 1-1,1 0 1,0 0-1,-1 0 0,1 0 1,0 0-1,0 1 0,0-1 1,-1 0-1,1 1 1,0-1-1,0 1 0,0 0 1,0 0-1,0 0 0,0 0 1,2 0-1,12-2 642,299-49 5857,177 10-5662,-352 39-2310,140-2-6760,-230 5 2267,-11 6-3561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9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54 12557,'1'-33'2206,"-2"23"948,1-1 3608,-4 14-4831,-6 5-1639,0 0-1,1 1 1,0 0-1,0 0 1,1 1-1,0 1 0,1-1 1,0 1-1,1 1 1,-6 11-1,-48 132 2567,52-130-2765,-70 204-4106,-31 120-9060,81-250 376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9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5 12249,'-5'-4'8599,"5"20"-5694,10 29-452,-6-26-1877,0 0 0,-1 0 1,0 0-1,-2 1 1,-1-1-1,0 1 0,-1-1 1,-5 28-1,-8 19 25,-24 71-1,13-51-807,-2 11-1065,-32 123-3976,26-72-4975,18-60-2437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39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10037,'-4'2'-1211,"-9"6"8244,18-1-267,5 2-5616,10 11-547,-1 0 1,-2 1-1,0 1 1,19 33 0,-8-13-289,127 171-2172,-23-33-3919,-78-101-2301,-31-46-337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0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1126 327 7025,'15'-79'1556,"4"-22"3441,-18 92-4381,0 0 0,-1 0 0,0 0 0,0 0 0,-1 0 0,0 0 0,-4-15 0,4 21-392,0 0 0,0 0 0,0-1 0,-1 1 0,1 0 0,-1 0 0,0 1-1,0-1 1,0 0 0,0 1 0,0-1 0,-1 1 0,1-1 0,-1 1 0,0 0 0,1 0 0,-1 0 0,0 1 0,0-1 0,0 1 0,-1-1 0,1 1 0,0 0 0,-6-1 0,-4 1 73,0 0-1,-1 1 1,1 1 0,0 0-1,0 0 1,0 1 0,-1 1 0,2 0-1,-1 1 1,-17 7 0,-11 7 341,-69 42 0,-185 140-357,21 29-5652,181-133 1226,37-27-1520,-5 13-5096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0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 7457,'0'0'7235,"3"1"-5747,80 48 2893,-76-45-4330,0 1 0,0-1 1,-1 2-1,1-1 0,-1 1 0,-1-1 0,1 2 0,-1-1 0,0 1 0,0 0 0,-1 0 0,1 0 0,-2 0 1,1 1-1,-1-1 0,0 1 0,-1 0 0,0 0 0,0 0 0,-1 1 0,0-1 0,0 0 0,-1 0 0,0 1 1,0-1-1,-1 0 0,0 1 0,-1-1 0,-4 15 0,-4 7-138,-2-2-1,0 0 1,-2 0 0,-35 51-1,-86 94-322,78-103 292,-31 39-68,87-108 186,-1 1 0,1 0 0,0 0 1,0 0-1,0 0 0,0 0 0,0 0 1,0 0-1,0 0 0,1 0 1,-1 1-1,1-1 0,0 0 0,0 0 1,-1 1-1,2-1 0,-1 0 0,0 0 1,0 1-1,1-1 0,-1 0 1,1 0-1,-1 0 0,1 1 0,0-1 1,0 0-1,0 0 0,0 0 0,0-1 1,1 1-1,-1 0 0,1 0 0,2 2 1,1 0-11,0 0 1,0 0 0,1 0-1,-1-1 1,1 1 0,0-2 0,0 1-1,0 0 1,11 2 0,2-1-305,1-1 1,-1-1 0,1 0 0,0-2-1,-1 0 1,1-1 0,19-4 0,136-35-8376,-109 24 2009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0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 6381,'0'0'7568,"-4"0"-6525,-7 1-445,8-1-456,0 0 1,1 1 0,-1-1-1,0 0 1,0 1 0,0 0 0,0 0-1,0 0 1,0 0 0,1 0-1,-1 1 1,0-1 0,1 1-1,-1 0 1,1-1 0,0 1 0,-3 3-1,-8 8 345,1 0-1,1 2 1,-19 28-1,26-36-389,0-1 0,1 1 0,0 1 0,0-1 0,1 0 0,0 1 0,1-1 0,-1 1 0,1 0 0,1-1 0,-1 1 0,2 14 0,1-10-57,-1 0 0,2 0 1,0 0-1,0 0 0,1 0 0,1-1 0,0 1 0,0-1 0,1 0 0,0-1 0,1 0 0,1 0 0,-1 0 0,1-1 0,1 0 0,0 0 1,0-1-1,11 7 0,-5-4-12,0 0 0,1-2 0,1 0 1,0 0-1,22 6 0,-29-12-19,0 0-1,0-1 1,0 0-1,1-1 1,-1 0-1,1 0 1,-1-1-1,1-1 1,-1 0-1,1 0 1,10-4-1,-9 3-5,-1-2 1,0 1-1,0-2 0,0 1 1,14-10-1,-21 12-5,-1 0 0,0-1 1,0 1-1,0-1 0,0 1 0,0-1 0,0 0 0,-1 0 0,1-1 0,-1 1 0,0 0 1,0-1-1,-1 1 0,1-1 0,0 0 0,-1 1 0,0-1 0,0 0 0,0 0 0,-1 0 1,1-7-1,-1 3 4,-1 0 0,0 0 0,0 1 0,-1-1-1,0 0 1,0 1 0,-1-1 0,0 1 0,0 0 0,-6-10 0,1 5-40,0 1 1,-1 0-1,0 1 0,0 0 0,-17-14 0,5 8-492,0 1 0,-1 0 0,-1 2 0,0 1 0,-48-18 0,37 19-3295,-59-11 0,26 10-4532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6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123 284 12741,'-84'-53'2807,"60"37"1841,15 8-2241,3 2-1098,7 4-1071,0 0 0,0 0 0,0 0 0,0 0-1,1 1 1,-1-1 0,0 0 0,1 1 0,-1-1 0,1 1-1,3-3 1,-4 3-45,15-12-233,0 1 0,1 0 0,0 1 0,1 1 0,0 1 0,0 1 0,1 0 0,25-6 0,20-2-2165,80-10 1,-129 24 1917,151-20-3922,-54 12-1961,-27 6-2370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7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75 410 12025,'-74'27'5853,"87"-45"-4097,11-6-156,26 6-320,20-3-264,21-6-332,23-6-224,23-4-608,17-2-256,17 0-532,13 0-856,7-6-688,7-7-3157,6 7-4656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187 310 6969,'-1'-59'2477,"1"55"-2045,-1-1 0,0 1 0,0 0 0,0 0 0,0 0 1,-1 1-1,0-1 0,0 0 0,0 0 0,0 1 0,0-1 1,-5-4-1,-10-20 1918,11 15-1159,-1 0 1,1 1-1,-13-17 1,12 20-308,1-1 0,0-1 0,0 1 0,-5-15 0,10-1 1225,1 16 613,-8 21-1443,-1 6-1269,1 1 0,0 0 0,1 0 1,1 1-1,1 0 0,-4 34 0,3-7-17,2 84 0,6-94 7,1 1 0,1-1 0,2-1 0,2 1 0,1-1 0,2 0 0,28 60 0,-31-79 0,1 0 0,1-1 0,0 0 0,1 0 0,0-1 0,2-1 0,22 20 0,-24-25 0,-1 0 0,1-1 0,0-1 0,1 0 0,0 0 0,0-2 0,0 1 0,0-1 0,1-1 0,-1 0 0,24 2 0,-17-4 0,1-1 0,0-1 0,0-1 0,-1 0 0,1-2 0,-1 0 0,0-1 0,0-1 0,-1-1 0,1-1 0,20-11 0,-19 8 0,-1-1 0,-1-1 0,0 0 0,-1-1 0,-1-1 0,0-1 0,0 0 0,-2-1 0,22-33 0,-24 30 0,52-92 0,-57 98 0,-1 0 0,0 0 0,-1-1 0,-1 0 0,-1 0 0,3-20 0,-6 34 0,1-1 0,-1 0 0,0 0 0,0 0 0,0 0 0,-1 0 0,1 0 0,0 0 0,-1 0 0,1 0 0,-2-3 0,2 5 0,0 0 0,-1-1 0,1 1 0,0 0 0,-1-1 0,1 1 0,0 0 0,-1-1 0,1 1 0,0 0 0,-1 0 0,1-1 0,0 1 0,-1 0 0,1 0 0,-1 0 0,1 0 0,-1 0 0,1 0 0,0-1 0,-1 1 0,1 0 0,-1 0 0,1 0 0,-1 1 0,1-1 0,-1 0 0,1 0 0,0 0 0,-1 0 0,0 0 0,-4 3 0,0 0 0,0 0 0,1 0 0,-1 1 0,0-1 0,1 1 0,-4 4 0,-22 24 0,2 1 0,-36 52 0,-41 82 0,57-88 0,-14 25-162,-59 129-1,106-200-409,-84 203-5336,46-76-4248,29-65-2666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8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 10889,'14'-1'1418,"-29"-4"4140,4 2 284,37 12-3569,45 8-1269,1-3 1,92 6-1,-107-14-774,277 23-1346,-3-14-3303,-155-13 167,-62-3-2758,-41-2-2432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8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0 15517,'-12'1'752,"-16"3"1086,27-4-1678,0 1 0,-1 0-1,1 0 1,0-1-1,0 1 1,1 0-1,-1 0 1,0 0-1,0 0 1,0 1-1,1-1 1,-1 0-1,0 0 1,1 0 0,-1 0-1,1 1 1,0-1-1,-1 0 1,1 1-1,0-1 1,0 2-1,-25 137 8204,-10 1-5699,-204 481-2541,113-307-5868,114-284 3142,-10 48-1,8-7-3749,3 12-6125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9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276 531 7109,'-10'-15'1114,"1"-1"0,0 0 0,1 0 0,1 0 0,1-1 0,0 0 0,1-1 0,1 1 0,-3-34 0,6 33-628,1 0 0,0 0 0,5-22 0,-3 22-109,-1 8-143,0 0-1,1 0 1,0 0 0,1 1 0,0-1 0,0 1 0,1 0-1,0 0 1,6-10 0,5-2 430,2 0 1,27-27-1,-40 45-615,-1 0 0,1 1 0,-1 0 0,1-1 0,0 2 0,0-1 1,0 0-1,0 1 0,0 0 0,0 0 0,0 0 0,1 0 0,-1 0 0,0 1 0,0 0 0,1 0 0,-1 0 0,0 1 0,1-1 1,-1 1-1,0 0 0,0 0 0,0 1 0,0-1 0,6 4 0,-3 0-19,-1-1 1,0 2-1,-1-1 0,0 1 0,1-1 0,-2 1 1,1 1-1,-1-1 0,0 1 0,0 0 1,-1 0-1,1 0 0,-2 0 0,1 0 1,-1 1-1,0-1 0,-1 1 0,0-1 1,1 15-1,-2-2-1,0 0-1,-1 1 1,-1-1-1,-1-1 1,-1 1 0,-11 33-1,-6-2 25,-1-1 0,-3-2-1,-52 78 1,54-91-42,-23 31-27,-63 69 0,-39 56 385,146-190-348,1 1 0,0 0 0,0-1 0,0 1 0,0 0 0,1 0 0,-1-1 0,0 1 0,1 0 0,0 0 0,-1 0 0,1 0 0,0 0 0,0 0 0,0 0 0,0 0 0,0 0 0,0 0 0,0-1 0,1 1 0,-1 0 0,1 0 0,0 0 0,-1 0 0,1 0 0,0-1 0,0 1 0,0 0 0,0-1 0,0 1 0,3 2 0,0-1 4,0 0 0,0 0 0,0 0 0,0 0 1,0-1-1,1 1 0,-1-1 0,1 0 0,0-1 0,8 3 0,36 4-233,0-2 1,1-3-1,76-3 0,-51-1-335,381-12-3977,-151-8-4747,-148 7-1077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9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97 11273,'-11'-10'776,"7"7"-359,1 0 0,-1 0 0,1-1 0,0 1 0,0-1 1,0 0-1,1 0 0,-1 0 0,1 0 0,-3-7 1,4 8 2230,-2-14 1163,3 16-3360,-3-15 1327,2 13-3,1 10 1,0 48-479,-3 1-1,-11 60 1,-99 562-1390,106-640-1190,2 0 0,2 0 0,2 54 0,3-60-2812,2 1 0,9 38 0,0-13-8178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49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82 13625,'-47'-12'3685,"57"3"2431,4-3-3808,-1 0-547,17 3-357,27-7-308,10 10-220,10 3-308,17 3-660,13-3-660,17 6-816,17-3-461,0 0-911,-1 6-732,14 4-2373,4-1-5312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5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15577,'14'22'2981,"-1"-1"-581,1 9-336,6 18-320,-4 0-216,-6 4-475,1 11-217,-1 12-224,-7 7-620,7 5-1072,3 9-781,7 16-1259,4 9-3581,6 5-6340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52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6477,'0'0'16005,"5"-1"-15658,167-37 346,168-39-4507,-306 68 2971,129-25-6539,-59 24-1117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5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13761,'7'0'2604,"16"-12"-67,11 0-469,30-10-316,-7 7-348,9 0-280,25 0-296,13-6-672,20-3-544,13-3-756,10 0-916,4 0-764,3 3-3065,10 2-5056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54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72 231 10685,'-63'-95'9704,"62"93"-9543,0-1 0,0 1 1,0-1-1,0 1 1,0-1-1,0 1 1,1-1-1,-1 0 0,1 1 1,0-1-1,0 0 1,0 0-1,0 1 1,0-1-1,1 0 0,-1 1 1,1-1-1,0 0 1,-1 1-1,1-1 1,0 1-1,1-1 0,-1 1 1,0 0-1,1-1 1,-1 1-1,1 0 1,0 0-1,0 0 1,0 0-1,0 0 0,0 1 1,0-1-1,4-2 1,4-2 27,-1 0 0,1 1 0,0 0 0,0 1 0,0 0 1,1 1-1,12-3 0,-5 2-4,0 1 0,0 1 0,1 1 1,-1 1-1,0 0 0,0 1 0,1 1 1,-1 1-1,26 8 0,-30-7-25,-1 1 0,0 1 0,0 0 0,0 1 1,0 0-1,-1 1 0,-1 0 0,1 1 0,-1 0 0,-1 1 0,0 1 0,14 17 1,-9-7-103,-2-1 0,-1 2 1,0 0-1,-1 0 0,-2 1 1,13 44-1,-14-31 25,-1 0 1,-2 0-1,-1 0 1,-2 41-1,-5-10 8,-3-1 1,-3 0-1,-3-1 0,-35 110 0,13-68-283,-95 199-1,-26 8-5744,59-101-4098,82-177 4745,11-14-2846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54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0 193 12133,'0'0'4208,"10"-18"-2643,21-9-377,2 18-280,11 0-4,13-3-360,10 9-120,13-3-168,4 0-208,3-3-368,10-3-476,-3 3-408,-1-6-476,5-3-409,-11-4-2619,-7 4-3689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6:5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85 12973,'-30'-48'19158,"26"30"-19434,1-1-896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48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70 12117,'-49'-42'2791,"10"14"4932,40 28-7702,-1 0 0,0 0 0,0 1 0,0-1 0,0 0 0,0 0 0,0 0 0,0 0 0,0 0 1,0 0-1,0 0 0,0 0 0,0 0 0,0 1 0,0-1 0,0 0 0,0 0 0,0 0 0,0 0 0,0 0 0,0 0 0,0 0 1,0 0-1,0 1 0,0-1 0,0 0 0,0 0 0,0 0 0,0 0 0,0 0 0,0 0 0,0 0 0,0 0 0,0 0 0,0 1 1,0-1-1,-1 0 0,1 0 0,0 0 0,0 0 0,0 0 0,0 0 0,0 0 0,0 0 0,0 0 0,0 0 0,0 0 0,-1 0 1,1 0-1,0 0 0,0 0 0,0 0 0,0 0 0,0 0 0,0 0 0,0 0 0,0 0 0,-1 0 0,1 0 0,0 0 0,0 0 1,0 0-1,0 0 0,0 0 0,0 0 0,0 0 0,5 18 2268,18 38 2570,-8-20-3283,12 49-1576,28 155 0,-37-150 0,17 93 66,59 226-523,3-120-6685,-24-100-4800,-40-121 1634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48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992 584 11145,'-1'-4'2008,"-1"-4"-1482,0-1 1,1 1 0,0 0-1,1 0 1,0 0 0,0-1 0,0 1-1,1 0 1,4-14 0,-1 7 110,1 1 0,0-1 0,1 1 1,14-23-1,2 3 210,2 1 0,1 1 0,33-33 0,-29 37-388,0 0 1,1 2-1,2 1 1,48-29-1,-64 45-372,-1 0 0,1 1 0,1 1 0,-1 1 0,1 0 0,0 1 0,1 1 0,-1 0 0,1 2 1,0 0-1,-1 1 0,24 1 0,-34 0-67,0 1 1,-1 0 0,1 1 0,0-1-1,-1 1 1,1 0 0,-1 1-1,0 0 1,0 0 0,0 0 0,0 1-1,0-1 1,-1 2 0,1-1 0,-1 0-1,-1 1 1,1 0 0,0 0-1,-1 1 1,0-1 0,0 1 0,-1 0-1,0 0 1,0 0 0,0 0-1,-1 0 1,1 1 0,-2-1 0,3 11-1,-1 3 5,-1 0-1,-1 0 1,-1 0-1,-1 0 1,0-1-1,-2 1 1,0 0-1,-11 36 1,-59 143 71,8-30-82,54-132-6,1 0 0,-9 63 0,18-90-4,1-1 0,0 1 0,0 0 0,1-1 0,0 1 0,1-1 0,0 1 0,1-1 0,0 0 0,0 0 0,1 0 0,0 0 0,1-1 0,0 1 0,0-1-1,1 0 1,0-1 0,0 1 0,10 8 0,12 9 2,1-1-1,1-2 1,54 31 0,-67-43 1,-8-4 0,0 0 1,0 0-1,0 1 1,-1 0-1,0 1 1,0 0-1,-1 0 0,11 15 1,-16-19 0,1 1 0,-1 0 0,1 0 1,-2 0-1,1 0 0,0 0 0,-1 0 0,0 1 1,0-1-1,0 0 0,-1 1 0,0-1 0,0 0 1,0 1-1,-1-1 0,0 0 0,0 1 0,0-1 1,-4 9-1,-3 6 4,-2-1 1,0 0-1,-1-1 1,0 0 0,-2-1-1,0 0 1,-1-1-1,-1-1 1,-20 18 0,-5 0-20,-2-2 1,-76 43-1,-343 148-1912,-17-35-2673,32-15-5457,261-93-252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49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7297,'0'-34'3589,"4"34"-2059,0 1-1194,1-1 0,0 1 0,0 0 0,0 0 0,-1 0 0,1 1 0,0 0 0,-1 0 0,1 0 0,-1 0 1,0 1-1,0 0 0,0 0 0,0 0 0,0 0 0,-1 0 0,0 1 0,4 4 0,31 37 400,-3 1 0,-1 1-1,33 65 1,111 221-766,-140-247-1606,-4 1-1,25 96 1,-24-43-3685,-2-1-3179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1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843 156 4024,'-18'-19'546,"16"16"-403,-1 1 0,1 0 0,0 0 0,0-1-1,0 1 1,0-1 0,0 0 0,0 1 0,1-1 0,-1 0 0,1 0-1,0 0 1,0 0 0,0 0 0,0-1 0,0 1 0,1 0-1,0 0 1,-1 0 0,1-4 0,-2-34 1311,1 37-728,-7-20 675,6 19 2155,9 181-140,10 209-996,-4-177-1832,-7 150-83,-53 495 0,-112 353-264,151-1152-223,-137 871 91,-64 447-49,45-51-28,71 5 12,98 26-2613,-5-1352 2564,15 272-2945,12-96-3338,-2-86-1561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2262 278 3104,'-12'-48'1436,"10"40"-1143,1 1 1,-1-1 0,0 1 0,-5-14 0,-12-17 877,10 19 53,-1 0 1,0 1-1,-23-30 1,8 14 1422,23 32-1839,1 7 69,-1 42 311,2 1-1,7 64 0,2 54 134,-22 71 59,-10-1 0,-60 265 0,-155 457 23,-11-91-795,-22 80-638,-141 568-904,151-479 13,-43 161-1988,268-1066 1935,-73 242-2003,22-131-4128,33-115-1505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3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1921 4176,'-35'10'391,"15"-5"40,1 1 1,-1 0-1,1 2 1,1 0-1,-19 11 0,27-12-31,0 0-1,1 0 0,-1 1 0,1 1 1,1 0-1,0 0 0,0 0 0,1 1 0,-10 16 1,16-23-335,0-1 1,1 0-1,-1 1 0,1-1 1,-1 0-1,1 1 1,0-1-1,0 0 1,0 1-1,0-1 1,0 1-1,0-1 0,1 0 1,-1 1-1,1-1 1,0 0-1,-1 0 1,1 1-1,0-1 1,0 0-1,1 0 0,-1 0 1,0 0-1,1 0 1,-1 0-1,1-1 1,0 1-1,-1 0 1,1-1-1,4 3 1,3 2 110,0 0 1,0 0 0,1-1 0,-1-1 0,1 1 0,14 2 0,18 4 263,0-1-1,0-3 1,71 3-1,142-9 377,-223-2-727,799-60 943,0-49-621,750-148-132,-1-36-95,-399 57-93,-500 89-45,-513 111-46,1245-284-21,951-269-428,-2317 578 374,91-22-698,121-33-1083,-90 15-4905,-146 44 559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3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95 691 5084,'-3'-2'658,"-10"-10"1451,0 0 0,1 0 0,-18-25 1,27 32-1926,0 1 0,0-1 1,1 0-1,-1 0 1,1 0-1,1 0 0,-1-1 1,1 1-1,0 0 1,0-1-1,0 1 1,1-1-1,0 1 0,0-1 1,0 1-1,2-9 1,-1 9-123,0-4 42,1 0-1,1 1 1,-1-1 0,1 1 0,1-1-1,0 1 1,0 0 0,0 0 0,1 1-1,9-11 1,6-8 119,0 2 0,2 1-1,1 0 1,50-37 0,-17 23 34,2 1 0,0 4 0,3 1 0,120-41 0,-142 60-188,-1 2 0,1 1-1,1 2 1,0 2 0,0 2-1,0 1 1,0 2-1,0 2 1,63 11 0,-88-10-45,0 0 0,0 2 0,-1 0 0,0 1 0,0 0 1,0 1-1,-1 0 0,0 1 0,16 13 0,-19-12-8,-1-1-1,-1 1 0,0 1 0,0-1 1,-1 1-1,0 1 0,0-1 0,-2 1 1,1 0-1,-1 1 0,-1-1 0,4 13 1,-2 4-1,-1 1 0,-1 0 0,-2 0 0,-1 0 0,-1 0 0,-1 0 0,-1-1 0,-2 1 0,-1 0 0,-2-1 0,-17 50 0,-14 18 26,-99 179 0,73-155-15,42-78-10,10-22 0,1 0 0,1 1 1,1 0-1,1 1 0,-8 34 1,15-52-15,0 0 0,1-1 1,0 1-1,0 0 0,0 0 1,0-1-1,0 1 0,1 0 0,0-1 1,0 1-1,0 0 0,0-1 1,0 1-1,1-1 0,-1 0 1,1 1-1,0-1 0,0 0 1,0 0-1,1 0 0,-1 0 0,1-1 1,0 1-1,-1-1 0,1 1 1,0-1-1,1 0 0,-1 0 1,0 0-1,0-1 0,1 1 1,-1-1-1,1 0 0,6 2 0,8 1 5,1 0 0,-1-2 0,1 0 0,0-1 0,31-3 0,29-4-227,99-21 1,81-32-819,-207 47 779,428-117-3557,-163 27-2587,-119 33-1225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4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94 8185,'7'-13'489,"-6"12"-403,0 0 0,0 0 0,0 0 0,0 0 0,-1 0 0,1-1 0,0 1 0,0 0 0,-1-1 0,1 1 0,-1 0 0,0-1 0,1 1 0,-1 0 0,0-1 0,0 1 0,0-1 0,0 1 0,0-1 0,0 1 0,0 0 0,0-1 0,0 1 0,-1-1 0,1 1 0,-1 0 0,1-1 0,-1 1 0,1 0 0,-1-1 0,0 1 0,-1-1 0,1-1 122,1 1 1,-1 0-1,0-1 1,1 1-1,0 0 1,-1-1 0,1 1-1,0-1 1,0 1-1,1-3 1,-1 0 325,0 2 1714,-2 5-1320,-4 5-622,0 1 1,0 0 0,1 0 0,0 1 0,1-1 0,0 1 0,0 0 0,1 0-1,-4 15 1,-2 4 169,-218 625 5101,215-621-5429,-126 393 1184,114-336-1073,4 1 1,-15 166-1,33-218-197,2 0 1,1 0-1,1 0 0,3-1 0,1 0 0,16 56 0,-17-77-38,1 0-1,0 0 1,1-1-1,1 0 1,1 0 0,0-1-1,0 0 1,1 0-1,1-1 1,1-1-1,0 0 1,0 0-1,1-1 1,0-1 0,1 0-1,27 14 1,-18-15-3,1 0 0,0-1 1,1-2-1,-1 0 1,1-2-1,0 0 0,1-2 1,-1-1-1,0-1 1,0-1-1,1-1 0,42-10 1,-13 0 9,-1-4 1,-1-1-1,0-3 1,83-44-1,-111 52-12,-1-2 0,-1 0 0,0-2 0,-1-1-1,36-34 1,-53 46-67,0-1 0,0 0-1,0 0 1,-1 0 0,0 0 0,0-1-1,-1 1 1,0-1 0,0 0-1,0 0 1,-1 0 0,0-1 0,0 1-1,-1-1 1,0 1 0,0 0 0,-1-1-1,0 0 1,0 1 0,-1-1-1,0 1 1,0 0 0,-1-1 0,0 1-1,-6-14 1,4 13-143,0 0-1,-1 0 1,-1 0 0,1 1-1,-1 0 1,0 0 0,-1 0 0,0 1-1,0 0 1,0 0 0,-1 1-1,0-1 1,0 2 0,-12-6-1,-5-1-678,0 1-1,-1 2 0,-47-10 0,23 10-1435,-1 2-1,1 2 0,-1 2 0,-93 9 1,20 7-5848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5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8033,'0'0'5835,"3"1"-4087,0 1-1464,0-1 0,0 1-1,0-1 1,0 1 0,-1 0 0,1 0-1,0 0 1,-1 0 0,0 0 0,1 1 0,-1-1-1,3 5 1,-2 1 192,0-1 0,0 0 0,0 0 0,2 14 0,4 24 1623,9 88-1,-17-85-1565,-1-1 0,-3 0 0,-14 80 0,-20 75-376,-38 196-4366,19-2-5937,38-187-686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8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787 1881 3280,'-67'9'2305,"64"-9"-2247,-1 0 1,1-1-1,0 1 0,-1-1 1,1 0-1,0 1 0,-1-1 1,1-1-1,0 1 0,-4-3 0,-10-2 96,-17 0 73,-1 3-1,-44 0 1,48 3-62,-33-3 614,-1 2 1,1 4 0,-124 21 0,177-21-434,1 1 0,0 0-1,0 0 1,1 1 0,0 0 0,-1 0 0,1 1 0,-14 13 0,23-19-332,-1 1-1,1-1 1,0 0-1,0 0 1,0 0 0,0 0-1,0 0 1,0 0-1,0 0 1,0 0-1,0 0 1,0 0 0,0 0-1,-1 0 1,1 1-1,0-1 1,0 0-1,0 0 1,0 0-1,0 0 1,0 0 0,0 0-1,0 0 1,0 0-1,0 1 1,0-1-1,0 0 1,0 0-1,0 0 1,0 0 0,0 0-1,0 0 1,0 0-1,0 1 1,0-1-1,0 0 1,0 0 0,0 0-1,1 0 1,-1 0-1,0 0 1,0 0-1,0 0 1,0 0-1,0 0 1,0 1 0,0-1-1,0 0 1,0 0-1,0 0 1,0 0-1,1 0 1,-1 0-1,0 0 1,0 0 0,0 0-1,0 0 1,0 0-1,0 0 1,0 0-1,0 0 1,1 0 0,-1 0-1,0 0 1,0 0-1,0 0 1,0 0-1,10 5 262,-1 0-1,1 0 1,0-1-1,0 0 1,1-1-1,-1 0 1,18 2 0,2-1 357,54-2 0,60-13 222,647-100 1079,665-158-1043,-858 153-766,1467-264 217,-1245 231-285,2164-370 86,-2536 443-174,1039-182-4291,-1099 188-3346,-269 45 497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8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154 372 5436,'-5'-5'278,"-1"-2"306,0 1-1,1-1 1,-1 0 0,-7-14-1,10 15 199,-1 0-1,-1 1 1,1 0-1,-10-9 1,9 10-314,0-1 0,1 0-1,-1 0 1,-5-10 0,-12-17 1122,17 26-1245,1-1 1,-1 0-1,1 0 0,-5-12 1,8 16-260,0-1 1,0 1 0,1-1 0,-1 0 0,1 0 0,0 1-1,0-1 1,0 0 0,0 1 0,1-1 0,-1 0-1,1 1 1,2-8 0,0 4-28,1 0 0,-1 1 0,1-1 0,0 1 0,1 0 0,0 0 0,0 0-1,0 0 1,0 1 0,1 0 0,0 0 0,0 0 0,0 1 0,1 0 0,0 0 0,-1 1 0,1 0 0,1 0 0,-1 0 0,0 1-1,10-2 1,-9 3-38,-1-1-1,0 1 0,1 0 1,0 1-1,-1 0 0,1 0 1,-1 1-1,1-1 0,-1 2 1,1-1-1,-1 1 0,0 0 0,0 1 1,0-1-1,0 1 0,0 1 1,0 0-1,-1 0 0,0 0 1,0 0-1,0 1 0,6 6 1,-4-1-14,-1 1 1,1 0 0,-2 0-1,1 0 1,-2 1 0,1 0-1,-2 1 1,1-1 0,-2 1-1,0 0 1,0-1 0,-1 2-1,-1-1 1,0 13 0,-2 15 27,-1 0-1,-2-1 1,-11 51 0,-90 292 34,8-38 10,97-343-81,-7 27 17,2 1 0,0 0 0,1 32-1,4-54-26,0-1-1,0 1 0,1-1 0,0 0 0,0 1 0,0-1 0,1 0 0,1 0 0,-1 0 0,1 0 0,0 0 0,1-1 0,-1 1 0,1-1 0,1 0 0,-1 0 1,1 0-1,7 6 0,-1-4-109,0-1 1,0 0-1,1-1 0,0 0 1,0-1-1,0 0 1,1-1-1,0-1 1,0 0-1,0 0 1,0-1-1,0-1 1,24 0-1,13-3-1040,-1-2 0,70-15 0,56-17-3938,22-5-3017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7:59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17 397 11077,'-1'-1'98,"0"0"1,-1 0-1,1-1 0,0 1 1,0 0-1,0-1 0,0 1 1,0-1-1,0 1 0,0-1 1,0 1-1,1-1 0,-1 0 1,0 1-1,1-1 0,0 0 1,-1 0-1,1 1 0,0-1 1,0-2-1,1 0 108,0 1 0,1-1 0,-1 1-1,1 0 1,0-1 0,0 1 0,0 0 0,4-3 0,1-4 13,6-7 255,1 1 0,1 0-1,0 1 1,1 1 0,30-20 0,93-50 470,-138 84-934,43-23 190,1 2 0,1 1 1,0 3-1,96-21 0,-135 36-178,0 1-1,0 0 1,0 1 0,0 0-1,0 0 1,0 0 0,-1 1 0,1 0-1,0 0 1,0 1 0,0 0 0,7 3-1,-10-3-8,0 0-1,0 0 1,-1 1-1,1-1 1,-1 1-1,1 0 1,-1 0-1,0 0 1,0 1 0,0-1-1,-1 1 1,1-1-1,-1 1 1,0 0-1,0 0 1,0 0-1,0 0 1,-1 1-1,0-1 1,2 6-1,3 32 42,2 46-1,-7-63-38,0 0-1,2 1 1,1-1 0,1 0-1,1-1 1,1 1-1,11 23 1,-1-17-12,1-2 1,30 38-1,19 29 28,-59-83-27,-1 0-1,-1 1 0,0 0 0,-1 1 1,7 25-1,-10-24-8,0 0 0,-2-1 0,1 1 0,-2-1 0,0 1 0,-1 0 0,0-1 0,-1 1 0,-1-1 0,0 0 0,-1 0 1,-1-1-1,-1 0 0,0 0 0,-10 17 0,-9 6-8,0-1 1,-2-1 0,-2-2 0,-38 34-1,-54 41-859,-261 174-1,261-215-1406,19-11-4113,62-26-909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1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196 234 4796,'3'-10'968,"0"1"-1,-1 0 1,0-1-1,0 0 1,-1-17-1,0 11 198,0 0 0,1 0 0,7-23 0,-9 36-1064,0 0 0,1 0 0,-1 0 0,0 1 0,-1-1 0,1 0 0,0 0 0,-1 0 0,0 0 0,-1-3 0,0-5 251,2 8 632,0-16-108,-2 15-19,-3 9-238,-13 23 96,-23 48-46,37-68-510,-22 44 250,2 0 0,2 2 0,3 0 0,-22 105 0,36-133-353,1 0 0,1 0 0,2 0-1,0 0 1,2 0 0,1 0 0,1 0-1,1 0 1,1 0 0,2-1 0,0 0-1,2 0 1,11 23 0,-11-33-39,0-1-1,2 0 1,-1 0-1,2-1 1,-1-1-1,2 0 1,0 0 0,0-2-1,1 1 1,0-2-1,1 0 1,0 0 0,0-2-1,22 9 1,3-2 5,0-2-1,1-1 1,0-2 0,75 5-1,-43-10 1,0-3-1,0-4 0,123-20 1,-80 0 24,173-58 0,-205 52-19,92-46 0,-145 59 8,-1 0 0,0-2 1,-2-1-1,0-2 0,-1 0 0,25-27 0,-45 41-24,-2 0-1,1 0 1,-1 0-1,0 0 1,0-1-1,-1 0 1,0 0-1,0 0 1,-1 0-1,0-1 1,-1 1-1,3-13 1,-5 14-4,1-1-1,-1 1 1,-1 0 0,1 0 0,-1 0 0,-1 0-1,1 0 1,-1 0 0,0 0 0,-1 1 0,1-1-1,-1 1 1,-1-1 0,1 1 0,-9-11 0,1 4-5,-1 1 1,0-1 0,-1 2 0,-1 0-1,1 0 1,-2 1 0,0 1 0,0 1-1,-31-14 1,-3 4-146,-1 1 1,-55-10-1,32 13-456,-1 3 1,-1 3-1,-82 2 0,110 5 168,-33 0-2046,-155 17 1,50 21-3665,42 3-2064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1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1354 67 4616,'0'-3'320,"1"1"0,-1-1 0,0 0 0,0 0-1,-1 1 1,1-1 0,0 0 0,-1 1 0,0-1-1,1 0 1,-1 1 0,0-1 0,-1 1-1,1-1 1,0 1 0,-1 0 0,1-1 0,-1 1-1,0 0 1,1 0 0,-1 0 0,-4-2 0,0-3 5666,5 12-4948,-32 201 3001,-1-28-2047,8-52-1182,-159 699 1185,138-635-1944,-370 1260-2712,57-254-33,256-793-1354,9-2-4424,74-308 1448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2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1002 36 4580,'3'-3'430,"11"-12"1880,-15 14-2155,0 0-1,1 0 1,-1 0-1,0 0 1,1 0-1,-1 0 1,0 0-1,0 1 1,0-1-1,0 0 1,1 0-1,-1 1 1,0-1-1,-1 0 1,1 1-1,0-1 1,-2 0 0,-2-2 1690,10 20-1129,0 1 0,-2-1 1,0 1-1,-1-1 0,-1 1 0,-1 31 0,-17 112 1360,16-159-2044,-29 173 1391,-76 249 0,-92 163-643,48-151-755,-268 1231-6999,342-1206 321,57-256 545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1492 5781,'-29'17'1149,"-1"-1"0,0-2 1,-41 14-1,-99 22 2422,151-45-3327,8-2 362,23-6 20,15-5-320,469-120 1700,11 20-1325,-435 93-595,2069-414 554,2607-443-438,-4679 860-319,186-28-98,-200 34-365,0 3 0,79 4 0,-106 5-292,-27-6 786,0 0 0,-1 1 0,1-1 0,0 0-1,-1 1 1,1-1 0,-1 1 0,1-1 0,-1 0 0,1 1 0,-1-1 0,1 1 0,-1-1 0,1 1-1,-1 0 1,0-1 0,1 1 0,-1-1 0,0 1 0,1 1 0,-1 0-181,-1 0 0,1 0 0,-1 0 0,0 0 0,1 0 0,-1 0 0,0 0 0,0 0 0,0 0 0,-1 0 0,1-1 0,0 1 0,-1 0 0,1-1 0,-1 1 0,1-1 0,-1 0 0,-2 2 0,-44 30-6270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3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51 540 4896,'-2'0'137,"1"0"-1,-1 0 0,1 0 0,-1-1 1,0 1-1,1-1 0,-1 1 0,1-1 1,0 1-1,-1-1 0,1 0 0,-1 0 0,1 0 1,0 0-1,0 0 0,0 0 0,-1 0 1,1 0-1,0 0 0,-1-3 0,-1 0 177,1 0-1,0 0 1,0-1-1,0 1 1,1-1-1,-1 1 1,0-7-1,0 0 138,1 0 0,0 0 0,0 0 1,2 0-1,-1 0 0,3-15 0,2 7-144,1 1 0,0 0 0,1 0 0,1 1 0,1 0 1,0 0-1,1 1 0,17-20 0,-5 10 120,0 1 0,2 1 0,53-40 1,-64 54-346,-1 2 1,2 0-1,-1 0 1,1 1-1,0 1 1,1 0 0,-1 1-1,1 1 1,0 0-1,0 1 1,1 1 0,27-1-1,-32 3-52,1 0 0,-1 2 0,0-1 0,0 2 0,0-1 0,0 1 0,0 1 0,-1 0 0,1 1 0,-1 0 0,0 0 0,-1 1 0,1 0 0,-1 1 0,0 0 0,-1 0 0,0 1 0,9 10 0,-7-4-12,0 0 1,-1 1-1,0 0 0,-2 0 1,1 1-1,-2 0 0,0 0 0,-1 0 1,-1 1-1,0 0 0,-1 0 0,0 19 1,-1 13 19,-1 0 0,-4 1 1,-7 47-1,-6 2-46,-4 0-1,-35 100 1,-83 185 91,19-59 0,108-291-68,0 1 1,3 1-1,-5 39 1,12-70-9,1 1 1,0 0 0,0 0 0,0 0-1,1 0 1,0 0 0,0 0 0,0-1-1,1 1 1,0 0 0,0-1 0,0 1 0,5 6-1,-5-8-1,1 0-1,1 0 0,-1-1 1,0 1-1,1-1 1,0 0-1,0 0 0,0 0 1,0-1-1,0 1 1,1-1-1,-1 0 0,1 0 1,-1-1-1,1 1 0,6 0 1,8 1-28,1-2 0,0 0 1,0-1-1,-1-1 0,1-1 0,0-1 1,24-6-1,539-148-4166,-479 125 3019,120-37-3345,9-2-2661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4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901 369 6433,'-38'-171'5091,"27"129"-3102,7 29-1212,0 0 0,-1 0 0,-1 1 0,0-1 0,-12-17 0,1 2 564,16 26-1111,0-1 0,0 0 0,0 1 0,-1 0 0,1-1 1,-1 1-1,0 0 0,0 0 0,0 0 0,0 0 0,0 0 0,0 0 0,-4-2 0,4 4-141,1 0 1,-1 0 0,0 1 0,0-1-1,0 1 1,1-1 0,-1 1 0,0 0 0,0-1-1,1 1 1,-1 0 0,1 0 0,-1 0 0,1 0-1,-1 1 1,1-1 0,0 0 0,-1 1-1,-1 2 1,-16 14 473,1 2 0,0 1 0,-26 41 0,-49 107 540,16-9-1370,-70 214 0,7 107-3725,19-64-6318,67-247 243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4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49 6261,'3'-40'2477,"-3"32"7029,-1 12-7705,-47 161 3715,11-40-3972,-25 124-381,7 4-3419,15-65-2621,13-47-2007,6 6-4383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11805 5637,'-1'-4'1258,"-5"-31"1231,6 32-145,2-3-1199,0 0-720,1 0 0,-1-1 0,1 1 1,1 0-1,-1 1 0,1-1 1,0 1-1,0-1 0,0 1 1,1 0-1,0 1 0,0-1 1,0 1-1,11-7 0,-8 8-249,0 0-1,0 0 0,0 1 0,0 1 0,0-1 0,0 1 0,1 1 0,-1-1 1,0 1-1,0 1 0,10 1 0,9 3 129,-1 1 1,28 11-1,15 4 28,187 33 403,-91-34-575,166-2 1,-208-22-135,172-30 0,-285 32-27,124-21 69,236-73 0,103-76 67,-419 151-151,573-219 20,-273 92 99,-225 92-155,50-30 252,184-120 1,-267 145 202,106-90 0,75-89 260,-119 101-461,307-282 736,-161 152 102,-104 92-500,-66 50-128,-6-5-1,187-252 1,33-146-245,-230 346-142,70-146-35,-22-11-12,-143 294 19,186-430-44,-100 220 18,118-233-64,81-193 55,-264 565 11,56-235 0,-36-161-7,-47 283 19,0-91-81,13-193-34,-10-55-78,-16 320 172,4 72-108,7 0-1,65-294 1,54-115-198,-91 420 296,8-42-30,-12 76 45,-5 25 11,-25 79 8,20-46 1,-5 17-54,-9 13-42,-9 25-155,1 1 0,0 0-1,17-29 1,-21 42-149,1-1 0,-1 0 1,0 1-1,-1-1 0,3-9 1,-5 13-953,20 32-11578,-13-10 5667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6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871 59 5096,'-15'-14'480,"13"11"-332,-1 0-1,0 0 0,1 1 1,-1-1-1,-1 1 1,1 0-1,0 0 0,0 0 1,-1 0-1,1 0 0,-1 1 1,0-1-1,-4 0 0,5 2 1039,1-2-66,0 0-997,1 1-1,-1 0 1,1 0 0,-1 0-1,0 0 1,1 1-1,-1-1 1,0 0 0,0 1-1,1-1 1,-1 1 0,0-1-1,0 1 1,0 0 0,0 0-1,1 0 1,-5 0 0,1 2 109,-1 0 0,1 0 0,0 1 0,0-1 0,-8 6 0,12-7-220,-71 45 744,3 2 0,2 4 0,-79 78 0,-8 32-2484,10 10-3711,70-81-991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6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9101,'16'-27'1384,"1"24"-216,-4 0-144,21 3-180,13 9-372,-14 12 112,14 9-100,7 10-168,16 2-564,7 6-608,20 0-528,14 7-2364,9 2-2409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7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77 7293,'-22'-5'1561,"17"4"3040,5-2-4454,0 0 1,-1 1-1,1-1 0,-1 1 1,0-1-1,0 1 1,0-1-1,0 1 1,0-1-1,0 1 1,-1 0-1,1 0 1,-1-1-1,1 1 1,-1 0-1,0 1 1,0-1-1,0 0 0,0 0 1,0 1-1,-4-3 1,5 3-42,-1 0-1625,1-1 934,0 0 1,-1 0-1,1 1 1,-1-1-1,1 1 1,-1-1-1,0 1 1,1 0 0,-5-3-1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1150 380 10357,'5'-24'1611,"12"-38"0,-16 56-1217,1 0-1,-1 0 0,-1 0 1,1 0-1,-1-1 1,0 1-1,0 0 0,0 0 1,-3-10-1,0-8 630,1 12-807,0 1 0,-1 0 0,0 0 0,-1 0 0,0 1-1,-1-1 1,0 1 0,-1 0 0,0 0 0,0 1-1,-1-1 1,0 1 0,-16-14 0,16 18-130,0 0-1,-1 1 1,1-1 0,-1 2-1,0-1 1,-1 1 0,1 0-1,0 1 1,-1 0 0,0 0 0,1 1-1,-1 0 1,0 1 0,-12 0-1,2 1 107,0 1 0,0 1 0,0 0 0,1 1 0,-31 12 1,-17 12 132,1 2 0,1 3 0,2 4 0,2 1 0,1 4 1,2 2-1,2 2 0,2 3 0,3 1 0,-52 68 1,85-97-262,1 2 1,1 0 0,1 0 0,2 1 0,-14 34 0,23-49-50,0 0 0,0 0 1,1 0-1,0 1 0,1-1 0,0 1 1,0-1-1,1 1 0,0-1 0,1 1 0,0-1 1,0 1-1,1-1 0,1 0 0,-1 1 1,1-1-1,1 0 0,6 11 0,0-5 7,1 0-1,0 0 0,1-2 1,1 1-1,0-2 0,1 0 1,0 0-1,1-1 0,30 17 1,12 1 20,85 31 1,-134-57-42,207 69-36,-143-52-22,-2 4 0,0 2 0,81 44 0,-144-66 52,-1 0 1,1 1-1,0 0 1,-1 0-1,0 0 1,8 11-1,-11-14 6,-1 1-1,-1 0 1,1 0 0,0 0 0,-1 0-1,1 0 1,-1 0 0,0 0 0,0 1-1,0-1 1,-1 0 0,1 1 0,-1-1-1,0 0 1,0 1 0,0-1-1,0 1 1,-1 2 0,0-1-6,0 0 0,-1-1 0,1 1 0,-1 0 0,0-1 0,0 0 0,0 1 0,-1-1 0,0 0 0,0 0 0,0 0 0,0-1 0,-6 7 0,2-5 4,0 0-1,0 0 1,-1-1-1,1 0 1,-1 0-1,0 0 0,-11 2 1,0 0 13,0-2 0,-1 0 0,0-2 1,1 0-1,-1-1 0,-24-2 0,33 1 18,-1-1-1,1-1 0,-1 0 1,1-1-1,0 0 0,-1-1 1,-17-8-1,24 9 0,0 0 0,0-1 0,0 1 0,0-1 1,1 0-1,-1 0 0,1 0 0,0-1 0,0 1 0,1-1 0,-1 0 0,1 0 0,0 0 0,0-1 0,1 1 1,-4-12-1,4 5 7,-1-1-1,2 0 1,0 1 0,0-1 0,1 0 0,1 0 0,0 0 0,1 0 0,0 1 0,1-1 0,9-23-1,2 1 27,2-1 0,35-57 0,16-11-787,4 4 0,136-149 0,-3 45-3948,11 18-5219,-130 118-3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9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12845,'0'0'9561,"3"-1"-8086,210-45 1925,-108 27-3218,139-30-1378,310-65-7349,-415 78 913,-87 18 526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9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21 13529,'-77'-21'8377,"67"42"-5637,-3 21-184,6 1-367,-3 11-377,-7 9-336,-6 9-1388,-4 13-88,-3 2 0,-7 4 0,-10 2 0,3 10-980,-16-4-2700,3 13-105,17 14-3363,3-11-7042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2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6 10485,'-5'-1'431,"1"0"0,-1 0-1,1 0 1,-1 0 0,0 1 0,1-1 0,-1 1 0,0 0-1,1 1 1,-1-1 0,0 1 0,1 0 0,-1 0 0,1 0 0,-5 3-1,3-3 60,1 2-191,1-1 0,-1 0 1,0 1-1,1 0 1,0 0-1,0 1 0,0-1 1,0 1-1,0 0 1,1 0-1,-1 0 0,1 0 1,0 1-1,0-1 1,-3 8-1,-6 7 418,0 1-359,0-1 0,1 2-1,1 0 1,0 0 0,2 0-1,1 1 1,0 0-1,2 1 1,1 0 0,0-1-1,2 1 1,0 1 0,2-1-1,3 27 1,-1-32-280,0 0 0,2 0 1,0 0-1,2-1 0,-1 0 0,2 0 1,0 0-1,11 17 0,-11-22-44,1-1-1,1 1 1,0-1-1,0-1 0,1 0 1,1 0-1,0-1 1,0 0-1,0-1 1,1 0-1,14 6 0,1-1-46,1-2-1,1-1 0,-1-1 1,1-2-1,1-1 0,-1-1 1,1-1-1,0-2 0,0-1 1,0-1-1,36-5 0,-15-3-27,-1-1 1,0-3-1,-1-2 0,0-2 0,80-38 1,-92 36 25,-2-3 0,0 0 0,-1-2 0,53-49 0,-43 29 178,-1-1 0,51-73 0,-69 84 169,-7 10 731,25-43 0,-156 261-636,-49 86-343,21 11-813,58-80-4596,30-71-4069,15-24-4994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2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14537,'0'0'94,"0"-1"-1,0 1 1,1-1-1,-1 1 0,0-1 1,0 1-1,0-1 1,0 1-1,1-1 0,-1 1 1,0-1-1,1 1 1,-1-1-1,0 1 1,1 0-1,-1-1 0,0 1 1,1 0-1,-1-1 1,1 1-1,-1 0 0,0-1 1,1 1-1,-1 0 1,1 0-1,-1 0 1,1-1-1,-1 1 0,1 0 1,-1 0-1,1 0 1,0 0-1,17 8 2211,11 5-701,-10-10-985,0-2 1,-1 0-1,1-1 1,0 0 0,23-5-1,0 1 10,452-46 2298,0-15-3732,-21 3-5664,-241 25-3045,-139 16 498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2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 14769,'-10'9'3241,"10"15"-437,10 9 76,-7 9-344,-3 13-475,-3-1-401,-7 12-324,0 7-348,-10 5-496,-7 9-492,4 1-580,-4 2-1188,-10 4-508,-7-7-945,14 9 241,3 4-3505,4-4-5988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5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449 264 10993,'-1'-2'325,"0"1"-1,0-1 1,0 1-1,0-1 1,0 0-1,0 0 1,0 1 0,0-1-1,1 0 1,-1 0-1,0 0 1,1 0 0,0 0-1,0 0 1,-1 0-1,1 0 1,0 0-1,1 0 1,-1 0 0,0 0-1,0 0 1,1 0-1,1-3 1,0-13 900,-2 15 235,-2 2-159,0 0-1179,1 0 0,0 1 0,-1-1 1,1 1-1,0-1 0,-1 1 0,1-1 1,-1 1-1,1 0 0,-1 0 0,1 0 1,-1 0-1,1 0 0,0 0 0,-1 0 1,1 0-1,-1 1 0,1-1 0,-1 0 1,1 1-1,0-1 0,-1 1 0,1 0 1,0-1-1,-2 2 0,-1 2 191,0 1 1,0 0-1,0-1 0,1 1 1,-6 9-1,4-6-171,-73 125 2255,-102 235 1,154-302-2397,2 1 0,-15 77 1,31-107-2,2 0 0,2 1-1,1 0 1,1 0 0,7 62 0,-3-88 0,0 0 0,0-1 0,1 1 0,1-1 0,7 17 0,-8-23 0,0 1 0,0-1 0,0 0 0,1 0 0,-1-1 0,1 1 0,1-1 0,-1 0 0,0 0 0,1 0 0,0 0 0,9 5 0,-5-6 0,-1 1 0,1-1 0,0-1 0,0 0 0,0 0 0,0-1 0,0 0 0,0 0 0,0-1 0,1 0 0,-1-1 0,0 0 0,0-1 0,0 1 0,0-2 0,12-4 0,-1 0 0,-1-2 0,0 0 0,0-1 0,-1-1 0,-1 0 0,23-20 0,-13 8 0,-2-2 0,0-1 0,-2-1 0,-1-1 0,-1-1 0,-1-1 0,-2-1 0,-1 0 0,-1-1 0,-2-1 0,-2 0 0,0-1 0,-3-1 0,0 1 0,-3-2 0,-1 1 0,-1 0 0,-2-1 0,-1 0 0,-2 1 0,-2-1 0,-11-58 0,4 52-174,-1 1-1,-1 0 1,-3 0-1,-1 2 1,-39-69 0,40 85 0,0 0 0,-2 2 0,0 0 0,-1 0 0,-1 2 0,-1 0 0,-1 2 0,0 0 0,-1 1 0,-31-16 0,41 26-322,0 0 0,0 1 0,-1 1 0,0 0-1,0 0 1,0 1 0,-1 1 0,-17-1 0,22 3-106,1 0 1,-1 1-1,1 0 1,0 0 0,-1 1-1,-8 3 1,11-3-195,0 0 1,0 1-1,1 0 1,-1 0-1,1 0 1,0 1-1,0-1 1,0 1-1,-4 5 1,-17 28-9398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5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124 164 13737,'-43'-13'1147,"-6"0"1302,17 6 4576,68 10-5871,1-2 0,-1-2 0,68-9 0,-13 1-484,121-7 190,400-25-3757,-200 14-3077,-139 5-4348,-183 14 1995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5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1 14249,'-30'7'2903,"23"-5"-131,6 1-14,-4 11-1246,0 0 0,1 0-1,1 1 1,-3 24 0,-1 6-435,-13 32-732,-4-1 1,-3-1-1,-40 76 0,1 0-1048,-74 171-8496,88-211 1747,4 5-4909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7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55 13797,'22'-46'2722,"-17"37"3980,-7 12-4828,-9 16 812,-16 36 0,-7 14-1047,-24 25-983,-77 143-841,116-191-1968,3 1 1,1 0-1,-13 76 1,19-52-3617,8 44-9445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37 13117,'3'-23'1476,"-1"9"2192,-3 31-523,-9 58 1385,-21 36-2075,27-99-2149,-36 104 675,-78 160 0,67-159-4655,-47 166 0,41-108-6604,34-108 229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8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293 322 7689,'2'-2'327,"0"0"1,-1 0-1,1-1 1,-1 1 0,1 0-1,-1-1 1,0 1-1,0-1 1,0 0-1,0 1 1,0-1-1,-1 0 1,1-4 0,1-40 4191,-2 37-3534,-1 2 155,0-1 0,0 1-1,-1 0 1,0 0 0,-1 0 0,-3-9 0,-6-20 3231,11 34-3130,-1 4-1134,1 0-1,-1 1 0,1-1 1,-1 0-1,1 1 1,-1-1-1,1 1 1,0-1-1,0 1 0,-1 0 1,0 2-1,-1 0-4,-5 11-97,0-1 1,0 1-1,-9 31 0,-2 1-8,-18 37 3,-55 130 0,74-164 0,2 1 0,-14 70 0,26-92 0,1 1 0,1 0 0,4 55 0,0-66 0,0-1 0,2 1 0,0 0 0,1-1 0,1 0 0,0 0 0,10 19 0,-9-26 0,1 1 0,-1-1 0,2 0 0,0 0 0,0-1 0,1 0 0,0-1 0,0 0 0,23 14 0,-16-13 0,1-1 0,0 0 0,1-2 0,0 0 0,0-1 0,24 5 0,-9-6 0,-1-1 0,1-1 0,-1-2 0,1-1 0,0-2 0,-1-1 0,61-15 0,-60 10 0,0-2 0,-1-2 0,0-1 0,-1-1 0,59-37 0,-74 39 0,0 0 0,-1-1 0,-1-1 0,0-1 0,-1 0 0,-1 0 0,0-1 0,-1-1 0,-1 0 0,0-1 0,12-30 0,-14 25 4,-2 1-1,0-1 1,-1 0 0,-2-1-1,0 0 1,-1 1 0,-2-1-1,-2-38 1,-2 31 1,-1-1 1,-2 1-1,-1 1 1,-2-1-1,-23-56 1,9 40-47,-2 2-1,-2 0 1,-1 2 0,-3 1 0,-1 2-1,-2 0 1,-70-60 0,87 85-698,0 1 1,0 1-1,-29-16 0,38 25 117,0 0 0,0 1-1,0 0 1,0 1-1,0 0 1,0 0-1,-1 0 1,1 1 0,-1 0-1,1 1 1,-16 1-1,20-1-274,0 1 1,0 0-1,1 0 0,-1 0 0,0 0 0,0 0 0,-4 3 0,-15 18-11023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09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55 15701,'-1'-3'431,"2"-29"1785,-1 31-2026,0 0 0,0 0 0,0 1 0,0-1 0,1 0 0,-1 0 0,0 0 1,1 0-1,-1 1 0,0-1 0,1 0 0,-1 0 0,1 1 0,-1-1 0,1 0 0,0 1 0,-1-1 0,1 0 0,-1 1 0,1-1 0,0 1 0,0-1 0,-1 1 0,1-1 0,0 1 0,0 0 0,0-1 0,0 1 0,-1 0 0,1 0 0,0 0 1,2-1-1,4 14 4192,-3-4-4160,-1-1-1,-1 1 1,0-1-1,0 1 1,-1 0-1,0-1 1,0 1-1,-1 0 1,-1 9-1,-13 88 1287,11-89-1466,-7 42-42,-3 1 0,-2-2 0,-3 0 0,-37 81 0,-170 258-5621,167-296-3103,1 4-6714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33 161 3996,'1'0'68,"0"0"-1,0-1 0,0 1 0,-1-1 0,1 1 1,0-1-1,0 1 0,-1-1 0,1 0 0,0 1 1,-1-1-1,1 0 0,-1 1 0,1-1 0,-1 0 1,1 0-1,0-1 0,-1 2-14,-1-1 0,1 0 0,0 1 0,0-1 0,-1 1 0,1-1 0,0 1 0,-1-1 0,1 1 0,0-1 0,-1 1 0,1-1 0,-1 1 0,1 0 0,-1-1 0,1 1 0,-1 0 0,1-1 0,-1 1 0,0-1 0,-3-1 3008,-3-12-1058,6 13-1873,0 0 0,0 0-1,0 0 1,1 0-1,-1-1 1,0 1-1,1 0 1,-1 0-1,1 0 1,-1-1 0,1 1-1,-1 0 1,1-1-1,0 1 1,0 0-1,-1-2 1,-2-66 5686,3 67-5669,0 0 1,0-1-1,0 1 1,1 0-1,-1 0 1,0 0-1,1 0 1,0 0-1,-1 0 1,1 0-1,1-2 1,0-1 3119,-7 23-2881,0 0 0,2 1 1,0-1-1,0 1 0,2 0 1,0 0-1,4 32 0,1-15-98,1-1-1,2-1 0,16 46 1,-14-54-206,1-1 1,1-1 0,1 0-1,2-1 1,0 0 0,1-1-1,2-1 1,0 0 0,38 35-1,-21-27-37,2-2 0,1-2-1,1-1 1,0-1 0,52 20-1,-10-10-455,1-4 0,2-3 1,161 27-1,-76-30-1948,174 0 1,-119-23-1859,-76-8-1335,29-4-5108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0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7705,'24'-12'510,"-12"4"193,1 2 1,1-1 0,-1 2 0,1 0-1,0 0 1,0 2 0,16-3 0,-14 4-242,0 1 0,0 1 1,-1 1-1,1 0 1,0 1-1,-1 1 0,1 0 1,-1 1-1,18 8 0,-26-9-384,0 0 0,0 1-1,-1 0 1,1 0-1,-1 0 1,0 1-1,-1 0 1,1 0-1,-1 1 1,0-1-1,0 1 1,-1 0 0,1 1-1,-1-1 1,-1 1-1,1 0 1,-1 0-1,0 0 1,-1 0-1,0 0 1,2 10 0,-2 1-13,-1 1 1,0 0-1,-1-1 1,-1 1-1,-1-1 1,-1 1-1,0-1 1,-2 0-1,0 0 1,-1 0 0,-12 25-1,-12 19 111,-65 99 0,32-66 26,-55 92 499,116-184-670,0 0-1,1 0 1,-1 1-1,1-1 1,0 0-1,0 0 1,0 1 0,0-1-1,1 0 1,-1 1-1,1-1 1,0 1 0,0-1-1,1 7 1,0-8-19,0 0 0,0 0 0,0 0 0,0 0 0,0 0 0,0-1 0,1 1 0,-1 0 0,1-1 0,-1 1 0,1-1 0,0 1 0,-1-1 0,1 0 0,0 0 0,0 0 0,0 0 0,0 0 0,0 0 0,0 0 0,0-1 0,0 1 0,4 0 0,12 1 40,0 0 0,1-1 0,-1-1 0,0-1 0,1 0 0,-1-1 0,20-6 0,-7 3-58,81-15-1162,203-62-1,-239 54-3657,118-59 0,-109 39-3574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1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147 100 8429,'6'-21'10612,"-14"25"-9507,6-3-989,-7 3 259,1 0-1,0 1 0,0 0 0,0 0 0,1 0 0,0 1 0,-12 12 0,8-1-155,1 0-1,1 1 0,0 0 0,2 0 0,0 1 0,-5 20 0,11-32-186,0 0 0,0 0-1,0 0 1,1 0 0,0 0 0,0 0-1,1-1 1,0 1 0,0 0 0,1 0-1,0 0 1,0-1 0,0 1-1,1-1 1,0 1 0,7 10 0,-6-10-12,1-1 0,-1 0 0,1 0 1,0 0-1,1-1 0,-1 0 0,1 0 1,0 0-1,1-1 0,12 8 0,-7-7 8,0 0 1,0 0-1,0-1 0,1-1 0,-1 0 0,15 1 0,-5-2-2,-1 0 0,1-2 0,0-1-1,0-1 1,-1-1 0,1 0-1,31-11 1,-39 10-13,1-2 0,-1 0 0,-1 0 0,1-2 0,-1 0 0,0 0 0,-1-1-1,0 0 1,-1-1 0,11-12 0,-18 18-17,0-1 0,-1 1-1,1-1 1,-1 1 0,0-1 0,0 0-1,-1-1 1,0 1 0,0 0 0,0-1-1,0 1 1,-1-1 0,0 1 0,0-1-1,0 0 1,-1 1 0,0-1 0,0 0-1,-1 0 1,1 1 0,-1-1 0,0 0-1,-1 1 1,1-1 0,-1 1 0,0 0-1,-1-1 1,1 1 0,-5-6 0,-2-1-148,0-1-1,-1 2 1,0-1 0,-1 2 0,0-1 0,-1 1-1,0 1 1,0 0 0,-23-11 0,-1 1-981,-1 3 0,-56-18 0,62 24-1062,0 2 0,-1 2 0,-50-5-1,-5 9-7080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2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35 182 4908,'39'-50'5002,"-38"48"-4764,0 0-1,0 0 1,0-1 0,0 1 0,-1 0 0,1 0 0,-1-1 0,1 1 0,-1 0 0,0-1 0,0-3 0,1-3 534,2-6 585,-1 10-800,-1 0-1,0 0 1,0 0-1,-1 0 1,1 0-1,-1 0 1,0 0-1,0-1 1,-1 1-1,0 0 1,-2-9-1,3 14-524,0-1 0,0 1 0,0 0 0,0 0 0,0-1 0,0 1 0,0 0 1,0 0-1,0-1 0,0 1 0,-1 0 0,1 0 0,0 0 0,0-1 0,0 1 0,0 0 0,0 0 0,0 0 0,-1-1 0,1 1 0,0 0 1,0 0-1,0 0 0,-1 0 0,1 0 0,0 0 0,0-1 0,0 1 0,-1 0 0,1 0 0,0 0 0,0 0 0,-1 0 0,1 0 0,0 0 1,0 0-1,-1 0 0,1 0 0,0 0 0,0 0 0,-1 0 0,1 0 0,0 0 0,0 0 0,0 0 0,-1 0 0,1 1 0,0-1 0,0 0 1,0 0-1,-1 0 0,1 0 0,0 1 0,-13 17 1128,-9 34 502,11-12-869,1 1-1,2 0 1,2 1-1,-1 71 1,19 170 207,-8-242-1671,2-1 0,2 0 1,2-1-1,1 0 0,2 0 1,2-1-1,36 67 0,-27-63-2447,3-1-1,1-1 1,51 54-1,-7-19-7146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2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48 9137,'18'-20'7964,"-16"18"-7804,-1 0-1,0 0 1,1 0-1,-1 0 0,1 0 1,0 1-1,0-1 1,-1 1-1,1-1 1,0 1-1,0 0 1,1 0-1,-1 0 1,0 0-1,0 0 1,0 0-1,1 0 1,-1 1-1,0-1 0,1 1 1,-1 0-1,1 0 1,-1 0-1,0 0 1,5 0-1,8 3 105,0 0 0,-1 1 0,0 0-1,1 1 1,-1 0 0,-1 2 0,1-1 0,22 17-1,-29-18-198,0 0 0,0 0 0,0 1 0,-1 0 0,0 1 0,0-1 0,0 1-1,-1 0 1,0 0 0,0 1 0,-1 0 0,0-1 0,0 1 0,-1 1 0,0-1-1,3 16 1,-5-9-18,0 1-1,-1 0 1,-1 0 0,-1-1-1,0 1 1,0-1 0,-2 1-1,0-1 1,-1 0-1,-9 20 1,-10 14 96,-49 76 1,34-63-56,-27 36 248,41-63 230,-36 64 1,60-97-544,1-1-1,-1 0 1,1 0-1,-1 0 1,1 0 0,0 1-1,0-1 1,-1 0-1,1 1 1,0-1 0,0 0-1,0 0 1,0 1-1,0-1 1,1 0 0,-1 0-1,0 1 1,1-1-1,-1 0 1,0 0-1,1 0 1,0 0 0,-1 1-1,1-1 1,0 0-1,-1 0 1,1 0 0,0 0-1,0 0 1,1 0-1,1 2 9,0-1-1,-1 0 0,1 0 1,1-1-1,-1 1 0,0-1 1,0 0-1,6 2 1,7-1-24,0-1 1,0 0-1,0-2 1,0 1-1,1-2 1,-2 0-1,25-7 1,1 1-302,22-5-756,0-3 0,62-24 1,-2-8-2579,-4-2-3618,-27 13-3568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76 7237,'-1'-1'156,"0"-1"1,1 1 0,-1-1 0,1 0-1,-1 1 1,1-1 0,0 0 0,0 1 0,0-1-1,0 0 1,0 1 0,0-1 0,0 0-1,1 1 1,-1-1 0,0 0 0,1 1-1,0-1 1,-1 1 0,1-1 0,0 1-1,0-1 1,0 1 0,0-1 0,0 1 0,0 0-1,0-1 1,0 1 0,0 0 0,1 0-1,1-1 1,-1 0 1442,-4-8-544,-3-4 4387,4 14-5265,0 0 0,1 0 0,-1 0 1,0 0-1,0 0 0,0 0 0,1 0 0,-1 0 0,0 0 0,0 1 0,1-1 0,-1 0 0,0 1 0,1-1 0,-1 0 0,0 1 0,1-1 0,-1 1 0,1-1 0,-1 1 0,0 0 0,-1 2-26,0-1 0,0 1 0,0 0 0,0 0 1,0 0-1,1 0 0,0 0 0,-1 0 0,1 0 0,0 0 0,1 1 0,-1-1 0,1 0 0,-1 1 0,1-1 0,0 0 0,0 1 0,0-1 0,1 0 0,0 5 0,0 11 311,-3 38 672,-5 75-276,5-114-1342,-1 0 0,-1-1-1,0 0 1,-1 1-1,-10 20 1,10-28 175,-21 50-2962,21-47 956,0 1 0,-3 23-1,-1 46-11138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3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43 5633,'1'-1'100,"12"-4"1086,-17-8 7525,-6-7-6208,6 16 971,-12 66-1039,9-43-1716,2 1 0,-5 33-1,-2 76 1114,-15 121 219,-80 301-569,-25-3-5554,96-364-447,6 0-3534,14-52-3882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4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10 7793,'1'1'122,"-1"0"1,0 0 0,1 0-1,0 0 1,-1 0-1,1 0 1,-1 0 0,1-1-1,0 1 1,0 0-1,-1 0 1,1-1 0,0 1-1,0 0 1,0-1-1,0 1 1,0-1 0,0 1-1,0-1 1,1 1-1,-1-2 132,0 0 0,0 0-1,0 0 1,0 0 0,0-1 0,0 1-1,0 0 1,0 0 0,-1-1-1,1 1 1,0 0 0,-1-1 0,1-1-1,0 2-105,0 0-1,0 1 1,0-1-1,0 0 0,0 1 1,0 0-1,1-1 1,-1 1-1,0 0 0,0-1 1,0 1-1,0 0 1,1 0-1,-1 0 0,0 0 1,0 0-1,0 0 1,2 0-1,-1 1 207,9-2 141,0 1-1,0 0 1,0 1-1,0 0 1,0 1-1,-1 0 1,17 6-1,-24-7-448,1 0 1,-1 1-1,0-1 0,0 1 1,1 0-1,-1 0 1,0 0-1,-1 0 0,1 0 1,0 1-1,-1-1 0,1 1 1,-1 0-1,0-1 0,0 1 1,0 0-1,0 1 0,0-1 1,-1 0-1,1 0 0,-1 1 1,0-1-1,0 1 0,0-1 1,-1 1-1,1 3 0,-1 9 36,-1 0 0,-1-1 0,0 1 0,-1-1 0,0 0 0,-10 24 0,-3 2 25,-23 42 0,-55 76 61,57-100-73,-48 102 0,83-158-85,1 0-1,0 0 0,-1 1 0,1-1 0,0 1 0,1-1 0,-1 1 0,1 0 0,0-1 0,-1 1 0,2 4 0,0-6 4,-1 0 0,1 0-1,0 0 1,0 1 0,0-1-1,0-1 1,0 1 0,1 0 0,-1 0-1,0 0 1,1-1 0,0 1-1,-1-1 1,1 1 0,0-1-1,0 0 1,0 1 0,-1-1-1,4 1 1,6 3-5,-1-1-1,1 0 1,1-1-1,-1 0 1,0-1-1,1 0 1,-1-1-1,22 0 1,2-2-165,59-10 0,-28-1-979,0-3-1,-1-4 1,105-43-1,-98 29-3126,83-52 0,-68 31-3225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4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60 8449,'30'-14'870,"31"-18"2112,-57 30-2703,0 0-1,0 0 1,0 0 0,1 1-1,-1 0 1,0 0 0,1 0-1,-1 0 1,1 1-1,-1 0 1,1 0 0,-1 0-1,1 0 1,-1 1 0,1 0-1,-1-1 1,0 2-1,5 0 1,2 2 56,-1 0 1,0 1-1,0 0 1,0 1-1,15 11 1,-23-15-298,0-1 0,-1 1 0,1 0 0,-1 0 0,1 0 0,-1 0 0,0 0 0,0 0 0,0 0 0,0 0 0,0 1 0,0-1 0,0 0 1,-1 1-1,1-1 0,-1 0 0,0 1 0,0 2 0,-5 38 194,1-29-185,-1-2 0,-1 1-1,0 0 1,-1-1 0,0 0-1,-1-1 1,-1 0-1,-9 11 1,-3 5 20,-98 111 166,70-84-141,-49 69 1,93-116-85,2-3 5,0 0 0,0 0-1,1 1 1,-1-1 0,1 0 0,-1 6 0,2-9-9,1 0-1,0 0 1,0 0-1,0 0 1,0 0-1,0 0 1,0 0-1,0 0 1,0 0-1,0 0 1,0 0-1,0 0 1,1 0-1,-1 0 1,0 0-1,1 0 1,-1 0-1,1 0 1,-1 0-1,1 0 1,0 0-1,-1-1 1,1 1-1,0 0 1,-1 0-1,1-1 1,0 1-1,0-1 1,0 1-1,0 0 0,0-1 1,0 1-1,0-1 1,0 0-1,1 1 1,5 2 5,1-1 0,0 0 0,0 0 0,0 0 1,1-1-1,-1-1 0,0 1 0,0-1 0,9-1 0,13-3-52,34-9 0,-50 10 4,254-73-2512,-90 14-3147,-145 50 3949,94-31-6927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5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0 4648,'0'0'2401,"-13"16"499,10-7 2294,3 3-4579,0 0-1,-1 0 1,-1 0 0,0 1 0,-1-2-1,0 1 1,-8 21 0,-3 9 75,-7 52 955,-13 40-1,-204 495 975,5-94-5889,76-180-3195,100-225 1035,9-2-3080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8693,'2'-4'645,"1"0"0,-1 0 1,1 1-1,-1-1 0,1 0 0,0 1 1,0 0-1,1 0 0,-1 0 0,1 0 1,-1 0-1,6-2 0,51-22 1289,-40 20-1466,18-8 41,2 2 1,-1 1-1,2 2 0,41-4 0,-54 11-367,-1 1-1,1 2 0,-1 0 0,1 2 1,0 1-1,52 13 0,-73-15-126,-1 1 0,1 0 0,0 1 0,-1-1 1,0 1-1,0 1 0,0-1 0,0 1 0,0 0 0,0 0 0,-1 1 0,0-1 0,0 1 0,0 1 0,-1-1 1,0 1-1,0-1 0,0 1 0,-1 0 0,1 0 0,-1 1 0,-1-1 0,1 1 0,-1-1 0,-1 1 0,1 0 1,-1 0-1,0 0 0,-1 0 0,1 0 0,-1 0 0,-2 12 0,-2 5 11,-1-1 0,-2 1 0,0-1-1,-1-1 1,-1 0 0,-13 22 0,-6 6 0,-48 63 1,50-78-48,10-16 40,1 1-1,2 1 1,-1 0-1,2 0 1,-16 42-1,27-62-24,1 0 1,0 0-1,-1 0 0,1 0 0,0 0 1,0 0-1,0-1 0,0 1 0,0 0 1,0 0-1,0 0 0,0 0 0,0 0 1,0 0-1,0 0 0,1 0 0,-1 0 1,0 0-1,1-1 0,-1 1 0,1 0 1,-1 0-1,1 0 0,-1-1 0,1 1 0,-1 0 1,1-1-1,1 2 0,0 0-26,1-1 0,-1 0 0,0 0 0,1 0 0,-1 0 0,1-1 0,-1 1 0,1-1-1,0 1 1,3-1 0,9 0-303,0 0-1,0-1 0,14-4 0,-2 0-620,-1-1 0,0-1 0,-1-2 0,28-13 0,44-30-5523,-30 13-1255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1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2 132 7245,'0'-1'148,"-1"-1"1,1 0 0,0 0 0,-1 0 0,1 0-1,0 1 1,0-1 0,0 0 0,1 0-1,-1 0 1,0 1 0,1-1 0,-1 0-1,1 0 1,-1 0 0,1 1 0,0-1 0,0 1-1,0-1 1,1-1 0,2-2 286,0 1 0,1 1 0,-1-1 0,1 1 0,6-5 0,0 1 59,3-2 427,1 0 0,0 1-1,32-12 1,-38 17-719,0 0 0,0 1 0,0 0 0,1 1 0,-1-1 0,1 2 0,-1-1 0,16 3 0,-23-2-181,0 0 0,0 0 0,0 1 0,0-1-1,0 1 1,0 0 0,-1-1 0,1 1 0,0 0-1,0 0 1,0 0 0,-1 0 0,1 1 0,-1-1-1,1 0 1,-1 1 0,1-1 0,-1 1 0,0-1-1,0 1 1,2 3 0,-1-2-2,-1 1 0,0 0-1,0-1 1,-1 1 0,1 0-1,-1 0 1,0-1 0,0 1 0,0 0-1,0 0 1,-1 3 0,-3 11 24,0 0-1,-2 0 1,-13 29 0,18-44-37,-14 28 68,-20 30-1,23-41-56,0-1-1,2 1 1,0 1-1,-11 35 1,20-52-12,0 0 0,1 1 0,-1-1 0,1 0 0,-1 1 0,1-1-1,1 1 1,-1-1 0,1 0 0,-1 1 0,1-1 0,1 0 0,-1 1 0,0-1 0,1 0 0,0 0 0,0 0 0,0 0 0,1-1 0,-1 1 0,1-1 0,0 1 0,5 4 0,6 4-6,0-2 1,1 0 0,0 0-1,28 12 1,-27-14-31,-1 0-1,0 1 1,21 16-1,-34-23-59,1 1 0,0 0 0,0 1 0,-1-1 0,0 0 0,0 1-1,0-1 1,0 1 0,0 0 0,-1 0 0,1-1 0,-1 1 0,0 0 0,0 0 0,-1 0 0,1 0 0,-1 0-1,0 0 1,0 1 0,0-1 0,0 0 0,-1 0 0,0 0 0,0 0 0,0 0 0,0 0 0,-1-1-1,1 1 1,-4 5 0,-3 6-947,0-2-1,-1 1 1,0-1 0,-1-1-1,-1 0 1,-17 16 0,-29 22-6032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0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 4884,'0'0'9999,"-3"-1"-11422,-25-14-4243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0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2228,'0'0'1148,"-3"15"-768,-1 3 2097,8-3-2381,-1 3-120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1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2504,'2'4'134,"-1"0"0,1 0-1,-1 0 1,0 0 0,0 0 0,0 0-1,-1 0 1,1 0 0,-1 0-1,0 0 1,-1 0 0,1 1 0,-2 5-1,2-7 117,-2-1-72,-35 49 463,36-49-583,-23 34-1740,14-24 845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3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57 212 9133,'10'-22'2297,"4"-14"5367,-14 30-7367,0-1-1,0 0 1,1 1-1,0-1 0,4-11 1,-2 3 28,2-13 255,3-29-200,-8 55-183,-9 8-150,8-5-155,0 0 0,0 0 0,-1 1 1,1-1-1,0 0 0,0 0 1,-1 0-1,1-1 0,-1 1 1,1 0-1,-1 0 0,1-1 1,-3 2-1,-38 7-4354,10-3-2281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4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3824,'-1'5'382,"1"-5"-207,0 1 0,-1 0 0,1-1-1,0 1 1,0 0 0,0 0 0,0-1 0,0 1 0,0 0 0,0 0-1,0-1 1,0 1 0,0 0 0,0 0 0,0-1 0,0 1-1,1 0 1,-1-1 0,0 1 0,1 0 0,-1-1 0,0 1-1,1 0 1,-1-1 0,1 1 0,0 0 0,0 1-173,0 0 0,0 0 0,-1 0-1,1 0 1,-1 0 0,1 0 0,-1 0 0,0 0 0,0 0 0,0 0 0,0 0 0,0 0 0,0 0 0,0 0-1,-1 0 1,1 0 0,-2 3 0,1-2-14,1 0-28,-1 0-62,-5 10 111,2-4-355,1 0 1,-1-1-1,-1 0 0,1 1 1,-2-1-1,1-1 0,-11 13 1,3-6-1294,3 8 211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9929,'6'-51'3378,"-5"50"-3123,0-1-1,0 0 1,-1 1 0,1-1-1,0 1 1,0 0-1,0-1 1,0 1 0,1 0-1,-1 0 1,0-1-1,3 0 1,4-6 660,0-4-5,-1-1 1,0 0 0,0 0 0,6-20-1,-4 16-541,-7 14-256,0 1 0,0-1 0,-1-1 0,1 1-1,-1 0 1,1 0 0,-1-1 0,0 1 0,0 0 0,-1-1 0,1-5 0,-15 28-3226,7-12-6419,-2 0 1352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6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3360,'134'-18'420,"-94"15"-400,-3-9-1132,7 3 328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7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235 206 7117,'-8'-39'1011,"3"15"957,-13-37 1,-18-20 10478,34 85-10674,-5 6-1438,2 0 0,0 1 1,0 0-1,1 0 0,0 0 0,1 1 0,0-1 1,-2 23-1,-1 106 2793,6-93-2791,-34 630-337,-13-271-5649,25-135-3618,19-230 6863,-9 115-10059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8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85 11005,'-6'-18'9157,"26"15"-8661,-3-1-64,9-5-240,15-6-632,2 6-876,14-6-840,7 9-2989,9 0-4096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8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11 239 10001,'-10'18'4400,"33"-48"1,14 18-3537,26-7-236,-2-5-504,19-3-820,21-9-1016,12 0-1041,15 3-1671,16-6-3425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8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1 10697,'-5'0'266,"3"0"-124,0 0 0,0 0 0,1 0-1,-1 0 1,0 0 0,0 0 0,1 1 0,-1-1 0,0 1 0,1-1-1,-1 1 1,0 0 0,1-1 0,-1 1 0,1 0 0,-1 0 0,1 0-1,-1 0 1,1 0 0,0 0 0,-1 1 0,1-1 0,0 0 0,0 1-1,-1 2 1,-1-1 129,1 0 0,0 0 0,-1-1 0,1 1 0,-1 0 0,0-1 0,0 0 0,0 0 0,0 0 0,0 0 0,-1 0 0,1-1 0,0 1 0,-7 1 0,-25 15 1417,24-7-978,1 1-1,0 0 1,1 1-1,0 0 1,1 0 0,0 1-1,-8 22 1,-8 12 647,-28 61 630,-58 172 0,100-248-3082,0 1 0,2 0 0,-5 48-1,11-55-1448,2 42-1,1-50-369,1-1 1,9 36-1,7-2-7303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8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1314 127 12733,'4'-11'776,"0"1"1,1-1-1,0 1 0,1 1 0,0-1 0,14-15 1,-17 21-470,0 1 0,1-1 1,0 1-1,0 0 0,0 0 1,0 0-1,1 0 0,-1 1 1,1 0-1,-1 0 0,1 0 1,0 0-1,0 1 0,0 0 1,0 0-1,0 0 0,7 0 1,-10 1-223,0 0 0,-1 1 0,1-1-1,0 0 1,-1 1 0,1-1 0,0 1 0,-1-1 0,1 1 0,-1 0 0,1-1 0,-1 1 0,1 0 0,-1 0 0,1 0-1,-1 0 1,0 0 0,0 1 0,1-1 0,0 2 0,0 0 22,0 1 0,0 0-1,0-1 1,0 1 0,-1 0 0,1 0 0,-1 0-1,1 5 1,0 6 58,0 1-1,-2-1 1,0 20-1,0-35-163,-10 107 428,6-78-323,1 0 1,1 0 0,4 47-1,2-50-69,0 0-1,2-1 0,1 1 0,2-1 1,16 35-1,2-7 30,44 65 0,-56-96-44,-1 0-1,-1 2 1,-1 0 0,11 29-1,-21-44-1,1 0 0,-1 0 0,0 1 0,-1-1 0,0 1 0,0-1 0,-1 1 0,-1-1 0,1 0 0,-1 1 0,-1-1 0,0 1 0,0-1 0,-1 0 0,-5 11 0,-1-2 7,-1-1-1,-1 0 0,0 0 0,-1-1 1,-1 0-1,-1-1 0,0-1 1,-24 19-1,-5-1 9,-1-1-1,-49 25 1,-244 105 144,-15-27-463,93-37-1054,8-5-1589,169-66-555,1-4-3467,47-14-4342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9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97 16305,'-10'3'3321,"23"9"6408,1-24-8469,3 3-424,-7-6-1504,0-4-1000,-7 1-1061,4 0-1543,3-3-14858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8:29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12785,'214'-36'2224,"38"12"319,-235 23-2425,863-37 5080,749 21-2863,-944 13-2225,349-1-603,517-6-964,1673 25-4382,-1078 55-2767,-1590-43 2672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08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45 140 9965,'2'-4'363,"-1"1"0,1-1 0,-1 1-1,0-1 1,0 0 0,0 0 0,-1 1 0,1-1 0,-1 0 0,0 0 0,0 1 0,0-1-1,0 0 1,-1 0 0,0 0 0,0 1 0,-2-7 0,-21-56 11769,25 71-10961,25 162 286,-13-95-702,6 98 0,-21-1-774,-36 253 1,-4 67-673,42-472 328,-1 78-2550,12 110 0,-6-169 1247,1-1 0,13 39 0,-10-49-492,0 1 1,2-2-1,22 38 0,9-3-7079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0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14597,'1'98'6205,"-17"152"-1,3-106-2911,-73 551-825,75-632-2576,-44 254-2736,45-235 951,2 153-1,9-204-511,9 40 0,4-7-3912,9 5-5600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08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901 371 12085,'2'0'203,"0"-1"-1,-1 0 1,1 0-1,0 0 1,-1 0 0,1 0-1,-1 0 1,1-1-1,-1 1 1,0 0-1,1-1 1,-1 1 0,0-1-1,0 0 1,0 1-1,0-1 1,0 0-1,0 1 1,-1-1 0,1 0-1,-1 0 1,1 0-1,-1 0 1,0 0 0,1 0-1,-1 1 1,0-3-1,1-3 543,-1 3 1302,-1 1-181,-1-2-1450,-6-10 4628,2 46-3163,-12 148-268,-7 52-215,-4-34-1398,-5 282 0,34-439 0,2 0 0,1 0 0,3 0 0,1-1 0,1 0 0,17 44 0,-19-66 0,1-1 0,1 0 0,1 0 0,0-1 0,1 0 0,23 26 0,-23-32 0,-1 0 0,1 0 0,1-1 0,0 0 0,0-1 0,0-1 0,1 1 0,0-2 0,0 0 0,18 6 0,-5-6 0,-1 0 0,1-1 0,0-1 0,0-2 0,0 0 0,0-2 0,0 0 0,0-2 0,0-1 0,-1-1 0,1-1 0,-1-1 0,-1-1 0,1-1 0,-1-1 0,29-18 0,-21 9 0,-2-1 0,0-1 0,-1-1 0,-1-2 0,-1 0 0,-1-2 0,-1-1 0,-2-1 0,-1-1 0,34-60 0,-27 29 0,-3-2 0,-2-1 0,-3-1 0,-3-1 0,-3 0 0,-2-1 0,-4 0 0,1-69 0,-8 97 0,-2 0 0,-1 1 0,-2 0 0,-2-1 0,-1 2 0,-2-1 0,-1 1 0,-26-59 0,21 65 0,-1 0 0,-1 2 0,-1 0 0,-2 0 0,-1 2 0,-1 1 0,-1 0 0,-1 2 0,-1 1 0,-30-21 0,12 15-116,0 3 0,-2 1 0,-1 2 0,0 2 0,-2 2 0,0 2 1,-64-12-1,48 16-232,1 2 1,-2 4 0,1 2 0,0 4-1,-88 9 1,88 0-1106,0 3-1,1 2 0,1 3 1,-68 29-1,64-17-3041,-104 60-1,25 5-6017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09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63 109 13101,'1'-9'404,"0"5"-53,-1-1 0,1 1 0,-1-1-1,0 1 1,-1 0 0,1-1 0,-1 1-1,1-1 1,-1 1 0,-1 0 0,1-1-1,-3-5 1,3 9-136,1 0-1,0 1 1,0-1-1,0 0 1,-1 1-1,1-1 1,0 0-1,0 0 1,0 1 0,0-1-1,0 0 1,0 0-1,0 1 1,1-1-1,-1 0 1,0 1-1,0-1 1,1 0-1,-1 0 1,12-18 1722,-10 16 1757,0 7-2093,4 7-1442,0 0 1,-1 0-1,-1 1 1,0 0-1,0 0 0,-1 0 1,-1 0-1,0 0 1,0 14-1,-3 122 1209,-2-80-1151,-3 27-217,-32 158 0,3-35 0,10 87-3491,23-237 1448,4-1 0,14 103 0,8-65-5496,11-7-5085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09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0 17218,'4'18'1266,"1"-1"0,7 18 0,-7-20 293,1 1 0,5 32-1,-5 13-686,-3 1-1,-3 0 1,-9 81-1,-41 184 2406,30-217-2965,-21 84-651,-102 289 1,72-310-4706,16-61-1416,25-50 649,-5 11-5980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0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64 11645,'31'-26'1297,"-11"9"1511,0-1 3787,-40 15-4426,20 3-2163,-1 0 49,0 0 0,0 0 0,-1 0-1,1 0 1,0 0 0,0 0 0,0 0 0,0 1-1,0-1 1,0 0 0,0 1 0,-1-1-1,1 1 1,0-1 0,0 1 0,0-1 0,1 1-1,-1 0 1,0-1 0,0 1 0,0 0-1,0 0 1,-1 1 0,-10 11 359,0 0-1,0 1 1,2 0 0,0 1-1,0 0 1,1 1-1,1 0 1,1 0 0,-9 26-1,9-15-220,1 1-1,2 1 1,0-1-1,2 0 1,1 1-1,1 0 1,8 55-1,-5-70-159,0 0 0,0-1-1,1 0 1,1 1 0,0-1 0,1-1-1,0 1 1,1-1 0,0 0 0,1-1-1,0 0 1,1 0 0,1-1 0,-1 0 0,2 0-1,-1-1 1,1-1 0,17 11 0,-7-8-39,1-2-1,0 0 1,1-1 0,0-1 0,0-2 0,0 0 0,1-1 0,0-2 0,-1 0 0,1-2-1,31-2 1,-20-1 5,0-2 0,-1-1 0,0-2 0,0-2-1,0 0 1,-1-2 0,34-18 0,-53 22-7,0 0 1,-1 0-1,0-2 0,0 1 0,-1-2 1,0 0-1,17-19 0,-26 26 9,0 0-1,0 0 0,0 0 1,-1 0-1,1-1 1,-1 1-1,0-1 0,0 1 1,-1-1-1,1 0 0,-1 0 1,0 0-1,0 0 1,-1 1-1,1-1 0,-1 0 1,0 0-1,-1 0 0,1 0 1,-1 0-1,0 0 1,0 0-1,0 0 0,-1 0 1,0 1-1,0-1 0,0 1 1,-3-5-1,-4-4-13,-1 1 1,0 1-1,0 0 0,-1 0 0,0 1 0,-1 0 0,0 1 1,-1 0-1,-19-9 0,-18-7-132,-64-22-1,76 33 1,-250-85-2594,230 84 438,-1 2 0,0 3 0,-65-2-1,65 12-3989,10 8-3926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1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497 591 7053,'0'0'7978,"0"-3"-6327,-3-27 1120,2 27-1427,0 1 76,-3-9-512,1 5 17,0-1 0,0 1 0,0-1-1,-8-9 1,9 14-146,3-1-60,4-25 486,-4 26 241,-2 4-1172,-249 481 321,89-182-595,143-268 0,-17 46 0,30-59 0,5-20 0,0 1 0,0 0 0,0 0 0,0 0 0,0 0 0,1 0 0,-1 0 0,0-1 0,0 1 0,0 0 0,1 0 0,-1 0 0,0 0 0,1-1 0,-1 1 0,1 0 0,-1 0 0,1-1 0,-1 1 0,1 0 0,0-1 0,-1 1 0,1-1 0,0 1 0,-1-1 0,1 1 0,0-1 0,1 1 0,-1-1 0,1 0 0,-1 0 0,1 0 0,-1-1 0,1 1 0,-1 0 0,0-1 0,1 1 0,-1-1 0,0 0 0,1 1 0,-1-1 0,0 0 0,0 0 0,2-1 0,7-7 0,-1 0 0,16-20 0,-24 28 0,39-48 0,-2-2 0,-2-2 0,-3-1 0,-1-1 0,24-63 0,86-296 0,-23 65 0,-112 326 0,1 0 0,2 1 0,0 1 0,2-1 0,0 2 0,29-38 0,-40 57 0,0 0 0,0 0 0,0 0 0,0-1 0,0 1 0,1 0 0,-1 0 0,1 1 0,-1-1 0,0 0 0,1 0 0,0 1 0,-1-1 0,1 1 0,1-1 0,-1 1 0,1 0 0,0 1 0,-1-1 0,0 1 0,1 0 0,-1-1 0,1 1 0,-1 0 0,0 1 0,1-1 0,-1 0 0,0 1 0,3 2 0,6 4 0,0 0 0,-1 1 0,0 0 0,0 1 0,-1 0 0,0 1 0,-1-1 0,0 2 0,-1-1 0,0 1 0,-1 0 0,6 16 0,8 41 0,-3 1 0,-2 1 0,-4 0 0,-3 1 0,-4-1 0,-4 80 0,-56 431 0,52-550 0,-59 580 0,61-519 0,2-43 0,-7 56 0,3-88-20,7-36-569,33-91-4289,11-42-3075,-30 83 1671,2 1-3779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9 6525,'0'0'36,"-14"-9"-3613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2038 9489,'-216'75'1166,"155"-55"-544,17-5 415,-49 22 0,80-30-772,1 0-1,0 0 0,0 1 1,1 1-1,0 0 0,0 1 1,-11 13-1,20-20-132,-1 0-1,0 0 1,1 1 0,0-1-1,0 1 1,0 0-1,0-1 1,1 1 0,0 0-1,-1 0 1,1 0-1,0 6 1,0-7-60,1-1 0,0 1-1,1-1 1,-1 0 0,0 1 0,1-1 0,0 1 0,-1-1-1,1 0 1,0 1 0,0-1 0,0 0 0,0 0 0,1 1-1,-1-1 1,1 0 0,-1-1 0,1 1 0,-1 0 0,1 0-1,0-1 1,3 3 0,0-1 19,0 0 0,0 0 0,0-1 1,1 0-1,-1 0 0,1 0 0,-1 0 0,1-1 0,9 1 0,60 1 485,-64-3-499,482-40 1625,-397 29-1497,214-29 286,69-11-63,61-12-42,58-12-89,56-10-25,60-11 58,56-9 27,7783-1022 2767,-4827 727-3637,-3107 340-453,-84 2-579,-90 2-897,-75 4-1610,-102 13-1810,-32 2-3759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9893,'-1'2'309,"0"-1"0,1 0 0,-1 1 0,0 0 0,1-1 0,-1 1 0,1-1 0,0 1 0,-1 0 0,1-1 1,0 1-1,0 0 0,0-1 0,0 1 0,0 0 0,0-1 0,1 1 0,-1 0 0,1-1 0,-1 1 0,1 0 0,1 1 0,22 45 5512,-17-35-5296,13 18 1847,46 53-1,-30-40-1174,30 31 487,137 122 1,-95-98-2036,-68-61-588,158 147-4862,-61-68-6339,-90-80 1699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3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1152 37 14117,'-134'-36'3033,"81"45"-509,-11 6-452,1 6-400,-4 6-340,-7 3-260,0 13-256,-10 2-192,1 9-459,6 9-782,-4 7-315,1 5-892,3 10-924,3 5-3561,7 0-5704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3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12529,'26'35'1713,"-19"-26"-1154,0-1 0,-1 1 0,0 0 0,0 1 0,-1 0 0,0-1 0,-1 2 0,0-1 0,4 16 0,-6-9-76,1 0 0,-2-1 0,0 1 0,-1 0 1,-4 23-1,-13 93 1466,-12 110-119,25-176-1496,-4 210 568,9-245-825,2-1 0,1 0 0,1-1-1,2 1 1,1-1 0,20 50 0,-24-73-63,-1 1 0,1-1 0,1 0 0,-1 0 0,1-1 0,1 1 0,-1-1 0,1-1-1,0 1 1,0-1 0,1 0 0,-1 0 0,1 0 0,0-1 0,1 0 0,-1-1 0,1 0 0,12 4 0,-10-5-2,-1 0 0,1-1 0,0 0 0,0 0-1,0-1 1,-1-1 0,1 0 0,0 0 0,0-1 0,-1 0 0,1 0 0,-1-1 0,1-1 0,-1 1-1,10-7 1,7-4 36,-2-2-1,0-1 0,0 0 0,-2-2 1,0 0-1,-2-2 0,0 0 0,25-36 1,-24 26-21,-1-1-1,-2-1 1,-1 0 0,-2-2 0,-1 0 0,11-43 0,-14 34-34,-2 0 1,-2-1 0,-2 0-1,-1-1 1,-3 1 0,-2 0 0,-2-1-1,-1 1 1,-3 0 0,-2 1 0,-22-69-1,20 82-190,-2 1 0,0 0 0,-3 1 0,-21-32 0,26 46-154,0 1 1,0 0-1,-1 1 1,-1 0-1,0 1 1,-1 1-1,0 0 0,-1 1 1,-20-11-1,28 17-78,-1 1-1,1 0 1,0 1-1,-1 0 1,0 0 0,1 1-1,-1-1 1,0 2-1,0-1 1,1 1-1,-1 0 1,-14 3-1,15-2-460,0 1 0,1 0 0,-1 0 0,0 1 0,1 0 0,0 0 0,-1 0-1,-10 9 1,-15 19-7318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4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1066 14261,'-7'8'879,"0"-1"0,0 1 0,1 0 0,1 1-1,-1-1 1,1 1 0,0 0 0,1 1 0,0-1 0,-3 15 0,-5 7 60,-14 36-130,-24 102 1,19 39-6347,26-165 3921,4-30 824,0 0 0,1 0 0,0 0 0,0 0 0,2 0 0,0 0 0,4 16 1,-5-25-164,16-13-158,-14 7 1097,-1-1 0,0 0 0,1 0 0,-1 0 1,-1 0-1,1-1 0,0 1 0,-1-1 0,1 1 0,0-5 0,15-39 338,-1-1-1,9-52 0,147-545 5371,-27 225-3286,-112 341-1936,4 2 1,3 1 0,59-84 0,-87 144-376,0 1 1,1-1 0,24-20-1,-34 33-72,0 0 0,1 0 0,0 0 0,-1 0 0,1 1 0,0-1 0,1 1 0,-1 0 0,0 0 0,0 1-1,1-1 1,-1 1 0,1 0 0,0 0 0,-1 0 0,1 1 0,-1 0 0,1 0 0,0 0 0,7 1 0,-9 1-14,0-1 0,0 0 0,0 1 0,0 0 0,-1 0 0,1 0 0,-1 0 1,1 0-1,-1 0 0,0 1 0,1-1 0,-1 1 0,-1 0 0,1 0 0,0-1 0,-1 1 0,1 0 1,-1 0-1,0 1 0,0-1 0,0 0 0,0 0 0,0 4 0,1 9 13,0-1 0,-1 1-1,-1 23 1,-1-17 15,-2-1-1,0 1 1,-1-1 0,-10 27-1,-35 81 2,40-107-68,-17 39-68,-4-2 1,-37 56-1,-82 104-558,78-119 365,64-90 266,0 1 0,1-1 0,-9 21 0,13-27 41,1-1 0,0 1 0,0 0 0,0 0 0,0 0 0,1 0 0,0 0 0,0 0-1,0 0 1,0 0 0,0 0 0,1 0 0,0 0 0,0 0 0,0 0 0,2 4 0,0-2 23,0-1-1,1 1 1,0-1 0,0 0 0,0 0-1,1 0 1,-1-1 0,1 1 0,0-1-1,9 6 1,68 35 491,-31-18-235,-26-11-256,0 2 0,-1 0 0,-1 2 0,-1 1 0,0 0 0,20 28 0,-7-2-1102,-1 1 0,32 65 0,-21-15-2483,1 3-3767,-19-58 829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10985,'70'-58'1872,"-63"34"-288,0-3-248,3 6-527,7 3-509,-4 3-1021,4 3-851,0-6-2628,6 0-3209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16 14789,'-60'-15'2221,"73"27"83,-3 21-204,-13 3-168,3 6-228,7 19-232,6 8-295,-3 16-225,0 14-16,-3 19-508,-4 17-464,7 28-1000,4 24-336,3 27-869,-1 15-951,4 21-3345,7 22-6080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10985,'2'-3'1970,"44"-41"7010,-36 60-5249,20 61-2843,-4 0 0,-3 2-1,-3 0 1,-4 1-1,-4 1 1,-3 0-1,-2 141 1,-26 108-4109,-32 161-8654,47-457 10969,-19 168-12875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18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83 11221,'1'-40'1751,"-2"16"3103,0 23-4471,-1-1 1,0 0-1,0 0 0,0 1 0,0-1 0,0 1 0,0-1 0,0 1 0,0 0 1,-5-2-1,-1 13 184,0 1 1,0 1 0,1-1 0,0 1 0,-8 22-1,-19 69 812,27-81-1135,-2 12 145,-6 41-1,-15 144 650,25-175-885,2 1 1,2 0-1,2 0 0,2-1 0,12 61 0,-14-102-148,5 34 47,2 0-1,1 0 0,3 0 1,0-2-1,3 1 0,0-2 0,3 0 1,26 40-1,-32-57-47,1 0 1,0-1-1,1 0 0,1-1 1,0 0-1,2-2 1,-1 0-1,1 0 0,1-2 1,0 0-1,1-1 1,0-1-1,0-1 0,1 0 1,0-2-1,29 6 0,-25-7-7,0-2 0,1-1 0,-1-1 0,0 0 0,0-2 0,32-6-1,-16 1 2,-1-1-1,0-3 0,-1-1 0,72-30 0,-80 26 0,0-1 1,-1-1 0,0-1 0,-1-2-1,-2-1 1,36-34 0,-51 43-1,-1 1 1,0-2-1,-1 1 1,0-1 0,-1-1-1,0 0 1,-2 0 0,1 0-1,-2-1 1,0 1-1,0-2 1,-1 1 0,-1 0-1,-1-1 1,0 1-1,-1-19 1,-2 15-6,0 1 0,-2-1 0,0 1-1,-1 0 1,0 0 0,-2 0 0,0 0 0,-1 1 0,-14-24 0,8 20-122,-1 0 0,0 1 0,-2 1 1,0 0-1,-2 1 0,-28-23 0,10 14-313,-2 1-1,0 3 0,-2 0 0,0 3 1,-2 1-1,0 3 0,-65-18 0,49 21-664,0 1 0,-1 4 0,-65-2-1,-81 13-6265,32 10-3547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0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9757,'0'0'2038,"4"1"-54,5 2-1391,1 0-1,-1 1 0,0 0 0,0 1 1,-1 0-1,1 0 0,-1 1 1,0 0-1,0 1 0,-1 0 1,0 0-1,10 12 0,-7-4-97,0 1-1,-1-1 0,-1 1 1,0 1-1,-1 0 1,6 24-1,40 150 2208,30 96-378,-58-217-1888,2-1 0,36 65 1,-42-99-356,2-1 1,1-1-1,1-2 1,2 0-1,1-2 1,1-1-1,2-1 0,0-1 1,2-2-1,0-2 1,2-1-1,41 19 1,-34-21-37,0-2 1,71 19 0,-13-8-192,2-5 1,0-4-1,171 10 1,-93-29-1636,317-39 0,168-87-4307,-149-20-3794,-274 68 509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12341,'33'-16'1405,"1"2"-1,0 1 0,54-12 1,-49 17-735,0 1 0,1 3 0,0 1 1,-1 2-1,64 6 0,-86-4-538,-1 2 0,0 0 1,1 0-1,-1 2 0,-1 0 0,1 1 0,-1 0 1,0 1-1,-1 1 0,21 15 0,-29-19-80,0 1 0,-1 1 0,0-1 0,0 1 0,-1 0-1,0 0 1,0 0 0,0 0 0,4 11 0,8 19 278,-2-1 0,12 45 0,-23-67-250,0 0 0,-1 0 0,-1 0 1,0 0-1,-1 0 0,0 0 0,-1 0 0,-1 0 1,0 0-1,0-1 0,-2 1 0,-7 20 0,7-19-5,-140 346 1203,81-218-914,49-107-257,1 0 0,2 1 1,1 1-1,2 0 0,-5 55 0,12-87-115,1-1 0,-1 1 0,1 0 0,0-1 0,0 1 0,0-1 0,1 1 0,-1-1 0,1 1 0,0-1 0,1 1 0,-1-1 0,1 0 0,0 1 0,0-1 0,0 0 0,0 0 0,1-1 0,-1 1 0,1 0 0,0-1 0,1 1 0,-1-1 0,0 0 0,1 0 0,0-1 0,-1 1 0,7 2 0,0-1-153,0 0-1,0-1 0,1 0 0,0-1 0,-1 0 1,1-1-1,0 0 0,18-2 0,-5 0-423,1-2-1,-1 0 1,0-2 0,0-1-1,-1 0 1,26-12-1,5-5-3907,71-43-1,-16 1-6094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1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56 185 11905,'-46'100'6709,"44"-94"-6406,0 1 0,1-1 0,-1 1 0,1 0 0,0 0 0,1 0 0,0 0 0,0 0 0,2 11 0,1-2-80,0-1 0,1 0 0,6 14 0,-7-22-163,0 1-1,0-1 1,1 0 0,1 0-1,-1 0 1,1 0-1,0-1 1,1 0 0,-1 0-1,1 0 1,0-1 0,9 6-1,-4-4-14,1 0 1,-1-1-1,1-1 0,0 0 0,1-1 0,-1 0 0,14 2 0,7-1-8,-1-2 0,1-1 0,0-1 0,0-2 0,39-6 0,-29 2-11,0-2-1,0-2 0,54-19 1,-82 23-15,0-1 1,-1-1-1,0 0 1,0-1 0,-1 0-1,0-1 1,0 0-1,-1-1 1,0-1-1,-1 0 1,0-1 0,15-21-1,-22 27-5,0-1 0,-1 1 0,0-1 0,-1 0 0,1 0 0,-1 0 0,0-1 0,-1 1 0,0 0 0,0-1 0,0 1-1,-1 0 1,0-1 0,-1 1 0,0-1 0,0 1 0,0 0 0,-1 0 0,0-1 0,-1 1 0,-5-12 0,1 6-59,1 1 1,-2 1-1,1-1 1,-2 1-1,0 0 1,0 1-1,-1 0 0,0 1 1,0 0-1,-24-15 1,10 10-399,-1 2 0,0 1 1,-1 1-1,0 1 0,-1 1 1,1 1-1,-2 2 0,-30-3 1,9 5-1733,0 1 1,0 2-1,-86 13 1,-8 16-5747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28 142 11281,'2'-18'1571,"-1"0"-1,0 0 1,-1 1-1,-1-1 1,-5-30 0,5 43 1538,-9 40-679,4 6-1637,2 1-1,1-1 0,5 70 0,-1-26-56,38 736 1882,-28-742-2618,3 0 0,4-1 0,3 0 0,4-2 0,67 145 0,-64-171 0,2-1 0,2-1 0,3-2 0,1-1 0,65 62 0,-76-82-120,1 0 1,1-3-1,1 0 1,1-1-1,1-2 1,1-1-1,41 17 1,-19-11-534,1-3-1,2-3 1,-1-1-1,2-3 1,0-3 0,84 6-1,-75-13-769,0-4-1,0-2 0,0-3 1,0-3-1,92-24 1,-8-12-4635,-4-3-3596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11801,'26'16'3567,"42"19"1,-51-28-3220,0 2 0,0-1 1,-1 2-1,-1 0 0,1 1 1,23 22-1,-30-22-264,0-1 1,-1 1-1,0 1 0,0 0 1,-2 0-1,1 0 0,-2 1 1,1-1-1,-2 1 0,0 1 1,0-1-1,-1 1 0,-1-1 1,1 23-1,-3 8 79,-2 1 1,-2 0 0,-10 50-1,-2 9 73,9-59-160,3-19 12,-3 45 0,7-65-94,0-1 0,0 0 0,0 1 0,1-1-1,0 0 1,0 1 0,0-1 0,1 0 0,0 0 0,0 0 0,0 0 0,0 0 0,1-1 0,4 7 0,-4-8-83,1 0 0,-1-1 0,1 1 0,0-1 0,0 1 0,0-1 0,0 0 0,1-1 0,-1 1 0,0-1 0,1 0 1,-1 0-1,1 0 0,0 0 0,-1-1 0,1 0 0,-1 0 0,1 0 0,4-1 0,4 0-470,0-1 0,0-1-1,-1 0 1,1 0 0,19-9 0,-3-3-2720,49-34 0,-61 37 1687,50-33-5830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2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 13893,'-77'81'2677,"60"-39"43,-7 6-480,4-5-272,7 2-360,-7 9-348,-4 6-287,4 7-265,0 5-476,7 12-992,3-5-569,-7-4-1287,7 13-196,7 8-3341,-1-5-5472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3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54 7741,'0'-2'112,"1"0"0,-1-1 0,1 1 0,0 0 0,-1 0 0,1 0 0,0 0 0,0 0 0,1 0 0,-1 0 0,0 0 0,1 0 0,-1 1 0,1-1 0,-1 0 0,4-1 0,-1 1 134,0 0 1,0 1-1,1 0 0,-1 0 0,1 0 0,-1 0 1,7 0-1,-7 1-135,19-4 759,-15 3-586,-1-1-1,1 1 1,0 1 0,0 0-1,0 0 1,0 0-1,9 2 1,-14-1-221,1 0-1,-1 0 1,0 1 0,0-1-1,0 1 1,0 0-1,0 0 1,0 0 0,-1 0-1,1 0 1,-1 1 0,1-1-1,-1 1 1,0-1-1,0 1 1,0 0 0,0 0-1,-1 0 1,1 0 0,-1 0-1,1 1 1,0 4-1,4 10 114,-1-1 0,-1 1 0,-1 0 0,-1 0 0,0 0 0,-1 0 0,-1 0 0,-4 37 0,-8 13 196,-3 0 1,-32 86-1,-64 127 663,-26 81 310,130-340-1262,1 1 0,0-1 0,2 1 0,1 0 0,1 1 0,1 34 0,1-52-71,1 0-1,-1 0 1,2 0 0,-1-1-1,0 1 1,1 0 0,0 0 0,1-1-1,-1 1 1,1-1 0,0 0 0,0 0-1,1 0 1,-1 0 0,1 0-1,0-1 1,1 0 0,-1 0 0,1 0-1,0 0 1,0-1 0,0 1 0,0-1-1,0-1 1,1 1 0,-1-1 0,1 0-1,0 0 1,11 2 0,6-1-265,0 0 0,0-2 0,0 0 0,0-2 1,0 0-1,0-2 0,0 0 0,35-11 0,-12 0-1096,-1-1-1,-1-3 1,48-26-1,11-15-3272,3-4-2417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3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59 10293,'13'-11'381,"-8"7"-175,0 0 1,0 0-1,0 0 1,1 0-1,0 1 0,-1 0 1,1 0-1,0 0 1,1 1-1,-1 0 0,0 0 1,7-1-1,-12 3-178,10-2 503,-1 0-1,1 1 1,0 0 0,0 0 0,19 3-1,-27-2-451,0 1-1,1 0 0,-1 0 0,0 1 1,1-1-1,-1 0 0,0 1 1,0 0-1,0 0 0,0 0 0,-1 0 1,1 0-1,0 1 0,-1-1 0,0 1 1,1 0-1,-1-1 0,0 1 1,-1 0-1,1 0 0,0 1 0,1 4 1,1 4-1,0 0 1,-1 1 0,0-1 0,-1 1 0,-1 0-1,0 0 1,-1-1 0,0 1 0,-1 0 0,0 0-1,-1-1 1,-1 1 0,0 0 0,-8 21 0,-9 15 53,-1-1 1,-38 60 0,23-43 32,9-15-82,5-13 85,3 1 1,1 1-1,-14 42 1,31-76-134,0-1-1,0 1 1,0-1 0,0 1 0,1-1 0,-1 1-1,1-1 1,0 1 0,1 0 0,-1-1 0,1 1-1,0-1 1,0 1 0,3 6 0,-3-8-19,1-1 0,0 1 1,0-1-1,0 0 0,0 1 0,0-1 1,0 0-1,1 0 0,-1 0 1,0 0-1,1-1 0,0 1 0,-1-1 1,1 0-1,0 1 0,0-1 1,0 0-1,0-1 0,0 1 1,0 0-1,0-1 0,0 0 0,4 0 1,6 0-6,1 0 1,-1-1-1,20-4 1,88-22-2092,139-50 1,-131 33-3525,2-2-3480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4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 14505,'30'-24'1969,"-6"-6"-233,6 8-420,0 1-312,14 6-408,9-9-720,1-3-1120,9 0-1428,8 6-2377,6-3-4004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4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1 730 18294,'127'-93'3036,"-57"57"-416,-3-6-564,3-1-583,8-2-581,9-3-660,13-12-1188,4-4-721,-4-14-1199,8 3 92,9 5-3245,3-5-5268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6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65 187 7693,'11'21'13366,"-13"-24"-12915,1-1-101,-1 1 0,0-1 0,0 1-1,0-1 1,-1 1 0,1 0 0,-1 0 0,0 0 0,0 0 0,0 0 0,0 1 0,-4-4-1,4 5 883,-11-4-964,13 5-239,0 0 0,0 0 1,0 0-1,0 0 0,0 0 1,0-1-1,0 1 0,0 0 1,0-1-1,0 1 0,0-1 1,0 1-1,0-1 1,0 1-1,0-1 0,0 1 1,-1-2-1,6-26-34,-4 19 151,1 1 1,0 0-1,1 0 0,-1 0 1,2 0-1,-1 0 1,6-10-1,5-13 673,-10 21-567,-1 6 1437,-3 8-1227,-11 40-381,2 0 0,-6 59-1,14-82-73,2 1-1,0-1 0,1 1 1,1-1-1,1 0 0,1 0 1,9 27-1,-5-23-6,2 0 0,1-1 0,2 0 0,0-1 0,1 0 0,1-1 0,1-1 0,1-1 0,0 0 0,2-1 0,33 26 0,-28-27 0,1-1 0,1-1 0,1-1 0,0-2 0,1 0 0,0-2 0,1-1 0,0-2 0,56 10 0,-36-12-50,0-3 0,0-2-1,0-2 1,0-2 0,0-2 0,0-2 0,-1-3-1,0-1 1,64-25 0,-70 20 12,-1-2 1,0-2-1,-2-2 0,0-1 1,-1-2-1,-2-1 0,-1-2 0,-1-2 1,-1-1-1,40-49 0,-52 53 130,-2-1 0,0 0-1,-2-2 1,-1 0 0,-2-1-1,0 0 1,-3-1 0,0 0-1,7-42 1,-18 71-92,1 1 0,-1 0 0,0 0 0,0 0 0,0 0 0,0 0 0,0-1 0,0 1 0,-1 0 0,0-3 0,1 5 0,0-1 0,0 1 0,-1-1 0,1 1 0,0 0 0,0-1 0,-1 1 0,1 0 0,0-1 0,-1 1 0,1 0 0,0 0 0,-1-1 0,1 1 0,0 0 0,-1 0 0,1-1 0,-1 1 0,1 0 0,-1 0 0,1 0 0,0 0 0,-1 0 0,1 0 0,-1 0 0,1 0 0,-1 0 0,1 0 0,0 0 0,-1 0 0,0 0 0,-2 1 0,-1 1 0,1-1 0,0 1 0,0 0 0,0 0 0,0 0 0,0 1 0,0-1 0,1 1 0,-1-1 0,1 1 0,-3 4 0,-16 22 0,2 2 0,2 0 0,0 1 0,-14 39 0,20-44 0,-385 997 0,305-752-3752,6-18-6113,30-71-6301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6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129 289 11721,'-4'1'152,"-11"3"1186,-1-1 0,0-1 0,0 0 1,-31-1-1,33-4 5333,20 0-2911,7-1-4660,167-40 3497,-68 18-1859,976-177-549,-946 187-2636,-116 14 1225,0 2-1,0 1 1,35 4 0,-25 6-1931,-3 10-5853,-16-6-134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436 119 14325,'-9'-13'861,"5"7"-569,0 1 0,1 0 1,-1-1-1,2 0 1,-3-6-1,4 11-162,1 0-1,-1-1 1,1 1 0,0 0-1,0-1 1,0 1 0,0 0-1,0-1 1,0 1-1,0-1 1,0 1 0,0 0-1,1-1 1,-1 1 0,0 0-1,1-1 1,-1 1-1,1 0 1,0 0 0,-1 0-1,1-1 1,0 1 0,0 0-1,0 0 1,0 0-1,0 0 1,0 0 0,1-1-1,3-2 932,1 0 1,-1 1-1,0-1 0,1 1 0,12-5 0,-17 8-902,0-1 1,1 1-1,-1 0 0,0-1 0,1 1 1,-1 0-1,1 0 0,-1 0 0,1 0 1,-1 0-1,1 0 0,-1 0 0,0 1 1,1-1-1,-1 0 0,0 1 0,1 0 0,-1-1 1,0 1-1,1-1 0,-1 1 0,0 0 1,0 0-1,0 0 0,0 0 0,0 0 1,0 0-1,0 0 0,0 0 0,0 0 1,0 0-1,0 1 0,0 1 0,2 6-127,-2-1 0,1 0 0,-1 1 0,0-1 0,-1 1 0,0-1 0,0 1 0,-3 15 0,2-21-33,-4 37 1,-3-1 0,-1 0 0,-2-1 0,-19 47 0,-76 143 0,37-87 0,-91 205-5347,106-201-59,27-47-946,-1 21-6326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7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71 320 12405,'7'-12'362,"8"-11"1122,-1 0-1,20-47 0,-26 49-39,32-69 3925,-36 81-4634,1 1 1,0 0 0,0 1-1,1-1 1,0 1-1,1 0 1,-1 1 0,10-8-1,-14 13-665,-1 0 0,0 1-1,1-1 1,-1 0 0,0 1-1,1-1 1,-1 1 0,1 0 0,-1-1-1,1 1 1,-1 0 0,1 0 0,-1 0-1,1 0 1,-1 0 0,1 0-1,-1 1 1,1-1 0,-1 0 0,1 1-1,-1-1 1,0 1 0,1-1-1,-1 1 1,1 0 0,0 1 0,2 0-46,0 1 1,-1 0-1,1 0 1,-1 0 0,0 0-1,4 5 1,-4-3-21,-1 1 1,0-1-1,0 1 0,0 0 1,-1-1-1,1 1 1,-1 0-1,-1 0 0,1 0 1,-1 0-1,0 0 0,0 0 1,-1 0-1,-1 8 1,0 3-9,-5 46-67,-2-1-1,-32 113 0,-58 116-925,-17 64-2025,87-227-6191,2 4-7123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7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14293,'20'-18'2269,"17"-6"-33,-7 12-296,-3-3-340,10-3-328,6 6-316,7-6-220,11-3-440,9 2-768,7 1-496,-3-3-940,6 3-836,7 6-3057,4 9-4920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7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1 386 12797,'27'-24'5517,"-4"15"-3065,17-3-408,-6 0-368,6-6-380,10-6-472,11-7-576,12-2-932,8-6-524,6-6-756,0 0-732,3-1-3329,1-2-5268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871 31 12845,'-22'-25'2445,"18"20"60,1 6-227,-7 3-1790,0 1 0,0 1 0,1 0 1,0 0-1,0 1 0,0 0 0,1 0 0,0 1 1,1 0-1,0 1 0,0 0 0,0 0 1,1 0-1,1 1 0,0-1 0,0 1 1,1 1-1,0-1 0,0 1 0,1-1 1,1 1-1,0 0 0,0 0 0,1 0 1,1 14-1,15 148-488,-6-102 0,-2 84 0,-9-113 5,-2 0 0,-2 0 0,-1 0 0,-3-1 0,-1-1 0,-2 1 1,-1-2-1,-3 0 0,-21 38 0,3-18-56,-3-1 0,-2-2 0,-2-2 0,-88 86 1,106-117-629,-125 120-3556,44-57-7926,71-63-344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12281,'114'-133'2496,"-61"103"177,8 12-457,-11 3-432,-3 6-356,6 6-296,4 6-348,10 6-864,4 9-504,-14-3-580,-7 0-1080,0 12-892,-6 10-2081,-1 2-4168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09:2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9177,'40'-30'1368,"-23"15"-712,3 0-704,0 0-676,0-3-2384,3 6-1229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5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41 404 14141,'-40'33'6877,"66"-54"-6249,35-12-248,9-3-280,21-15-640,16-16-804,13 1-684,8-12-3405,2-7-4364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45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864 26 7641,'6'-25'5331,"-20"37"762,-7 10-5878,-56 48 2254,-116 136 0,95-81-1481,5 5 1,6 4 0,-85 177 0,152-268-896,1 0 0,3 2 1,1 0-1,3 1 1,1 0-1,2 1 0,-3 82 1,12-105-66,1-1-1,1 1 1,1-1 0,1 0 0,1 0-1,1-1 1,14 34 0,-12-39-15,1 0 0,0 0 0,2-1-1,0 0 1,0-1 0,2 0 0,0-1 0,0 0 0,1-1 0,19 13-1,-3-6-5,2-1-1,0-2 0,1-1 1,0-1-1,1-2 0,1-2 1,0-1-1,64 10 1,-19-10 22,0-3 1,152-7-1,-27-20-32,-177 15 12,0-1 0,-1-1 1,1-1-1,-2-2 0,28-13 0,-53 23-9,1-1 0,-1 0 1,0 1-1,0-1 0,0 0 0,0 0 0,1 1 0,-1-1 0,0 0 0,-1 0 0,1 0 0,0-1 0,0 1 0,0 0 0,0 0 0,-1 0 0,1-1 0,-1 1 0,1 0 0,-1 0 0,1-1 0,-1 1 0,0 0 1,0-1-1,1 1 0,-1-1 0,0 1 0,0 0 0,-1-3 0,1 2 0,-1-1 0,0 1 0,0 0 0,0-1 0,0 1 0,0 0-1,-1 0 1,1-1 0,-1 1 0,1 0 0,-1 1 0,0-1 0,-3-3 0,-6-1-2,0 0 0,0 1 0,-1 0-1,0 1 1,0 0 0,0 1 0,-16-3 0,21 5 0,-68-13-372,0 3 1,-101-1-1,-154 17-3343,228-2 1797,57-2 785,-106 5-7272,75 2-1772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4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1412 139 6317,'34'-52'2020,"-34"49"-1778,1 1 1,-1-1 0,0 1-1,0-1 1,0 1-1,0 0 1,-1-1 0,1 1-1,-1-1 1,0 1-1,1-1 1,-1 1 0,0 0-1,0 0 1,-3-4 0,0-6 1427,3 10 1419,-9-16-961,10 17-2056,-1 1 1,1-1 0,0 0 0,-1 0-1,1 1 1,-1-1 0,1 0 0,-1 1-1,1-1 1,-1 1 0,0-1 0,1 1-1,-1-1 1,0 1 0,1-1 0,-1 1-1,0-1 1,1 1 0,-1 0 0,0 0-1,0-1 1,0 1 0,1 0 0,-1 0-1,0 0 1,0 0 0,0 0 0,1 0-1,-1 0 1,0 0 0,0 0 0,0 0-1,1 0 1,-1 0 0,0 1 0,0-1-1,1 0 1,-1 1 0,0-1 0,0 1-1,0 0 1,-4 0-211,-5 5 383,0-1 1,1 1-1,-1 0 0,1 1 1,1 0-1,-1 0 1,1 1-1,-11 14 0,-6 4 227,-432 394 1846,-122 124-2009,577-542-308,-114 127 40,95-103-33,0 2 0,-32 57 0,50-78-3,0-1 0,0 1 0,0-1 0,1 1 0,0 0 0,0 0 0,1 0 0,0 0 0,0 0 0,0 0 0,1 0 0,1 11 0,0-13-3,0-1-1,1 0 1,-1 1 0,1-1-1,0 0 1,0 0 0,0 0 0,1-1-1,-1 1 1,1 0 0,0-1-1,0 0 1,0 1 0,0-1-1,1 0 1,-1-1 0,1 1-1,0-1 1,0 0 0,7 4 0,14 5-19,2-2 0,-1 0 0,1-1 0,0-2 0,47 5 0,145-2-216,554-38-1854,-261-16-4201,-374 29 265,-12-1-3757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46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1323 1 10541,'1'0'243,"1"1"-1,-1 0 1,1-1 0,-1 1 0,1 0-1,-1 0 1,1 0 0,-1 0 0,0 1-1,0-1 1,1 0 0,-1 0 0,0 1-1,0-1 1,0 1 0,0-1 0,-1 1-1,1-1 1,0 1 0,-1-1-1,1 1 1,-1 0 0,1-1 0,-1 4-1,-1-2-80,0 1 0,0 0-1,-1-1 1,0 1 0,0-1-1,0 0 1,0 1 0,0-1-1,-5 4 1,-2 6 158,-33 41 222,-3-2 1,-1-1-1,-3-3 0,-2-2 1,-2-2-1,-85 53 1,-281 156 307,171-107-592,242-142-251,-102 66 128,93-59-108,1 1-1,0 0 1,0 1 0,-18 24-1,29-34-20,1 0-1,-1 0 0,1 0 1,0 0-1,1 1 0,-1-1 1,0 0-1,1 1 0,0-1 1,0 1-1,0 0 1,0-1-1,1 1 0,-1 0 1,1-1-1,0 5 0,1-5-4,0 0 0,0-1 0,0 1 0,0 0 0,1-1 0,-1 1 0,1-1 0,-1 1 0,1-1 0,0 0-1,0 0 1,0 0 0,1 0 0,-1 0 0,0 0 0,1-1 0,-1 1 0,1-1 0,-1 1 0,1-1 0,3 1 0,16 7-77,0-1 0,1-1 1,0-1-1,32 4 0,101 3-764,-131-12 658,605-1-5563,-481-5 3662,91-3-2525,10-8-2409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46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325 220 9065,'0'0'2741,"0"-3"-1430,0-3-1075,0 0-1,1 1 1,-1-1-1,1 1 1,0-1-1,1 1 0,-1-1 1,1 1-1,0 0 1,0 0-1,1 0 1,0 0-1,0 0 1,0 1-1,0-1 1,1 1-1,-1-1 0,6-3 1,3-2-34,1 0-1,0 1 1,0 1-1,1 0 1,0 1-1,0 0 1,1 1 0,19-5-1,6 0 108,1 2 0,44-5 0,-50 11-171,1 1 1,-1 1-1,40 5 1,-53-1-70,0 0 1,-1 1-1,1 1 1,-1 1-1,-1 1 0,29 14 1,-43-18-54,1 1 0,-1 0-1,0 0 1,0 1 0,0 0 0,-1 0 0,1 0-1,-1 1 1,0-1 0,-1 1 0,0 0-1,0 1 1,0-1 0,0 1 0,-1 0 0,0 0-1,3 14 1,-3-9 4,-1 1 0,-1-1 0,0 1 0,-1-1-1,0 1 1,-1-1 0,0 1 0,-1-1 0,-7 24 0,-15 36 63,-47 98 0,15-42-49,49-111-26,1 0 1,0 1-1,1 0 0,2 0 1,-3 25-1,5-34 2,1 0-1,0 1 1,1-1-1,0 0 1,1 0-1,0 1 1,0-1-1,1-1 1,0 1-1,0 0 1,1-1-1,6 12 1,2-3 27,1-1 0,0 0-1,1 0 1,0-1 0,1-1 0,1-1 0,18 12 0,130 75 250,-110-69-209,2 0 5,-12-7 22,-1 2 0,42 33 0,-77-53-92,-1 1-1,1 0 0,-1 0 1,-1 1-1,1 0 0,6 11 0,-11-16-8,0 1 0,-1-1 0,1 0 0,-1 1-1,0-1 1,0 1 0,0-1 0,0 1 0,-1 0 0,1-1-1,-1 1 1,0 0 0,0 0 0,0-1 0,-1 1-1,1 0 1,-1-1 0,0 1 0,0-1 0,-2 5-1,-1 0 10,-1 0 0,0 0-1,0-1 1,-1 0 0,0 1-1,0-2 1,-1 1-1,1-1 1,-2 0 0,1-1-1,-13 8 1,-11 5-10,-54 22 0,80-38-13,-105 39-749,0-5 1,-143 26-1,-222 22-4747,261-51 737,-21 10-3297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4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178 171 9637,'-34'-23'1522,"27"19"2090,6 2-2651,-3-2-541,1 0 0,-1 0 0,1 0-1,-1 1 1,0 0 0,-1 0 0,1 0 0,0 0 0,-8-3-1,10 5 2038,-1 0-2248,2 1-143,-1 0 0,1-1-1,-1 1 1,1-1 0,0 0 0,-1 1-1,1-1 1,0 0 0,-1 0 0,1 0-1,0 0 1,0 0 0,0 0 0,0 0-1,0 0 1,0-1 0,0 1 0,0 0-1,-1-2 1,2 2-36,0 0 0,0 1 0,0-1 0,0 0 0,0 1 0,0-1 0,1 0 1,-1 1-1,0-1 0,0 0 0,0 1 0,1-1 0,-1 1 0,0-1 0,0 1 0,1-1 0,-1 0 0,1 1 0,-1-1 0,1 0 0,22-13-236,-3 7 120,1 1 0,-1 1 0,1 0 0,0 2 1,24-1-1,34-6-568,4 1-1253,0 3 0,122 7 0,-171-1 1199,8 3-425,-1 1 0,0 2 1,0 2-1,69 23 0,-102-29 906,-1 1-1,1 0 1,-1 1-1,0-1 0,0 2 1,-1-1-1,1 1 1,7 7-1,-12-10 163,0-1 0,0 1 0,0 1 0,0-1 0,-1 0 0,1 0 0,-1 1 0,0-1 0,0 0 0,1 1 0,-2 0 0,1-1 0,0 1 0,0-1 0,-1 1 0,1 0-1,-1 0 1,0-1 0,0 1 0,0 0 0,0-1 0,-1 1 0,1 0 0,-1-1 0,1 1 0,-1 0 0,0-1 0,-2 4 0,-3 4-10,0 0 0,0-1 0,-1 1 0,-1-1 0,0-1 1,0 0-1,0 0 0,-16 11 0,-10 4 245,-42 23-1,-260 109 2321,278-130-1854,-238 81 2984,203-75-2012,76-26-1028,0 2 0,0 0-1,1 0 1,-21 14 0,35-20 81,5 0-139,27 1-369,0-1-1,0-2 1,-1-1-1,45-8 1,-5 1-353,457-66-7252,-467 66 5514,116-18-5492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48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1381 3 6397,'-14'-2'1968,"14"2"-1679,0 0 0,-1 0-1,1 0 1,-1 0 0,1 0 0,-1 0 0,1 1 0,-1-1 0,1 0 0,0 0 0,-1 0 0,1 1 0,-1-1 0,1 0 0,0 0 0,-1 1 0,1-1 0,0 0 0,-1 1 0,1-1 0,0 0 0,0 1 0,-1-1 0,1 0 0,0 2 0,0 14 5178,4 0-7139,6 7 1951,0 0 1,2-1-1,0 0 0,1-1 1,2-1-1,22 27 0,114 107 259,-139-143-498,69 65 77,87 84 66,-125-115-119,64 89 1,-88-108-48,-2 2 0,-1 0 1,-2 1-1,22 61 1,-29-68-11,-1 1 0,-2 0 0,0 0 0,-1 1 0,-2-1 0,0 1 1,-5 42-1,0-40 3,-1 1-1,-1-1 1,-1-1 0,-2 1 0,0-1 0,-17 29-1,8-20 10,-2-2 0,-2 0 0,-45 52 0,13-30-34,-1-2 0,-3-2 0,-119 77 0,79-67-181,-182 81 1,-118 19-768,149-63-255,175-68 644,-204 89-3272,105-41-2750,104-41 305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7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91 3708,'0'0'3629,"-3"0"-2959,-22-2 1016,25 2-1631,0 0 0,-1-1 0,1 1 0,0 0 0,0 0 0,0 0 1,0-1-1,0 1 0,0 0 0,0 0 0,0 0 0,0 0 0,0-1 0,0 1 0,0 0 0,0 0 0,0 0 0,0-1 1,0 1-1,1 0 0,-1 0 0,0 0 0,0 0 0,0-1 0,0 1 0,0 0 0,0 0 0,0 0 0,0 0 1,1 0-1,-1 0 0,0-1 0,0 1 0,0 0 0,0 0 0,1 0 0,-1 0 0,0 0 0,0 0 0,0 0 1,0 0-1,1 0 0,-1 0 0,0 0 0,0 0 0,0 0 0,1 0 0,-1 0 0,0 0 0,0 0 0,0 0 0,1 0 1,49-15 1344,-8 7-1406,84-5-1,-40 6-426,321-25-6269,-291 25 2821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7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41 109 3424,'-3'-1'1088,"-31"-11"555,31 10 720,6 0-1972,7-4-300,1 0 0,-1 0 0,1 1 0,0 1 0,1 0 0,-1 0 0,1 1 0,0 1 0,13-2 0,119-3-83,-77 6-247,324-29-4341,-317 21 2556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7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4436,'57'-30'988,"3"11"-239,-6 13-177,3 0-116,7 0-112,6-3-392,14 6-140,-1-3-400,8-12-1385,9 3 209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8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61 4352,'0'0'4273,"0"-4"-3707,4-31 2555,-15 20-2182,7 8-2535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7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0 326 12309,'0'0'3568,"4"-18"-2239,-1 0-193,14 3-280,3 3-168,-3-3-128,20-9-120,-1 6-180,8 0 56,3-4-168,10-5-428,6 3-420,11 0-588,13 0-556,7-6-517,0 6-2023,10 12-3385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81 516 11385,'-47'33'3972,"31"-42"-2303,-1 3 855,34-12-1624,9-12-192,18 3-100,10-12-188,19-7-272,14-5-416,7-6-720,23-6-836,4-7-756,6 4-2329,14 0-3872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696 329 9101,'1'-12'482,"1"0"-1,0 0 1,1 1 0,0-1-1,0 1 1,1-1 0,1 1-1,0 1 1,1-1 0,-1 1 0,2 0-1,0 0 1,12-14 0,5-3 311,2 2 1,0 0-1,35-24 0,-55 44-647,1 0 0,0 1-1,0 0 1,0 0-1,1 1 1,10-4 0,-17 7-128,0-1 1,0 1 0,0-1 0,0 1 0,1 0-1,-1 0 1,0-1 0,0 1 0,0 0 0,1 0-1,-1 0 1,0 1 0,0-1 0,0 0 0,0 0-1,1 0 1,-1 1 0,0-1 0,0 1 0,0-1-1,0 1 1,0-1 0,0 1 0,0 0-1,0-1 1,0 1 0,0 0 0,0 0 0,-1 0-1,1 0 1,0 0 0,0 0 0,-1 0 0,1 0-1,-1 0 1,1 0 0,-1 0 0,1 0 0,-1 0-1,0 0 1,1 1 0,-1-1 0,0 0 0,0 0-1,0 0 1,0 0 0,0 1 0,0-1-1,-1 2 1,1 14 102,-2 1-1,0-1 1,-1 0-1,-9 29 1,-31 70 132,10-29-163,14-35-17,-17 60 54,32-100-115,1 2 1,1-1-1,1 0 0,0 0 0,0 1 1,2 17-1,1-23-8,0 0 0,0 0 0,1 0 0,0 0 0,1 0 0,-1 0 1,2-1-1,-1 0 0,1 0 0,0 0 0,0-1 0,1 1 0,0-1 0,0 0 1,0-1-1,1 0 0,0 0 0,7 5 0,17 7 18,0 0-1,61 23 1,-89-39-21,31 12 10,0 2 1,-2 1-1,37 24 1,-66-38-13,0 0 1,-1 0 0,1 0 0,0 1 0,-1-1-1,0 0 1,1 1 0,-1 0 0,0 0-1,-1-1 1,1 1 0,0 0 0,-1 0-1,0 1 1,1-1 0,-1 0 0,0 0-1,-1 1 1,1-1 0,-1 0 0,1 1 0,-1-1-1,0 0 1,0 1 0,0-1 0,-1 1-1,1-1 1,-1 0 0,0 1 0,0-1-1,0 0 1,0 0 0,-3 5 0,-4 4 2,1 0 1,-2 0 0,0-1 0,0 0 0,-1-1-1,-12 10 1,-13 11 18,-1-3 0,-79 48 0,-91 33 3,141-76-16,59-31-11,-528 246-262,478-228-1181,-74 16-1,129-36 1332,0 0 0,0 1 0,0-1 0,0 0 1,0 0-1,0 1 0,0-1 0,0 0 0,0 0 0,0 0 1,0 0-1,0-1 0,0 1 0,0 0 0,0 0 0,0-1 1,0 1-1,0 0 0,0-1 0,0 1 0,0-1 0,0 1 1,0-1-1,0 0 0,1 1 0,-1-1 0,0 0 1,0 0-1,1 1 0,-1-1 0,0 0 0,1 0 0,-1-1 1,0 0-193,1 0 1,-1 1 0,1-1 0,0 0 0,0 0-1,0 0 1,0 1 0,0-1 0,0 0 0,1 0 0,-1 0-1,0 1 1,1-1 0,0 0 0,-1 0 0,1 1-1,2-4 1,22-22-6638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0 196 10513,'21'-24'670,"-11"12"-161,1 0 1,0 1-1,0 0 0,1 0 1,14-8-1,-8 8 103,1 0 0,1 1-1,-1 1 1,1 1 0,1 1 0,0 0-1,27-4 1,7 2 340,92-3 0,-123 11-801,1 1 0,-1 1 0,1 2 0,-1 0 0,0 2 0,0 0 0,0 1 0,28 13 0,-43-15-107,1 0 1,0 1-1,-1 1 1,0-1-1,0 2 0,0-1 1,-1 1-1,0 0 1,-1 1-1,1 0 0,-2 0 1,1 1-1,-1 0 1,0 0-1,-1 0 0,0 1 1,0-1-1,-1 1 1,0 1-1,-1-1 0,2 12 1,-2-2 18,-2 1 1,0 0-1,-1 0 1,-1-1-1,-2 1 1,1 0-1,-2-1 0,-1 0 1,-12 33-1,-5 5 258,-58 105-1,-111 126 992,129-205-621,-93 172 0,149-246-631,1 1 0,0 0 1,1-1-1,1 2 0,0-1 1,-4 23-1,7-31-55,0 0-1,0 1 1,1-1-1,-1 0 1,0 0-1,1 0 1,0 1-1,0-1 1,0 0-1,0 0 1,0 0-1,1-1 1,-1 1-1,1 0 1,0 0-1,0-1 1,0 1-1,0-1 1,0 0-1,1 1 1,-1-1-1,1 0 1,-1 0-1,1-1 1,0 1-1,0 0 1,-1-1-1,1 0 1,0 0-1,5 2 1,10 2-136,-1 0 0,1-2 0,0 0 0,0-1 0,33 0-1,98-13-915,-32-6-702,145-42 1,112-57-2717,73-61-4647,-318 117 3100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3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61 4396,'-1'-1'104,"1"1"1,0 0-1,0 0 0,-1 0 0,1 0 0,0 0 0,0 0 0,-1 0 0,1 0 0,0-1 0,0 1 0,-1 0 0,1 0 0,0 0 0,0-1 0,-1 1 0,1 0 0,0 0 0,0-1 0,0 1 0,0 0 1,-1 0-1,1-1 0,0 1 0,0 0 0,0 0 0,0-1 0,0 1 0,0 0 0,0-1 0,0 1 0,0 0 0,0-1 0,0 1 0,0 0 0,0 0 0,0-1 0,0 1 0,0 0 0,0-1 1,0 1-1,0 0 0,1 0 0,-1-1 0,0 1 0,0 0 0,0 0 0,1-1 0,16-9 10886,-17 7-10137,-2-21 241,1 12 2936,-29 18-2223,28-5-1755,0 1 0,1-1 0,-1 0 1,1 1-1,-1-1 0,1 1 0,0-1 1,-1 1-1,1-1 0,0 1 0,-1 3 1,0-2 40,-9 15 117,2 0 0,0 1 0,1 0 0,-10 37-1,-14 85 195,32-141-403,-14 81-607,4 0 0,1 107 0,22 166-6824,-2-221 550,8 4-4451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3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9 10745,'12'-8'2967,"-20"15"559,0 0 169,6-8-2847,1 0-746,0 1 0,0-1 1,0 1-1,-1-1 0,1 1 1,0 0-1,0-1 1,0 1-1,0 0 0,0 0 1,-1 0-1,1 0 0,0 0 1,0 0-1,0 0 0,0 0 1,-1 0-1,1 0 1,0 1-1,0-1 0,0 0 1,0 1-1,0-1 0,-2 2 1,1 1 115,1-1 1,-1 1-1,1 0 1,0 0-1,0 1 1,0-1-1,0 0 1,0 6-1,0-7-214,-16 131 1969,5-32-1344,-27 365-3404,41-155-9302,1-201 1001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82 5509,'0'0'51,"-1"0"0,1 0 0,0-1 1,-1 1-1,1 0 0,0 0 0,0-1 1,-1 1-1,1 0 0,0 0 0,0-1 1,0 1-1,-1 0 0,1-1 0,0 1 1,0 0-1,0 0 0,0-1 1,0 1-1,-1-1 0,1 1 0,0 0 1,0-1-1,0 1 0,0 0 0,0-1 1,0 1-1,0 0 0,0-1 0,0 1 1,0 0-1,1-1 0,-1 1 1,0 0-1,0-1 0,0 1 0,0 0 1,0-1-1,1 1 0,-1 0 0,0 0 1,0-1-1,1 1 0,-1-1 0,1 0 231,0-2 952,-12-6 1072,10 8-2036,0-1-1,-1 1 1,1-1-1,0 1 1,0-1-1,0 0 1,0 1-1,0-1 1,0 0-1,1 0 1,-1 0-1,1 0 1,-1 1-1,1-1 1,-1-2-1,2-21 5384,-26 36-4832,17-7-674,0 2 0,1-1-1,0 1 1,0 0 0,0 0-1,0 1 1,1 0-1,1 0 1,-1 0 0,-6 12-1,-7 16 523,-18 41 0,21-39-337,-3 4-138,2 1 0,2 1 0,2 0 0,2 1 0,1 0 0,3 1 0,1-1 0,1 62 0,5-82-166,2 0 0,0 0-1,1-1 1,2 1-1,0-1 1,1 0-1,2 0 1,0-1-1,1 0 1,2-1-1,0 1 1,1-2-1,1 0 1,1 0-1,1-2 1,0 0-1,27 24 1,-20-25-15,0-1-1,1 0 1,0-2 0,1-1-1,1-2 1,0 0 0,0-1-1,1-1 1,1-2 0,-1-1-1,1 0 1,0-2 0,0-2-1,50 0 1,-47-3-5,0-1 1,0-2-1,0-1 0,0-1 1,-1-2-1,0 0 0,0-2 1,-1-2-1,-1 0 0,1-2 1,-2-1-1,0-1 0,27-22 1,-43 29-6,0 0 0,-1 0 0,0-1 0,-1-1 1,0 1-1,0-1 0,-1-1 0,-1 1 0,0-1 1,0 0-1,-1-1 0,-1 1 0,0-1 0,-1 0 1,3-14-1,-5 9-8,0 1 1,0-1 0,-2 1-1,0-1 1,-1 1 0,0-1-1,-2 1 1,0 0-1,-1 0 1,-1 1 0,-7-17-1,-6-4-150,-2 1 0,0 1 0,-3 1 0,-1 1 0,-1 1 0,-2 1 0,-1 1 0,-1 2 0,-62-44 0,66 55-254,-1 1-1,0 2 0,-1 1 1,-1 1-1,0 1 1,0 2-1,-36-7 1,37 12-571,0 0 0,0 1 1,-30 2-1,36 2-610,-1 1 0,1 1-1,0 1 1,-25 8 0,-13 9-6983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5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1 353 5661,'0'0'4683,"4"0"-3975,40-3 496,75 4 0,-15 1-801,1143-92 676,-8-79-804,-836 100-2222,-332 57 70,-46 6-1540,-5 0-1575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1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195 485 4264,'2'-5'582,"-1"3"-383,0 0-1,0 0 1,0 0-1,0 0 1,0 0 0,0 0-1,1 0 1,-1 0-1,1 0 1,-1 0-1,1 1 1,0-1-1,2-1 1,-4-18 1571,-1 14-1237,0-1 0,0 1 1,-1-1-1,0 1 0,-1 0 0,1 0 0,-5-7 0,-7-24 931,13 36-650,1-3-576,0-32 455,0 33 1059,-3 6-1745,-1 0 22,0 0 0,1 0 0,-1 0 0,1 0 0,-1 1-1,1-1 1,0 1 0,-5 5 0,1 2 38,-1-1 0,2 1 0,-1 0 0,1 0 0,-9 23 0,-17 62 266,19-52-136,-1 0-26,2 0-1,-8 57 1,18-81-133,0 0 1,1 0-1,1 0 1,1 0-1,1 0 0,0 0 1,1 0-1,7 19 1,-7-28-19,1-1 1,0 1-1,0-1 1,1-1 0,1 1-1,-1 0 1,1-1 0,1 0-1,11 10 1,-12-11-5,0-1 0,0-1 0,0 0-1,1 0 1,-1-1 0,1 1 0,0-2-1,0 1 1,1-1 0,-1 0 0,1 0-1,-1-1 1,1 0 0,0-1-1,0 1 1,13-1 0,3 0-4,0-2 0,0-1 0,32-7-1,-54 9-15,31-6 29,0-2 0,0-1 0,-1-2 0,-1-1 0,0-2 1,0 0-1,-2-2 0,0-2 0,0 0 0,-2-2 0,0-1 0,-2-1 0,36-39 0,-55 53-16,1-1 0,-1 1-1,0-1 1,-1 0-1,0-1 1,-1 1 0,0-1-1,0 0 1,-1 0 0,3-13-1,-4 7-3,0 1-1,-1-1 1,-1 0 0,0 1-1,-1-1 1,-4-20 0,-2 5 1,-1 0 1,-1 1 0,-2 0-1,-1 1 1,-2 0 0,-21-34-1,15 33 11,-1 2 0,-2 0-1,-1 1 1,-1 1 0,-1 2-1,-1 0 1,-1 2 0,-1 1-1,-41-22 1,59 37-46,0 0-1,0 1 1,0 0 0,0 1 0,-1 1-1,1-1 1,-1 2 0,0-1-1,0 2 1,0 0 0,-1 0-1,1 1 1,0 1 0,0 0 0,-19 3-1,28-2-84,-1-1 0,0 0-1,1 1 1,-1 0 0,1-1-1,-1 1 1,1 1 0,0-1-1,0 0 1,0 1 0,0 0-1,0-1 1,1 1 0,-1 0-1,1 1 1,0-1 0,0 0-1,0 1 1,0-1 0,1 1-1,-2 4 1,-4 10-1615,1 1-1,-7 37 1,10-11-2573,11 3-2128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1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185 118 7789,'-4'-30'4976,"1"-54"-1,3 80-2340,-2 8-2141,-14 31 29,1 1 1,-11 44 0,18-54-257,-19 65 221,-26 147-1,46-186-449,2-1-1,2 1 1,2 0-1,10 78 1,-6-111-28,0 0 0,1-1 1,1 1-1,1-1 0,0 0 1,2 0-1,9 16 0,-13-27-6,0 0 0,1 0-1,0 0 1,0-1 0,1 0-1,0 0 1,0 0 0,0-1-1,1 0 1,0 0 0,0 0-1,0-1 1,0 0 0,1-1-1,-1 0 1,1 0 0,0 0 0,15 2-1,0-2 19,0 0 0,0-2-1,0-1 1,0-1 0,23-4-1,-29 1-16,0-1 0,-1-1 0,0 0 0,0-1 0,0-1-1,-1-1 1,0 0 0,-1 0 0,21-19 0,-15 9 0,0-1 0,-1 0 1,-1-2-1,-1 0 0,14-26 0,-20 29-2,0-1 1,-2 0-1,-1 0 0,0-1 0,-2 0 0,0 0 0,-1 0 1,3-35-1,-7 26-15,0 0-1,-2 1 1,-1-1 0,-2 1 0,-12-53 0,11 67 4,0 0 0,-1 1 1,-1-1-1,0 2 1,-1-1-1,0 1 0,-1 0 1,-16-18-1,15 19 1,-5-7-2,-1 1 0,-1 1 0,0 1 0,-1 0 0,-1 1 0,0 1 1,-1 1-1,0 1 0,-1 1 0,0 0 0,-1 2 0,-1 0 0,-36-8 0,46 14-74,-1 1 1,1 1-1,-1 0 0,1 1 1,0 0-1,-1 1 1,1 1-1,0 0 1,-1 1-1,1 0 0,0 1 1,1 0-1,-19 10 1,21-9-362,1 0 0,0 1 0,1 0 0,0 0 0,0 1 0,0 0 0,-12 15 0,15-15-319,0 0 0,0 0 0,1 1-1,0 0 1,0 0 0,1 0 0,0 0-1,1 0 1,-1 1 0,0 9 0,-1 27-7137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2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70 9237,'0'-3'212,"0"0"0,-1 0 0,1 0 0,0 1 0,-1-1 0,0 0 0,1 0 0,-1 1 0,0-1 0,-1 1 0,1-1 0,0 1 0,-1-1 0,-2-3 0,2 4 1157,0 0-60,0 0-1062,1 0 0,-1 1 0,1-1 0,-1 0 0,0 1 0,0 0 0,1-1 0,-1 1 0,0 0 0,0 0 0,0 0 1,0 0-1,-1 0 0,1 1 0,0-1 0,0 0 0,0 1 0,-1 0 0,1-1 0,0 1 0,0 0 0,-1 0 0,1 1 0,0-1 0,-4 1 1,4 0-227,0 0 1,0 0 0,0 0 0,0 1 0,0-1 0,0 0 0,1 1 0,-1 0 0,0-1 0,1 1-1,-3 3 1,1-1 39,-4 5 145,0 1 1,1 1 0,0-1-1,1 1 1,0 0-1,-7 22 1,-6 30 205,4 0-1,1 1 0,-2 66 1,12-44-183,16 146 0,-8-196-186,2 0 1,2-1 0,1-1-1,2 1 1,25 52 0,-29-73-26,0 0 0,1-1 1,0 0-1,1 0 0,0-1 1,1-1-1,1 1 0,0-2 1,0 0-1,24 15 0,-25-19-8,0 1-1,0-2 0,1 0 0,0 0 1,0-1-1,0 0 0,1-1 1,-1-1-1,1 0 0,0-1 1,0 0-1,-1-1 0,24-2 1,-21 0 26,0-1 0,0-1 0,0 0 0,0-1 1,-1 0-1,1-2 0,-2 1 0,1-2 0,-1 0 0,0 0 0,0-1 1,-1-1-1,11-11 0,-11 8 7,-1 0-1,-1-1 1,0 0-1,0 0 1,-2-1 0,0 0-1,-1-1 1,0 0-1,-1 0 1,-1 0 0,5-26-1,-6 18-40,0 0 0,-2 1 0,-1-1 0,0 0 1,-2 0-1,-6-40 0,3 47-10,0-1 1,-1 1 0,-1 0-1,-1 0 1,0 1 0,-1 0-1,-1 0 1,-1 1 0,-17-23-1,11 21-219,0 0 0,-1 1-1,0 1 1,-1 1 0,-1 0-1,0 2 1,-1 0-1,0 1 1,-1 1 0,0 1-1,0 1 1,-35-9 0,34 12-593,-1 1 1,0 1 0,0 0 0,0 2 0,0 1 0,1 1 0,-40 6 0,49-4-1017,-1 0 0,-21 9 0,-25 16-7108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3700,'4'-2'230,"0"1"-1,-1-1 1,1 1 0,0 0-1,-1 0 1,1 0-1,0 1 1,0-1-1,0 1 1,0 0-1,0 0 1,0 1-1,0-1 1,-1 1 0,1 0-1,0 0 1,5 2-1,-2-1-48,0 0 0,0 1-1,-1 0 1,1 0 0,-1 0-1,0 1 1,0 0 0,0 0-1,6 7 1,-1 2-20,-1 0 0,0 1 0,-1 0 0,-1 1 1,0 0-1,11 29 0,23 102 400,-35-110-626,-2 1 1,-1-1-1,-2 1 0,-2 0 1,-1 0-1,-2-1 1,-11 58-1,11-78-944,-1 0 1,-1-1-1,-12 28 1,0 0-2785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7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64 131 4204,'7'-22'9272,"-9"21"-8768,-19-13 3410,34-12-1812,-16 15-2434,-1-1 1742,-8 29-241,11-15-1027,1-35-52,-3 12 237,2 12 352,-2 25-176,-9 65 754,-7 68 345,17-124-1327,1 1 1,2-1-1,7 49 1,0-31 25,2-1 1,28 72 0,-28-90-219,1 0 0,2-1 1,0 0-1,2-1 0,32 38 0,-16-29-38,0-1 0,3-2 0,0-1 0,2-2 0,0-2-1,2-1 1,1-1 0,0-3 0,1-1 0,46 13-1,19-1 13,2-4-1,200 19 0,-94-27-160,400-21 0,206-107-2430,-750 97 1668,73-27 0,-40-1-2461,-76 30-1357,40-28 1,-50 29-5176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7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7101,'0'0'1612,"2"-2"-184,27-19 1070,-18 12-1601,1 1 0,0 1 0,17-10 0,-23 15-742,-1 0 0,1 0-1,-1 1 1,1-1 0,0 1 0,0 0-1,-1 1 1,1 0 0,0 0 0,0 0-1,0 0 1,6 2 0,-5-1-47,0 1 1,-1 0-1,1 0 1,-1 1-1,1-1 1,-1 1-1,0 1 1,0-1-1,0 1 1,-1 0-1,1 1 1,-1-1-1,0 1 1,8 10-1,-6-7 3,-2 1 1,1 0-1,-1 1 0,-1-1 0,0 1 0,0 0 1,-1 0-1,0 0 0,1 12 0,-1-2-2,-1 0-1,-1-1 0,-1 1 0,0 0 0,-2 0 1,0-1-1,-2 1 0,0-1 0,-1 0 0,-9 24 1,-28 45 506,-80 126 0,93-167-408,21-33-32,-1 0 0,2 0 0,0 1 0,1 1 0,0-1 0,1 1 0,1 0 1,-3 22-1,6-36-142,1 1 0,0 0 0,0 0 0,1-1-1,-1 1 1,1 0 0,-1-1 0,1 1 0,0 0 0,0-1 0,0 1 0,0-1 0,0 1 0,1-1 0,-1 1 0,1-1 0,-1 0 0,1 0 0,0 0 0,0 0 0,0 0 0,0 0 0,0-1 0,1 1 0,-1-1 0,0 1 0,1-1 0,-1 0 0,1 0 0,-1 0 0,1 0 0,4 1 0,7 1 47,0-1 0,0 0 0,0-1 0,28-1 0,16-4-412,-1-2 0,1-3-1,-2-2 1,1-3 0,55-21-1,-23 1-1947,-2-3-1,107-64 0,-47 5-3499,-115 74 3831,55-37-5172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34 7881,'-6'-6'1185,"3"4"-749,1 0-1,0 0 1,0 0 0,0-1-1,0 1 1,0-1 0,1 1-1,-1-1 1,-1-3 0,-21 11 2487,12-2-2509,1 1 1,-1 0-1,1 0 0,0 2 0,1-1 0,-1 1 1,1 0-1,0 1 0,-10 9 0,-2 4 143,0 0 0,-29 37 0,19-17-17,1 0-1,-38 70 0,62-97-486,0 0-1,1 1 0,0 0 0,1 0 1,1 1-1,0 0 0,1-1 0,1 1 1,0 0-1,1 0 0,0 1 0,2-1 1,1 16-1,0-22-36,1 0-1,0-1 1,0 1-1,1-1 1,0 0 0,0 0-1,1 0 1,0 0 0,0-1-1,1 0 1,0 0 0,0 0-1,1-1 1,0 0-1,0 0 1,0-1 0,1 0-1,-1 0 1,1-1 0,1 0-1,9 4 1,3 0-4,0-1 0,1-1 1,0-1-1,0 0 0,0-2 0,0-1 1,35 0-1,-22-3 11,0-2 0,-1-2 1,0 0-1,40-13 0,-51 10-20,-1 0-1,0-1 0,-1 0 1,0-2-1,-1-1 1,0-1-1,19-15 0,-32 23-10,-1-1-1,0 1 1,0-1-1,-1 0 1,0 0-1,0-1 1,0 1-1,-1-1 1,0 0-1,0-1 1,0 1-1,-1-1 1,-1 1-1,1-1 1,-1 0-1,0 0 1,-1 0-1,0 0 1,0 0-1,-1-1 1,0 1-1,0 0 1,-1 0-1,0 0 1,-1 0-1,0 0 1,0 0-1,0 0 1,-1 0-1,0 1 0,-1-1 1,0 1-1,-4-7 1,-3 0-111,-1 1 0,0 1 0,-1 0 0,0 0 0,0 1 0,-1 1 0,-1 0 0,0 1 0,0 1 0,-21-8 0,-10-2-734,-1 1 0,-66-12 0,47 15-1277,-93-6 0,7 15-3549,18 12-2327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8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19 103 6721,'7'-28'1629,"-4"13"1116,1 1 0,0 1 0,7-17 0,-10 28-416,-3 4-1359,-2 3-727,-1 0-1,1 1 0,0 0 0,1 0 0,-1 0 0,1 0 0,1 0 0,-1 1 0,1-1 0,0 1 0,0 0 1,1 0-1,-1 8 0,-1 17 452,0 48 0,3-74-585,1 59 435,3-1 0,2 1 0,15 63 0,-12-89-409,2 0 0,2 0 0,2-1 0,1-1 0,1 0 0,23 34 0,-6-20-51,3-2 0,1-1 0,2-2 0,3-2 0,55 45 0,-39-42-273,2-3 1,2-3-1,119 58 1,-88-58-1504,1-4 1,128 32 0,-90-38-4539,163 17 1,-167-33-3641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9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11769,'0'0'6273,"-7"12"-4311,6-10-1789,-1 0 0,1 0 0,0 1-1,0-1 1,0 0 0,0 1 0,0-1 0,1 1 0,-1-1 0,1 1 0,-1-1 0,1 1-1,0-1 1,0 1 0,1 4 0,13 37 864,-3-14-566,-7-11-287,0 0-1,-2 0 1,0 1-1,-1-1 1,-1 0-1,-1 1 1,0-1-1,-6 27 1,-7 12 19,-29 77 1,25-83-65,-31 86-17,48-137-116,0 1-1,1 0 1,-1 0-1,1-1 0,0 1 1,-1 0-1,1 0 1,0 0-1,0 0 0,0 0 1,0-1-1,1 1 1,-1 0-1,0 0 0,1 0 1,-1-1-1,1 1 1,0 0-1,0 0 0,0-1 1,-1 1-1,1-1 1,2 3-1,0-2-22,-1 0 0,1 0 0,-1-1-1,1 1 1,0-1 0,0 1 0,0-1 0,0 0 0,0 0-1,0 0 1,0-1 0,5 2 0,8-1-168,0-1 1,0 0-1,-1-1 0,20-4 1,-5-1-569,0-1 0,-1-1 1,56-25-1,-33 8-1412,56-36 1,19-29-5448,-69 45-34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09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10133,'0'0'7977,"-2"4"-6160,-19 25 619,12-15-1661,0-1-1,0 1 1,1 1 0,1-1-1,-8 22 1,12-25-551,-8 25-39,2 0-1,1 0 1,-6 62 0,12-67-1771,-1-1 1,-9 33-1,-8 18-7380,4-24-2301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18 151 5465,'6'-17'582,"-5"13"-414,0 1-1,0 0 1,0 0-1,1 0 0,-1 0 1,1 0-1,-1 0 0,1 0 1,0 1-1,0-1 1,1 0-1,-1 1 0,0 0 1,4-3-1,-5 0 1331,-1-2-962,-1 1 0,1 0 0,0 0 0,1-1 0,-1 1 0,1 0 0,1 0 0,-1 0 0,1 0 0,0 0 0,4-10 4187,-8 20-4095,-6 16-204,0 1-1,2-1 0,0 1 1,2 1-1,0-1 0,-1 34 1,-5 22 464,3-22-562,2-1-1,2 1 1,3 0 0,3 0-1,2 0 1,2 0 0,26 96 0,-24-119-257,2-1 0,1 0 0,2-1 0,1 0 0,1-2 0,39 53 0,-26-45-155,1-3 0,2 0 0,1-2 0,55 40 0,-13-21-856,3-4 0,1-3-1,2-3 1,135 45 0,-148-63-711,0-4 0,73 11 1,49-4-5977,-93-15 97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0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12 6517,'-10'1'2169,"-9"-7"9180,10 1-11887,6 3 1166,6 4-34,54 42 940,-48-39-1475,0 1 0,-1 0 1,1 0-1,-2 1 0,1 0 0,-1 0 0,0 1 0,0-1 1,-1 2-1,0-1 0,-1 1 0,0 0 0,5 11 0,-4-4-26,-2 0-1,0 0 1,-1 0-1,-1 1 1,0-1-1,-1 1 0,-1 0 1,0-1-1,-1 1 1,-5 23-1,-7 15 23,-32 92-1,18-66-24,25-76-31,0 0 0,1 0 0,0 1 0,1-1 0,-1 0 0,1 1 0,0-1 1,0 0-1,0 0 0,1 1 0,0-1 0,3 10 0,-4-13-33,1 0-1,0 1 1,1-1 0,-1 0-1,0 0 1,1 0 0,-1 0 0,1 0-1,-1-1 1,1 1 0,0 0-1,0-1 1,0 1 0,0-1-1,0 0 1,0 1 0,0-1-1,1 0 1,-1 0 0,0-1 0,0 1-1,1 0 1,-1-1 0,1 1-1,-1-1 1,3 0 0,11 1-479,-1 0 0,0-2-1,0 0 1,0 0 0,0-1 0,0-1 0,0-1 0,22-8 0,95-43-6688,-56 18-635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0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40 6741,'-25'-10'1894,"20"8"2750,8-22-1193,0 20-1831,1 15-905,-2 0-612,-1 0 0,0 0 0,-1 1 0,0-1 0,0 0 0,-1 1 0,-4 17 1,-4 3 36,-15 38 0,16-49-33,0 0 1,1 1-1,2 0 0,-5 35 1,9-53-81,1 0 0,-1 1 0,1-1 0,0 0 0,1 0 0,-1 1 0,1-1 0,0 0 0,0 0 0,2 7 0,-1-9-46,-1 0 0,1 0 1,0-1-1,0 1 0,-1-1 1,1 1-1,0-1 0,0 0 1,0 0-1,1 0 0,-1 0 0,0 0 1,0 0-1,1 0 0,-1-1 1,0 1-1,1-1 0,-1 0 1,0 0-1,1 1 0,1-2 1,22 1-1336,-1-1 0,0-2 0,-1 0 0,35-10 0,-29 7-1887,22-4-4357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0 9277,'-3'1'205,"1"0"-1,-1 0 1,1 0 0,0 0 0,0 0 0,-1 0-1,1 1 1,0-1 0,0 1 0,0 0 0,1-1-1,-1 1 1,0 0 0,1 0 0,-1 0-1,1 0 1,0 0 0,-1 1 0,0 3 0,-4 8 1075,1 0 1,-4 21 0,0-3 245,-78 318 6202,15-53-5144,56-237-2233,-23 75-68,-28 182 0,61-274-811,2 1-1,2-1 1,1 0-1,3 1 1,1-1 0,3 0-1,1 0 1,21 68-1,-21-90-222,2 0-1,1-1 1,0 0-1,2-1 1,0 0-1,23 28 1,-16-27-2014,0 0 0,39 30 1,6-4-5912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1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15 12545,'-6'-15'3211,"11"24"2117,6 16-1166,-7-10-5593,2 29 1815,-3-25-282,-1 0-1,-1 26 1,-3-13-47,-2 1 0,-2-1 0,0-1 0,-2 1 1,-21 51-1,-23 82-16,44-137-10,7-24-20,0 0 0,0 0-1,0 0 1,1 0 0,-1 0 0,1 0 0,0 0 0,0 0-1,1 0 1,-1 0 0,3 6 0,-3-8-22,1 1-1,0-1 1,1 0 0,-1 0-1,0 1 1,1-1 0,-1 0-1,1-1 1,-1 1 0,1 0-1,0 0 1,0-1 0,0 1-1,3 1 1,1 0-91,0-1 0,0 1-1,0-2 1,0 1 0,0-1 0,0 0-1,0 0 1,0 0 0,1-1 0,-1 0 0,0 0-1,12-3 1,-1 0-583,-1-1 1,1-1-1,-1 0 0,0-1 1,20-11-1,37-24-5731,-65 36 5309,45-27-7714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2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9965,'2'0'259,"0"1"0,1 0 0,-1-1 0,0 1 0,0-1 1,1 0-1,-1 0 0,0 0 0,1 0 0,-1 0 0,0 0 0,0-1 0,1 1 1,-1-1-1,0 1 0,0-1 0,4-2 0,-3 2 64,1 0-1,-1 0 1,1 0 0,-1 0-1,1 0 1,0 1 0,-1-1-1,1 1 1,0 0 0,-1 0-1,5 1 1,20 2 770,-20-2-903,-1 0 0,1 0 1,0 0-1,15 6 0,-21-6-167,-1-1-1,1 1 1,0 0 0,0 0-1,-1 0 1,1 1-1,-1-1 1,1 0 0,-1 1-1,0-1 1,1 1-1,-1-1 1,0 1 0,0-1-1,0 1 1,0 0 0,0 0-1,0-1 1,-1 1-1,1 0 1,-1 0 0,1 0-1,-1 0 1,1 3 0,-2 9 20,0 0 0,0 1 0,-1-2 1,-1 1-1,-1 0 0,0-1 0,0 1 1,-1-1-1,-13 22 0,-15 46 93,31-75-129,-4 13 32,1 0-1,-4 20 0,8-33-31,0-1 0,1 1 1,0 0-1,0 0 0,0 0 0,1 0 0,-1-1 1,1 1-1,1 0 0,-1-1 0,1 1 0,3 6 1,4 3-23,0-1 0,13 15 1,-11-15-560,-1 0 0,10 18 0,-19-30 439,0 0-1,0 0 1,-1 0 0,1 0-1,-1 0 1,1 1-1,-1-1 1,0 0 0,1 0-1,-1 1 1,0-1-1,-1 0 1,1 0-1,0 1 1,-1-1 0,1 0-1,-1 0 1,0 0-1,1 0 1,-1 0 0,0 0-1,-3 4 1,-2 3-1126,-1-1 0,0 1 1,-14 12-1,11-11-511,-26 27-5444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2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160 151 6393,'-3'-1'393,"1"-1"1,0 0 0,-1 1 0,1-1 0,0 0 0,0 0 0,0 0 0,0 0-1,0-1 1,1 1 0,-1 0 0,1-1 0,-1 1 0,1-1 0,0 1 0,0-1 0,0 0-1,-1-5 1,1 0 204,1 0-1,0 0 1,0 0 0,1 0-1,2-10 1,1-28 3690,-14 64-2186,2 8-1299,1 0 1,2 1 0,0-1 0,-1 45 0,4-45-406,-38 286 2065,17-153-4319,-4 205 0,38-144-3429,5-77-2422,0-29-3337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3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12061,'0'0'5176,"2"2"-3845,2 3-980,1-1 0,-1 1 1,1-1-1,1-1 0,-1 1 1,0-1-1,1 0 0,9 4 0,56 17 578,-25-10-311,-18-3-432,0 0 0,0 2-1,-1 1 1,-1 1 0,44 34 0,-58-39-208,-1 0 1,0 1-1,0 0 1,-2 1-1,1 0 1,-1 1-1,-1 0 1,-1 0-1,0 0 1,0 1 0,-1 0-1,-1 1 1,5 21-1,-5-8-47,-1 1 0,-2-1-1,0 1 1,-2 0 0,-1 0 0,-2-1-1,0 1 1,-9 28 0,-11 31-77,-41 100-1,45-135 102,-16 33-5,-7 21 13,42-105 37,-1 0 0,0-1 0,1 1 0,-1 0 0,1 0 0,-1 0 0,1 0 0,0 0 0,0 0 0,0 0 0,0-1 0,0 1 0,1 0 0,-1 0 0,0 0 0,2 3 0,9 1-9,-5-7-1,0-2 0,0 1-1,0 0 1,0-1-1,0 0 1,0-1-1,-1 1 1,6-6 0,2 1-44,212-153-3559,-82 43-4640,-80 64 217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3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10 10909,'0'1'84,"1"-1"1,-1 1-1,1-1 0,-1 0 1,1 1-1,-1-1 0,1 0 0,-1 0 1,1 1-1,-1-1 0,1 0 1,0 0-1,-1 0 0,1 0 1,-1 1-1,1-1 0,0 0 1,-1 0-1,1 0 0,-1 0 1,1 0-1,0-1 0,-1 1 0,1 0 1,-1 0-1,1 0 0,-1 0 1,1-1-1,0 1 0,-1 0 1,1-1-1,-1 1 0,1 0 1,-1-1-1,1 1 0,-1 0 1,0-1-1,1 1 0,-1-1 0,1 0 1,2-7 1408,-9 10 24,2 3-1219,-1 1 0,1 0 0,0 0 0,1 1 0,-1-1 0,1 1 0,0-1 0,1 1 0,0 0 0,0 0 0,0 0 0,1 0 0,0 1 0,0 6 1,-3 15 41,2-19-269,0 0-1,1 0 1,1 0 0,-1 0 0,2 0 0,-1 0-1,1 0 1,1 0 0,0 0 0,4 11 0,-4-16-63,0 1 0,1-1 0,-1 0 0,1 0 1,1 0-1,-1 0 0,1-1 0,0 0 0,0 1 0,0-1 0,0-1 1,1 1-1,-1 0 0,1-1 0,0 0 0,0 0 0,0-1 1,12 4-1,-6-2-35,0-1 0,0-1 0,1 0-1,-1-1 1,1 0 0,-1-1 0,1 0 0,-1 0 0,1-1 0,-1-1 0,1 0 0,-1-1 0,0 0 0,19-8 0,-10 2 72,-1-1 1,-1 0-1,0-1 1,-1-1-1,0-1 1,-1 0-1,20-21 1,-20 16 1231,-31 37 774,-13 25-1574,1 1 0,-35 80 0,-10 22-3415,9-32-2362,28-37-1314,10-6-3388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4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915 67 5897,'-50'-66'10132,"33"80"-8215,8-2-1525,1 0 0,1 1 0,0-1 0,1 2 0,0-1 0,-7 25 0,-1 1 174,-6 14 151,-43 102 667,33-90-982,-142 280 337,-93 145-4470,103-156-5365,97-192 409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9377,'3'-9'349,"0"1"1,1 0 0,0 0-1,1 0 1,-1 1 0,1-1-1,1 1 1,-1 0 0,1 1-1,1-1 1,-1 1 0,1 0-1,0 1 1,0 0-1,1 0 1,0 0 0,-1 1-1,13-4 1,2-2 107,1 1-1,0 2 1,1 0 0,0 2 0,35-5-1,-50 9-361,1 1 0,-1 0 0,1 0-1,-1 1 1,0 0 0,0 1-1,1-1 1,-1 2 0,0 0-1,-1 0 1,1 0 0,0 1 0,12 8-1,-15-8-60,0 0-1,0 1 0,-1 0 1,0 0-1,0 0 0,0 1 0,-1 0 1,1-1-1,-2 2 0,1-1 1,0 0-1,-1 1 0,0-1 1,-1 1-1,0 0 0,0 0 1,0 0-1,1 9 0,-2 4 8,0 0-1,-1 0 1,-1 0-1,-1 0 1,-1 0-1,-7 25 1,-43 120 78,30-100-140,-26 67 100,-22 74-6,70-201-58,-1 0 0,1 0 0,0 1 0,1-1 0,0 0 0,0 11 0,0-15-20,0 1 1,0-1-1,1 0 1,-1 1-1,1-1 0,-1 0 1,1 0-1,-1 1 0,1-1 1,0 0-1,-1 0 1,1 0-1,0 0 0,0 0 1,0 0-1,0 0 0,0 0 1,0 0-1,0 0 1,0-1-1,0 1 0,0 0 1,0-1-1,1 1 0,-1-1 1,0 1-1,0-1 1,1 0-1,-1 1 0,2-1 1,9 1-198,0-1 1,0-1-1,0 0 0,-1 0 1,1-1-1,0-1 1,-1 0-1,1 0 1,-1-1-1,0-1 1,17-9-1,16-10-1595,55-41 1,-91 59 1563,84-68-3871,-62 48 1867,30-23-3408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5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15 6245,'-20'-15'8500,"17"16"-7496,-1 1-831,0 0 0,0-1-1,1 1 1,-1 0 0,1 1 0,0-1-1,-1 1 1,1-1 0,0 1-1,1 0 1,-1 0 0,0 0-1,1 1 1,0-1 0,0 1-1,0-1 1,0 1 0,0 0-1,1-1 1,-1 1 0,0 4-1,-3 12 177,1 0 0,1 0-1,-1 22 1,3-23-6,0-5-239,2 0 0,-1 0-1,2-1 1,0 1 0,0 0 0,2-1 0,0 0 0,0 0 0,1 0-1,0 0 1,13 20 0,-4-9-12,2-1 0,1 0 0,0-1 0,36 34 0,-40-44-61,-1 1 0,-1 0 0,0 1 0,0 1-1,-2-1 1,0 2 0,0-1 0,10 30 0,-16-37-72,0 1-1,-1 0 1,0 0 0,0 0 0,-1 0 0,0 0 0,-1 0 0,1 0-1,-2 1 1,0-1 0,0 0 0,0 0 0,-1 0 0,-1 0 0,0 0-1,0-1 1,0 1 0,-8 12 0,7-14-595,-1 0 1,0 0-1,-1 0 1,1-1-1,-1 1 1,-13 9-1,17-14-1147,-2-4 975,0 1 1,1-1-1,-1 1 0,1-1 1,0 0-1,-1-1 0,1 1 1,0-1-1,-3-3 0,2-15-4387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5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8425,'20'-24'1856,"-3"9"-608,3 0-240,0 3-192,4 0-176,-1 6-264,18-6-520,-5 6-728,-2-12-944,3-1-1580,-17 22-1761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9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1487 4644,'15'-33'1125,"0"1"0,3 1 0,0 0 0,2 1-1,43-49 1,43-23 6,222-164 0,-287 234-1008,185-133-571,7 10 0,432-212 0,-438 256-4325,-125 59 96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9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86 895 4692,'-15'-5'648,"1"-1"1,-26-13-1,36 16 101,2 1-76,1 0-587,-1-1 0,1 1-1,0 0 1,0 0 0,0-1 0,0 1 0,1-1 0,-1 1 0,1-1 0,-1 1 0,1-1 0,0 1 0,0-1 0,0 1 0,0-1-1,1-4 1,1 2-9,-1 0 0,1 1-1,0-1 1,0 0 0,1 1-1,-1-1 1,7-8 0,6-4-24,0 1 0,2 0-1,19-15 1,-16 14 91,63-51-36,135-84-1,105-38-953,-121 74-648,-74 41-847,2 5-697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9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1 634 6089,'57'-54'936,"-24"32"-164,1-8-160,9 3-116,4-3-72,10 0-172,14-6-48,12-7-92,4-2-104,10 0-124,14-6-184,6 0-208,4-4-288,-1-2-1564,4 0-481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19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4908,'17'-21'1209,"-7"-3"-329,17-19-176,13 19-300,14-6-464,9-9-876,18-12-1137,29-4 21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3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 4492,'-17'-3'4602,"20"2"-4196,3-4-444,-6 5 59,1-1 0,-1 1 0,0-1 0,1 1 0,-1-1 1,1 1-1,-1-1 0,1 1 0,0 0 0,-1-1 0,1 1 1,-1 0-1,1-1 0,0 1 0,-1 0 0,1 0 0,0-1 1,-1 1-1,1 0 0,0 0 0,-1 0 0,1 0 0,0 0 1,-1 0-1,1 0 0,0 0 0,-1 0 0,1 1 0,0-1 1,-1 0-1,1 0 0,0 1 0,-1-1 0,1 0 0,-1 1 1,1-1-1,0 0 0,-1 1 0,1-1 0,-1 1 0,1-1 1,-1 1-1,1 0 0,1 1-421,6 4 99,-6 2-2920,-2 12-266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3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60 10425,'-31'-12'1623,"25"9"-161,-7-3 970,-5-5 1759,-11-3-2526,5 2-1404,21 10-969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0 482 2456,'34'-11'756,"-31"10"-516,17-1 107,-12 2-274,0 0-1,0 1 1,0 0-1,0 1 1,14 4-1,27 4-57,-13-10 49,65-8 1,-56 4-75,204-36 42,-148 20-46,138-25 59,207-34-46,128 0-473,255-32 14,-361 55 188,-164 20-927,-203 26 518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2368,'12'1'329,"0"-1"-1,0-1 1,-1 0 0,1 0-1,0-1 1,-1 0 0,19-7-1,3-2 445,147-42 377,77 12-999,-243 39-144,16-1 231,0 0-1625,-30 3 1365,0 0 1,0 0-1,0 0 0,0 0 1,0 0-1,0 0 0,0 0 1,0 0-1,-1 0 0,1 0 1,0 0-1,0 0 0,0 0 0,0 0 1,0-1-1,0 1 0,0 0 1,0 0-1,0 0 0,0 0 1,0 0-1,0 0 0,0 0 1,0 0-1,0 0 0,0 0 1,0 0-1,0 0 0,0 0 1,0 0-1,0 0 0,0 0 1,0 0-1,0 0 0,0-1 1,0 1-1,0 0 0,0 0 1,0 0-1,0 0 0,0 0 1,0 0-1,0 0 0,0 0 1,0 0-1,0 0 0,-18-3-980,-9 0 78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9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1005 2238 2928,'65'-12'3765,"100"-6"-3153,524-10-230,-385 9-343,935-34-304,-587 37-112,16-62 226,-386 21 191,658-230 649,-840 248-594,-2-4 1,139-86-1,-210 113-15,-1-2-1,-1 0 1,-1-2 0,0-1 0,-2 0-1,0-2 1,-2-1 0,20-29-1,-33 38-47,0 1-1,-1-2 0,-1 1 0,0-1 1,-1 1-1,-1-1 0,2-26 0,-4 13 40,-1 0-1,-1 0 1,-1 0-1,-2 0 1,-9-35-1,9 46-27,-1-1-32,0 0 0,-1 1 0,-1-1-1,-1 2 1,-1-1 0,-19-28 0,-75-87 48,77 105-47,-1 2-1,-1 1 1,-1 1-1,-1 1 1,-61-34 0,-175-72-11,254 124 4,-116-49 14,-2 6 0,-3 5 0,-156-28 0,195 53-11,0 5 0,0 3 1,-127 5-1,-354 44 22,557-38-31,-706 85-33,364-41 53,141-20 120,-738 106-186,613-90 29,-174 29 118,418-49-124,1 4 0,-148 60 1,174-45 24,47-25-46,13-6 73,1-1 0,-16 16 0,-19 14-88,37-31 74,0 1 0,0 0 0,-8 10 1,9-10-30,1 0-1,-1 0 1,-18 11 0,19-13 26,1-1 0,-1 1-1,1 1 1,1-1 0,-1 1-1,-5 9 1,5-7-25,-1-1-1,0 0 1,-11 10 0,14-13 9,0-1 1,1 1-1,0 0 1,0 0-1,1 0 1,-1 1 0,1-1-1,0 1 1,0 0-1,1 0 1,-3 10-1,-11 21-10,14-31 31,0-1 0,1 1 0,-1-1 0,1 1 0,0 0 0,0-1 0,1 1 0,0 0-1,0 8 1,1-8-22,-1 1 0,0 0-1,-1-1 1,0 1-1,0 0 1,0-1-1,-3 7 1,-10 43 139,12-46-139,0 0 1,0-1-1,-1 1 1,0-1-1,-7 14 1,-60 113 65,60-111-65,2 0 1,0 1-1,-6 41 1,0-2 24,2 0 3,2 0 1,-1 102 0,11-126-24,1 1 0,3-1 1,1 0-1,15 60 1,-17-90 6,1 1 1,0-1 0,0 0 0,1 0 0,0-1-1,1 1 1,0-1 0,1 0 0,0-1-1,1 0 1,0 0 0,0 0 0,1-1 0,0-1-1,0 1 1,1-1 0,0-1 0,18 9 0,31 11 84,1-3 1,1-3-1,81 17 1,-12-11-83,2-5 1,0-7 0,181-2-1,-15-39-39,-228 21-232,-50 5-604,-1-1 1,1 0 0,-1-1-1,27-9 1,-6-2-2186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1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16 4824,'-34'-15'2665,"34"36"-7170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0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145 124 7045,'0'0'4620,"-2"-2"-4195,-1-2-266,0 0 0,0 0 0,0 0 0,-1 1 0,1 0 0,-1-1 0,0 1 0,0 0 0,-8-4 0,5 3 79,-1-1 0,1 1 0,0-1-1,-11-12 1,10 10 22,-35-32-11,42 38-221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1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4208,'0'0'1821,"6"-19"-1493,-2-2-64,-8 3-2469,1 0 773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 13817,'-36'21'1828,"19"-18"-395,3 3 1311,38 0-2312,3 0-488,16-9-576,38-3-832,-8-6-501,11 3-2763,13-6-3697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1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95 144 9525,'-1'-4'316,"0"0"1,0 1 0,0-1-1,0 0 1,0 0-1,1 0 1,0 0 0,-1 0-1,2 0 1,-1 0-1,0 0 1,1 0 0,0 1-1,0-1 1,0 0-1,0 0 1,0 1 0,1-1-1,0 0 1,3-4-1,-4 5 977,0-3-745,0 0 0,1 0 0,0 0 0,0 0 0,0 0 0,3-6 1,0 5 780,-16 30-606,-6 12-308,2-5 22,-21 62-1,24-51-293,2 0 0,1 1 0,3 0 0,1 0 0,2 52 0,3-69-158,2-1 0,1 0 0,0 0 1,2 0-1,1 0 0,1-1 0,1 1 1,1-2-1,1 1 0,20 32 0,-22-42-32,2 0-1,-1-1 1,2-1-1,-1 0 1,2 0-1,-1-1 0,2 0 1,-1-1-1,21 12 1,-14-12 1,0 0 0,0-2 1,1 0-1,0-1 1,0 0-1,34 3 0,-26-6 37,0-2 0,1 0-1,-1-2 1,0-2-1,1 0 1,-1-2 0,0 0-1,-1-3 1,0 0 0,43-19-1,-43 14 225,-1-1 0,0-1 0,45-36 0,-56 38 5,-1-1-1,0 0 1,-1-1-1,-1-1 1,0 0-1,17-31 0,24-68 1376,-52 111-1510,1 0 0,-1 0 0,0 0 0,0 0 0,0 0 0,-1-1 0,1 1 0,-1 0 0,0-9 0,-1 3 78,1 10-159,0 0 0,0 0 0,1 0 0,-1 0 0,0 0 0,0 0 0,0 0 0,0-1 0,0 1-1,0 0 1,0 0 0,0 0 0,0 0 0,0 0 0,0 0 0,0 0 0,0-1 0,0 1 0,0 0 0,-1 0 0,1 0 0,0 0 0,0 0 0,0 0 0,0 0 0,0-1-1,0 1 1,0 0 0,0 0 0,0 0 0,0 0 0,0 0 0,0 0 0,-1 0 0,1 0 0,0 0 0,0 0 0,0 0 0,0 0 0,0 0 0,0-1 0,0 1 0,-1 0-1,1 0 1,0 0 0,0 0 0,0 0 0,0 0 0,0 0 0,0 0 0,0 0 0,-1 0 0,1 0 0,0 1 0,0-1 0,0 0 0,0 0 0,0 0 0,0 0 0,0 0-1,-1 0 1,1 0 0,0 0 0,0 0 0,0 0 0,0 0 0,-13 4 43,1 1 0,0 0 0,0 0-1,1 1 1,-1 1 0,1 0 0,0 0 0,1 1 0,0 1-1,0 0 1,1 0 0,-16 21 0,4-2-368,0 1 0,2 1 0,-18 40 0,19-30-1050,2 2 0,1 0 1,2 1-1,2 0 0,2 1 0,2 0 1,-1 47-1,6-17-4461,10-1-3419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0:5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42 9217,'0'-4'290,"-1"1"-1,1 0 1,-1 0 0,0 0 0,0 0 0,0 0-1,0 0 1,0 0 0,-1 0 0,1 0 0,-4-3-1,-2 4 1238,-5 5-1005,0 1-1,0 0 0,1 1 0,-1 0 1,1 0-1,0 1 0,1 1 1,-12 8-1,2 1 41,1 1 0,0 1 0,-21 27 0,4 2 18,1 1-1,-32 65 0,36-54-188,3 2 0,-37 117 0,58-152-352,2 1 0,0-1 0,1 1 0,2 0 1,1 0-1,1 0 0,1 0 0,2 0 0,0 0 1,2-1-1,1 1 0,1-1 0,1-1 0,1 1 1,2-1-1,0-1 0,1 0 0,2 0 0,25 33 1,103 105-10,1 2-571,-138-158 508,0 1 0,-1 0 1,0 0-1,0 0 0,-1 1 0,0-1 0,0 1 0,-1 0 1,0 0-1,2 10 0,-4-15 25,0 0 1,0 1-1,0-1 1,0 0-1,-1 1 0,1-1 1,-1 0-1,0 1 1,0-1-1,0 0 0,0 0 1,-1 0-1,1 0 0,-1 0 1,0 0-1,0 0 1,0-1-1,0 1 0,0-1 1,0 1-1,-1-1 1,1 0-1,-1 0 0,0 0 1,0 0-1,0 0 0,-4 1 1,2 0 4,-1 0 1,0-1 0,1 0-1,-1 0 1,0 0 0,0-1-1,0 1 1,0-1-1,-1-1 1,1 0 0,0 1-1,0-2 1,0 1 0,0-1-1,-1 0 1,1 0-1,0-1 1,0 1 0,1-1-1,-1-1 1,0 1-1,1-1 1,-1 0 0,1 0-1,0-1 1,0 0 0,0 1-1,0-2 1,1 1-1,0 0 1,0-1 0,0 0-1,0 0 1,1 0 0,0 0-1,0-1 1,0 0-1,1 1 1,-1-1 0,1 0-1,-1-8 1,1-3-6,1 1-1,1 0 1,0 0 0,2 0-1,-1-1 1,2 1 0,5-20 0,41-110 52,-9 50-363,3 2 0,56-88 0,57-48-5279,-112 179 168,-3 9-3250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1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35 197 7933,'0'0'9839,"-3"-2"-8785,0-1-530,1 0 1,-1-1 0,0 1 0,1 0-1,0-1 1,-1 1 0,2-1-1,-1 0 1,0 0 0,1 1 0,-2-7-1,2 8 968,0-1-842,1 1-536,-1-1 0,0 1 0,1-1 0,0 0 0,-1 1 0,1-1 0,0 0 0,1 1 0,-1-1 0,0 0 0,1 1 0,-1-1-1,1 1 1,0-1 0,0 1 0,0-1 0,0 1 0,0 0 0,1-1 0,-1 1 0,1 0 0,-1 0 0,1 0 0,0 0-1,0 0 1,0 0 0,0 1 0,3-3 0,-1 0 38,0-1-1,0 1 1,-1-1 0,0 0-1,3-5 1,5-6-56,-10 15 58,13-15-239,-8 10 1122,8 40-975,-11-28-57,1 1 0,-2-1 0,1 1 0,3 14 0,2 61-5,-4 0 0,-10 138 0,1-81 0,4-99-12,2 148-985,10-60-2339,1 20-2532,-3-50-2406,-1-28-3022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0 12601,'0'0'4006,"-1"4"-2007,-20 232 7145,-2 10-6393,-24 42-1347,-5 32-3760,34-67-2861,27-85-1136,-8-156 4913,1-1-1,0 1 1,5 11-1,17 29-7792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91 173 6677,'-5'-4'-1405,"-1"0"2634,-1 2 4919,3 9-47,2 5-4953,-14 76 2156,-22 168 1646,26 119-2022,13-330-2662,2 0 1,15 80-1,-10-96-190,0 0 0,2 0 0,1-1 0,24 43 0,-30-62-66,1 0 0,-1 0 0,2-1-1,-1 0 1,1 0 0,0 0 0,1-1 0,0 0 0,0-1 0,1 0-1,-1 0 1,17 7 0,-13-8-6,1 0-1,0-1 1,0-1-1,0 0 1,0 0 0,0-2-1,0 1 1,27-2-1,-11-3-9,-1-1-1,0-2 1,0 0-1,-1-2 0,0-1 1,0-1-1,-1-1 0,43-26 1,-44 21 7,-1-2 0,0 0 0,-2-2 0,0 0 0,-2-2 0,0 0 0,-1-1 0,-1-1 0,-2 0 0,0-2 0,-2 0 0,-1 0 0,0-1 1,-2-1-1,-2 0 0,9-37 0,-12 36-21,0 0 0,-2 0 0,-1 0 0,-2 0 0,0-1 0,-2 1 0,-1 0 0,-2 0 0,-1 0 0,-1 0 0,-1 1 0,-2 0 0,0 0 0,-2 1 0,-1 0 0,-24-39 0,14 35-264,-2 2-1,0 0 0,-2 1 1,-1 1-1,-2 2 0,0 1 1,-1 1-1,-54-31 0,50 36-850,-1 1 1,0 2-1,-49-15 0,52 22-925,0 0-1,0 3 1,-1 0-1,-36 1 1,-29 7-9591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3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15 9625,'-60'-1'2583,"16"-4"2513,-23-4 783,67 14-5128,0 2-585,1 0 0,0 1 1,1-1-1,0 0 1,0 0-1,0 0 1,1 0-1,0-1 0,0 1 1,1-1-1,0 0 1,0 1-1,0-2 1,1 1-1,0-1 0,0 1 1,10 7-1,10 7 61,2-1-1,49 27 1,-55-34-58,291 146 370,-1-2-366,-283-139-167,-1 0 0,-1 1 0,0 2 1,-2 0-1,0 2 0,38 45 0,-54-56 1,0 0-1,0 0 1,-1 1-1,-1 0 1,0 0 0,0 1-1,-2-1 1,1 1-1,-2 1 1,0-1-1,0 0 1,-1 1 0,-1-1-1,0 1 1,-1 0-1,0-1 1,-1 1-1,-5 23 1,-1-13-8,0-1-1,-2 0 1,0-1 0,-2 0 0,0 0 0,-19 24-1,-94 114 54,73-103-147,-104 89-1,-72 33-1108,105-85 222,-102 62-1422,122-87 359,30-26-165,24-19-2436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 8953,'-27'-6'11712,"31"6"-11148,33 1-280,-1 3 0,1 1 0,-1 1 0,0 2 0,-1 2 0,49 19 0,-12 2-177,-1 3 0,68 45-1,85 75 108,-185-122-206,-1 2 1,-2 2-1,44 56 1,-45-47-6,-3 1 0,-2 1 1,30 62-1,-50-87-34,-1 1 1,0 1-1,-2 0 0,-1 0 0,0 0 1,-2 1-1,-1-1 0,-1 1 1,-2 43-1,-3-41-97,-1 0-1,-1 0 1,-2 0 0,0-1-1,-2 0 1,-1-1 0,-1 0-1,-1 0 1,-1-1 0,-2-1-1,-29 39 1,16-30-412,-1 0 0,-2-2 0,-1-2 0,-1-1 1,-1-1-1,-68 38 0,-10-5-2513,38-27-2072,28-13-1885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765 63 9721,'-1'0'5,"-3"-1"189,0 0-1,0 0 0,1 0 1,-1 0-1,0-1 0,1 0 1,-1 1-1,-4-4 1,8 5-156,0-1 0,0 1 1,0 0-1,0-1 0,0 1 0,0 0 1,-1 0-1,1-1 0,0 1 1,0 0-1,0-1 0,0 1 1,0 0-1,0-1 0,0 1 0,0 0 1,0 0-1,1-1 0,-1 1 1,0 0-1,0-1 0,0 1 1,0 0-1,0 0 0,0-1 0,1 1 1,-1 0-1,0 0 0,0-1 1,0 1-1,1 0 0,-1 0 1,0 0-1,1-1 0,20-13 1384,-11 10-986,-1 0 0,1 1 0,1 0 0,-1 0 0,0 1 1,1 0-1,-1 1 0,1 0 0,-1 1 0,1 0 1,14 2-1,-8 1-304,0 0-1,0 1 1,0 0 0,0 2 0,-1 0 0,17 8 0,-25-10-102,0 0 0,-1 1 0,0-1 0,1 2 0,-2-1 0,1 1 0,-1 0 0,1 0 0,-2 1 0,1-1 0,-1 1 0,0 1 0,0-1 0,-1 1 0,0 0 0,0 0-1,-1 0 1,0 0 0,-1 0 0,1 1 0,-2-1 0,1 1 0,-1 0 0,-1 0 0,1-1 0,-2 16 0,-6 27 35,-2 0 1,-23 79-1,17-78-53,3 0 0,-9 75 0,20-79-5,9 90 0,-3-89 19,-2 87 1,-4-120-19,-1 0 0,0-1-1,-2 1 1,1-1 0,-2 0 0,0 0 0,-1 0 0,0-1 0,-15 24 0,5-16-7,-1 0 0,-2-1 0,0 0 0,-1-2-1,-1 0 1,-1-2 0,-41 27 0,-14 1-668,-90 38-1,-101 21-3571,87-48-1839,69-20-866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12709,'37'-15'1896,"-24"9"-200,7-9-343,0 3-301,0 6-264,0 0-196,-6-6-756,3 0-644,3 3-1060,17-12-3233,-21 18-4060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4379 1 4352,'-1'1'107,"-1"-1"0,1 1-1,0-1 1,-1 1 0,1-1-1,0 0 1,-1 0 0,1 1-1,0-1 1,-1 0 0,1 0-1,-1 0 1,1 0 0,0-1-1,-13-2 16111,12 4-16119,-17 12 68,17-12-97,-2-1 0,-335 13 557,67 22-521,158-19-82,-856 116 43,-673 169-38,1560-281-41,-672 192 18,631-160 5,106-44-166,53-8-1804,-26 0 1564,-1-1 0,1 0 1,-1-1-1,0 1 0,1-1 1,-1-1-1,0 0 0,13-6 1,-19 8 297,16-9-2410,0 0 1,38-12-1,3 6-4631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6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4944 47 5993,'-1'0'301,"-1"-1"1,1 1 0,-1-1 0,1 1 0,-1 0 0,1 0 0,-1 0 0,0-1 0,1 2 0,-1-1 0,1 0 0,-1 0 0,1 0 0,-1 1 0,1-1 0,-4 2 0,-9 0 3373,9-3-3370,1 0 0,0 0 0,0-1 0,0 0 0,0 0 0,-4-2 0,-16-7 217,-8 3-205,-1 2 0,0 1 0,-34 0 0,-103 4 44,86 2-354,-534 22 245,-3 30-438,-914 184-797,776-66-2156,6 20-4818,614-152 3860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06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5222 36 5577,'-74'-13'2545,"-134"-7"1,-76 17-1027,160 4-1190,-1099 64 628,239 52-776,8 44-597,121 3-2591,546-102-738,124-23 243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10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700 1346 5533,'9'-20'651,"-5"13"-257,-1-1 0,0 0 0,0 0 1,-1 0-1,0 0 0,0 0 0,-1 0 0,0-9 0,0-9-54,1 1 0,0-1 0,2 0 0,1 1 0,1 0 0,1 0 0,2 1 0,0 0 0,1 0 0,25-39 0,-13 29-266,2 1 0,2 2 1,0 0-1,2 2 1,2 1-1,38-28 0,36-21-1,4 5 0,4 4-1,146-65 1,-145 85-54,206-59-1,129 5-40,-266 69 32,1 8-1,1 8 1,0 8 0,222 18 0,-267 4-3,-1 5 0,0 6 0,-2 7 0,-2 5 0,-1 6 0,151 71 0,-232-89-1,-2 3 0,-1 3 0,-2 1-1,-1 2 1,-1 3 0,70 72 0,-83-73 7,-1 2 0,-2 1 0,-1 2 0,-3 0 0,-1 2 0,-2 1 0,-2 0 0,20 64 0,-18-33 10,-4 0-1,-4 0 0,-2 2 1,-4-1-1,-3 1 1,-4 0-1,-2 0 0,-22 137 1,1-95-3,-6-1 1,-4-1 0,-5-2 0,-6-1 0,-4-2-1,-5-3 1,-5-2 0,-4-2 0,-5-4-1,-4-2 1,-86 92 0,110-141-14,-1-2 1,-3-2-1,-1-2 0,-2-3 0,-2-1 1,-2-4-1,-1-1 0,-2-4 1,0-2-1,-108 34 0,55-33-11,0-6 0,-2-4 0,-201 6 0,-349-49 6,388-4 160,1-12-1,2-12 0,3-12 1,-491-186-1,665 209-130,3-4-1,-89-57 0,130 68-51,1-3 0,1-2 0,3-2 0,-67-72 0,92 85-2,1-1 0,1 0 0,2-2-1,0 0 1,3-1 0,0-1 0,3-1 0,0 0 0,2 0 0,2-1 0,-6-39 0,11 42-26,1 0 0,1 0 0,2-1 0,1 1-1,2 0 1,0 0 0,3 0 0,1 0 0,1 1 0,1 0 0,2 1 0,23-47 0,-8 32-88,2 1 0,2 2 0,2 0 0,52-51 0,165-133-835,-112 122-156,183-107 0,-216 146 113,44-23-1936,8 10-1134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10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16 924,'17'-15'-320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1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17 438 6089,'-14'-13'1605,"11"11"-57,6 0-94,1-2-626,0 0 1,0 0-1,0-1 1,0 0 0,-1 1-1,0-1 1,4-8-1,-6 11 1622,-1 6-2019,-11 78 427,3 2 0,6 130 1,4-178-813,2 0 0,1-1-1,2 0 1,1 0 0,2 0 0,1-1 0,2-1 0,30 56 0,-30-67-27,1-2-1,0 0 1,2 0 0,0-2 0,1 0-1,1 0 1,1-2 0,26 18 0,-27-22-19,0-2 0,0 0 1,1-2-1,0 0 0,0 0 0,1-2 1,0-1-1,0 0 0,0-1 1,28 1-1,-25-4 5,1 0-1,-1-2 1,0-1 0,0 0-1,0-2 1,0 0 0,0-2-1,-1-1 1,0 0 0,0-2 0,-1 0-1,0-2 1,-1 0 0,0-1-1,-1-1 1,0-1 0,19-18-1,-24 19-14,0-1-1,-1-1 1,-1 0-1,-1 0 1,0-1-1,11-22 1,-16 25 7,0-1 1,-1 0 0,0 0-1,-2-1 1,1 1 0,-2-1-1,0 0 1,0-26 0,-3 5-11,-2 1-1,-2-1 1,-1 1 0,-2 0 0,-1 0 0,-20-48 0,-1 14-8,-2 2 0,-44-68-1,44 85 6,-3 0-1,-2 2 0,-1 2 0,-69-63 0,94 97 17,0 2-1,-1-1 1,-1 2-1,1 0 1,-2 0-1,1 2 0,-1 0 1,0 0-1,0 2 1,-23-5-1,30 8-33,-1 0-1,1 1 1,-1 1-1,0-1 1,1 2 0,-1-1-1,0 1 1,1 1-1,-1 0 1,1 0-1,0 1 1,-1 0 0,1 1-1,0-1 1,1 2-1,-1-1 1,1 2 0,0-1-1,-12 11 1,11-7-229,1 0-1,0 0 1,0 1 0,2 0 0,-1 0 0,1 1-1,0 0 1,1 0 0,1 0 0,-7 23 0,4-7-1948,2 1 0,1 0 0,-1 45 0,4-16-5487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13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1620 23 4968,'-32'-6'407,"17"1"-69,-1 2 1,0 0 0,0 0 0,0 2-1,0 0 1,0 1 0,-1 0 0,1 1-1,0 1 1,0 1 0,-25 7 0,5 4 240,0 1 1,2 2 0,0 1 0,-61 44 0,50-23-176,1 2 0,3 2-1,1 1 1,2 3 0,-40 63 0,-138 269 817,183-317-1097,-97 194 397,-111 309-1,186-408-391,7 2-1,7 3 0,-29 234 1,61-315-76,4 0 0,4 1 1,3 0-1,4-1 0,18 97 0,-14-131-20,2-1 0,3 0-1,1 0 1,2-1 0,2-2-1,1 0 1,3-1-1,2-1 1,1-1 0,37 41-1,-27-42-12,1-2 0,1-2-1,3-1 1,0-2 0,2-2-1,64 33 1,-44-32 3,2-3 0,0-3 0,2-3 1,87 18-1,-39-20-18,1-6-1,0-4 1,1-6 0,0-5 0,184-25-1,-172 9-1,-2-7 0,-1-5 1,-2-6-1,-1-5 0,-1-5 0,218-117 0,-246 107-9,-2-5 1,-2-3-1,-4-5 0,-2-3 1,-4-4-1,-3-3 1,-4-4-1,67-95 1,-95 108-7,-2-3 0,-3-2 0,50-127 0,-76 163 14,-2 1 0,-2-2 1,-1 0-1,-2 0 1,-2-1-1,2-68 0,-6 43-5,-3 0-1,-3 1 1,-3-1-1,-3 1 1,-2 1-1,-27-82 1,14 74-8,-2 2 0,-4 1 0,-2 2 0,-4 1 1,-55-75-1,47 80-10,-3 2 0,-2 2 1,-2 2-1,-3 3 0,-2 2 1,-2 3-1,-2 2 0,-2 3 0,-2 3 1,-1 3-1,-2 2 0,-99-32 1,73 36-300,-2 5 0,-1 4 0,-129-10 0,144 25-464,-1 4 1,0 4-1,1 3 1,-110 22 0,-14 24-3171,79-7 208,57-18 1423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2:14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6977,'0'0'8052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3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31 13353,'-53'6'2004,"42"-21"-119,5 0 1027,-18 9-1856,-33 21 784,44-3-2040,-4 3-884,11 3-1204,-1-3-3505,0 6-4908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4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85 205 11021,'-7'6'563,"1"-1"0,-1 0 0,0 0-1,0-1 1,-1 1 0,1-2 0,-1 1 0,-12 3 0,19-6-415,0 0 0,0 0 0,1 1 1,-1-1-1,0 0 0,1 0 0,-1 0 0,1 1 0,-1-1 1,1 0-1,0 1 0,0-1 0,-1 0 0,1 1 1,0-1-1,0 0 0,0 1 0,1-1 0,-1 0 1,0 1-1,0-1 0,1 1 0,0 0-79,-1-1 0,1 1 0,0-1 0,0 0 1,-1 1-1,1-1 0,0 0 0,0 0 0,0 0 0,1 1 0,-1-1 0,0 0 0,0-1 0,1 1 0,-1 0 1,0 0-1,1 0 0,-1-1 0,1 1 0,-1-1 0,0 1 0,1-1 0,0 0 0,1 1 0,42 3 734,-39-4-653,65 0 1134,123-17-1,72-29-230,-182 30-808,375-79 580,51 1-2178,-433 79 35,35-5-2037,-39 17-4577,-49 5-1991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4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10 16854,'1'0'159,"-1"1"1,1-1 0,-1 0 0,1 0 0,-1 0 0,1 0 0,-1 0 0,1 0-1,-1 0 1,1 0 0,-1-1 0,1 1 0,-1 0 0,0 0 0,1 0 0,-1 0 0,1-1-1,-1 1 1,1 0 0,-1 0 0,0-1 0,1 1 0,-1 0 0,1-1 0,-1 1 0,0 0-1,0-1 1,1 1 0,-1-1 0,0 1 0,1-1 0,-1 1 0,0 0 0,0-2-1,1 1 500,5 2 3186,4 8-2981,-9-8-345,4 4-396,-1 1 1,1-1-1,-1 1 0,-1 0 1,1-1-1,-1 2 0,0-1 1,0 0-1,-1 1 0,3 7 1,-2 0 165,-1 0 0,0 0 0,0 0-1,-2 21 1,-3 9 255,-2 0-1,-12 49 0,17-92-543,-69 284 0,-14 70 0,73-289-1538,-4 131 1,14-154 377,2-1 1,3 1-1,1 0 0,12 44 1,-11-63-2738,15 33 0,14 14-9219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5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0 14137,'-27'39'2769,"24"0"-261,-14 1-316,3-1-296,4 3-296,-6 6-336,2 10-348,-6 2-91,3 12-173,4 10-220,-7-1-512,7 3-948,6 1-513,3 2-787,4 82-6917,14-88-2740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25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0 13629,'0'0'73,"0"1"0,0-1 0,1 0-1,-1 0 1,0 0 0,0 1 0,0-1-1,1 0 1,-1 0 0,0 1 0,0-1-1,0 0 1,0 1 0,1-1 0,-1 0-1,0 1 1,0-1 0,0 0 0,0 0-1,0 1 1,0-1 0,0 0 0,0 1-1,0-1 1,0 0 0,0 1 0,0-1-1,0 0 1,0 1 0,0-1 0,-1 0-1,1 1 1,0-1 0,0 0 0,0 0-1,0 1 1,-1-1 0,1 0 0,0 0 0,0 1-1,0-1 1,-1 0 0,1 0 0,0 1-1,0-1 1,-1 0 0,1 0 0,0 0-1,-1 0 1,1 1 0,-25 24 2605,-4 5-545,8 1-913,2 0 1,1 1-1,-16 40 1,-34 111 1536,52-130-2286,1 2 0,4 0 0,1 0 0,3 1 0,1 108 0,7-145-445,1 0 1,1 0 0,0 0-1,7 18 1,54 150-9,-58-172-18,1-1 0,0 1 0,0-1 0,2 0 0,0-1 0,0 0 0,1 0 0,1-1 0,19 17 0,-26-25 0,12 11 0,1-2 0,1 1 0,0-2 0,1-1 0,0 0 0,1-1 0,0-1 0,1-1 0,0-1 0,0 0 0,0-2 0,1-1 0,-1 0 0,24 0 0,-6-3 0,0-1 0,0-3 0,-1 0 0,1-3 0,-1-1 0,0-2 0,40-15 0,-60 17 0,1-1 0,-1 0 0,-1-1 0,30-21 0,-38 23 0,-1 1 0,0-1 0,0 0 0,-1-1 0,0 1 0,0-1 0,-1-1 0,0 0 0,0 1 0,6-16 0,-11 22 0,-1 1 0,0-1 0,1 0 0,-1 1 0,0-1 0,0 1 0,0-1 0,0 0 0,0 1 0,-1-1 0,1 1 0,0-1 0,-1 1 0,1-1 0,-1 1 0,1-1 0,-1 1 0,0-1 0,0 1 0,1 0 0,-1-1 0,0 1 0,0 0 0,0 0 0,-1 0 0,1-1 0,0 1 0,0 0 0,-3-1 0,-1-2 0,-1 1 0,0-1 0,-1 1 0,1 0 0,-9-2 0,1 1 12,0 1-1,-1 0 1,1 1 0,-1 0 0,-25 2-1,-77 10-166,76-5-60,-330 48-6111,128 1-3632,66-2-3241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3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88 137 10753,'-73'-7'1553,"59"5"3385,17 3-3996,33 4 104,1-2-1,69-1 0,80-17-441,-95 7-176,1030-75 1238,-643 62-1801,-238 13-1271,-47 4-2172,-69 7-4733,-97 2 705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39 13273,'-14'-32'2559,"11"25"4068,-3 35-2716,0 9-1457,1 73 0,4-68-1719,-9 65 0,-76 225-699,57-239-124,4 1 0,-20 145 0,35-8-4007,12-177 1322,2 0 0,14 67 0,2-54-3740,9-6-4096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3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25 12149,'14'-25'1896,"-48"44"3822,28-13-5369,-1 1-1,1 0 1,0 0-1,0 0 1,1 0-1,0 1 1,1 0 0,0 0-1,0 1 1,0-1-1,-3 14 1,-7 14 569,-29 72 269,5 2 0,6 1 0,-30 177 0,47-199-916,4 0 0,0 110 1,11-162-226,2-1 0,2 1 1,1-1-1,1 1 0,2-2 1,2 1-1,1-1 0,20 41 1,-23-60-29,1-1 0,0 1-1,1-2 1,1 1 0,1-1 0,0-1 0,0 0 0,1-1 0,1 0 0,0-1 0,0-1-1,1 0 1,32 15 0,-27-17-21,0-1-1,1 0 1,-1-2-1,1 0 1,1-1-1,-1-2 1,0 0-1,1-1 0,-1-1 1,1-1-1,25-5 1,-19 2-12,-1-2 1,0-1 0,0-2-1,-1 0 1,0-2 0,0-1-1,-1 0 1,-1-2-1,0-1 1,-1-1 0,25-23-1,-24 16-7,0-1 0,-2 0 0,-1-2 0,-1-1 0,-1 0 0,-1-2 0,-2 0 0,0-1 0,12-35-1,-16 27 8,-1 1-1,-2-2 0,-2 1 0,-1-1 0,-2 0 1,-2-1-1,-1 1 0,-2 0 0,-2-1 0,-1 1 1,-18-70-1,11 67 7,-3 1 0,0 0 0,-3 0 0,-1 2 0,-2 0 1,-2 1-1,-2 1 0,0 1 0,-3 1 0,-47-47 0,46 56-41,-2 2 0,0 1 0,-2 1-1,0 2 1,-1 1 0,-1 2 0,-1 1 0,-1 1 0,0 3 0,0 0-1,-1 3 1,-57-8 0,73 15-250,0 1 0,0 1 1,0 1-1,0 1 0,0 1 0,1 0 0,-37 12 0,44-10-108,1-1 0,0 1 0,0 1 0,1 0 0,-1 1 0,1 0 0,1 1 0,0 0 0,0 1 0,0 0 0,1 0 0,0 1 0,-10 15 0,15-19-172,1 0 0,0 0 0,0 0 0,0 0 0,1 1 1,-1-1-1,2 1 0,-1-1 0,1 1 0,0 0 0,0-1 1,1 1-1,0 0 0,0 0 0,2 9 0,17 53-8765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4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0 372 13257,'246'-68'6739,"-87"23"-5547,165-26 0,289-4-2019,-184 26-2392,-23 4-2281,-294 33 938,-59 6-726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4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45 8613,'1'-15'838,"1"0"472,-2 0 6093,-10 33-4508,5-3-2344,1 0 0,1 0-1,1 0 1,0 0 0,0 0-1,2 0 1,1 17 0,-1 9 18,-2 52-147,18 146 0,40 21-5526,-1-89-5250,-29-105 1918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4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9809,'3'63'2629,"0"17"-32,6 279 2825,-4-282-4802,23 233 690,-20-260-1080,2-1 0,3 0 0,1-1 0,24 54 0,-31-87-118,1-1-1,0 0 1,1-1-1,1 1 0,0-2 1,0 1-1,2-2 1,-1 1-1,1-1 1,1-1-1,0-1 0,28 17 1,-31-21-12,0 0-1,1 0 1,0-1 0,0 0 0,0-1 0,1 0 0,-1-1 0,1 0-1,0-1 1,-1 0 0,1-1 0,0 0 0,-1-1 0,1-1 0,0 0 0,-1 0-1,0-1 1,17-6 0,-8-1-28,0 0-1,-1-2 1,0 0 0,-1-1-1,-1-1 1,0-1 0,-1 0-1,-1-1 1,0-1 0,-1 0-1,15-24 1,-4 0-35,-1-2-1,-2 0 1,-2-1-1,17-54 1,-28 71-29,-1 1 1,-2-1-1,0-1 0,-2 1 1,2-37-1,-6 47-5,3-20-1,-2 0 0,-2 0-1,-2 0 1,-10-56 0,7 70-99,0 0 0,-1 0 0,-2 1 0,0 0 0,-1 0 0,-1 1 0,-23-32 0,27 43-149,0 1 0,-1 0 0,0 1-1,0-1 1,-1 1 0,0 1 0,-1 0 0,1 0-1,-1 1 1,-1 0 0,1 1 0,-1 0 0,0 1 0,0 0-1,0 1 1,-1 0 0,-14-2 0,7 3-861,1 1 0,0 1 0,-33 4 0,41-2-192,0 0 0,0 0 0,1 1 0,-19 9 0,-23 18-7575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4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69 13921,'-117'-9'1624,"107"0"-808,0-3-1320,-10-9-1688,-4 3-1756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68 12561,'-6'-32'2208,"6"20"1052,9-5-1470,-5 10 4905,0 37-4929,3 24 441,0 101 0,-32 124-2069,-2 65-1198,27-323 650,1 250-5870,13-91-3639,4-65-2260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7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1100 31 5581,'-1'-9'201,"-5"-12"1390,5 21-1451,0 0 1,0 1 0,0-1-1,0 1 1,0 0 0,0-1-1,1 1 1,-1 0 0,0-1-1,0 1 1,1 0 0,-1 0-1,0 0 1,1-1 0,-1 1 0,1 0-1,-1 0 1,-2 5 4697,-38 10-1174,35-15-3521,0 1 1,-1 1-1,1-1 0,0 1 1,0 0-1,1 1 0,-1 0 1,-9 7-1,-121 113 1387,-436 376 108,367-312-1454,202-185-180,-45 51 48,47-53-51,0 0 1,1 0-1,-1 0 0,0 0 1,1 0-1,-1 0 0,1 0 1,-1 0-1,1 0 0,-1 0 1,1 0-1,0 0 1,0 1-1,-1-1 0,1 0 1,0 0-1,0 0 0,0 0 1,0 0-1,0 1 0,1-1 1,-1 0-1,0 0 0,0 0 1,1 2-1,1-2 0,-1 1 0,0-1 0,0 0 0,1 0 0,-1 0 0,1 0 0,-1 0-1,1 0 1,-1 0 0,1 0 0,-1-1 0,1 1 0,0 0 0,-1-1 0,3 1 0,6 1 1,0-1 0,0 0 0,0-1 1,1 0-1,11-1 0,284-54 53,1-25-252,-29 8-588,163-39-2023,-11 4-5149,-212 57-535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7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714 63 12901,'0'-3'340,"0"1"0,0-1 0,0 1 0,0-1 0,-1 1 0,1 0 0,-1-1 0,0 1 0,0-1 0,0 1 0,0 0 0,0 0 0,0-1 0,-1 1 0,1 0 0,-1 0 0,-2-2 1,2 2-142,-1 0 1,1 0 0,-1 0 0,0 1-1,0-1 1,1 1 0,-1 0 0,0 0-1,0 0 1,-1 0 0,1 1-1,-3-1 1,-6 0 127,0 1 0,0 0 0,0 1 0,0 1 0,-21 4-1,3 3 343,0 0-1,0 3 0,-44 22 0,-59 46 831,101-58-1091,1 1 1,-52 51 0,68-58-291,0 1 0,2 0 0,0 1 0,0 1 0,-15 34 0,23-44-89,1 1-1,1-1 1,0 1-1,0 0 0,1 0 1,1 1-1,-1-1 1,1 0-1,1 0 0,0 1 1,1-1-1,0 0 1,0 1-1,1-1 0,0 0 1,1 0-1,0 0 1,9 17-1,-3-11-14,1 1 1,0-2-1,1 1 0,1-1 0,0-1 0,1 0 1,1-1-1,0-1 0,22 15 0,124 78-141,0-1-328,-127-80 192,-1 2 0,45 45 0,-71-64 227,1 1-1,-1-1 1,0 1-1,0 1 1,-1-1-1,0 1 1,-1 0-1,0 0 1,0 0-1,-1 1 1,4 15-1,-6-16 14,0 0 0,-1 0 0,0 0 0,-1 0-1,1 0 1,-2 0 0,1 0 0,-1-1 0,-1 1 0,0 0-1,0-1 1,0 0 0,-6 9 0,0 0 18,-1-1 0,-1-1 0,-1 0 0,0 0 0,-1-1 0,0 0 0,-1-2 0,0 1 0,-20 11 0,7-7 217,0-1 0,-2-1 1,1-1-1,-48 14 0,70-26-124,1 0 0,0-1 0,-1 0 0,1 0 0,-1 0 0,0-1 0,1 0 0,-1 0-1,-8-1 1,11 0-38,0 0-1,0 1 0,0-2 0,0 1 0,0 0 0,0 0 0,0-1 0,1 0 1,-1 1-1,0-1 0,1 0 0,0 0 0,-4-4 0,3 2-3,0-1 0,0 1 0,1-1 0,0 0 0,-1 0 0,2 0 0,-1 0 0,0 0 0,1-1 0,0 1 0,1 0-1,-1-1 1,1 1 0,0 0 0,0-1 0,0 1 0,1 0 0,2-8 0,4-20-44,2-1 0,2 1 0,1 1 1,1 0-1,35-60 0,-9 32-1225,86-106-1,-35 65-2283,104-91 0,16 19-6164,-100 93 89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1:38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9413,'0'0'3956,"-17"9"-2424,0-3 745,38-12-8906,2 0-936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2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91 384 10489,'1'-6'589,"-1"0"1,0 0-1,0 0 1,0 0-1,-1 0 1,0 0-1,0 0 1,0 1-1,-1-1 0,0 0 1,-4-8-1,5 12-457,0-1 0,1 0-1,-1 0 1,1 1 0,-1-1-1,1 0 1,0 0 0,0 0-1,0 0 1,1 1-1,-1-1 1,1 0 0,-1 0-1,3-4 1,16-37 529,-15 36-497,3-4 12,1 0-1,-1 1 1,2 0 0,0 0 0,0 0 0,1 1-1,0 1 1,1 0 0,21-15 0,-9 11 15,0 0 1,0 1-1,1 1 1,32-9-1,-40 15-115,-1 1 0,1 1-1,0 1 1,-1 0 0,22 0-1,176 12 570,-199-9-599,0 2 1,0-1 0,0 2-1,0-1 1,24 12-1,-28-10-17,-1 1-1,0 0 0,0 0 0,0 1 0,7 9 0,-9-9 0,0 0 0,-1 0 0,0 1 0,0-1 0,-1 2-1,0-1 1,0 0 0,-1 1 0,0 0 0,0 0 0,-1 0 0,-1 1-1,1-1 1,-2 1 0,1-1 0,-1 1 0,-1-1 0,1 1-1,-2 0 1,1 0 0,-1-1 0,-1 1 0,-3 10 0,-2 7 20,-2-2 0,-1 1 1,-1-1-1,0-1 1,-2 0-1,-1-1 0,-19 25 1,-11 7 162,-2-1 0,-83 76 0,-121 80 498,20-18-147,217-181-535,-7 6 34,-26 30 0,42-41-77,0-1 0,0 0 0,0 1 0,1 0 0,0 0 0,0 0-1,0 0 1,1 0 0,0 0 0,-3 14 0,5-18-30,0 1 1,-1-1-1,1 1 1,0 0 0,1-1-1,-1 1 1,0-1-1,1 1 1,-1-1-1,1 0 1,0 1-1,0-1 1,0 1-1,0-1 1,0 0 0,1 0-1,-1 0 1,1 0-1,1 3 1,1-2-70,-1 0 1,1-1 0,0 1-1,0 0 1,0-1-1,0 0 1,0 0 0,0 0-1,9 2 1,6 0-559,1-1 1,-1 0 0,38-1-1,-55-2 609,68-2-2751,1-4 1,-1-3-1,74-19 0,11-5-5691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0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7 12753,'9'-7'2285,"-18"13"-149,8-5-1888,-1 1-1,1-1 1,-1 0-1,1 1 1,-1-1-1,1 1 0,0 0 1,0 0-1,0-1 1,0 1-1,0 0 1,0 0-1,0 0 1,1 0-1,-1 0 1,1 0-1,-1 0 1,1 2-1,3 22 2660,10 36 0,-8-38-1527,6 45 0,-8 16-118,-16 162 0,-39 81-1516,42-274-1515,-4 68-1,16-34-3380,0-67 1944,2 0-1,6 24 1,5 2-8222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16762,'-24'40'3128,"21"5"-288,3 24-380,-7-8-520,-3 2-395,-3 3-281,-4 6-248,-3 13-208,0-1-488,-7 1-580,4-1-600,9-3-672,4-2-404,4-7-625,6-2-355,-4-7-636,4-9-1961,10 0-4456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48 106 9441,'0'0'11839,"-3"-1"-10566,-28-9 936,28 9-1329,2 4-64,-2 6-518,1 1 1,0 0 0,1-1 0,0 1-1,1 0 1,0 0 0,0 0-1,1 0 1,2 10 0,0 24 258,1 31 45,-2 114 416,-9 86-317,9-236-632,2 0 0,1 0-1,2-1 1,2 1 0,13 36 0,-18-65-68,0 0 0,1 0 0,0-1 0,1 1 0,0-2 0,0 1 0,1 0 0,0-1 0,0-1 0,1 1 0,0-1 0,0 0 0,1-1 0,0 0 0,0 0 0,0-1 0,1 0 0,0-1 1,0 0-1,0-1 0,0 0 0,0 0 0,1-1 0,0 0 0,10 0 0,-3-1-1,-1-1 0,0-1 1,0 0-1,0-1 0,0-1 0,0-1 1,-1 0-1,1-1 0,-1-1 0,0 0 1,0-1-1,-1-1 0,0-1 0,-1 0 1,14-11-1,-8 3 0,-1-1 0,0-1 0,-2-1 0,0 0 0,-2-1 0,0-1 0,-1 0 0,-1-1 0,-1-1 0,-2 0 0,0 0 0,13-51 0,-15 35 0,-1-1 0,-3 1 0,0-1 0,-3 0 0,-2 0 0,-1 0 0,-12-66 0,9 86-487,-1-1-1,-1 1 1,0-1 0,-2 2 0,0-1-1,-1 2 1,-2-1 0,0 1 0,0 1-1,-2 0 1,0 1 0,-27-25 0,25 28-322,0 0 0,-1 1 0,-1 1 0,0 1 0,-1 0 0,1 1 1,-2 1-1,0 1 0,0 1 0,0 0 0,-1 2 0,0 0 1,-28-2-1,-11 6-11316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2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12633,'4'1'-13,"12"1"3019,-26-20 3044,14 38-3914,1-2-1829,2-1 0,0 1 1,1-2-1,1 1 1,0-1-1,1-1 1,1 1-1,0-2 1,2 0-1,-1 0 0,22 17 1,9 5-127,2-3-1,72 42 1,217 88-275,-203-105-166,-118-52 238,38 17-85,54 35 0,-93-51 95,-1 1 0,1 0 0,-1 1 0,0 0 0,-1 1 0,0 0 0,-1 1 0,0 0 0,-1 0 0,8 13 0,-13-15 13,1-1-1,-2 1 0,1 0 1,-1 0-1,0 0 1,-1 1-1,0-1 1,-1 0-1,1 1 1,-2-1-1,0 0 0,0 0 1,0 1-1,-1-1 1,0 0-1,-6 13 1,-2 3-10,-1-1 1,-1 0 0,-1 0 0,-24 32 0,-146 166 129,-19-13-456,49-58-840,-139 147-6588,228-232 3,54-49 368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2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 12305,'-16'9'450,"3"-3"264,1 1 0,0 0 0,0 1 1,1 0-1,0 1 0,-12 12 0,21-19-571,1 0-1,0 0 0,-1 0 0,1 0 0,0 0 1,0 1-1,0-1 0,0 1 0,1-1 1,-1 0-1,1 1 0,-1-1 0,1 1 0,0-1 1,0 1-1,0-1 0,0 1 0,1-1 1,-1 1-1,0-1 0,1 1 0,0-1 0,0 0 1,0 1-1,0-1 0,0 0 0,0 0 1,3 4-1,3 3 66,0 0 0,0-1 1,1 0-1,14 12 0,-22-20-204,15 12 190,0-1-1,0-1 1,1 0-1,32 13 1,75 21 263,-66-25-290,26 10 34,145 55 159,-183-65-180,-1 3-1,78 50 1,-108-62-93,0 1-1,0 0 0,-2 1 1,1 0-1,-2 1 1,1 0-1,-2 1 0,0 0 1,0 1-1,-2 0 0,0 0 1,0 1-1,-2 0 1,0 0-1,-1 1 0,0 0 1,-1 0-1,-1 0 0,-1 0 1,0 0-1,-2 1 0,0-1 1,-3 27-1,-3-4 18,-1-1 0,-2-1 0,-2 0 0,-1 0 0,-34 69 0,3-25-26,-75 109 1,31-69-1064,-155 170 1,160-207-834,-3-5-1,-152 111 1,219-178 909,-4 3-259,-40 22 0,54-33-108,-1-1 0,0-1 0,0 0 0,0 0 0,-12 2 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4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5120,'1'-2'140,"1"1"-1,-1-1 0,1 1 0,0 0 0,0 0 0,0 0 0,0 0 0,0 0 0,0 0 0,0 0 1,0 1-1,0-1 0,0 1 0,2-1 0,4 1 4130,0 0 4188,14 26-7148,-16-23-1251,0 0 0,0 0 1,0 0-1,0-1 0,0 0 1,1 0-1,-1-1 0,1 1 0,-1-1 1,14 0-1,0 1 54,48 4 62,1-3 1,95-8-1,139-30-351,-28-13-2093,-92 5-2528,-85 21-73,2 6-2547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215 129 8957,'-26'-97'11281,"12"76"-8579,6 11 4024,1 42-5803,-4 50 1,-7 30 330,-53 233-1219,39-179-331,21-104-1963,-5 66 0,16-32-2700,2-73 1794,0-1 1,8 27 0,3-4-7388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0 14553,'-11'8'714,"-21"18"1052,31-24-1621,-1-1 0,1 0 0,1 1 0,-1-1 0,0 0 0,0 1 0,0-1 0,1 1 0,-1-1 0,1 1 0,-1 0 0,1-1 0,0 1 0,-1-1 0,1 1 0,0 0 0,0-1 0,0 1 0,0 0 0,1-1 0,0 4 0,1 6 763,0 1 0,0 0 0,-1 0 1,-1-1-1,0 1 0,-3 20 0,-2 1 372,-10 36 0,-4-5-205,-8 38 39,-6 30-1018,20-84-1779,2 1 0,-9 80 0,17-91-25,-1 50-3215,5-31-2619,5-23-1677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17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48 202 9881,'6'-7'-224,"4"-10"6783,-23-4 2119,11 19-8327,1 1-1,-1-1 1,0 1 0,1-1-1,-1 1 1,0-1-1,0 1 1,0 0-1,-3-1 1,-4 70 853,-2 78 0,6-46-627,0-9-324,5 0 0,15 121 0,-12-195-240,0 1-1,0-1 1,2 0-1,0-1 1,1 1 0,1-1-1,0 0 1,1-1-1,1 1 1,0-2-1,19 23 1,-22-29-9,1-1 1,1 0 0,-1 0-1,1-1 1,0 0 0,0 0-1,1-1 1,0 0 0,0 0-1,0-1 1,1 0 0,-1-1-1,1 0 1,0-1-1,-1 0 1,1 0 0,1-1-1,-1 0 1,0-1 0,0 0-1,14-2 1,0-3-1,0 0 0,0-2 0,0-1 0,-1 0 0,0-2 0,-1-1 0,0-1 1,-1 0-1,0-2 0,-1 0 0,0-2 0,-1 0 0,-1-1 0,-1-1 0,0 0 0,-2-1 0,0-1 0,22-39 0,-23 34-26,-1-1 1,-1 0-1,-1-1 0,-1 0 0,-2 0 0,0-1 0,-2 0 0,-1 0 0,-2-1 1,0 0-1,-2 1 0,-2-1 0,0 0 0,-2 1 0,-12-57 0,7 60-196,-2-1 0,0 2 0,-2-1 0,-1 2-1,-1 0 1,0 0 0,-2 1 0,-37-39 0,42 50-91,0 1 1,-1 0 0,-1 1-1,1 0 1,-2 1-1,1 0 1,-1 1 0,0 1-1,0 0 1,-1 1-1,0 1 1,0 0 0,0 1-1,-23-2 1,14 3-777,-1 1-1,1 2 1,-29 3 0,16 2-2952,-51 14-1,7 4-6097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0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2922 4 4788,'1'0'112,"1"-1"0,0 0 0,-1 1 0,1-1 0,0 1-1,0 0 1,-1 0 0,1-1 0,0 1 0,0 0 0,-1 1 0,1-1-1,0 0 1,0 0 0,0 1 0,-1-1 0,1 1 0,0 0-1,-1-1 1,1 1 0,-1 0 0,1 0 0,2 1 0,3 2 7976,-11 7-6546,4-9-1400,0-1 0,0 0 0,-1 1 0,1-1 0,0 0 0,-1 0 0,1 1 0,-1-1 0,1 0 0,-1 0 0,0 0 0,1 1 0,-1-1 0,-1 2 0,-54 21 2295,55-23-2407,0-1 1,-1 1-1,1-1 0,-1 1 0,1-1 1,-1 0-1,1 1 0,-1-1 1,1 0-1,-1 0 0,1 0 0,0 0 1,-1 0-1,1-1 0,-3 1 0,-4-1 68,-189 10 1031,127 2-847,-90 25 0,56-10-51,-19 11-138,78-22-39,-51 11 0,29-15 43,-86 4 0,-40-5 226,-220 14 271,251-28 20,123 1-375,-22 0 111,0 3 0,1 2 0,-119 20 0,-234 66 98,325-73 242,78-14-636,0 0 0,0 0 0,-1-1 0,-12-2 0,-2 1 81,22 1-52,-2 0 1,-8 0-1593,-13 0 4530,10 0-2731,0 0-4103,7 0-2215,0 0-3633,26 0 894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1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4737 25 3924,'-3'6'3346,"12"-4"-2938,20-1 106,-28-1-322,7-3-628,14-17 8915,-18 16-7776,-4 4-649,0 0-1,0 0 1,0 0-1,1 0 1,-1 0 0,0 0-1,0 0 1,0 0-1,0 0 1,0 0-1,0 0 1,0-1-1,1 1 1,-1 0-1,0 0 1,0 0 0,0 0-1,0 0 1,0 0-1,0 0 1,0 0-1,0-1 1,0 1-1,0 0 1,0 0-1,0 0 1,0 0-1,0 0 1,0-1 0,0 1-1,0 0 1,0 0-1,0 0 1,0 0-1,0 0 1,0 0-1,0-1 1,0 1-1,0 0 1,0 0 0,0 0-1,0 0 1,0 0-1,0 0 1,0-1-1,0 1 1,0 0-1,0 0 1,-1 0-1,1 0 1,0 0 0,0 0-1,0 0 1,0 0-1,0-1 1,0 1-1,-14-1 1318,-32 6-1033,21-3 198,-81 10 249,-129 31 0,15-1-520,-895 109 638,-89 14-1269,903-117-343,-549 85-2373,286-52-7560,436-65 3260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2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119 226 4968,'-19'-8'1846,"-25"-17"8659,32 15-10416,-15-5 1886,14 9-1427,13 5-505,-1 0-1,1 1 1,-1-1-1,1 0 1,0 0-1,-1 0 1,1 0-1,0 0 1,-1 0-1,1 0 1,0 1-1,0-1 1,0 0-1,0 0 1,0 0-1,0 0 1,0 0-1,0 0 1,1 0-1,-1 0 1,1-1-1,-1-1 89,1-2-54,0-1 0,0 1 0,1-1 0,-1 1 0,1 0 0,0 0 0,1 0 0,-1 0 0,1 0 0,0 0 0,0 0 0,1 1 0,-1 0 0,1-1 0,0 1 0,0 1 0,1-1 0,-1 1 1,1-1-1,0 1 0,-1 1 0,1-1 0,7-2 0,3-1 30,1 0 0,-1 1 1,1 1-1,0 1 0,1 0 1,27-1-1,-37 3-86,1 1 0,-1 0 0,1 1 0,-1 0 0,1 0 0,-1 0 0,0 1 0,1 0 0,-1 1 0,0 0 0,0 0 0,-1 0 0,1 1 0,-1 0 0,0 0 0,1 0 0,-2 1 0,1 0 0,-1 0-1,1 1 1,-1-1 0,-1 1 0,1 0 0,-1 1 0,0-1 0,-1 1 0,1-1 0,-1 1 0,-1 0 0,1 1 0,-1-1 0,-1 0 0,1 0 0,-1 1 0,0-1 0,-1 1 0,0 8 0,-1 1-17,0-1-1,-1 1 0,-1 0 0,-1 0 1,0-1-1,-11 26 0,-50 91 22,43-92 21,-41 66-54,37-65 54,-39 85 0,40-71-79,21-38 26,4-16 10,0-1 0,0 0 0,0 0 1,0 0-1,0 1 0,0-1 1,1 0-1,-1 0 0,0 1 0,1-1 1,-1 0-1,0 0 0,1 0 1,0 0-1,-1 0 0,1 0 1,0 0-1,-1 0 0,1 0 0,0 0 1,0 0-1,0 0 0,0 0 1,0-1-1,0 1 0,0 0 0,0-1 1,0 1-1,0-1 0,0 1 1,0-1-1,2 1 0,2-1-14,-1 0-1,0-1 0,0 1 1,1-1-1,-1 0 0,0-1 1,7-2-1,3-1-68,22-9-591,66-35 1,-15 6-846,80-38-3324,-60 22-2178,-105 58 6848,45-24-6428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2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14 126 5469,'25'6'1797,"-47"-15"7773,22 14-8708,-9 255 3057,9-240-3828,1-1 0,0 1 1,1-1-1,2 0 1,0 0-1,1 0 1,14 35-1,-17-47-80,0-3-6,-1 0 0,1-1 0,-1 1 0,1-1 0,0 0 0,0 0 0,1 0 0,-1 0 0,1 0 0,-1 0 0,1 0 0,0-1 0,0 0 0,0 1 0,0-1 0,5 2 0,-2-1-1,0-1 1,0 0-1,0 0 1,0-1-1,0 0 0,1 0 1,-1 0-1,0-1 1,9 0-1,-1-1 1,0-1 0,0-1 0,-1 0 0,1 0 0,-1-1 0,1-1 0,-1 0 0,16-10 0,-13 6 3,0-2 0,0 1 0,-1-2 0,-1 0 0,0-1 0,20-23 0,-31 30-7,1 0 0,-1-1 0,-1 1 0,1 0 0,-1-1-1,0 0 1,0 1 0,-1-1 0,1-8 0,1-2-4,-1 4 2,-1 1 0,0 0 0,-1-1 0,0 1 0,0-1 0,-2 1 0,1 0 0,-2 0 0,0 0 0,0 0 0,-1 0 0,0 0 0,-1 1 0,-8-13 0,1 3-6,-1 1 0,-1 0 0,0 1 0,-2 1 0,0 0 0,-26-21 0,33 31-17,-1 1 0,-1 0 0,1 0 0,-1 1 0,-1 1 0,1-1-1,-1 2 1,-16-5 0,21 7-218,0 0 0,0 1 1,0 0-1,0 0 0,0 1 0,0 0 0,-1 0 0,1 1 0,0 0 0,0 0 1,0 1-1,0 0 0,0 0 0,0 0 0,1 1 0,-8 4 0,11-6-143,1 0-1,-1 1 1,1 0-1,-1-1 1,1 1-1,0 0 1,0 0-1,0 0 0,0 0 1,0 1-1,0-1 1,1 0-1,-1 1 1,1 0-1,0-1 1,-1 1-1,1 0 1,-1 4-1,-11 38-7507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3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30 8709,'0'0'1796,"-6"-15"-2344,-1 0-2412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4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12137,'0'0'9487,"0"4"-8428,10 144 2050,3 69-2377,10-73-3233,-8-60-601,-11-50-1165,13 42-1,5-17-5134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5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13365,'53'37'1876,"-36"-25"-343,0 6-305,20 6-368,-7 3-116,3-6-160,1-6-216,6 6-360,-3 6-336,6 0-624,-6 1-236,3-1-308,4 3-65,-4-9-219,-10 0-236,1-3-1308,-15-9-1613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610 187 7853,'-5'-7'455,"1"0"0,1 0 0,-1-1 0,1 1 0,0-1 0,1 0 0,0 0 0,0 0 1,1 0-1,0 0 0,0 0 0,1-1 0,1-13 0,-1 19-314,0 1 1,0-1-1,0 1 0,-1-1 0,1 1 1,-1-1-1,1 1 0,-1-1 0,0 1 1,0-1-1,0 1 0,0 0 1,0 0-1,-1-1 0,1 1 0,-1 0 1,1 0-1,-1 0 0,-2-2 0,1 2-6,0 0-1,0 1 0,0-1 0,-1 1 0,1-1 1,0 1-1,-1 0 0,1 0 0,0 1 1,-1-1-1,1 1 0,-6-1 0,-5 2 76,0 0 0,1 1 0,-1 0 0,0 1 0,1 1 0,-15 6 1,-17 8-450,0 2 1,-80 50 0,-4 26-7726,71-45-638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5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12033,'50'75'1864,"-33"-42"-48,0 1-351,-4 2-273,-3 6-320,-7 9-168,4 3-68,-4 4-264,-3 5-468,-3 3-548,0 1-836,-1-1-572,-6 6-2861,0-2-3872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24 164 12385,'-23'-9'2148,"43"-3"-428,0 0-263,-7-9-329,4 2-268,6 4-172,14-6 32,4 9-356,-1-6-180,7 6-436,13 3-400,4 6-572,-1 6-280,1 9-136,-4 6-125,-3 3-215,-13 9-1704,-8 10-2285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5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31 296 6349,'-30'18'4616,"53"-33"-4104,7-12-332,0 2-356,11-5-208,-1 0-288,7-6-292,6-9-236,1-7-1180,3-2-517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6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128 149 5156,'11'-21'321,"14"-31"494,-23 48-591,0-1 1,-1 1-1,0 0 0,0-1 0,0 1 0,-1-1 0,1 1 1,-1-1-1,0 1 0,-1-7 0,1 10-81,0 0 0,0-1 0,0 1 0,-1 0 0,1 0-1,0 0 1,-1-1 0,1 1 0,-1 0 0,1 0 0,-1 0 0,0 0 0,0 0 0,1 0-1,-1 0 1,-1-1 0,-3 6 1566,1 12-682,-52 420 4756,9-141-6381,13-74-7041,17-120-846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6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 7333,'-53'174'2924,"39"-119"-2012,-3-4-676,-3-3-696,7 6-2784,-10 1-1473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7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82 6773,'11'-18'2063,"-6"11"-1351,-1-1 0,1 1 0,0 0 1,1 0-1,11-10 0,-15 15-611,-1 1 0,1 0 0,-1 0-1,1 0 1,0 0 0,0 1 0,0-1-1,-1 0 1,1 1 0,0-1 0,0 1-1,0 0 1,0 0 0,0-1 0,0 1-1,0 0 1,0 1 0,0-1 0,0 0-1,0 1 1,-1-1 0,1 1 0,0-1-1,0 1 1,0 0 0,0 0 0,-1 0-1,1 0 1,-1 0 0,1 0 0,1 2 0,8 6 208,0 1 1,-1 0-1,0 1 1,-1 0-1,0 1 1,-1 0-1,0 0 1,-1 1-1,-1 0 1,0 0-1,0 1 1,-1-1 0,-1 1-1,3 15 1,1 12 129,-2 1 1,-2 0-1,-1 70 1,-11 9 107,-39 199 0,25-191-657,-68 353-1550,23-130-1190,12 0-4589,31-160-1347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3:28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2298 1562 5905,'-8'-3'618,"-1"1"1,0 0 0,1 0 0,-1 0-1,0 1 1,0 1 0,0 0 0,0 0 0,-16 2-1,22-1 2279,7-4-2411,4-4-369,1 1 1,0 0-1,0 0 1,0 1-1,1 0 1,14-5-1,71-19 479,-53 18-387,658-173 806,-121 34-758,-19-8-89,272-73-142,1263-403 824,-2006 605-778,-17 6 76,68-31 0,-137 53-112,-7 2-2,-99 28-98,-176 76 0,279-105 68,-1 1-1,0-1 1,0 0-1,0 1 1,0-1-1,1 0 1,-1 0-1,0 0 1,0 0-1,0 1 1,0-1-1,0 0 1,1-1-1,-1 1 1,0 0-1,0 0 1,0 0-1,0 0 1,0-1-1,1 1 1,-1 0-1,0-1 0,0 1 1,0-1-1,1 1 1,-1-1-1,0 1 1,1-1-1,-1 1 1,0-1-1,1 0 1,-1 1-1,1-1 1,-1 0-1,1 0 1,-1 1-1,1-1 1,0 0-1,-1 0 1,1 0-1,0 0 1,0 1-1,0-1 1,-1 0-1,1-2 0,3 0 15,-1 0 0,1 0 0,0 0 0,0 1 0,0-1 0,0 1 0,7-4 0,-3 2-5,-2 2-7,0-1 0,0 0 1,0 1-1,0 0 0,1 0 0,-1 1 1,1-1-1,9 0 0,3 16 2,-15-10 21,1 1 0,-1-1 0,-1 0 0,1 1 1,0 0-1,-1 0 0,0 0 0,0 0 0,-1 0 1,1 0-1,-1 0 0,0 0 0,-1 1 1,1 7-1,0 18 160,-4 40 0,2-53-141,-112 870 1074,53-537-1809,-46 318-2568,38 181-50,58-537 2646,-1 50 341,10-307 523,3 59 756,-2-111-852,1-1-1,-1-1 0,1 1 0,0 0 0,0 0 1,0 0-1,1 0 0,1 3 0,0 0 100,-1-8-85,1 1-1,-1 0 0,0-1 1,1 0-1,-1 1 0,0-1 0,0 0 1,0 0-1,2-2 0,-2-2 11,1 1-1,-1-1 0,0 0 1,0 0-1,-1 1 1,1-1-1,-1 0 0,-1 0 1,1 0-1,-1 0 0,0 0 1,-2-12-1,0 5-31,0 1 0,0-1 0,-1 1 1,-1 0-1,-7-18 0,4 18-80,0 0 0,0 0 1,-1 1-1,-1 0 0,0 1 1,0 0-1,-1 1 0,0-1 0,-1 2 1,0 0-1,0 0 0,-21-10 1,-4 0-8,-2 2 1,0 2 0,-59-15 0,-12 9-305,-2 6 0,0 4 1,-175 6-1,-344 54-1856,29 25 1360,-791 168 303,-508 186 824,776-165-859,988-237-689,48-14-3877,63-9-996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1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390 887 7077,'0'0'15272,"-4"0"-15112,-14-3 64,-5 1-96,0-1 0,0-1 0,0-1 0,1-1-1,-29-13 1,28 8-33,0-1 0,1 0 0,-32-26 0,47 31-48,-1 0 0,1 0-1,0 0 1,0-1 0,1 0 0,0 0-1,1-1 1,0 0 0,0 0-1,0 0 1,2 0 0,-4-11 0,6 15-18,0 1 0,1-1 0,0 0 0,0 1 0,0-1 0,1 0 1,-1 1-1,1-1 0,0 0 0,1 1 0,-1-1 0,3-5 0,-1 3-4,1 0 0,0 0 0,0 0 1,0 0-1,0 1 0,10-11 0,7-2 80,1 1 0,0 1 1,1 1-1,1 1 0,0 1 1,1 1-1,0 2 0,46-16 1,-24 14-2,0 2 1,1 2-1,0 2 1,55-1-1,-78 8-97,1 0-1,0 2 0,-1 1 0,0 2 0,0 0 0,0 1 1,34 14-1,-21-4-1,-1 2-1,0 1 1,59 43 0,-20-9 12,105 79 68,-147-107-57,1-2-1,1-1 1,0-1 0,2-2-1,60 21 1,-63-29-20,1-1-1,0-2 0,0-1 1,50 2-1,-59-8 46,0-1 0,0-1 0,0-1-1,0-2 1,0-1 0,41-12 0,-52 10 32,-1-1-1,0 0 1,-1-1 0,0 0 0,0-1-1,-1-1 1,0 0 0,19-23 0,-1 4 43,-19 17-100,-1-1 0,0 0 0,0 0-1,-2-1 1,0 0 0,14-32 0,-12 20-21,-1 0 0,-2-1 0,8-42 0,-15 50-9,-1 1 0,0-1 1,-2 1-1,0-1 0,-6-24 0,4 29 10,0-1-1,-1 1 0,0 0 1,-1 0-1,-12-20 1,-48-65 23,47 73-5,-3-10-887,20 35-64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7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876 299 6157,'-2'-4'440,"0"1"0,1-1 0,-1 0 0,1 0 0,0 0 0,0 0 0,0 0 0,0 0 1,1 0-1,0-1 0,0 1 0,0 0 0,0 0 0,0 0 0,1 0 0,1-5 0,-1 4-54,0 0-1,0 0 0,-1-1 0,1 1 0,-1 0 1,-1 0-1,1 0 0,-1 0 0,0-1 0,-3-9 1,-49-85 2685,50 96-2981,1 1-1,-1-1 0,0 0 0,0 1 1,0-1-1,0 1 0,-1 0 0,1 0 1,-1 0-1,0 1 0,0-1 1,0 1-1,0 0 0,0 0 0,-9-3 1,6 3 43,3 0-42,0 1 1,0 0-1,0 0 1,0 1-1,-1-1 1,1 1-1,0 0 1,0 0-1,-1 0 1,1 1-1,0-1 1,-6 3-1,-42 16 474,44-16-431,-22 11 272,0 2-1,2 1 1,-1 1-1,-48 42 1,-88 100 467,122-114-556,-61 87 1,86-107-252,1 2 0,2 0 0,0 1 0,2 0 0,-10 36 0,20-54-43,0 0 1,0 1 0,2-1-1,-1 1 1,1-1 0,1 1 0,0 0-1,1-1 1,0 1 0,1-1-1,0 1 1,1-1 0,0 0 0,7 16-1,-6-19-10,1 1 0,0-1 0,0 1-1,1-2 1,0 1 0,1-1 0,0 0-1,0 0 1,0 0 0,1-1 0,0-1-1,0 1 1,1-1 0,-1 0 0,1-1-1,0 0 1,14 4 0,-3-3 5,1 0 0,-1-1 0,1-1 1,1-1-1,-1-1 0,0-1 0,0-1 0,0 0 0,35-8 0,-22 1 122,1-2-1,-2-1 0,0-2 0,63-32 0,-73 30 4,-1 0 0,0-1-1,0-1 1,-2-1-1,0-1 1,-2-1-1,22-28 1,101-168 1430,-80 117-1311,-54 88-262,0-3 0,2 1 0,0 1 0,0 0 0,1 0 0,16-14 0,-26 25 0,0 1 0,1-1 0,-1 0 0,1 1 0,-1-1 0,1 1 0,-1-1 0,1 1 0,0-1 0,-1 1 0,1 0 0,-1-1 0,1 1 0,0 0 0,-1-1 0,1 1 0,0 0 0,0 0 0,-1 0 0,1 0 0,0-1 0,-1 1 0,1 0 0,0 0 0,0 0 0,-1 1 0,1-1 0,0 0 0,0 0 0,-1 0 0,1 0 0,0 1 0,-1-1 0,1 0 0,0 1 0,-1-1 0,1 0 0,-1 1 0,1-1 0,0 1 0,-1-1 0,1 1 0,-1-1 0,1 1 0,-1 0 0,0-1 0,1 1 0,0 1 0,0 3 0,1 0 0,-1 0 0,0 1 0,0-1 0,0 0 0,-1 9 0,-7 176-125,1-120-427,6 100 1,5-114-2376,17 79 0,-15-107 788,1-1-1,1 1 0,1-2 0,24 44 1,24 20-9864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9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723 205 4628,'11'-19'2020,"-7"12"2210,23-37 1022,-25 40-4801,0-1-1,0 1 0,-1 0 1,1 0-1,-1-1 1,0 1-1,0-1 0,0-5 1,1-2 90,-2 10-462,1 0-1,0-1 0,-1 1 0,1-1 1,-1 1-1,0-1 0,0 1 0,0-1 1,0 1-1,0-1 0,-1 1 0,1 0 1,-1-1-1,1 1 0,-1-1 1,0 1-1,0 0 0,0 0 0,0-1 1,0 1-1,-1 0 0,1 0 0,-1 0 1,1 0-1,-1 0 0,0 1 0,0-1 1,0 0-1,0 1 0,0 0 1,0-1-1,0 1 0,0 0 0,-1 0 1,1 0-1,0 0 0,-1 0 0,1 1 1,0-1-1,-1 1 0,1 0 0,-5-1 1,-5 1 148,-1 0 0,1 0 0,-1 1 0,1 0 0,-1 1-1,1 1 1,-18 6 0,-16 8 159,1 1 0,1 3-1,1 2 1,-52 36 0,37-18-161,2 3-1,-67 68 1,108-97-174,1 1 0,1 0-1,-15 23 1,24-34-38,1 1 0,0 0 0,0 0 0,0 0 1,0 1-1,1-1 0,0 1 0,1-1 0,0 1 0,0 0 0,0-1 0,0 1 0,2 12 0,0-16-6,0 0-1,0 0 1,0 0-1,0 0 1,1-1-1,-1 1 1,1 0 0,0-1-1,-1 1 1,1-1-1,0 0 1,1 0-1,2 3 1,28 19 24,-31-23-29,7 4 3,1 0 1,0-1-1,0-1 0,1 0 1,-1 0-1,1-1 0,0 0 1,-1-1-1,1 0 0,0-1 1,17-1-1,9-2 21,58-13 0,-52 7 12,0-3 0,-1-2-1,46-21 1,106-65 1724,-131 65-447,-43 26-974,-7 5-283,-11 8-39,-12 9-32,9-11 11,-29 34-1469,3 1-1,1 2 1,1 0-1,-19 45 1,37-68 629,0 0 1,1 1 0,0 0 0,1 0-1,2 0 1,-1 0 0,2 1 0,0 0 0,1-1-1,1 1 1,1 0 0,0 0 0,7 31 0,8-2-9808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9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12385,'60'-39'1756,"-40"30"-448,7-1-207,-1 1-245,11 6-476,17 3-568,-11 3-780,65 19-2481,-58-7-375,0 6-2549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14 145 7381,'-13'0'2324,"16"-18"-216,21 15-292,-1-3-368,7 0-296,24-9-215,-11-1-653,11 4-780,13-3-737,0-3-419,10 0-2404,13 0-2973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0 11797,'-27'12'1157,"20"-9"-564,0-1 0,0 1 0,0 1 0,1-1 0,-1 1 1,1 1-1,0-1 0,0 1 0,0 0 0,-7 9 0,-18 29 1598,3 1-1,-43 89 0,47-77-3000,2 2 1,-18 71 0,35-110-46,2-1-1,0 1 1,-1 24 0,9 8-2532,-3-44 2124,0 0 0,0 0 0,1 0 0,0 0 0,4 6 0,14 16-4988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554 91 8713,'4'-70'4645,"15"49"3326,-24 21-7749,0 1 1,0 0 0,0 0-1,0 0 1,0 0 0,1 1 0,-1 0-1,0 0 1,1 0 0,0 0-1,-1 1 1,1 0 0,0 0 0,0 0-1,0 0 1,1 1 0,-1-1-1,-2 5 1,-8 9 414,1 1-1,-19 38 0,25-43-467,-11 21 310,2 1 1,-23 73-1,-7 76 231,30-107-572,-43 116 1,50-173-454,-1 0 1,-1 0-1,0-1 1,-28 33-1,-65 60-4543,57-67-2591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39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11537,'30'-27'1964,"0"12"-276,17 3-343,-7 9-293,7-3-208,24 6-412,16 6-700,17-3-1000,16 0-509,4 9-855,-3 3-1124,3 9-2421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0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82 7201,'0'0'7684,"-16"-9"-6552,6-3 41,16 0-2890,1-7-215,0 4-1988,3 0-2717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1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44 133 12837,'-44'0'6241,"64"-3"-5393,-3 0 4,3-6-344,20-3-100,0 6-136,7-6-268,10-3-516,17 3-600,13-3-672,10 3-312,0-3-729,14 0-1115,-4 12-2777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1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34 452 11261,'-34'24'4316,"41"-39"-2563,-3-3-277,29 3-360,37-15-236,4 3-172,23-3-128,20-12-536,14-13-772,23-5-892,0-6-1032,14 5-2413,29 4-4020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2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58 112 11397,'-48'5'2071,"39"-4"7036,14-2-7736,221-35 2132,124 1-2639,-237 25-626,531-25-5728,-632 35 5173,126 0-3990,-48 9-2695,-37 2-1449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2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740 187 7629,'-2'-3'295,"0"0"0,0 0 0,0-1 0,0 1 0,1 0-1,-1-1 1,1 0 0,0 1 0,0-1 0,1 1 0,-1-1 0,1 0 0,-1 0 0,1 1 0,0-1 0,1 0 0,-1 0 0,1 1 0,-1-1 0,1 0 0,3-6 0,0-8 1410,-4 16-1434,0 0 1,0-1-1,-1 1 0,1-1 1,0 1-1,-1-1 1,1 1-1,-1-1 1,0 1-1,-2-4 0,-1-6 1223,-4-26 141,7 34-1031,-3 5 155,0 0-604,0 0-1,0 0 1,0 1-1,1-1 1,-1 1 0,0 0-1,1 0 1,-1 1-1,1-1 1,0 1 0,0 0-1,0-1 1,0 1-1,0 1 1,1-1 0,0 0-1,-1 1 1,1-1-1,-2 5 1,-7 14 353,2 0 1,-10 28-1,9-21-40,-219 487 1201,34-88 157,152-319-1382,-57 227-1,90-291-627,2 0 0,2 0-1,3 1 1,3 89 0,1-116 83,2 0-1,0 0 1,1 0 0,1 0 0,1-1-1,0 1 1,1-1 0,1-1-1,1 0 1,1 0 0,0 0 0,1-2-1,1 1 1,18 18 0,-4-11-231,0-1 0,1-2 1,2-1-1,0-1 0,0-1 0,2-2 1,0-1-1,0-2 0,38 10 0,10-1-757,1-4 0,138 11 0,-95-21-1161,178-11 0,-18-26-5166,-110 1-1426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3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8745,'27'5'1891,"-21"-4"-166,-3-4-899,1-1 0,0 1 1,-1-1-1,1 1 0,0 1 0,1-1 0,6-3 0,-8 4-364,-1 1-159,0-1-1,0 1 0,0-1 0,0 1 0,0-1 0,0 0 1,0 0-1,-1 0 0,1 0 0,-1 0 0,1 0 0,-1 0 1,0 0-1,0-1 0,0 1 0,0 0 0,0-1 0,0-4 1,22 6 1343,-14 2-1447,0-1-1,0 1 0,0 0 1,0 1-1,-1 0 0,1 0 1,0 1-1,-1 0 0,0 1 0,0 0 1,0 0-1,0 0 0,-1 1 1,8 6-1,-3-1 11,0 0-1,0 1 1,-1 0-1,-1 1 1,0 0-1,-1 1 1,11 17 0,-8-6-126,-1 2 1,-1-1-1,-2 2 1,0-1-1,-1 1 1,-2 0 0,-1 0-1,1 52 1,-5-25 54,-3 1-1,-2 0 1,-17 79 0,-22 32-138,41-148 0,5-15 0,4-12 0,9-11 0,-2 0 0,17-35 0,1-2 0,187-288 0,-148 247 0,114-126 0,-165 204 0,1 1 0,1 0 0,30-20 0,-50 38 0,1 0 0,0 0 0,0 0 0,-1 0 0,1 0 0,0 1 0,0-1 0,0 1 0,0-1 0,0 1 0,0 0 0,-1-1 0,1 1 0,0 0 0,0 1 0,0-1 0,0 0 0,0 0 0,0 1 0,0-1 0,0 1 0,0 0 0,-1-1 0,1 1 0,0 0 0,0 0 0,1 2 0,0-1 0,0 0 0,-1 0 0,1 1 0,-1 0 0,0-1 0,0 1 0,0 0 0,0 0 0,0 0 0,-1 0 0,1 0 0,-1 1 0,1 3 0,2 9 0,-1 1 0,-1-1 0,-1 1 0,-1 34 0,-13 70 0,5-55 0,3-21-51,-15 204-1461,19-211 1112,2 1 0,2 0 0,2-1 0,12 53 1,-13-77-157,1 0 0,0 0 0,1 0 0,0-1 0,1 0 0,0 0 0,15 18 0,-15-22-326,1-1 0,0-1 0,0 1 0,13 8 0,-13-10-605,1-1 1,-1 0-1,1-1 1,0 0-1,14 4 1,31 8-6958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4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1 13945,'1'0'102,"-1"1"-1,1-1 1,0 1-1,0 0 1,0-1-1,0 1 1,-1 0-1,1 0 1,0 0-1,-1 0 1,1 0-1,-1-1 1,1 1-1,-1 0 0,1 0 1,-1 0-1,0 0 1,1 1-1,-1-1 1,0 0-1,0 1 1,-13 12 2917,10-13-2689,1 1 0,-1 0 0,1 0-1,-1 0 1,1 0 0,0 1 0,0-1 0,0 1 0,0-1 0,1 1 0,-1-1 0,-2 7-1,-107 241 7924,42-105-7249,7-15-1081,-32 77-388,60-99-2516,27-79-235,-5 55 0,12-78 1981,-1-1 0,1 1-1,1 0 1,-1 0-1,1-1 1,-1 1-1,4 10 1,9 0-8685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4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0 459 14465,'213'-11'5850,"-3"-19"-4709,204-60-5900,-129 25 2036,8-7 657,-222 49 2438,-1-3 0,69-36 1,8-15 5904,-143 75-2862,-19 13-132,5-1-2787,0 1 0,1 0-1,1 0 1,0 0 0,0 1-1,-6 15 1,-35 84 928,35-76-1041,10-25-495,-14 33-324,2 1 0,-16 64 0,29-91-589,1 0 0,0 0 0,1 0-1,1 19 1,1-25-524,1 0-1,0 1 1,0-1-1,1 0 1,1 0 0,-1-1-1,7 13 1,12 14-7803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4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1883 42 10233,'17'-35'2329,"-14"28"4931,-3 12-5531,0 2-1388,1 60 1353,-2-1 0,-4 1 0,-18 90 0,9-104-1264,-3 0 0,-2-2 0,-37 72 0,-100 136 286,-80 43-629,196-255-140,-45 50-894,-3-3 1,-128 102 0,138-135-605,-3-4 1,-2-4 0,-111 53-1,-127 33-7373,302-131 8062,-152 61-8465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4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73 16906,'-13'-27'3476,"23"15"-4544,-4 3-1192,1-15-11810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5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10357,'-56'56'2454,"52"-53"-1935,0 0-1,0 0 1,0 0-1,0-1 1,0 0-1,-1 0 1,1 0-1,-6 2 0,-14 9 3469,23-13-3897,1 0 0,-1 1 0,1-1 0,-1 0 0,1 1 0,0-1 0,-1 1 0,1-1 0,-1 1 0,1-1 0,0 1 0,0-1 0,-1 1 0,1-1-1,0 1 1,0-1 0,0 1 0,0 0 0,0-1 0,-1 1 0,1-1 0,0 1 0,0-1 0,0 1 0,1 0 0,-1-1 0,0 1 0,0-1 0,0 1 0,0-1 0,0 1 0,1-1 0,-1 2 0,2 0 86,-1-1 1,1 1-1,0-1 1,-1 1-1,1-1 0,0 1 1,0-1-1,0 0 1,3 2-1,4 1 288,1 0-1,-1-1 1,1 0-1,12 2 1,27-1 509,0-2 1,0-2 0,70-10 0,-76 6-802,63-5-188,741-52-686,-663 39-4545,-23 2-6128,-77 12-973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6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449 490 9305,'147'-182'3043,"69"-82"3774,-190 230-5855,-17 24-196,-8 13 483,-13 21 1062,4-6-2244,-232 495 6262,138-296-4881,-224 538-978,282-641-470,-45 188 0,80-260 0,2-1 0,2 1 0,1 1 0,2-1 0,2 0 0,2 0 0,2 1 0,11 51 0,-9-73 0,0-1 0,1 0 0,1 0 0,1 0 0,1-1 0,1-1 0,0 0 0,2 0 0,0-1 0,0-1 0,18 16 0,-5-9 0,0-1 0,1-2 0,2-1 0,0-1 0,1-1 0,40 16 0,10-2-514,1-3 0,1-4 1,163 27-1,-90-32-989,201-2 0,-190-18-1299,-1-8 0,223-40 0,-170 6-3461,-11 0-3790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6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85 8733,'2'-6'971,"0"0"1,1-1 0,0 1 0,0 0-1,0 1 1,1-1 0,0 0-1,0 1 1,0 0 0,7-6-1,-1 0 40,-7 7 3023,-1 5-3864,0 0-1,-1 0 1,1 0-1,-1 0 1,0 0-1,1 0 1,-1 1-1,0-1 1,0 0-1,0 1 1,0-1-1,1 3 1,1 0 158,0 1-139,0 0 0,0 0-1,0 1 1,-1-1 0,0 1-1,0 0 1,-1 0 0,1 0-1,-1 0 1,0 0 0,-1 0-1,0 0 1,0 9 0,-2 12 755,-11 48 0,10-60-731,-85 302 1026,3-18-2967,51-154-1708,-8 39-4419,34-116 1366,12-1-3999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7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5 10741,'0'0'59,"0"0"0,0 0 0,0 1-1,1-1 1,-1 0 0,0 0 0,0 0 0,0 1 0,0-1 0,0 0-1,0 0 1,0 0 0,0 1 0,0-1 0,0 0 0,0 0 0,0 1-1,0-1 1,0 0 0,0 0 0,0 0 0,0 1 0,0-1 0,0 0-1,0 0 1,0 0 0,0 1 0,0-1 0,0 0 0,0 0 0,0 0-1,-1 1 1,1-1 0,0 0 0,0 0 0,0 0 0,0 0 0,0 1-1,-1-1 1,1 0 0,0 0 0,0 0 0,0 0 0,-1 0 0,1 0-1,0 0 1,0 1 0,0-1 0,-1 0 0,1 0 0,0 0 0,0 0-1,-1 0 1,1 0 0,0 0 0,0 0 0,0 0 0,-1 0 0,1 0-1,0-1 1,-25-4 2305,20 3-1891,-1 1 0,0 0-1,0 0 1,0 0-1,-11 0 1,-9 7 460,0 1 0,1 2 0,0 0 1,0 2-1,-41 23 0,54-27-614,-29 15 329,1 1 1,1 3-1,2 1 0,1 1 0,1 2 1,-60 67-1,88-89-588,1 0 1,0 1 0,1-1 0,0 1-1,0 0 1,1 1 0,0-1-1,1 1 1,0 0 0,0 0-1,1 0 1,1 0 0,-1 0 0,1 15-1,2-16-29,0 0-1,0 1 0,1-1 0,0 0 1,1 0-1,0 0 0,1-1 1,-1 1-1,2-1 0,-1 0 0,1 0 1,0 0-1,1 0 0,0-1 1,0 0-1,7 6 0,28 22 65,1-2-1,79 46 0,-17-11-39,-84-54-76,1 0 25,0 1 0,-1 1 0,19 19 0,-35-30-5,0-1 1,0 0 0,0 1 0,-1 0-1,1 0 1,-1 0 0,-1 0 0,1 0 0,-1 0-1,0 1 1,0-1 0,0 1 0,-1 0-1,0 0 1,0-1 0,0 1 0,-1 0-1,-1 12 1,-1-9-40,0 0 0,-1 1 0,0-1 0,0 0 0,-1 0 0,-1-1 0,1 1 0,-1-1 0,-1 0 0,1 0 0,-1 0 0,-1-1 0,0 0 0,-8 7 0,-13 8-536,0-1 0,-47 27 1,71-46 485,-41 25-1591,-92 38 1,110-55-450,-43 10 0,50-16-1382,-1-1 1,-37 1-1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 11817,'-14'9'2280,"35"-15"-136,19-6-587,-24 9-369,21-3-272,24 3-192,-8 3-144,11 3-224,16 3-516,17-6-668,7 3-888,27 6-440,6 0-2761,4 0-3884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7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0 15913,'-9'8'985,"7"-7"-797,0 0-1,0 0 1,1 0 0,-1 0-1,0 0 1,1 1 0,-1-1 0,1 1-1,0-1 1,0 1 0,-1-1 0,1 1-1,0 0 1,0-1 0,0 1 0,0 0-1,1 0 1,-1 0 0,1 0-1,-1 0 1,1 0 0,-1 0 0,1 0-1,0 0 1,0 0 0,0 3 0,1 3 526,0 0 0,-1 0 1,0 0-1,-1 0 0,1 0 1,-1-1-1,-1 1 1,0 0-1,-5 14 0,-3 16 1196,-28 115-134,13-58-2179,-20 161 0,42-158-3610,6-31-3660,2-36 1034,5 15-4042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16293,'64'-19'2729,"-31"7"-621,24-3-428,-7 3-376,14 3-568,20 0-848,16-3-376,7-3-284,7-6-416,7 0-532,-1-6-240,8 0-236,-14-1-93,3 1-1779,-3-3-3005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8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39 7565,'30'-39'12112,"-31"43"-10452,-23 131 3693,9-40-3608,14-92-1697,-68 305 2144,8-29-6279,28-115-7930,19-106 430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8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1806 49 10673,'16'-28'1948,"-15"27"-1780,0 0-1,-1 0 1,1 0-1,0 0 1,-1 0-1,1 0 1,0 0-1,0 0 1,0 1-1,0-1 1,0 0 0,0 1-1,0-1 1,0 0-1,0 1 1,0-1-1,0 1 1,1 0-1,-1-1 1,2 1-1,9-6 3336,-10 11-2493,10 35 759,11 64 0,-11-45-931,1 14-241,-3 1-1,-4 1 0,-2-1 1,-11 125-1,1-155-533,-1 0-1,-2-1 1,-3 0 0,-1 0-1,-2-1 1,-1-1 0,-3-1-1,-1 0 1,-47 67 0,17-39-424,-4-2 1,-2-2-1,-3-3 0,-83 65 1,68-67-369,-4-4-1,-128 70 1,-183 61-2729,-40-22-5344,219-91-600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8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84 12449,'-30'-15'5137,"44"6"-4001,-4 0-284,16 3-184,25-3-124,-1 3-160,20-3-436,14-3-432,16 3-708,28 12-720,150 3-5125,-124 12-472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8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17 271 12041,'-16'21'2232,"26"-36"-348,16-3-375,18 9-337,10 0-296,13-3-116,20-6-580,13-6-512,24-3-476,13-6-632,14-10-541,13 1-2727,10 0-3693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8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0 11481,'-78'48'6961,"69"-41"-6429,0 0-1,0 1 1,1 0-1,0 0 1,1 1-1,-1 0 1,2 0-1,-1 1 1,1-1-1,-8 20 1,-1 6 609,-21 71 1,24-67-1139,3 0 1,1 0-1,1 0 1,-1 76-1,17 91-5020,3-68-4291,-3-69 28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74 10749,'4'-4'155,"2"-5"508,2 0 0,-1 1 0,1 0 0,0 0 0,1 1 1,0-1-1,10-4 0,-17 11-400,1 1 1,-1 1-1,1-1 0,-1 0 1,1 1-1,-1-1 1,0 1-1,1 0 0,-1-1 1,0 1-1,1 0 1,-1 1-1,3 1 0,-4 0-133,1 1-1,-1-1 0,-1 0 0,1 1 0,-1-1 0,1 1 0,-1-1 0,0 1 1,0-1-1,0 1 0,-2 4 0,2 8 212,-4 24 216,-1 0 1,-1-1 0,-3 0 0,-26 75-1,10-33-72,-36 113 232,20-67-264,-46 237 1,84-341-431,-6 38 83,-2 75 1,11-118-83,0 0 0,2 0 0,0 0 1,1 0-1,0 0 0,2 0 0,0-1 1,13 29-1,-12-35 10,0-1 1,1 0-1,0 0 1,1 0-1,0-1 1,11 10-1,-17-17-20,0 0 0,0 0 0,0 0-1,0 0 1,0 0 0,1-1 0,-1 1 0,1-1-1,-1 0 1,1 0 0,-1 0 0,1 0 0,0 0 0,-1 0-1,1-1 1,0 1 0,4-1 0,-5 0 3,0-1 0,0 1 1,0-1-1,0 1 0,0-1 1,-1 0-1,1 0 0,0 0 1,-1 0-1,1 0 0,-1 0 1,1-1-1,-1 1 0,1 0 1,-1-1-1,0 1 0,0-1 1,2-2-1,1-3 20,0-1 0,-1 1-1,0-1 1,-1 1 0,1-1 0,-2 0 0,1 0 0,0-14 0,-2-6-10,-2 0 1,-9-53-1,-2-9-1789,12 75 704,1 1 0,0-1 1,1 0-1,4-20 0,-3 21-99,3-18-1299,4 13-3041,12 8-3729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9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77 221 13717,'-33'-64'5941,"13"61"-3701,-4 3 2316,24-21-3643,0 0-277,10 6-520,-3 0-852,17 6-357,16-9-923,-3-6-920,3 6-3381,0 6-5720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4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6 10553,'-10'2'1679,"15"-3"-186,24 0 825,-14 3-1562,0-1 0,0-1-1,0-1 1,15-2 0,37-2 1244,384 15 3436,-140-1-6143,-192-6-1118,57 0-5532,-129 1 1725,-6 7-3121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8T07:15:50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258 215 11433,'-124'13'2345,"69"-5"340,27-4-1746,-21 4 2503,49-8-3396,0-1-1,0 1 0,0 0 1,0 0-1,0 0 0,0 0 1,0 0-1,0 0 0,0 0 1,0 0-1,0 0 0,0 0 1,0-1-1,0 1 0,0 0 1,0 0-1,0 0 0,0 0 1,0 0-1,0 0 0,0 0 0,0 0 1,-1 0-1,1 0 0,0 0 1,0 0-1,0-1 0,0 1 1,0 0-1,0 0 0,0 0 1,0 0-1,31-10 598,30-6 244,97-13-1,77 5 45,-174 18-746,1645-98 1531,5 64-6005,-1216 33-157,-232 4-677,83-2-5623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E751-F491-68CC-C7CF-757AA3699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EAC34-6C26-57F6-A01A-37503B1F5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914D-E7E1-40FD-B815-63FD2D4B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84417-E7A0-1236-03A4-970D63DC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7EB2D-269B-7A60-4B2B-7DBE5E7E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B6AF-A3AA-AAEF-435F-E4F627748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D223-744C-BA10-E496-20C0CD244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6256F-E6D3-DDB4-4AAB-AA8E3A7F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4FFF3-D0AB-5C62-30FC-FA54B66E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A18FE-BF19-8FCA-4B02-C8DB5C0D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CB6F-A217-877B-CEC9-F072F12D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3A892-3DF5-9B14-1AC5-A810D3C6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194AE-73CD-C3AD-63DD-9AB87A9B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08705-64FD-33ED-CA5B-DE029E42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9F4C7-46F1-5052-1498-9CA3BE9C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77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34AB-0FF8-741C-379F-C61C5C67C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CE166-5BF8-7908-5882-75AFFB9E5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A8662-0729-BCF0-C79F-9D6EC1640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E4CD6-F062-016C-42D8-7315B2F9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C3942-939E-12EB-023A-372E226D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5D562-0A34-6A83-754A-1A907B9C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33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F5D1-647E-0662-40D7-57B864D1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1C8C7-B964-61B1-DB25-6DE04DDF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E86E2-7B2D-4694-3DAB-E51B874B9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9BE7E-6840-F583-FCB2-3FAE4CC0F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E9ABAB-A359-6DE8-B10A-BA5EBB173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22B8E-8D10-C186-FCE7-373A7E74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9A982-3A0B-4E8E-8976-D6068AD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A17E9-6261-1DC0-76B0-19CAD954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75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FB73-F3ED-BA6E-C50B-9034C7DA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80807-FFC1-BFD9-5E42-FFB9D863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F3DF1-2209-901D-DFB9-AD7D2774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77C69-946A-D050-EF83-4DAF5328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98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C9E909-8B2A-B98A-5865-1C4D3C04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846CA-0395-C7C7-4186-1C91C396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71ADD-46C8-8714-469F-23224D4E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36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9CE5-179C-0462-7A62-C3611A5A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4312A-7951-F926-5723-86ABD4216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4F9C4-4A5C-FF88-E386-EBE33C324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98EC0-BA50-DBDF-D000-4B79A326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1101E-CF01-C052-6EF6-0AD2624D6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F9AEC-E6E1-0B70-22E2-91B1A633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93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DEB8-EC5F-695A-F736-83569F94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B556AB-1545-BC7A-BA7B-93D0072AD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38B76-9A50-3E7F-0183-FA66EC47A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65F4B-A6C6-7FF2-8090-D6D8FA8D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476A7-94E3-E672-62EC-AE765E6B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D537B-B667-B68C-0B1A-CF7A622D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53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6043-6A98-A60E-44C1-5E6BC298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16591-DC71-8AE1-4D23-3A96A9EF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DB529-CA91-4229-57A9-AA49876EE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672C2-DE20-6E48-A278-5186CD93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3F1D3-1F31-8AF1-74B8-7036ED862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63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C2CB3-5174-99F8-1867-A2D6AB163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6CA2-6EC6-CF8C-6294-0A96BC571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96A8-884E-0C4C-A0EE-AEF270A3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83512-68F9-CE87-C283-5FC0BC53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7BAAF-301D-D732-B679-4BAC60B3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66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D58C6A-5BF0-13F9-B4CD-25B6CCC1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A6022-86B7-083F-73BF-8BDD322B3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7214-E006-90E1-25EF-C5A747EAB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44BA4-0983-42A6-AD9A-4044DC883B99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4081-2B7B-AFC6-0B99-46DBCA89B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D561-5EFF-F764-B96C-421AF74AB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FA84A-7163-45D0-B3DF-72B73B705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1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.xml"/><Relationship Id="rId117" Type="http://schemas.openxmlformats.org/officeDocument/2006/relationships/image" Target="../media/image116.png"/><Relationship Id="rId21" Type="http://schemas.openxmlformats.org/officeDocument/2006/relationships/image" Target="../media/image68.png"/><Relationship Id="rId42" Type="http://schemas.openxmlformats.org/officeDocument/2006/relationships/customXml" Target="../ink/ink79.xml"/><Relationship Id="rId47" Type="http://schemas.openxmlformats.org/officeDocument/2006/relationships/image" Target="../media/image81.png"/><Relationship Id="rId63" Type="http://schemas.openxmlformats.org/officeDocument/2006/relationships/image" Target="../media/image89.png"/><Relationship Id="rId68" Type="http://schemas.openxmlformats.org/officeDocument/2006/relationships/customXml" Target="../ink/ink92.xml"/><Relationship Id="rId84" Type="http://schemas.openxmlformats.org/officeDocument/2006/relationships/customXml" Target="../ink/ink100.xml"/><Relationship Id="rId89" Type="http://schemas.openxmlformats.org/officeDocument/2006/relationships/image" Target="../media/image102.png"/><Relationship Id="rId112" Type="http://schemas.openxmlformats.org/officeDocument/2006/relationships/customXml" Target="../ink/ink114.xml"/><Relationship Id="rId16" Type="http://schemas.openxmlformats.org/officeDocument/2006/relationships/customXml" Target="../ink/ink66.xml"/><Relationship Id="rId107" Type="http://schemas.openxmlformats.org/officeDocument/2006/relationships/image" Target="../media/image111.png"/><Relationship Id="rId11" Type="http://schemas.openxmlformats.org/officeDocument/2006/relationships/image" Target="../media/image63.png"/><Relationship Id="rId32" Type="http://schemas.openxmlformats.org/officeDocument/2006/relationships/customXml" Target="../ink/ink74.xml"/><Relationship Id="rId37" Type="http://schemas.openxmlformats.org/officeDocument/2006/relationships/image" Target="../media/image76.png"/><Relationship Id="rId53" Type="http://schemas.openxmlformats.org/officeDocument/2006/relationships/image" Target="../media/image84.png"/><Relationship Id="rId58" Type="http://schemas.openxmlformats.org/officeDocument/2006/relationships/customXml" Target="../ink/ink87.xml"/><Relationship Id="rId74" Type="http://schemas.openxmlformats.org/officeDocument/2006/relationships/customXml" Target="../ink/ink95.xml"/><Relationship Id="rId79" Type="http://schemas.openxmlformats.org/officeDocument/2006/relationships/image" Target="../media/image97.png"/><Relationship Id="rId102" Type="http://schemas.openxmlformats.org/officeDocument/2006/relationships/customXml" Target="../ink/ink109.xml"/><Relationship Id="rId123" Type="http://schemas.openxmlformats.org/officeDocument/2006/relationships/image" Target="../media/image119.png"/><Relationship Id="rId5" Type="http://schemas.openxmlformats.org/officeDocument/2006/relationships/image" Target="../media/image60.png"/><Relationship Id="rId90" Type="http://schemas.openxmlformats.org/officeDocument/2006/relationships/customXml" Target="../ink/ink103.xml"/><Relationship Id="rId95" Type="http://schemas.openxmlformats.org/officeDocument/2006/relationships/image" Target="../media/image105.png"/><Relationship Id="rId22" Type="http://schemas.openxmlformats.org/officeDocument/2006/relationships/customXml" Target="../ink/ink69.xml"/><Relationship Id="rId27" Type="http://schemas.openxmlformats.org/officeDocument/2006/relationships/image" Target="../media/image71.png"/><Relationship Id="rId43" Type="http://schemas.openxmlformats.org/officeDocument/2006/relationships/image" Target="../media/image79.png"/><Relationship Id="rId48" Type="http://schemas.openxmlformats.org/officeDocument/2006/relationships/customXml" Target="../ink/ink82.xml"/><Relationship Id="rId64" Type="http://schemas.openxmlformats.org/officeDocument/2006/relationships/customXml" Target="../ink/ink90.xml"/><Relationship Id="rId69" Type="http://schemas.openxmlformats.org/officeDocument/2006/relationships/image" Target="../media/image92.png"/><Relationship Id="rId113" Type="http://schemas.openxmlformats.org/officeDocument/2006/relationships/image" Target="../media/image114.png"/><Relationship Id="rId118" Type="http://schemas.openxmlformats.org/officeDocument/2006/relationships/customXml" Target="../ink/ink117.xml"/><Relationship Id="rId80" Type="http://schemas.openxmlformats.org/officeDocument/2006/relationships/customXml" Target="../ink/ink98.xml"/><Relationship Id="rId85" Type="http://schemas.openxmlformats.org/officeDocument/2006/relationships/image" Target="../media/image100.png"/><Relationship Id="rId12" Type="http://schemas.openxmlformats.org/officeDocument/2006/relationships/customXml" Target="../ink/ink64.xml"/><Relationship Id="rId17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customXml" Target="../ink/ink77.xml"/><Relationship Id="rId59" Type="http://schemas.openxmlformats.org/officeDocument/2006/relationships/image" Target="../media/image87.png"/><Relationship Id="rId103" Type="http://schemas.openxmlformats.org/officeDocument/2006/relationships/image" Target="../media/image109.png"/><Relationship Id="rId108" Type="http://schemas.openxmlformats.org/officeDocument/2006/relationships/customXml" Target="../ink/ink112.xml"/><Relationship Id="rId124" Type="http://schemas.openxmlformats.org/officeDocument/2006/relationships/customXml" Target="../ink/ink120.xml"/><Relationship Id="rId54" Type="http://schemas.openxmlformats.org/officeDocument/2006/relationships/customXml" Target="../ink/ink85.xml"/><Relationship Id="rId70" Type="http://schemas.openxmlformats.org/officeDocument/2006/relationships/customXml" Target="../ink/ink93.xml"/><Relationship Id="rId75" Type="http://schemas.openxmlformats.org/officeDocument/2006/relationships/image" Target="../media/image95.png"/><Relationship Id="rId91" Type="http://schemas.openxmlformats.org/officeDocument/2006/relationships/image" Target="../media/image103.png"/><Relationship Id="rId96" Type="http://schemas.openxmlformats.org/officeDocument/2006/relationships/customXml" Target="../ink/ink1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.xml"/><Relationship Id="rId23" Type="http://schemas.openxmlformats.org/officeDocument/2006/relationships/image" Target="../media/image69.png"/><Relationship Id="rId28" Type="http://schemas.openxmlformats.org/officeDocument/2006/relationships/customXml" Target="../ink/ink72.xml"/><Relationship Id="rId49" Type="http://schemas.openxmlformats.org/officeDocument/2006/relationships/image" Target="../media/image82.png"/><Relationship Id="rId114" Type="http://schemas.openxmlformats.org/officeDocument/2006/relationships/customXml" Target="../ink/ink115.xml"/><Relationship Id="rId119" Type="http://schemas.openxmlformats.org/officeDocument/2006/relationships/image" Target="../media/image117.png"/><Relationship Id="rId44" Type="http://schemas.openxmlformats.org/officeDocument/2006/relationships/customXml" Target="../ink/ink80.xml"/><Relationship Id="rId60" Type="http://schemas.openxmlformats.org/officeDocument/2006/relationships/customXml" Target="../ink/ink88.xml"/><Relationship Id="rId65" Type="http://schemas.openxmlformats.org/officeDocument/2006/relationships/image" Target="../media/image90.png"/><Relationship Id="rId81" Type="http://schemas.openxmlformats.org/officeDocument/2006/relationships/image" Target="../media/image98.png"/><Relationship Id="rId86" Type="http://schemas.openxmlformats.org/officeDocument/2006/relationships/customXml" Target="../ink/ink101.xml"/><Relationship Id="rId13" Type="http://schemas.openxmlformats.org/officeDocument/2006/relationships/image" Target="../media/image64.png"/><Relationship Id="rId18" Type="http://schemas.openxmlformats.org/officeDocument/2006/relationships/customXml" Target="../ink/ink67.xml"/><Relationship Id="rId39" Type="http://schemas.openxmlformats.org/officeDocument/2006/relationships/image" Target="../media/image77.png"/><Relationship Id="rId109" Type="http://schemas.openxmlformats.org/officeDocument/2006/relationships/image" Target="../media/image112.png"/><Relationship Id="rId34" Type="http://schemas.openxmlformats.org/officeDocument/2006/relationships/customXml" Target="../ink/ink75.xml"/><Relationship Id="rId50" Type="http://schemas.openxmlformats.org/officeDocument/2006/relationships/customXml" Target="../ink/ink83.xml"/><Relationship Id="rId55" Type="http://schemas.openxmlformats.org/officeDocument/2006/relationships/image" Target="../media/image85.png"/><Relationship Id="rId76" Type="http://schemas.openxmlformats.org/officeDocument/2006/relationships/customXml" Target="../ink/ink96.xml"/><Relationship Id="rId97" Type="http://schemas.openxmlformats.org/officeDocument/2006/relationships/image" Target="../media/image106.png"/><Relationship Id="rId104" Type="http://schemas.openxmlformats.org/officeDocument/2006/relationships/customXml" Target="../ink/ink110.xml"/><Relationship Id="rId120" Type="http://schemas.openxmlformats.org/officeDocument/2006/relationships/customXml" Target="../ink/ink118.xml"/><Relationship Id="rId125" Type="http://schemas.openxmlformats.org/officeDocument/2006/relationships/image" Target="../media/image120.png"/><Relationship Id="rId7" Type="http://schemas.openxmlformats.org/officeDocument/2006/relationships/image" Target="../media/image61.png"/><Relationship Id="rId71" Type="http://schemas.openxmlformats.org/officeDocument/2006/relationships/image" Target="../media/image93.png"/><Relationship Id="rId92" Type="http://schemas.openxmlformats.org/officeDocument/2006/relationships/customXml" Target="../ink/ink104.xml"/><Relationship Id="rId2" Type="http://schemas.openxmlformats.org/officeDocument/2006/relationships/customXml" Target="../ink/ink59.xml"/><Relationship Id="rId29" Type="http://schemas.openxmlformats.org/officeDocument/2006/relationships/image" Target="../media/image72.png"/><Relationship Id="rId24" Type="http://schemas.openxmlformats.org/officeDocument/2006/relationships/customXml" Target="../ink/ink70.xml"/><Relationship Id="rId40" Type="http://schemas.openxmlformats.org/officeDocument/2006/relationships/customXml" Target="../ink/ink78.xml"/><Relationship Id="rId45" Type="http://schemas.openxmlformats.org/officeDocument/2006/relationships/image" Target="../media/image80.png"/><Relationship Id="rId66" Type="http://schemas.openxmlformats.org/officeDocument/2006/relationships/customXml" Target="../ink/ink91.xml"/><Relationship Id="rId87" Type="http://schemas.openxmlformats.org/officeDocument/2006/relationships/image" Target="../media/image101.png"/><Relationship Id="rId110" Type="http://schemas.openxmlformats.org/officeDocument/2006/relationships/customXml" Target="../ink/ink113.xml"/><Relationship Id="rId115" Type="http://schemas.openxmlformats.org/officeDocument/2006/relationships/image" Target="../media/image115.png"/><Relationship Id="rId61" Type="http://schemas.openxmlformats.org/officeDocument/2006/relationships/image" Target="../media/image88.png"/><Relationship Id="rId82" Type="http://schemas.openxmlformats.org/officeDocument/2006/relationships/customXml" Target="../ink/ink99.xml"/><Relationship Id="rId19" Type="http://schemas.openxmlformats.org/officeDocument/2006/relationships/image" Target="../media/image67.png"/><Relationship Id="rId14" Type="http://schemas.openxmlformats.org/officeDocument/2006/relationships/customXml" Target="../ink/ink65.xml"/><Relationship Id="rId30" Type="http://schemas.openxmlformats.org/officeDocument/2006/relationships/customXml" Target="../ink/ink73.xml"/><Relationship Id="rId35" Type="http://schemas.openxmlformats.org/officeDocument/2006/relationships/image" Target="../media/image75.png"/><Relationship Id="rId56" Type="http://schemas.openxmlformats.org/officeDocument/2006/relationships/customXml" Target="../ink/ink86.xml"/><Relationship Id="rId77" Type="http://schemas.openxmlformats.org/officeDocument/2006/relationships/image" Target="../media/image96.png"/><Relationship Id="rId100" Type="http://schemas.openxmlformats.org/officeDocument/2006/relationships/customXml" Target="../ink/ink108.xml"/><Relationship Id="rId105" Type="http://schemas.openxmlformats.org/officeDocument/2006/relationships/image" Target="../media/image110.png"/><Relationship Id="rId126" Type="http://schemas.openxmlformats.org/officeDocument/2006/relationships/customXml" Target="../ink/ink121.xml"/><Relationship Id="rId8" Type="http://schemas.openxmlformats.org/officeDocument/2006/relationships/customXml" Target="../ink/ink62.xml"/><Relationship Id="rId51" Type="http://schemas.openxmlformats.org/officeDocument/2006/relationships/image" Target="../media/image83.png"/><Relationship Id="rId72" Type="http://schemas.openxmlformats.org/officeDocument/2006/relationships/customXml" Target="../ink/ink94.xml"/><Relationship Id="rId93" Type="http://schemas.openxmlformats.org/officeDocument/2006/relationships/image" Target="../media/image104.png"/><Relationship Id="rId98" Type="http://schemas.openxmlformats.org/officeDocument/2006/relationships/customXml" Target="../ink/ink107.xml"/><Relationship Id="rId121" Type="http://schemas.openxmlformats.org/officeDocument/2006/relationships/image" Target="../media/image118.png"/><Relationship Id="rId3" Type="http://schemas.openxmlformats.org/officeDocument/2006/relationships/image" Target="../media/image59.png"/><Relationship Id="rId25" Type="http://schemas.openxmlformats.org/officeDocument/2006/relationships/image" Target="../media/image70.png"/><Relationship Id="rId46" Type="http://schemas.openxmlformats.org/officeDocument/2006/relationships/customXml" Target="../ink/ink81.xml"/><Relationship Id="rId67" Type="http://schemas.openxmlformats.org/officeDocument/2006/relationships/image" Target="../media/image91.png"/><Relationship Id="rId116" Type="http://schemas.openxmlformats.org/officeDocument/2006/relationships/customXml" Target="../ink/ink116.xml"/><Relationship Id="rId20" Type="http://schemas.openxmlformats.org/officeDocument/2006/relationships/customXml" Target="../ink/ink68.xml"/><Relationship Id="rId41" Type="http://schemas.openxmlformats.org/officeDocument/2006/relationships/image" Target="../media/image78.png"/><Relationship Id="rId62" Type="http://schemas.openxmlformats.org/officeDocument/2006/relationships/customXml" Target="../ink/ink89.xml"/><Relationship Id="rId83" Type="http://schemas.openxmlformats.org/officeDocument/2006/relationships/image" Target="../media/image99.png"/><Relationship Id="rId88" Type="http://schemas.openxmlformats.org/officeDocument/2006/relationships/customXml" Target="../ink/ink102.xml"/><Relationship Id="rId111" Type="http://schemas.openxmlformats.org/officeDocument/2006/relationships/image" Target="../media/image113.png"/><Relationship Id="rId15" Type="http://schemas.openxmlformats.org/officeDocument/2006/relationships/image" Target="../media/image65.png"/><Relationship Id="rId36" Type="http://schemas.openxmlformats.org/officeDocument/2006/relationships/customXml" Target="../ink/ink76.xml"/><Relationship Id="rId57" Type="http://schemas.openxmlformats.org/officeDocument/2006/relationships/image" Target="../media/image86.png"/><Relationship Id="rId106" Type="http://schemas.openxmlformats.org/officeDocument/2006/relationships/customXml" Target="../ink/ink111.xml"/><Relationship Id="rId127" Type="http://schemas.openxmlformats.org/officeDocument/2006/relationships/image" Target="../media/image121.png"/><Relationship Id="rId10" Type="http://schemas.openxmlformats.org/officeDocument/2006/relationships/customXml" Target="../ink/ink63.xml"/><Relationship Id="rId31" Type="http://schemas.openxmlformats.org/officeDocument/2006/relationships/image" Target="../media/image73.png"/><Relationship Id="rId52" Type="http://schemas.openxmlformats.org/officeDocument/2006/relationships/customXml" Target="../ink/ink84.xml"/><Relationship Id="rId73" Type="http://schemas.openxmlformats.org/officeDocument/2006/relationships/image" Target="../media/image94.png"/><Relationship Id="rId78" Type="http://schemas.openxmlformats.org/officeDocument/2006/relationships/customXml" Target="../ink/ink97.xml"/><Relationship Id="rId94" Type="http://schemas.openxmlformats.org/officeDocument/2006/relationships/customXml" Target="../ink/ink105.xml"/><Relationship Id="rId99" Type="http://schemas.openxmlformats.org/officeDocument/2006/relationships/image" Target="../media/image107.png"/><Relationship Id="rId101" Type="http://schemas.openxmlformats.org/officeDocument/2006/relationships/image" Target="../media/image108.png"/><Relationship Id="rId122" Type="http://schemas.openxmlformats.org/officeDocument/2006/relationships/customXml" Target="../ink/ink119.xml"/><Relationship Id="rId4" Type="http://schemas.openxmlformats.org/officeDocument/2006/relationships/customXml" Target="../ink/ink60.xml"/><Relationship Id="rId9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4.xml"/><Relationship Id="rId21" Type="http://schemas.openxmlformats.org/officeDocument/2006/relationships/image" Target="../media/image131.png"/><Relationship Id="rId42" Type="http://schemas.openxmlformats.org/officeDocument/2006/relationships/customXml" Target="../ink/ink142.xml"/><Relationship Id="rId47" Type="http://schemas.openxmlformats.org/officeDocument/2006/relationships/image" Target="../media/image144.png"/><Relationship Id="rId63" Type="http://schemas.openxmlformats.org/officeDocument/2006/relationships/image" Target="../media/image152.png"/><Relationship Id="rId68" Type="http://schemas.openxmlformats.org/officeDocument/2006/relationships/customXml" Target="../ink/ink155.xml"/><Relationship Id="rId84" Type="http://schemas.openxmlformats.org/officeDocument/2006/relationships/customXml" Target="../ink/ink163.xml"/><Relationship Id="rId89" Type="http://schemas.openxmlformats.org/officeDocument/2006/relationships/image" Target="../media/image165.png"/><Relationship Id="rId16" Type="http://schemas.openxmlformats.org/officeDocument/2006/relationships/customXml" Target="../ink/ink129.xml"/><Relationship Id="rId11" Type="http://schemas.openxmlformats.org/officeDocument/2006/relationships/image" Target="../media/image126.png"/><Relationship Id="rId32" Type="http://schemas.openxmlformats.org/officeDocument/2006/relationships/customXml" Target="../ink/ink137.xml"/><Relationship Id="rId37" Type="http://schemas.openxmlformats.org/officeDocument/2006/relationships/image" Target="../media/image139.png"/><Relationship Id="rId53" Type="http://schemas.openxmlformats.org/officeDocument/2006/relationships/image" Target="../media/image147.png"/><Relationship Id="rId58" Type="http://schemas.openxmlformats.org/officeDocument/2006/relationships/customXml" Target="../ink/ink150.xml"/><Relationship Id="rId74" Type="http://schemas.openxmlformats.org/officeDocument/2006/relationships/customXml" Target="../ink/ink158.xml"/><Relationship Id="rId79" Type="http://schemas.openxmlformats.org/officeDocument/2006/relationships/image" Target="../media/image160.png"/><Relationship Id="rId5" Type="http://schemas.openxmlformats.org/officeDocument/2006/relationships/image" Target="../media/image123.png"/><Relationship Id="rId90" Type="http://schemas.openxmlformats.org/officeDocument/2006/relationships/customXml" Target="../ink/ink166.xml"/><Relationship Id="rId95" Type="http://schemas.openxmlformats.org/officeDocument/2006/relationships/image" Target="../media/image168.png"/><Relationship Id="rId22" Type="http://schemas.openxmlformats.org/officeDocument/2006/relationships/customXml" Target="../ink/ink132.xml"/><Relationship Id="rId27" Type="http://schemas.openxmlformats.org/officeDocument/2006/relationships/image" Target="../media/image134.png"/><Relationship Id="rId43" Type="http://schemas.openxmlformats.org/officeDocument/2006/relationships/image" Target="../media/image142.png"/><Relationship Id="rId48" Type="http://schemas.openxmlformats.org/officeDocument/2006/relationships/customXml" Target="../ink/ink145.xml"/><Relationship Id="rId64" Type="http://schemas.openxmlformats.org/officeDocument/2006/relationships/customXml" Target="../ink/ink153.xml"/><Relationship Id="rId69" Type="http://schemas.openxmlformats.org/officeDocument/2006/relationships/image" Target="../media/image155.png"/><Relationship Id="rId80" Type="http://schemas.openxmlformats.org/officeDocument/2006/relationships/customXml" Target="../ink/ink161.xml"/><Relationship Id="rId85" Type="http://schemas.openxmlformats.org/officeDocument/2006/relationships/image" Target="../media/image163.png"/><Relationship Id="rId12" Type="http://schemas.openxmlformats.org/officeDocument/2006/relationships/customXml" Target="../ink/ink127.xml"/><Relationship Id="rId17" Type="http://schemas.openxmlformats.org/officeDocument/2006/relationships/image" Target="../media/image129.png"/><Relationship Id="rId25" Type="http://schemas.openxmlformats.org/officeDocument/2006/relationships/image" Target="../media/image133.png"/><Relationship Id="rId33" Type="http://schemas.openxmlformats.org/officeDocument/2006/relationships/image" Target="../media/image137.png"/><Relationship Id="rId38" Type="http://schemas.openxmlformats.org/officeDocument/2006/relationships/customXml" Target="../ink/ink140.xml"/><Relationship Id="rId46" Type="http://schemas.openxmlformats.org/officeDocument/2006/relationships/customXml" Target="../ink/ink144.xml"/><Relationship Id="rId59" Type="http://schemas.openxmlformats.org/officeDocument/2006/relationships/image" Target="../media/image150.png"/><Relationship Id="rId67" Type="http://schemas.openxmlformats.org/officeDocument/2006/relationships/image" Target="../media/image154.png"/><Relationship Id="rId20" Type="http://schemas.openxmlformats.org/officeDocument/2006/relationships/customXml" Target="../ink/ink131.xml"/><Relationship Id="rId41" Type="http://schemas.openxmlformats.org/officeDocument/2006/relationships/image" Target="../media/image141.png"/><Relationship Id="rId54" Type="http://schemas.openxmlformats.org/officeDocument/2006/relationships/customXml" Target="../ink/ink148.xml"/><Relationship Id="rId62" Type="http://schemas.openxmlformats.org/officeDocument/2006/relationships/customXml" Target="../ink/ink152.xml"/><Relationship Id="rId70" Type="http://schemas.openxmlformats.org/officeDocument/2006/relationships/customXml" Target="../ink/ink156.xml"/><Relationship Id="rId75" Type="http://schemas.openxmlformats.org/officeDocument/2006/relationships/image" Target="../media/image158.png"/><Relationship Id="rId83" Type="http://schemas.openxmlformats.org/officeDocument/2006/relationships/image" Target="../media/image162.png"/><Relationship Id="rId88" Type="http://schemas.openxmlformats.org/officeDocument/2006/relationships/customXml" Target="../ink/ink165.xml"/><Relationship Id="rId91" Type="http://schemas.openxmlformats.org/officeDocument/2006/relationships/image" Target="../media/image166.png"/><Relationship Id="rId96" Type="http://schemas.openxmlformats.org/officeDocument/2006/relationships/customXml" Target="../ink/ink16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.xml"/><Relationship Id="rId15" Type="http://schemas.openxmlformats.org/officeDocument/2006/relationships/image" Target="../media/image128.png"/><Relationship Id="rId23" Type="http://schemas.openxmlformats.org/officeDocument/2006/relationships/image" Target="../media/image132.png"/><Relationship Id="rId28" Type="http://schemas.openxmlformats.org/officeDocument/2006/relationships/customXml" Target="../ink/ink135.xml"/><Relationship Id="rId36" Type="http://schemas.openxmlformats.org/officeDocument/2006/relationships/customXml" Target="../ink/ink139.xml"/><Relationship Id="rId49" Type="http://schemas.openxmlformats.org/officeDocument/2006/relationships/image" Target="../media/image145.png"/><Relationship Id="rId57" Type="http://schemas.openxmlformats.org/officeDocument/2006/relationships/image" Target="../media/image149.png"/><Relationship Id="rId10" Type="http://schemas.openxmlformats.org/officeDocument/2006/relationships/customXml" Target="../ink/ink126.xml"/><Relationship Id="rId31" Type="http://schemas.openxmlformats.org/officeDocument/2006/relationships/image" Target="../media/image136.png"/><Relationship Id="rId44" Type="http://schemas.openxmlformats.org/officeDocument/2006/relationships/customXml" Target="../ink/ink143.xml"/><Relationship Id="rId52" Type="http://schemas.openxmlformats.org/officeDocument/2006/relationships/customXml" Target="../ink/ink147.xml"/><Relationship Id="rId60" Type="http://schemas.openxmlformats.org/officeDocument/2006/relationships/customXml" Target="../ink/ink151.xml"/><Relationship Id="rId65" Type="http://schemas.openxmlformats.org/officeDocument/2006/relationships/image" Target="../media/image153.png"/><Relationship Id="rId73" Type="http://schemas.openxmlformats.org/officeDocument/2006/relationships/image" Target="../media/image157.png"/><Relationship Id="rId78" Type="http://schemas.openxmlformats.org/officeDocument/2006/relationships/customXml" Target="../ink/ink160.xml"/><Relationship Id="rId81" Type="http://schemas.openxmlformats.org/officeDocument/2006/relationships/image" Target="../media/image161.png"/><Relationship Id="rId86" Type="http://schemas.openxmlformats.org/officeDocument/2006/relationships/customXml" Target="../ink/ink164.xml"/><Relationship Id="rId94" Type="http://schemas.openxmlformats.org/officeDocument/2006/relationships/customXml" Target="../ink/ink168.xml"/><Relationship Id="rId99" Type="http://schemas.openxmlformats.org/officeDocument/2006/relationships/image" Target="../media/image170.png"/><Relationship Id="rId101" Type="http://schemas.openxmlformats.org/officeDocument/2006/relationships/image" Target="../media/image171.png"/><Relationship Id="rId4" Type="http://schemas.openxmlformats.org/officeDocument/2006/relationships/customXml" Target="../ink/ink123.xml"/><Relationship Id="rId9" Type="http://schemas.openxmlformats.org/officeDocument/2006/relationships/image" Target="../media/image125.png"/><Relationship Id="rId13" Type="http://schemas.openxmlformats.org/officeDocument/2006/relationships/image" Target="../media/image127.png"/><Relationship Id="rId18" Type="http://schemas.openxmlformats.org/officeDocument/2006/relationships/customXml" Target="../ink/ink130.xml"/><Relationship Id="rId39" Type="http://schemas.openxmlformats.org/officeDocument/2006/relationships/image" Target="../media/image140.png"/><Relationship Id="rId34" Type="http://schemas.openxmlformats.org/officeDocument/2006/relationships/customXml" Target="../ink/ink138.xml"/><Relationship Id="rId50" Type="http://schemas.openxmlformats.org/officeDocument/2006/relationships/customXml" Target="../ink/ink146.xml"/><Relationship Id="rId55" Type="http://schemas.openxmlformats.org/officeDocument/2006/relationships/image" Target="../media/image148.png"/><Relationship Id="rId76" Type="http://schemas.openxmlformats.org/officeDocument/2006/relationships/customXml" Target="../ink/ink159.xml"/><Relationship Id="rId97" Type="http://schemas.openxmlformats.org/officeDocument/2006/relationships/image" Target="../media/image169.png"/><Relationship Id="rId7" Type="http://schemas.openxmlformats.org/officeDocument/2006/relationships/image" Target="../media/image124.png"/><Relationship Id="rId71" Type="http://schemas.openxmlformats.org/officeDocument/2006/relationships/image" Target="../media/image156.png"/><Relationship Id="rId92" Type="http://schemas.openxmlformats.org/officeDocument/2006/relationships/customXml" Target="../ink/ink167.xml"/><Relationship Id="rId2" Type="http://schemas.openxmlformats.org/officeDocument/2006/relationships/customXml" Target="../ink/ink122.xml"/><Relationship Id="rId29" Type="http://schemas.openxmlformats.org/officeDocument/2006/relationships/image" Target="../media/image135.png"/><Relationship Id="rId24" Type="http://schemas.openxmlformats.org/officeDocument/2006/relationships/customXml" Target="../ink/ink133.xml"/><Relationship Id="rId40" Type="http://schemas.openxmlformats.org/officeDocument/2006/relationships/customXml" Target="../ink/ink141.xml"/><Relationship Id="rId45" Type="http://schemas.openxmlformats.org/officeDocument/2006/relationships/image" Target="../media/image143.png"/><Relationship Id="rId66" Type="http://schemas.openxmlformats.org/officeDocument/2006/relationships/customXml" Target="../ink/ink154.xml"/><Relationship Id="rId87" Type="http://schemas.openxmlformats.org/officeDocument/2006/relationships/image" Target="../media/image164.png"/><Relationship Id="rId61" Type="http://schemas.openxmlformats.org/officeDocument/2006/relationships/image" Target="../media/image151.png"/><Relationship Id="rId82" Type="http://schemas.openxmlformats.org/officeDocument/2006/relationships/customXml" Target="../ink/ink162.xml"/><Relationship Id="rId19" Type="http://schemas.openxmlformats.org/officeDocument/2006/relationships/image" Target="../media/image130.png"/><Relationship Id="rId14" Type="http://schemas.openxmlformats.org/officeDocument/2006/relationships/customXml" Target="../ink/ink128.xml"/><Relationship Id="rId30" Type="http://schemas.openxmlformats.org/officeDocument/2006/relationships/customXml" Target="../ink/ink136.xml"/><Relationship Id="rId35" Type="http://schemas.openxmlformats.org/officeDocument/2006/relationships/image" Target="../media/image138.png"/><Relationship Id="rId56" Type="http://schemas.openxmlformats.org/officeDocument/2006/relationships/customXml" Target="../ink/ink149.xml"/><Relationship Id="rId77" Type="http://schemas.openxmlformats.org/officeDocument/2006/relationships/image" Target="../media/image159.png"/><Relationship Id="rId100" Type="http://schemas.openxmlformats.org/officeDocument/2006/relationships/customXml" Target="../ink/ink171.xml"/><Relationship Id="rId8" Type="http://schemas.openxmlformats.org/officeDocument/2006/relationships/customXml" Target="../ink/ink125.xml"/><Relationship Id="rId51" Type="http://schemas.openxmlformats.org/officeDocument/2006/relationships/image" Target="../media/image146.png"/><Relationship Id="rId72" Type="http://schemas.openxmlformats.org/officeDocument/2006/relationships/customXml" Target="../ink/ink157.xml"/><Relationship Id="rId93" Type="http://schemas.openxmlformats.org/officeDocument/2006/relationships/image" Target="../media/image167.png"/><Relationship Id="rId98" Type="http://schemas.openxmlformats.org/officeDocument/2006/relationships/customXml" Target="../ink/ink170.xml"/><Relationship Id="rId3" Type="http://schemas.openxmlformats.org/officeDocument/2006/relationships/image" Target="../media/image122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4.xml"/><Relationship Id="rId117" Type="http://schemas.openxmlformats.org/officeDocument/2006/relationships/image" Target="../media/image229.png"/><Relationship Id="rId21" Type="http://schemas.openxmlformats.org/officeDocument/2006/relationships/image" Target="../media/image181.png"/><Relationship Id="rId42" Type="http://schemas.openxmlformats.org/officeDocument/2006/relationships/customXml" Target="../ink/ink192.xml"/><Relationship Id="rId47" Type="http://schemas.openxmlformats.org/officeDocument/2006/relationships/image" Target="../media/image194.png"/><Relationship Id="rId63" Type="http://schemas.openxmlformats.org/officeDocument/2006/relationships/image" Target="../media/image202.png"/><Relationship Id="rId68" Type="http://schemas.openxmlformats.org/officeDocument/2006/relationships/customXml" Target="../ink/ink205.xml"/><Relationship Id="rId84" Type="http://schemas.openxmlformats.org/officeDocument/2006/relationships/customXml" Target="../ink/ink213.xml"/><Relationship Id="rId89" Type="http://schemas.openxmlformats.org/officeDocument/2006/relationships/image" Target="../media/image215.png"/><Relationship Id="rId112" Type="http://schemas.openxmlformats.org/officeDocument/2006/relationships/customXml" Target="../ink/ink227.xml"/><Relationship Id="rId16" Type="http://schemas.openxmlformats.org/officeDocument/2006/relationships/customXml" Target="../ink/ink179.xml"/><Relationship Id="rId107" Type="http://schemas.openxmlformats.org/officeDocument/2006/relationships/image" Target="../media/image224.png"/><Relationship Id="rId11" Type="http://schemas.openxmlformats.org/officeDocument/2006/relationships/image" Target="../media/image176.png"/><Relationship Id="rId32" Type="http://schemas.openxmlformats.org/officeDocument/2006/relationships/customXml" Target="../ink/ink187.xml"/><Relationship Id="rId37" Type="http://schemas.openxmlformats.org/officeDocument/2006/relationships/image" Target="../media/image189.png"/><Relationship Id="rId53" Type="http://schemas.openxmlformats.org/officeDocument/2006/relationships/image" Target="../media/image197.png"/><Relationship Id="rId58" Type="http://schemas.openxmlformats.org/officeDocument/2006/relationships/customXml" Target="../ink/ink200.xml"/><Relationship Id="rId74" Type="http://schemas.openxmlformats.org/officeDocument/2006/relationships/customXml" Target="../ink/ink208.xml"/><Relationship Id="rId79" Type="http://schemas.openxmlformats.org/officeDocument/2006/relationships/image" Target="../media/image210.png"/><Relationship Id="rId102" Type="http://schemas.openxmlformats.org/officeDocument/2006/relationships/customXml" Target="../ink/ink222.xml"/><Relationship Id="rId123" Type="http://schemas.openxmlformats.org/officeDocument/2006/relationships/image" Target="../media/image232.png"/><Relationship Id="rId5" Type="http://schemas.openxmlformats.org/officeDocument/2006/relationships/image" Target="../media/image173.png"/><Relationship Id="rId90" Type="http://schemas.openxmlformats.org/officeDocument/2006/relationships/customXml" Target="../ink/ink216.xml"/><Relationship Id="rId95" Type="http://schemas.openxmlformats.org/officeDocument/2006/relationships/image" Target="../media/image218.png"/><Relationship Id="rId22" Type="http://schemas.openxmlformats.org/officeDocument/2006/relationships/customXml" Target="../ink/ink182.xml"/><Relationship Id="rId27" Type="http://schemas.openxmlformats.org/officeDocument/2006/relationships/image" Target="../media/image184.png"/><Relationship Id="rId43" Type="http://schemas.openxmlformats.org/officeDocument/2006/relationships/image" Target="../media/image192.png"/><Relationship Id="rId48" Type="http://schemas.openxmlformats.org/officeDocument/2006/relationships/customXml" Target="../ink/ink195.xml"/><Relationship Id="rId64" Type="http://schemas.openxmlformats.org/officeDocument/2006/relationships/customXml" Target="../ink/ink203.xml"/><Relationship Id="rId69" Type="http://schemas.openxmlformats.org/officeDocument/2006/relationships/image" Target="../media/image205.png"/><Relationship Id="rId113" Type="http://schemas.openxmlformats.org/officeDocument/2006/relationships/image" Target="../media/image227.png"/><Relationship Id="rId118" Type="http://schemas.openxmlformats.org/officeDocument/2006/relationships/customXml" Target="../ink/ink230.xml"/><Relationship Id="rId80" Type="http://schemas.openxmlformats.org/officeDocument/2006/relationships/customXml" Target="../ink/ink211.xml"/><Relationship Id="rId85" Type="http://schemas.openxmlformats.org/officeDocument/2006/relationships/image" Target="../media/image213.png"/><Relationship Id="rId12" Type="http://schemas.openxmlformats.org/officeDocument/2006/relationships/customXml" Target="../ink/ink177.xml"/><Relationship Id="rId17" Type="http://schemas.openxmlformats.org/officeDocument/2006/relationships/image" Target="../media/image179.png"/><Relationship Id="rId33" Type="http://schemas.openxmlformats.org/officeDocument/2006/relationships/image" Target="../media/image187.png"/><Relationship Id="rId38" Type="http://schemas.openxmlformats.org/officeDocument/2006/relationships/customXml" Target="../ink/ink190.xml"/><Relationship Id="rId59" Type="http://schemas.openxmlformats.org/officeDocument/2006/relationships/image" Target="../media/image200.png"/><Relationship Id="rId103" Type="http://schemas.openxmlformats.org/officeDocument/2006/relationships/image" Target="../media/image222.png"/><Relationship Id="rId108" Type="http://schemas.openxmlformats.org/officeDocument/2006/relationships/customXml" Target="../ink/ink225.xml"/><Relationship Id="rId124" Type="http://schemas.openxmlformats.org/officeDocument/2006/relationships/customXml" Target="../ink/ink233.xml"/><Relationship Id="rId54" Type="http://schemas.openxmlformats.org/officeDocument/2006/relationships/customXml" Target="../ink/ink198.xml"/><Relationship Id="rId70" Type="http://schemas.openxmlformats.org/officeDocument/2006/relationships/customXml" Target="../ink/ink206.xml"/><Relationship Id="rId75" Type="http://schemas.openxmlformats.org/officeDocument/2006/relationships/image" Target="../media/image208.png"/><Relationship Id="rId91" Type="http://schemas.openxmlformats.org/officeDocument/2006/relationships/image" Target="../media/image216.png"/><Relationship Id="rId96" Type="http://schemas.openxmlformats.org/officeDocument/2006/relationships/customXml" Target="../ink/ink21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4.xml"/><Relationship Id="rId23" Type="http://schemas.openxmlformats.org/officeDocument/2006/relationships/image" Target="../media/image182.png"/><Relationship Id="rId28" Type="http://schemas.openxmlformats.org/officeDocument/2006/relationships/customXml" Target="../ink/ink185.xml"/><Relationship Id="rId49" Type="http://schemas.openxmlformats.org/officeDocument/2006/relationships/image" Target="../media/image195.png"/><Relationship Id="rId114" Type="http://schemas.openxmlformats.org/officeDocument/2006/relationships/customXml" Target="../ink/ink228.xml"/><Relationship Id="rId119" Type="http://schemas.openxmlformats.org/officeDocument/2006/relationships/image" Target="../media/image230.png"/><Relationship Id="rId44" Type="http://schemas.openxmlformats.org/officeDocument/2006/relationships/customXml" Target="../ink/ink193.xml"/><Relationship Id="rId60" Type="http://schemas.openxmlformats.org/officeDocument/2006/relationships/customXml" Target="../ink/ink201.xml"/><Relationship Id="rId65" Type="http://schemas.openxmlformats.org/officeDocument/2006/relationships/image" Target="../media/image203.png"/><Relationship Id="rId81" Type="http://schemas.openxmlformats.org/officeDocument/2006/relationships/image" Target="../media/image211.png"/><Relationship Id="rId86" Type="http://schemas.openxmlformats.org/officeDocument/2006/relationships/customXml" Target="../ink/ink214.xml"/><Relationship Id="rId13" Type="http://schemas.openxmlformats.org/officeDocument/2006/relationships/image" Target="../media/image177.png"/><Relationship Id="rId18" Type="http://schemas.openxmlformats.org/officeDocument/2006/relationships/customXml" Target="../ink/ink180.xml"/><Relationship Id="rId39" Type="http://schemas.openxmlformats.org/officeDocument/2006/relationships/image" Target="../media/image190.png"/><Relationship Id="rId109" Type="http://schemas.openxmlformats.org/officeDocument/2006/relationships/image" Target="../media/image225.png"/><Relationship Id="rId34" Type="http://schemas.openxmlformats.org/officeDocument/2006/relationships/customXml" Target="../ink/ink188.xml"/><Relationship Id="rId50" Type="http://schemas.openxmlformats.org/officeDocument/2006/relationships/customXml" Target="../ink/ink196.xml"/><Relationship Id="rId55" Type="http://schemas.openxmlformats.org/officeDocument/2006/relationships/image" Target="../media/image198.png"/><Relationship Id="rId76" Type="http://schemas.openxmlformats.org/officeDocument/2006/relationships/customXml" Target="../ink/ink209.xml"/><Relationship Id="rId97" Type="http://schemas.openxmlformats.org/officeDocument/2006/relationships/image" Target="../media/image219.png"/><Relationship Id="rId104" Type="http://schemas.openxmlformats.org/officeDocument/2006/relationships/customXml" Target="../ink/ink223.xml"/><Relationship Id="rId120" Type="http://schemas.openxmlformats.org/officeDocument/2006/relationships/customXml" Target="../ink/ink231.xml"/><Relationship Id="rId125" Type="http://schemas.openxmlformats.org/officeDocument/2006/relationships/image" Target="../media/image233.png"/><Relationship Id="rId7" Type="http://schemas.openxmlformats.org/officeDocument/2006/relationships/image" Target="../media/image174.png"/><Relationship Id="rId71" Type="http://schemas.openxmlformats.org/officeDocument/2006/relationships/image" Target="../media/image206.png"/><Relationship Id="rId92" Type="http://schemas.openxmlformats.org/officeDocument/2006/relationships/customXml" Target="../ink/ink217.xml"/><Relationship Id="rId2" Type="http://schemas.openxmlformats.org/officeDocument/2006/relationships/customXml" Target="../ink/ink172.xml"/><Relationship Id="rId29" Type="http://schemas.openxmlformats.org/officeDocument/2006/relationships/image" Target="../media/image185.png"/><Relationship Id="rId24" Type="http://schemas.openxmlformats.org/officeDocument/2006/relationships/customXml" Target="../ink/ink183.xml"/><Relationship Id="rId40" Type="http://schemas.openxmlformats.org/officeDocument/2006/relationships/customXml" Target="../ink/ink191.xml"/><Relationship Id="rId45" Type="http://schemas.openxmlformats.org/officeDocument/2006/relationships/image" Target="../media/image193.png"/><Relationship Id="rId66" Type="http://schemas.openxmlformats.org/officeDocument/2006/relationships/customXml" Target="../ink/ink204.xml"/><Relationship Id="rId87" Type="http://schemas.openxmlformats.org/officeDocument/2006/relationships/image" Target="../media/image214.png"/><Relationship Id="rId110" Type="http://schemas.openxmlformats.org/officeDocument/2006/relationships/customXml" Target="../ink/ink226.xml"/><Relationship Id="rId115" Type="http://schemas.openxmlformats.org/officeDocument/2006/relationships/image" Target="../media/image228.png"/><Relationship Id="rId61" Type="http://schemas.openxmlformats.org/officeDocument/2006/relationships/image" Target="../media/image201.png"/><Relationship Id="rId82" Type="http://schemas.openxmlformats.org/officeDocument/2006/relationships/customXml" Target="../ink/ink212.xml"/><Relationship Id="rId19" Type="http://schemas.openxmlformats.org/officeDocument/2006/relationships/image" Target="../media/image180.png"/><Relationship Id="rId14" Type="http://schemas.openxmlformats.org/officeDocument/2006/relationships/customXml" Target="../ink/ink178.xml"/><Relationship Id="rId30" Type="http://schemas.openxmlformats.org/officeDocument/2006/relationships/customXml" Target="../ink/ink186.xml"/><Relationship Id="rId35" Type="http://schemas.openxmlformats.org/officeDocument/2006/relationships/image" Target="../media/image188.png"/><Relationship Id="rId56" Type="http://schemas.openxmlformats.org/officeDocument/2006/relationships/customXml" Target="../ink/ink199.xml"/><Relationship Id="rId77" Type="http://schemas.openxmlformats.org/officeDocument/2006/relationships/image" Target="../media/image209.png"/><Relationship Id="rId100" Type="http://schemas.openxmlformats.org/officeDocument/2006/relationships/customXml" Target="../ink/ink221.xml"/><Relationship Id="rId105" Type="http://schemas.openxmlformats.org/officeDocument/2006/relationships/image" Target="../media/image223.png"/><Relationship Id="rId126" Type="http://schemas.openxmlformats.org/officeDocument/2006/relationships/customXml" Target="../ink/ink234.xml"/><Relationship Id="rId8" Type="http://schemas.openxmlformats.org/officeDocument/2006/relationships/customXml" Target="../ink/ink175.xml"/><Relationship Id="rId51" Type="http://schemas.openxmlformats.org/officeDocument/2006/relationships/image" Target="../media/image196.png"/><Relationship Id="rId72" Type="http://schemas.openxmlformats.org/officeDocument/2006/relationships/customXml" Target="../ink/ink207.xml"/><Relationship Id="rId93" Type="http://schemas.openxmlformats.org/officeDocument/2006/relationships/image" Target="../media/image217.png"/><Relationship Id="rId98" Type="http://schemas.openxmlformats.org/officeDocument/2006/relationships/customXml" Target="../ink/ink220.xml"/><Relationship Id="rId121" Type="http://schemas.openxmlformats.org/officeDocument/2006/relationships/image" Target="../media/image231.png"/><Relationship Id="rId3" Type="http://schemas.openxmlformats.org/officeDocument/2006/relationships/image" Target="../media/image172.png"/><Relationship Id="rId25" Type="http://schemas.openxmlformats.org/officeDocument/2006/relationships/image" Target="../media/image183.png"/><Relationship Id="rId46" Type="http://schemas.openxmlformats.org/officeDocument/2006/relationships/customXml" Target="../ink/ink194.xml"/><Relationship Id="rId67" Type="http://schemas.openxmlformats.org/officeDocument/2006/relationships/image" Target="../media/image204.png"/><Relationship Id="rId116" Type="http://schemas.openxmlformats.org/officeDocument/2006/relationships/customXml" Target="../ink/ink229.xml"/><Relationship Id="rId20" Type="http://schemas.openxmlformats.org/officeDocument/2006/relationships/customXml" Target="../ink/ink181.xml"/><Relationship Id="rId41" Type="http://schemas.openxmlformats.org/officeDocument/2006/relationships/image" Target="../media/image191.png"/><Relationship Id="rId62" Type="http://schemas.openxmlformats.org/officeDocument/2006/relationships/customXml" Target="../ink/ink202.xml"/><Relationship Id="rId83" Type="http://schemas.openxmlformats.org/officeDocument/2006/relationships/image" Target="../media/image212.png"/><Relationship Id="rId88" Type="http://schemas.openxmlformats.org/officeDocument/2006/relationships/customXml" Target="../ink/ink215.xml"/><Relationship Id="rId111" Type="http://schemas.openxmlformats.org/officeDocument/2006/relationships/image" Target="../media/image226.png"/><Relationship Id="rId15" Type="http://schemas.openxmlformats.org/officeDocument/2006/relationships/image" Target="../media/image178.png"/><Relationship Id="rId36" Type="http://schemas.openxmlformats.org/officeDocument/2006/relationships/customXml" Target="../ink/ink189.xml"/><Relationship Id="rId57" Type="http://schemas.openxmlformats.org/officeDocument/2006/relationships/image" Target="../media/image199.png"/><Relationship Id="rId106" Type="http://schemas.openxmlformats.org/officeDocument/2006/relationships/customXml" Target="../ink/ink224.xml"/><Relationship Id="rId127" Type="http://schemas.openxmlformats.org/officeDocument/2006/relationships/image" Target="../media/image234.png"/><Relationship Id="rId10" Type="http://schemas.openxmlformats.org/officeDocument/2006/relationships/customXml" Target="../ink/ink176.xml"/><Relationship Id="rId31" Type="http://schemas.openxmlformats.org/officeDocument/2006/relationships/image" Target="../media/image186.png"/><Relationship Id="rId52" Type="http://schemas.openxmlformats.org/officeDocument/2006/relationships/customXml" Target="../ink/ink197.xml"/><Relationship Id="rId73" Type="http://schemas.openxmlformats.org/officeDocument/2006/relationships/image" Target="../media/image207.png"/><Relationship Id="rId78" Type="http://schemas.openxmlformats.org/officeDocument/2006/relationships/customXml" Target="../ink/ink210.xml"/><Relationship Id="rId94" Type="http://schemas.openxmlformats.org/officeDocument/2006/relationships/customXml" Target="../ink/ink218.xml"/><Relationship Id="rId99" Type="http://schemas.openxmlformats.org/officeDocument/2006/relationships/image" Target="../media/image220.png"/><Relationship Id="rId101" Type="http://schemas.openxmlformats.org/officeDocument/2006/relationships/image" Target="../media/image221.png"/><Relationship Id="rId122" Type="http://schemas.openxmlformats.org/officeDocument/2006/relationships/customXml" Target="../ink/ink232.xml"/><Relationship Id="rId4" Type="http://schemas.openxmlformats.org/officeDocument/2006/relationships/customXml" Target="../ink/ink173.xml"/><Relationship Id="rId9" Type="http://schemas.openxmlformats.org/officeDocument/2006/relationships/image" Target="../media/image175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2.png"/><Relationship Id="rId21" Type="http://schemas.openxmlformats.org/officeDocument/2006/relationships/image" Target="../media/image244.png"/><Relationship Id="rId42" Type="http://schemas.openxmlformats.org/officeDocument/2006/relationships/customXml" Target="../ink/ink255.xml"/><Relationship Id="rId63" Type="http://schemas.openxmlformats.org/officeDocument/2006/relationships/image" Target="../media/image265.png"/><Relationship Id="rId84" Type="http://schemas.openxmlformats.org/officeDocument/2006/relationships/customXml" Target="../ink/ink276.xml"/><Relationship Id="rId138" Type="http://schemas.openxmlformats.org/officeDocument/2006/relationships/customXml" Target="../ink/ink303.xml"/><Relationship Id="rId159" Type="http://schemas.openxmlformats.org/officeDocument/2006/relationships/image" Target="../media/image313.png"/><Relationship Id="rId170" Type="http://schemas.openxmlformats.org/officeDocument/2006/relationships/customXml" Target="../ink/ink319.xml"/><Relationship Id="rId191" Type="http://schemas.openxmlformats.org/officeDocument/2006/relationships/image" Target="../media/image329.png"/><Relationship Id="rId107" Type="http://schemas.openxmlformats.org/officeDocument/2006/relationships/image" Target="../media/image287.png"/><Relationship Id="rId11" Type="http://schemas.openxmlformats.org/officeDocument/2006/relationships/image" Target="../media/image239.png"/><Relationship Id="rId32" Type="http://schemas.openxmlformats.org/officeDocument/2006/relationships/customXml" Target="../ink/ink250.xml"/><Relationship Id="rId53" Type="http://schemas.openxmlformats.org/officeDocument/2006/relationships/image" Target="../media/image260.png"/><Relationship Id="rId74" Type="http://schemas.openxmlformats.org/officeDocument/2006/relationships/customXml" Target="../ink/ink271.xml"/><Relationship Id="rId128" Type="http://schemas.openxmlformats.org/officeDocument/2006/relationships/customXml" Target="../ink/ink298.xml"/><Relationship Id="rId149" Type="http://schemas.openxmlformats.org/officeDocument/2006/relationships/image" Target="../media/image308.png"/><Relationship Id="rId5" Type="http://schemas.openxmlformats.org/officeDocument/2006/relationships/image" Target="../media/image236.png"/><Relationship Id="rId95" Type="http://schemas.openxmlformats.org/officeDocument/2006/relationships/image" Target="../media/image281.png"/><Relationship Id="rId160" Type="http://schemas.openxmlformats.org/officeDocument/2006/relationships/customXml" Target="../ink/ink314.xml"/><Relationship Id="rId181" Type="http://schemas.openxmlformats.org/officeDocument/2006/relationships/image" Target="../media/image324.png"/><Relationship Id="rId22" Type="http://schemas.openxmlformats.org/officeDocument/2006/relationships/customXml" Target="../ink/ink245.xml"/><Relationship Id="rId43" Type="http://schemas.openxmlformats.org/officeDocument/2006/relationships/image" Target="../media/image255.png"/><Relationship Id="rId64" Type="http://schemas.openxmlformats.org/officeDocument/2006/relationships/customXml" Target="../ink/ink266.xml"/><Relationship Id="rId118" Type="http://schemas.openxmlformats.org/officeDocument/2006/relationships/customXml" Target="../ink/ink293.xml"/><Relationship Id="rId139" Type="http://schemas.openxmlformats.org/officeDocument/2006/relationships/image" Target="../media/image303.png"/><Relationship Id="rId85" Type="http://schemas.openxmlformats.org/officeDocument/2006/relationships/image" Target="../media/image276.png"/><Relationship Id="rId150" Type="http://schemas.openxmlformats.org/officeDocument/2006/relationships/customXml" Target="../ink/ink309.xml"/><Relationship Id="rId171" Type="http://schemas.openxmlformats.org/officeDocument/2006/relationships/image" Target="../media/image319.png"/><Relationship Id="rId192" Type="http://schemas.openxmlformats.org/officeDocument/2006/relationships/customXml" Target="../ink/ink330.xml"/><Relationship Id="rId12" Type="http://schemas.openxmlformats.org/officeDocument/2006/relationships/customXml" Target="../ink/ink240.xml"/><Relationship Id="rId33" Type="http://schemas.openxmlformats.org/officeDocument/2006/relationships/image" Target="../media/image250.png"/><Relationship Id="rId108" Type="http://schemas.openxmlformats.org/officeDocument/2006/relationships/customXml" Target="../ink/ink288.xml"/><Relationship Id="rId129" Type="http://schemas.openxmlformats.org/officeDocument/2006/relationships/image" Target="../media/image298.png"/><Relationship Id="rId54" Type="http://schemas.openxmlformats.org/officeDocument/2006/relationships/customXml" Target="../ink/ink261.xml"/><Relationship Id="rId75" Type="http://schemas.openxmlformats.org/officeDocument/2006/relationships/image" Target="../media/image271.png"/><Relationship Id="rId96" Type="http://schemas.openxmlformats.org/officeDocument/2006/relationships/customXml" Target="../ink/ink282.xml"/><Relationship Id="rId140" Type="http://schemas.openxmlformats.org/officeDocument/2006/relationships/customXml" Target="../ink/ink304.xml"/><Relationship Id="rId161" Type="http://schemas.openxmlformats.org/officeDocument/2006/relationships/image" Target="../media/image314.png"/><Relationship Id="rId182" Type="http://schemas.openxmlformats.org/officeDocument/2006/relationships/customXml" Target="../ink/ink325.xml"/><Relationship Id="rId6" Type="http://schemas.openxmlformats.org/officeDocument/2006/relationships/customXml" Target="../ink/ink237.xml"/><Relationship Id="rId23" Type="http://schemas.openxmlformats.org/officeDocument/2006/relationships/image" Target="../media/image245.png"/><Relationship Id="rId119" Type="http://schemas.openxmlformats.org/officeDocument/2006/relationships/image" Target="../media/image293.png"/><Relationship Id="rId44" Type="http://schemas.openxmlformats.org/officeDocument/2006/relationships/customXml" Target="../ink/ink256.xml"/><Relationship Id="rId65" Type="http://schemas.openxmlformats.org/officeDocument/2006/relationships/image" Target="../media/image266.png"/><Relationship Id="rId86" Type="http://schemas.openxmlformats.org/officeDocument/2006/relationships/customXml" Target="../ink/ink277.xml"/><Relationship Id="rId130" Type="http://schemas.openxmlformats.org/officeDocument/2006/relationships/customXml" Target="../ink/ink299.xml"/><Relationship Id="rId151" Type="http://schemas.openxmlformats.org/officeDocument/2006/relationships/image" Target="../media/image309.png"/><Relationship Id="rId172" Type="http://schemas.openxmlformats.org/officeDocument/2006/relationships/customXml" Target="../ink/ink320.xml"/><Relationship Id="rId193" Type="http://schemas.openxmlformats.org/officeDocument/2006/relationships/image" Target="../media/image330.png"/><Relationship Id="rId13" Type="http://schemas.openxmlformats.org/officeDocument/2006/relationships/image" Target="../media/image240.png"/><Relationship Id="rId109" Type="http://schemas.openxmlformats.org/officeDocument/2006/relationships/image" Target="../media/image288.png"/><Relationship Id="rId34" Type="http://schemas.openxmlformats.org/officeDocument/2006/relationships/customXml" Target="../ink/ink251.xml"/><Relationship Id="rId55" Type="http://schemas.openxmlformats.org/officeDocument/2006/relationships/image" Target="../media/image261.png"/><Relationship Id="rId76" Type="http://schemas.openxmlformats.org/officeDocument/2006/relationships/customXml" Target="../ink/ink272.xml"/><Relationship Id="rId97" Type="http://schemas.openxmlformats.org/officeDocument/2006/relationships/image" Target="../media/image282.png"/><Relationship Id="rId120" Type="http://schemas.openxmlformats.org/officeDocument/2006/relationships/customXml" Target="../ink/ink294.xml"/><Relationship Id="rId141" Type="http://schemas.openxmlformats.org/officeDocument/2006/relationships/image" Target="../media/image304.png"/><Relationship Id="rId7" Type="http://schemas.openxmlformats.org/officeDocument/2006/relationships/image" Target="../media/image237.png"/><Relationship Id="rId162" Type="http://schemas.openxmlformats.org/officeDocument/2006/relationships/customXml" Target="../ink/ink315.xml"/><Relationship Id="rId183" Type="http://schemas.openxmlformats.org/officeDocument/2006/relationships/image" Target="../media/image325.png"/><Relationship Id="rId2" Type="http://schemas.openxmlformats.org/officeDocument/2006/relationships/customXml" Target="../ink/ink235.xml"/><Relationship Id="rId29" Type="http://schemas.openxmlformats.org/officeDocument/2006/relationships/image" Target="../media/image248.png"/><Relationship Id="rId24" Type="http://schemas.openxmlformats.org/officeDocument/2006/relationships/customXml" Target="../ink/ink246.xml"/><Relationship Id="rId40" Type="http://schemas.openxmlformats.org/officeDocument/2006/relationships/customXml" Target="../ink/ink254.xml"/><Relationship Id="rId45" Type="http://schemas.openxmlformats.org/officeDocument/2006/relationships/image" Target="../media/image256.png"/><Relationship Id="rId66" Type="http://schemas.openxmlformats.org/officeDocument/2006/relationships/customXml" Target="../ink/ink267.xml"/><Relationship Id="rId87" Type="http://schemas.openxmlformats.org/officeDocument/2006/relationships/image" Target="../media/image277.png"/><Relationship Id="rId110" Type="http://schemas.openxmlformats.org/officeDocument/2006/relationships/customXml" Target="../ink/ink289.xml"/><Relationship Id="rId115" Type="http://schemas.openxmlformats.org/officeDocument/2006/relationships/image" Target="../media/image291.png"/><Relationship Id="rId131" Type="http://schemas.openxmlformats.org/officeDocument/2006/relationships/image" Target="../media/image299.png"/><Relationship Id="rId136" Type="http://schemas.openxmlformats.org/officeDocument/2006/relationships/customXml" Target="../ink/ink302.xml"/><Relationship Id="rId157" Type="http://schemas.openxmlformats.org/officeDocument/2006/relationships/image" Target="../media/image312.png"/><Relationship Id="rId178" Type="http://schemas.openxmlformats.org/officeDocument/2006/relationships/customXml" Target="../ink/ink323.xml"/><Relationship Id="rId61" Type="http://schemas.openxmlformats.org/officeDocument/2006/relationships/image" Target="../media/image264.png"/><Relationship Id="rId82" Type="http://schemas.openxmlformats.org/officeDocument/2006/relationships/customXml" Target="../ink/ink275.xml"/><Relationship Id="rId152" Type="http://schemas.openxmlformats.org/officeDocument/2006/relationships/customXml" Target="../ink/ink310.xml"/><Relationship Id="rId173" Type="http://schemas.openxmlformats.org/officeDocument/2006/relationships/image" Target="../media/image320.png"/><Relationship Id="rId194" Type="http://schemas.openxmlformats.org/officeDocument/2006/relationships/customXml" Target="../ink/ink331.xml"/><Relationship Id="rId199" Type="http://schemas.openxmlformats.org/officeDocument/2006/relationships/image" Target="../media/image333.png"/><Relationship Id="rId19" Type="http://schemas.openxmlformats.org/officeDocument/2006/relationships/image" Target="../media/image243.png"/><Relationship Id="rId14" Type="http://schemas.openxmlformats.org/officeDocument/2006/relationships/customXml" Target="../ink/ink241.xml"/><Relationship Id="rId30" Type="http://schemas.openxmlformats.org/officeDocument/2006/relationships/customXml" Target="../ink/ink249.xml"/><Relationship Id="rId35" Type="http://schemas.openxmlformats.org/officeDocument/2006/relationships/image" Target="../media/image251.png"/><Relationship Id="rId56" Type="http://schemas.openxmlformats.org/officeDocument/2006/relationships/customXml" Target="../ink/ink262.xml"/><Relationship Id="rId77" Type="http://schemas.openxmlformats.org/officeDocument/2006/relationships/image" Target="../media/image272.png"/><Relationship Id="rId100" Type="http://schemas.openxmlformats.org/officeDocument/2006/relationships/customXml" Target="../ink/ink284.xml"/><Relationship Id="rId105" Type="http://schemas.openxmlformats.org/officeDocument/2006/relationships/image" Target="../media/image286.png"/><Relationship Id="rId126" Type="http://schemas.openxmlformats.org/officeDocument/2006/relationships/customXml" Target="../ink/ink297.xml"/><Relationship Id="rId147" Type="http://schemas.openxmlformats.org/officeDocument/2006/relationships/image" Target="../media/image307.png"/><Relationship Id="rId168" Type="http://schemas.openxmlformats.org/officeDocument/2006/relationships/customXml" Target="../ink/ink318.xml"/><Relationship Id="rId8" Type="http://schemas.openxmlformats.org/officeDocument/2006/relationships/customXml" Target="../ink/ink238.xml"/><Relationship Id="rId51" Type="http://schemas.openxmlformats.org/officeDocument/2006/relationships/image" Target="../media/image259.png"/><Relationship Id="rId72" Type="http://schemas.openxmlformats.org/officeDocument/2006/relationships/customXml" Target="../ink/ink270.xml"/><Relationship Id="rId93" Type="http://schemas.openxmlformats.org/officeDocument/2006/relationships/image" Target="../media/image280.png"/><Relationship Id="rId98" Type="http://schemas.openxmlformats.org/officeDocument/2006/relationships/customXml" Target="../ink/ink283.xml"/><Relationship Id="rId121" Type="http://schemas.openxmlformats.org/officeDocument/2006/relationships/image" Target="../media/image294.png"/><Relationship Id="rId142" Type="http://schemas.openxmlformats.org/officeDocument/2006/relationships/customXml" Target="../ink/ink305.xml"/><Relationship Id="rId163" Type="http://schemas.openxmlformats.org/officeDocument/2006/relationships/image" Target="../media/image315.png"/><Relationship Id="rId184" Type="http://schemas.openxmlformats.org/officeDocument/2006/relationships/customXml" Target="../ink/ink326.xml"/><Relationship Id="rId189" Type="http://schemas.openxmlformats.org/officeDocument/2006/relationships/image" Target="../media/image328.png"/><Relationship Id="rId3" Type="http://schemas.openxmlformats.org/officeDocument/2006/relationships/image" Target="../media/image235.png"/><Relationship Id="rId25" Type="http://schemas.openxmlformats.org/officeDocument/2006/relationships/image" Target="../media/image246.png"/><Relationship Id="rId46" Type="http://schemas.openxmlformats.org/officeDocument/2006/relationships/customXml" Target="../ink/ink257.xml"/><Relationship Id="rId67" Type="http://schemas.openxmlformats.org/officeDocument/2006/relationships/image" Target="../media/image267.png"/><Relationship Id="rId116" Type="http://schemas.openxmlformats.org/officeDocument/2006/relationships/customXml" Target="../ink/ink292.xml"/><Relationship Id="rId137" Type="http://schemas.openxmlformats.org/officeDocument/2006/relationships/image" Target="../media/image302.png"/><Relationship Id="rId158" Type="http://schemas.openxmlformats.org/officeDocument/2006/relationships/customXml" Target="../ink/ink313.xml"/><Relationship Id="rId20" Type="http://schemas.openxmlformats.org/officeDocument/2006/relationships/customXml" Target="../ink/ink244.xml"/><Relationship Id="rId41" Type="http://schemas.openxmlformats.org/officeDocument/2006/relationships/image" Target="../media/image254.png"/><Relationship Id="rId62" Type="http://schemas.openxmlformats.org/officeDocument/2006/relationships/customXml" Target="../ink/ink265.xml"/><Relationship Id="rId83" Type="http://schemas.openxmlformats.org/officeDocument/2006/relationships/image" Target="../media/image275.png"/><Relationship Id="rId88" Type="http://schemas.openxmlformats.org/officeDocument/2006/relationships/customXml" Target="../ink/ink278.xml"/><Relationship Id="rId111" Type="http://schemas.openxmlformats.org/officeDocument/2006/relationships/image" Target="../media/image289.png"/><Relationship Id="rId132" Type="http://schemas.openxmlformats.org/officeDocument/2006/relationships/customXml" Target="../ink/ink300.xml"/><Relationship Id="rId153" Type="http://schemas.openxmlformats.org/officeDocument/2006/relationships/image" Target="../media/image310.png"/><Relationship Id="rId174" Type="http://schemas.openxmlformats.org/officeDocument/2006/relationships/customXml" Target="../ink/ink321.xml"/><Relationship Id="rId179" Type="http://schemas.openxmlformats.org/officeDocument/2006/relationships/image" Target="../media/image323.png"/><Relationship Id="rId195" Type="http://schemas.openxmlformats.org/officeDocument/2006/relationships/image" Target="../media/image331.png"/><Relationship Id="rId190" Type="http://schemas.openxmlformats.org/officeDocument/2006/relationships/customXml" Target="../ink/ink329.xml"/><Relationship Id="rId15" Type="http://schemas.openxmlformats.org/officeDocument/2006/relationships/image" Target="../media/image241.png"/><Relationship Id="rId36" Type="http://schemas.openxmlformats.org/officeDocument/2006/relationships/customXml" Target="../ink/ink252.xml"/><Relationship Id="rId57" Type="http://schemas.openxmlformats.org/officeDocument/2006/relationships/image" Target="../media/image262.png"/><Relationship Id="rId106" Type="http://schemas.openxmlformats.org/officeDocument/2006/relationships/customXml" Target="../ink/ink287.xml"/><Relationship Id="rId127" Type="http://schemas.openxmlformats.org/officeDocument/2006/relationships/image" Target="../media/image297.png"/><Relationship Id="rId10" Type="http://schemas.openxmlformats.org/officeDocument/2006/relationships/customXml" Target="../ink/ink239.xml"/><Relationship Id="rId31" Type="http://schemas.openxmlformats.org/officeDocument/2006/relationships/image" Target="../media/image249.png"/><Relationship Id="rId52" Type="http://schemas.openxmlformats.org/officeDocument/2006/relationships/customXml" Target="../ink/ink260.xml"/><Relationship Id="rId73" Type="http://schemas.openxmlformats.org/officeDocument/2006/relationships/image" Target="../media/image270.png"/><Relationship Id="rId78" Type="http://schemas.openxmlformats.org/officeDocument/2006/relationships/customXml" Target="../ink/ink273.xml"/><Relationship Id="rId94" Type="http://schemas.openxmlformats.org/officeDocument/2006/relationships/customXml" Target="../ink/ink281.xml"/><Relationship Id="rId99" Type="http://schemas.openxmlformats.org/officeDocument/2006/relationships/image" Target="../media/image283.png"/><Relationship Id="rId101" Type="http://schemas.openxmlformats.org/officeDocument/2006/relationships/image" Target="../media/image284.png"/><Relationship Id="rId122" Type="http://schemas.openxmlformats.org/officeDocument/2006/relationships/customXml" Target="../ink/ink295.xml"/><Relationship Id="rId143" Type="http://schemas.openxmlformats.org/officeDocument/2006/relationships/image" Target="../media/image305.png"/><Relationship Id="rId148" Type="http://schemas.openxmlformats.org/officeDocument/2006/relationships/customXml" Target="../ink/ink308.xml"/><Relationship Id="rId164" Type="http://schemas.openxmlformats.org/officeDocument/2006/relationships/customXml" Target="../ink/ink316.xml"/><Relationship Id="rId169" Type="http://schemas.openxmlformats.org/officeDocument/2006/relationships/image" Target="../media/image318.png"/><Relationship Id="rId185" Type="http://schemas.openxmlformats.org/officeDocument/2006/relationships/image" Target="../media/image326.png"/><Relationship Id="rId4" Type="http://schemas.openxmlformats.org/officeDocument/2006/relationships/customXml" Target="../ink/ink236.xml"/><Relationship Id="rId9" Type="http://schemas.openxmlformats.org/officeDocument/2006/relationships/image" Target="../media/image238.png"/><Relationship Id="rId180" Type="http://schemas.openxmlformats.org/officeDocument/2006/relationships/customXml" Target="../ink/ink324.xml"/><Relationship Id="rId26" Type="http://schemas.openxmlformats.org/officeDocument/2006/relationships/customXml" Target="../ink/ink247.xml"/><Relationship Id="rId47" Type="http://schemas.openxmlformats.org/officeDocument/2006/relationships/image" Target="../media/image257.png"/><Relationship Id="rId68" Type="http://schemas.openxmlformats.org/officeDocument/2006/relationships/customXml" Target="../ink/ink268.xml"/><Relationship Id="rId89" Type="http://schemas.openxmlformats.org/officeDocument/2006/relationships/image" Target="../media/image278.png"/><Relationship Id="rId112" Type="http://schemas.openxmlformats.org/officeDocument/2006/relationships/customXml" Target="../ink/ink290.xml"/><Relationship Id="rId133" Type="http://schemas.openxmlformats.org/officeDocument/2006/relationships/image" Target="../media/image300.png"/><Relationship Id="rId154" Type="http://schemas.openxmlformats.org/officeDocument/2006/relationships/customXml" Target="../ink/ink311.xml"/><Relationship Id="rId175" Type="http://schemas.openxmlformats.org/officeDocument/2006/relationships/image" Target="../media/image321.png"/><Relationship Id="rId196" Type="http://schemas.openxmlformats.org/officeDocument/2006/relationships/customXml" Target="../ink/ink332.xml"/><Relationship Id="rId200" Type="http://schemas.openxmlformats.org/officeDocument/2006/relationships/customXml" Target="../ink/ink334.xml"/><Relationship Id="rId16" Type="http://schemas.openxmlformats.org/officeDocument/2006/relationships/customXml" Target="../ink/ink242.xml"/><Relationship Id="rId37" Type="http://schemas.openxmlformats.org/officeDocument/2006/relationships/image" Target="../media/image252.png"/><Relationship Id="rId58" Type="http://schemas.openxmlformats.org/officeDocument/2006/relationships/customXml" Target="../ink/ink263.xml"/><Relationship Id="rId79" Type="http://schemas.openxmlformats.org/officeDocument/2006/relationships/image" Target="../media/image273.png"/><Relationship Id="rId102" Type="http://schemas.openxmlformats.org/officeDocument/2006/relationships/customXml" Target="../ink/ink285.xml"/><Relationship Id="rId123" Type="http://schemas.openxmlformats.org/officeDocument/2006/relationships/image" Target="../media/image295.png"/><Relationship Id="rId144" Type="http://schemas.openxmlformats.org/officeDocument/2006/relationships/customXml" Target="../ink/ink306.xml"/><Relationship Id="rId90" Type="http://schemas.openxmlformats.org/officeDocument/2006/relationships/customXml" Target="../ink/ink279.xml"/><Relationship Id="rId165" Type="http://schemas.openxmlformats.org/officeDocument/2006/relationships/image" Target="../media/image316.png"/><Relationship Id="rId186" Type="http://schemas.openxmlformats.org/officeDocument/2006/relationships/customXml" Target="../ink/ink327.xml"/><Relationship Id="rId27" Type="http://schemas.openxmlformats.org/officeDocument/2006/relationships/image" Target="../media/image247.png"/><Relationship Id="rId48" Type="http://schemas.openxmlformats.org/officeDocument/2006/relationships/customXml" Target="../ink/ink258.xml"/><Relationship Id="rId69" Type="http://schemas.openxmlformats.org/officeDocument/2006/relationships/image" Target="../media/image268.png"/><Relationship Id="rId113" Type="http://schemas.openxmlformats.org/officeDocument/2006/relationships/image" Target="../media/image290.png"/><Relationship Id="rId134" Type="http://schemas.openxmlformats.org/officeDocument/2006/relationships/customXml" Target="../ink/ink301.xml"/><Relationship Id="rId80" Type="http://schemas.openxmlformats.org/officeDocument/2006/relationships/customXml" Target="../ink/ink274.xml"/><Relationship Id="rId155" Type="http://schemas.openxmlformats.org/officeDocument/2006/relationships/image" Target="../media/image311.png"/><Relationship Id="rId176" Type="http://schemas.openxmlformats.org/officeDocument/2006/relationships/customXml" Target="../ink/ink322.xml"/><Relationship Id="rId197" Type="http://schemas.openxmlformats.org/officeDocument/2006/relationships/image" Target="../media/image332.png"/><Relationship Id="rId201" Type="http://schemas.openxmlformats.org/officeDocument/2006/relationships/image" Target="../media/image334.png"/><Relationship Id="rId17" Type="http://schemas.openxmlformats.org/officeDocument/2006/relationships/image" Target="../media/image242.png"/><Relationship Id="rId38" Type="http://schemas.openxmlformats.org/officeDocument/2006/relationships/customXml" Target="../ink/ink253.xml"/><Relationship Id="rId59" Type="http://schemas.openxmlformats.org/officeDocument/2006/relationships/image" Target="../media/image263.png"/><Relationship Id="rId103" Type="http://schemas.openxmlformats.org/officeDocument/2006/relationships/image" Target="../media/image285.png"/><Relationship Id="rId124" Type="http://schemas.openxmlformats.org/officeDocument/2006/relationships/customXml" Target="../ink/ink296.xml"/><Relationship Id="rId70" Type="http://schemas.openxmlformats.org/officeDocument/2006/relationships/customXml" Target="../ink/ink269.xml"/><Relationship Id="rId91" Type="http://schemas.openxmlformats.org/officeDocument/2006/relationships/image" Target="../media/image279.png"/><Relationship Id="rId145" Type="http://schemas.openxmlformats.org/officeDocument/2006/relationships/image" Target="../media/image306.png"/><Relationship Id="rId166" Type="http://schemas.openxmlformats.org/officeDocument/2006/relationships/customXml" Target="../ink/ink317.xml"/><Relationship Id="rId187" Type="http://schemas.openxmlformats.org/officeDocument/2006/relationships/image" Target="../media/image32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48.xml"/><Relationship Id="rId49" Type="http://schemas.openxmlformats.org/officeDocument/2006/relationships/image" Target="../media/image258.png"/><Relationship Id="rId114" Type="http://schemas.openxmlformats.org/officeDocument/2006/relationships/customXml" Target="../ink/ink291.xml"/><Relationship Id="rId60" Type="http://schemas.openxmlformats.org/officeDocument/2006/relationships/customXml" Target="../ink/ink264.xml"/><Relationship Id="rId81" Type="http://schemas.openxmlformats.org/officeDocument/2006/relationships/image" Target="../media/image274.png"/><Relationship Id="rId135" Type="http://schemas.openxmlformats.org/officeDocument/2006/relationships/image" Target="../media/image301.png"/><Relationship Id="rId156" Type="http://schemas.openxmlformats.org/officeDocument/2006/relationships/customXml" Target="../ink/ink312.xml"/><Relationship Id="rId177" Type="http://schemas.openxmlformats.org/officeDocument/2006/relationships/image" Target="../media/image322.png"/><Relationship Id="rId198" Type="http://schemas.openxmlformats.org/officeDocument/2006/relationships/customXml" Target="../ink/ink333.xml"/><Relationship Id="rId18" Type="http://schemas.openxmlformats.org/officeDocument/2006/relationships/customXml" Target="../ink/ink243.xml"/><Relationship Id="rId39" Type="http://schemas.openxmlformats.org/officeDocument/2006/relationships/image" Target="../media/image253.png"/><Relationship Id="rId50" Type="http://schemas.openxmlformats.org/officeDocument/2006/relationships/customXml" Target="../ink/ink259.xml"/><Relationship Id="rId104" Type="http://schemas.openxmlformats.org/officeDocument/2006/relationships/customXml" Target="../ink/ink286.xml"/><Relationship Id="rId125" Type="http://schemas.openxmlformats.org/officeDocument/2006/relationships/image" Target="../media/image296.png"/><Relationship Id="rId146" Type="http://schemas.openxmlformats.org/officeDocument/2006/relationships/customXml" Target="../ink/ink307.xml"/><Relationship Id="rId167" Type="http://schemas.openxmlformats.org/officeDocument/2006/relationships/image" Target="../media/image317.png"/><Relationship Id="rId188" Type="http://schemas.openxmlformats.org/officeDocument/2006/relationships/customXml" Target="../ink/ink328.xml"/><Relationship Id="rId71" Type="http://schemas.openxmlformats.org/officeDocument/2006/relationships/image" Target="../media/image269.png"/><Relationship Id="rId92" Type="http://schemas.openxmlformats.org/officeDocument/2006/relationships/customXml" Target="../ink/ink28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7.xml"/><Relationship Id="rId117" Type="http://schemas.openxmlformats.org/officeDocument/2006/relationships/image" Target="../media/image392.png"/><Relationship Id="rId21" Type="http://schemas.openxmlformats.org/officeDocument/2006/relationships/image" Target="../media/image344.png"/><Relationship Id="rId42" Type="http://schemas.openxmlformats.org/officeDocument/2006/relationships/customXml" Target="../ink/ink355.xml"/><Relationship Id="rId47" Type="http://schemas.openxmlformats.org/officeDocument/2006/relationships/image" Target="../media/image357.png"/><Relationship Id="rId63" Type="http://schemas.openxmlformats.org/officeDocument/2006/relationships/image" Target="../media/image365.png"/><Relationship Id="rId68" Type="http://schemas.openxmlformats.org/officeDocument/2006/relationships/customXml" Target="../ink/ink368.xml"/><Relationship Id="rId84" Type="http://schemas.openxmlformats.org/officeDocument/2006/relationships/customXml" Target="../ink/ink376.xml"/><Relationship Id="rId89" Type="http://schemas.openxmlformats.org/officeDocument/2006/relationships/image" Target="../media/image378.png"/><Relationship Id="rId112" Type="http://schemas.openxmlformats.org/officeDocument/2006/relationships/customXml" Target="../ink/ink390.xml"/><Relationship Id="rId16" Type="http://schemas.openxmlformats.org/officeDocument/2006/relationships/customXml" Target="../ink/ink342.xml"/><Relationship Id="rId107" Type="http://schemas.openxmlformats.org/officeDocument/2006/relationships/image" Target="../media/image387.png"/><Relationship Id="rId11" Type="http://schemas.openxmlformats.org/officeDocument/2006/relationships/image" Target="../media/image339.png"/><Relationship Id="rId32" Type="http://schemas.openxmlformats.org/officeDocument/2006/relationships/customXml" Target="../ink/ink350.xml"/><Relationship Id="rId37" Type="http://schemas.openxmlformats.org/officeDocument/2006/relationships/image" Target="../media/image352.png"/><Relationship Id="rId53" Type="http://schemas.openxmlformats.org/officeDocument/2006/relationships/image" Target="../media/image360.png"/><Relationship Id="rId58" Type="http://schemas.openxmlformats.org/officeDocument/2006/relationships/customXml" Target="../ink/ink363.xml"/><Relationship Id="rId74" Type="http://schemas.openxmlformats.org/officeDocument/2006/relationships/customXml" Target="../ink/ink371.xml"/><Relationship Id="rId79" Type="http://schemas.openxmlformats.org/officeDocument/2006/relationships/image" Target="../media/image373.png"/><Relationship Id="rId102" Type="http://schemas.openxmlformats.org/officeDocument/2006/relationships/customXml" Target="../ink/ink385.xml"/><Relationship Id="rId123" Type="http://schemas.openxmlformats.org/officeDocument/2006/relationships/image" Target="../media/image395.png"/><Relationship Id="rId5" Type="http://schemas.openxmlformats.org/officeDocument/2006/relationships/image" Target="../media/image336.png"/><Relationship Id="rId90" Type="http://schemas.openxmlformats.org/officeDocument/2006/relationships/customXml" Target="../ink/ink379.xml"/><Relationship Id="rId95" Type="http://schemas.openxmlformats.org/officeDocument/2006/relationships/image" Target="../media/image381.png"/><Relationship Id="rId22" Type="http://schemas.openxmlformats.org/officeDocument/2006/relationships/customXml" Target="../ink/ink345.xml"/><Relationship Id="rId27" Type="http://schemas.openxmlformats.org/officeDocument/2006/relationships/image" Target="../media/image347.png"/><Relationship Id="rId43" Type="http://schemas.openxmlformats.org/officeDocument/2006/relationships/image" Target="../media/image355.png"/><Relationship Id="rId48" Type="http://schemas.openxmlformats.org/officeDocument/2006/relationships/customXml" Target="../ink/ink358.xml"/><Relationship Id="rId64" Type="http://schemas.openxmlformats.org/officeDocument/2006/relationships/customXml" Target="../ink/ink366.xml"/><Relationship Id="rId69" Type="http://schemas.openxmlformats.org/officeDocument/2006/relationships/image" Target="../media/image368.png"/><Relationship Id="rId113" Type="http://schemas.openxmlformats.org/officeDocument/2006/relationships/image" Target="../media/image390.png"/><Relationship Id="rId118" Type="http://schemas.openxmlformats.org/officeDocument/2006/relationships/customXml" Target="../ink/ink393.xml"/><Relationship Id="rId80" Type="http://schemas.openxmlformats.org/officeDocument/2006/relationships/customXml" Target="../ink/ink374.xml"/><Relationship Id="rId85" Type="http://schemas.openxmlformats.org/officeDocument/2006/relationships/image" Target="../media/image376.png"/><Relationship Id="rId12" Type="http://schemas.openxmlformats.org/officeDocument/2006/relationships/customXml" Target="../ink/ink340.xml"/><Relationship Id="rId17" Type="http://schemas.openxmlformats.org/officeDocument/2006/relationships/image" Target="../media/image342.png"/><Relationship Id="rId33" Type="http://schemas.openxmlformats.org/officeDocument/2006/relationships/image" Target="../media/image350.png"/><Relationship Id="rId38" Type="http://schemas.openxmlformats.org/officeDocument/2006/relationships/customXml" Target="../ink/ink353.xml"/><Relationship Id="rId59" Type="http://schemas.openxmlformats.org/officeDocument/2006/relationships/image" Target="../media/image363.png"/><Relationship Id="rId103" Type="http://schemas.openxmlformats.org/officeDocument/2006/relationships/image" Target="../media/image385.png"/><Relationship Id="rId108" Type="http://schemas.openxmlformats.org/officeDocument/2006/relationships/customXml" Target="../ink/ink388.xml"/><Relationship Id="rId54" Type="http://schemas.openxmlformats.org/officeDocument/2006/relationships/customXml" Target="../ink/ink361.xml"/><Relationship Id="rId70" Type="http://schemas.openxmlformats.org/officeDocument/2006/relationships/customXml" Target="../ink/ink369.xml"/><Relationship Id="rId75" Type="http://schemas.openxmlformats.org/officeDocument/2006/relationships/image" Target="../media/image371.png"/><Relationship Id="rId91" Type="http://schemas.openxmlformats.org/officeDocument/2006/relationships/image" Target="../media/image379.png"/><Relationship Id="rId96" Type="http://schemas.openxmlformats.org/officeDocument/2006/relationships/customXml" Target="../ink/ink3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7.xml"/><Relationship Id="rId23" Type="http://schemas.openxmlformats.org/officeDocument/2006/relationships/image" Target="../media/image345.png"/><Relationship Id="rId28" Type="http://schemas.openxmlformats.org/officeDocument/2006/relationships/customXml" Target="../ink/ink348.xml"/><Relationship Id="rId49" Type="http://schemas.openxmlformats.org/officeDocument/2006/relationships/image" Target="../media/image358.png"/><Relationship Id="rId114" Type="http://schemas.openxmlformats.org/officeDocument/2006/relationships/customXml" Target="../ink/ink391.xml"/><Relationship Id="rId119" Type="http://schemas.openxmlformats.org/officeDocument/2006/relationships/image" Target="../media/image393.png"/><Relationship Id="rId44" Type="http://schemas.openxmlformats.org/officeDocument/2006/relationships/customXml" Target="../ink/ink356.xml"/><Relationship Id="rId60" Type="http://schemas.openxmlformats.org/officeDocument/2006/relationships/customXml" Target="../ink/ink364.xml"/><Relationship Id="rId65" Type="http://schemas.openxmlformats.org/officeDocument/2006/relationships/image" Target="../media/image366.png"/><Relationship Id="rId81" Type="http://schemas.openxmlformats.org/officeDocument/2006/relationships/image" Target="../media/image374.png"/><Relationship Id="rId86" Type="http://schemas.openxmlformats.org/officeDocument/2006/relationships/customXml" Target="../ink/ink377.xml"/><Relationship Id="rId4" Type="http://schemas.openxmlformats.org/officeDocument/2006/relationships/customXml" Target="../ink/ink336.xml"/><Relationship Id="rId9" Type="http://schemas.openxmlformats.org/officeDocument/2006/relationships/image" Target="../media/image338.png"/><Relationship Id="rId13" Type="http://schemas.openxmlformats.org/officeDocument/2006/relationships/image" Target="../media/image340.png"/><Relationship Id="rId18" Type="http://schemas.openxmlformats.org/officeDocument/2006/relationships/customXml" Target="../ink/ink343.xml"/><Relationship Id="rId39" Type="http://schemas.openxmlformats.org/officeDocument/2006/relationships/image" Target="../media/image353.png"/><Relationship Id="rId109" Type="http://schemas.openxmlformats.org/officeDocument/2006/relationships/image" Target="../media/image388.png"/><Relationship Id="rId34" Type="http://schemas.openxmlformats.org/officeDocument/2006/relationships/customXml" Target="../ink/ink351.xml"/><Relationship Id="rId50" Type="http://schemas.openxmlformats.org/officeDocument/2006/relationships/customXml" Target="../ink/ink359.xml"/><Relationship Id="rId55" Type="http://schemas.openxmlformats.org/officeDocument/2006/relationships/image" Target="../media/image361.png"/><Relationship Id="rId76" Type="http://schemas.openxmlformats.org/officeDocument/2006/relationships/customXml" Target="../ink/ink372.xml"/><Relationship Id="rId97" Type="http://schemas.openxmlformats.org/officeDocument/2006/relationships/image" Target="../media/image382.png"/><Relationship Id="rId104" Type="http://schemas.openxmlformats.org/officeDocument/2006/relationships/customXml" Target="../ink/ink386.xml"/><Relationship Id="rId120" Type="http://schemas.openxmlformats.org/officeDocument/2006/relationships/customXml" Target="../ink/ink394.xml"/><Relationship Id="rId7" Type="http://schemas.openxmlformats.org/officeDocument/2006/relationships/image" Target="../media/image337.png"/><Relationship Id="rId71" Type="http://schemas.openxmlformats.org/officeDocument/2006/relationships/image" Target="../media/image369.png"/><Relationship Id="rId92" Type="http://schemas.openxmlformats.org/officeDocument/2006/relationships/customXml" Target="../ink/ink380.xml"/><Relationship Id="rId2" Type="http://schemas.openxmlformats.org/officeDocument/2006/relationships/customXml" Target="../ink/ink335.xml"/><Relationship Id="rId29" Type="http://schemas.openxmlformats.org/officeDocument/2006/relationships/image" Target="../media/image348.png"/><Relationship Id="rId24" Type="http://schemas.openxmlformats.org/officeDocument/2006/relationships/customXml" Target="../ink/ink346.xml"/><Relationship Id="rId40" Type="http://schemas.openxmlformats.org/officeDocument/2006/relationships/customXml" Target="../ink/ink354.xml"/><Relationship Id="rId45" Type="http://schemas.openxmlformats.org/officeDocument/2006/relationships/image" Target="../media/image356.png"/><Relationship Id="rId66" Type="http://schemas.openxmlformats.org/officeDocument/2006/relationships/customXml" Target="../ink/ink367.xml"/><Relationship Id="rId87" Type="http://schemas.openxmlformats.org/officeDocument/2006/relationships/image" Target="../media/image377.png"/><Relationship Id="rId110" Type="http://schemas.openxmlformats.org/officeDocument/2006/relationships/customXml" Target="../ink/ink389.xml"/><Relationship Id="rId115" Type="http://schemas.openxmlformats.org/officeDocument/2006/relationships/image" Target="../media/image391.png"/><Relationship Id="rId61" Type="http://schemas.openxmlformats.org/officeDocument/2006/relationships/image" Target="../media/image364.png"/><Relationship Id="rId82" Type="http://schemas.openxmlformats.org/officeDocument/2006/relationships/customXml" Target="../ink/ink375.xml"/><Relationship Id="rId19" Type="http://schemas.openxmlformats.org/officeDocument/2006/relationships/image" Target="../media/image343.png"/><Relationship Id="rId14" Type="http://schemas.openxmlformats.org/officeDocument/2006/relationships/customXml" Target="../ink/ink341.xml"/><Relationship Id="rId30" Type="http://schemas.openxmlformats.org/officeDocument/2006/relationships/customXml" Target="../ink/ink349.xml"/><Relationship Id="rId35" Type="http://schemas.openxmlformats.org/officeDocument/2006/relationships/image" Target="../media/image351.png"/><Relationship Id="rId56" Type="http://schemas.openxmlformats.org/officeDocument/2006/relationships/customXml" Target="../ink/ink362.xml"/><Relationship Id="rId77" Type="http://schemas.openxmlformats.org/officeDocument/2006/relationships/image" Target="../media/image372.png"/><Relationship Id="rId100" Type="http://schemas.openxmlformats.org/officeDocument/2006/relationships/customXml" Target="../ink/ink384.xml"/><Relationship Id="rId105" Type="http://schemas.openxmlformats.org/officeDocument/2006/relationships/image" Target="../media/image386.png"/><Relationship Id="rId8" Type="http://schemas.openxmlformats.org/officeDocument/2006/relationships/customXml" Target="../ink/ink338.xml"/><Relationship Id="rId51" Type="http://schemas.openxmlformats.org/officeDocument/2006/relationships/image" Target="../media/image359.png"/><Relationship Id="rId72" Type="http://schemas.openxmlformats.org/officeDocument/2006/relationships/customXml" Target="../ink/ink370.xml"/><Relationship Id="rId93" Type="http://schemas.openxmlformats.org/officeDocument/2006/relationships/image" Target="../media/image380.png"/><Relationship Id="rId98" Type="http://schemas.openxmlformats.org/officeDocument/2006/relationships/customXml" Target="../ink/ink383.xml"/><Relationship Id="rId121" Type="http://schemas.openxmlformats.org/officeDocument/2006/relationships/image" Target="../media/image394.png"/><Relationship Id="rId3" Type="http://schemas.openxmlformats.org/officeDocument/2006/relationships/image" Target="../media/image335.png"/><Relationship Id="rId25" Type="http://schemas.openxmlformats.org/officeDocument/2006/relationships/image" Target="../media/image346.png"/><Relationship Id="rId46" Type="http://schemas.openxmlformats.org/officeDocument/2006/relationships/customXml" Target="../ink/ink357.xml"/><Relationship Id="rId67" Type="http://schemas.openxmlformats.org/officeDocument/2006/relationships/image" Target="../media/image367.png"/><Relationship Id="rId116" Type="http://schemas.openxmlformats.org/officeDocument/2006/relationships/customXml" Target="../ink/ink392.xml"/><Relationship Id="rId20" Type="http://schemas.openxmlformats.org/officeDocument/2006/relationships/customXml" Target="../ink/ink344.xml"/><Relationship Id="rId41" Type="http://schemas.openxmlformats.org/officeDocument/2006/relationships/image" Target="../media/image354.png"/><Relationship Id="rId62" Type="http://schemas.openxmlformats.org/officeDocument/2006/relationships/customXml" Target="../ink/ink365.xml"/><Relationship Id="rId83" Type="http://schemas.openxmlformats.org/officeDocument/2006/relationships/image" Target="../media/image375.png"/><Relationship Id="rId88" Type="http://schemas.openxmlformats.org/officeDocument/2006/relationships/customXml" Target="../ink/ink378.xml"/><Relationship Id="rId111" Type="http://schemas.openxmlformats.org/officeDocument/2006/relationships/image" Target="../media/image389.png"/><Relationship Id="rId15" Type="http://schemas.openxmlformats.org/officeDocument/2006/relationships/image" Target="../media/image341.png"/><Relationship Id="rId36" Type="http://schemas.openxmlformats.org/officeDocument/2006/relationships/customXml" Target="../ink/ink352.xml"/><Relationship Id="rId57" Type="http://schemas.openxmlformats.org/officeDocument/2006/relationships/image" Target="../media/image362.png"/><Relationship Id="rId106" Type="http://schemas.openxmlformats.org/officeDocument/2006/relationships/customXml" Target="../ink/ink387.xml"/><Relationship Id="rId10" Type="http://schemas.openxmlformats.org/officeDocument/2006/relationships/customXml" Target="../ink/ink339.xml"/><Relationship Id="rId31" Type="http://schemas.openxmlformats.org/officeDocument/2006/relationships/image" Target="../media/image349.png"/><Relationship Id="rId52" Type="http://schemas.openxmlformats.org/officeDocument/2006/relationships/customXml" Target="../ink/ink360.xml"/><Relationship Id="rId73" Type="http://schemas.openxmlformats.org/officeDocument/2006/relationships/image" Target="../media/image370.png"/><Relationship Id="rId78" Type="http://schemas.openxmlformats.org/officeDocument/2006/relationships/customXml" Target="../ink/ink373.xml"/><Relationship Id="rId94" Type="http://schemas.openxmlformats.org/officeDocument/2006/relationships/customXml" Target="../ink/ink381.xml"/><Relationship Id="rId99" Type="http://schemas.openxmlformats.org/officeDocument/2006/relationships/image" Target="../media/image383.png"/><Relationship Id="rId101" Type="http://schemas.openxmlformats.org/officeDocument/2006/relationships/image" Target="../media/image384.png"/><Relationship Id="rId122" Type="http://schemas.openxmlformats.org/officeDocument/2006/relationships/customXml" Target="../ink/ink395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8.xml"/><Relationship Id="rId21" Type="http://schemas.openxmlformats.org/officeDocument/2006/relationships/image" Target="../media/image404.png"/><Relationship Id="rId42" Type="http://schemas.openxmlformats.org/officeDocument/2006/relationships/customXml" Target="../ink/ink416.xml"/><Relationship Id="rId47" Type="http://schemas.openxmlformats.org/officeDocument/2006/relationships/image" Target="../media/image417.png"/><Relationship Id="rId63" Type="http://schemas.openxmlformats.org/officeDocument/2006/relationships/image" Target="../media/image425.png"/><Relationship Id="rId68" Type="http://schemas.openxmlformats.org/officeDocument/2006/relationships/customXml" Target="../ink/ink429.xml"/><Relationship Id="rId84" Type="http://schemas.openxmlformats.org/officeDocument/2006/relationships/customXml" Target="../ink/ink437.xml"/><Relationship Id="rId89" Type="http://schemas.openxmlformats.org/officeDocument/2006/relationships/image" Target="../media/image438.png"/><Relationship Id="rId16" Type="http://schemas.openxmlformats.org/officeDocument/2006/relationships/customXml" Target="../ink/ink403.xml"/><Relationship Id="rId11" Type="http://schemas.openxmlformats.org/officeDocument/2006/relationships/image" Target="../media/image400.png"/><Relationship Id="rId32" Type="http://schemas.openxmlformats.org/officeDocument/2006/relationships/customXml" Target="../ink/ink411.xml"/><Relationship Id="rId37" Type="http://schemas.openxmlformats.org/officeDocument/2006/relationships/image" Target="../media/image412.png"/><Relationship Id="rId53" Type="http://schemas.openxmlformats.org/officeDocument/2006/relationships/image" Target="../media/image420.png"/><Relationship Id="rId58" Type="http://schemas.openxmlformats.org/officeDocument/2006/relationships/customXml" Target="../ink/ink424.xml"/><Relationship Id="rId74" Type="http://schemas.openxmlformats.org/officeDocument/2006/relationships/customXml" Target="../ink/ink432.xml"/><Relationship Id="rId79" Type="http://schemas.openxmlformats.org/officeDocument/2006/relationships/image" Target="../media/image433.png"/><Relationship Id="rId5" Type="http://schemas.openxmlformats.org/officeDocument/2006/relationships/image" Target="../media/image397.png"/><Relationship Id="rId90" Type="http://schemas.openxmlformats.org/officeDocument/2006/relationships/customXml" Target="../ink/ink440.xml"/><Relationship Id="rId95" Type="http://schemas.openxmlformats.org/officeDocument/2006/relationships/image" Target="../media/image441.png"/><Relationship Id="rId22" Type="http://schemas.openxmlformats.org/officeDocument/2006/relationships/customXml" Target="../ink/ink406.xml"/><Relationship Id="rId27" Type="http://schemas.openxmlformats.org/officeDocument/2006/relationships/image" Target="../media/image407.png"/><Relationship Id="rId43" Type="http://schemas.openxmlformats.org/officeDocument/2006/relationships/image" Target="../media/image415.png"/><Relationship Id="rId48" Type="http://schemas.openxmlformats.org/officeDocument/2006/relationships/customXml" Target="../ink/ink419.xml"/><Relationship Id="rId64" Type="http://schemas.openxmlformats.org/officeDocument/2006/relationships/customXml" Target="../ink/ink427.xml"/><Relationship Id="rId69" Type="http://schemas.openxmlformats.org/officeDocument/2006/relationships/image" Target="../media/image428.png"/><Relationship Id="rId80" Type="http://schemas.openxmlformats.org/officeDocument/2006/relationships/customXml" Target="../ink/ink435.xml"/><Relationship Id="rId85" Type="http://schemas.openxmlformats.org/officeDocument/2006/relationships/image" Target="../media/image436.png"/><Relationship Id="rId3" Type="http://schemas.openxmlformats.org/officeDocument/2006/relationships/image" Target="../media/image396.png"/><Relationship Id="rId12" Type="http://schemas.openxmlformats.org/officeDocument/2006/relationships/customXml" Target="../ink/ink401.xml"/><Relationship Id="rId17" Type="http://schemas.openxmlformats.org/officeDocument/2006/relationships/image" Target="../media/image402.png"/><Relationship Id="rId25" Type="http://schemas.openxmlformats.org/officeDocument/2006/relationships/image" Target="../media/image406.png"/><Relationship Id="rId33" Type="http://schemas.openxmlformats.org/officeDocument/2006/relationships/image" Target="../media/image410.png"/><Relationship Id="rId38" Type="http://schemas.openxmlformats.org/officeDocument/2006/relationships/customXml" Target="../ink/ink414.xml"/><Relationship Id="rId46" Type="http://schemas.openxmlformats.org/officeDocument/2006/relationships/customXml" Target="../ink/ink418.xml"/><Relationship Id="rId59" Type="http://schemas.openxmlformats.org/officeDocument/2006/relationships/image" Target="../media/image423.png"/><Relationship Id="rId67" Type="http://schemas.openxmlformats.org/officeDocument/2006/relationships/image" Target="../media/image427.png"/><Relationship Id="rId20" Type="http://schemas.openxmlformats.org/officeDocument/2006/relationships/customXml" Target="../ink/ink405.xml"/><Relationship Id="rId41" Type="http://schemas.openxmlformats.org/officeDocument/2006/relationships/image" Target="../media/image414.png"/><Relationship Id="rId54" Type="http://schemas.openxmlformats.org/officeDocument/2006/relationships/customXml" Target="../ink/ink422.xml"/><Relationship Id="rId62" Type="http://schemas.openxmlformats.org/officeDocument/2006/relationships/customXml" Target="../ink/ink426.xml"/><Relationship Id="rId70" Type="http://schemas.openxmlformats.org/officeDocument/2006/relationships/customXml" Target="../ink/ink430.xml"/><Relationship Id="rId75" Type="http://schemas.openxmlformats.org/officeDocument/2006/relationships/image" Target="../media/image431.png"/><Relationship Id="rId83" Type="http://schemas.openxmlformats.org/officeDocument/2006/relationships/image" Target="../media/image435.png"/><Relationship Id="rId88" Type="http://schemas.openxmlformats.org/officeDocument/2006/relationships/customXml" Target="../ink/ink439.xml"/><Relationship Id="rId91" Type="http://schemas.openxmlformats.org/officeDocument/2006/relationships/image" Target="../media/image439.png"/><Relationship Id="rId96" Type="http://schemas.openxmlformats.org/officeDocument/2006/relationships/customXml" Target="../ink/ink44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8.xml"/><Relationship Id="rId15" Type="http://schemas.openxmlformats.org/officeDocument/2006/relationships/image" Target="../media/image378.png"/><Relationship Id="rId23" Type="http://schemas.openxmlformats.org/officeDocument/2006/relationships/image" Target="../media/image405.png"/><Relationship Id="rId28" Type="http://schemas.openxmlformats.org/officeDocument/2006/relationships/customXml" Target="../ink/ink409.xml"/><Relationship Id="rId36" Type="http://schemas.openxmlformats.org/officeDocument/2006/relationships/customXml" Target="../ink/ink413.xml"/><Relationship Id="rId49" Type="http://schemas.openxmlformats.org/officeDocument/2006/relationships/image" Target="../media/image418.png"/><Relationship Id="rId57" Type="http://schemas.openxmlformats.org/officeDocument/2006/relationships/image" Target="../media/image422.png"/><Relationship Id="rId10" Type="http://schemas.openxmlformats.org/officeDocument/2006/relationships/customXml" Target="../ink/ink400.xml"/><Relationship Id="rId31" Type="http://schemas.openxmlformats.org/officeDocument/2006/relationships/image" Target="../media/image409.png"/><Relationship Id="rId44" Type="http://schemas.openxmlformats.org/officeDocument/2006/relationships/customXml" Target="../ink/ink417.xml"/><Relationship Id="rId52" Type="http://schemas.openxmlformats.org/officeDocument/2006/relationships/customXml" Target="../ink/ink421.xml"/><Relationship Id="rId60" Type="http://schemas.openxmlformats.org/officeDocument/2006/relationships/customXml" Target="../ink/ink425.xml"/><Relationship Id="rId65" Type="http://schemas.openxmlformats.org/officeDocument/2006/relationships/image" Target="../media/image426.png"/><Relationship Id="rId73" Type="http://schemas.openxmlformats.org/officeDocument/2006/relationships/image" Target="../media/image430.png"/><Relationship Id="rId78" Type="http://schemas.openxmlformats.org/officeDocument/2006/relationships/customXml" Target="../ink/ink434.xml"/><Relationship Id="rId81" Type="http://schemas.openxmlformats.org/officeDocument/2006/relationships/image" Target="../media/image434.png"/><Relationship Id="rId86" Type="http://schemas.openxmlformats.org/officeDocument/2006/relationships/customXml" Target="../ink/ink438.xml"/><Relationship Id="rId94" Type="http://schemas.openxmlformats.org/officeDocument/2006/relationships/customXml" Target="../ink/ink442.xml"/><Relationship Id="rId4" Type="http://schemas.openxmlformats.org/officeDocument/2006/relationships/customXml" Target="../ink/ink397.xml"/><Relationship Id="rId9" Type="http://schemas.openxmlformats.org/officeDocument/2006/relationships/image" Target="../media/image399.png"/><Relationship Id="rId13" Type="http://schemas.openxmlformats.org/officeDocument/2006/relationships/image" Target="../media/image401.png"/><Relationship Id="rId18" Type="http://schemas.openxmlformats.org/officeDocument/2006/relationships/customXml" Target="../ink/ink404.xml"/><Relationship Id="rId39" Type="http://schemas.openxmlformats.org/officeDocument/2006/relationships/image" Target="../media/image413.png"/><Relationship Id="rId34" Type="http://schemas.openxmlformats.org/officeDocument/2006/relationships/customXml" Target="../ink/ink412.xml"/><Relationship Id="rId50" Type="http://schemas.openxmlformats.org/officeDocument/2006/relationships/customXml" Target="../ink/ink420.xml"/><Relationship Id="rId55" Type="http://schemas.openxmlformats.org/officeDocument/2006/relationships/image" Target="../media/image421.png"/><Relationship Id="rId76" Type="http://schemas.openxmlformats.org/officeDocument/2006/relationships/customXml" Target="../ink/ink433.xml"/><Relationship Id="rId97" Type="http://schemas.openxmlformats.org/officeDocument/2006/relationships/image" Target="../media/image442.png"/><Relationship Id="rId7" Type="http://schemas.openxmlformats.org/officeDocument/2006/relationships/image" Target="../media/image398.png"/><Relationship Id="rId71" Type="http://schemas.openxmlformats.org/officeDocument/2006/relationships/image" Target="../media/image429.png"/><Relationship Id="rId92" Type="http://schemas.openxmlformats.org/officeDocument/2006/relationships/customXml" Target="../ink/ink441.xml"/><Relationship Id="rId2" Type="http://schemas.openxmlformats.org/officeDocument/2006/relationships/customXml" Target="../ink/ink396.xml"/><Relationship Id="rId29" Type="http://schemas.openxmlformats.org/officeDocument/2006/relationships/image" Target="../media/image408.png"/><Relationship Id="rId24" Type="http://schemas.openxmlformats.org/officeDocument/2006/relationships/customXml" Target="../ink/ink407.xml"/><Relationship Id="rId40" Type="http://schemas.openxmlformats.org/officeDocument/2006/relationships/customXml" Target="../ink/ink415.xml"/><Relationship Id="rId45" Type="http://schemas.openxmlformats.org/officeDocument/2006/relationships/image" Target="../media/image416.png"/><Relationship Id="rId66" Type="http://schemas.openxmlformats.org/officeDocument/2006/relationships/customXml" Target="../ink/ink428.xml"/><Relationship Id="rId87" Type="http://schemas.openxmlformats.org/officeDocument/2006/relationships/image" Target="../media/image437.png"/><Relationship Id="rId61" Type="http://schemas.openxmlformats.org/officeDocument/2006/relationships/image" Target="../media/image424.png"/><Relationship Id="rId82" Type="http://schemas.openxmlformats.org/officeDocument/2006/relationships/customXml" Target="../ink/ink436.xml"/><Relationship Id="rId19" Type="http://schemas.openxmlformats.org/officeDocument/2006/relationships/image" Target="../media/image403.png"/><Relationship Id="rId14" Type="http://schemas.openxmlformats.org/officeDocument/2006/relationships/customXml" Target="../ink/ink402.xml"/><Relationship Id="rId30" Type="http://schemas.openxmlformats.org/officeDocument/2006/relationships/customXml" Target="../ink/ink410.xml"/><Relationship Id="rId35" Type="http://schemas.openxmlformats.org/officeDocument/2006/relationships/image" Target="../media/image411.png"/><Relationship Id="rId56" Type="http://schemas.openxmlformats.org/officeDocument/2006/relationships/customXml" Target="../ink/ink423.xml"/><Relationship Id="rId77" Type="http://schemas.openxmlformats.org/officeDocument/2006/relationships/image" Target="../media/image432.png"/><Relationship Id="rId8" Type="http://schemas.openxmlformats.org/officeDocument/2006/relationships/customXml" Target="../ink/ink399.xml"/><Relationship Id="rId51" Type="http://schemas.openxmlformats.org/officeDocument/2006/relationships/image" Target="../media/image419.png"/><Relationship Id="rId72" Type="http://schemas.openxmlformats.org/officeDocument/2006/relationships/customXml" Target="../ink/ink431.xml"/><Relationship Id="rId93" Type="http://schemas.openxmlformats.org/officeDocument/2006/relationships/image" Target="../media/image440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6.xml"/><Relationship Id="rId21" Type="http://schemas.openxmlformats.org/officeDocument/2006/relationships/image" Target="../media/image452.png"/><Relationship Id="rId42" Type="http://schemas.openxmlformats.org/officeDocument/2006/relationships/customXml" Target="../ink/ink464.xml"/><Relationship Id="rId47" Type="http://schemas.openxmlformats.org/officeDocument/2006/relationships/image" Target="../media/image465.png"/><Relationship Id="rId63" Type="http://schemas.openxmlformats.org/officeDocument/2006/relationships/image" Target="../media/image473.png"/><Relationship Id="rId68" Type="http://schemas.openxmlformats.org/officeDocument/2006/relationships/customXml" Target="../ink/ink477.xml"/><Relationship Id="rId2" Type="http://schemas.openxmlformats.org/officeDocument/2006/relationships/customXml" Target="../ink/ink444.xml"/><Relationship Id="rId16" Type="http://schemas.openxmlformats.org/officeDocument/2006/relationships/customXml" Target="../ink/ink451.xml"/><Relationship Id="rId29" Type="http://schemas.openxmlformats.org/officeDocument/2006/relationships/image" Target="../media/image456.png"/><Relationship Id="rId11" Type="http://schemas.openxmlformats.org/officeDocument/2006/relationships/image" Target="../media/image447.png"/><Relationship Id="rId24" Type="http://schemas.openxmlformats.org/officeDocument/2006/relationships/customXml" Target="../ink/ink455.xml"/><Relationship Id="rId32" Type="http://schemas.openxmlformats.org/officeDocument/2006/relationships/customXml" Target="../ink/ink459.xml"/><Relationship Id="rId37" Type="http://schemas.openxmlformats.org/officeDocument/2006/relationships/image" Target="../media/image460.png"/><Relationship Id="rId40" Type="http://schemas.openxmlformats.org/officeDocument/2006/relationships/customXml" Target="../ink/ink463.xml"/><Relationship Id="rId45" Type="http://schemas.openxmlformats.org/officeDocument/2006/relationships/image" Target="../media/image464.png"/><Relationship Id="rId53" Type="http://schemas.openxmlformats.org/officeDocument/2006/relationships/image" Target="../media/image468.png"/><Relationship Id="rId58" Type="http://schemas.openxmlformats.org/officeDocument/2006/relationships/customXml" Target="../ink/ink472.xml"/><Relationship Id="rId66" Type="http://schemas.openxmlformats.org/officeDocument/2006/relationships/customXml" Target="../ink/ink476.xml"/><Relationship Id="rId5" Type="http://schemas.openxmlformats.org/officeDocument/2006/relationships/image" Target="../media/image444.png"/><Relationship Id="rId61" Type="http://schemas.openxmlformats.org/officeDocument/2006/relationships/image" Target="../media/image472.png"/><Relationship Id="rId19" Type="http://schemas.openxmlformats.org/officeDocument/2006/relationships/image" Target="../media/image451.png"/><Relationship Id="rId14" Type="http://schemas.openxmlformats.org/officeDocument/2006/relationships/customXml" Target="../ink/ink450.xml"/><Relationship Id="rId22" Type="http://schemas.openxmlformats.org/officeDocument/2006/relationships/customXml" Target="../ink/ink454.xml"/><Relationship Id="rId27" Type="http://schemas.openxmlformats.org/officeDocument/2006/relationships/image" Target="../media/image455.png"/><Relationship Id="rId30" Type="http://schemas.openxmlformats.org/officeDocument/2006/relationships/customXml" Target="../ink/ink458.xml"/><Relationship Id="rId35" Type="http://schemas.openxmlformats.org/officeDocument/2006/relationships/image" Target="../media/image459.png"/><Relationship Id="rId43" Type="http://schemas.openxmlformats.org/officeDocument/2006/relationships/image" Target="../media/image463.png"/><Relationship Id="rId48" Type="http://schemas.openxmlformats.org/officeDocument/2006/relationships/customXml" Target="../ink/ink467.xml"/><Relationship Id="rId56" Type="http://schemas.openxmlformats.org/officeDocument/2006/relationships/customXml" Target="../ink/ink471.xml"/><Relationship Id="rId64" Type="http://schemas.openxmlformats.org/officeDocument/2006/relationships/customXml" Target="../ink/ink475.xml"/><Relationship Id="rId69" Type="http://schemas.openxmlformats.org/officeDocument/2006/relationships/image" Target="../media/image476.png"/><Relationship Id="rId8" Type="http://schemas.openxmlformats.org/officeDocument/2006/relationships/customXml" Target="../ink/ink447.xml"/><Relationship Id="rId51" Type="http://schemas.openxmlformats.org/officeDocument/2006/relationships/image" Target="../media/image467.png"/><Relationship Id="rId72" Type="http://schemas.openxmlformats.org/officeDocument/2006/relationships/customXml" Target="../ink/ink479.xml"/><Relationship Id="rId3" Type="http://schemas.openxmlformats.org/officeDocument/2006/relationships/image" Target="../media/image443.png"/><Relationship Id="rId12" Type="http://schemas.openxmlformats.org/officeDocument/2006/relationships/customXml" Target="../ink/ink449.xml"/><Relationship Id="rId17" Type="http://schemas.openxmlformats.org/officeDocument/2006/relationships/image" Target="../media/image450.png"/><Relationship Id="rId25" Type="http://schemas.openxmlformats.org/officeDocument/2006/relationships/image" Target="../media/image454.png"/><Relationship Id="rId33" Type="http://schemas.openxmlformats.org/officeDocument/2006/relationships/image" Target="../media/image458.png"/><Relationship Id="rId38" Type="http://schemas.openxmlformats.org/officeDocument/2006/relationships/customXml" Target="../ink/ink462.xml"/><Relationship Id="rId46" Type="http://schemas.openxmlformats.org/officeDocument/2006/relationships/customXml" Target="../ink/ink466.xml"/><Relationship Id="rId59" Type="http://schemas.openxmlformats.org/officeDocument/2006/relationships/image" Target="../media/image471.png"/><Relationship Id="rId67" Type="http://schemas.openxmlformats.org/officeDocument/2006/relationships/image" Target="../media/image475.png"/><Relationship Id="rId20" Type="http://schemas.openxmlformats.org/officeDocument/2006/relationships/customXml" Target="../ink/ink453.xml"/><Relationship Id="rId41" Type="http://schemas.openxmlformats.org/officeDocument/2006/relationships/image" Target="../media/image462.png"/><Relationship Id="rId54" Type="http://schemas.openxmlformats.org/officeDocument/2006/relationships/customXml" Target="../ink/ink470.xml"/><Relationship Id="rId62" Type="http://schemas.openxmlformats.org/officeDocument/2006/relationships/customXml" Target="../ink/ink474.xml"/><Relationship Id="rId70" Type="http://schemas.openxmlformats.org/officeDocument/2006/relationships/customXml" Target="../ink/ink47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6.xml"/><Relationship Id="rId15" Type="http://schemas.openxmlformats.org/officeDocument/2006/relationships/image" Target="../media/image449.png"/><Relationship Id="rId23" Type="http://schemas.openxmlformats.org/officeDocument/2006/relationships/image" Target="../media/image453.png"/><Relationship Id="rId28" Type="http://schemas.openxmlformats.org/officeDocument/2006/relationships/customXml" Target="../ink/ink457.xml"/><Relationship Id="rId36" Type="http://schemas.openxmlformats.org/officeDocument/2006/relationships/customXml" Target="../ink/ink461.xml"/><Relationship Id="rId49" Type="http://schemas.openxmlformats.org/officeDocument/2006/relationships/image" Target="../media/image466.png"/><Relationship Id="rId57" Type="http://schemas.openxmlformats.org/officeDocument/2006/relationships/image" Target="../media/image470.png"/><Relationship Id="rId10" Type="http://schemas.openxmlformats.org/officeDocument/2006/relationships/customXml" Target="../ink/ink448.xml"/><Relationship Id="rId31" Type="http://schemas.openxmlformats.org/officeDocument/2006/relationships/image" Target="../media/image457.png"/><Relationship Id="rId44" Type="http://schemas.openxmlformats.org/officeDocument/2006/relationships/customXml" Target="../ink/ink465.xml"/><Relationship Id="rId52" Type="http://schemas.openxmlformats.org/officeDocument/2006/relationships/customXml" Target="../ink/ink469.xml"/><Relationship Id="rId60" Type="http://schemas.openxmlformats.org/officeDocument/2006/relationships/customXml" Target="../ink/ink473.xml"/><Relationship Id="rId65" Type="http://schemas.openxmlformats.org/officeDocument/2006/relationships/image" Target="../media/image474.png"/><Relationship Id="rId73" Type="http://schemas.openxmlformats.org/officeDocument/2006/relationships/image" Target="../media/image478.png"/><Relationship Id="rId4" Type="http://schemas.openxmlformats.org/officeDocument/2006/relationships/customXml" Target="../ink/ink445.xml"/><Relationship Id="rId9" Type="http://schemas.openxmlformats.org/officeDocument/2006/relationships/image" Target="../media/image446.png"/><Relationship Id="rId13" Type="http://schemas.openxmlformats.org/officeDocument/2006/relationships/image" Target="../media/image448.png"/><Relationship Id="rId18" Type="http://schemas.openxmlformats.org/officeDocument/2006/relationships/customXml" Target="../ink/ink452.xml"/><Relationship Id="rId39" Type="http://schemas.openxmlformats.org/officeDocument/2006/relationships/image" Target="../media/image461.png"/><Relationship Id="rId34" Type="http://schemas.openxmlformats.org/officeDocument/2006/relationships/customXml" Target="../ink/ink460.xml"/><Relationship Id="rId50" Type="http://schemas.openxmlformats.org/officeDocument/2006/relationships/customXml" Target="../ink/ink468.xml"/><Relationship Id="rId55" Type="http://schemas.openxmlformats.org/officeDocument/2006/relationships/image" Target="../media/image469.png"/><Relationship Id="rId7" Type="http://schemas.openxmlformats.org/officeDocument/2006/relationships/image" Target="../media/image445.png"/><Relationship Id="rId71" Type="http://schemas.openxmlformats.org/officeDocument/2006/relationships/image" Target="../media/image477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2.xml"/><Relationship Id="rId21" Type="http://schemas.openxmlformats.org/officeDocument/2006/relationships/image" Target="../media/image488.png"/><Relationship Id="rId42" Type="http://schemas.openxmlformats.org/officeDocument/2006/relationships/customXml" Target="../ink/ink500.xml"/><Relationship Id="rId47" Type="http://schemas.openxmlformats.org/officeDocument/2006/relationships/image" Target="../media/image501.png"/><Relationship Id="rId63" Type="http://schemas.openxmlformats.org/officeDocument/2006/relationships/image" Target="../media/image509.png"/><Relationship Id="rId68" Type="http://schemas.openxmlformats.org/officeDocument/2006/relationships/customXml" Target="../ink/ink513.xml"/><Relationship Id="rId7" Type="http://schemas.openxmlformats.org/officeDocument/2006/relationships/image" Target="../media/image481.png"/><Relationship Id="rId2" Type="http://schemas.openxmlformats.org/officeDocument/2006/relationships/customXml" Target="../ink/ink480.xml"/><Relationship Id="rId16" Type="http://schemas.openxmlformats.org/officeDocument/2006/relationships/customXml" Target="../ink/ink487.xml"/><Relationship Id="rId29" Type="http://schemas.openxmlformats.org/officeDocument/2006/relationships/image" Target="../media/image492.png"/><Relationship Id="rId11" Type="http://schemas.openxmlformats.org/officeDocument/2006/relationships/image" Target="../media/image483.png"/><Relationship Id="rId24" Type="http://schemas.openxmlformats.org/officeDocument/2006/relationships/customXml" Target="../ink/ink491.xml"/><Relationship Id="rId32" Type="http://schemas.openxmlformats.org/officeDocument/2006/relationships/customXml" Target="../ink/ink495.xml"/><Relationship Id="rId37" Type="http://schemas.openxmlformats.org/officeDocument/2006/relationships/image" Target="../media/image496.png"/><Relationship Id="rId40" Type="http://schemas.openxmlformats.org/officeDocument/2006/relationships/customXml" Target="../ink/ink499.xml"/><Relationship Id="rId45" Type="http://schemas.openxmlformats.org/officeDocument/2006/relationships/image" Target="../media/image500.png"/><Relationship Id="rId53" Type="http://schemas.openxmlformats.org/officeDocument/2006/relationships/image" Target="../media/image504.png"/><Relationship Id="rId58" Type="http://schemas.openxmlformats.org/officeDocument/2006/relationships/customXml" Target="../ink/ink508.xml"/><Relationship Id="rId66" Type="http://schemas.openxmlformats.org/officeDocument/2006/relationships/customXml" Target="../ink/ink512.xml"/><Relationship Id="rId5" Type="http://schemas.openxmlformats.org/officeDocument/2006/relationships/image" Target="../media/image480.png"/><Relationship Id="rId61" Type="http://schemas.openxmlformats.org/officeDocument/2006/relationships/image" Target="../media/image508.png"/><Relationship Id="rId19" Type="http://schemas.openxmlformats.org/officeDocument/2006/relationships/image" Target="../media/image487.png"/><Relationship Id="rId14" Type="http://schemas.openxmlformats.org/officeDocument/2006/relationships/customXml" Target="../ink/ink486.xml"/><Relationship Id="rId22" Type="http://schemas.openxmlformats.org/officeDocument/2006/relationships/customXml" Target="../ink/ink490.xml"/><Relationship Id="rId27" Type="http://schemas.openxmlformats.org/officeDocument/2006/relationships/image" Target="../media/image491.png"/><Relationship Id="rId30" Type="http://schemas.openxmlformats.org/officeDocument/2006/relationships/customXml" Target="../ink/ink494.xml"/><Relationship Id="rId35" Type="http://schemas.openxmlformats.org/officeDocument/2006/relationships/image" Target="../media/image495.png"/><Relationship Id="rId43" Type="http://schemas.openxmlformats.org/officeDocument/2006/relationships/image" Target="../media/image499.png"/><Relationship Id="rId48" Type="http://schemas.openxmlformats.org/officeDocument/2006/relationships/customXml" Target="../ink/ink503.xml"/><Relationship Id="rId56" Type="http://schemas.openxmlformats.org/officeDocument/2006/relationships/customXml" Target="../ink/ink507.xml"/><Relationship Id="rId64" Type="http://schemas.openxmlformats.org/officeDocument/2006/relationships/customXml" Target="../ink/ink511.xml"/><Relationship Id="rId69" Type="http://schemas.openxmlformats.org/officeDocument/2006/relationships/image" Target="../media/image512.png"/><Relationship Id="rId8" Type="http://schemas.openxmlformats.org/officeDocument/2006/relationships/customXml" Target="../ink/ink483.xml"/><Relationship Id="rId51" Type="http://schemas.openxmlformats.org/officeDocument/2006/relationships/image" Target="../media/image503.png"/><Relationship Id="rId3" Type="http://schemas.openxmlformats.org/officeDocument/2006/relationships/image" Target="../media/image479.png"/><Relationship Id="rId12" Type="http://schemas.openxmlformats.org/officeDocument/2006/relationships/customXml" Target="../ink/ink485.xml"/><Relationship Id="rId17" Type="http://schemas.openxmlformats.org/officeDocument/2006/relationships/image" Target="../media/image486.png"/><Relationship Id="rId25" Type="http://schemas.openxmlformats.org/officeDocument/2006/relationships/image" Target="../media/image490.png"/><Relationship Id="rId33" Type="http://schemas.openxmlformats.org/officeDocument/2006/relationships/image" Target="../media/image494.png"/><Relationship Id="rId38" Type="http://schemas.openxmlformats.org/officeDocument/2006/relationships/customXml" Target="../ink/ink498.xml"/><Relationship Id="rId46" Type="http://schemas.openxmlformats.org/officeDocument/2006/relationships/customXml" Target="../ink/ink502.xml"/><Relationship Id="rId59" Type="http://schemas.openxmlformats.org/officeDocument/2006/relationships/image" Target="../media/image507.png"/><Relationship Id="rId67" Type="http://schemas.openxmlformats.org/officeDocument/2006/relationships/image" Target="../media/image511.png"/><Relationship Id="rId20" Type="http://schemas.openxmlformats.org/officeDocument/2006/relationships/customXml" Target="../ink/ink489.xml"/><Relationship Id="rId41" Type="http://schemas.openxmlformats.org/officeDocument/2006/relationships/image" Target="../media/image498.png"/><Relationship Id="rId54" Type="http://schemas.openxmlformats.org/officeDocument/2006/relationships/customXml" Target="../ink/ink506.xml"/><Relationship Id="rId62" Type="http://schemas.openxmlformats.org/officeDocument/2006/relationships/customXml" Target="../ink/ink5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2.xml"/><Relationship Id="rId15" Type="http://schemas.openxmlformats.org/officeDocument/2006/relationships/image" Target="../media/image485.png"/><Relationship Id="rId23" Type="http://schemas.openxmlformats.org/officeDocument/2006/relationships/image" Target="../media/image489.png"/><Relationship Id="rId28" Type="http://schemas.openxmlformats.org/officeDocument/2006/relationships/customXml" Target="../ink/ink493.xml"/><Relationship Id="rId36" Type="http://schemas.openxmlformats.org/officeDocument/2006/relationships/customXml" Target="../ink/ink497.xml"/><Relationship Id="rId49" Type="http://schemas.openxmlformats.org/officeDocument/2006/relationships/image" Target="../media/image502.png"/><Relationship Id="rId57" Type="http://schemas.openxmlformats.org/officeDocument/2006/relationships/image" Target="../media/image506.png"/><Relationship Id="rId10" Type="http://schemas.openxmlformats.org/officeDocument/2006/relationships/customXml" Target="../ink/ink484.xml"/><Relationship Id="rId31" Type="http://schemas.openxmlformats.org/officeDocument/2006/relationships/image" Target="../media/image493.png"/><Relationship Id="rId44" Type="http://schemas.openxmlformats.org/officeDocument/2006/relationships/customXml" Target="../ink/ink501.xml"/><Relationship Id="rId52" Type="http://schemas.openxmlformats.org/officeDocument/2006/relationships/customXml" Target="../ink/ink505.xml"/><Relationship Id="rId60" Type="http://schemas.openxmlformats.org/officeDocument/2006/relationships/customXml" Target="../ink/ink509.xml"/><Relationship Id="rId65" Type="http://schemas.openxmlformats.org/officeDocument/2006/relationships/image" Target="../media/image510.png"/><Relationship Id="rId4" Type="http://schemas.openxmlformats.org/officeDocument/2006/relationships/customXml" Target="../ink/ink481.xml"/><Relationship Id="rId9" Type="http://schemas.openxmlformats.org/officeDocument/2006/relationships/image" Target="../media/image482.png"/><Relationship Id="rId13" Type="http://schemas.openxmlformats.org/officeDocument/2006/relationships/image" Target="../media/image484.png"/><Relationship Id="rId18" Type="http://schemas.openxmlformats.org/officeDocument/2006/relationships/customXml" Target="../ink/ink488.xml"/><Relationship Id="rId39" Type="http://schemas.openxmlformats.org/officeDocument/2006/relationships/image" Target="../media/image497.png"/><Relationship Id="rId34" Type="http://schemas.openxmlformats.org/officeDocument/2006/relationships/customXml" Target="../ink/ink496.xml"/><Relationship Id="rId50" Type="http://schemas.openxmlformats.org/officeDocument/2006/relationships/customXml" Target="../ink/ink504.xml"/><Relationship Id="rId55" Type="http://schemas.openxmlformats.org/officeDocument/2006/relationships/image" Target="../media/image505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6.xml"/><Relationship Id="rId21" Type="http://schemas.openxmlformats.org/officeDocument/2006/relationships/image" Target="../media/image522.png"/><Relationship Id="rId42" Type="http://schemas.openxmlformats.org/officeDocument/2006/relationships/customXml" Target="../ink/ink534.xml"/><Relationship Id="rId47" Type="http://schemas.openxmlformats.org/officeDocument/2006/relationships/image" Target="../media/image535.png"/><Relationship Id="rId63" Type="http://schemas.openxmlformats.org/officeDocument/2006/relationships/image" Target="../media/image543.png"/><Relationship Id="rId68" Type="http://schemas.openxmlformats.org/officeDocument/2006/relationships/customXml" Target="../ink/ink547.xml"/><Relationship Id="rId84" Type="http://schemas.openxmlformats.org/officeDocument/2006/relationships/customXml" Target="../ink/ink555.xml"/><Relationship Id="rId89" Type="http://schemas.openxmlformats.org/officeDocument/2006/relationships/image" Target="../media/image556.png"/><Relationship Id="rId16" Type="http://schemas.openxmlformats.org/officeDocument/2006/relationships/customXml" Target="../ink/ink521.xml"/><Relationship Id="rId11" Type="http://schemas.openxmlformats.org/officeDocument/2006/relationships/image" Target="../media/image517.png"/><Relationship Id="rId32" Type="http://schemas.openxmlformats.org/officeDocument/2006/relationships/customXml" Target="../ink/ink529.xml"/><Relationship Id="rId37" Type="http://schemas.openxmlformats.org/officeDocument/2006/relationships/image" Target="../media/image530.png"/><Relationship Id="rId53" Type="http://schemas.openxmlformats.org/officeDocument/2006/relationships/image" Target="../media/image538.png"/><Relationship Id="rId58" Type="http://schemas.openxmlformats.org/officeDocument/2006/relationships/customXml" Target="../ink/ink542.xml"/><Relationship Id="rId74" Type="http://schemas.openxmlformats.org/officeDocument/2006/relationships/customXml" Target="../ink/ink550.xml"/><Relationship Id="rId79" Type="http://schemas.openxmlformats.org/officeDocument/2006/relationships/image" Target="../media/image551.png"/><Relationship Id="rId102" Type="http://schemas.openxmlformats.org/officeDocument/2006/relationships/customXml" Target="../ink/ink564.xml"/><Relationship Id="rId5" Type="http://schemas.openxmlformats.org/officeDocument/2006/relationships/image" Target="../media/image514.png"/><Relationship Id="rId90" Type="http://schemas.openxmlformats.org/officeDocument/2006/relationships/customXml" Target="../ink/ink558.xml"/><Relationship Id="rId95" Type="http://schemas.openxmlformats.org/officeDocument/2006/relationships/image" Target="../media/image559.png"/><Relationship Id="rId22" Type="http://schemas.openxmlformats.org/officeDocument/2006/relationships/customXml" Target="../ink/ink524.xml"/><Relationship Id="rId27" Type="http://schemas.openxmlformats.org/officeDocument/2006/relationships/image" Target="../media/image525.png"/><Relationship Id="rId43" Type="http://schemas.openxmlformats.org/officeDocument/2006/relationships/image" Target="../media/image533.png"/><Relationship Id="rId48" Type="http://schemas.openxmlformats.org/officeDocument/2006/relationships/customXml" Target="../ink/ink537.xml"/><Relationship Id="rId64" Type="http://schemas.openxmlformats.org/officeDocument/2006/relationships/customXml" Target="../ink/ink545.xml"/><Relationship Id="rId69" Type="http://schemas.openxmlformats.org/officeDocument/2006/relationships/image" Target="../media/image546.png"/><Relationship Id="rId80" Type="http://schemas.openxmlformats.org/officeDocument/2006/relationships/customXml" Target="../ink/ink553.xml"/><Relationship Id="rId85" Type="http://schemas.openxmlformats.org/officeDocument/2006/relationships/image" Target="../media/image554.png"/><Relationship Id="rId12" Type="http://schemas.openxmlformats.org/officeDocument/2006/relationships/customXml" Target="../ink/ink519.xml"/><Relationship Id="rId17" Type="http://schemas.openxmlformats.org/officeDocument/2006/relationships/image" Target="../media/image520.png"/><Relationship Id="rId25" Type="http://schemas.openxmlformats.org/officeDocument/2006/relationships/image" Target="../media/image524.png"/><Relationship Id="rId33" Type="http://schemas.openxmlformats.org/officeDocument/2006/relationships/image" Target="../media/image528.png"/><Relationship Id="rId38" Type="http://schemas.openxmlformats.org/officeDocument/2006/relationships/customXml" Target="../ink/ink532.xml"/><Relationship Id="rId46" Type="http://schemas.openxmlformats.org/officeDocument/2006/relationships/customXml" Target="../ink/ink536.xml"/><Relationship Id="rId59" Type="http://schemas.openxmlformats.org/officeDocument/2006/relationships/image" Target="../media/image541.png"/><Relationship Id="rId67" Type="http://schemas.openxmlformats.org/officeDocument/2006/relationships/image" Target="../media/image545.png"/><Relationship Id="rId103" Type="http://schemas.openxmlformats.org/officeDocument/2006/relationships/image" Target="../media/image563.png"/><Relationship Id="rId20" Type="http://schemas.openxmlformats.org/officeDocument/2006/relationships/customXml" Target="../ink/ink523.xml"/><Relationship Id="rId41" Type="http://schemas.openxmlformats.org/officeDocument/2006/relationships/image" Target="../media/image532.png"/><Relationship Id="rId54" Type="http://schemas.openxmlformats.org/officeDocument/2006/relationships/customXml" Target="../ink/ink540.xml"/><Relationship Id="rId62" Type="http://schemas.openxmlformats.org/officeDocument/2006/relationships/customXml" Target="../ink/ink544.xml"/><Relationship Id="rId70" Type="http://schemas.openxmlformats.org/officeDocument/2006/relationships/customXml" Target="../ink/ink548.xml"/><Relationship Id="rId75" Type="http://schemas.openxmlformats.org/officeDocument/2006/relationships/image" Target="../media/image549.png"/><Relationship Id="rId83" Type="http://schemas.openxmlformats.org/officeDocument/2006/relationships/image" Target="../media/image553.png"/><Relationship Id="rId88" Type="http://schemas.openxmlformats.org/officeDocument/2006/relationships/customXml" Target="../ink/ink557.xml"/><Relationship Id="rId91" Type="http://schemas.openxmlformats.org/officeDocument/2006/relationships/image" Target="../media/image557.png"/><Relationship Id="rId96" Type="http://schemas.openxmlformats.org/officeDocument/2006/relationships/customXml" Target="../ink/ink5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6.xml"/><Relationship Id="rId15" Type="http://schemas.openxmlformats.org/officeDocument/2006/relationships/image" Target="../media/image519.png"/><Relationship Id="rId23" Type="http://schemas.openxmlformats.org/officeDocument/2006/relationships/image" Target="../media/image523.png"/><Relationship Id="rId28" Type="http://schemas.openxmlformats.org/officeDocument/2006/relationships/customXml" Target="../ink/ink527.xml"/><Relationship Id="rId36" Type="http://schemas.openxmlformats.org/officeDocument/2006/relationships/customXml" Target="../ink/ink531.xml"/><Relationship Id="rId49" Type="http://schemas.openxmlformats.org/officeDocument/2006/relationships/image" Target="../media/image536.png"/><Relationship Id="rId57" Type="http://schemas.openxmlformats.org/officeDocument/2006/relationships/image" Target="../media/image540.png"/><Relationship Id="rId10" Type="http://schemas.openxmlformats.org/officeDocument/2006/relationships/customXml" Target="../ink/ink518.xml"/><Relationship Id="rId31" Type="http://schemas.openxmlformats.org/officeDocument/2006/relationships/image" Target="../media/image527.png"/><Relationship Id="rId44" Type="http://schemas.openxmlformats.org/officeDocument/2006/relationships/customXml" Target="../ink/ink535.xml"/><Relationship Id="rId52" Type="http://schemas.openxmlformats.org/officeDocument/2006/relationships/customXml" Target="../ink/ink539.xml"/><Relationship Id="rId60" Type="http://schemas.openxmlformats.org/officeDocument/2006/relationships/customXml" Target="../ink/ink543.xml"/><Relationship Id="rId65" Type="http://schemas.openxmlformats.org/officeDocument/2006/relationships/image" Target="../media/image544.png"/><Relationship Id="rId73" Type="http://schemas.openxmlformats.org/officeDocument/2006/relationships/image" Target="../media/image548.png"/><Relationship Id="rId78" Type="http://schemas.openxmlformats.org/officeDocument/2006/relationships/customXml" Target="../ink/ink552.xml"/><Relationship Id="rId81" Type="http://schemas.openxmlformats.org/officeDocument/2006/relationships/image" Target="../media/image552.png"/><Relationship Id="rId86" Type="http://schemas.openxmlformats.org/officeDocument/2006/relationships/customXml" Target="../ink/ink556.xml"/><Relationship Id="rId94" Type="http://schemas.openxmlformats.org/officeDocument/2006/relationships/customXml" Target="../ink/ink560.xml"/><Relationship Id="rId99" Type="http://schemas.openxmlformats.org/officeDocument/2006/relationships/image" Target="../media/image561.png"/><Relationship Id="rId101" Type="http://schemas.openxmlformats.org/officeDocument/2006/relationships/image" Target="../media/image562.png"/><Relationship Id="rId4" Type="http://schemas.openxmlformats.org/officeDocument/2006/relationships/customXml" Target="../ink/ink515.xml"/><Relationship Id="rId9" Type="http://schemas.openxmlformats.org/officeDocument/2006/relationships/image" Target="../media/image516.png"/><Relationship Id="rId13" Type="http://schemas.openxmlformats.org/officeDocument/2006/relationships/image" Target="../media/image518.png"/><Relationship Id="rId18" Type="http://schemas.openxmlformats.org/officeDocument/2006/relationships/customXml" Target="../ink/ink522.xml"/><Relationship Id="rId39" Type="http://schemas.openxmlformats.org/officeDocument/2006/relationships/image" Target="../media/image531.png"/><Relationship Id="rId34" Type="http://schemas.openxmlformats.org/officeDocument/2006/relationships/customXml" Target="../ink/ink530.xml"/><Relationship Id="rId50" Type="http://schemas.openxmlformats.org/officeDocument/2006/relationships/customXml" Target="../ink/ink538.xml"/><Relationship Id="rId55" Type="http://schemas.openxmlformats.org/officeDocument/2006/relationships/image" Target="../media/image539.png"/><Relationship Id="rId76" Type="http://schemas.openxmlformats.org/officeDocument/2006/relationships/customXml" Target="../ink/ink551.xml"/><Relationship Id="rId97" Type="http://schemas.openxmlformats.org/officeDocument/2006/relationships/image" Target="../media/image560.png"/><Relationship Id="rId7" Type="http://schemas.openxmlformats.org/officeDocument/2006/relationships/image" Target="../media/image515.png"/><Relationship Id="rId71" Type="http://schemas.openxmlformats.org/officeDocument/2006/relationships/image" Target="../media/image547.png"/><Relationship Id="rId92" Type="http://schemas.openxmlformats.org/officeDocument/2006/relationships/customXml" Target="../ink/ink559.xml"/><Relationship Id="rId2" Type="http://schemas.openxmlformats.org/officeDocument/2006/relationships/customXml" Target="../ink/ink514.xml"/><Relationship Id="rId29" Type="http://schemas.openxmlformats.org/officeDocument/2006/relationships/image" Target="../media/image526.png"/><Relationship Id="rId24" Type="http://schemas.openxmlformats.org/officeDocument/2006/relationships/customXml" Target="../ink/ink525.xml"/><Relationship Id="rId40" Type="http://schemas.openxmlformats.org/officeDocument/2006/relationships/customXml" Target="../ink/ink533.xml"/><Relationship Id="rId45" Type="http://schemas.openxmlformats.org/officeDocument/2006/relationships/image" Target="../media/image534.png"/><Relationship Id="rId66" Type="http://schemas.openxmlformats.org/officeDocument/2006/relationships/customXml" Target="../ink/ink546.xml"/><Relationship Id="rId87" Type="http://schemas.openxmlformats.org/officeDocument/2006/relationships/image" Target="../media/image555.png"/><Relationship Id="rId61" Type="http://schemas.openxmlformats.org/officeDocument/2006/relationships/image" Target="../media/image542.png"/><Relationship Id="rId82" Type="http://schemas.openxmlformats.org/officeDocument/2006/relationships/customXml" Target="../ink/ink554.xml"/><Relationship Id="rId19" Type="http://schemas.openxmlformats.org/officeDocument/2006/relationships/image" Target="../media/image521.png"/><Relationship Id="rId14" Type="http://schemas.openxmlformats.org/officeDocument/2006/relationships/customXml" Target="../ink/ink520.xml"/><Relationship Id="rId30" Type="http://schemas.openxmlformats.org/officeDocument/2006/relationships/customXml" Target="../ink/ink528.xml"/><Relationship Id="rId35" Type="http://schemas.openxmlformats.org/officeDocument/2006/relationships/image" Target="../media/image529.png"/><Relationship Id="rId56" Type="http://schemas.openxmlformats.org/officeDocument/2006/relationships/customXml" Target="../ink/ink541.xml"/><Relationship Id="rId77" Type="http://schemas.openxmlformats.org/officeDocument/2006/relationships/image" Target="../media/image550.png"/><Relationship Id="rId100" Type="http://schemas.openxmlformats.org/officeDocument/2006/relationships/customXml" Target="../ink/ink563.xml"/><Relationship Id="rId8" Type="http://schemas.openxmlformats.org/officeDocument/2006/relationships/customXml" Target="../ink/ink517.xml"/><Relationship Id="rId51" Type="http://schemas.openxmlformats.org/officeDocument/2006/relationships/image" Target="../media/image537.png"/><Relationship Id="rId72" Type="http://schemas.openxmlformats.org/officeDocument/2006/relationships/customXml" Target="../ink/ink549.xml"/><Relationship Id="rId93" Type="http://schemas.openxmlformats.org/officeDocument/2006/relationships/image" Target="../media/image558.png"/><Relationship Id="rId98" Type="http://schemas.openxmlformats.org/officeDocument/2006/relationships/customXml" Target="../ink/ink562.xml"/><Relationship Id="rId3" Type="http://schemas.openxmlformats.org/officeDocument/2006/relationships/image" Target="../media/image513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7.xml"/><Relationship Id="rId21" Type="http://schemas.openxmlformats.org/officeDocument/2006/relationships/image" Target="../media/image573.png"/><Relationship Id="rId42" Type="http://schemas.openxmlformats.org/officeDocument/2006/relationships/customXml" Target="../ink/ink585.xml"/><Relationship Id="rId47" Type="http://schemas.openxmlformats.org/officeDocument/2006/relationships/image" Target="../media/image586.png"/><Relationship Id="rId63" Type="http://schemas.openxmlformats.org/officeDocument/2006/relationships/image" Target="../media/image594.png"/><Relationship Id="rId68" Type="http://schemas.openxmlformats.org/officeDocument/2006/relationships/customXml" Target="../ink/ink598.xml"/><Relationship Id="rId84" Type="http://schemas.openxmlformats.org/officeDocument/2006/relationships/customXml" Target="../ink/ink606.xml"/><Relationship Id="rId89" Type="http://schemas.openxmlformats.org/officeDocument/2006/relationships/image" Target="../media/image607.png"/><Relationship Id="rId16" Type="http://schemas.openxmlformats.org/officeDocument/2006/relationships/customXml" Target="../ink/ink572.xml"/><Relationship Id="rId11" Type="http://schemas.openxmlformats.org/officeDocument/2006/relationships/image" Target="../media/image568.png"/><Relationship Id="rId32" Type="http://schemas.openxmlformats.org/officeDocument/2006/relationships/customXml" Target="../ink/ink580.xml"/><Relationship Id="rId37" Type="http://schemas.openxmlformats.org/officeDocument/2006/relationships/image" Target="../media/image581.png"/><Relationship Id="rId53" Type="http://schemas.openxmlformats.org/officeDocument/2006/relationships/image" Target="../media/image589.png"/><Relationship Id="rId58" Type="http://schemas.openxmlformats.org/officeDocument/2006/relationships/customXml" Target="../ink/ink593.xml"/><Relationship Id="rId74" Type="http://schemas.openxmlformats.org/officeDocument/2006/relationships/customXml" Target="../ink/ink601.xml"/><Relationship Id="rId79" Type="http://schemas.openxmlformats.org/officeDocument/2006/relationships/image" Target="../media/image602.png"/><Relationship Id="rId5" Type="http://schemas.openxmlformats.org/officeDocument/2006/relationships/image" Target="../media/image565.png"/><Relationship Id="rId90" Type="http://schemas.openxmlformats.org/officeDocument/2006/relationships/customXml" Target="../ink/ink609.xml"/><Relationship Id="rId95" Type="http://schemas.openxmlformats.org/officeDocument/2006/relationships/image" Target="../media/image610.png"/><Relationship Id="rId22" Type="http://schemas.openxmlformats.org/officeDocument/2006/relationships/customXml" Target="../ink/ink575.xml"/><Relationship Id="rId27" Type="http://schemas.openxmlformats.org/officeDocument/2006/relationships/image" Target="../media/image576.png"/><Relationship Id="rId43" Type="http://schemas.openxmlformats.org/officeDocument/2006/relationships/image" Target="../media/image584.png"/><Relationship Id="rId48" Type="http://schemas.openxmlformats.org/officeDocument/2006/relationships/customXml" Target="../ink/ink588.xml"/><Relationship Id="rId64" Type="http://schemas.openxmlformats.org/officeDocument/2006/relationships/customXml" Target="../ink/ink596.xml"/><Relationship Id="rId69" Type="http://schemas.openxmlformats.org/officeDocument/2006/relationships/image" Target="../media/image597.png"/><Relationship Id="rId80" Type="http://schemas.openxmlformats.org/officeDocument/2006/relationships/customXml" Target="../ink/ink604.xml"/><Relationship Id="rId85" Type="http://schemas.openxmlformats.org/officeDocument/2006/relationships/image" Target="../media/image605.png"/><Relationship Id="rId12" Type="http://schemas.openxmlformats.org/officeDocument/2006/relationships/customXml" Target="../ink/ink570.xml"/><Relationship Id="rId17" Type="http://schemas.openxmlformats.org/officeDocument/2006/relationships/image" Target="../media/image571.png"/><Relationship Id="rId25" Type="http://schemas.openxmlformats.org/officeDocument/2006/relationships/image" Target="../media/image575.png"/><Relationship Id="rId33" Type="http://schemas.openxmlformats.org/officeDocument/2006/relationships/image" Target="../media/image579.png"/><Relationship Id="rId38" Type="http://schemas.openxmlformats.org/officeDocument/2006/relationships/customXml" Target="../ink/ink583.xml"/><Relationship Id="rId46" Type="http://schemas.openxmlformats.org/officeDocument/2006/relationships/customXml" Target="../ink/ink587.xml"/><Relationship Id="rId59" Type="http://schemas.openxmlformats.org/officeDocument/2006/relationships/image" Target="../media/image592.png"/><Relationship Id="rId67" Type="http://schemas.openxmlformats.org/officeDocument/2006/relationships/image" Target="../media/image596.png"/><Relationship Id="rId20" Type="http://schemas.openxmlformats.org/officeDocument/2006/relationships/customXml" Target="../ink/ink574.xml"/><Relationship Id="rId41" Type="http://schemas.openxmlformats.org/officeDocument/2006/relationships/image" Target="../media/image583.png"/><Relationship Id="rId54" Type="http://schemas.openxmlformats.org/officeDocument/2006/relationships/customXml" Target="../ink/ink591.xml"/><Relationship Id="rId62" Type="http://schemas.openxmlformats.org/officeDocument/2006/relationships/customXml" Target="../ink/ink595.xml"/><Relationship Id="rId70" Type="http://schemas.openxmlformats.org/officeDocument/2006/relationships/customXml" Target="../ink/ink599.xml"/><Relationship Id="rId75" Type="http://schemas.openxmlformats.org/officeDocument/2006/relationships/image" Target="../media/image600.png"/><Relationship Id="rId83" Type="http://schemas.openxmlformats.org/officeDocument/2006/relationships/image" Target="../media/image604.png"/><Relationship Id="rId88" Type="http://schemas.openxmlformats.org/officeDocument/2006/relationships/customXml" Target="../ink/ink608.xml"/><Relationship Id="rId91" Type="http://schemas.openxmlformats.org/officeDocument/2006/relationships/image" Target="../media/image608.png"/><Relationship Id="rId96" Type="http://schemas.openxmlformats.org/officeDocument/2006/relationships/customXml" Target="../ink/ink6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7.xml"/><Relationship Id="rId15" Type="http://schemas.openxmlformats.org/officeDocument/2006/relationships/image" Target="../media/image570.png"/><Relationship Id="rId23" Type="http://schemas.openxmlformats.org/officeDocument/2006/relationships/image" Target="../media/image574.png"/><Relationship Id="rId28" Type="http://schemas.openxmlformats.org/officeDocument/2006/relationships/customXml" Target="../ink/ink578.xml"/><Relationship Id="rId36" Type="http://schemas.openxmlformats.org/officeDocument/2006/relationships/customXml" Target="../ink/ink582.xml"/><Relationship Id="rId49" Type="http://schemas.openxmlformats.org/officeDocument/2006/relationships/image" Target="../media/image587.png"/><Relationship Id="rId57" Type="http://schemas.openxmlformats.org/officeDocument/2006/relationships/image" Target="../media/image591.png"/><Relationship Id="rId10" Type="http://schemas.openxmlformats.org/officeDocument/2006/relationships/customXml" Target="../ink/ink569.xml"/><Relationship Id="rId31" Type="http://schemas.openxmlformats.org/officeDocument/2006/relationships/image" Target="../media/image578.png"/><Relationship Id="rId44" Type="http://schemas.openxmlformats.org/officeDocument/2006/relationships/customXml" Target="../ink/ink586.xml"/><Relationship Id="rId52" Type="http://schemas.openxmlformats.org/officeDocument/2006/relationships/customXml" Target="../ink/ink590.xml"/><Relationship Id="rId60" Type="http://schemas.openxmlformats.org/officeDocument/2006/relationships/customXml" Target="../ink/ink594.xml"/><Relationship Id="rId65" Type="http://schemas.openxmlformats.org/officeDocument/2006/relationships/image" Target="../media/image595.png"/><Relationship Id="rId73" Type="http://schemas.openxmlformats.org/officeDocument/2006/relationships/image" Target="../media/image599.png"/><Relationship Id="rId78" Type="http://schemas.openxmlformats.org/officeDocument/2006/relationships/customXml" Target="../ink/ink603.xml"/><Relationship Id="rId81" Type="http://schemas.openxmlformats.org/officeDocument/2006/relationships/image" Target="../media/image603.png"/><Relationship Id="rId86" Type="http://schemas.openxmlformats.org/officeDocument/2006/relationships/customXml" Target="../ink/ink607.xml"/><Relationship Id="rId94" Type="http://schemas.openxmlformats.org/officeDocument/2006/relationships/customXml" Target="../ink/ink611.xml"/><Relationship Id="rId99" Type="http://schemas.openxmlformats.org/officeDocument/2006/relationships/image" Target="../media/image612.png"/><Relationship Id="rId101" Type="http://schemas.openxmlformats.org/officeDocument/2006/relationships/image" Target="../media/image613.png"/><Relationship Id="rId4" Type="http://schemas.openxmlformats.org/officeDocument/2006/relationships/customXml" Target="../ink/ink566.xml"/><Relationship Id="rId9" Type="http://schemas.openxmlformats.org/officeDocument/2006/relationships/image" Target="../media/image567.png"/><Relationship Id="rId13" Type="http://schemas.openxmlformats.org/officeDocument/2006/relationships/image" Target="../media/image569.png"/><Relationship Id="rId18" Type="http://schemas.openxmlformats.org/officeDocument/2006/relationships/customXml" Target="../ink/ink573.xml"/><Relationship Id="rId39" Type="http://schemas.openxmlformats.org/officeDocument/2006/relationships/image" Target="../media/image582.png"/><Relationship Id="rId34" Type="http://schemas.openxmlformats.org/officeDocument/2006/relationships/customXml" Target="../ink/ink581.xml"/><Relationship Id="rId50" Type="http://schemas.openxmlformats.org/officeDocument/2006/relationships/customXml" Target="../ink/ink589.xml"/><Relationship Id="rId55" Type="http://schemas.openxmlformats.org/officeDocument/2006/relationships/image" Target="../media/image590.png"/><Relationship Id="rId76" Type="http://schemas.openxmlformats.org/officeDocument/2006/relationships/customXml" Target="../ink/ink602.xml"/><Relationship Id="rId97" Type="http://schemas.openxmlformats.org/officeDocument/2006/relationships/image" Target="../media/image611.png"/><Relationship Id="rId7" Type="http://schemas.openxmlformats.org/officeDocument/2006/relationships/image" Target="../media/image566.png"/><Relationship Id="rId71" Type="http://schemas.openxmlformats.org/officeDocument/2006/relationships/image" Target="../media/image598.png"/><Relationship Id="rId92" Type="http://schemas.openxmlformats.org/officeDocument/2006/relationships/customXml" Target="../ink/ink610.xml"/><Relationship Id="rId2" Type="http://schemas.openxmlformats.org/officeDocument/2006/relationships/customXml" Target="../ink/ink565.xml"/><Relationship Id="rId29" Type="http://schemas.openxmlformats.org/officeDocument/2006/relationships/image" Target="../media/image577.png"/><Relationship Id="rId24" Type="http://schemas.openxmlformats.org/officeDocument/2006/relationships/customXml" Target="../ink/ink576.xml"/><Relationship Id="rId40" Type="http://schemas.openxmlformats.org/officeDocument/2006/relationships/customXml" Target="../ink/ink584.xml"/><Relationship Id="rId45" Type="http://schemas.openxmlformats.org/officeDocument/2006/relationships/image" Target="../media/image585.png"/><Relationship Id="rId66" Type="http://schemas.openxmlformats.org/officeDocument/2006/relationships/customXml" Target="../ink/ink597.xml"/><Relationship Id="rId87" Type="http://schemas.openxmlformats.org/officeDocument/2006/relationships/image" Target="../media/image606.png"/><Relationship Id="rId61" Type="http://schemas.openxmlformats.org/officeDocument/2006/relationships/image" Target="../media/image593.png"/><Relationship Id="rId82" Type="http://schemas.openxmlformats.org/officeDocument/2006/relationships/customXml" Target="../ink/ink605.xml"/><Relationship Id="rId19" Type="http://schemas.openxmlformats.org/officeDocument/2006/relationships/image" Target="../media/image572.png"/><Relationship Id="rId14" Type="http://schemas.openxmlformats.org/officeDocument/2006/relationships/customXml" Target="../ink/ink571.xml"/><Relationship Id="rId30" Type="http://schemas.openxmlformats.org/officeDocument/2006/relationships/customXml" Target="../ink/ink579.xml"/><Relationship Id="rId35" Type="http://schemas.openxmlformats.org/officeDocument/2006/relationships/image" Target="../media/image580.png"/><Relationship Id="rId56" Type="http://schemas.openxmlformats.org/officeDocument/2006/relationships/customXml" Target="../ink/ink592.xml"/><Relationship Id="rId77" Type="http://schemas.openxmlformats.org/officeDocument/2006/relationships/image" Target="../media/image601.png"/><Relationship Id="rId100" Type="http://schemas.openxmlformats.org/officeDocument/2006/relationships/customXml" Target="../ink/ink614.xml"/><Relationship Id="rId8" Type="http://schemas.openxmlformats.org/officeDocument/2006/relationships/customXml" Target="../ink/ink568.xml"/><Relationship Id="rId51" Type="http://schemas.openxmlformats.org/officeDocument/2006/relationships/image" Target="../media/image588.png"/><Relationship Id="rId72" Type="http://schemas.openxmlformats.org/officeDocument/2006/relationships/customXml" Target="../ink/ink600.xml"/><Relationship Id="rId93" Type="http://schemas.openxmlformats.org/officeDocument/2006/relationships/image" Target="../media/image609.png"/><Relationship Id="rId98" Type="http://schemas.openxmlformats.org/officeDocument/2006/relationships/customXml" Target="../ink/ink613.xml"/><Relationship Id="rId3" Type="http://schemas.openxmlformats.org/officeDocument/2006/relationships/image" Target="../media/image564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7.xml"/><Relationship Id="rId117" Type="http://schemas.openxmlformats.org/officeDocument/2006/relationships/image" Target="../media/image671.png"/><Relationship Id="rId21" Type="http://schemas.openxmlformats.org/officeDocument/2006/relationships/image" Target="../media/image623.png"/><Relationship Id="rId42" Type="http://schemas.openxmlformats.org/officeDocument/2006/relationships/customXml" Target="../ink/ink635.xml"/><Relationship Id="rId47" Type="http://schemas.openxmlformats.org/officeDocument/2006/relationships/image" Target="../media/image636.png"/><Relationship Id="rId63" Type="http://schemas.openxmlformats.org/officeDocument/2006/relationships/image" Target="../media/image644.png"/><Relationship Id="rId68" Type="http://schemas.openxmlformats.org/officeDocument/2006/relationships/customXml" Target="../ink/ink648.xml"/><Relationship Id="rId84" Type="http://schemas.openxmlformats.org/officeDocument/2006/relationships/customXml" Target="../ink/ink656.xml"/><Relationship Id="rId89" Type="http://schemas.openxmlformats.org/officeDocument/2006/relationships/image" Target="../media/image657.png"/><Relationship Id="rId112" Type="http://schemas.openxmlformats.org/officeDocument/2006/relationships/customXml" Target="../ink/ink670.xml"/><Relationship Id="rId16" Type="http://schemas.openxmlformats.org/officeDocument/2006/relationships/customXml" Target="../ink/ink622.xml"/><Relationship Id="rId107" Type="http://schemas.openxmlformats.org/officeDocument/2006/relationships/image" Target="../media/image666.png"/><Relationship Id="rId11" Type="http://schemas.openxmlformats.org/officeDocument/2006/relationships/image" Target="../media/image618.png"/><Relationship Id="rId32" Type="http://schemas.openxmlformats.org/officeDocument/2006/relationships/customXml" Target="../ink/ink630.xml"/><Relationship Id="rId37" Type="http://schemas.openxmlformats.org/officeDocument/2006/relationships/image" Target="../media/image631.png"/><Relationship Id="rId53" Type="http://schemas.openxmlformats.org/officeDocument/2006/relationships/image" Target="../media/image639.png"/><Relationship Id="rId58" Type="http://schemas.openxmlformats.org/officeDocument/2006/relationships/customXml" Target="../ink/ink643.xml"/><Relationship Id="rId74" Type="http://schemas.openxmlformats.org/officeDocument/2006/relationships/customXml" Target="../ink/ink651.xml"/><Relationship Id="rId79" Type="http://schemas.openxmlformats.org/officeDocument/2006/relationships/image" Target="../media/image652.png"/><Relationship Id="rId102" Type="http://schemas.openxmlformats.org/officeDocument/2006/relationships/customXml" Target="../ink/ink665.xml"/><Relationship Id="rId123" Type="http://schemas.openxmlformats.org/officeDocument/2006/relationships/image" Target="../media/image378.png"/><Relationship Id="rId5" Type="http://schemas.openxmlformats.org/officeDocument/2006/relationships/image" Target="../media/image615.png"/><Relationship Id="rId90" Type="http://schemas.openxmlformats.org/officeDocument/2006/relationships/customXml" Target="../ink/ink659.xml"/><Relationship Id="rId95" Type="http://schemas.openxmlformats.org/officeDocument/2006/relationships/image" Target="../media/image660.png"/><Relationship Id="rId22" Type="http://schemas.openxmlformats.org/officeDocument/2006/relationships/customXml" Target="../ink/ink625.xml"/><Relationship Id="rId27" Type="http://schemas.openxmlformats.org/officeDocument/2006/relationships/image" Target="../media/image626.png"/><Relationship Id="rId43" Type="http://schemas.openxmlformats.org/officeDocument/2006/relationships/image" Target="../media/image634.png"/><Relationship Id="rId48" Type="http://schemas.openxmlformats.org/officeDocument/2006/relationships/customXml" Target="../ink/ink638.xml"/><Relationship Id="rId64" Type="http://schemas.openxmlformats.org/officeDocument/2006/relationships/customXml" Target="../ink/ink646.xml"/><Relationship Id="rId69" Type="http://schemas.openxmlformats.org/officeDocument/2006/relationships/image" Target="../media/image647.png"/><Relationship Id="rId113" Type="http://schemas.openxmlformats.org/officeDocument/2006/relationships/image" Target="../media/image669.png"/><Relationship Id="rId118" Type="http://schemas.openxmlformats.org/officeDocument/2006/relationships/customXml" Target="../ink/ink673.xml"/><Relationship Id="rId80" Type="http://schemas.openxmlformats.org/officeDocument/2006/relationships/customXml" Target="../ink/ink654.xml"/><Relationship Id="rId85" Type="http://schemas.openxmlformats.org/officeDocument/2006/relationships/image" Target="../media/image655.png"/><Relationship Id="rId12" Type="http://schemas.openxmlformats.org/officeDocument/2006/relationships/customXml" Target="../ink/ink620.xml"/><Relationship Id="rId17" Type="http://schemas.openxmlformats.org/officeDocument/2006/relationships/image" Target="../media/image621.png"/><Relationship Id="rId33" Type="http://schemas.openxmlformats.org/officeDocument/2006/relationships/image" Target="../media/image629.png"/><Relationship Id="rId38" Type="http://schemas.openxmlformats.org/officeDocument/2006/relationships/customXml" Target="../ink/ink633.xml"/><Relationship Id="rId59" Type="http://schemas.openxmlformats.org/officeDocument/2006/relationships/image" Target="../media/image642.png"/><Relationship Id="rId103" Type="http://schemas.openxmlformats.org/officeDocument/2006/relationships/image" Target="../media/image664.png"/><Relationship Id="rId108" Type="http://schemas.openxmlformats.org/officeDocument/2006/relationships/customXml" Target="../ink/ink668.xml"/><Relationship Id="rId54" Type="http://schemas.openxmlformats.org/officeDocument/2006/relationships/customXml" Target="../ink/ink641.xml"/><Relationship Id="rId70" Type="http://schemas.openxmlformats.org/officeDocument/2006/relationships/customXml" Target="../ink/ink649.xml"/><Relationship Id="rId75" Type="http://schemas.openxmlformats.org/officeDocument/2006/relationships/image" Target="../media/image650.png"/><Relationship Id="rId91" Type="http://schemas.openxmlformats.org/officeDocument/2006/relationships/image" Target="../media/image658.png"/><Relationship Id="rId96" Type="http://schemas.openxmlformats.org/officeDocument/2006/relationships/customXml" Target="../ink/ink66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7.xml"/><Relationship Id="rId23" Type="http://schemas.openxmlformats.org/officeDocument/2006/relationships/image" Target="../media/image624.png"/><Relationship Id="rId28" Type="http://schemas.openxmlformats.org/officeDocument/2006/relationships/customXml" Target="../ink/ink628.xml"/><Relationship Id="rId49" Type="http://schemas.openxmlformats.org/officeDocument/2006/relationships/image" Target="../media/image637.png"/><Relationship Id="rId114" Type="http://schemas.openxmlformats.org/officeDocument/2006/relationships/customXml" Target="../ink/ink671.xml"/><Relationship Id="rId119" Type="http://schemas.openxmlformats.org/officeDocument/2006/relationships/image" Target="../media/image672.png"/><Relationship Id="rId44" Type="http://schemas.openxmlformats.org/officeDocument/2006/relationships/customXml" Target="../ink/ink636.xml"/><Relationship Id="rId60" Type="http://schemas.openxmlformats.org/officeDocument/2006/relationships/customXml" Target="../ink/ink644.xml"/><Relationship Id="rId65" Type="http://schemas.openxmlformats.org/officeDocument/2006/relationships/image" Target="../media/image645.png"/><Relationship Id="rId81" Type="http://schemas.openxmlformats.org/officeDocument/2006/relationships/image" Target="../media/image653.png"/><Relationship Id="rId86" Type="http://schemas.openxmlformats.org/officeDocument/2006/relationships/customXml" Target="../ink/ink657.xml"/><Relationship Id="rId4" Type="http://schemas.openxmlformats.org/officeDocument/2006/relationships/customXml" Target="../ink/ink616.xml"/><Relationship Id="rId9" Type="http://schemas.openxmlformats.org/officeDocument/2006/relationships/image" Target="../media/image617.png"/><Relationship Id="rId13" Type="http://schemas.openxmlformats.org/officeDocument/2006/relationships/image" Target="../media/image619.png"/><Relationship Id="rId18" Type="http://schemas.openxmlformats.org/officeDocument/2006/relationships/customXml" Target="../ink/ink623.xml"/><Relationship Id="rId39" Type="http://schemas.openxmlformats.org/officeDocument/2006/relationships/image" Target="../media/image632.png"/><Relationship Id="rId109" Type="http://schemas.openxmlformats.org/officeDocument/2006/relationships/image" Target="../media/image667.png"/><Relationship Id="rId34" Type="http://schemas.openxmlformats.org/officeDocument/2006/relationships/customXml" Target="../ink/ink631.xml"/><Relationship Id="rId50" Type="http://schemas.openxmlformats.org/officeDocument/2006/relationships/customXml" Target="../ink/ink639.xml"/><Relationship Id="rId55" Type="http://schemas.openxmlformats.org/officeDocument/2006/relationships/image" Target="../media/image640.png"/><Relationship Id="rId76" Type="http://schemas.openxmlformats.org/officeDocument/2006/relationships/customXml" Target="../ink/ink652.xml"/><Relationship Id="rId97" Type="http://schemas.openxmlformats.org/officeDocument/2006/relationships/image" Target="../media/image661.png"/><Relationship Id="rId104" Type="http://schemas.openxmlformats.org/officeDocument/2006/relationships/customXml" Target="../ink/ink666.xml"/><Relationship Id="rId120" Type="http://schemas.openxmlformats.org/officeDocument/2006/relationships/customXml" Target="../ink/ink674.xml"/><Relationship Id="rId7" Type="http://schemas.openxmlformats.org/officeDocument/2006/relationships/image" Target="../media/image616.png"/><Relationship Id="rId71" Type="http://schemas.openxmlformats.org/officeDocument/2006/relationships/image" Target="../media/image648.png"/><Relationship Id="rId92" Type="http://schemas.openxmlformats.org/officeDocument/2006/relationships/customXml" Target="../ink/ink660.xml"/><Relationship Id="rId2" Type="http://schemas.openxmlformats.org/officeDocument/2006/relationships/customXml" Target="../ink/ink615.xml"/><Relationship Id="rId29" Type="http://schemas.openxmlformats.org/officeDocument/2006/relationships/image" Target="../media/image627.png"/><Relationship Id="rId24" Type="http://schemas.openxmlformats.org/officeDocument/2006/relationships/customXml" Target="../ink/ink626.xml"/><Relationship Id="rId40" Type="http://schemas.openxmlformats.org/officeDocument/2006/relationships/customXml" Target="../ink/ink634.xml"/><Relationship Id="rId45" Type="http://schemas.openxmlformats.org/officeDocument/2006/relationships/image" Target="../media/image635.png"/><Relationship Id="rId66" Type="http://schemas.openxmlformats.org/officeDocument/2006/relationships/customXml" Target="../ink/ink647.xml"/><Relationship Id="rId87" Type="http://schemas.openxmlformats.org/officeDocument/2006/relationships/image" Target="../media/image656.png"/><Relationship Id="rId110" Type="http://schemas.openxmlformats.org/officeDocument/2006/relationships/customXml" Target="../ink/ink669.xml"/><Relationship Id="rId115" Type="http://schemas.openxmlformats.org/officeDocument/2006/relationships/image" Target="../media/image670.png"/><Relationship Id="rId61" Type="http://schemas.openxmlformats.org/officeDocument/2006/relationships/image" Target="../media/image643.png"/><Relationship Id="rId82" Type="http://schemas.openxmlformats.org/officeDocument/2006/relationships/customXml" Target="../ink/ink655.xml"/><Relationship Id="rId19" Type="http://schemas.openxmlformats.org/officeDocument/2006/relationships/image" Target="../media/image622.png"/><Relationship Id="rId14" Type="http://schemas.openxmlformats.org/officeDocument/2006/relationships/customXml" Target="../ink/ink621.xml"/><Relationship Id="rId30" Type="http://schemas.openxmlformats.org/officeDocument/2006/relationships/customXml" Target="../ink/ink629.xml"/><Relationship Id="rId35" Type="http://schemas.openxmlformats.org/officeDocument/2006/relationships/image" Target="../media/image630.png"/><Relationship Id="rId56" Type="http://schemas.openxmlformats.org/officeDocument/2006/relationships/customXml" Target="../ink/ink642.xml"/><Relationship Id="rId77" Type="http://schemas.openxmlformats.org/officeDocument/2006/relationships/image" Target="../media/image651.png"/><Relationship Id="rId100" Type="http://schemas.openxmlformats.org/officeDocument/2006/relationships/customXml" Target="../ink/ink664.xml"/><Relationship Id="rId105" Type="http://schemas.openxmlformats.org/officeDocument/2006/relationships/image" Target="../media/image665.png"/><Relationship Id="rId8" Type="http://schemas.openxmlformats.org/officeDocument/2006/relationships/customXml" Target="../ink/ink618.xml"/><Relationship Id="rId51" Type="http://schemas.openxmlformats.org/officeDocument/2006/relationships/image" Target="../media/image638.png"/><Relationship Id="rId72" Type="http://schemas.openxmlformats.org/officeDocument/2006/relationships/customXml" Target="../ink/ink650.xml"/><Relationship Id="rId93" Type="http://schemas.openxmlformats.org/officeDocument/2006/relationships/image" Target="../media/image659.png"/><Relationship Id="rId98" Type="http://schemas.openxmlformats.org/officeDocument/2006/relationships/customXml" Target="../ink/ink663.xml"/><Relationship Id="rId121" Type="http://schemas.openxmlformats.org/officeDocument/2006/relationships/image" Target="../media/image673.png"/><Relationship Id="rId3" Type="http://schemas.openxmlformats.org/officeDocument/2006/relationships/image" Target="../media/image614.png"/><Relationship Id="rId25" Type="http://schemas.openxmlformats.org/officeDocument/2006/relationships/image" Target="../media/image625.png"/><Relationship Id="rId46" Type="http://schemas.openxmlformats.org/officeDocument/2006/relationships/customXml" Target="../ink/ink637.xml"/><Relationship Id="rId67" Type="http://schemas.openxmlformats.org/officeDocument/2006/relationships/image" Target="../media/image646.png"/><Relationship Id="rId116" Type="http://schemas.openxmlformats.org/officeDocument/2006/relationships/customXml" Target="../ink/ink672.xml"/><Relationship Id="rId20" Type="http://schemas.openxmlformats.org/officeDocument/2006/relationships/customXml" Target="../ink/ink624.xml"/><Relationship Id="rId41" Type="http://schemas.openxmlformats.org/officeDocument/2006/relationships/image" Target="../media/image633.png"/><Relationship Id="rId62" Type="http://schemas.openxmlformats.org/officeDocument/2006/relationships/customXml" Target="../ink/ink645.xml"/><Relationship Id="rId83" Type="http://schemas.openxmlformats.org/officeDocument/2006/relationships/image" Target="../media/image654.png"/><Relationship Id="rId88" Type="http://schemas.openxmlformats.org/officeDocument/2006/relationships/customXml" Target="../ink/ink658.xml"/><Relationship Id="rId111" Type="http://schemas.openxmlformats.org/officeDocument/2006/relationships/image" Target="../media/image668.png"/><Relationship Id="rId15" Type="http://schemas.openxmlformats.org/officeDocument/2006/relationships/image" Target="../media/image620.png"/><Relationship Id="rId36" Type="http://schemas.openxmlformats.org/officeDocument/2006/relationships/customXml" Target="../ink/ink632.xml"/><Relationship Id="rId57" Type="http://schemas.openxmlformats.org/officeDocument/2006/relationships/image" Target="../media/image641.png"/><Relationship Id="rId106" Type="http://schemas.openxmlformats.org/officeDocument/2006/relationships/customXml" Target="../ink/ink667.xml"/><Relationship Id="rId10" Type="http://schemas.openxmlformats.org/officeDocument/2006/relationships/customXml" Target="../ink/ink619.xml"/><Relationship Id="rId31" Type="http://schemas.openxmlformats.org/officeDocument/2006/relationships/image" Target="../media/image628.png"/><Relationship Id="rId52" Type="http://schemas.openxmlformats.org/officeDocument/2006/relationships/customXml" Target="../ink/ink640.xml"/><Relationship Id="rId73" Type="http://schemas.openxmlformats.org/officeDocument/2006/relationships/image" Target="../media/image649.png"/><Relationship Id="rId78" Type="http://schemas.openxmlformats.org/officeDocument/2006/relationships/customXml" Target="../ink/ink653.xml"/><Relationship Id="rId94" Type="http://schemas.openxmlformats.org/officeDocument/2006/relationships/customXml" Target="../ink/ink661.xml"/><Relationship Id="rId99" Type="http://schemas.openxmlformats.org/officeDocument/2006/relationships/image" Target="../media/image662.png"/><Relationship Id="rId101" Type="http://schemas.openxmlformats.org/officeDocument/2006/relationships/image" Target="../media/image663.png"/><Relationship Id="rId122" Type="http://schemas.openxmlformats.org/officeDocument/2006/relationships/customXml" Target="../ink/ink675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9.png"/><Relationship Id="rId18" Type="http://schemas.openxmlformats.org/officeDocument/2006/relationships/customXml" Target="../ink/ink684.xml"/><Relationship Id="rId26" Type="http://schemas.openxmlformats.org/officeDocument/2006/relationships/customXml" Target="../ink/ink688.xml"/><Relationship Id="rId39" Type="http://schemas.openxmlformats.org/officeDocument/2006/relationships/image" Target="../media/image691.png"/><Relationship Id="rId21" Type="http://schemas.openxmlformats.org/officeDocument/2006/relationships/image" Target="../media/image683.png"/><Relationship Id="rId34" Type="http://schemas.openxmlformats.org/officeDocument/2006/relationships/customXml" Target="../ink/ink692.xml"/><Relationship Id="rId7" Type="http://schemas.openxmlformats.org/officeDocument/2006/relationships/image" Target="../media/image676.png"/><Relationship Id="rId12" Type="http://schemas.openxmlformats.org/officeDocument/2006/relationships/customXml" Target="../ink/ink681.xml"/><Relationship Id="rId17" Type="http://schemas.openxmlformats.org/officeDocument/2006/relationships/image" Target="../media/image681.png"/><Relationship Id="rId25" Type="http://schemas.openxmlformats.org/officeDocument/2006/relationships/image" Target="../media/image685.png"/><Relationship Id="rId33" Type="http://schemas.openxmlformats.org/officeDocument/2006/relationships/image" Target="../media/image689.png"/><Relationship Id="rId38" Type="http://schemas.openxmlformats.org/officeDocument/2006/relationships/customXml" Target="../ink/ink694.xml"/><Relationship Id="rId2" Type="http://schemas.openxmlformats.org/officeDocument/2006/relationships/customXml" Target="../ink/ink676.xml"/><Relationship Id="rId16" Type="http://schemas.openxmlformats.org/officeDocument/2006/relationships/customXml" Target="../ink/ink683.xml"/><Relationship Id="rId20" Type="http://schemas.openxmlformats.org/officeDocument/2006/relationships/customXml" Target="../ink/ink685.xml"/><Relationship Id="rId29" Type="http://schemas.openxmlformats.org/officeDocument/2006/relationships/image" Target="../media/image68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8.xml"/><Relationship Id="rId11" Type="http://schemas.openxmlformats.org/officeDocument/2006/relationships/image" Target="../media/image678.png"/><Relationship Id="rId24" Type="http://schemas.openxmlformats.org/officeDocument/2006/relationships/customXml" Target="../ink/ink687.xml"/><Relationship Id="rId32" Type="http://schemas.openxmlformats.org/officeDocument/2006/relationships/customXml" Target="../ink/ink691.xml"/><Relationship Id="rId37" Type="http://schemas.openxmlformats.org/officeDocument/2006/relationships/image" Target="../media/image664.png"/><Relationship Id="rId5" Type="http://schemas.openxmlformats.org/officeDocument/2006/relationships/image" Target="../media/image675.png"/><Relationship Id="rId15" Type="http://schemas.openxmlformats.org/officeDocument/2006/relationships/image" Target="../media/image680.png"/><Relationship Id="rId23" Type="http://schemas.openxmlformats.org/officeDocument/2006/relationships/image" Target="../media/image684.png"/><Relationship Id="rId28" Type="http://schemas.openxmlformats.org/officeDocument/2006/relationships/customXml" Target="../ink/ink689.xml"/><Relationship Id="rId36" Type="http://schemas.openxmlformats.org/officeDocument/2006/relationships/customXml" Target="../ink/ink693.xml"/><Relationship Id="rId10" Type="http://schemas.openxmlformats.org/officeDocument/2006/relationships/customXml" Target="../ink/ink680.xml"/><Relationship Id="rId19" Type="http://schemas.openxmlformats.org/officeDocument/2006/relationships/image" Target="../media/image682.png"/><Relationship Id="rId31" Type="http://schemas.openxmlformats.org/officeDocument/2006/relationships/image" Target="../media/image688.png"/><Relationship Id="rId4" Type="http://schemas.openxmlformats.org/officeDocument/2006/relationships/customXml" Target="../ink/ink677.xml"/><Relationship Id="rId9" Type="http://schemas.openxmlformats.org/officeDocument/2006/relationships/image" Target="../media/image677.png"/><Relationship Id="rId14" Type="http://schemas.openxmlformats.org/officeDocument/2006/relationships/customXml" Target="../ink/ink682.xml"/><Relationship Id="rId22" Type="http://schemas.openxmlformats.org/officeDocument/2006/relationships/customXml" Target="../ink/ink686.xml"/><Relationship Id="rId27" Type="http://schemas.openxmlformats.org/officeDocument/2006/relationships/image" Target="../media/image686.png"/><Relationship Id="rId30" Type="http://schemas.openxmlformats.org/officeDocument/2006/relationships/customXml" Target="../ink/ink690.xml"/><Relationship Id="rId35" Type="http://schemas.openxmlformats.org/officeDocument/2006/relationships/image" Target="../media/image690.png"/><Relationship Id="rId8" Type="http://schemas.openxmlformats.org/officeDocument/2006/relationships/customXml" Target="../ink/ink679.xml"/><Relationship Id="rId3" Type="http://schemas.openxmlformats.org/officeDocument/2006/relationships/image" Target="../media/image674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9.png"/><Relationship Id="rId21" Type="http://schemas.openxmlformats.org/officeDocument/2006/relationships/image" Target="../media/image701.png"/><Relationship Id="rId42" Type="http://schemas.openxmlformats.org/officeDocument/2006/relationships/customXml" Target="../ink/ink715.xml"/><Relationship Id="rId63" Type="http://schemas.openxmlformats.org/officeDocument/2006/relationships/image" Target="../media/image722.png"/><Relationship Id="rId84" Type="http://schemas.openxmlformats.org/officeDocument/2006/relationships/customXml" Target="../ink/ink736.xml"/><Relationship Id="rId138" Type="http://schemas.openxmlformats.org/officeDocument/2006/relationships/customXml" Target="../ink/ink763.xml"/><Relationship Id="rId159" Type="http://schemas.openxmlformats.org/officeDocument/2006/relationships/image" Target="../media/image770.png"/><Relationship Id="rId170" Type="http://schemas.openxmlformats.org/officeDocument/2006/relationships/customXml" Target="../ink/ink779.xml"/><Relationship Id="rId191" Type="http://schemas.openxmlformats.org/officeDocument/2006/relationships/image" Target="../media/image785.png"/><Relationship Id="rId107" Type="http://schemas.openxmlformats.org/officeDocument/2006/relationships/image" Target="../media/image744.png"/><Relationship Id="rId11" Type="http://schemas.openxmlformats.org/officeDocument/2006/relationships/image" Target="../media/image696.png"/><Relationship Id="rId32" Type="http://schemas.openxmlformats.org/officeDocument/2006/relationships/customXml" Target="../ink/ink710.xml"/><Relationship Id="rId53" Type="http://schemas.openxmlformats.org/officeDocument/2006/relationships/image" Target="../media/image717.png"/><Relationship Id="rId74" Type="http://schemas.openxmlformats.org/officeDocument/2006/relationships/customXml" Target="../ink/ink731.xml"/><Relationship Id="rId128" Type="http://schemas.openxmlformats.org/officeDocument/2006/relationships/customXml" Target="../ink/ink758.xml"/><Relationship Id="rId149" Type="http://schemas.openxmlformats.org/officeDocument/2006/relationships/image" Target="../media/image765.png"/><Relationship Id="rId5" Type="http://schemas.openxmlformats.org/officeDocument/2006/relationships/image" Target="../media/image693.png"/><Relationship Id="rId95" Type="http://schemas.openxmlformats.org/officeDocument/2006/relationships/image" Target="../media/image738.png"/><Relationship Id="rId160" Type="http://schemas.openxmlformats.org/officeDocument/2006/relationships/customXml" Target="../ink/ink774.xml"/><Relationship Id="rId181" Type="http://schemas.openxmlformats.org/officeDocument/2006/relationships/image" Target="../media/image780.png"/><Relationship Id="rId22" Type="http://schemas.openxmlformats.org/officeDocument/2006/relationships/customXml" Target="../ink/ink705.xml"/><Relationship Id="rId43" Type="http://schemas.openxmlformats.org/officeDocument/2006/relationships/image" Target="../media/image712.png"/><Relationship Id="rId64" Type="http://schemas.openxmlformats.org/officeDocument/2006/relationships/customXml" Target="../ink/ink726.xml"/><Relationship Id="rId118" Type="http://schemas.openxmlformats.org/officeDocument/2006/relationships/customXml" Target="../ink/ink753.xml"/><Relationship Id="rId139" Type="http://schemas.openxmlformats.org/officeDocument/2006/relationships/image" Target="../media/image760.png"/><Relationship Id="rId85" Type="http://schemas.openxmlformats.org/officeDocument/2006/relationships/image" Target="../media/image733.png"/><Relationship Id="rId150" Type="http://schemas.openxmlformats.org/officeDocument/2006/relationships/customXml" Target="../ink/ink769.xml"/><Relationship Id="rId171" Type="http://schemas.openxmlformats.org/officeDocument/2006/relationships/image" Target="../media/image775.png"/><Relationship Id="rId192" Type="http://schemas.openxmlformats.org/officeDocument/2006/relationships/customXml" Target="../ink/ink790.xml"/><Relationship Id="rId12" Type="http://schemas.openxmlformats.org/officeDocument/2006/relationships/customXml" Target="../ink/ink700.xml"/><Relationship Id="rId33" Type="http://schemas.openxmlformats.org/officeDocument/2006/relationships/image" Target="../media/image707.png"/><Relationship Id="rId108" Type="http://schemas.openxmlformats.org/officeDocument/2006/relationships/customXml" Target="../ink/ink748.xml"/><Relationship Id="rId129" Type="http://schemas.openxmlformats.org/officeDocument/2006/relationships/image" Target="../media/image755.png"/><Relationship Id="rId54" Type="http://schemas.openxmlformats.org/officeDocument/2006/relationships/customXml" Target="../ink/ink721.xml"/><Relationship Id="rId75" Type="http://schemas.openxmlformats.org/officeDocument/2006/relationships/image" Target="../media/image728.png"/><Relationship Id="rId96" Type="http://schemas.openxmlformats.org/officeDocument/2006/relationships/customXml" Target="../ink/ink742.xml"/><Relationship Id="rId140" Type="http://schemas.openxmlformats.org/officeDocument/2006/relationships/customXml" Target="../ink/ink764.xml"/><Relationship Id="rId161" Type="http://schemas.openxmlformats.org/officeDocument/2006/relationships/image" Target="../media/image771.png"/><Relationship Id="rId182" Type="http://schemas.openxmlformats.org/officeDocument/2006/relationships/customXml" Target="../ink/ink785.xml"/><Relationship Id="rId6" Type="http://schemas.openxmlformats.org/officeDocument/2006/relationships/customXml" Target="../ink/ink697.xml"/><Relationship Id="rId23" Type="http://schemas.openxmlformats.org/officeDocument/2006/relationships/image" Target="../media/image702.png"/><Relationship Id="rId119" Type="http://schemas.openxmlformats.org/officeDocument/2006/relationships/image" Target="../media/image750.png"/><Relationship Id="rId44" Type="http://schemas.openxmlformats.org/officeDocument/2006/relationships/customXml" Target="../ink/ink716.xml"/><Relationship Id="rId65" Type="http://schemas.openxmlformats.org/officeDocument/2006/relationships/image" Target="../media/image723.png"/><Relationship Id="rId86" Type="http://schemas.openxmlformats.org/officeDocument/2006/relationships/customXml" Target="../ink/ink737.xml"/><Relationship Id="rId130" Type="http://schemas.openxmlformats.org/officeDocument/2006/relationships/customXml" Target="../ink/ink759.xml"/><Relationship Id="rId151" Type="http://schemas.openxmlformats.org/officeDocument/2006/relationships/image" Target="../media/image766.png"/><Relationship Id="rId172" Type="http://schemas.openxmlformats.org/officeDocument/2006/relationships/customXml" Target="../ink/ink780.xml"/><Relationship Id="rId193" Type="http://schemas.openxmlformats.org/officeDocument/2006/relationships/image" Target="../media/image786.png"/><Relationship Id="rId13" Type="http://schemas.openxmlformats.org/officeDocument/2006/relationships/image" Target="../media/image697.png"/><Relationship Id="rId109" Type="http://schemas.openxmlformats.org/officeDocument/2006/relationships/image" Target="../media/image745.png"/><Relationship Id="rId34" Type="http://schemas.openxmlformats.org/officeDocument/2006/relationships/customXml" Target="../ink/ink711.xml"/><Relationship Id="rId55" Type="http://schemas.openxmlformats.org/officeDocument/2006/relationships/image" Target="../media/image718.png"/><Relationship Id="rId76" Type="http://schemas.openxmlformats.org/officeDocument/2006/relationships/customXml" Target="../ink/ink732.xml"/><Relationship Id="rId97" Type="http://schemas.openxmlformats.org/officeDocument/2006/relationships/image" Target="../media/image739.png"/><Relationship Id="rId120" Type="http://schemas.openxmlformats.org/officeDocument/2006/relationships/customXml" Target="../ink/ink754.xml"/><Relationship Id="rId141" Type="http://schemas.openxmlformats.org/officeDocument/2006/relationships/image" Target="../media/image761.png"/><Relationship Id="rId7" Type="http://schemas.openxmlformats.org/officeDocument/2006/relationships/image" Target="../media/image694.png"/><Relationship Id="rId71" Type="http://schemas.openxmlformats.org/officeDocument/2006/relationships/image" Target="../media/image726.png"/><Relationship Id="rId92" Type="http://schemas.openxmlformats.org/officeDocument/2006/relationships/customXml" Target="../ink/ink740.xml"/><Relationship Id="rId162" Type="http://schemas.openxmlformats.org/officeDocument/2006/relationships/customXml" Target="../ink/ink775.xml"/><Relationship Id="rId183" Type="http://schemas.openxmlformats.org/officeDocument/2006/relationships/image" Target="../media/image781.png"/><Relationship Id="rId2" Type="http://schemas.openxmlformats.org/officeDocument/2006/relationships/customXml" Target="../ink/ink695.xml"/><Relationship Id="rId29" Type="http://schemas.openxmlformats.org/officeDocument/2006/relationships/image" Target="../media/image705.png"/><Relationship Id="rId24" Type="http://schemas.openxmlformats.org/officeDocument/2006/relationships/customXml" Target="../ink/ink706.xml"/><Relationship Id="rId40" Type="http://schemas.openxmlformats.org/officeDocument/2006/relationships/customXml" Target="../ink/ink714.xml"/><Relationship Id="rId45" Type="http://schemas.openxmlformats.org/officeDocument/2006/relationships/image" Target="../media/image713.png"/><Relationship Id="rId66" Type="http://schemas.openxmlformats.org/officeDocument/2006/relationships/customXml" Target="../ink/ink727.xml"/><Relationship Id="rId87" Type="http://schemas.openxmlformats.org/officeDocument/2006/relationships/image" Target="../media/image734.png"/><Relationship Id="rId110" Type="http://schemas.openxmlformats.org/officeDocument/2006/relationships/customXml" Target="../ink/ink749.xml"/><Relationship Id="rId115" Type="http://schemas.openxmlformats.org/officeDocument/2006/relationships/image" Target="../media/image748.png"/><Relationship Id="rId131" Type="http://schemas.openxmlformats.org/officeDocument/2006/relationships/image" Target="../media/image756.png"/><Relationship Id="rId136" Type="http://schemas.openxmlformats.org/officeDocument/2006/relationships/customXml" Target="../ink/ink762.xml"/><Relationship Id="rId157" Type="http://schemas.openxmlformats.org/officeDocument/2006/relationships/image" Target="../media/image769.png"/><Relationship Id="rId178" Type="http://schemas.openxmlformats.org/officeDocument/2006/relationships/customXml" Target="../ink/ink783.xml"/><Relationship Id="rId61" Type="http://schemas.openxmlformats.org/officeDocument/2006/relationships/image" Target="../media/image721.png"/><Relationship Id="rId82" Type="http://schemas.openxmlformats.org/officeDocument/2006/relationships/customXml" Target="../ink/ink735.xml"/><Relationship Id="rId152" Type="http://schemas.openxmlformats.org/officeDocument/2006/relationships/customXml" Target="../ink/ink770.xml"/><Relationship Id="rId173" Type="http://schemas.openxmlformats.org/officeDocument/2006/relationships/image" Target="../media/image776.png"/><Relationship Id="rId194" Type="http://schemas.openxmlformats.org/officeDocument/2006/relationships/customXml" Target="../ink/ink791.xml"/><Relationship Id="rId19" Type="http://schemas.openxmlformats.org/officeDocument/2006/relationships/image" Target="../media/image700.png"/><Relationship Id="rId14" Type="http://schemas.openxmlformats.org/officeDocument/2006/relationships/customXml" Target="../ink/ink701.xml"/><Relationship Id="rId30" Type="http://schemas.openxmlformats.org/officeDocument/2006/relationships/customXml" Target="../ink/ink709.xml"/><Relationship Id="rId35" Type="http://schemas.openxmlformats.org/officeDocument/2006/relationships/image" Target="../media/image708.png"/><Relationship Id="rId56" Type="http://schemas.openxmlformats.org/officeDocument/2006/relationships/customXml" Target="../ink/ink722.xml"/><Relationship Id="rId77" Type="http://schemas.openxmlformats.org/officeDocument/2006/relationships/image" Target="../media/image729.png"/><Relationship Id="rId100" Type="http://schemas.openxmlformats.org/officeDocument/2006/relationships/customXml" Target="../ink/ink744.xml"/><Relationship Id="rId105" Type="http://schemas.openxmlformats.org/officeDocument/2006/relationships/image" Target="../media/image743.png"/><Relationship Id="rId126" Type="http://schemas.openxmlformats.org/officeDocument/2006/relationships/customXml" Target="../ink/ink757.xml"/><Relationship Id="rId147" Type="http://schemas.openxmlformats.org/officeDocument/2006/relationships/image" Target="../media/image764.png"/><Relationship Id="rId168" Type="http://schemas.openxmlformats.org/officeDocument/2006/relationships/customXml" Target="../ink/ink778.xml"/><Relationship Id="rId8" Type="http://schemas.openxmlformats.org/officeDocument/2006/relationships/customXml" Target="../ink/ink698.xml"/><Relationship Id="rId51" Type="http://schemas.openxmlformats.org/officeDocument/2006/relationships/image" Target="../media/image716.png"/><Relationship Id="rId72" Type="http://schemas.openxmlformats.org/officeDocument/2006/relationships/customXml" Target="../ink/ink730.xml"/><Relationship Id="rId93" Type="http://schemas.openxmlformats.org/officeDocument/2006/relationships/image" Target="../media/image737.png"/><Relationship Id="rId98" Type="http://schemas.openxmlformats.org/officeDocument/2006/relationships/customXml" Target="../ink/ink743.xml"/><Relationship Id="rId121" Type="http://schemas.openxmlformats.org/officeDocument/2006/relationships/image" Target="../media/image751.png"/><Relationship Id="rId142" Type="http://schemas.openxmlformats.org/officeDocument/2006/relationships/customXml" Target="../ink/ink765.xml"/><Relationship Id="rId163" Type="http://schemas.openxmlformats.org/officeDocument/2006/relationships/image" Target="../media/image772.png"/><Relationship Id="rId184" Type="http://schemas.openxmlformats.org/officeDocument/2006/relationships/customXml" Target="../ink/ink786.xml"/><Relationship Id="rId189" Type="http://schemas.openxmlformats.org/officeDocument/2006/relationships/image" Target="../media/image784.png"/><Relationship Id="rId3" Type="http://schemas.openxmlformats.org/officeDocument/2006/relationships/image" Target="../media/image692.png"/><Relationship Id="rId25" Type="http://schemas.openxmlformats.org/officeDocument/2006/relationships/image" Target="../media/image703.png"/><Relationship Id="rId46" Type="http://schemas.openxmlformats.org/officeDocument/2006/relationships/customXml" Target="../ink/ink717.xml"/><Relationship Id="rId67" Type="http://schemas.openxmlformats.org/officeDocument/2006/relationships/image" Target="../media/image724.png"/><Relationship Id="rId116" Type="http://schemas.openxmlformats.org/officeDocument/2006/relationships/customXml" Target="../ink/ink752.xml"/><Relationship Id="rId137" Type="http://schemas.openxmlformats.org/officeDocument/2006/relationships/image" Target="../media/image759.png"/><Relationship Id="rId158" Type="http://schemas.openxmlformats.org/officeDocument/2006/relationships/customXml" Target="../ink/ink773.xml"/><Relationship Id="rId20" Type="http://schemas.openxmlformats.org/officeDocument/2006/relationships/customXml" Target="../ink/ink704.xml"/><Relationship Id="rId41" Type="http://schemas.openxmlformats.org/officeDocument/2006/relationships/image" Target="../media/image711.png"/><Relationship Id="rId62" Type="http://schemas.openxmlformats.org/officeDocument/2006/relationships/customXml" Target="../ink/ink725.xml"/><Relationship Id="rId83" Type="http://schemas.openxmlformats.org/officeDocument/2006/relationships/image" Target="../media/image732.png"/><Relationship Id="rId88" Type="http://schemas.openxmlformats.org/officeDocument/2006/relationships/customXml" Target="../ink/ink738.xml"/><Relationship Id="rId111" Type="http://schemas.openxmlformats.org/officeDocument/2006/relationships/image" Target="../media/image746.png"/><Relationship Id="rId132" Type="http://schemas.openxmlformats.org/officeDocument/2006/relationships/customXml" Target="../ink/ink760.xml"/><Relationship Id="rId153" Type="http://schemas.openxmlformats.org/officeDocument/2006/relationships/image" Target="../media/image767.png"/><Relationship Id="rId174" Type="http://schemas.openxmlformats.org/officeDocument/2006/relationships/customXml" Target="../ink/ink781.xml"/><Relationship Id="rId179" Type="http://schemas.openxmlformats.org/officeDocument/2006/relationships/image" Target="../media/image779.png"/><Relationship Id="rId195" Type="http://schemas.openxmlformats.org/officeDocument/2006/relationships/image" Target="../media/image787.png"/><Relationship Id="rId190" Type="http://schemas.openxmlformats.org/officeDocument/2006/relationships/customXml" Target="../ink/ink789.xml"/><Relationship Id="rId15" Type="http://schemas.openxmlformats.org/officeDocument/2006/relationships/image" Target="../media/image698.png"/><Relationship Id="rId36" Type="http://schemas.openxmlformats.org/officeDocument/2006/relationships/customXml" Target="../ink/ink712.xml"/><Relationship Id="rId57" Type="http://schemas.openxmlformats.org/officeDocument/2006/relationships/image" Target="../media/image719.png"/><Relationship Id="rId106" Type="http://schemas.openxmlformats.org/officeDocument/2006/relationships/customXml" Target="../ink/ink747.xml"/><Relationship Id="rId127" Type="http://schemas.openxmlformats.org/officeDocument/2006/relationships/image" Target="../media/image754.png"/><Relationship Id="rId10" Type="http://schemas.openxmlformats.org/officeDocument/2006/relationships/customXml" Target="../ink/ink699.xml"/><Relationship Id="rId31" Type="http://schemas.openxmlformats.org/officeDocument/2006/relationships/image" Target="../media/image706.png"/><Relationship Id="rId52" Type="http://schemas.openxmlformats.org/officeDocument/2006/relationships/customXml" Target="../ink/ink720.xml"/><Relationship Id="rId73" Type="http://schemas.openxmlformats.org/officeDocument/2006/relationships/image" Target="../media/image727.png"/><Relationship Id="rId78" Type="http://schemas.openxmlformats.org/officeDocument/2006/relationships/customXml" Target="../ink/ink733.xml"/><Relationship Id="rId94" Type="http://schemas.openxmlformats.org/officeDocument/2006/relationships/customXml" Target="../ink/ink741.xml"/><Relationship Id="rId99" Type="http://schemas.openxmlformats.org/officeDocument/2006/relationships/image" Target="../media/image740.png"/><Relationship Id="rId101" Type="http://schemas.openxmlformats.org/officeDocument/2006/relationships/image" Target="../media/image741.png"/><Relationship Id="rId122" Type="http://schemas.openxmlformats.org/officeDocument/2006/relationships/customXml" Target="../ink/ink755.xml"/><Relationship Id="rId143" Type="http://schemas.openxmlformats.org/officeDocument/2006/relationships/image" Target="../media/image762.png"/><Relationship Id="rId148" Type="http://schemas.openxmlformats.org/officeDocument/2006/relationships/customXml" Target="../ink/ink768.xml"/><Relationship Id="rId164" Type="http://schemas.openxmlformats.org/officeDocument/2006/relationships/customXml" Target="../ink/ink776.xml"/><Relationship Id="rId169" Type="http://schemas.openxmlformats.org/officeDocument/2006/relationships/image" Target="../media/image774.png"/><Relationship Id="rId185" Type="http://schemas.openxmlformats.org/officeDocument/2006/relationships/image" Target="../media/image782.png"/><Relationship Id="rId4" Type="http://schemas.openxmlformats.org/officeDocument/2006/relationships/customXml" Target="../ink/ink696.xml"/><Relationship Id="rId9" Type="http://schemas.openxmlformats.org/officeDocument/2006/relationships/image" Target="../media/image695.png"/><Relationship Id="rId180" Type="http://schemas.openxmlformats.org/officeDocument/2006/relationships/customXml" Target="../ink/ink784.xml"/><Relationship Id="rId26" Type="http://schemas.openxmlformats.org/officeDocument/2006/relationships/customXml" Target="../ink/ink707.xml"/><Relationship Id="rId47" Type="http://schemas.openxmlformats.org/officeDocument/2006/relationships/image" Target="../media/image714.png"/><Relationship Id="rId68" Type="http://schemas.openxmlformats.org/officeDocument/2006/relationships/customXml" Target="../ink/ink728.xml"/><Relationship Id="rId89" Type="http://schemas.openxmlformats.org/officeDocument/2006/relationships/image" Target="../media/image735.png"/><Relationship Id="rId112" Type="http://schemas.openxmlformats.org/officeDocument/2006/relationships/customXml" Target="../ink/ink750.xml"/><Relationship Id="rId133" Type="http://schemas.openxmlformats.org/officeDocument/2006/relationships/image" Target="../media/image757.png"/><Relationship Id="rId154" Type="http://schemas.openxmlformats.org/officeDocument/2006/relationships/customXml" Target="../ink/ink771.xml"/><Relationship Id="rId175" Type="http://schemas.openxmlformats.org/officeDocument/2006/relationships/image" Target="../media/image777.png"/><Relationship Id="rId196" Type="http://schemas.openxmlformats.org/officeDocument/2006/relationships/customXml" Target="../ink/ink792.xml"/><Relationship Id="rId16" Type="http://schemas.openxmlformats.org/officeDocument/2006/relationships/customXml" Target="../ink/ink702.xml"/><Relationship Id="rId37" Type="http://schemas.openxmlformats.org/officeDocument/2006/relationships/image" Target="../media/image709.png"/><Relationship Id="rId58" Type="http://schemas.openxmlformats.org/officeDocument/2006/relationships/customXml" Target="../ink/ink723.xml"/><Relationship Id="rId79" Type="http://schemas.openxmlformats.org/officeDocument/2006/relationships/image" Target="../media/image730.png"/><Relationship Id="rId102" Type="http://schemas.openxmlformats.org/officeDocument/2006/relationships/customXml" Target="../ink/ink745.xml"/><Relationship Id="rId123" Type="http://schemas.openxmlformats.org/officeDocument/2006/relationships/image" Target="../media/image752.png"/><Relationship Id="rId144" Type="http://schemas.openxmlformats.org/officeDocument/2006/relationships/customXml" Target="../ink/ink766.xml"/><Relationship Id="rId90" Type="http://schemas.openxmlformats.org/officeDocument/2006/relationships/customXml" Target="../ink/ink739.xml"/><Relationship Id="rId165" Type="http://schemas.openxmlformats.org/officeDocument/2006/relationships/image" Target="../media/image411.png"/><Relationship Id="rId186" Type="http://schemas.openxmlformats.org/officeDocument/2006/relationships/customXml" Target="../ink/ink787.xml"/><Relationship Id="rId27" Type="http://schemas.openxmlformats.org/officeDocument/2006/relationships/image" Target="../media/image704.png"/><Relationship Id="rId48" Type="http://schemas.openxmlformats.org/officeDocument/2006/relationships/customXml" Target="../ink/ink718.xml"/><Relationship Id="rId69" Type="http://schemas.openxmlformats.org/officeDocument/2006/relationships/image" Target="../media/image725.png"/><Relationship Id="rId113" Type="http://schemas.openxmlformats.org/officeDocument/2006/relationships/image" Target="../media/image747.png"/><Relationship Id="rId134" Type="http://schemas.openxmlformats.org/officeDocument/2006/relationships/customXml" Target="../ink/ink761.xml"/><Relationship Id="rId80" Type="http://schemas.openxmlformats.org/officeDocument/2006/relationships/customXml" Target="../ink/ink734.xml"/><Relationship Id="rId155" Type="http://schemas.openxmlformats.org/officeDocument/2006/relationships/image" Target="../media/image768.png"/><Relationship Id="rId176" Type="http://schemas.openxmlformats.org/officeDocument/2006/relationships/customXml" Target="../ink/ink782.xml"/><Relationship Id="rId197" Type="http://schemas.openxmlformats.org/officeDocument/2006/relationships/image" Target="../media/image788.png"/><Relationship Id="rId17" Type="http://schemas.openxmlformats.org/officeDocument/2006/relationships/image" Target="../media/image699.png"/><Relationship Id="rId38" Type="http://schemas.openxmlformats.org/officeDocument/2006/relationships/customXml" Target="../ink/ink713.xml"/><Relationship Id="rId59" Type="http://schemas.openxmlformats.org/officeDocument/2006/relationships/image" Target="../media/image720.png"/><Relationship Id="rId103" Type="http://schemas.openxmlformats.org/officeDocument/2006/relationships/image" Target="../media/image742.png"/><Relationship Id="rId124" Type="http://schemas.openxmlformats.org/officeDocument/2006/relationships/customXml" Target="../ink/ink756.xml"/><Relationship Id="rId70" Type="http://schemas.openxmlformats.org/officeDocument/2006/relationships/customXml" Target="../ink/ink729.xml"/><Relationship Id="rId91" Type="http://schemas.openxmlformats.org/officeDocument/2006/relationships/image" Target="../media/image736.png"/><Relationship Id="rId145" Type="http://schemas.openxmlformats.org/officeDocument/2006/relationships/image" Target="../media/image763.png"/><Relationship Id="rId166" Type="http://schemas.openxmlformats.org/officeDocument/2006/relationships/customXml" Target="../ink/ink777.xml"/><Relationship Id="rId187" Type="http://schemas.openxmlformats.org/officeDocument/2006/relationships/image" Target="../media/image78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708.xml"/><Relationship Id="rId49" Type="http://schemas.openxmlformats.org/officeDocument/2006/relationships/image" Target="../media/image715.png"/><Relationship Id="rId114" Type="http://schemas.openxmlformats.org/officeDocument/2006/relationships/customXml" Target="../ink/ink751.xml"/><Relationship Id="rId60" Type="http://schemas.openxmlformats.org/officeDocument/2006/relationships/customXml" Target="../ink/ink724.xml"/><Relationship Id="rId81" Type="http://schemas.openxmlformats.org/officeDocument/2006/relationships/image" Target="../media/image731.png"/><Relationship Id="rId135" Type="http://schemas.openxmlformats.org/officeDocument/2006/relationships/image" Target="../media/image758.png"/><Relationship Id="rId156" Type="http://schemas.openxmlformats.org/officeDocument/2006/relationships/customXml" Target="../ink/ink772.xml"/><Relationship Id="rId177" Type="http://schemas.openxmlformats.org/officeDocument/2006/relationships/image" Target="../media/image778.png"/><Relationship Id="rId18" Type="http://schemas.openxmlformats.org/officeDocument/2006/relationships/customXml" Target="../ink/ink703.xml"/><Relationship Id="rId39" Type="http://schemas.openxmlformats.org/officeDocument/2006/relationships/image" Target="../media/image710.png"/><Relationship Id="rId50" Type="http://schemas.openxmlformats.org/officeDocument/2006/relationships/customXml" Target="../ink/ink719.xml"/><Relationship Id="rId104" Type="http://schemas.openxmlformats.org/officeDocument/2006/relationships/customXml" Target="../ink/ink746.xml"/><Relationship Id="rId125" Type="http://schemas.openxmlformats.org/officeDocument/2006/relationships/image" Target="../media/image753.png"/><Relationship Id="rId146" Type="http://schemas.openxmlformats.org/officeDocument/2006/relationships/customXml" Target="../ink/ink767.xml"/><Relationship Id="rId167" Type="http://schemas.openxmlformats.org/officeDocument/2006/relationships/image" Target="../media/image773.png"/><Relationship Id="rId188" Type="http://schemas.openxmlformats.org/officeDocument/2006/relationships/customXml" Target="../ink/ink788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6.png"/><Relationship Id="rId21" Type="http://schemas.openxmlformats.org/officeDocument/2006/relationships/image" Target="../media/image798.png"/><Relationship Id="rId42" Type="http://schemas.openxmlformats.org/officeDocument/2006/relationships/customXml" Target="../ink/ink813.xml"/><Relationship Id="rId63" Type="http://schemas.openxmlformats.org/officeDocument/2006/relationships/image" Target="../media/image819.png"/><Relationship Id="rId84" Type="http://schemas.openxmlformats.org/officeDocument/2006/relationships/customXml" Target="../ink/ink834.xml"/><Relationship Id="rId16" Type="http://schemas.openxmlformats.org/officeDocument/2006/relationships/customXml" Target="../ink/ink800.xml"/><Relationship Id="rId107" Type="http://schemas.openxmlformats.org/officeDocument/2006/relationships/image" Target="../media/image841.png"/><Relationship Id="rId11" Type="http://schemas.openxmlformats.org/officeDocument/2006/relationships/image" Target="../media/image793.png"/><Relationship Id="rId32" Type="http://schemas.openxmlformats.org/officeDocument/2006/relationships/customXml" Target="../ink/ink808.xml"/><Relationship Id="rId37" Type="http://schemas.openxmlformats.org/officeDocument/2006/relationships/image" Target="../media/image806.png"/><Relationship Id="rId53" Type="http://schemas.openxmlformats.org/officeDocument/2006/relationships/image" Target="../media/image814.png"/><Relationship Id="rId58" Type="http://schemas.openxmlformats.org/officeDocument/2006/relationships/customXml" Target="../ink/ink821.xml"/><Relationship Id="rId74" Type="http://schemas.openxmlformats.org/officeDocument/2006/relationships/customXml" Target="../ink/ink829.xml"/><Relationship Id="rId79" Type="http://schemas.openxmlformats.org/officeDocument/2006/relationships/image" Target="../media/image827.png"/><Relationship Id="rId102" Type="http://schemas.openxmlformats.org/officeDocument/2006/relationships/customXml" Target="../ink/ink843.xml"/><Relationship Id="rId123" Type="http://schemas.openxmlformats.org/officeDocument/2006/relationships/image" Target="../media/image849.png"/><Relationship Id="rId128" Type="http://schemas.openxmlformats.org/officeDocument/2006/relationships/customXml" Target="../ink/ink856.xml"/><Relationship Id="rId5" Type="http://schemas.openxmlformats.org/officeDocument/2006/relationships/image" Target="../media/image790.png"/><Relationship Id="rId90" Type="http://schemas.openxmlformats.org/officeDocument/2006/relationships/customXml" Target="../ink/ink837.xml"/><Relationship Id="rId95" Type="http://schemas.openxmlformats.org/officeDocument/2006/relationships/image" Target="../media/image835.png"/><Relationship Id="rId22" Type="http://schemas.openxmlformats.org/officeDocument/2006/relationships/customXml" Target="../ink/ink803.xml"/><Relationship Id="rId27" Type="http://schemas.openxmlformats.org/officeDocument/2006/relationships/image" Target="../media/image801.png"/><Relationship Id="rId43" Type="http://schemas.openxmlformats.org/officeDocument/2006/relationships/image" Target="../media/image809.png"/><Relationship Id="rId48" Type="http://schemas.openxmlformats.org/officeDocument/2006/relationships/customXml" Target="../ink/ink816.xml"/><Relationship Id="rId64" Type="http://schemas.openxmlformats.org/officeDocument/2006/relationships/customXml" Target="../ink/ink824.xml"/><Relationship Id="rId69" Type="http://schemas.openxmlformats.org/officeDocument/2006/relationships/image" Target="../media/image822.png"/><Relationship Id="rId113" Type="http://schemas.openxmlformats.org/officeDocument/2006/relationships/image" Target="../media/image844.png"/><Relationship Id="rId118" Type="http://schemas.openxmlformats.org/officeDocument/2006/relationships/customXml" Target="../ink/ink851.xml"/><Relationship Id="rId134" Type="http://schemas.openxmlformats.org/officeDocument/2006/relationships/customXml" Target="../ink/ink859.xml"/><Relationship Id="rId80" Type="http://schemas.openxmlformats.org/officeDocument/2006/relationships/customXml" Target="../ink/ink832.xml"/><Relationship Id="rId85" Type="http://schemas.openxmlformats.org/officeDocument/2006/relationships/image" Target="../media/image830.png"/><Relationship Id="rId12" Type="http://schemas.openxmlformats.org/officeDocument/2006/relationships/customXml" Target="../ink/ink798.xml"/><Relationship Id="rId17" Type="http://schemas.openxmlformats.org/officeDocument/2006/relationships/image" Target="../media/image796.png"/><Relationship Id="rId33" Type="http://schemas.openxmlformats.org/officeDocument/2006/relationships/image" Target="../media/image804.png"/><Relationship Id="rId38" Type="http://schemas.openxmlformats.org/officeDocument/2006/relationships/customXml" Target="../ink/ink811.xml"/><Relationship Id="rId59" Type="http://schemas.openxmlformats.org/officeDocument/2006/relationships/image" Target="../media/image817.png"/><Relationship Id="rId103" Type="http://schemas.openxmlformats.org/officeDocument/2006/relationships/image" Target="../media/image839.png"/><Relationship Id="rId108" Type="http://schemas.openxmlformats.org/officeDocument/2006/relationships/customXml" Target="../ink/ink846.xml"/><Relationship Id="rId124" Type="http://schemas.openxmlformats.org/officeDocument/2006/relationships/customXml" Target="../ink/ink854.xml"/><Relationship Id="rId129" Type="http://schemas.openxmlformats.org/officeDocument/2006/relationships/image" Target="../media/image852.png"/><Relationship Id="rId54" Type="http://schemas.openxmlformats.org/officeDocument/2006/relationships/customXml" Target="../ink/ink819.xml"/><Relationship Id="rId70" Type="http://schemas.openxmlformats.org/officeDocument/2006/relationships/customXml" Target="../ink/ink827.xml"/><Relationship Id="rId75" Type="http://schemas.openxmlformats.org/officeDocument/2006/relationships/image" Target="../media/image825.png"/><Relationship Id="rId91" Type="http://schemas.openxmlformats.org/officeDocument/2006/relationships/image" Target="../media/image833.png"/><Relationship Id="rId96" Type="http://schemas.openxmlformats.org/officeDocument/2006/relationships/customXml" Target="../ink/ink8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95.xml"/><Relationship Id="rId23" Type="http://schemas.openxmlformats.org/officeDocument/2006/relationships/image" Target="../media/image799.png"/><Relationship Id="rId28" Type="http://schemas.openxmlformats.org/officeDocument/2006/relationships/customXml" Target="../ink/ink806.xml"/><Relationship Id="rId49" Type="http://schemas.openxmlformats.org/officeDocument/2006/relationships/image" Target="../media/image812.png"/><Relationship Id="rId114" Type="http://schemas.openxmlformats.org/officeDocument/2006/relationships/customXml" Target="../ink/ink849.xml"/><Relationship Id="rId119" Type="http://schemas.openxmlformats.org/officeDocument/2006/relationships/image" Target="../media/image847.png"/><Relationship Id="rId44" Type="http://schemas.openxmlformats.org/officeDocument/2006/relationships/customXml" Target="../ink/ink814.xml"/><Relationship Id="rId60" Type="http://schemas.openxmlformats.org/officeDocument/2006/relationships/customXml" Target="../ink/ink822.xml"/><Relationship Id="rId65" Type="http://schemas.openxmlformats.org/officeDocument/2006/relationships/image" Target="../media/image820.png"/><Relationship Id="rId81" Type="http://schemas.openxmlformats.org/officeDocument/2006/relationships/image" Target="../media/image828.png"/><Relationship Id="rId86" Type="http://schemas.openxmlformats.org/officeDocument/2006/relationships/customXml" Target="../ink/ink835.xml"/><Relationship Id="rId130" Type="http://schemas.openxmlformats.org/officeDocument/2006/relationships/customXml" Target="../ink/ink857.xml"/><Relationship Id="rId135" Type="http://schemas.openxmlformats.org/officeDocument/2006/relationships/image" Target="../media/image855.png"/><Relationship Id="rId13" Type="http://schemas.openxmlformats.org/officeDocument/2006/relationships/image" Target="../media/image794.png"/><Relationship Id="rId18" Type="http://schemas.openxmlformats.org/officeDocument/2006/relationships/customXml" Target="../ink/ink801.xml"/><Relationship Id="rId39" Type="http://schemas.openxmlformats.org/officeDocument/2006/relationships/image" Target="../media/image807.png"/><Relationship Id="rId109" Type="http://schemas.openxmlformats.org/officeDocument/2006/relationships/image" Target="../media/image842.png"/><Relationship Id="rId34" Type="http://schemas.openxmlformats.org/officeDocument/2006/relationships/customXml" Target="../ink/ink809.xml"/><Relationship Id="rId50" Type="http://schemas.openxmlformats.org/officeDocument/2006/relationships/customXml" Target="../ink/ink817.xml"/><Relationship Id="rId55" Type="http://schemas.openxmlformats.org/officeDocument/2006/relationships/image" Target="../media/image815.png"/><Relationship Id="rId76" Type="http://schemas.openxmlformats.org/officeDocument/2006/relationships/customXml" Target="../ink/ink830.xml"/><Relationship Id="rId97" Type="http://schemas.openxmlformats.org/officeDocument/2006/relationships/image" Target="../media/image836.png"/><Relationship Id="rId104" Type="http://schemas.openxmlformats.org/officeDocument/2006/relationships/customXml" Target="../ink/ink844.xml"/><Relationship Id="rId120" Type="http://schemas.openxmlformats.org/officeDocument/2006/relationships/customXml" Target="../ink/ink852.xml"/><Relationship Id="rId125" Type="http://schemas.openxmlformats.org/officeDocument/2006/relationships/image" Target="../media/image850.png"/><Relationship Id="rId7" Type="http://schemas.openxmlformats.org/officeDocument/2006/relationships/image" Target="../media/image791.png"/><Relationship Id="rId71" Type="http://schemas.openxmlformats.org/officeDocument/2006/relationships/image" Target="../media/image823.png"/><Relationship Id="rId92" Type="http://schemas.openxmlformats.org/officeDocument/2006/relationships/customXml" Target="../ink/ink838.xml"/><Relationship Id="rId2" Type="http://schemas.openxmlformats.org/officeDocument/2006/relationships/customXml" Target="../ink/ink793.xml"/><Relationship Id="rId29" Type="http://schemas.openxmlformats.org/officeDocument/2006/relationships/image" Target="../media/image802.png"/><Relationship Id="rId24" Type="http://schemas.openxmlformats.org/officeDocument/2006/relationships/customXml" Target="../ink/ink804.xml"/><Relationship Id="rId40" Type="http://schemas.openxmlformats.org/officeDocument/2006/relationships/customXml" Target="../ink/ink812.xml"/><Relationship Id="rId45" Type="http://schemas.openxmlformats.org/officeDocument/2006/relationships/image" Target="../media/image810.png"/><Relationship Id="rId66" Type="http://schemas.openxmlformats.org/officeDocument/2006/relationships/customXml" Target="../ink/ink825.xml"/><Relationship Id="rId87" Type="http://schemas.openxmlformats.org/officeDocument/2006/relationships/image" Target="../media/image831.png"/><Relationship Id="rId110" Type="http://schemas.openxmlformats.org/officeDocument/2006/relationships/customXml" Target="../ink/ink847.xml"/><Relationship Id="rId115" Type="http://schemas.openxmlformats.org/officeDocument/2006/relationships/image" Target="../media/image845.png"/><Relationship Id="rId131" Type="http://schemas.openxmlformats.org/officeDocument/2006/relationships/image" Target="../media/image853.png"/><Relationship Id="rId61" Type="http://schemas.openxmlformats.org/officeDocument/2006/relationships/image" Target="../media/image818.png"/><Relationship Id="rId82" Type="http://schemas.openxmlformats.org/officeDocument/2006/relationships/customXml" Target="../ink/ink833.xml"/><Relationship Id="rId19" Type="http://schemas.openxmlformats.org/officeDocument/2006/relationships/image" Target="../media/image797.png"/><Relationship Id="rId14" Type="http://schemas.openxmlformats.org/officeDocument/2006/relationships/customXml" Target="../ink/ink799.xml"/><Relationship Id="rId30" Type="http://schemas.openxmlformats.org/officeDocument/2006/relationships/customXml" Target="../ink/ink807.xml"/><Relationship Id="rId35" Type="http://schemas.openxmlformats.org/officeDocument/2006/relationships/image" Target="../media/image805.png"/><Relationship Id="rId56" Type="http://schemas.openxmlformats.org/officeDocument/2006/relationships/customXml" Target="../ink/ink820.xml"/><Relationship Id="rId77" Type="http://schemas.openxmlformats.org/officeDocument/2006/relationships/image" Target="../media/image826.png"/><Relationship Id="rId100" Type="http://schemas.openxmlformats.org/officeDocument/2006/relationships/customXml" Target="../ink/ink842.xml"/><Relationship Id="rId105" Type="http://schemas.openxmlformats.org/officeDocument/2006/relationships/image" Target="../media/image840.png"/><Relationship Id="rId126" Type="http://schemas.openxmlformats.org/officeDocument/2006/relationships/customXml" Target="../ink/ink855.xml"/><Relationship Id="rId8" Type="http://schemas.openxmlformats.org/officeDocument/2006/relationships/customXml" Target="../ink/ink796.xml"/><Relationship Id="rId51" Type="http://schemas.openxmlformats.org/officeDocument/2006/relationships/image" Target="../media/image813.png"/><Relationship Id="rId72" Type="http://schemas.openxmlformats.org/officeDocument/2006/relationships/customXml" Target="../ink/ink828.xml"/><Relationship Id="rId93" Type="http://schemas.openxmlformats.org/officeDocument/2006/relationships/image" Target="../media/image834.png"/><Relationship Id="rId98" Type="http://schemas.openxmlformats.org/officeDocument/2006/relationships/customXml" Target="../ink/ink841.xml"/><Relationship Id="rId121" Type="http://schemas.openxmlformats.org/officeDocument/2006/relationships/image" Target="../media/image848.png"/><Relationship Id="rId3" Type="http://schemas.openxmlformats.org/officeDocument/2006/relationships/image" Target="../media/image789.png"/><Relationship Id="rId25" Type="http://schemas.openxmlformats.org/officeDocument/2006/relationships/image" Target="../media/image800.png"/><Relationship Id="rId46" Type="http://schemas.openxmlformats.org/officeDocument/2006/relationships/customXml" Target="../ink/ink815.xml"/><Relationship Id="rId67" Type="http://schemas.openxmlformats.org/officeDocument/2006/relationships/image" Target="../media/image821.png"/><Relationship Id="rId116" Type="http://schemas.openxmlformats.org/officeDocument/2006/relationships/customXml" Target="../ink/ink850.xml"/><Relationship Id="rId20" Type="http://schemas.openxmlformats.org/officeDocument/2006/relationships/customXml" Target="../ink/ink802.xml"/><Relationship Id="rId41" Type="http://schemas.openxmlformats.org/officeDocument/2006/relationships/image" Target="../media/image808.png"/><Relationship Id="rId62" Type="http://schemas.openxmlformats.org/officeDocument/2006/relationships/customXml" Target="../ink/ink823.xml"/><Relationship Id="rId83" Type="http://schemas.openxmlformats.org/officeDocument/2006/relationships/image" Target="../media/image829.png"/><Relationship Id="rId88" Type="http://schemas.openxmlformats.org/officeDocument/2006/relationships/customXml" Target="../ink/ink836.xml"/><Relationship Id="rId111" Type="http://schemas.openxmlformats.org/officeDocument/2006/relationships/image" Target="../media/image843.png"/><Relationship Id="rId132" Type="http://schemas.openxmlformats.org/officeDocument/2006/relationships/customXml" Target="../ink/ink858.xml"/><Relationship Id="rId15" Type="http://schemas.openxmlformats.org/officeDocument/2006/relationships/image" Target="../media/image795.png"/><Relationship Id="rId36" Type="http://schemas.openxmlformats.org/officeDocument/2006/relationships/customXml" Target="../ink/ink810.xml"/><Relationship Id="rId57" Type="http://schemas.openxmlformats.org/officeDocument/2006/relationships/image" Target="../media/image816.png"/><Relationship Id="rId106" Type="http://schemas.openxmlformats.org/officeDocument/2006/relationships/customXml" Target="../ink/ink845.xml"/><Relationship Id="rId127" Type="http://schemas.openxmlformats.org/officeDocument/2006/relationships/image" Target="../media/image851.png"/><Relationship Id="rId10" Type="http://schemas.openxmlformats.org/officeDocument/2006/relationships/customXml" Target="../ink/ink797.xml"/><Relationship Id="rId31" Type="http://schemas.openxmlformats.org/officeDocument/2006/relationships/image" Target="../media/image803.png"/><Relationship Id="rId52" Type="http://schemas.openxmlformats.org/officeDocument/2006/relationships/customXml" Target="../ink/ink818.xml"/><Relationship Id="rId73" Type="http://schemas.openxmlformats.org/officeDocument/2006/relationships/image" Target="../media/image824.png"/><Relationship Id="rId78" Type="http://schemas.openxmlformats.org/officeDocument/2006/relationships/customXml" Target="../ink/ink831.xml"/><Relationship Id="rId94" Type="http://schemas.openxmlformats.org/officeDocument/2006/relationships/customXml" Target="../ink/ink839.xml"/><Relationship Id="rId99" Type="http://schemas.openxmlformats.org/officeDocument/2006/relationships/image" Target="../media/image837.png"/><Relationship Id="rId101" Type="http://schemas.openxmlformats.org/officeDocument/2006/relationships/image" Target="../media/image838.png"/><Relationship Id="rId122" Type="http://schemas.openxmlformats.org/officeDocument/2006/relationships/customXml" Target="../ink/ink853.xml"/><Relationship Id="rId4" Type="http://schemas.openxmlformats.org/officeDocument/2006/relationships/customXml" Target="../ink/ink794.xml"/><Relationship Id="rId9" Type="http://schemas.openxmlformats.org/officeDocument/2006/relationships/image" Target="../media/image792.png"/><Relationship Id="rId26" Type="http://schemas.openxmlformats.org/officeDocument/2006/relationships/customXml" Target="../ink/ink805.xml"/><Relationship Id="rId47" Type="http://schemas.openxmlformats.org/officeDocument/2006/relationships/image" Target="../media/image811.png"/><Relationship Id="rId68" Type="http://schemas.openxmlformats.org/officeDocument/2006/relationships/customXml" Target="../ink/ink826.xml"/><Relationship Id="rId89" Type="http://schemas.openxmlformats.org/officeDocument/2006/relationships/image" Target="../media/image832.png"/><Relationship Id="rId112" Type="http://schemas.openxmlformats.org/officeDocument/2006/relationships/customXml" Target="../ink/ink848.xml"/><Relationship Id="rId133" Type="http://schemas.openxmlformats.org/officeDocument/2006/relationships/image" Target="../media/image854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3.png"/><Relationship Id="rId21" Type="http://schemas.openxmlformats.org/officeDocument/2006/relationships/image" Target="../media/image865.png"/><Relationship Id="rId42" Type="http://schemas.openxmlformats.org/officeDocument/2006/relationships/customXml" Target="../ink/ink880.xml"/><Relationship Id="rId63" Type="http://schemas.openxmlformats.org/officeDocument/2006/relationships/image" Target="../media/image886.png"/><Relationship Id="rId84" Type="http://schemas.openxmlformats.org/officeDocument/2006/relationships/customXml" Target="../ink/ink901.xml"/><Relationship Id="rId16" Type="http://schemas.openxmlformats.org/officeDocument/2006/relationships/customXml" Target="../ink/ink867.xml"/><Relationship Id="rId107" Type="http://schemas.openxmlformats.org/officeDocument/2006/relationships/image" Target="../media/image908.png"/><Relationship Id="rId11" Type="http://schemas.openxmlformats.org/officeDocument/2006/relationships/image" Target="../media/image860.png"/><Relationship Id="rId32" Type="http://schemas.openxmlformats.org/officeDocument/2006/relationships/customXml" Target="../ink/ink875.xml"/><Relationship Id="rId37" Type="http://schemas.openxmlformats.org/officeDocument/2006/relationships/image" Target="../media/image873.png"/><Relationship Id="rId53" Type="http://schemas.openxmlformats.org/officeDocument/2006/relationships/image" Target="../media/image881.png"/><Relationship Id="rId58" Type="http://schemas.openxmlformats.org/officeDocument/2006/relationships/customXml" Target="../ink/ink888.xml"/><Relationship Id="rId74" Type="http://schemas.openxmlformats.org/officeDocument/2006/relationships/customXml" Target="../ink/ink896.xml"/><Relationship Id="rId79" Type="http://schemas.openxmlformats.org/officeDocument/2006/relationships/image" Target="../media/image894.png"/><Relationship Id="rId102" Type="http://schemas.openxmlformats.org/officeDocument/2006/relationships/customXml" Target="../ink/ink910.xml"/><Relationship Id="rId123" Type="http://schemas.openxmlformats.org/officeDocument/2006/relationships/image" Target="../media/image916.png"/><Relationship Id="rId128" Type="http://schemas.openxmlformats.org/officeDocument/2006/relationships/customXml" Target="../ink/ink923.xml"/><Relationship Id="rId5" Type="http://schemas.openxmlformats.org/officeDocument/2006/relationships/image" Target="../media/image857.png"/><Relationship Id="rId90" Type="http://schemas.openxmlformats.org/officeDocument/2006/relationships/customXml" Target="../ink/ink904.xml"/><Relationship Id="rId95" Type="http://schemas.openxmlformats.org/officeDocument/2006/relationships/image" Target="../media/image902.png"/><Relationship Id="rId22" Type="http://schemas.openxmlformats.org/officeDocument/2006/relationships/customXml" Target="../ink/ink870.xml"/><Relationship Id="rId27" Type="http://schemas.openxmlformats.org/officeDocument/2006/relationships/image" Target="../media/image868.png"/><Relationship Id="rId43" Type="http://schemas.openxmlformats.org/officeDocument/2006/relationships/image" Target="../media/image876.png"/><Relationship Id="rId48" Type="http://schemas.openxmlformats.org/officeDocument/2006/relationships/customXml" Target="../ink/ink883.xml"/><Relationship Id="rId64" Type="http://schemas.openxmlformats.org/officeDocument/2006/relationships/customXml" Target="../ink/ink891.xml"/><Relationship Id="rId69" Type="http://schemas.openxmlformats.org/officeDocument/2006/relationships/image" Target="../media/image889.png"/><Relationship Id="rId113" Type="http://schemas.openxmlformats.org/officeDocument/2006/relationships/image" Target="../media/image911.png"/><Relationship Id="rId118" Type="http://schemas.openxmlformats.org/officeDocument/2006/relationships/customXml" Target="../ink/ink918.xml"/><Relationship Id="rId80" Type="http://schemas.openxmlformats.org/officeDocument/2006/relationships/customXml" Target="../ink/ink899.xml"/><Relationship Id="rId85" Type="http://schemas.openxmlformats.org/officeDocument/2006/relationships/image" Target="../media/image897.png"/><Relationship Id="rId12" Type="http://schemas.openxmlformats.org/officeDocument/2006/relationships/customXml" Target="../ink/ink865.xml"/><Relationship Id="rId17" Type="http://schemas.openxmlformats.org/officeDocument/2006/relationships/image" Target="../media/image863.png"/><Relationship Id="rId33" Type="http://schemas.openxmlformats.org/officeDocument/2006/relationships/image" Target="../media/image871.png"/><Relationship Id="rId38" Type="http://schemas.openxmlformats.org/officeDocument/2006/relationships/customXml" Target="../ink/ink878.xml"/><Relationship Id="rId59" Type="http://schemas.openxmlformats.org/officeDocument/2006/relationships/image" Target="../media/image884.png"/><Relationship Id="rId103" Type="http://schemas.openxmlformats.org/officeDocument/2006/relationships/image" Target="../media/image906.png"/><Relationship Id="rId108" Type="http://schemas.openxmlformats.org/officeDocument/2006/relationships/customXml" Target="../ink/ink913.xml"/><Relationship Id="rId124" Type="http://schemas.openxmlformats.org/officeDocument/2006/relationships/customXml" Target="../ink/ink921.xml"/><Relationship Id="rId129" Type="http://schemas.openxmlformats.org/officeDocument/2006/relationships/image" Target="../media/image919.png"/><Relationship Id="rId54" Type="http://schemas.openxmlformats.org/officeDocument/2006/relationships/customXml" Target="../ink/ink886.xml"/><Relationship Id="rId70" Type="http://schemas.openxmlformats.org/officeDocument/2006/relationships/customXml" Target="../ink/ink894.xml"/><Relationship Id="rId75" Type="http://schemas.openxmlformats.org/officeDocument/2006/relationships/image" Target="../media/image892.png"/><Relationship Id="rId91" Type="http://schemas.openxmlformats.org/officeDocument/2006/relationships/image" Target="../media/image900.png"/><Relationship Id="rId96" Type="http://schemas.openxmlformats.org/officeDocument/2006/relationships/customXml" Target="../ink/ink90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62.xml"/><Relationship Id="rId23" Type="http://schemas.openxmlformats.org/officeDocument/2006/relationships/image" Target="../media/image866.png"/><Relationship Id="rId28" Type="http://schemas.openxmlformats.org/officeDocument/2006/relationships/customXml" Target="../ink/ink873.xml"/><Relationship Id="rId49" Type="http://schemas.openxmlformats.org/officeDocument/2006/relationships/image" Target="../media/image879.png"/><Relationship Id="rId114" Type="http://schemas.openxmlformats.org/officeDocument/2006/relationships/customXml" Target="../ink/ink916.xml"/><Relationship Id="rId119" Type="http://schemas.openxmlformats.org/officeDocument/2006/relationships/image" Target="../media/image914.png"/><Relationship Id="rId44" Type="http://schemas.openxmlformats.org/officeDocument/2006/relationships/customXml" Target="../ink/ink881.xml"/><Relationship Id="rId60" Type="http://schemas.openxmlformats.org/officeDocument/2006/relationships/customXml" Target="../ink/ink889.xml"/><Relationship Id="rId65" Type="http://schemas.openxmlformats.org/officeDocument/2006/relationships/image" Target="../media/image887.png"/><Relationship Id="rId81" Type="http://schemas.openxmlformats.org/officeDocument/2006/relationships/image" Target="../media/image895.png"/><Relationship Id="rId86" Type="http://schemas.openxmlformats.org/officeDocument/2006/relationships/customXml" Target="../ink/ink902.xml"/><Relationship Id="rId130" Type="http://schemas.openxmlformats.org/officeDocument/2006/relationships/customXml" Target="../ink/ink924.xml"/><Relationship Id="rId13" Type="http://schemas.openxmlformats.org/officeDocument/2006/relationships/image" Target="../media/image861.png"/><Relationship Id="rId18" Type="http://schemas.openxmlformats.org/officeDocument/2006/relationships/customXml" Target="../ink/ink868.xml"/><Relationship Id="rId39" Type="http://schemas.openxmlformats.org/officeDocument/2006/relationships/image" Target="../media/image874.png"/><Relationship Id="rId109" Type="http://schemas.openxmlformats.org/officeDocument/2006/relationships/image" Target="../media/image909.png"/><Relationship Id="rId34" Type="http://schemas.openxmlformats.org/officeDocument/2006/relationships/customXml" Target="../ink/ink876.xml"/><Relationship Id="rId50" Type="http://schemas.openxmlformats.org/officeDocument/2006/relationships/customXml" Target="../ink/ink884.xml"/><Relationship Id="rId55" Type="http://schemas.openxmlformats.org/officeDocument/2006/relationships/image" Target="../media/image882.png"/><Relationship Id="rId76" Type="http://schemas.openxmlformats.org/officeDocument/2006/relationships/customXml" Target="../ink/ink897.xml"/><Relationship Id="rId97" Type="http://schemas.openxmlformats.org/officeDocument/2006/relationships/image" Target="../media/image903.png"/><Relationship Id="rId104" Type="http://schemas.openxmlformats.org/officeDocument/2006/relationships/customXml" Target="../ink/ink911.xml"/><Relationship Id="rId120" Type="http://schemas.openxmlformats.org/officeDocument/2006/relationships/customXml" Target="../ink/ink919.xml"/><Relationship Id="rId125" Type="http://schemas.openxmlformats.org/officeDocument/2006/relationships/image" Target="../media/image917.png"/><Relationship Id="rId7" Type="http://schemas.openxmlformats.org/officeDocument/2006/relationships/image" Target="../media/image858.png"/><Relationship Id="rId71" Type="http://schemas.openxmlformats.org/officeDocument/2006/relationships/image" Target="../media/image890.png"/><Relationship Id="rId92" Type="http://schemas.openxmlformats.org/officeDocument/2006/relationships/customXml" Target="../ink/ink905.xml"/><Relationship Id="rId2" Type="http://schemas.openxmlformats.org/officeDocument/2006/relationships/customXml" Target="../ink/ink860.xml"/><Relationship Id="rId29" Type="http://schemas.openxmlformats.org/officeDocument/2006/relationships/image" Target="../media/image869.png"/><Relationship Id="rId24" Type="http://schemas.openxmlformats.org/officeDocument/2006/relationships/customXml" Target="../ink/ink871.xml"/><Relationship Id="rId40" Type="http://schemas.openxmlformats.org/officeDocument/2006/relationships/customXml" Target="../ink/ink879.xml"/><Relationship Id="rId45" Type="http://schemas.openxmlformats.org/officeDocument/2006/relationships/image" Target="../media/image877.png"/><Relationship Id="rId66" Type="http://schemas.openxmlformats.org/officeDocument/2006/relationships/customXml" Target="../ink/ink892.xml"/><Relationship Id="rId87" Type="http://schemas.openxmlformats.org/officeDocument/2006/relationships/image" Target="../media/image898.png"/><Relationship Id="rId110" Type="http://schemas.openxmlformats.org/officeDocument/2006/relationships/customXml" Target="../ink/ink914.xml"/><Relationship Id="rId115" Type="http://schemas.openxmlformats.org/officeDocument/2006/relationships/image" Target="../media/image912.png"/><Relationship Id="rId131" Type="http://schemas.openxmlformats.org/officeDocument/2006/relationships/image" Target="../media/image920.png"/><Relationship Id="rId61" Type="http://schemas.openxmlformats.org/officeDocument/2006/relationships/image" Target="../media/image885.png"/><Relationship Id="rId82" Type="http://schemas.openxmlformats.org/officeDocument/2006/relationships/customXml" Target="../ink/ink900.xml"/><Relationship Id="rId19" Type="http://schemas.openxmlformats.org/officeDocument/2006/relationships/image" Target="../media/image864.png"/><Relationship Id="rId14" Type="http://schemas.openxmlformats.org/officeDocument/2006/relationships/customXml" Target="../ink/ink866.xml"/><Relationship Id="rId30" Type="http://schemas.openxmlformats.org/officeDocument/2006/relationships/customXml" Target="../ink/ink874.xml"/><Relationship Id="rId35" Type="http://schemas.openxmlformats.org/officeDocument/2006/relationships/image" Target="../media/image872.png"/><Relationship Id="rId56" Type="http://schemas.openxmlformats.org/officeDocument/2006/relationships/customXml" Target="../ink/ink887.xml"/><Relationship Id="rId77" Type="http://schemas.openxmlformats.org/officeDocument/2006/relationships/image" Target="../media/image893.png"/><Relationship Id="rId100" Type="http://schemas.openxmlformats.org/officeDocument/2006/relationships/customXml" Target="../ink/ink909.xml"/><Relationship Id="rId105" Type="http://schemas.openxmlformats.org/officeDocument/2006/relationships/image" Target="../media/image907.png"/><Relationship Id="rId126" Type="http://schemas.openxmlformats.org/officeDocument/2006/relationships/customXml" Target="../ink/ink922.xml"/><Relationship Id="rId8" Type="http://schemas.openxmlformats.org/officeDocument/2006/relationships/customXml" Target="../ink/ink863.xml"/><Relationship Id="rId51" Type="http://schemas.openxmlformats.org/officeDocument/2006/relationships/image" Target="../media/image880.png"/><Relationship Id="rId72" Type="http://schemas.openxmlformats.org/officeDocument/2006/relationships/customXml" Target="../ink/ink895.xml"/><Relationship Id="rId93" Type="http://schemas.openxmlformats.org/officeDocument/2006/relationships/image" Target="../media/image901.png"/><Relationship Id="rId98" Type="http://schemas.openxmlformats.org/officeDocument/2006/relationships/customXml" Target="../ink/ink908.xml"/><Relationship Id="rId121" Type="http://schemas.openxmlformats.org/officeDocument/2006/relationships/image" Target="../media/image915.png"/><Relationship Id="rId3" Type="http://schemas.openxmlformats.org/officeDocument/2006/relationships/image" Target="../media/image856.png"/><Relationship Id="rId25" Type="http://schemas.openxmlformats.org/officeDocument/2006/relationships/image" Target="../media/image867.png"/><Relationship Id="rId46" Type="http://schemas.openxmlformats.org/officeDocument/2006/relationships/customXml" Target="../ink/ink882.xml"/><Relationship Id="rId67" Type="http://schemas.openxmlformats.org/officeDocument/2006/relationships/image" Target="../media/image888.png"/><Relationship Id="rId116" Type="http://schemas.openxmlformats.org/officeDocument/2006/relationships/customXml" Target="../ink/ink917.xml"/><Relationship Id="rId20" Type="http://schemas.openxmlformats.org/officeDocument/2006/relationships/customXml" Target="../ink/ink869.xml"/><Relationship Id="rId41" Type="http://schemas.openxmlformats.org/officeDocument/2006/relationships/image" Target="../media/image875.png"/><Relationship Id="rId62" Type="http://schemas.openxmlformats.org/officeDocument/2006/relationships/customXml" Target="../ink/ink890.xml"/><Relationship Id="rId83" Type="http://schemas.openxmlformats.org/officeDocument/2006/relationships/image" Target="../media/image896.png"/><Relationship Id="rId88" Type="http://schemas.openxmlformats.org/officeDocument/2006/relationships/customXml" Target="../ink/ink903.xml"/><Relationship Id="rId111" Type="http://schemas.openxmlformats.org/officeDocument/2006/relationships/image" Target="../media/image910.png"/><Relationship Id="rId132" Type="http://schemas.openxmlformats.org/officeDocument/2006/relationships/customXml" Target="../ink/ink925.xml"/><Relationship Id="rId15" Type="http://schemas.openxmlformats.org/officeDocument/2006/relationships/image" Target="../media/image862.png"/><Relationship Id="rId36" Type="http://schemas.openxmlformats.org/officeDocument/2006/relationships/customXml" Target="../ink/ink877.xml"/><Relationship Id="rId57" Type="http://schemas.openxmlformats.org/officeDocument/2006/relationships/image" Target="../media/image883.png"/><Relationship Id="rId106" Type="http://schemas.openxmlformats.org/officeDocument/2006/relationships/customXml" Target="../ink/ink912.xml"/><Relationship Id="rId127" Type="http://schemas.openxmlformats.org/officeDocument/2006/relationships/image" Target="../media/image918.png"/><Relationship Id="rId10" Type="http://schemas.openxmlformats.org/officeDocument/2006/relationships/customXml" Target="../ink/ink864.xml"/><Relationship Id="rId31" Type="http://schemas.openxmlformats.org/officeDocument/2006/relationships/image" Target="../media/image870.png"/><Relationship Id="rId52" Type="http://schemas.openxmlformats.org/officeDocument/2006/relationships/customXml" Target="../ink/ink885.xml"/><Relationship Id="rId73" Type="http://schemas.openxmlformats.org/officeDocument/2006/relationships/image" Target="../media/image891.png"/><Relationship Id="rId78" Type="http://schemas.openxmlformats.org/officeDocument/2006/relationships/customXml" Target="../ink/ink898.xml"/><Relationship Id="rId94" Type="http://schemas.openxmlformats.org/officeDocument/2006/relationships/customXml" Target="../ink/ink906.xml"/><Relationship Id="rId99" Type="http://schemas.openxmlformats.org/officeDocument/2006/relationships/image" Target="../media/image904.png"/><Relationship Id="rId101" Type="http://schemas.openxmlformats.org/officeDocument/2006/relationships/image" Target="../media/image905.png"/><Relationship Id="rId122" Type="http://schemas.openxmlformats.org/officeDocument/2006/relationships/customXml" Target="../ink/ink920.xml"/><Relationship Id="rId4" Type="http://schemas.openxmlformats.org/officeDocument/2006/relationships/customXml" Target="../ink/ink861.xml"/><Relationship Id="rId9" Type="http://schemas.openxmlformats.org/officeDocument/2006/relationships/image" Target="../media/image859.png"/><Relationship Id="rId26" Type="http://schemas.openxmlformats.org/officeDocument/2006/relationships/customXml" Target="../ink/ink872.xml"/><Relationship Id="rId47" Type="http://schemas.openxmlformats.org/officeDocument/2006/relationships/image" Target="../media/image878.png"/><Relationship Id="rId68" Type="http://schemas.openxmlformats.org/officeDocument/2006/relationships/customXml" Target="../ink/ink893.xml"/><Relationship Id="rId89" Type="http://schemas.openxmlformats.org/officeDocument/2006/relationships/image" Target="../media/image899.png"/><Relationship Id="rId112" Type="http://schemas.openxmlformats.org/officeDocument/2006/relationships/customXml" Target="../ink/ink915.xml"/><Relationship Id="rId133" Type="http://schemas.openxmlformats.org/officeDocument/2006/relationships/image" Target="../media/image921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38.xml"/><Relationship Id="rId117" Type="http://schemas.openxmlformats.org/officeDocument/2006/relationships/image" Target="../media/image979.png"/><Relationship Id="rId21" Type="http://schemas.openxmlformats.org/officeDocument/2006/relationships/image" Target="../media/image931.png"/><Relationship Id="rId42" Type="http://schemas.openxmlformats.org/officeDocument/2006/relationships/customXml" Target="../ink/ink946.xml"/><Relationship Id="rId47" Type="http://schemas.openxmlformats.org/officeDocument/2006/relationships/image" Target="../media/image944.png"/><Relationship Id="rId63" Type="http://schemas.openxmlformats.org/officeDocument/2006/relationships/image" Target="../media/image952.png"/><Relationship Id="rId68" Type="http://schemas.openxmlformats.org/officeDocument/2006/relationships/customXml" Target="../ink/ink959.xml"/><Relationship Id="rId84" Type="http://schemas.openxmlformats.org/officeDocument/2006/relationships/customXml" Target="../ink/ink967.xml"/><Relationship Id="rId89" Type="http://schemas.openxmlformats.org/officeDocument/2006/relationships/image" Target="../media/image965.png"/><Relationship Id="rId112" Type="http://schemas.openxmlformats.org/officeDocument/2006/relationships/customXml" Target="../ink/ink981.xml"/><Relationship Id="rId16" Type="http://schemas.openxmlformats.org/officeDocument/2006/relationships/customXml" Target="../ink/ink933.xml"/><Relationship Id="rId107" Type="http://schemas.openxmlformats.org/officeDocument/2006/relationships/image" Target="../media/image974.png"/><Relationship Id="rId11" Type="http://schemas.openxmlformats.org/officeDocument/2006/relationships/image" Target="../media/image926.png"/><Relationship Id="rId32" Type="http://schemas.openxmlformats.org/officeDocument/2006/relationships/customXml" Target="../ink/ink941.xml"/><Relationship Id="rId37" Type="http://schemas.openxmlformats.org/officeDocument/2006/relationships/image" Target="../media/image939.png"/><Relationship Id="rId53" Type="http://schemas.openxmlformats.org/officeDocument/2006/relationships/image" Target="../media/image947.png"/><Relationship Id="rId58" Type="http://schemas.openxmlformats.org/officeDocument/2006/relationships/customXml" Target="../ink/ink954.xml"/><Relationship Id="rId74" Type="http://schemas.openxmlformats.org/officeDocument/2006/relationships/customXml" Target="../ink/ink962.xml"/><Relationship Id="rId79" Type="http://schemas.openxmlformats.org/officeDocument/2006/relationships/image" Target="../media/image960.png"/><Relationship Id="rId102" Type="http://schemas.openxmlformats.org/officeDocument/2006/relationships/customXml" Target="../ink/ink976.xml"/><Relationship Id="rId123" Type="http://schemas.openxmlformats.org/officeDocument/2006/relationships/image" Target="../media/image982.png"/><Relationship Id="rId5" Type="http://schemas.openxmlformats.org/officeDocument/2006/relationships/image" Target="../media/image923.png"/><Relationship Id="rId90" Type="http://schemas.openxmlformats.org/officeDocument/2006/relationships/customXml" Target="../ink/ink970.xml"/><Relationship Id="rId95" Type="http://schemas.openxmlformats.org/officeDocument/2006/relationships/image" Target="../media/image968.png"/><Relationship Id="rId22" Type="http://schemas.openxmlformats.org/officeDocument/2006/relationships/customXml" Target="../ink/ink936.xml"/><Relationship Id="rId27" Type="http://schemas.openxmlformats.org/officeDocument/2006/relationships/image" Target="../media/image934.png"/><Relationship Id="rId43" Type="http://schemas.openxmlformats.org/officeDocument/2006/relationships/image" Target="../media/image942.png"/><Relationship Id="rId48" Type="http://schemas.openxmlformats.org/officeDocument/2006/relationships/customXml" Target="../ink/ink949.xml"/><Relationship Id="rId64" Type="http://schemas.openxmlformats.org/officeDocument/2006/relationships/customXml" Target="../ink/ink957.xml"/><Relationship Id="rId69" Type="http://schemas.openxmlformats.org/officeDocument/2006/relationships/image" Target="../media/image955.png"/><Relationship Id="rId113" Type="http://schemas.openxmlformats.org/officeDocument/2006/relationships/image" Target="../media/image977.png"/><Relationship Id="rId118" Type="http://schemas.openxmlformats.org/officeDocument/2006/relationships/customXml" Target="../ink/ink984.xml"/><Relationship Id="rId80" Type="http://schemas.openxmlformats.org/officeDocument/2006/relationships/customXml" Target="../ink/ink965.xml"/><Relationship Id="rId85" Type="http://schemas.openxmlformats.org/officeDocument/2006/relationships/image" Target="../media/image963.png"/><Relationship Id="rId12" Type="http://schemas.openxmlformats.org/officeDocument/2006/relationships/customXml" Target="../ink/ink931.xml"/><Relationship Id="rId17" Type="http://schemas.openxmlformats.org/officeDocument/2006/relationships/image" Target="../media/image929.png"/><Relationship Id="rId33" Type="http://schemas.openxmlformats.org/officeDocument/2006/relationships/image" Target="../media/image937.png"/><Relationship Id="rId38" Type="http://schemas.openxmlformats.org/officeDocument/2006/relationships/customXml" Target="../ink/ink944.xml"/><Relationship Id="rId59" Type="http://schemas.openxmlformats.org/officeDocument/2006/relationships/image" Target="../media/image950.png"/><Relationship Id="rId103" Type="http://schemas.openxmlformats.org/officeDocument/2006/relationships/image" Target="../media/image972.png"/><Relationship Id="rId108" Type="http://schemas.openxmlformats.org/officeDocument/2006/relationships/customXml" Target="../ink/ink979.xml"/><Relationship Id="rId124" Type="http://schemas.openxmlformats.org/officeDocument/2006/relationships/customXml" Target="../ink/ink987.xml"/><Relationship Id="rId54" Type="http://schemas.openxmlformats.org/officeDocument/2006/relationships/customXml" Target="../ink/ink952.xml"/><Relationship Id="rId70" Type="http://schemas.openxmlformats.org/officeDocument/2006/relationships/customXml" Target="../ink/ink960.xml"/><Relationship Id="rId75" Type="http://schemas.openxmlformats.org/officeDocument/2006/relationships/image" Target="../media/image958.png"/><Relationship Id="rId91" Type="http://schemas.openxmlformats.org/officeDocument/2006/relationships/image" Target="../media/image966.png"/><Relationship Id="rId96" Type="http://schemas.openxmlformats.org/officeDocument/2006/relationships/customXml" Target="../ink/ink9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28.xml"/><Relationship Id="rId23" Type="http://schemas.openxmlformats.org/officeDocument/2006/relationships/image" Target="../media/image932.png"/><Relationship Id="rId28" Type="http://schemas.openxmlformats.org/officeDocument/2006/relationships/customXml" Target="../ink/ink939.xml"/><Relationship Id="rId49" Type="http://schemas.openxmlformats.org/officeDocument/2006/relationships/image" Target="../media/image945.png"/><Relationship Id="rId114" Type="http://schemas.openxmlformats.org/officeDocument/2006/relationships/customXml" Target="../ink/ink982.xml"/><Relationship Id="rId119" Type="http://schemas.openxmlformats.org/officeDocument/2006/relationships/image" Target="../media/image980.png"/><Relationship Id="rId44" Type="http://schemas.openxmlformats.org/officeDocument/2006/relationships/customXml" Target="../ink/ink947.xml"/><Relationship Id="rId60" Type="http://schemas.openxmlformats.org/officeDocument/2006/relationships/customXml" Target="../ink/ink955.xml"/><Relationship Id="rId65" Type="http://schemas.openxmlformats.org/officeDocument/2006/relationships/image" Target="../media/image953.png"/><Relationship Id="rId81" Type="http://schemas.openxmlformats.org/officeDocument/2006/relationships/image" Target="../media/image961.png"/><Relationship Id="rId86" Type="http://schemas.openxmlformats.org/officeDocument/2006/relationships/customXml" Target="../ink/ink968.xml"/><Relationship Id="rId13" Type="http://schemas.openxmlformats.org/officeDocument/2006/relationships/image" Target="../media/image927.png"/><Relationship Id="rId18" Type="http://schemas.openxmlformats.org/officeDocument/2006/relationships/customXml" Target="../ink/ink934.xml"/><Relationship Id="rId39" Type="http://schemas.openxmlformats.org/officeDocument/2006/relationships/image" Target="../media/image940.png"/><Relationship Id="rId109" Type="http://schemas.openxmlformats.org/officeDocument/2006/relationships/image" Target="../media/image975.png"/><Relationship Id="rId34" Type="http://schemas.openxmlformats.org/officeDocument/2006/relationships/customXml" Target="../ink/ink942.xml"/><Relationship Id="rId50" Type="http://schemas.openxmlformats.org/officeDocument/2006/relationships/customXml" Target="../ink/ink950.xml"/><Relationship Id="rId55" Type="http://schemas.openxmlformats.org/officeDocument/2006/relationships/image" Target="../media/image948.png"/><Relationship Id="rId76" Type="http://schemas.openxmlformats.org/officeDocument/2006/relationships/customXml" Target="../ink/ink963.xml"/><Relationship Id="rId97" Type="http://schemas.openxmlformats.org/officeDocument/2006/relationships/image" Target="../media/image969.png"/><Relationship Id="rId104" Type="http://schemas.openxmlformats.org/officeDocument/2006/relationships/customXml" Target="../ink/ink977.xml"/><Relationship Id="rId120" Type="http://schemas.openxmlformats.org/officeDocument/2006/relationships/customXml" Target="../ink/ink985.xml"/><Relationship Id="rId125" Type="http://schemas.openxmlformats.org/officeDocument/2006/relationships/image" Target="../media/image983.png"/><Relationship Id="rId7" Type="http://schemas.openxmlformats.org/officeDocument/2006/relationships/image" Target="../media/image924.png"/><Relationship Id="rId71" Type="http://schemas.openxmlformats.org/officeDocument/2006/relationships/image" Target="../media/image956.png"/><Relationship Id="rId92" Type="http://schemas.openxmlformats.org/officeDocument/2006/relationships/customXml" Target="../ink/ink971.xml"/><Relationship Id="rId2" Type="http://schemas.openxmlformats.org/officeDocument/2006/relationships/customXml" Target="../ink/ink926.xml"/><Relationship Id="rId29" Type="http://schemas.openxmlformats.org/officeDocument/2006/relationships/image" Target="../media/image935.png"/><Relationship Id="rId24" Type="http://schemas.openxmlformats.org/officeDocument/2006/relationships/customXml" Target="../ink/ink937.xml"/><Relationship Id="rId40" Type="http://schemas.openxmlformats.org/officeDocument/2006/relationships/customXml" Target="../ink/ink945.xml"/><Relationship Id="rId45" Type="http://schemas.openxmlformats.org/officeDocument/2006/relationships/image" Target="../media/image943.png"/><Relationship Id="rId66" Type="http://schemas.openxmlformats.org/officeDocument/2006/relationships/customXml" Target="../ink/ink958.xml"/><Relationship Id="rId87" Type="http://schemas.openxmlformats.org/officeDocument/2006/relationships/image" Target="../media/image964.png"/><Relationship Id="rId110" Type="http://schemas.openxmlformats.org/officeDocument/2006/relationships/customXml" Target="../ink/ink980.xml"/><Relationship Id="rId115" Type="http://schemas.openxmlformats.org/officeDocument/2006/relationships/image" Target="../media/image978.png"/><Relationship Id="rId61" Type="http://schemas.openxmlformats.org/officeDocument/2006/relationships/image" Target="../media/image951.png"/><Relationship Id="rId82" Type="http://schemas.openxmlformats.org/officeDocument/2006/relationships/customXml" Target="../ink/ink966.xml"/><Relationship Id="rId19" Type="http://schemas.openxmlformats.org/officeDocument/2006/relationships/image" Target="../media/image930.png"/><Relationship Id="rId14" Type="http://schemas.openxmlformats.org/officeDocument/2006/relationships/customXml" Target="../ink/ink932.xml"/><Relationship Id="rId30" Type="http://schemas.openxmlformats.org/officeDocument/2006/relationships/customXml" Target="../ink/ink940.xml"/><Relationship Id="rId35" Type="http://schemas.openxmlformats.org/officeDocument/2006/relationships/image" Target="../media/image938.png"/><Relationship Id="rId56" Type="http://schemas.openxmlformats.org/officeDocument/2006/relationships/customXml" Target="../ink/ink953.xml"/><Relationship Id="rId77" Type="http://schemas.openxmlformats.org/officeDocument/2006/relationships/image" Target="../media/image959.png"/><Relationship Id="rId100" Type="http://schemas.openxmlformats.org/officeDocument/2006/relationships/customXml" Target="../ink/ink975.xml"/><Relationship Id="rId105" Type="http://schemas.openxmlformats.org/officeDocument/2006/relationships/image" Target="../media/image973.png"/><Relationship Id="rId8" Type="http://schemas.openxmlformats.org/officeDocument/2006/relationships/customXml" Target="../ink/ink929.xml"/><Relationship Id="rId51" Type="http://schemas.openxmlformats.org/officeDocument/2006/relationships/image" Target="../media/image946.png"/><Relationship Id="rId72" Type="http://schemas.openxmlformats.org/officeDocument/2006/relationships/customXml" Target="../ink/ink961.xml"/><Relationship Id="rId93" Type="http://schemas.openxmlformats.org/officeDocument/2006/relationships/image" Target="../media/image967.png"/><Relationship Id="rId98" Type="http://schemas.openxmlformats.org/officeDocument/2006/relationships/customXml" Target="../ink/ink974.xml"/><Relationship Id="rId121" Type="http://schemas.openxmlformats.org/officeDocument/2006/relationships/image" Target="../media/image981.png"/><Relationship Id="rId3" Type="http://schemas.openxmlformats.org/officeDocument/2006/relationships/image" Target="../media/image922.png"/><Relationship Id="rId25" Type="http://schemas.openxmlformats.org/officeDocument/2006/relationships/image" Target="../media/image933.png"/><Relationship Id="rId46" Type="http://schemas.openxmlformats.org/officeDocument/2006/relationships/customXml" Target="../ink/ink948.xml"/><Relationship Id="rId67" Type="http://schemas.openxmlformats.org/officeDocument/2006/relationships/image" Target="../media/image954.png"/><Relationship Id="rId116" Type="http://schemas.openxmlformats.org/officeDocument/2006/relationships/customXml" Target="../ink/ink983.xml"/><Relationship Id="rId20" Type="http://schemas.openxmlformats.org/officeDocument/2006/relationships/customXml" Target="../ink/ink935.xml"/><Relationship Id="rId41" Type="http://schemas.openxmlformats.org/officeDocument/2006/relationships/image" Target="../media/image941.png"/><Relationship Id="rId62" Type="http://schemas.openxmlformats.org/officeDocument/2006/relationships/customXml" Target="../ink/ink956.xml"/><Relationship Id="rId83" Type="http://schemas.openxmlformats.org/officeDocument/2006/relationships/image" Target="../media/image962.png"/><Relationship Id="rId88" Type="http://schemas.openxmlformats.org/officeDocument/2006/relationships/customXml" Target="../ink/ink969.xml"/><Relationship Id="rId111" Type="http://schemas.openxmlformats.org/officeDocument/2006/relationships/image" Target="../media/image976.png"/><Relationship Id="rId15" Type="http://schemas.openxmlformats.org/officeDocument/2006/relationships/image" Target="../media/image928.png"/><Relationship Id="rId36" Type="http://schemas.openxmlformats.org/officeDocument/2006/relationships/customXml" Target="../ink/ink943.xml"/><Relationship Id="rId57" Type="http://schemas.openxmlformats.org/officeDocument/2006/relationships/image" Target="../media/image949.png"/><Relationship Id="rId106" Type="http://schemas.openxmlformats.org/officeDocument/2006/relationships/customXml" Target="../ink/ink978.xml"/><Relationship Id="rId10" Type="http://schemas.openxmlformats.org/officeDocument/2006/relationships/customXml" Target="../ink/ink930.xml"/><Relationship Id="rId31" Type="http://schemas.openxmlformats.org/officeDocument/2006/relationships/image" Target="../media/image936.png"/><Relationship Id="rId52" Type="http://schemas.openxmlformats.org/officeDocument/2006/relationships/customXml" Target="../ink/ink951.xml"/><Relationship Id="rId73" Type="http://schemas.openxmlformats.org/officeDocument/2006/relationships/image" Target="../media/image957.png"/><Relationship Id="rId78" Type="http://schemas.openxmlformats.org/officeDocument/2006/relationships/customXml" Target="../ink/ink964.xml"/><Relationship Id="rId94" Type="http://schemas.openxmlformats.org/officeDocument/2006/relationships/customXml" Target="../ink/ink972.xml"/><Relationship Id="rId99" Type="http://schemas.openxmlformats.org/officeDocument/2006/relationships/image" Target="../media/image970.png"/><Relationship Id="rId101" Type="http://schemas.openxmlformats.org/officeDocument/2006/relationships/image" Target="../media/image971.png"/><Relationship Id="rId122" Type="http://schemas.openxmlformats.org/officeDocument/2006/relationships/customXml" Target="../ink/ink986.xml"/><Relationship Id="rId4" Type="http://schemas.openxmlformats.org/officeDocument/2006/relationships/customXml" Target="../ink/ink927.xml"/><Relationship Id="rId9" Type="http://schemas.openxmlformats.org/officeDocument/2006/relationships/image" Target="../media/image925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00.xml"/><Relationship Id="rId21" Type="http://schemas.openxmlformats.org/officeDocument/2006/relationships/image" Target="../media/image992.png"/><Relationship Id="rId42" Type="http://schemas.openxmlformats.org/officeDocument/2006/relationships/customXml" Target="../ink/ink1008.xml"/><Relationship Id="rId47" Type="http://schemas.openxmlformats.org/officeDocument/2006/relationships/image" Target="../media/image1005.png"/><Relationship Id="rId63" Type="http://schemas.openxmlformats.org/officeDocument/2006/relationships/image" Target="../media/image1013.png"/><Relationship Id="rId68" Type="http://schemas.openxmlformats.org/officeDocument/2006/relationships/customXml" Target="../ink/ink1021.xml"/><Relationship Id="rId2" Type="http://schemas.openxmlformats.org/officeDocument/2006/relationships/customXml" Target="../ink/ink988.xml"/><Relationship Id="rId16" Type="http://schemas.openxmlformats.org/officeDocument/2006/relationships/customXml" Target="../ink/ink995.xml"/><Relationship Id="rId29" Type="http://schemas.openxmlformats.org/officeDocument/2006/relationships/image" Target="../media/image996.png"/><Relationship Id="rId11" Type="http://schemas.openxmlformats.org/officeDocument/2006/relationships/image" Target="../media/image988.png"/><Relationship Id="rId24" Type="http://schemas.openxmlformats.org/officeDocument/2006/relationships/customXml" Target="../ink/ink999.xml"/><Relationship Id="rId32" Type="http://schemas.openxmlformats.org/officeDocument/2006/relationships/customXml" Target="../ink/ink1003.xml"/><Relationship Id="rId37" Type="http://schemas.openxmlformats.org/officeDocument/2006/relationships/image" Target="../media/image1000.png"/><Relationship Id="rId40" Type="http://schemas.openxmlformats.org/officeDocument/2006/relationships/customXml" Target="../ink/ink1007.xml"/><Relationship Id="rId45" Type="http://schemas.openxmlformats.org/officeDocument/2006/relationships/image" Target="../media/image1004.png"/><Relationship Id="rId53" Type="http://schemas.openxmlformats.org/officeDocument/2006/relationships/image" Target="../media/image1008.png"/><Relationship Id="rId58" Type="http://schemas.openxmlformats.org/officeDocument/2006/relationships/customXml" Target="../ink/ink1016.xml"/><Relationship Id="rId66" Type="http://schemas.openxmlformats.org/officeDocument/2006/relationships/customXml" Target="../ink/ink1020.xml"/><Relationship Id="rId5" Type="http://schemas.openxmlformats.org/officeDocument/2006/relationships/image" Target="../media/image985.png"/><Relationship Id="rId61" Type="http://schemas.openxmlformats.org/officeDocument/2006/relationships/image" Target="../media/image1012.png"/><Relationship Id="rId19" Type="http://schemas.openxmlformats.org/officeDocument/2006/relationships/image" Target="../media/image991.png"/><Relationship Id="rId14" Type="http://schemas.openxmlformats.org/officeDocument/2006/relationships/customXml" Target="../ink/ink994.xml"/><Relationship Id="rId22" Type="http://schemas.openxmlformats.org/officeDocument/2006/relationships/customXml" Target="../ink/ink998.xml"/><Relationship Id="rId27" Type="http://schemas.openxmlformats.org/officeDocument/2006/relationships/image" Target="../media/image995.png"/><Relationship Id="rId30" Type="http://schemas.openxmlformats.org/officeDocument/2006/relationships/customXml" Target="../ink/ink1002.xml"/><Relationship Id="rId35" Type="http://schemas.openxmlformats.org/officeDocument/2006/relationships/image" Target="../media/image999.png"/><Relationship Id="rId43" Type="http://schemas.openxmlformats.org/officeDocument/2006/relationships/image" Target="../media/image1003.png"/><Relationship Id="rId48" Type="http://schemas.openxmlformats.org/officeDocument/2006/relationships/customXml" Target="../ink/ink1011.xml"/><Relationship Id="rId56" Type="http://schemas.openxmlformats.org/officeDocument/2006/relationships/customXml" Target="../ink/ink1015.xml"/><Relationship Id="rId64" Type="http://schemas.openxmlformats.org/officeDocument/2006/relationships/customXml" Target="../ink/ink1019.xml"/><Relationship Id="rId69" Type="http://schemas.openxmlformats.org/officeDocument/2006/relationships/image" Target="../media/image1016.png"/><Relationship Id="rId8" Type="http://schemas.openxmlformats.org/officeDocument/2006/relationships/customXml" Target="../ink/ink991.xml"/><Relationship Id="rId51" Type="http://schemas.openxmlformats.org/officeDocument/2006/relationships/image" Target="../media/image1007.png"/><Relationship Id="rId72" Type="http://schemas.openxmlformats.org/officeDocument/2006/relationships/customXml" Target="../ink/ink1023.xml"/><Relationship Id="rId3" Type="http://schemas.openxmlformats.org/officeDocument/2006/relationships/image" Target="../media/image984.png"/><Relationship Id="rId12" Type="http://schemas.openxmlformats.org/officeDocument/2006/relationships/customXml" Target="../ink/ink993.xml"/><Relationship Id="rId17" Type="http://schemas.openxmlformats.org/officeDocument/2006/relationships/image" Target="../media/image411.png"/><Relationship Id="rId25" Type="http://schemas.openxmlformats.org/officeDocument/2006/relationships/image" Target="../media/image994.png"/><Relationship Id="rId33" Type="http://schemas.openxmlformats.org/officeDocument/2006/relationships/image" Target="../media/image998.png"/><Relationship Id="rId38" Type="http://schemas.openxmlformats.org/officeDocument/2006/relationships/customXml" Target="../ink/ink1006.xml"/><Relationship Id="rId46" Type="http://schemas.openxmlformats.org/officeDocument/2006/relationships/customXml" Target="../ink/ink1010.xml"/><Relationship Id="rId59" Type="http://schemas.openxmlformats.org/officeDocument/2006/relationships/image" Target="../media/image1011.png"/><Relationship Id="rId67" Type="http://schemas.openxmlformats.org/officeDocument/2006/relationships/image" Target="../media/image1015.png"/><Relationship Id="rId20" Type="http://schemas.openxmlformats.org/officeDocument/2006/relationships/customXml" Target="../ink/ink997.xml"/><Relationship Id="rId41" Type="http://schemas.openxmlformats.org/officeDocument/2006/relationships/image" Target="../media/image1002.png"/><Relationship Id="rId54" Type="http://schemas.openxmlformats.org/officeDocument/2006/relationships/customXml" Target="../ink/ink1014.xml"/><Relationship Id="rId62" Type="http://schemas.openxmlformats.org/officeDocument/2006/relationships/customXml" Target="../ink/ink1018.xml"/><Relationship Id="rId70" Type="http://schemas.openxmlformats.org/officeDocument/2006/relationships/customXml" Target="../ink/ink102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90.xml"/><Relationship Id="rId15" Type="http://schemas.openxmlformats.org/officeDocument/2006/relationships/image" Target="../media/image990.png"/><Relationship Id="rId23" Type="http://schemas.openxmlformats.org/officeDocument/2006/relationships/image" Target="../media/image993.png"/><Relationship Id="rId28" Type="http://schemas.openxmlformats.org/officeDocument/2006/relationships/customXml" Target="../ink/ink1001.xml"/><Relationship Id="rId36" Type="http://schemas.openxmlformats.org/officeDocument/2006/relationships/customXml" Target="../ink/ink1005.xml"/><Relationship Id="rId49" Type="http://schemas.openxmlformats.org/officeDocument/2006/relationships/image" Target="../media/image1006.png"/><Relationship Id="rId57" Type="http://schemas.openxmlformats.org/officeDocument/2006/relationships/image" Target="../media/image1010.png"/><Relationship Id="rId10" Type="http://schemas.openxmlformats.org/officeDocument/2006/relationships/customXml" Target="../ink/ink992.xml"/><Relationship Id="rId31" Type="http://schemas.openxmlformats.org/officeDocument/2006/relationships/image" Target="../media/image997.png"/><Relationship Id="rId44" Type="http://schemas.openxmlformats.org/officeDocument/2006/relationships/customXml" Target="../ink/ink1009.xml"/><Relationship Id="rId52" Type="http://schemas.openxmlformats.org/officeDocument/2006/relationships/customXml" Target="../ink/ink1013.xml"/><Relationship Id="rId60" Type="http://schemas.openxmlformats.org/officeDocument/2006/relationships/customXml" Target="../ink/ink1017.xml"/><Relationship Id="rId65" Type="http://schemas.openxmlformats.org/officeDocument/2006/relationships/image" Target="../media/image1014.png"/><Relationship Id="rId73" Type="http://schemas.openxmlformats.org/officeDocument/2006/relationships/image" Target="../media/image1018.png"/><Relationship Id="rId4" Type="http://schemas.openxmlformats.org/officeDocument/2006/relationships/customXml" Target="../ink/ink989.xml"/><Relationship Id="rId9" Type="http://schemas.openxmlformats.org/officeDocument/2006/relationships/image" Target="../media/image987.png"/><Relationship Id="rId13" Type="http://schemas.openxmlformats.org/officeDocument/2006/relationships/image" Target="../media/image989.png"/><Relationship Id="rId18" Type="http://schemas.openxmlformats.org/officeDocument/2006/relationships/customXml" Target="../ink/ink996.xml"/><Relationship Id="rId39" Type="http://schemas.openxmlformats.org/officeDocument/2006/relationships/image" Target="../media/image1001.png"/><Relationship Id="rId34" Type="http://schemas.openxmlformats.org/officeDocument/2006/relationships/customXml" Target="../ink/ink1004.xml"/><Relationship Id="rId50" Type="http://schemas.openxmlformats.org/officeDocument/2006/relationships/customXml" Target="../ink/ink1012.xml"/><Relationship Id="rId55" Type="http://schemas.openxmlformats.org/officeDocument/2006/relationships/image" Target="../media/image1009.png"/><Relationship Id="rId7" Type="http://schemas.openxmlformats.org/officeDocument/2006/relationships/image" Target="../media/image986.png"/><Relationship Id="rId71" Type="http://schemas.openxmlformats.org/officeDocument/2006/relationships/image" Target="../media/image1017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6.png"/><Relationship Id="rId21" Type="http://schemas.openxmlformats.org/officeDocument/2006/relationships/image" Target="../media/image1028.png"/><Relationship Id="rId42" Type="http://schemas.openxmlformats.org/officeDocument/2006/relationships/customXml" Target="../ink/ink1044.xml"/><Relationship Id="rId63" Type="http://schemas.openxmlformats.org/officeDocument/2006/relationships/image" Target="../media/image1049.png"/><Relationship Id="rId84" Type="http://schemas.openxmlformats.org/officeDocument/2006/relationships/customXml" Target="../ink/ink1065.xml"/><Relationship Id="rId138" Type="http://schemas.openxmlformats.org/officeDocument/2006/relationships/customXml" Target="../ink/ink1092.xml"/><Relationship Id="rId159" Type="http://schemas.openxmlformats.org/officeDocument/2006/relationships/image" Target="../media/image1096.png"/><Relationship Id="rId170" Type="http://schemas.openxmlformats.org/officeDocument/2006/relationships/customXml" Target="../ink/ink1108.xml"/><Relationship Id="rId191" Type="http://schemas.openxmlformats.org/officeDocument/2006/relationships/image" Target="../media/image1112.png"/><Relationship Id="rId205" Type="http://schemas.openxmlformats.org/officeDocument/2006/relationships/image" Target="../media/image1119.png"/><Relationship Id="rId226" Type="http://schemas.openxmlformats.org/officeDocument/2006/relationships/customXml" Target="../ink/ink1136.xml"/><Relationship Id="rId107" Type="http://schemas.openxmlformats.org/officeDocument/2006/relationships/image" Target="../media/image1071.png"/><Relationship Id="rId11" Type="http://schemas.openxmlformats.org/officeDocument/2006/relationships/image" Target="../media/image1023.png"/><Relationship Id="rId32" Type="http://schemas.openxmlformats.org/officeDocument/2006/relationships/customXml" Target="../ink/ink1039.xml"/><Relationship Id="rId53" Type="http://schemas.openxmlformats.org/officeDocument/2006/relationships/image" Target="../media/image1044.png"/><Relationship Id="rId74" Type="http://schemas.openxmlformats.org/officeDocument/2006/relationships/customXml" Target="../ink/ink1060.xml"/><Relationship Id="rId128" Type="http://schemas.openxmlformats.org/officeDocument/2006/relationships/customXml" Target="../ink/ink1087.xml"/><Relationship Id="rId149" Type="http://schemas.openxmlformats.org/officeDocument/2006/relationships/image" Target="../media/image1091.png"/><Relationship Id="rId5" Type="http://schemas.openxmlformats.org/officeDocument/2006/relationships/image" Target="../media/image1020.png"/><Relationship Id="rId95" Type="http://schemas.openxmlformats.org/officeDocument/2006/relationships/image" Target="../media/image1065.png"/><Relationship Id="rId160" Type="http://schemas.openxmlformats.org/officeDocument/2006/relationships/customXml" Target="../ink/ink1103.xml"/><Relationship Id="rId181" Type="http://schemas.openxmlformats.org/officeDocument/2006/relationships/image" Target="../media/image1107.png"/><Relationship Id="rId216" Type="http://schemas.openxmlformats.org/officeDocument/2006/relationships/customXml" Target="../ink/ink1131.xml"/><Relationship Id="rId22" Type="http://schemas.openxmlformats.org/officeDocument/2006/relationships/customXml" Target="../ink/ink1034.xml"/><Relationship Id="rId43" Type="http://schemas.openxmlformats.org/officeDocument/2006/relationships/image" Target="../media/image1039.png"/><Relationship Id="rId64" Type="http://schemas.openxmlformats.org/officeDocument/2006/relationships/customXml" Target="../ink/ink1055.xml"/><Relationship Id="rId118" Type="http://schemas.openxmlformats.org/officeDocument/2006/relationships/customXml" Target="../ink/ink1082.xml"/><Relationship Id="rId139" Type="http://schemas.openxmlformats.org/officeDocument/2006/relationships/image" Target="../media/image1087.png"/><Relationship Id="rId85" Type="http://schemas.openxmlformats.org/officeDocument/2006/relationships/image" Target="../media/image1060.png"/><Relationship Id="rId150" Type="http://schemas.openxmlformats.org/officeDocument/2006/relationships/customXml" Target="../ink/ink1098.xml"/><Relationship Id="rId171" Type="http://schemas.openxmlformats.org/officeDocument/2006/relationships/image" Target="../media/image1102.png"/><Relationship Id="rId192" Type="http://schemas.openxmlformats.org/officeDocument/2006/relationships/customXml" Target="../ink/ink1119.xml"/><Relationship Id="rId206" Type="http://schemas.openxmlformats.org/officeDocument/2006/relationships/customXml" Target="../ink/ink1126.xml"/><Relationship Id="rId227" Type="http://schemas.openxmlformats.org/officeDocument/2006/relationships/image" Target="../media/image1130.png"/><Relationship Id="rId12" Type="http://schemas.openxmlformats.org/officeDocument/2006/relationships/customXml" Target="../ink/ink1029.xml"/><Relationship Id="rId33" Type="http://schemas.openxmlformats.org/officeDocument/2006/relationships/image" Target="../media/image1034.png"/><Relationship Id="rId108" Type="http://schemas.openxmlformats.org/officeDocument/2006/relationships/customXml" Target="../ink/ink1077.xml"/><Relationship Id="rId129" Type="http://schemas.openxmlformats.org/officeDocument/2006/relationships/image" Target="../media/image1082.png"/><Relationship Id="rId54" Type="http://schemas.openxmlformats.org/officeDocument/2006/relationships/customXml" Target="../ink/ink1050.xml"/><Relationship Id="rId75" Type="http://schemas.openxmlformats.org/officeDocument/2006/relationships/image" Target="../media/image1055.png"/><Relationship Id="rId96" Type="http://schemas.openxmlformats.org/officeDocument/2006/relationships/customXml" Target="../ink/ink1071.xml"/><Relationship Id="rId140" Type="http://schemas.openxmlformats.org/officeDocument/2006/relationships/customXml" Target="../ink/ink1093.xml"/><Relationship Id="rId161" Type="http://schemas.openxmlformats.org/officeDocument/2006/relationships/image" Target="../media/image1097.png"/><Relationship Id="rId182" Type="http://schemas.openxmlformats.org/officeDocument/2006/relationships/customXml" Target="../ink/ink1114.xml"/><Relationship Id="rId217" Type="http://schemas.openxmlformats.org/officeDocument/2006/relationships/image" Target="../media/image1125.png"/><Relationship Id="rId6" Type="http://schemas.openxmlformats.org/officeDocument/2006/relationships/customXml" Target="../ink/ink1026.xml"/><Relationship Id="rId23" Type="http://schemas.openxmlformats.org/officeDocument/2006/relationships/image" Target="../media/image1029.png"/><Relationship Id="rId119" Type="http://schemas.openxmlformats.org/officeDocument/2006/relationships/image" Target="../media/image1077.png"/><Relationship Id="rId44" Type="http://schemas.openxmlformats.org/officeDocument/2006/relationships/customXml" Target="../ink/ink1045.xml"/><Relationship Id="rId65" Type="http://schemas.openxmlformats.org/officeDocument/2006/relationships/image" Target="../media/image1050.png"/><Relationship Id="rId86" Type="http://schemas.openxmlformats.org/officeDocument/2006/relationships/customXml" Target="../ink/ink1066.xml"/><Relationship Id="rId130" Type="http://schemas.openxmlformats.org/officeDocument/2006/relationships/customXml" Target="../ink/ink1088.xml"/><Relationship Id="rId151" Type="http://schemas.openxmlformats.org/officeDocument/2006/relationships/image" Target="../media/image1092.png"/><Relationship Id="rId172" Type="http://schemas.openxmlformats.org/officeDocument/2006/relationships/customXml" Target="../ink/ink1109.xml"/><Relationship Id="rId193" Type="http://schemas.openxmlformats.org/officeDocument/2006/relationships/image" Target="../media/image1113.png"/><Relationship Id="rId207" Type="http://schemas.openxmlformats.org/officeDocument/2006/relationships/image" Target="../media/image1120.png"/><Relationship Id="rId13" Type="http://schemas.openxmlformats.org/officeDocument/2006/relationships/image" Target="../media/image1024.png"/><Relationship Id="rId109" Type="http://schemas.openxmlformats.org/officeDocument/2006/relationships/image" Target="../media/image1072.png"/><Relationship Id="rId34" Type="http://schemas.openxmlformats.org/officeDocument/2006/relationships/customXml" Target="../ink/ink1040.xml"/><Relationship Id="rId55" Type="http://schemas.openxmlformats.org/officeDocument/2006/relationships/image" Target="../media/image1045.png"/><Relationship Id="rId76" Type="http://schemas.openxmlformats.org/officeDocument/2006/relationships/customXml" Target="../ink/ink1061.xml"/><Relationship Id="rId97" Type="http://schemas.openxmlformats.org/officeDocument/2006/relationships/image" Target="../media/image1066.png"/><Relationship Id="rId120" Type="http://schemas.openxmlformats.org/officeDocument/2006/relationships/customXml" Target="../ink/ink1083.xml"/><Relationship Id="rId141" Type="http://schemas.openxmlformats.org/officeDocument/2006/relationships/image" Target="../media/image1088.png"/><Relationship Id="rId7" Type="http://schemas.openxmlformats.org/officeDocument/2006/relationships/image" Target="../media/image1021.png"/><Relationship Id="rId162" Type="http://schemas.openxmlformats.org/officeDocument/2006/relationships/customXml" Target="../ink/ink1104.xml"/><Relationship Id="rId183" Type="http://schemas.openxmlformats.org/officeDocument/2006/relationships/image" Target="../media/image1108.png"/><Relationship Id="rId218" Type="http://schemas.openxmlformats.org/officeDocument/2006/relationships/customXml" Target="../ink/ink1132.xml"/><Relationship Id="rId24" Type="http://schemas.openxmlformats.org/officeDocument/2006/relationships/customXml" Target="../ink/ink1035.xml"/><Relationship Id="rId45" Type="http://schemas.openxmlformats.org/officeDocument/2006/relationships/image" Target="../media/image1040.png"/><Relationship Id="rId66" Type="http://schemas.openxmlformats.org/officeDocument/2006/relationships/customXml" Target="../ink/ink1056.xml"/><Relationship Id="rId87" Type="http://schemas.openxmlformats.org/officeDocument/2006/relationships/image" Target="../media/image1061.png"/><Relationship Id="rId110" Type="http://schemas.openxmlformats.org/officeDocument/2006/relationships/customXml" Target="../ink/ink1078.xml"/><Relationship Id="rId131" Type="http://schemas.openxmlformats.org/officeDocument/2006/relationships/image" Target="../media/image1083.png"/><Relationship Id="rId152" Type="http://schemas.openxmlformats.org/officeDocument/2006/relationships/customXml" Target="../ink/ink1099.xml"/><Relationship Id="rId173" Type="http://schemas.openxmlformats.org/officeDocument/2006/relationships/image" Target="../media/image1103.png"/><Relationship Id="rId194" Type="http://schemas.openxmlformats.org/officeDocument/2006/relationships/customXml" Target="../ink/ink1120.xml"/><Relationship Id="rId208" Type="http://schemas.openxmlformats.org/officeDocument/2006/relationships/customXml" Target="../ink/ink1127.xml"/><Relationship Id="rId14" Type="http://schemas.openxmlformats.org/officeDocument/2006/relationships/customXml" Target="../ink/ink1030.xml"/><Relationship Id="rId35" Type="http://schemas.openxmlformats.org/officeDocument/2006/relationships/image" Target="../media/image1035.png"/><Relationship Id="rId56" Type="http://schemas.openxmlformats.org/officeDocument/2006/relationships/customXml" Target="../ink/ink1051.xml"/><Relationship Id="rId77" Type="http://schemas.openxmlformats.org/officeDocument/2006/relationships/image" Target="../media/image1056.png"/><Relationship Id="rId100" Type="http://schemas.openxmlformats.org/officeDocument/2006/relationships/customXml" Target="../ink/ink1073.xml"/><Relationship Id="rId8" Type="http://schemas.openxmlformats.org/officeDocument/2006/relationships/customXml" Target="../ink/ink1027.xml"/><Relationship Id="rId98" Type="http://schemas.openxmlformats.org/officeDocument/2006/relationships/customXml" Target="../ink/ink1072.xml"/><Relationship Id="rId121" Type="http://schemas.openxmlformats.org/officeDocument/2006/relationships/image" Target="../media/image1078.png"/><Relationship Id="rId142" Type="http://schemas.openxmlformats.org/officeDocument/2006/relationships/customXml" Target="../ink/ink1094.xml"/><Relationship Id="rId163" Type="http://schemas.openxmlformats.org/officeDocument/2006/relationships/image" Target="../media/image1098.png"/><Relationship Id="rId184" Type="http://schemas.openxmlformats.org/officeDocument/2006/relationships/customXml" Target="../ink/ink1115.xml"/><Relationship Id="rId219" Type="http://schemas.openxmlformats.org/officeDocument/2006/relationships/image" Target="../media/image1126.png"/><Relationship Id="rId3" Type="http://schemas.openxmlformats.org/officeDocument/2006/relationships/image" Target="../media/image1019.png"/><Relationship Id="rId214" Type="http://schemas.openxmlformats.org/officeDocument/2006/relationships/customXml" Target="../ink/ink1130.xml"/><Relationship Id="rId25" Type="http://schemas.openxmlformats.org/officeDocument/2006/relationships/image" Target="../media/image1030.png"/><Relationship Id="rId46" Type="http://schemas.openxmlformats.org/officeDocument/2006/relationships/customXml" Target="../ink/ink1046.xml"/><Relationship Id="rId67" Type="http://schemas.openxmlformats.org/officeDocument/2006/relationships/image" Target="../media/image1051.png"/><Relationship Id="rId116" Type="http://schemas.openxmlformats.org/officeDocument/2006/relationships/customXml" Target="../ink/ink1081.xml"/><Relationship Id="rId137" Type="http://schemas.openxmlformats.org/officeDocument/2006/relationships/image" Target="../media/image1086.png"/><Relationship Id="rId158" Type="http://schemas.openxmlformats.org/officeDocument/2006/relationships/customXml" Target="../ink/ink1102.xml"/><Relationship Id="rId20" Type="http://schemas.openxmlformats.org/officeDocument/2006/relationships/customXml" Target="../ink/ink1033.xml"/><Relationship Id="rId41" Type="http://schemas.openxmlformats.org/officeDocument/2006/relationships/image" Target="../media/image1038.png"/><Relationship Id="rId62" Type="http://schemas.openxmlformats.org/officeDocument/2006/relationships/customXml" Target="../ink/ink1054.xml"/><Relationship Id="rId83" Type="http://schemas.openxmlformats.org/officeDocument/2006/relationships/image" Target="../media/image1059.png"/><Relationship Id="rId88" Type="http://schemas.openxmlformats.org/officeDocument/2006/relationships/customXml" Target="../ink/ink1067.xml"/><Relationship Id="rId111" Type="http://schemas.openxmlformats.org/officeDocument/2006/relationships/image" Target="../media/image1073.png"/><Relationship Id="rId132" Type="http://schemas.openxmlformats.org/officeDocument/2006/relationships/customXml" Target="../ink/ink1089.xml"/><Relationship Id="rId153" Type="http://schemas.openxmlformats.org/officeDocument/2006/relationships/image" Target="../media/image1093.png"/><Relationship Id="rId174" Type="http://schemas.openxmlformats.org/officeDocument/2006/relationships/customXml" Target="../ink/ink1110.xml"/><Relationship Id="rId179" Type="http://schemas.openxmlformats.org/officeDocument/2006/relationships/image" Target="../media/image1106.png"/><Relationship Id="rId195" Type="http://schemas.openxmlformats.org/officeDocument/2006/relationships/image" Target="../media/image1114.png"/><Relationship Id="rId209" Type="http://schemas.openxmlformats.org/officeDocument/2006/relationships/image" Target="../media/image1121.png"/><Relationship Id="rId190" Type="http://schemas.openxmlformats.org/officeDocument/2006/relationships/customXml" Target="../ink/ink1118.xml"/><Relationship Id="rId204" Type="http://schemas.openxmlformats.org/officeDocument/2006/relationships/customXml" Target="../ink/ink1125.xml"/><Relationship Id="rId220" Type="http://schemas.openxmlformats.org/officeDocument/2006/relationships/customXml" Target="../ink/ink1133.xml"/><Relationship Id="rId225" Type="http://schemas.openxmlformats.org/officeDocument/2006/relationships/image" Target="../media/image1129.png"/><Relationship Id="rId15" Type="http://schemas.openxmlformats.org/officeDocument/2006/relationships/image" Target="../media/image1025.png"/><Relationship Id="rId36" Type="http://schemas.openxmlformats.org/officeDocument/2006/relationships/customXml" Target="../ink/ink1041.xml"/><Relationship Id="rId57" Type="http://schemas.openxmlformats.org/officeDocument/2006/relationships/image" Target="../media/image1046.png"/><Relationship Id="rId106" Type="http://schemas.openxmlformats.org/officeDocument/2006/relationships/customXml" Target="../ink/ink1076.xml"/><Relationship Id="rId127" Type="http://schemas.openxmlformats.org/officeDocument/2006/relationships/image" Target="../media/image1081.png"/><Relationship Id="rId10" Type="http://schemas.openxmlformats.org/officeDocument/2006/relationships/customXml" Target="../ink/ink1028.xml"/><Relationship Id="rId31" Type="http://schemas.openxmlformats.org/officeDocument/2006/relationships/image" Target="../media/image1033.png"/><Relationship Id="rId52" Type="http://schemas.openxmlformats.org/officeDocument/2006/relationships/customXml" Target="../ink/ink1049.xml"/><Relationship Id="rId73" Type="http://schemas.openxmlformats.org/officeDocument/2006/relationships/image" Target="../media/image1054.png"/><Relationship Id="rId78" Type="http://schemas.openxmlformats.org/officeDocument/2006/relationships/customXml" Target="../ink/ink1062.xml"/><Relationship Id="rId94" Type="http://schemas.openxmlformats.org/officeDocument/2006/relationships/customXml" Target="../ink/ink1070.xml"/><Relationship Id="rId99" Type="http://schemas.openxmlformats.org/officeDocument/2006/relationships/image" Target="../media/image1067.png"/><Relationship Id="rId101" Type="http://schemas.openxmlformats.org/officeDocument/2006/relationships/image" Target="../media/image1068.png"/><Relationship Id="rId122" Type="http://schemas.openxmlformats.org/officeDocument/2006/relationships/customXml" Target="../ink/ink1084.xml"/><Relationship Id="rId143" Type="http://schemas.openxmlformats.org/officeDocument/2006/relationships/image" Target="../media/image1089.png"/><Relationship Id="rId148" Type="http://schemas.openxmlformats.org/officeDocument/2006/relationships/customXml" Target="../ink/ink1097.xml"/><Relationship Id="rId164" Type="http://schemas.openxmlformats.org/officeDocument/2006/relationships/customXml" Target="../ink/ink1105.xml"/><Relationship Id="rId169" Type="http://schemas.openxmlformats.org/officeDocument/2006/relationships/image" Target="../media/image1101.png"/><Relationship Id="rId185" Type="http://schemas.openxmlformats.org/officeDocument/2006/relationships/image" Target="../media/image1109.png"/><Relationship Id="rId4" Type="http://schemas.openxmlformats.org/officeDocument/2006/relationships/customXml" Target="../ink/ink1025.xml"/><Relationship Id="rId9" Type="http://schemas.openxmlformats.org/officeDocument/2006/relationships/image" Target="../media/image1022.png"/><Relationship Id="rId180" Type="http://schemas.openxmlformats.org/officeDocument/2006/relationships/customXml" Target="../ink/ink1113.xml"/><Relationship Id="rId210" Type="http://schemas.openxmlformats.org/officeDocument/2006/relationships/customXml" Target="../ink/ink1128.xml"/><Relationship Id="rId215" Type="http://schemas.openxmlformats.org/officeDocument/2006/relationships/image" Target="../media/image1124.png"/><Relationship Id="rId26" Type="http://schemas.openxmlformats.org/officeDocument/2006/relationships/customXml" Target="../ink/ink1036.xml"/><Relationship Id="rId47" Type="http://schemas.openxmlformats.org/officeDocument/2006/relationships/image" Target="../media/image1041.png"/><Relationship Id="rId68" Type="http://schemas.openxmlformats.org/officeDocument/2006/relationships/customXml" Target="../ink/ink1057.xml"/><Relationship Id="rId89" Type="http://schemas.openxmlformats.org/officeDocument/2006/relationships/image" Target="../media/image1062.png"/><Relationship Id="rId112" Type="http://schemas.openxmlformats.org/officeDocument/2006/relationships/customXml" Target="../ink/ink1079.xml"/><Relationship Id="rId133" Type="http://schemas.openxmlformats.org/officeDocument/2006/relationships/image" Target="../media/image1084.png"/><Relationship Id="rId154" Type="http://schemas.openxmlformats.org/officeDocument/2006/relationships/customXml" Target="../ink/ink1100.xml"/><Relationship Id="rId175" Type="http://schemas.openxmlformats.org/officeDocument/2006/relationships/image" Target="../media/image1104.png"/><Relationship Id="rId196" Type="http://schemas.openxmlformats.org/officeDocument/2006/relationships/customXml" Target="../ink/ink1121.xml"/><Relationship Id="rId200" Type="http://schemas.openxmlformats.org/officeDocument/2006/relationships/customXml" Target="../ink/ink1123.xml"/><Relationship Id="rId16" Type="http://schemas.openxmlformats.org/officeDocument/2006/relationships/customXml" Target="../ink/ink1031.xml"/><Relationship Id="rId221" Type="http://schemas.openxmlformats.org/officeDocument/2006/relationships/image" Target="../media/image1127.png"/><Relationship Id="rId37" Type="http://schemas.openxmlformats.org/officeDocument/2006/relationships/image" Target="../media/image1036.png"/><Relationship Id="rId58" Type="http://schemas.openxmlformats.org/officeDocument/2006/relationships/customXml" Target="../ink/ink1052.xml"/><Relationship Id="rId79" Type="http://schemas.openxmlformats.org/officeDocument/2006/relationships/image" Target="../media/image1057.png"/><Relationship Id="rId102" Type="http://schemas.openxmlformats.org/officeDocument/2006/relationships/customXml" Target="../ink/ink1074.xml"/><Relationship Id="rId123" Type="http://schemas.openxmlformats.org/officeDocument/2006/relationships/image" Target="../media/image1079.png"/><Relationship Id="rId144" Type="http://schemas.openxmlformats.org/officeDocument/2006/relationships/customXml" Target="../ink/ink1095.xml"/><Relationship Id="rId90" Type="http://schemas.openxmlformats.org/officeDocument/2006/relationships/customXml" Target="../ink/ink1068.xml"/><Relationship Id="rId165" Type="http://schemas.openxmlformats.org/officeDocument/2006/relationships/image" Target="../media/image1099.png"/><Relationship Id="rId186" Type="http://schemas.openxmlformats.org/officeDocument/2006/relationships/customXml" Target="../ink/ink1116.xml"/><Relationship Id="rId211" Type="http://schemas.openxmlformats.org/officeDocument/2006/relationships/image" Target="../media/image1122.png"/><Relationship Id="rId27" Type="http://schemas.openxmlformats.org/officeDocument/2006/relationships/image" Target="../media/image1031.png"/><Relationship Id="rId48" Type="http://schemas.openxmlformats.org/officeDocument/2006/relationships/customXml" Target="../ink/ink1047.xml"/><Relationship Id="rId69" Type="http://schemas.openxmlformats.org/officeDocument/2006/relationships/image" Target="../media/image1052.png"/><Relationship Id="rId113" Type="http://schemas.openxmlformats.org/officeDocument/2006/relationships/image" Target="../media/image1074.png"/><Relationship Id="rId134" Type="http://schemas.openxmlformats.org/officeDocument/2006/relationships/customXml" Target="../ink/ink1090.xml"/><Relationship Id="rId80" Type="http://schemas.openxmlformats.org/officeDocument/2006/relationships/customXml" Target="../ink/ink1063.xml"/><Relationship Id="rId155" Type="http://schemas.openxmlformats.org/officeDocument/2006/relationships/image" Target="../media/image1094.png"/><Relationship Id="rId176" Type="http://schemas.openxmlformats.org/officeDocument/2006/relationships/customXml" Target="../ink/ink1111.xml"/><Relationship Id="rId197" Type="http://schemas.openxmlformats.org/officeDocument/2006/relationships/image" Target="../media/image1115.png"/><Relationship Id="rId201" Type="http://schemas.openxmlformats.org/officeDocument/2006/relationships/image" Target="../media/image1117.png"/><Relationship Id="rId222" Type="http://schemas.openxmlformats.org/officeDocument/2006/relationships/customXml" Target="../ink/ink1134.xml"/><Relationship Id="rId17" Type="http://schemas.openxmlformats.org/officeDocument/2006/relationships/image" Target="../media/image1026.png"/><Relationship Id="rId38" Type="http://schemas.openxmlformats.org/officeDocument/2006/relationships/customXml" Target="../ink/ink1042.xml"/><Relationship Id="rId59" Type="http://schemas.openxmlformats.org/officeDocument/2006/relationships/image" Target="../media/image1047.png"/><Relationship Id="rId103" Type="http://schemas.openxmlformats.org/officeDocument/2006/relationships/image" Target="../media/image1069.png"/><Relationship Id="rId124" Type="http://schemas.openxmlformats.org/officeDocument/2006/relationships/customXml" Target="../ink/ink1085.xml"/><Relationship Id="rId70" Type="http://schemas.openxmlformats.org/officeDocument/2006/relationships/customXml" Target="../ink/ink1058.xml"/><Relationship Id="rId91" Type="http://schemas.openxmlformats.org/officeDocument/2006/relationships/image" Target="../media/image1063.png"/><Relationship Id="rId145" Type="http://schemas.openxmlformats.org/officeDocument/2006/relationships/image" Target="../media/image411.png"/><Relationship Id="rId166" Type="http://schemas.openxmlformats.org/officeDocument/2006/relationships/customXml" Target="../ink/ink1106.xml"/><Relationship Id="rId187" Type="http://schemas.openxmlformats.org/officeDocument/2006/relationships/image" Target="../media/image111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29.xml"/><Relationship Id="rId28" Type="http://schemas.openxmlformats.org/officeDocument/2006/relationships/customXml" Target="../ink/ink1037.xml"/><Relationship Id="rId49" Type="http://schemas.openxmlformats.org/officeDocument/2006/relationships/image" Target="../media/image1042.png"/><Relationship Id="rId114" Type="http://schemas.openxmlformats.org/officeDocument/2006/relationships/customXml" Target="../ink/ink1080.xml"/><Relationship Id="rId60" Type="http://schemas.openxmlformats.org/officeDocument/2006/relationships/customXml" Target="../ink/ink1053.xml"/><Relationship Id="rId81" Type="http://schemas.openxmlformats.org/officeDocument/2006/relationships/image" Target="../media/image1058.png"/><Relationship Id="rId135" Type="http://schemas.openxmlformats.org/officeDocument/2006/relationships/image" Target="../media/image1085.png"/><Relationship Id="rId156" Type="http://schemas.openxmlformats.org/officeDocument/2006/relationships/customXml" Target="../ink/ink1101.xml"/><Relationship Id="rId177" Type="http://schemas.openxmlformats.org/officeDocument/2006/relationships/image" Target="../media/image1105.png"/><Relationship Id="rId198" Type="http://schemas.openxmlformats.org/officeDocument/2006/relationships/customXml" Target="../ink/ink1122.xml"/><Relationship Id="rId202" Type="http://schemas.openxmlformats.org/officeDocument/2006/relationships/customXml" Target="../ink/ink1124.xml"/><Relationship Id="rId223" Type="http://schemas.openxmlformats.org/officeDocument/2006/relationships/image" Target="../media/image1128.png"/><Relationship Id="rId18" Type="http://schemas.openxmlformats.org/officeDocument/2006/relationships/customXml" Target="../ink/ink1032.xml"/><Relationship Id="rId39" Type="http://schemas.openxmlformats.org/officeDocument/2006/relationships/image" Target="../media/image1037.png"/><Relationship Id="rId50" Type="http://schemas.openxmlformats.org/officeDocument/2006/relationships/customXml" Target="../ink/ink1048.xml"/><Relationship Id="rId104" Type="http://schemas.openxmlformats.org/officeDocument/2006/relationships/customXml" Target="../ink/ink1075.xml"/><Relationship Id="rId125" Type="http://schemas.openxmlformats.org/officeDocument/2006/relationships/image" Target="../media/image1080.png"/><Relationship Id="rId146" Type="http://schemas.openxmlformats.org/officeDocument/2006/relationships/customXml" Target="../ink/ink1096.xml"/><Relationship Id="rId167" Type="http://schemas.openxmlformats.org/officeDocument/2006/relationships/image" Target="../media/image1100.png"/><Relationship Id="rId188" Type="http://schemas.openxmlformats.org/officeDocument/2006/relationships/customXml" Target="../ink/ink1117.xml"/><Relationship Id="rId71" Type="http://schemas.openxmlformats.org/officeDocument/2006/relationships/image" Target="../media/image1053.png"/><Relationship Id="rId92" Type="http://schemas.openxmlformats.org/officeDocument/2006/relationships/customXml" Target="../ink/ink1069.xml"/><Relationship Id="rId213" Type="http://schemas.openxmlformats.org/officeDocument/2006/relationships/image" Target="../media/image1123.png"/><Relationship Id="rId2" Type="http://schemas.openxmlformats.org/officeDocument/2006/relationships/customXml" Target="../ink/ink1024.xml"/><Relationship Id="rId29" Type="http://schemas.openxmlformats.org/officeDocument/2006/relationships/image" Target="../media/image1032.png"/><Relationship Id="rId40" Type="http://schemas.openxmlformats.org/officeDocument/2006/relationships/customXml" Target="../ink/ink1043.xml"/><Relationship Id="rId115" Type="http://schemas.openxmlformats.org/officeDocument/2006/relationships/image" Target="../media/image1075.png"/><Relationship Id="rId136" Type="http://schemas.openxmlformats.org/officeDocument/2006/relationships/customXml" Target="../ink/ink1091.xml"/><Relationship Id="rId157" Type="http://schemas.openxmlformats.org/officeDocument/2006/relationships/image" Target="../media/image1095.png"/><Relationship Id="rId178" Type="http://schemas.openxmlformats.org/officeDocument/2006/relationships/customXml" Target="../ink/ink1112.xml"/><Relationship Id="rId61" Type="http://schemas.openxmlformats.org/officeDocument/2006/relationships/image" Target="../media/image1048.png"/><Relationship Id="rId82" Type="http://schemas.openxmlformats.org/officeDocument/2006/relationships/customXml" Target="../ink/ink1064.xml"/><Relationship Id="rId199" Type="http://schemas.openxmlformats.org/officeDocument/2006/relationships/image" Target="../media/image1116.png"/><Relationship Id="rId203" Type="http://schemas.openxmlformats.org/officeDocument/2006/relationships/image" Target="../media/image1118.png"/><Relationship Id="rId19" Type="http://schemas.openxmlformats.org/officeDocument/2006/relationships/image" Target="../media/image1027.png"/><Relationship Id="rId224" Type="http://schemas.openxmlformats.org/officeDocument/2006/relationships/customXml" Target="../ink/ink1135.xml"/><Relationship Id="rId30" Type="http://schemas.openxmlformats.org/officeDocument/2006/relationships/customXml" Target="../ink/ink1038.xml"/><Relationship Id="rId105" Type="http://schemas.openxmlformats.org/officeDocument/2006/relationships/image" Target="../media/image1070.png"/><Relationship Id="rId126" Type="http://schemas.openxmlformats.org/officeDocument/2006/relationships/customXml" Target="../ink/ink1086.xml"/><Relationship Id="rId147" Type="http://schemas.openxmlformats.org/officeDocument/2006/relationships/image" Target="../media/image1090.png"/><Relationship Id="rId168" Type="http://schemas.openxmlformats.org/officeDocument/2006/relationships/customXml" Target="../ink/ink1107.xml"/><Relationship Id="rId51" Type="http://schemas.openxmlformats.org/officeDocument/2006/relationships/image" Target="../media/image1043.png"/><Relationship Id="rId72" Type="http://schemas.openxmlformats.org/officeDocument/2006/relationships/customXml" Target="../ink/ink1059.xml"/><Relationship Id="rId93" Type="http://schemas.openxmlformats.org/officeDocument/2006/relationships/image" Target="../media/image1064.png"/><Relationship Id="rId189" Type="http://schemas.openxmlformats.org/officeDocument/2006/relationships/image" Target="../media/image1111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49.xml"/><Relationship Id="rId21" Type="http://schemas.openxmlformats.org/officeDocument/2006/relationships/image" Target="../media/image1140.png"/><Relationship Id="rId42" Type="http://schemas.openxmlformats.org/officeDocument/2006/relationships/customXml" Target="../ink/ink1157.xml"/><Relationship Id="rId47" Type="http://schemas.openxmlformats.org/officeDocument/2006/relationships/image" Target="../media/image1153.png"/><Relationship Id="rId63" Type="http://schemas.openxmlformats.org/officeDocument/2006/relationships/image" Target="../media/image1161.png"/><Relationship Id="rId68" Type="http://schemas.openxmlformats.org/officeDocument/2006/relationships/customXml" Target="../ink/ink1170.xml"/><Relationship Id="rId7" Type="http://schemas.openxmlformats.org/officeDocument/2006/relationships/image" Target="../media/image1133.png"/><Relationship Id="rId2" Type="http://schemas.openxmlformats.org/officeDocument/2006/relationships/customXml" Target="../ink/ink1137.xml"/><Relationship Id="rId16" Type="http://schemas.openxmlformats.org/officeDocument/2006/relationships/customXml" Target="../ink/ink1144.xml"/><Relationship Id="rId29" Type="http://schemas.openxmlformats.org/officeDocument/2006/relationships/image" Target="../media/image1144.png"/><Relationship Id="rId11" Type="http://schemas.openxmlformats.org/officeDocument/2006/relationships/image" Target="../media/image1135.png"/><Relationship Id="rId24" Type="http://schemas.openxmlformats.org/officeDocument/2006/relationships/customXml" Target="../ink/ink1148.xml"/><Relationship Id="rId32" Type="http://schemas.openxmlformats.org/officeDocument/2006/relationships/customXml" Target="../ink/ink1152.xml"/><Relationship Id="rId37" Type="http://schemas.openxmlformats.org/officeDocument/2006/relationships/image" Target="../media/image1148.png"/><Relationship Id="rId40" Type="http://schemas.openxmlformats.org/officeDocument/2006/relationships/customXml" Target="../ink/ink1156.xml"/><Relationship Id="rId45" Type="http://schemas.openxmlformats.org/officeDocument/2006/relationships/image" Target="../media/image1152.png"/><Relationship Id="rId53" Type="http://schemas.openxmlformats.org/officeDocument/2006/relationships/image" Target="../media/image1156.png"/><Relationship Id="rId58" Type="http://schemas.openxmlformats.org/officeDocument/2006/relationships/customXml" Target="../ink/ink1165.xml"/><Relationship Id="rId66" Type="http://schemas.openxmlformats.org/officeDocument/2006/relationships/customXml" Target="../ink/ink1169.xml"/><Relationship Id="rId5" Type="http://schemas.openxmlformats.org/officeDocument/2006/relationships/image" Target="../media/image1132.png"/><Relationship Id="rId61" Type="http://schemas.openxmlformats.org/officeDocument/2006/relationships/image" Target="../media/image1160.png"/><Relationship Id="rId19" Type="http://schemas.openxmlformats.org/officeDocument/2006/relationships/image" Target="../media/image1139.png"/><Relationship Id="rId14" Type="http://schemas.openxmlformats.org/officeDocument/2006/relationships/customXml" Target="../ink/ink1143.xml"/><Relationship Id="rId22" Type="http://schemas.openxmlformats.org/officeDocument/2006/relationships/customXml" Target="../ink/ink1147.xml"/><Relationship Id="rId27" Type="http://schemas.openxmlformats.org/officeDocument/2006/relationships/image" Target="../media/image1143.png"/><Relationship Id="rId30" Type="http://schemas.openxmlformats.org/officeDocument/2006/relationships/customXml" Target="../ink/ink1151.xml"/><Relationship Id="rId35" Type="http://schemas.openxmlformats.org/officeDocument/2006/relationships/image" Target="../media/image1147.png"/><Relationship Id="rId43" Type="http://schemas.openxmlformats.org/officeDocument/2006/relationships/image" Target="../media/image1151.png"/><Relationship Id="rId48" Type="http://schemas.openxmlformats.org/officeDocument/2006/relationships/customXml" Target="../ink/ink1160.xml"/><Relationship Id="rId56" Type="http://schemas.openxmlformats.org/officeDocument/2006/relationships/customXml" Target="../ink/ink1164.xml"/><Relationship Id="rId64" Type="http://schemas.openxmlformats.org/officeDocument/2006/relationships/customXml" Target="../ink/ink1168.xml"/><Relationship Id="rId69" Type="http://schemas.openxmlformats.org/officeDocument/2006/relationships/image" Target="../media/image1164.png"/><Relationship Id="rId8" Type="http://schemas.openxmlformats.org/officeDocument/2006/relationships/customXml" Target="../ink/ink1140.xml"/><Relationship Id="rId51" Type="http://schemas.openxmlformats.org/officeDocument/2006/relationships/image" Target="../media/image1155.png"/><Relationship Id="rId3" Type="http://schemas.openxmlformats.org/officeDocument/2006/relationships/image" Target="../media/image1131.png"/><Relationship Id="rId12" Type="http://schemas.openxmlformats.org/officeDocument/2006/relationships/customXml" Target="../ink/ink1142.xml"/><Relationship Id="rId17" Type="http://schemas.openxmlformats.org/officeDocument/2006/relationships/image" Target="../media/image1138.png"/><Relationship Id="rId25" Type="http://schemas.openxmlformats.org/officeDocument/2006/relationships/image" Target="../media/image1142.png"/><Relationship Id="rId33" Type="http://schemas.openxmlformats.org/officeDocument/2006/relationships/image" Target="../media/image1146.png"/><Relationship Id="rId38" Type="http://schemas.openxmlformats.org/officeDocument/2006/relationships/customXml" Target="../ink/ink1155.xml"/><Relationship Id="rId46" Type="http://schemas.openxmlformats.org/officeDocument/2006/relationships/customXml" Target="../ink/ink1159.xml"/><Relationship Id="rId59" Type="http://schemas.openxmlformats.org/officeDocument/2006/relationships/image" Target="../media/image1159.png"/><Relationship Id="rId67" Type="http://schemas.openxmlformats.org/officeDocument/2006/relationships/image" Target="../media/image1163.png"/><Relationship Id="rId20" Type="http://schemas.openxmlformats.org/officeDocument/2006/relationships/customXml" Target="../ink/ink1146.xml"/><Relationship Id="rId41" Type="http://schemas.openxmlformats.org/officeDocument/2006/relationships/image" Target="../media/image1150.png"/><Relationship Id="rId54" Type="http://schemas.openxmlformats.org/officeDocument/2006/relationships/customXml" Target="../ink/ink1163.xml"/><Relationship Id="rId62" Type="http://schemas.openxmlformats.org/officeDocument/2006/relationships/customXml" Target="../ink/ink11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39.xml"/><Relationship Id="rId15" Type="http://schemas.openxmlformats.org/officeDocument/2006/relationships/image" Target="../media/image1137.png"/><Relationship Id="rId23" Type="http://schemas.openxmlformats.org/officeDocument/2006/relationships/image" Target="../media/image1141.png"/><Relationship Id="rId28" Type="http://schemas.openxmlformats.org/officeDocument/2006/relationships/customXml" Target="../ink/ink1150.xml"/><Relationship Id="rId36" Type="http://schemas.openxmlformats.org/officeDocument/2006/relationships/customXml" Target="../ink/ink1154.xml"/><Relationship Id="rId49" Type="http://schemas.openxmlformats.org/officeDocument/2006/relationships/image" Target="../media/image1154.png"/><Relationship Id="rId57" Type="http://schemas.openxmlformats.org/officeDocument/2006/relationships/image" Target="../media/image1158.png"/><Relationship Id="rId10" Type="http://schemas.openxmlformats.org/officeDocument/2006/relationships/customXml" Target="../ink/ink1141.xml"/><Relationship Id="rId31" Type="http://schemas.openxmlformats.org/officeDocument/2006/relationships/image" Target="../media/image1145.png"/><Relationship Id="rId44" Type="http://schemas.openxmlformats.org/officeDocument/2006/relationships/customXml" Target="../ink/ink1158.xml"/><Relationship Id="rId52" Type="http://schemas.openxmlformats.org/officeDocument/2006/relationships/customXml" Target="../ink/ink1162.xml"/><Relationship Id="rId60" Type="http://schemas.openxmlformats.org/officeDocument/2006/relationships/customXml" Target="../ink/ink1166.xml"/><Relationship Id="rId65" Type="http://schemas.openxmlformats.org/officeDocument/2006/relationships/image" Target="../media/image1162.png"/><Relationship Id="rId4" Type="http://schemas.openxmlformats.org/officeDocument/2006/relationships/customXml" Target="../ink/ink1138.xml"/><Relationship Id="rId9" Type="http://schemas.openxmlformats.org/officeDocument/2006/relationships/image" Target="../media/image1134.png"/><Relationship Id="rId13" Type="http://schemas.openxmlformats.org/officeDocument/2006/relationships/image" Target="../media/image1136.png"/><Relationship Id="rId18" Type="http://schemas.openxmlformats.org/officeDocument/2006/relationships/customXml" Target="../ink/ink1145.xml"/><Relationship Id="rId39" Type="http://schemas.openxmlformats.org/officeDocument/2006/relationships/image" Target="../media/image1149.png"/><Relationship Id="rId34" Type="http://schemas.openxmlformats.org/officeDocument/2006/relationships/customXml" Target="../ink/ink1153.xml"/><Relationship Id="rId50" Type="http://schemas.openxmlformats.org/officeDocument/2006/relationships/customXml" Target="../ink/ink1161.xml"/><Relationship Id="rId55" Type="http://schemas.openxmlformats.org/officeDocument/2006/relationships/image" Target="../media/image115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335B-6949-8133-1E53-692786296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9BB80-1F74-8DCB-4F28-823EEF6C8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849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D85437B2-1F8A-9E88-2F64-B0FBB1B3E9DD}"/>
              </a:ext>
            </a:extLst>
          </p:cNvPr>
          <p:cNvGrpSpPr/>
          <p:nvPr/>
        </p:nvGrpSpPr>
        <p:grpSpPr>
          <a:xfrm>
            <a:off x="2934771" y="389180"/>
            <a:ext cx="9287640" cy="6457680"/>
            <a:chOff x="2934771" y="389180"/>
            <a:chExt cx="9287640" cy="64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C3CDC68-0AFF-453A-9268-00DE34473C09}"/>
                    </a:ext>
                  </a:extLst>
                </p14:cNvPr>
                <p14:cNvContentPartPr/>
                <p14:nvPr/>
              </p14:nvContentPartPr>
              <p14:xfrm>
                <a:off x="5270811" y="5735900"/>
                <a:ext cx="164880" cy="456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C3CDC68-0AFF-453A-9268-00DE34473C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64691" y="5729780"/>
                  <a:ext cx="1771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4B1332-558D-FC60-AFC1-1912277958EF}"/>
                    </a:ext>
                  </a:extLst>
                </p14:cNvPr>
                <p14:cNvContentPartPr/>
                <p14:nvPr/>
              </p14:nvContentPartPr>
              <p14:xfrm>
                <a:off x="5711451" y="5704940"/>
                <a:ext cx="403560" cy="426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4B1332-558D-FC60-AFC1-1912277958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5331" y="5698820"/>
                  <a:ext cx="4158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5A1671D-ABE1-6936-219A-219A5C8FEA9A}"/>
                    </a:ext>
                  </a:extLst>
                </p14:cNvPr>
                <p14:cNvContentPartPr/>
                <p14:nvPr/>
              </p14:nvContentPartPr>
              <p14:xfrm>
                <a:off x="6292491" y="5573180"/>
                <a:ext cx="60480" cy="597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5A1671D-ABE1-6936-219A-219A5C8FEA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86371" y="5567060"/>
                  <a:ext cx="727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3A5C370-6A13-F133-414C-75364FCE006E}"/>
                    </a:ext>
                  </a:extLst>
                </p14:cNvPr>
                <p14:cNvContentPartPr/>
                <p14:nvPr/>
              </p14:nvContentPartPr>
              <p14:xfrm>
                <a:off x="3263811" y="2075780"/>
                <a:ext cx="950040" cy="1079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3A5C370-6A13-F133-414C-75364FCE00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57691" y="2069660"/>
                  <a:ext cx="962280" cy="10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AB7A918-5854-C3EC-FED9-D75A1F081685}"/>
                    </a:ext>
                  </a:extLst>
                </p14:cNvPr>
                <p14:cNvContentPartPr/>
                <p14:nvPr/>
              </p14:nvContentPartPr>
              <p14:xfrm>
                <a:off x="3402411" y="2445500"/>
                <a:ext cx="454680" cy="469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AB7A918-5854-C3EC-FED9-D75A1F0816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96291" y="2439380"/>
                  <a:ext cx="46692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7BC2287-DB45-8580-A043-D7A1B2A6CFC4}"/>
                    </a:ext>
                  </a:extLst>
                </p14:cNvPr>
                <p14:cNvContentPartPr/>
                <p14:nvPr/>
              </p14:nvContentPartPr>
              <p14:xfrm>
                <a:off x="4564851" y="1480340"/>
                <a:ext cx="822600" cy="1071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7BC2287-DB45-8580-A043-D7A1B2A6CF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58731" y="1474220"/>
                  <a:ext cx="834840" cy="10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D0B79C-67C6-5A79-ADC1-4620392124C3}"/>
                    </a:ext>
                  </a:extLst>
                </p14:cNvPr>
                <p14:cNvContentPartPr/>
                <p14:nvPr/>
              </p14:nvContentPartPr>
              <p14:xfrm>
                <a:off x="5316171" y="1490780"/>
                <a:ext cx="448560" cy="338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D0B79C-67C6-5A79-ADC1-4620392124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10051" y="1484660"/>
                  <a:ext cx="4608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EC7ACC5-91BB-06F5-B21D-3362D565E835}"/>
                    </a:ext>
                  </a:extLst>
                </p14:cNvPr>
                <p14:cNvContentPartPr/>
                <p14:nvPr/>
              </p14:nvContentPartPr>
              <p14:xfrm>
                <a:off x="5744931" y="1186580"/>
                <a:ext cx="325800" cy="557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EC7ACC5-91BB-06F5-B21D-3362D565E8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38811" y="1180460"/>
                  <a:ext cx="33804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3C0042-A340-44FA-4203-8A9A15819C7F}"/>
                    </a:ext>
                  </a:extLst>
                </p14:cNvPr>
                <p14:cNvContentPartPr/>
                <p14:nvPr/>
              </p14:nvContentPartPr>
              <p14:xfrm>
                <a:off x="6640971" y="981740"/>
                <a:ext cx="306720" cy="601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3C0042-A340-44FA-4203-8A9A15819C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34851" y="975620"/>
                  <a:ext cx="31896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2D0C238-8D87-E0BF-B41B-F6B445887CA2}"/>
                    </a:ext>
                  </a:extLst>
                </p14:cNvPr>
                <p14:cNvContentPartPr/>
                <p14:nvPr/>
              </p14:nvContentPartPr>
              <p14:xfrm>
                <a:off x="6365931" y="763580"/>
                <a:ext cx="359640" cy="264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2D0C238-8D87-E0BF-B41B-F6B445887C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9811" y="757460"/>
                  <a:ext cx="371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B66C9DD-8E79-89EB-07BD-E4F8263EE3C7}"/>
                    </a:ext>
                  </a:extLst>
                </p14:cNvPr>
                <p14:cNvContentPartPr/>
                <p14:nvPr/>
              </p14:nvContentPartPr>
              <p14:xfrm>
                <a:off x="6838611" y="1663220"/>
                <a:ext cx="362160" cy="504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B66C9DD-8E79-89EB-07BD-E4F8263EE3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32491" y="1657100"/>
                  <a:ext cx="3744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79CFAF0-7756-CA70-E225-0D8891BC8A45}"/>
                    </a:ext>
                  </a:extLst>
                </p14:cNvPr>
                <p14:cNvContentPartPr/>
                <p14:nvPr/>
              </p14:nvContentPartPr>
              <p14:xfrm>
                <a:off x="7318851" y="570620"/>
                <a:ext cx="518040" cy="961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79CFAF0-7756-CA70-E225-0D8891BC8A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12731" y="564500"/>
                  <a:ext cx="530280" cy="9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081FF0-2473-8D60-0547-FBB16BA6ED77}"/>
                    </a:ext>
                  </a:extLst>
                </p14:cNvPr>
                <p14:cNvContentPartPr/>
                <p14:nvPr/>
              </p14:nvContentPartPr>
              <p14:xfrm>
                <a:off x="8088531" y="389180"/>
                <a:ext cx="105840" cy="605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081FF0-2473-8D60-0547-FBB16BA6ED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82411" y="383060"/>
                  <a:ext cx="11808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416A17-8B27-7C4D-004E-AF8C410C898B}"/>
                    </a:ext>
                  </a:extLst>
                </p14:cNvPr>
                <p14:cNvContentPartPr/>
                <p14:nvPr/>
              </p14:nvContentPartPr>
              <p14:xfrm>
                <a:off x="8201211" y="542180"/>
                <a:ext cx="277560" cy="380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16A17-8B27-7C4D-004E-AF8C410C89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95091" y="536060"/>
                  <a:ext cx="2898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EB2AFE2-8659-B6F3-671D-1BC89BA6D442}"/>
                    </a:ext>
                  </a:extLst>
                </p14:cNvPr>
                <p14:cNvContentPartPr/>
                <p14:nvPr/>
              </p14:nvContentPartPr>
              <p14:xfrm>
                <a:off x="5417331" y="3570860"/>
                <a:ext cx="82440" cy="78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EB2AFE2-8659-B6F3-671D-1BC89BA6D4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11211" y="3564740"/>
                  <a:ext cx="9468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878C9A-14D8-948D-7014-1866799D3296}"/>
                    </a:ext>
                  </a:extLst>
                </p14:cNvPr>
                <p14:cNvContentPartPr/>
                <p14:nvPr/>
              </p14:nvContentPartPr>
              <p14:xfrm>
                <a:off x="5525691" y="2425700"/>
                <a:ext cx="4936680" cy="1934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878C9A-14D8-948D-7014-1866799D32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19571" y="2419580"/>
                  <a:ext cx="4948920" cy="19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AB60AB-D639-D16C-A0CD-C818BEC952B4}"/>
                    </a:ext>
                  </a:extLst>
                </p14:cNvPr>
                <p14:cNvContentPartPr/>
                <p14:nvPr/>
              </p14:nvContentPartPr>
              <p14:xfrm>
                <a:off x="5107371" y="4139660"/>
                <a:ext cx="3526200" cy="557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AB60AB-D639-D16C-A0CD-C818BEC952B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01251" y="4133540"/>
                  <a:ext cx="353844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AC4DB3-946D-67AA-CB24-205086A9EFFB}"/>
                    </a:ext>
                  </a:extLst>
                </p14:cNvPr>
                <p14:cNvContentPartPr/>
                <p14:nvPr/>
              </p14:nvContentPartPr>
              <p14:xfrm>
                <a:off x="6208611" y="3294380"/>
                <a:ext cx="156240" cy="1253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AC4DB3-946D-67AA-CB24-205086A9EFF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02491" y="3288260"/>
                  <a:ext cx="168480" cy="12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F2BD9D-E2A7-02A2-D77F-656024C3B78F}"/>
                    </a:ext>
                  </a:extLst>
                </p14:cNvPr>
                <p14:cNvContentPartPr/>
                <p14:nvPr/>
              </p14:nvContentPartPr>
              <p14:xfrm>
                <a:off x="7324971" y="2871020"/>
                <a:ext cx="109800" cy="1260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F2BD9D-E2A7-02A2-D77F-656024C3B7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18851" y="2864900"/>
                  <a:ext cx="122040" cy="12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04C8A7-4CB0-BC2F-B3BA-3BB2CF105C56}"/>
                    </a:ext>
                  </a:extLst>
                </p14:cNvPr>
                <p14:cNvContentPartPr/>
                <p14:nvPr/>
              </p14:nvContentPartPr>
              <p14:xfrm>
                <a:off x="8784411" y="2697500"/>
                <a:ext cx="119160" cy="1430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04C8A7-4CB0-BC2F-B3BA-3BB2CF105C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78291" y="2691380"/>
                  <a:ext cx="131400" cy="14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03679D-4737-502B-4478-41C4C5EEF053}"/>
                    </a:ext>
                  </a:extLst>
                </p14:cNvPr>
                <p14:cNvContentPartPr/>
                <p14:nvPr/>
              </p14:nvContentPartPr>
              <p14:xfrm>
                <a:off x="3635331" y="3306260"/>
                <a:ext cx="785160" cy="390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03679D-4737-502B-4478-41C4C5EEF0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29211" y="3300140"/>
                  <a:ext cx="7974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0E4E8C-D6E1-46BB-B7C0-E169D1A297D6}"/>
                    </a:ext>
                  </a:extLst>
                </p14:cNvPr>
                <p14:cNvContentPartPr/>
                <p14:nvPr/>
              </p14:nvContentPartPr>
              <p14:xfrm>
                <a:off x="4961931" y="2472860"/>
                <a:ext cx="793080" cy="403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0E4E8C-D6E1-46BB-B7C0-E169D1A297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55811" y="2466740"/>
                  <a:ext cx="8053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A5DF2B-7F5C-02C5-F42C-26C4B3D68F0F}"/>
                    </a:ext>
                  </a:extLst>
                </p14:cNvPr>
                <p14:cNvContentPartPr/>
                <p14:nvPr/>
              </p14:nvContentPartPr>
              <p14:xfrm>
                <a:off x="5674011" y="1758620"/>
                <a:ext cx="658800" cy="304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A5DF2B-7F5C-02C5-F42C-26C4B3D68F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67891" y="1752500"/>
                  <a:ext cx="6710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64B13B-3D78-76A3-5A2A-63A50E0EF2E4}"/>
                    </a:ext>
                  </a:extLst>
                </p14:cNvPr>
                <p14:cNvContentPartPr/>
                <p14:nvPr/>
              </p14:nvContentPartPr>
              <p14:xfrm>
                <a:off x="6843651" y="1972460"/>
                <a:ext cx="448920" cy="165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64B13B-3D78-76A3-5A2A-63A50E0EF2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37531" y="1966340"/>
                  <a:ext cx="461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C1964FB-0666-7A78-C1E1-35A45BF4F28F}"/>
                    </a:ext>
                  </a:extLst>
                </p14:cNvPr>
                <p14:cNvContentPartPr/>
                <p14:nvPr/>
              </p14:nvContentPartPr>
              <p14:xfrm>
                <a:off x="7925451" y="1521020"/>
                <a:ext cx="495360" cy="222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C1964FB-0666-7A78-C1E1-35A45BF4F2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19331" y="1514900"/>
                  <a:ext cx="507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82E009-EE99-4155-0952-B90647B28C4A}"/>
                    </a:ext>
                  </a:extLst>
                </p14:cNvPr>
                <p14:cNvContentPartPr/>
                <p14:nvPr/>
              </p14:nvContentPartPr>
              <p14:xfrm>
                <a:off x="8807811" y="1126100"/>
                <a:ext cx="329400" cy="190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82E009-EE99-4155-0952-B90647B28C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01691" y="1119980"/>
                  <a:ext cx="341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EEAAB8-7B2A-8A2A-5A62-7E7D78E4B6B2}"/>
                    </a:ext>
                  </a:extLst>
                </p14:cNvPr>
                <p14:cNvContentPartPr/>
                <p14:nvPr/>
              </p14:nvContentPartPr>
              <p14:xfrm>
                <a:off x="3746931" y="3650420"/>
                <a:ext cx="261000" cy="1118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EEAAB8-7B2A-8A2A-5A62-7E7D78E4B6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0811" y="3644300"/>
                  <a:ext cx="273240" cy="11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244F81-F87E-14BC-D822-CB8737552FA5}"/>
                    </a:ext>
                  </a:extLst>
                </p14:cNvPr>
                <p14:cNvContentPartPr/>
                <p14:nvPr/>
              </p14:nvContentPartPr>
              <p14:xfrm>
                <a:off x="3724251" y="3695780"/>
                <a:ext cx="129240" cy="282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244F81-F87E-14BC-D822-CB8737552FA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8131" y="3689660"/>
                  <a:ext cx="1414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1DCBCD-AE29-E14F-EA5C-8C76E98AFC49}"/>
                    </a:ext>
                  </a:extLst>
                </p14:cNvPr>
                <p14:cNvContentPartPr/>
                <p14:nvPr/>
              </p14:nvContentPartPr>
              <p14:xfrm>
                <a:off x="3988131" y="3746900"/>
                <a:ext cx="177480" cy="28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1DCBCD-AE29-E14F-EA5C-8C76E98AFC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82011" y="3740780"/>
                  <a:ext cx="189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ED1066-48A8-A675-D5F8-B350C0A51ADE}"/>
                    </a:ext>
                  </a:extLst>
                </p14:cNvPr>
                <p14:cNvContentPartPr/>
                <p14:nvPr/>
              </p14:nvContentPartPr>
              <p14:xfrm>
                <a:off x="5715411" y="4333700"/>
                <a:ext cx="138600" cy="769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ED1066-48A8-A675-D5F8-B350C0A51AD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09291" y="4327580"/>
                  <a:ext cx="15084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CA0AF73-E32F-B424-FEC9-48B952043E81}"/>
                    </a:ext>
                  </a:extLst>
                </p14:cNvPr>
                <p14:cNvContentPartPr/>
                <p14:nvPr/>
              </p14:nvContentPartPr>
              <p14:xfrm>
                <a:off x="5710011" y="3755540"/>
                <a:ext cx="385200" cy="536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CA0AF73-E32F-B424-FEC9-48B952043E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03891" y="3749420"/>
                  <a:ext cx="3974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EF4C57A-483D-BD4E-777C-68D835EDB6CC}"/>
                    </a:ext>
                  </a:extLst>
                </p14:cNvPr>
                <p14:cNvContentPartPr/>
                <p14:nvPr/>
              </p14:nvContentPartPr>
              <p14:xfrm>
                <a:off x="4348851" y="4020140"/>
                <a:ext cx="1317240" cy="858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EF4C57A-483D-BD4E-777C-68D835EDB6C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42731" y="4014020"/>
                  <a:ext cx="132948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99F1DF5-8060-2087-DDCB-B69DA7202F75}"/>
                    </a:ext>
                  </a:extLst>
                </p14:cNvPr>
                <p14:cNvContentPartPr/>
                <p14:nvPr/>
              </p14:nvContentPartPr>
              <p14:xfrm>
                <a:off x="3106131" y="5306060"/>
                <a:ext cx="541080" cy="513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99F1DF5-8060-2087-DDCB-B69DA7202F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00011" y="5299940"/>
                  <a:ext cx="5533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172B52-1D1B-2C9D-8BB2-F6C6B213D85E}"/>
                    </a:ext>
                  </a:extLst>
                </p14:cNvPr>
                <p14:cNvContentPartPr/>
                <p14:nvPr/>
              </p14:nvContentPartPr>
              <p14:xfrm>
                <a:off x="3834051" y="5193380"/>
                <a:ext cx="465480" cy="686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172B52-1D1B-2C9D-8BB2-F6C6B213D8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27931" y="5187260"/>
                  <a:ext cx="47772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74657BA-BFF6-E411-0768-17EFB33D084F}"/>
                    </a:ext>
                  </a:extLst>
                </p14:cNvPr>
                <p14:cNvContentPartPr/>
                <p14:nvPr/>
              </p14:nvContentPartPr>
              <p14:xfrm>
                <a:off x="4586451" y="5432060"/>
                <a:ext cx="17280" cy="147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74657BA-BFF6-E411-0768-17EFB33D08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80331" y="5425940"/>
                  <a:ext cx="29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80FCE4-0845-72A4-F34A-65F1D8E8787D}"/>
                    </a:ext>
                  </a:extLst>
                </p14:cNvPr>
                <p14:cNvContentPartPr/>
                <p14:nvPr/>
              </p14:nvContentPartPr>
              <p14:xfrm>
                <a:off x="6727371" y="3609020"/>
                <a:ext cx="280080" cy="74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80FCE4-0845-72A4-F34A-65F1D8E8787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21251" y="3602900"/>
                  <a:ext cx="29232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E225E2-A537-2AD8-CE9F-F7BB69346050}"/>
                    </a:ext>
                  </a:extLst>
                </p14:cNvPr>
                <p14:cNvContentPartPr/>
                <p14:nvPr/>
              </p14:nvContentPartPr>
              <p14:xfrm>
                <a:off x="6760491" y="3480860"/>
                <a:ext cx="417600" cy="232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E225E2-A537-2AD8-CE9F-F7BB693460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54371" y="3474740"/>
                  <a:ext cx="429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D2D9737-50C6-F542-20F7-89965ACC19AB}"/>
                    </a:ext>
                  </a:extLst>
                </p14:cNvPr>
                <p14:cNvContentPartPr/>
                <p14:nvPr/>
              </p14:nvContentPartPr>
              <p14:xfrm>
                <a:off x="7825371" y="3328580"/>
                <a:ext cx="400680" cy="735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D2D9737-50C6-F542-20F7-89965ACC19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19251" y="3322460"/>
                  <a:ext cx="41292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8ED0AFD-AA36-6368-3FA5-5E0568DD4A86}"/>
                    </a:ext>
                  </a:extLst>
                </p14:cNvPr>
                <p14:cNvContentPartPr/>
                <p14:nvPr/>
              </p14:nvContentPartPr>
              <p14:xfrm>
                <a:off x="9136131" y="2858060"/>
                <a:ext cx="519120" cy="827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8ED0AFD-AA36-6368-3FA5-5E0568DD4A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30011" y="2851940"/>
                  <a:ext cx="53136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2A4C55-3D6F-189C-2B48-E922AA2515F8}"/>
                    </a:ext>
                  </a:extLst>
                </p14:cNvPr>
                <p14:cNvContentPartPr/>
                <p14:nvPr/>
              </p14:nvContentPartPr>
              <p14:xfrm>
                <a:off x="7000251" y="4401380"/>
                <a:ext cx="119880" cy="20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2A4C55-3D6F-189C-2B48-E922AA2515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994131" y="4395260"/>
                  <a:ext cx="132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B290F55-0C73-E876-9F70-EAD321A3FEE4}"/>
                    </a:ext>
                  </a:extLst>
                </p14:cNvPr>
                <p14:cNvContentPartPr/>
                <p14:nvPr/>
              </p14:nvContentPartPr>
              <p14:xfrm>
                <a:off x="4826931" y="5350700"/>
                <a:ext cx="2047320" cy="1496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B290F55-0C73-E876-9F70-EAD321A3FEE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20811" y="5344580"/>
                  <a:ext cx="2059560" cy="15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9BBD8EC-725E-5A23-E75C-C7064C11DB61}"/>
                    </a:ext>
                  </a:extLst>
                </p14:cNvPr>
                <p14:cNvContentPartPr/>
                <p14:nvPr/>
              </p14:nvContentPartPr>
              <p14:xfrm>
                <a:off x="6686691" y="6298220"/>
                <a:ext cx="108720" cy="155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9BBD8EC-725E-5A23-E75C-C7064C11DB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80571" y="6292100"/>
                  <a:ext cx="120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C071F98-68BD-91E6-711A-CDED8A578211}"/>
                    </a:ext>
                  </a:extLst>
                </p14:cNvPr>
                <p14:cNvContentPartPr/>
                <p14:nvPr/>
              </p14:nvContentPartPr>
              <p14:xfrm>
                <a:off x="6592731" y="6291740"/>
                <a:ext cx="18360" cy="19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C071F98-68BD-91E6-711A-CDED8A57821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86611" y="6285620"/>
                  <a:ext cx="30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38995E-AFE6-C43A-1E53-3F6E4A555894}"/>
                    </a:ext>
                  </a:extLst>
                </p14:cNvPr>
                <p14:cNvContentPartPr/>
                <p14:nvPr/>
              </p14:nvContentPartPr>
              <p14:xfrm>
                <a:off x="2934771" y="4775780"/>
                <a:ext cx="1801080" cy="1604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38995E-AFE6-C43A-1E53-3F6E4A5558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28651" y="4769660"/>
                  <a:ext cx="1813320" cy="16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D071963-8381-047F-8D6D-BE15CC6033B4}"/>
                    </a:ext>
                  </a:extLst>
                </p14:cNvPr>
                <p14:cNvContentPartPr/>
                <p14:nvPr/>
              </p14:nvContentPartPr>
              <p14:xfrm>
                <a:off x="7162971" y="4284380"/>
                <a:ext cx="227160" cy="1173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D071963-8381-047F-8D6D-BE15CC6033B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56851" y="4278260"/>
                  <a:ext cx="239400" cy="11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C9C6D9A-C106-CF48-00C3-5CC4464774C8}"/>
                    </a:ext>
                  </a:extLst>
                </p14:cNvPr>
                <p14:cNvContentPartPr/>
                <p14:nvPr/>
              </p14:nvContentPartPr>
              <p14:xfrm>
                <a:off x="7464291" y="5782700"/>
                <a:ext cx="140760" cy="405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C9C6D9A-C106-CF48-00C3-5CC4464774C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58171" y="5776580"/>
                  <a:ext cx="1530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8A48E7-1382-FC49-AD4C-5CCE49B75287}"/>
                    </a:ext>
                  </a:extLst>
                </p14:cNvPr>
                <p14:cNvContentPartPr/>
                <p14:nvPr/>
              </p14:nvContentPartPr>
              <p14:xfrm>
                <a:off x="7778931" y="5660660"/>
                <a:ext cx="397440" cy="49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8A48E7-1382-FC49-AD4C-5CCE49B7528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72811" y="5654540"/>
                  <a:ext cx="4096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DAFF8A9-E949-21A2-A01A-BDFCA4519165}"/>
                    </a:ext>
                  </a:extLst>
                </p14:cNvPr>
                <p14:cNvContentPartPr/>
                <p14:nvPr/>
              </p14:nvContentPartPr>
              <p14:xfrm>
                <a:off x="8164851" y="5259260"/>
                <a:ext cx="510840" cy="860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DAFF8A9-E949-21A2-A01A-BDFCA451916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58731" y="5253140"/>
                  <a:ext cx="52308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0D0BC78-25E6-87B7-B045-04AF38806A0F}"/>
                    </a:ext>
                  </a:extLst>
                </p14:cNvPr>
                <p14:cNvContentPartPr/>
                <p14:nvPr/>
              </p14:nvContentPartPr>
              <p14:xfrm>
                <a:off x="8430531" y="4977380"/>
                <a:ext cx="301680" cy="177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0D0BC78-25E6-87B7-B045-04AF38806A0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24411" y="4971260"/>
                  <a:ext cx="313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AA47F1-9020-6413-6D1D-57B5FF45A10C}"/>
                    </a:ext>
                  </a:extLst>
                </p14:cNvPr>
                <p14:cNvContentPartPr/>
                <p14:nvPr/>
              </p14:nvContentPartPr>
              <p14:xfrm>
                <a:off x="8511171" y="4008260"/>
                <a:ext cx="726120" cy="1225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AA47F1-9020-6413-6D1D-57B5FF45A1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05051" y="4002140"/>
                  <a:ext cx="738360" cy="12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E371C33-B86B-DD53-1D37-1D14EE3C4FEE}"/>
                    </a:ext>
                  </a:extLst>
                </p14:cNvPr>
                <p14:cNvContentPartPr/>
                <p14:nvPr/>
              </p14:nvContentPartPr>
              <p14:xfrm>
                <a:off x="9314331" y="5429900"/>
                <a:ext cx="177480" cy="379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E371C33-B86B-DD53-1D37-1D14EE3C4FE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08211" y="5423780"/>
                  <a:ext cx="1897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F43242E-8741-F431-506F-DB7DD818E90A}"/>
                    </a:ext>
                  </a:extLst>
                </p14:cNvPr>
                <p14:cNvContentPartPr/>
                <p14:nvPr/>
              </p14:nvContentPartPr>
              <p14:xfrm>
                <a:off x="9454011" y="5262860"/>
                <a:ext cx="498960" cy="426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F43242E-8741-F431-506F-DB7DD818E90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47891" y="5256740"/>
                  <a:ext cx="5112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DE3E742-F9CC-30F5-35AA-31B254893C12}"/>
                    </a:ext>
                  </a:extLst>
                </p14:cNvPr>
                <p14:cNvContentPartPr/>
                <p14:nvPr/>
              </p14:nvContentPartPr>
              <p14:xfrm>
                <a:off x="10159611" y="4930940"/>
                <a:ext cx="438120" cy="981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DE3E742-F9CC-30F5-35AA-31B254893C1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53491" y="4924820"/>
                  <a:ext cx="450360" cy="9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49C6F3-B8F8-4AD7-92F1-68286C62878C}"/>
                    </a:ext>
                  </a:extLst>
                </p14:cNvPr>
                <p14:cNvContentPartPr/>
                <p14:nvPr/>
              </p14:nvContentPartPr>
              <p14:xfrm>
                <a:off x="9926331" y="3641420"/>
                <a:ext cx="1637280" cy="901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49C6F3-B8F8-4AD7-92F1-68286C6287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20211" y="3635300"/>
                  <a:ext cx="164952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455FD3E-D8EF-C563-538E-C9E698529F58}"/>
                    </a:ext>
                  </a:extLst>
                </p14:cNvPr>
                <p14:cNvContentPartPr/>
                <p14:nvPr/>
              </p14:nvContentPartPr>
              <p14:xfrm>
                <a:off x="11266971" y="4168820"/>
                <a:ext cx="103680" cy="571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455FD3E-D8EF-C563-538E-C9E698529F5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260851" y="4162700"/>
                  <a:ext cx="11592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E7FB86C-AEFE-029E-7C7A-2292D9ED454C}"/>
                    </a:ext>
                  </a:extLst>
                </p14:cNvPr>
                <p14:cNvContentPartPr/>
                <p14:nvPr/>
              </p14:nvContentPartPr>
              <p14:xfrm>
                <a:off x="11444451" y="4291580"/>
                <a:ext cx="181800" cy="397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E7FB86C-AEFE-029E-7C7A-2292D9ED454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438331" y="4285460"/>
                  <a:ext cx="1940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0CD97C2-732E-D026-5F72-A3172E4DA384}"/>
                    </a:ext>
                  </a:extLst>
                </p14:cNvPr>
                <p14:cNvContentPartPr/>
                <p14:nvPr/>
              </p14:nvContentPartPr>
              <p14:xfrm>
                <a:off x="11654691" y="4064420"/>
                <a:ext cx="244800" cy="795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0CD97C2-732E-D026-5F72-A3172E4DA38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648571" y="4058300"/>
                  <a:ext cx="257040" cy="8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4F3B30B-D15B-929F-B50B-CCDEF1941AFA}"/>
                    </a:ext>
                  </a:extLst>
                </p14:cNvPr>
                <p14:cNvContentPartPr/>
                <p14:nvPr/>
              </p14:nvContentPartPr>
              <p14:xfrm>
                <a:off x="10855131" y="3600740"/>
                <a:ext cx="1367280" cy="1429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4F3B30B-D15B-929F-B50B-CCDEF1941AF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49011" y="3594620"/>
                  <a:ext cx="1379520" cy="144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3740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514658A-04C1-77CF-1F99-8022C4BE2BA5}"/>
              </a:ext>
            </a:extLst>
          </p:cNvPr>
          <p:cNvGrpSpPr/>
          <p:nvPr/>
        </p:nvGrpSpPr>
        <p:grpSpPr>
          <a:xfrm>
            <a:off x="8597995" y="1060940"/>
            <a:ext cx="3483000" cy="1305720"/>
            <a:chOff x="8597995" y="1060940"/>
            <a:chExt cx="3483000" cy="13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5B3F65-29E8-3874-A634-A8E2FC0D061A}"/>
                    </a:ext>
                  </a:extLst>
                </p14:cNvPr>
                <p14:cNvContentPartPr/>
                <p14:nvPr/>
              </p14:nvContentPartPr>
              <p14:xfrm>
                <a:off x="9206755" y="1060940"/>
                <a:ext cx="485640" cy="597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5B3F65-29E8-3874-A634-A8E2FC0D06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00635" y="1054820"/>
                  <a:ext cx="49788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6261DDF-C0B4-89DA-C714-D7C638D0D1F3}"/>
                    </a:ext>
                  </a:extLst>
                </p14:cNvPr>
                <p14:cNvContentPartPr/>
                <p14:nvPr/>
              </p14:nvContentPartPr>
              <p14:xfrm>
                <a:off x="9787075" y="1667540"/>
                <a:ext cx="184680" cy="204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6261DDF-C0B4-89DA-C714-D7C638D0D1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80955" y="1661420"/>
                  <a:ext cx="196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A70819-67A8-EDF0-6D3F-37B9A6752058}"/>
                    </a:ext>
                  </a:extLst>
                </p14:cNvPr>
                <p14:cNvContentPartPr/>
                <p14:nvPr/>
              </p14:nvContentPartPr>
              <p14:xfrm>
                <a:off x="10482595" y="1090100"/>
                <a:ext cx="151200" cy="561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A70819-67A8-EDF0-6D3F-37B9A67520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76475" y="1083980"/>
                  <a:ext cx="1634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20A421-5FE8-B325-E00A-90CACCACA5A4}"/>
                    </a:ext>
                  </a:extLst>
                </p14:cNvPr>
                <p14:cNvContentPartPr/>
                <p14:nvPr/>
              </p14:nvContentPartPr>
              <p14:xfrm>
                <a:off x="10776715" y="1587260"/>
                <a:ext cx="294480" cy="201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20A421-5FE8-B325-E00A-90CACCACA5A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70595" y="1581140"/>
                  <a:ext cx="306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9DDDD90-BAA3-0C32-79C5-A09C6E922F31}"/>
                    </a:ext>
                  </a:extLst>
                </p14:cNvPr>
                <p14:cNvContentPartPr/>
                <p14:nvPr/>
              </p14:nvContentPartPr>
              <p14:xfrm>
                <a:off x="11311315" y="1074260"/>
                <a:ext cx="406800" cy="653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9DDDD90-BAA3-0C32-79C5-A09C6E922F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305195" y="1068140"/>
                  <a:ext cx="41904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C29D28-B1FD-1D64-EB13-2B5CC3721183}"/>
                    </a:ext>
                  </a:extLst>
                </p14:cNvPr>
                <p14:cNvContentPartPr/>
                <p14:nvPr/>
              </p14:nvContentPartPr>
              <p14:xfrm>
                <a:off x="11737915" y="1174340"/>
                <a:ext cx="343080" cy="60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C29D28-B1FD-1D64-EB13-2B5CC372118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31795" y="1168220"/>
                  <a:ext cx="35532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2063192-F10E-BEBA-83CD-1CAE7C80D353}"/>
                    </a:ext>
                  </a:extLst>
                </p14:cNvPr>
                <p14:cNvContentPartPr/>
                <p14:nvPr/>
              </p14:nvContentPartPr>
              <p14:xfrm>
                <a:off x="8597995" y="1907300"/>
                <a:ext cx="2622960" cy="45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2063192-F10E-BEBA-83CD-1CAE7C80D3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91875" y="1901180"/>
                  <a:ext cx="2635200" cy="47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1020394-E853-9F9D-8633-A34D1B686578}"/>
              </a:ext>
            </a:extLst>
          </p:cNvPr>
          <p:cNvGrpSpPr/>
          <p:nvPr/>
        </p:nvGrpSpPr>
        <p:grpSpPr>
          <a:xfrm>
            <a:off x="703555" y="416900"/>
            <a:ext cx="8186760" cy="4620240"/>
            <a:chOff x="703555" y="416900"/>
            <a:chExt cx="8186760" cy="46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16F4FA-20EA-B22C-D7F3-AD7B45CD1030}"/>
                    </a:ext>
                  </a:extLst>
                </p14:cNvPr>
                <p14:cNvContentPartPr/>
                <p14:nvPr/>
              </p14:nvContentPartPr>
              <p14:xfrm>
                <a:off x="1374235" y="712460"/>
                <a:ext cx="159120" cy="628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16F4FA-20EA-B22C-D7F3-AD7B45CD10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8115" y="706340"/>
                  <a:ext cx="17136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0533B12-D36F-EF2B-14A8-05D3F17C7B6D}"/>
                    </a:ext>
                  </a:extLst>
                </p14:cNvPr>
                <p14:cNvContentPartPr/>
                <p14:nvPr/>
              </p14:nvContentPartPr>
              <p14:xfrm>
                <a:off x="959515" y="416900"/>
                <a:ext cx="921240" cy="197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0533B12-D36F-EF2B-14A8-05D3F17C7B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3395" y="410780"/>
                  <a:ext cx="93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02AEF31-DB5C-B656-45B1-D8B1D4BAE9F9}"/>
                    </a:ext>
                  </a:extLst>
                </p14:cNvPr>
                <p14:cNvContentPartPr/>
                <p14:nvPr/>
              </p14:nvContentPartPr>
              <p14:xfrm>
                <a:off x="773395" y="1248500"/>
                <a:ext cx="908280" cy="316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02AEF31-DB5C-B656-45B1-D8B1D4BAE9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7275" y="1242380"/>
                  <a:ext cx="9205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A8BEB6-2518-E6A0-8CF6-AC001DF53712}"/>
                    </a:ext>
                  </a:extLst>
                </p14:cNvPr>
                <p14:cNvContentPartPr/>
                <p14:nvPr/>
              </p14:nvContentPartPr>
              <p14:xfrm>
                <a:off x="1854475" y="989660"/>
                <a:ext cx="603720" cy="559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A8BEB6-2518-E6A0-8CF6-AC001DF537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48355" y="983540"/>
                  <a:ext cx="6159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70045E-473A-3035-AE35-1262313B7E2A}"/>
                    </a:ext>
                  </a:extLst>
                </p14:cNvPr>
                <p14:cNvContentPartPr/>
                <p14:nvPr/>
              </p14:nvContentPartPr>
              <p14:xfrm>
                <a:off x="2610835" y="699140"/>
                <a:ext cx="981000" cy="760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70045E-473A-3035-AE35-1262313B7E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04715" y="693020"/>
                  <a:ext cx="99324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6D803A-5EAC-7FA1-C4E6-795219501ECB}"/>
                    </a:ext>
                  </a:extLst>
                </p14:cNvPr>
                <p14:cNvContentPartPr/>
                <p14:nvPr/>
              </p14:nvContentPartPr>
              <p14:xfrm>
                <a:off x="3784435" y="972020"/>
                <a:ext cx="434520" cy="42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6D803A-5EAC-7FA1-C4E6-795219501EC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78315" y="965900"/>
                  <a:ext cx="4467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6F43D7-8BF5-E54C-77FC-A7C9D35E73A2}"/>
                    </a:ext>
                  </a:extLst>
                </p14:cNvPr>
                <p14:cNvContentPartPr/>
                <p14:nvPr/>
              </p14:nvContentPartPr>
              <p14:xfrm>
                <a:off x="3843475" y="1093340"/>
                <a:ext cx="434520" cy="198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6F43D7-8BF5-E54C-77FC-A7C9D35E73A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37355" y="1087220"/>
                  <a:ext cx="4467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BD9864-42A8-715D-13D5-F20167CD4E8E}"/>
                    </a:ext>
                  </a:extLst>
                </p14:cNvPr>
                <p14:cNvContentPartPr/>
                <p14:nvPr/>
              </p14:nvContentPartPr>
              <p14:xfrm>
                <a:off x="4562035" y="933860"/>
                <a:ext cx="75240" cy="253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BD9864-42A8-715D-13D5-F20167CD4E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55915" y="927740"/>
                  <a:ext cx="874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B72D82-61C9-A776-E5C9-F3BC44981D9C}"/>
                    </a:ext>
                  </a:extLst>
                </p14:cNvPr>
                <p14:cNvContentPartPr/>
                <p14:nvPr/>
              </p14:nvContentPartPr>
              <p14:xfrm>
                <a:off x="4765795" y="727580"/>
                <a:ext cx="96840" cy="56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B72D82-61C9-A776-E5C9-F3BC44981D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59675" y="721460"/>
                  <a:ext cx="109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0B120A3-9D00-CF50-2818-E96CCA3B51D0}"/>
                    </a:ext>
                  </a:extLst>
                </p14:cNvPr>
                <p14:cNvContentPartPr/>
                <p14:nvPr/>
              </p14:nvContentPartPr>
              <p14:xfrm>
                <a:off x="4882795" y="925220"/>
                <a:ext cx="880200" cy="1270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0B120A3-9D00-CF50-2818-E96CCA3B51D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76675" y="919100"/>
                  <a:ext cx="892440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B04EA0-1DAF-15D5-7891-ECBA4C21518C}"/>
                    </a:ext>
                  </a:extLst>
                </p14:cNvPr>
                <p14:cNvContentPartPr/>
                <p14:nvPr/>
              </p14:nvContentPartPr>
              <p14:xfrm>
                <a:off x="6613315" y="1305740"/>
                <a:ext cx="1019160" cy="24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B04EA0-1DAF-15D5-7891-ECBA4C2151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07195" y="1299620"/>
                  <a:ext cx="1031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ACA444-91B7-E5C2-2BA4-8C0A4D15734C}"/>
                    </a:ext>
                  </a:extLst>
                </p14:cNvPr>
                <p14:cNvContentPartPr/>
                <p14:nvPr/>
              </p14:nvContentPartPr>
              <p14:xfrm>
                <a:off x="7306675" y="822620"/>
                <a:ext cx="504360" cy="87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6ACA444-91B7-E5C2-2BA4-8C0A4D15734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00555" y="816500"/>
                  <a:ext cx="516600" cy="88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2B28EE-DDD8-69D8-77A0-1E66C4CACD16}"/>
                    </a:ext>
                  </a:extLst>
                </p14:cNvPr>
                <p14:cNvContentPartPr/>
                <p14:nvPr/>
              </p14:nvContentPartPr>
              <p14:xfrm>
                <a:off x="7965115" y="1356140"/>
                <a:ext cx="38880" cy="8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2B28EE-DDD8-69D8-77A0-1E66C4CACD1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58995" y="1350020"/>
                  <a:ext cx="51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532BCEB-D246-F3B8-A810-B0989E75607D}"/>
                    </a:ext>
                  </a:extLst>
                </p14:cNvPr>
                <p14:cNvContentPartPr/>
                <p14:nvPr/>
              </p14:nvContentPartPr>
              <p14:xfrm>
                <a:off x="3399955" y="2441180"/>
                <a:ext cx="132840" cy="254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532BCEB-D246-F3B8-A810-B0989E7560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93835" y="2435060"/>
                  <a:ext cx="145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6818A6-B5BD-007C-C25D-09C0B3181A10}"/>
                    </a:ext>
                  </a:extLst>
                </p14:cNvPr>
                <p14:cNvContentPartPr/>
                <p14:nvPr/>
              </p14:nvContentPartPr>
              <p14:xfrm>
                <a:off x="3681115" y="2456660"/>
                <a:ext cx="408600" cy="1059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6818A6-B5BD-007C-C25D-09C0B3181A1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74995" y="2450540"/>
                  <a:ext cx="420840" cy="10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55BF30-D522-C0D4-02C2-063716E3D69C}"/>
                    </a:ext>
                  </a:extLst>
                </p14:cNvPr>
                <p14:cNvContentPartPr/>
                <p14:nvPr/>
              </p14:nvContentPartPr>
              <p14:xfrm>
                <a:off x="3626395" y="2907740"/>
                <a:ext cx="479160" cy="64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55BF30-D522-C0D4-02C2-063716E3D69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20275" y="2901620"/>
                  <a:ext cx="491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3467B2-3C91-2A01-0F5B-F50DA7165EDF}"/>
                    </a:ext>
                  </a:extLst>
                </p14:cNvPr>
                <p14:cNvContentPartPr/>
                <p14:nvPr/>
              </p14:nvContentPartPr>
              <p14:xfrm>
                <a:off x="4484995" y="2769860"/>
                <a:ext cx="816480" cy="288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3467B2-3C91-2A01-0F5B-F50DA7165E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78875" y="2763740"/>
                  <a:ext cx="8287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9A1CD8-9004-38B1-641B-38732FE607C8}"/>
                    </a:ext>
                  </a:extLst>
                </p14:cNvPr>
                <p14:cNvContentPartPr/>
                <p14:nvPr/>
              </p14:nvContentPartPr>
              <p14:xfrm>
                <a:off x="5275915" y="2556380"/>
                <a:ext cx="119880" cy="60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9A1CD8-9004-38B1-641B-38732FE607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69795" y="2550260"/>
                  <a:ext cx="132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1DE2AC-371C-4545-0FE7-407CB005F34E}"/>
                    </a:ext>
                  </a:extLst>
                </p14:cNvPr>
                <p14:cNvContentPartPr/>
                <p14:nvPr/>
              </p14:nvContentPartPr>
              <p14:xfrm>
                <a:off x="5812675" y="2445500"/>
                <a:ext cx="197280" cy="64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1DE2AC-371C-4545-0FE7-407CB005F34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06555" y="2439380"/>
                  <a:ext cx="2095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DDD211-1F3F-2437-F428-A810A0CAEF5F}"/>
                    </a:ext>
                  </a:extLst>
                </p14:cNvPr>
                <p14:cNvContentPartPr/>
                <p14:nvPr/>
              </p14:nvContentPartPr>
              <p14:xfrm>
                <a:off x="5544835" y="2784260"/>
                <a:ext cx="608040" cy="120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DDD211-1F3F-2437-F428-A810A0CAEF5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38715" y="2778140"/>
                  <a:ext cx="620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20D89A-3BB1-7D3B-DFD2-03DD57D9143E}"/>
                    </a:ext>
                  </a:extLst>
                </p14:cNvPr>
                <p14:cNvContentPartPr/>
                <p14:nvPr/>
              </p14:nvContentPartPr>
              <p14:xfrm>
                <a:off x="7121995" y="2320940"/>
                <a:ext cx="92160" cy="20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20D89A-3BB1-7D3B-DFD2-03DD57D914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15875" y="2314820"/>
                  <a:ext cx="104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F572F47-E308-29E9-55A3-50A7D4639DE6}"/>
                    </a:ext>
                  </a:extLst>
                </p14:cNvPr>
                <p14:cNvContentPartPr/>
                <p14:nvPr/>
              </p14:nvContentPartPr>
              <p14:xfrm>
                <a:off x="703555" y="4580300"/>
                <a:ext cx="509040" cy="33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F572F47-E308-29E9-55A3-50A7D4639D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7435" y="4574180"/>
                  <a:ext cx="521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D169ED-0D97-D5EF-508D-EB57507D2519}"/>
                    </a:ext>
                  </a:extLst>
                </p14:cNvPr>
                <p14:cNvContentPartPr/>
                <p14:nvPr/>
              </p14:nvContentPartPr>
              <p14:xfrm>
                <a:off x="971755" y="4309940"/>
                <a:ext cx="95040" cy="366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D169ED-0D97-D5EF-508D-EB57507D25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5635" y="4303820"/>
                  <a:ext cx="1072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A7462B-24C4-F4D6-8C13-0330E1B2FE05}"/>
                    </a:ext>
                  </a:extLst>
                </p14:cNvPr>
                <p14:cNvContentPartPr/>
                <p14:nvPr/>
              </p14:nvContentPartPr>
              <p14:xfrm>
                <a:off x="1534435" y="4252340"/>
                <a:ext cx="525960" cy="46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A7462B-24C4-F4D6-8C13-0330E1B2FE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28315" y="4246220"/>
                  <a:ext cx="5382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B554B86-8E20-E136-A164-B18028CA8390}"/>
                    </a:ext>
                  </a:extLst>
                </p14:cNvPr>
                <p14:cNvContentPartPr/>
                <p14:nvPr/>
              </p14:nvContentPartPr>
              <p14:xfrm>
                <a:off x="2079475" y="4264580"/>
                <a:ext cx="809280" cy="395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B554B86-8E20-E136-A164-B18028CA839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73355" y="4258460"/>
                  <a:ext cx="8215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472951-5CD5-5632-3725-0B3F8FB6F8F4}"/>
                    </a:ext>
                  </a:extLst>
                </p14:cNvPr>
                <p14:cNvContentPartPr/>
                <p14:nvPr/>
              </p14:nvContentPartPr>
              <p14:xfrm>
                <a:off x="3481675" y="4181780"/>
                <a:ext cx="100440" cy="312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472951-5CD5-5632-3725-0B3F8FB6F8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75555" y="4175660"/>
                  <a:ext cx="112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DBD9EA-24CC-92C5-6A12-246EB8975000}"/>
                    </a:ext>
                  </a:extLst>
                </p14:cNvPr>
                <p14:cNvContentPartPr/>
                <p14:nvPr/>
              </p14:nvContentPartPr>
              <p14:xfrm>
                <a:off x="3696235" y="3943100"/>
                <a:ext cx="73800" cy="117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DBD9EA-24CC-92C5-6A12-246EB897500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90115" y="3936980"/>
                  <a:ext cx="86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D52540-DCD2-690C-E655-A0F897E1D3E1}"/>
                    </a:ext>
                  </a:extLst>
                </p14:cNvPr>
                <p14:cNvContentPartPr/>
                <p14:nvPr/>
              </p14:nvContentPartPr>
              <p14:xfrm>
                <a:off x="3852115" y="4176380"/>
                <a:ext cx="387360" cy="362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D52540-DCD2-690C-E655-A0F897E1D3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45995" y="4170260"/>
                  <a:ext cx="399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7F26AA-0787-8964-F9B6-7968B6A44CCD}"/>
                    </a:ext>
                  </a:extLst>
                </p14:cNvPr>
                <p14:cNvContentPartPr/>
                <p14:nvPr/>
              </p14:nvContentPartPr>
              <p14:xfrm>
                <a:off x="4459075" y="3878300"/>
                <a:ext cx="935280" cy="743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7F26AA-0787-8964-F9B6-7968B6A44C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52955" y="3872180"/>
                  <a:ext cx="94752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CF65E48-B573-78B7-3393-218E856B029B}"/>
                    </a:ext>
                  </a:extLst>
                </p14:cNvPr>
                <p14:cNvContentPartPr/>
                <p14:nvPr/>
              </p14:nvContentPartPr>
              <p14:xfrm>
                <a:off x="5489035" y="4209140"/>
                <a:ext cx="529200" cy="306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CF65E48-B573-78B7-3393-218E856B029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82915" y="4203020"/>
                  <a:ext cx="541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D546EB-C70E-A44D-8E99-F28FE7F8BE2C}"/>
                    </a:ext>
                  </a:extLst>
                </p14:cNvPr>
                <p14:cNvContentPartPr/>
                <p14:nvPr/>
              </p14:nvContentPartPr>
              <p14:xfrm>
                <a:off x="5531515" y="4192940"/>
                <a:ext cx="311400" cy="526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D546EB-C70E-A44D-8E99-F28FE7F8BE2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25395" y="4186820"/>
                  <a:ext cx="3236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EDC1BA-3452-8921-FF47-9E3654BB80A0}"/>
                    </a:ext>
                  </a:extLst>
                </p14:cNvPr>
                <p14:cNvContentPartPr/>
                <p14:nvPr/>
              </p14:nvContentPartPr>
              <p14:xfrm>
                <a:off x="5594515" y="4314620"/>
                <a:ext cx="522360" cy="289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EDC1BA-3452-8921-FF47-9E3654BB80A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88395" y="4308500"/>
                  <a:ext cx="534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B925DD-8237-4A01-7325-D0B2820A094B}"/>
                    </a:ext>
                  </a:extLst>
                </p14:cNvPr>
                <p14:cNvContentPartPr/>
                <p14:nvPr/>
              </p14:nvContentPartPr>
              <p14:xfrm>
                <a:off x="6141715" y="4288340"/>
                <a:ext cx="13680" cy="144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B925DD-8237-4A01-7325-D0B2820A094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35595" y="4282220"/>
                  <a:ext cx="25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62C55C8-80A1-D41E-7A1D-6ECEAA986F0E}"/>
                    </a:ext>
                  </a:extLst>
                </p14:cNvPr>
                <p14:cNvContentPartPr/>
                <p14:nvPr/>
              </p14:nvContentPartPr>
              <p14:xfrm>
                <a:off x="6372475" y="4084220"/>
                <a:ext cx="766800" cy="952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62C55C8-80A1-D41E-7A1D-6ECEAA986F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66355" y="4078100"/>
                  <a:ext cx="779040" cy="9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47843F5-0D2F-F762-96C6-9ADE351EAE04}"/>
                    </a:ext>
                  </a:extLst>
                </p14:cNvPr>
                <p14:cNvContentPartPr/>
                <p14:nvPr/>
              </p14:nvContentPartPr>
              <p14:xfrm>
                <a:off x="3516595" y="3475460"/>
                <a:ext cx="2866680" cy="39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47843F5-0D2F-F762-96C6-9ADE351EAE0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10475" y="3469340"/>
                  <a:ext cx="28789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E7FE893-7DAE-02D6-0C2B-057B76417F97}"/>
                    </a:ext>
                  </a:extLst>
                </p14:cNvPr>
                <p14:cNvContentPartPr/>
                <p14:nvPr/>
              </p14:nvContentPartPr>
              <p14:xfrm>
                <a:off x="5712595" y="3273500"/>
                <a:ext cx="939240" cy="819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E7FE893-7DAE-02D6-0C2B-057B76417F9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06475" y="3267380"/>
                  <a:ext cx="95148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B5F026-7655-5CBC-09C0-10E151666CA4}"/>
                    </a:ext>
                  </a:extLst>
                </p14:cNvPr>
                <p14:cNvContentPartPr/>
                <p14:nvPr/>
              </p14:nvContentPartPr>
              <p14:xfrm>
                <a:off x="7121995" y="3609020"/>
                <a:ext cx="32760" cy="45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B5F026-7655-5CBC-09C0-10E151666CA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15875" y="3602900"/>
                  <a:ext cx="45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BA582E-02AD-BC09-496B-EADA25561A21}"/>
                    </a:ext>
                  </a:extLst>
                </p14:cNvPr>
                <p14:cNvContentPartPr/>
                <p14:nvPr/>
              </p14:nvContentPartPr>
              <p14:xfrm>
                <a:off x="3893515" y="1659980"/>
                <a:ext cx="4996800" cy="817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BA582E-02AD-BC09-496B-EADA25561A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87395" y="1653860"/>
                  <a:ext cx="5009040" cy="82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FB472EE-707F-5B6B-5639-E71995C6B1BF}"/>
              </a:ext>
            </a:extLst>
          </p:cNvPr>
          <p:cNvGrpSpPr/>
          <p:nvPr/>
        </p:nvGrpSpPr>
        <p:grpSpPr>
          <a:xfrm>
            <a:off x="3247675" y="3470060"/>
            <a:ext cx="1152000" cy="245160"/>
            <a:chOff x="3247675" y="3470060"/>
            <a:chExt cx="11520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0BABED1-3216-F110-83BD-B02881D7CCC8}"/>
                    </a:ext>
                  </a:extLst>
                </p14:cNvPr>
                <p14:cNvContentPartPr/>
                <p14:nvPr/>
              </p14:nvContentPartPr>
              <p14:xfrm>
                <a:off x="3308155" y="3495980"/>
                <a:ext cx="990360" cy="101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0BABED1-3216-F110-83BD-B02881D7CCC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02035" y="3489860"/>
                  <a:ext cx="1002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6ECDA9C-7CD5-1DA9-C2CA-7CBBA4DC4268}"/>
                    </a:ext>
                  </a:extLst>
                </p14:cNvPr>
                <p14:cNvContentPartPr/>
                <p14:nvPr/>
              </p14:nvContentPartPr>
              <p14:xfrm>
                <a:off x="3392395" y="3566540"/>
                <a:ext cx="692640" cy="55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6ECDA9C-7CD5-1DA9-C2CA-7CBBA4DC426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86275" y="3560420"/>
                  <a:ext cx="704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0AC9963-C35D-72BC-B379-E06C137C8BFA}"/>
                    </a:ext>
                  </a:extLst>
                </p14:cNvPr>
                <p14:cNvContentPartPr/>
                <p14:nvPr/>
              </p14:nvContentPartPr>
              <p14:xfrm>
                <a:off x="3497155" y="3481940"/>
                <a:ext cx="804960" cy="169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0AC9963-C35D-72BC-B379-E06C137C8B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91035" y="3475820"/>
                  <a:ext cx="817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0B5F4F1-1684-AD16-9605-E45B0373FD8F}"/>
                    </a:ext>
                  </a:extLst>
                </p14:cNvPr>
                <p14:cNvContentPartPr/>
                <p14:nvPr/>
              </p14:nvContentPartPr>
              <p14:xfrm>
                <a:off x="3258475" y="3470060"/>
                <a:ext cx="969840" cy="173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0B5F4F1-1684-AD16-9605-E45B0373FD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52355" y="3463940"/>
                  <a:ext cx="982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EB1375E-2B02-990F-C24C-F2A1168498A6}"/>
                    </a:ext>
                  </a:extLst>
                </p14:cNvPr>
                <p14:cNvContentPartPr/>
                <p14:nvPr/>
              </p14:nvContentPartPr>
              <p14:xfrm>
                <a:off x="3336955" y="3562220"/>
                <a:ext cx="711720" cy="35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EB1375E-2B02-990F-C24C-F2A1168498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30835" y="3556100"/>
                  <a:ext cx="723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AD13A24-8EC2-80DF-4241-769110208044}"/>
                    </a:ext>
                  </a:extLst>
                </p14:cNvPr>
                <p14:cNvContentPartPr/>
                <p14:nvPr/>
              </p14:nvContentPartPr>
              <p14:xfrm>
                <a:off x="3432355" y="3520100"/>
                <a:ext cx="967320" cy="88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AD13A24-8EC2-80DF-4241-76911020804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26235" y="3513980"/>
                  <a:ext cx="9795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ED99D9B-6A6F-803B-BA5D-3C44CD7A276F}"/>
                    </a:ext>
                  </a:extLst>
                </p14:cNvPr>
                <p14:cNvContentPartPr/>
                <p14:nvPr/>
              </p14:nvContentPartPr>
              <p14:xfrm>
                <a:off x="3609115" y="3530180"/>
                <a:ext cx="370080" cy="25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ED99D9B-6A6F-803B-BA5D-3C44CD7A27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02995" y="3524060"/>
                  <a:ext cx="38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4B485D8-7467-BDC6-7A91-D25B6DA1AEEF}"/>
                    </a:ext>
                  </a:extLst>
                </p14:cNvPr>
                <p14:cNvContentPartPr/>
                <p14:nvPr/>
              </p14:nvContentPartPr>
              <p14:xfrm>
                <a:off x="3247675" y="3548180"/>
                <a:ext cx="98928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4B485D8-7467-BDC6-7A91-D25B6DA1AE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41555" y="3542060"/>
                  <a:ext cx="1001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A01A7D-45A6-49F9-8B67-CE45B519A0FE}"/>
                    </a:ext>
                  </a:extLst>
                </p14:cNvPr>
                <p14:cNvContentPartPr/>
                <p14:nvPr/>
              </p14:nvContentPartPr>
              <p14:xfrm>
                <a:off x="3753115" y="3636020"/>
                <a:ext cx="84600" cy="20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A01A7D-45A6-49F9-8B67-CE45B519A0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46995" y="3629900"/>
                  <a:ext cx="968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B5E5A4-3632-96B6-E549-55C159B228E3}"/>
              </a:ext>
            </a:extLst>
          </p:cNvPr>
          <p:cNvGrpSpPr/>
          <p:nvPr/>
        </p:nvGrpSpPr>
        <p:grpSpPr>
          <a:xfrm>
            <a:off x="8340595" y="2916740"/>
            <a:ext cx="3907800" cy="1297800"/>
            <a:chOff x="8340595" y="2916740"/>
            <a:chExt cx="3907800" cy="12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72D642-D60F-72C5-050E-800C94F91DB7}"/>
                    </a:ext>
                  </a:extLst>
                </p14:cNvPr>
                <p14:cNvContentPartPr/>
                <p14:nvPr/>
              </p14:nvContentPartPr>
              <p14:xfrm>
                <a:off x="8340595" y="3221660"/>
                <a:ext cx="512280" cy="458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72D642-D60F-72C5-050E-800C94F91DB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34475" y="3215540"/>
                  <a:ext cx="5245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A89F84-1821-AB7C-0419-3C749AFC3BAE}"/>
                    </a:ext>
                  </a:extLst>
                </p14:cNvPr>
                <p14:cNvContentPartPr/>
                <p14:nvPr/>
              </p14:nvContentPartPr>
              <p14:xfrm>
                <a:off x="8916595" y="3245060"/>
                <a:ext cx="313560" cy="336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A89F84-1821-AB7C-0419-3C749AFC3BA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10475" y="3238940"/>
                  <a:ext cx="3258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F293C26-21F4-F348-08B2-5913F83F41D4}"/>
                    </a:ext>
                  </a:extLst>
                </p14:cNvPr>
                <p14:cNvContentPartPr/>
                <p14:nvPr/>
              </p14:nvContentPartPr>
              <p14:xfrm>
                <a:off x="9258955" y="3245420"/>
                <a:ext cx="542520" cy="369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293C26-21F4-F348-08B2-5913F83F41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52835" y="3239300"/>
                  <a:ext cx="5547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681567-0EB6-31C1-3BB7-F0ED2850E8A0}"/>
                    </a:ext>
                  </a:extLst>
                </p14:cNvPr>
                <p14:cNvContentPartPr/>
                <p14:nvPr/>
              </p14:nvContentPartPr>
              <p14:xfrm>
                <a:off x="9611035" y="3623060"/>
                <a:ext cx="269280" cy="68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681567-0EB6-31C1-3BB7-F0ED2850E8A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04915" y="3616940"/>
                  <a:ext cx="281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D12E44A-F6A7-1772-B0D0-7D08E3B7E59C}"/>
                    </a:ext>
                  </a:extLst>
                </p14:cNvPr>
                <p14:cNvContentPartPr/>
                <p14:nvPr/>
              </p14:nvContentPartPr>
              <p14:xfrm>
                <a:off x="9810835" y="3301940"/>
                <a:ext cx="645840" cy="319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D12E44A-F6A7-1772-B0D0-7D08E3B7E5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04715" y="3295820"/>
                  <a:ext cx="658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AEAF9B-A412-9264-FF6F-0BCADF873FFF}"/>
                    </a:ext>
                  </a:extLst>
                </p14:cNvPr>
                <p14:cNvContentPartPr/>
                <p14:nvPr/>
              </p14:nvContentPartPr>
              <p14:xfrm>
                <a:off x="10293235" y="2916740"/>
                <a:ext cx="531360" cy="1120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AEAF9B-A412-9264-FF6F-0BCADF873F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87115" y="2910620"/>
                  <a:ext cx="543600" cy="11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5971E4B-337F-8BF6-E4DF-B98B09402E60}"/>
                    </a:ext>
                  </a:extLst>
                </p14:cNvPr>
                <p14:cNvContentPartPr/>
                <p14:nvPr/>
              </p14:nvContentPartPr>
              <p14:xfrm>
                <a:off x="10799755" y="2990540"/>
                <a:ext cx="1448640" cy="1224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5971E4B-337F-8BF6-E4DF-B98B09402E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793635" y="2984420"/>
                  <a:ext cx="1460880" cy="12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32F0494-5D58-6ED4-4694-90AF8D5CBAED}"/>
                    </a:ext>
                  </a:extLst>
                </p14:cNvPr>
                <p14:cNvContentPartPr/>
                <p14:nvPr/>
              </p14:nvContentPartPr>
              <p14:xfrm>
                <a:off x="10841515" y="3202940"/>
                <a:ext cx="437400" cy="453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32F0494-5D58-6ED4-4694-90AF8D5CBAE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35395" y="3196820"/>
                  <a:ext cx="4496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5713767-C9D0-D3E2-86C3-E53E92B030AA}"/>
                    </a:ext>
                  </a:extLst>
                </p14:cNvPr>
                <p14:cNvContentPartPr/>
                <p14:nvPr/>
              </p14:nvContentPartPr>
              <p14:xfrm>
                <a:off x="11435155" y="3437660"/>
                <a:ext cx="38880" cy="54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5713767-C9D0-D3E2-86C3-E53E92B030A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29035" y="3431540"/>
                  <a:ext cx="51120" cy="6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260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BB70517-1BFD-9BFB-6D64-4EF961C1F973}"/>
              </a:ext>
            </a:extLst>
          </p:cNvPr>
          <p:cNvGrpSpPr/>
          <p:nvPr/>
        </p:nvGrpSpPr>
        <p:grpSpPr>
          <a:xfrm>
            <a:off x="449755" y="284780"/>
            <a:ext cx="10274040" cy="1341000"/>
            <a:chOff x="449755" y="284780"/>
            <a:chExt cx="10274040" cy="13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7328F87-267A-E23C-A7D9-39E6D2A27A57}"/>
                    </a:ext>
                  </a:extLst>
                </p14:cNvPr>
                <p14:cNvContentPartPr/>
                <p14:nvPr/>
              </p14:nvContentPartPr>
              <p14:xfrm>
                <a:off x="449755" y="757100"/>
                <a:ext cx="630360" cy="41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7328F87-267A-E23C-A7D9-39E6D2A27A5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3635" y="750980"/>
                  <a:ext cx="642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981783E-BA10-2B01-FA56-C80DA7CE0EE4}"/>
                    </a:ext>
                  </a:extLst>
                </p14:cNvPr>
                <p14:cNvContentPartPr/>
                <p14:nvPr/>
              </p14:nvContentPartPr>
              <p14:xfrm>
                <a:off x="823075" y="495380"/>
                <a:ext cx="131760" cy="406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981783E-BA10-2B01-FA56-C80DA7CE0E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6955" y="489260"/>
                  <a:ext cx="1440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6A4702-A1EA-CAC7-010A-2F5F5F63F8D7}"/>
                    </a:ext>
                  </a:extLst>
                </p14:cNvPr>
                <p14:cNvContentPartPr/>
                <p14:nvPr/>
              </p14:nvContentPartPr>
              <p14:xfrm>
                <a:off x="1364515" y="592580"/>
                <a:ext cx="300600" cy="350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6A4702-A1EA-CAC7-010A-2F5F5F63F8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8395" y="586460"/>
                  <a:ext cx="312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8C7B58F-5BBA-D847-20CF-FCB98354A0D3}"/>
                    </a:ext>
                  </a:extLst>
                </p14:cNvPr>
                <p14:cNvContentPartPr/>
                <p14:nvPr/>
              </p14:nvContentPartPr>
              <p14:xfrm>
                <a:off x="1859875" y="675740"/>
                <a:ext cx="401760" cy="228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8C7B58F-5BBA-D847-20CF-FCB98354A0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53755" y="669620"/>
                  <a:ext cx="414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87BBB0-FCDF-7661-FD73-0B0E40375D31}"/>
                    </a:ext>
                  </a:extLst>
                </p14:cNvPr>
                <p14:cNvContentPartPr/>
                <p14:nvPr/>
              </p14:nvContentPartPr>
              <p14:xfrm>
                <a:off x="2674555" y="573140"/>
                <a:ext cx="134280" cy="324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87BBB0-FCDF-7661-FD73-0B0E40375D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68435" y="567020"/>
                  <a:ext cx="1465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F05D3E-6924-0F5E-79F7-5A407DE20302}"/>
                    </a:ext>
                  </a:extLst>
                </p14:cNvPr>
                <p14:cNvContentPartPr/>
                <p14:nvPr/>
              </p14:nvContentPartPr>
              <p14:xfrm>
                <a:off x="2904235" y="284780"/>
                <a:ext cx="61920" cy="43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F05D3E-6924-0F5E-79F7-5A407DE2030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98115" y="278660"/>
                  <a:ext cx="74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0CBDCE-DE48-2082-3DD8-1890CE7EBACA}"/>
                    </a:ext>
                  </a:extLst>
                </p14:cNvPr>
                <p14:cNvContentPartPr/>
                <p14:nvPr/>
              </p14:nvContentPartPr>
              <p14:xfrm>
                <a:off x="3082795" y="376940"/>
                <a:ext cx="967320" cy="495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0CBDCE-DE48-2082-3DD8-1890CE7EBA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6675" y="370820"/>
                  <a:ext cx="97956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A5CBF0E-7E98-C457-4EA5-7D970FE62410}"/>
                    </a:ext>
                  </a:extLst>
                </p14:cNvPr>
                <p14:cNvContentPartPr/>
                <p14:nvPr/>
              </p14:nvContentPartPr>
              <p14:xfrm>
                <a:off x="3995755" y="666020"/>
                <a:ext cx="194040" cy="239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A5CBF0E-7E98-C457-4EA5-7D970FE6241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89635" y="659900"/>
                  <a:ext cx="206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89FDFD-8855-2A10-BC08-9006DB69B429}"/>
                    </a:ext>
                  </a:extLst>
                </p14:cNvPr>
                <p14:cNvContentPartPr/>
                <p14:nvPr/>
              </p14:nvContentPartPr>
              <p14:xfrm>
                <a:off x="4190875" y="716780"/>
                <a:ext cx="326520" cy="179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89FDFD-8855-2A10-BC08-9006DB69B4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4755" y="710660"/>
                  <a:ext cx="338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C0D61C-78E3-329E-0DAA-14B1490E3DA0}"/>
                    </a:ext>
                  </a:extLst>
                </p14:cNvPr>
                <p14:cNvContentPartPr/>
                <p14:nvPr/>
              </p14:nvContentPartPr>
              <p14:xfrm>
                <a:off x="4790635" y="663500"/>
                <a:ext cx="63720" cy="18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C0D61C-78E3-329E-0DAA-14B1490E3DA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84515" y="657380"/>
                  <a:ext cx="75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D1489E-4CD2-9A2E-3892-DE56ECA90AB8}"/>
                    </a:ext>
                  </a:extLst>
                </p14:cNvPr>
                <p14:cNvContentPartPr/>
                <p14:nvPr/>
              </p14:nvContentPartPr>
              <p14:xfrm>
                <a:off x="5040835" y="381620"/>
                <a:ext cx="76320" cy="73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D1489E-4CD2-9A2E-3892-DE56ECA90A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34715" y="375500"/>
                  <a:ext cx="88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513880D-F9B9-A09B-A90D-879E7318572C}"/>
                    </a:ext>
                  </a:extLst>
                </p14:cNvPr>
                <p14:cNvContentPartPr/>
                <p14:nvPr/>
              </p14:nvContentPartPr>
              <p14:xfrm>
                <a:off x="5108515" y="639380"/>
                <a:ext cx="504360" cy="54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513880D-F9B9-A09B-A90D-879E731857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02395" y="633260"/>
                  <a:ext cx="51660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0716F8-DDCF-2741-C882-53B73000A787}"/>
                    </a:ext>
                  </a:extLst>
                </p14:cNvPr>
                <p14:cNvContentPartPr/>
                <p14:nvPr/>
              </p14:nvContentPartPr>
              <p14:xfrm>
                <a:off x="5999155" y="802460"/>
                <a:ext cx="730080" cy="6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0716F8-DDCF-2741-C882-53B73000A78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93035" y="796340"/>
                  <a:ext cx="742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A11E549-5974-3DE6-A323-EB20D5F652B5}"/>
                    </a:ext>
                  </a:extLst>
                </p14:cNvPr>
                <p14:cNvContentPartPr/>
                <p14:nvPr/>
              </p14:nvContentPartPr>
              <p14:xfrm>
                <a:off x="6431155" y="414740"/>
                <a:ext cx="482040" cy="767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A11E549-5974-3DE6-A323-EB20D5F652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25035" y="408620"/>
                  <a:ext cx="49428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EAA53AA-4750-554F-0599-B5EA52479E25}"/>
                    </a:ext>
                  </a:extLst>
                </p14:cNvPr>
                <p14:cNvContentPartPr/>
                <p14:nvPr/>
              </p14:nvContentPartPr>
              <p14:xfrm>
                <a:off x="7521595" y="336620"/>
                <a:ext cx="581040" cy="739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EAA53AA-4750-554F-0599-B5EA52479E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15475" y="330500"/>
                  <a:ext cx="59328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451441-A135-830E-9014-05C6289D22CD}"/>
                    </a:ext>
                  </a:extLst>
                </p14:cNvPr>
                <p14:cNvContentPartPr/>
                <p14:nvPr/>
              </p14:nvContentPartPr>
              <p14:xfrm>
                <a:off x="8002195" y="379820"/>
                <a:ext cx="1603800" cy="1245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451441-A135-830E-9014-05C6289D22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96075" y="373700"/>
                  <a:ext cx="1616040" cy="12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C0119C-59EA-2581-38EC-6D54880DCD56}"/>
                    </a:ext>
                  </a:extLst>
                </p14:cNvPr>
                <p14:cNvContentPartPr/>
                <p14:nvPr/>
              </p14:nvContentPartPr>
              <p14:xfrm>
                <a:off x="9162475" y="982820"/>
                <a:ext cx="650160" cy="56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C0119C-59EA-2581-38EC-6D54880DCD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56355" y="976700"/>
                  <a:ext cx="662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0D8AD4-1C7F-608D-8BE0-1424EC4705DF}"/>
                    </a:ext>
                  </a:extLst>
                </p14:cNvPr>
                <p14:cNvContentPartPr/>
                <p14:nvPr/>
              </p14:nvContentPartPr>
              <p14:xfrm>
                <a:off x="10321315" y="648380"/>
                <a:ext cx="52920" cy="471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0D8AD4-1C7F-608D-8BE0-1424EC4705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15195" y="642260"/>
                  <a:ext cx="651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4DAD92-A103-A691-F1F1-77A927751F0B}"/>
                    </a:ext>
                  </a:extLst>
                </p14:cNvPr>
                <p14:cNvContentPartPr/>
                <p14:nvPr/>
              </p14:nvContentPartPr>
              <p14:xfrm>
                <a:off x="10216195" y="918740"/>
                <a:ext cx="507600" cy="24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4DAD92-A103-A691-F1F1-77A927751F0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10075" y="912620"/>
                  <a:ext cx="51984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79B2E29-ADFC-E8BF-2B44-6F40320F8E02}"/>
              </a:ext>
            </a:extLst>
          </p:cNvPr>
          <p:cNvGrpSpPr/>
          <p:nvPr/>
        </p:nvGrpSpPr>
        <p:grpSpPr>
          <a:xfrm>
            <a:off x="1474675" y="1431380"/>
            <a:ext cx="2513880" cy="792720"/>
            <a:chOff x="1474675" y="1431380"/>
            <a:chExt cx="2513880" cy="79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5D9C125-B411-3F55-4D48-F29037B540DA}"/>
                    </a:ext>
                  </a:extLst>
                </p14:cNvPr>
                <p14:cNvContentPartPr/>
                <p14:nvPr/>
              </p14:nvContentPartPr>
              <p14:xfrm>
                <a:off x="1474675" y="1431380"/>
                <a:ext cx="632880" cy="55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5D9C125-B411-3F55-4D48-F29037B540D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68555" y="1425260"/>
                  <a:ext cx="64512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03C92E-CF6B-20AC-2405-D9E0D23AD1FD}"/>
                    </a:ext>
                  </a:extLst>
                </p14:cNvPr>
                <p14:cNvContentPartPr/>
                <p14:nvPr/>
              </p14:nvContentPartPr>
              <p14:xfrm>
                <a:off x="2109715" y="1614260"/>
                <a:ext cx="86040" cy="306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03C92E-CF6B-20AC-2405-D9E0D23AD1F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03595" y="1608140"/>
                  <a:ext cx="98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65E1D7-BD5A-331E-026B-25B6C7A80A57}"/>
                    </a:ext>
                  </a:extLst>
                </p14:cNvPr>
                <p14:cNvContentPartPr/>
                <p14:nvPr/>
              </p14:nvContentPartPr>
              <p14:xfrm>
                <a:off x="2354515" y="1434260"/>
                <a:ext cx="49680" cy="41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65E1D7-BD5A-331E-026B-25B6C7A80A5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48395" y="1428140"/>
                  <a:ext cx="61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247369-12DE-04AA-7D4F-390E84913C64}"/>
                    </a:ext>
                  </a:extLst>
                </p14:cNvPr>
                <p14:cNvContentPartPr/>
                <p14:nvPr/>
              </p14:nvContentPartPr>
              <p14:xfrm>
                <a:off x="2406715" y="1455140"/>
                <a:ext cx="1110240" cy="768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247369-12DE-04AA-7D4F-390E84913C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00595" y="1449020"/>
                  <a:ext cx="112248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472D623-6EC4-E7C8-4A40-A9DE33C89F93}"/>
                    </a:ext>
                  </a:extLst>
                </p14:cNvPr>
                <p14:cNvContentPartPr/>
                <p14:nvPr/>
              </p14:nvContentPartPr>
              <p14:xfrm>
                <a:off x="3702355" y="1535060"/>
                <a:ext cx="170640" cy="399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472D623-6EC4-E7C8-4A40-A9DE33C89F9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96235" y="1528940"/>
                  <a:ext cx="1828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D74B7C-1A1E-30C2-0439-A183C49DB5B4}"/>
                    </a:ext>
                  </a:extLst>
                </p14:cNvPr>
                <p14:cNvContentPartPr/>
                <p14:nvPr/>
              </p14:nvContentPartPr>
              <p14:xfrm>
                <a:off x="3531355" y="1707500"/>
                <a:ext cx="457200" cy="70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D74B7C-1A1E-30C2-0439-A183C49DB5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25235" y="1701380"/>
                  <a:ext cx="46944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5AFCA5C-FA1F-EEB7-BB9B-F819A8461A45}"/>
                  </a:ext>
                </a:extLst>
              </p14:cNvPr>
              <p14:cNvContentPartPr/>
              <p14:nvPr/>
            </p14:nvContentPartPr>
            <p14:xfrm>
              <a:off x="420235" y="3168380"/>
              <a:ext cx="813240" cy="118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5AFCA5C-FA1F-EEB7-BB9B-F819A8461A4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4115" y="3162260"/>
                <a:ext cx="82548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E8A56B82-E1DC-9BFE-42B2-DC2DC1884011}"/>
              </a:ext>
            </a:extLst>
          </p:cNvPr>
          <p:cNvGrpSpPr/>
          <p:nvPr/>
        </p:nvGrpSpPr>
        <p:grpSpPr>
          <a:xfrm>
            <a:off x="1683115" y="2950220"/>
            <a:ext cx="1267560" cy="488880"/>
            <a:chOff x="1683115" y="2950220"/>
            <a:chExt cx="1267560" cy="48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60EB22-BF53-46CA-E8B4-DAD28E0A4BCF}"/>
                    </a:ext>
                  </a:extLst>
                </p14:cNvPr>
                <p14:cNvContentPartPr/>
                <p14:nvPr/>
              </p14:nvContentPartPr>
              <p14:xfrm>
                <a:off x="1683115" y="2950220"/>
                <a:ext cx="647280" cy="488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60EB22-BF53-46CA-E8B4-DAD28E0A4BC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76995" y="2944100"/>
                  <a:ext cx="6595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27E0B5-94CA-BCF1-64D8-C9148D147820}"/>
                    </a:ext>
                  </a:extLst>
                </p14:cNvPr>
                <p14:cNvContentPartPr/>
                <p14:nvPr/>
              </p14:nvContentPartPr>
              <p14:xfrm>
                <a:off x="2430475" y="2971460"/>
                <a:ext cx="520200" cy="454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27E0B5-94CA-BCF1-64D8-C9148D1478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24355" y="2965340"/>
                  <a:ext cx="532440" cy="46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CC496B-3DAE-FC52-C169-90754E9FF21B}"/>
              </a:ext>
            </a:extLst>
          </p:cNvPr>
          <p:cNvGrpSpPr/>
          <p:nvPr/>
        </p:nvGrpSpPr>
        <p:grpSpPr>
          <a:xfrm>
            <a:off x="3592195" y="2818820"/>
            <a:ext cx="4935600" cy="1235160"/>
            <a:chOff x="3592195" y="2818820"/>
            <a:chExt cx="4935600" cy="12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21FB0E-A353-B556-74A6-FE898F57E7CF}"/>
                    </a:ext>
                  </a:extLst>
                </p14:cNvPr>
                <p14:cNvContentPartPr/>
                <p14:nvPr/>
              </p14:nvContentPartPr>
              <p14:xfrm>
                <a:off x="3592195" y="3052460"/>
                <a:ext cx="187560" cy="34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21FB0E-A353-B556-74A6-FE898F57E7C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86075" y="3046340"/>
                  <a:ext cx="1998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856C63-A30B-3ECC-EAA2-CF5D6F3ACBA7}"/>
                    </a:ext>
                  </a:extLst>
                </p14:cNvPr>
                <p14:cNvContentPartPr/>
                <p14:nvPr/>
              </p14:nvContentPartPr>
              <p14:xfrm>
                <a:off x="4029235" y="2935100"/>
                <a:ext cx="19800" cy="40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856C63-A30B-3ECC-EAA2-CF5D6F3ACB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23115" y="2928980"/>
                  <a:ext cx="32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359AD9-5A9B-D894-28F6-0694C29BE123}"/>
                    </a:ext>
                  </a:extLst>
                </p14:cNvPr>
                <p14:cNvContentPartPr/>
                <p14:nvPr/>
              </p14:nvContentPartPr>
              <p14:xfrm>
                <a:off x="4031755" y="2818820"/>
                <a:ext cx="1139400" cy="623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359AD9-5A9B-D894-28F6-0694C29BE12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25635" y="2812700"/>
                  <a:ext cx="115164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A4C520-0878-11F9-3694-9C04C2F190EF}"/>
                    </a:ext>
                  </a:extLst>
                </p14:cNvPr>
                <p14:cNvContentPartPr/>
                <p14:nvPr/>
              </p14:nvContentPartPr>
              <p14:xfrm>
                <a:off x="5524315" y="2893700"/>
                <a:ext cx="55800" cy="13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A4C520-0878-11F9-3694-9C04C2F190E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18195" y="2887580"/>
                  <a:ext cx="68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507FDEE-11FA-3A4B-C4E6-A5C88A4FE07E}"/>
                    </a:ext>
                  </a:extLst>
                </p14:cNvPr>
                <p14:cNvContentPartPr/>
                <p14:nvPr/>
              </p14:nvContentPartPr>
              <p14:xfrm>
                <a:off x="5097355" y="3053540"/>
                <a:ext cx="617760" cy="494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507FDEE-11FA-3A4B-C4E6-A5C88A4FE07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91235" y="3047420"/>
                  <a:ext cx="63000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4A64F7-4085-744B-E1A0-3CAF78494F33}"/>
                    </a:ext>
                  </a:extLst>
                </p14:cNvPr>
                <p14:cNvContentPartPr/>
                <p14:nvPr/>
              </p14:nvContentPartPr>
              <p14:xfrm>
                <a:off x="5753275" y="3229220"/>
                <a:ext cx="480960" cy="277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4A64F7-4085-744B-E1A0-3CAF78494F3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47155" y="3223100"/>
                  <a:ext cx="4932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18BB8E-FA13-3D04-0D06-A06137DFBFF9}"/>
                    </a:ext>
                  </a:extLst>
                </p14:cNvPr>
                <p14:cNvContentPartPr/>
                <p14:nvPr/>
              </p14:nvContentPartPr>
              <p14:xfrm>
                <a:off x="6300835" y="3260540"/>
                <a:ext cx="48600" cy="136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18BB8E-FA13-3D04-0D06-A06137DFBFF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94715" y="3254420"/>
                  <a:ext cx="60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544618D-9B46-3907-9D11-28F58E74DFDF}"/>
                    </a:ext>
                  </a:extLst>
                </p14:cNvPr>
                <p14:cNvContentPartPr/>
                <p14:nvPr/>
              </p14:nvContentPartPr>
              <p14:xfrm>
                <a:off x="6504595" y="3006740"/>
                <a:ext cx="38880" cy="42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544618D-9B46-3907-9D11-28F58E74DF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98475" y="3000620"/>
                  <a:ext cx="51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BC6037-C5C1-988F-FA46-EA74688381F7}"/>
                    </a:ext>
                  </a:extLst>
                </p14:cNvPr>
                <p14:cNvContentPartPr/>
                <p14:nvPr/>
              </p14:nvContentPartPr>
              <p14:xfrm>
                <a:off x="6552475" y="3308420"/>
                <a:ext cx="700200" cy="745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BC6037-C5C1-988F-FA46-EA74688381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46355" y="3302300"/>
                  <a:ext cx="71244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CB395C2-8706-D114-1724-F22DACF0AD75}"/>
                    </a:ext>
                  </a:extLst>
                </p14:cNvPr>
                <p14:cNvContentPartPr/>
                <p14:nvPr/>
              </p14:nvContentPartPr>
              <p14:xfrm>
                <a:off x="7700875" y="3460340"/>
                <a:ext cx="793800" cy="102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CB395C2-8706-D114-1724-F22DACF0AD7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94755" y="3454220"/>
                  <a:ext cx="806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D8DB0E-FA4C-E816-1603-490EC7D99C07}"/>
                    </a:ext>
                  </a:extLst>
                </p14:cNvPr>
                <p14:cNvContentPartPr/>
                <p14:nvPr/>
              </p14:nvContentPartPr>
              <p14:xfrm>
                <a:off x="8025235" y="3158300"/>
                <a:ext cx="502560" cy="716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D8DB0E-FA4C-E816-1603-490EC7D99C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19115" y="3152180"/>
                  <a:ext cx="514800" cy="72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38FFFB6-F8FB-1625-F0EE-93A603D9EBCA}"/>
              </a:ext>
            </a:extLst>
          </p:cNvPr>
          <p:cNvGrpSpPr/>
          <p:nvPr/>
        </p:nvGrpSpPr>
        <p:grpSpPr>
          <a:xfrm>
            <a:off x="9355795" y="2713340"/>
            <a:ext cx="2343960" cy="1006560"/>
            <a:chOff x="9355795" y="2713340"/>
            <a:chExt cx="2343960" cy="10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54A61F-4F18-E335-6A67-6982BA5988B8}"/>
                    </a:ext>
                  </a:extLst>
                </p14:cNvPr>
                <p14:cNvContentPartPr/>
                <p14:nvPr/>
              </p14:nvContentPartPr>
              <p14:xfrm>
                <a:off x="9355795" y="2713340"/>
                <a:ext cx="785160" cy="74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54A61F-4F18-E335-6A67-6982BA5988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49675" y="2707220"/>
                  <a:ext cx="79740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64B15A-5C63-E7CD-60EA-D6FA9B851414}"/>
                    </a:ext>
                  </a:extLst>
                </p14:cNvPr>
                <p14:cNvContentPartPr/>
                <p14:nvPr/>
              </p14:nvContentPartPr>
              <p14:xfrm>
                <a:off x="10527235" y="2904500"/>
                <a:ext cx="105120" cy="67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64B15A-5C63-E7CD-60EA-D6FA9B85141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21115" y="2898380"/>
                  <a:ext cx="117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FF721DA-BBF2-9169-A10F-F8A1DB9910AF}"/>
                    </a:ext>
                  </a:extLst>
                </p14:cNvPr>
                <p14:cNvContentPartPr/>
                <p14:nvPr/>
              </p14:nvContentPartPr>
              <p14:xfrm>
                <a:off x="10309075" y="3042020"/>
                <a:ext cx="1263600" cy="677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FF721DA-BBF2-9169-A10F-F8A1DB9910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02955" y="3035900"/>
                  <a:ext cx="127584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065585-FD9F-2312-AD71-99E3B19B641D}"/>
                    </a:ext>
                  </a:extLst>
                </p14:cNvPr>
                <p14:cNvContentPartPr/>
                <p14:nvPr/>
              </p14:nvContentPartPr>
              <p14:xfrm>
                <a:off x="11348395" y="3268100"/>
                <a:ext cx="351360" cy="16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065585-FD9F-2312-AD71-99E3B19B641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42275" y="3261980"/>
                  <a:ext cx="3636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4FCE261-ED9C-C6BF-C4EA-6EC1F136C0CC}"/>
              </a:ext>
            </a:extLst>
          </p:cNvPr>
          <p:cNvGrpSpPr/>
          <p:nvPr/>
        </p:nvGrpSpPr>
        <p:grpSpPr>
          <a:xfrm>
            <a:off x="1177315" y="3800900"/>
            <a:ext cx="826920" cy="498600"/>
            <a:chOff x="1177315" y="3800900"/>
            <a:chExt cx="82692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58FAC7-F8BE-F6D3-08E4-460EDE0C61B2}"/>
                    </a:ext>
                  </a:extLst>
                </p14:cNvPr>
                <p14:cNvContentPartPr/>
                <p14:nvPr/>
              </p14:nvContentPartPr>
              <p14:xfrm>
                <a:off x="1221955" y="3800900"/>
                <a:ext cx="310320" cy="449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58FAC7-F8BE-F6D3-08E4-460EDE0C61B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15835" y="3794780"/>
                  <a:ext cx="3225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F56110-A535-2466-FD72-DEA408799C4E}"/>
                    </a:ext>
                  </a:extLst>
                </p14:cNvPr>
                <p14:cNvContentPartPr/>
                <p14:nvPr/>
              </p14:nvContentPartPr>
              <p14:xfrm>
                <a:off x="1177315" y="3944540"/>
                <a:ext cx="826920" cy="354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2F56110-A535-2466-FD72-DEA408799C4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1195" y="3938420"/>
                  <a:ext cx="83916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4BAF2F8-449E-89CA-37EE-30E2FA7D8F4A}"/>
              </a:ext>
            </a:extLst>
          </p:cNvPr>
          <p:cNvGrpSpPr/>
          <p:nvPr/>
        </p:nvGrpSpPr>
        <p:grpSpPr>
          <a:xfrm>
            <a:off x="2987395" y="3788300"/>
            <a:ext cx="1643400" cy="1136880"/>
            <a:chOff x="2987395" y="3788300"/>
            <a:chExt cx="1643400" cy="11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A4EC0B1-EEE5-D3FE-6E29-2B942FCD8045}"/>
                    </a:ext>
                  </a:extLst>
                </p14:cNvPr>
                <p14:cNvContentPartPr/>
                <p14:nvPr/>
              </p14:nvContentPartPr>
              <p14:xfrm>
                <a:off x="2987395" y="3788300"/>
                <a:ext cx="124560" cy="47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4EC0B1-EEE5-D3FE-6E29-2B942FCD804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81275" y="3782180"/>
                  <a:ext cx="1368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5027A45-2D44-0F37-DD80-694BB730841C}"/>
                    </a:ext>
                  </a:extLst>
                </p14:cNvPr>
                <p14:cNvContentPartPr/>
                <p14:nvPr/>
              </p14:nvContentPartPr>
              <p14:xfrm>
                <a:off x="3314635" y="3883700"/>
                <a:ext cx="668520" cy="1041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5027A45-2D44-0F37-DD80-694BB730841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08515" y="3877580"/>
                  <a:ext cx="680760" cy="10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445F4CC-3684-0F70-525C-1CC6A7AE753C}"/>
                    </a:ext>
                  </a:extLst>
                </p14:cNvPr>
                <p14:cNvContentPartPr/>
                <p14:nvPr/>
              </p14:nvContentPartPr>
              <p14:xfrm>
                <a:off x="4310035" y="4217780"/>
                <a:ext cx="96840" cy="75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445F4CC-3684-0F70-525C-1CC6A7AE753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03915" y="4211660"/>
                  <a:ext cx="109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2B88C4-6389-4F4D-4A05-05C2C8F74DA5}"/>
                    </a:ext>
                  </a:extLst>
                </p14:cNvPr>
                <p14:cNvContentPartPr/>
                <p14:nvPr/>
              </p14:nvContentPartPr>
              <p14:xfrm>
                <a:off x="4229035" y="3900980"/>
                <a:ext cx="401760" cy="583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2B88C4-6389-4F4D-4A05-05C2C8F74DA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22915" y="3894860"/>
                  <a:ext cx="41400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9AFB980-F4ED-B8EC-DDBF-A721D55D2C37}"/>
                    </a:ext>
                  </a:extLst>
                </p14:cNvPr>
                <p14:cNvContentPartPr/>
                <p14:nvPr/>
              </p14:nvContentPartPr>
              <p14:xfrm>
                <a:off x="4229395" y="4243700"/>
                <a:ext cx="368280" cy="33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9AFB980-F4ED-B8EC-DDBF-A721D55D2C3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23275" y="4237580"/>
                  <a:ext cx="380520" cy="4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046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6260FA67-A6F8-C34F-FABC-8B19E8547972}"/>
              </a:ext>
            </a:extLst>
          </p:cNvPr>
          <p:cNvGrpSpPr/>
          <p:nvPr/>
        </p:nvGrpSpPr>
        <p:grpSpPr>
          <a:xfrm>
            <a:off x="1136635" y="196940"/>
            <a:ext cx="10025280" cy="4223880"/>
            <a:chOff x="1136635" y="196940"/>
            <a:chExt cx="10025280" cy="42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299C42-D31B-999A-4CD0-C1C2138902EF}"/>
                    </a:ext>
                  </a:extLst>
                </p14:cNvPr>
                <p14:cNvContentPartPr/>
                <p14:nvPr/>
              </p14:nvContentPartPr>
              <p14:xfrm>
                <a:off x="1553875" y="2610380"/>
                <a:ext cx="9190440" cy="691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299C42-D31B-999A-4CD0-C1C2138902E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7755" y="2604260"/>
                  <a:ext cx="92026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696EC9F-17AF-D022-1144-C209CDBDD210}"/>
                    </a:ext>
                  </a:extLst>
                </p14:cNvPr>
                <p14:cNvContentPartPr/>
                <p14:nvPr/>
              </p14:nvContentPartPr>
              <p14:xfrm>
                <a:off x="10172635" y="2874980"/>
                <a:ext cx="829080" cy="684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696EC9F-17AF-D022-1144-C209CDBDD2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66515" y="2868860"/>
                  <a:ext cx="84132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5AF9CA-DE3E-DDB5-97EC-D8D97C752D8F}"/>
                    </a:ext>
                  </a:extLst>
                </p14:cNvPr>
                <p14:cNvContentPartPr/>
                <p14:nvPr/>
              </p14:nvContentPartPr>
              <p14:xfrm>
                <a:off x="1136635" y="2057060"/>
                <a:ext cx="1684800" cy="1067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5AF9CA-DE3E-DDB5-97EC-D8D97C752D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0515" y="2050940"/>
                  <a:ext cx="169704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2CBB8C-A1AD-004A-0A92-F1DE81D89FF5}"/>
                    </a:ext>
                  </a:extLst>
                </p14:cNvPr>
                <p14:cNvContentPartPr/>
                <p14:nvPr/>
              </p14:nvContentPartPr>
              <p14:xfrm>
                <a:off x="5679835" y="2727740"/>
                <a:ext cx="310320" cy="435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2CBB8C-A1AD-004A-0A92-F1DE81D89FF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73715" y="2721620"/>
                  <a:ext cx="3225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76B6CA3-ECB6-C742-4A71-C20AC050F07F}"/>
                    </a:ext>
                  </a:extLst>
                </p14:cNvPr>
                <p14:cNvContentPartPr/>
                <p14:nvPr/>
              </p14:nvContentPartPr>
              <p14:xfrm>
                <a:off x="5553835" y="3377900"/>
                <a:ext cx="287640" cy="542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76B6CA3-ECB6-C742-4A71-C20AC050F0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47715" y="3371780"/>
                  <a:ext cx="29988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D4177B-C2A8-75F7-35B6-E807175A1563}"/>
                    </a:ext>
                  </a:extLst>
                </p14:cNvPr>
                <p14:cNvContentPartPr/>
                <p14:nvPr/>
              </p14:nvContentPartPr>
              <p14:xfrm>
                <a:off x="5396515" y="4016900"/>
                <a:ext cx="61920" cy="51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D4177B-C2A8-75F7-35B6-E807175A15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90395" y="4010780"/>
                  <a:ext cx="74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7FC89D-D92F-809F-871C-277DF1125F57}"/>
                    </a:ext>
                  </a:extLst>
                </p14:cNvPr>
                <p14:cNvContentPartPr/>
                <p14:nvPr/>
              </p14:nvContentPartPr>
              <p14:xfrm>
                <a:off x="5626915" y="3401660"/>
                <a:ext cx="310320" cy="360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7FC89D-D92F-809F-871C-277DF1125F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20795" y="3395540"/>
                  <a:ext cx="3225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F5AC1D-B4F6-2441-4E02-D4BDCF9F1E9D}"/>
                    </a:ext>
                  </a:extLst>
                </p14:cNvPr>
                <p14:cNvContentPartPr/>
                <p14:nvPr/>
              </p14:nvContentPartPr>
              <p14:xfrm>
                <a:off x="7072675" y="3016820"/>
                <a:ext cx="104760" cy="177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F5AC1D-B4F6-2441-4E02-D4BDCF9F1E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66555" y="3010700"/>
                  <a:ext cx="117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2501EB5-70D4-5B4F-CCF5-BAE1A11482F7}"/>
                    </a:ext>
                  </a:extLst>
                </p14:cNvPr>
                <p14:cNvContentPartPr/>
                <p14:nvPr/>
              </p14:nvContentPartPr>
              <p14:xfrm>
                <a:off x="6933715" y="3551420"/>
                <a:ext cx="424080" cy="336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2501EB5-70D4-5B4F-CCF5-BAE1A11482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27595" y="3545300"/>
                  <a:ext cx="4363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9117071-CC84-0439-59F1-21BE397B50A6}"/>
                    </a:ext>
                  </a:extLst>
                </p14:cNvPr>
                <p14:cNvContentPartPr/>
                <p14:nvPr/>
              </p14:nvContentPartPr>
              <p14:xfrm>
                <a:off x="6328555" y="2790740"/>
                <a:ext cx="171720" cy="31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9117071-CC84-0439-59F1-21BE397B50A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22435" y="2784620"/>
                  <a:ext cx="1839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3BEB703-B703-0F56-4482-FFF1378907C9}"/>
                    </a:ext>
                  </a:extLst>
                </p14:cNvPr>
                <p14:cNvContentPartPr/>
                <p14:nvPr/>
              </p14:nvContentPartPr>
              <p14:xfrm>
                <a:off x="6216235" y="3412820"/>
                <a:ext cx="282960" cy="334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3BEB703-B703-0F56-4482-FFF1378907C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10115" y="3406700"/>
                  <a:ext cx="2952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0458E3-D420-90EC-B5BA-F63EFF0AF46B}"/>
                    </a:ext>
                  </a:extLst>
                </p14:cNvPr>
                <p14:cNvContentPartPr/>
                <p14:nvPr/>
              </p14:nvContentPartPr>
              <p14:xfrm>
                <a:off x="6071875" y="3401300"/>
                <a:ext cx="250560" cy="507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0458E3-D420-90EC-B5BA-F63EFF0AF4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5755" y="3395180"/>
                  <a:ext cx="2628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0B78BF-0E44-A2AA-459E-9117B7972E48}"/>
                    </a:ext>
                  </a:extLst>
                </p14:cNvPr>
                <p14:cNvContentPartPr/>
                <p14:nvPr/>
              </p14:nvContentPartPr>
              <p14:xfrm>
                <a:off x="8417275" y="3017540"/>
                <a:ext cx="84600" cy="315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0B78BF-0E44-A2AA-459E-9117B7972E4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11155" y="3011420"/>
                  <a:ext cx="968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E0FB33-4947-4200-5758-C76FA34844CE}"/>
                    </a:ext>
                  </a:extLst>
                </p14:cNvPr>
                <p14:cNvContentPartPr/>
                <p14:nvPr/>
              </p14:nvContentPartPr>
              <p14:xfrm>
                <a:off x="8132515" y="3570140"/>
                <a:ext cx="444600" cy="486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E0FB33-4947-4200-5758-C76FA34844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26395" y="3564020"/>
                  <a:ext cx="45684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754A44-E7E0-6C9D-5820-E2589A1DF770}"/>
                    </a:ext>
                  </a:extLst>
                </p14:cNvPr>
                <p14:cNvContentPartPr/>
                <p14:nvPr/>
              </p14:nvContentPartPr>
              <p14:xfrm>
                <a:off x="9789235" y="3198620"/>
                <a:ext cx="128160" cy="37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754A44-E7E0-6C9D-5820-E2589A1DF7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83115" y="3192500"/>
                  <a:ext cx="1404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F66797-66BF-BF01-8EE7-CEABEBC69E54}"/>
                    </a:ext>
                  </a:extLst>
                </p14:cNvPr>
                <p14:cNvContentPartPr/>
                <p14:nvPr/>
              </p14:nvContentPartPr>
              <p14:xfrm>
                <a:off x="9430315" y="3829340"/>
                <a:ext cx="411480" cy="380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F66797-66BF-BF01-8EE7-CEABEBC69E5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24195" y="3823220"/>
                  <a:ext cx="423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D7E279-54D8-E16F-18E3-5744AAE3B44C}"/>
                    </a:ext>
                  </a:extLst>
                </p14:cNvPr>
                <p14:cNvContentPartPr/>
                <p14:nvPr/>
              </p14:nvContentPartPr>
              <p14:xfrm>
                <a:off x="10293955" y="4252340"/>
                <a:ext cx="515880" cy="100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D7E279-54D8-E16F-18E3-5744AAE3B4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87835" y="4246220"/>
                  <a:ext cx="528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B1EC6A-2006-3448-6AF8-9679B614091A}"/>
                    </a:ext>
                  </a:extLst>
                </p14:cNvPr>
                <p14:cNvContentPartPr/>
                <p14:nvPr/>
              </p14:nvContentPartPr>
              <p14:xfrm>
                <a:off x="10502035" y="4125620"/>
                <a:ext cx="52200" cy="202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B1EC6A-2006-3448-6AF8-9679B614091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95915" y="4119500"/>
                  <a:ext cx="64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11B361-E184-DC39-A627-20737BCB6DBA}"/>
                    </a:ext>
                  </a:extLst>
                </p14:cNvPr>
                <p14:cNvContentPartPr/>
                <p14:nvPr/>
              </p14:nvContentPartPr>
              <p14:xfrm>
                <a:off x="10747915" y="4256660"/>
                <a:ext cx="414000" cy="164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11B361-E184-DC39-A627-20737BCB6D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41795" y="4250540"/>
                  <a:ext cx="426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6E16AE-DA63-E079-F27D-5FBBEDABB64D}"/>
                    </a:ext>
                  </a:extLst>
                </p14:cNvPr>
                <p14:cNvContentPartPr/>
                <p14:nvPr/>
              </p14:nvContentPartPr>
              <p14:xfrm>
                <a:off x="4937155" y="2683820"/>
                <a:ext cx="129960" cy="265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6E16AE-DA63-E079-F27D-5FBBEDABB6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31035" y="2677700"/>
                  <a:ext cx="142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744F887-3868-85C6-F483-33542B30DD96}"/>
                    </a:ext>
                  </a:extLst>
                </p14:cNvPr>
                <p14:cNvContentPartPr/>
                <p14:nvPr/>
              </p14:nvContentPartPr>
              <p14:xfrm>
                <a:off x="3939955" y="3420020"/>
                <a:ext cx="259560" cy="32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744F887-3868-85C6-F483-33542B30DD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33835" y="3413900"/>
                  <a:ext cx="271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31F0E4-91F5-42CA-CDED-3AF34264CC6C}"/>
                    </a:ext>
                  </a:extLst>
                </p14:cNvPr>
                <p14:cNvContentPartPr/>
                <p14:nvPr/>
              </p14:nvContentPartPr>
              <p14:xfrm>
                <a:off x="4669315" y="3336500"/>
                <a:ext cx="236520" cy="348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31F0E4-91F5-42CA-CDED-3AF34264CC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63195" y="3330380"/>
                  <a:ext cx="2487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C9A5F20-FD41-1840-413A-160EE66F5C26}"/>
                    </a:ext>
                  </a:extLst>
                </p14:cNvPr>
                <p14:cNvContentPartPr/>
                <p14:nvPr/>
              </p14:nvContentPartPr>
              <p14:xfrm>
                <a:off x="3615595" y="2461700"/>
                <a:ext cx="325800" cy="342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C9A5F20-FD41-1840-413A-160EE66F5C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09475" y="2455580"/>
                  <a:ext cx="3380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7BD514-1A7E-B358-8D6A-F271FA7B69D0}"/>
                    </a:ext>
                  </a:extLst>
                </p14:cNvPr>
                <p14:cNvContentPartPr/>
                <p14:nvPr/>
              </p14:nvContentPartPr>
              <p14:xfrm>
                <a:off x="2938075" y="3213020"/>
                <a:ext cx="370440" cy="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7BD514-1A7E-B358-8D6A-F271FA7B69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1955" y="3206900"/>
                  <a:ext cx="382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79BAD1-68FB-8CA3-4CCD-9C6E5AC0243E}"/>
                    </a:ext>
                  </a:extLst>
                </p14:cNvPr>
                <p14:cNvContentPartPr/>
                <p14:nvPr/>
              </p14:nvContentPartPr>
              <p14:xfrm>
                <a:off x="3683635" y="3002420"/>
                <a:ext cx="93600" cy="257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79BAD1-68FB-8CA3-4CCD-9C6E5AC0243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77515" y="2996300"/>
                  <a:ext cx="1058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D88AE9-5CE4-B419-6677-7B6B53064726}"/>
                    </a:ext>
                  </a:extLst>
                </p14:cNvPr>
                <p14:cNvContentPartPr/>
                <p14:nvPr/>
              </p14:nvContentPartPr>
              <p14:xfrm>
                <a:off x="2813875" y="2416700"/>
                <a:ext cx="189720" cy="221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D88AE9-5CE4-B419-6677-7B6B530647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07755" y="2410580"/>
                  <a:ext cx="201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37AEF5-578E-FB57-9EBC-A30845FB78DD}"/>
                    </a:ext>
                  </a:extLst>
                </p14:cNvPr>
                <p14:cNvContentPartPr/>
                <p14:nvPr/>
              </p14:nvContentPartPr>
              <p14:xfrm>
                <a:off x="2421475" y="2924300"/>
                <a:ext cx="388080" cy="56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37AEF5-578E-FB57-9EBC-A30845FB78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5355" y="2918180"/>
                  <a:ext cx="400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BD81684-E1AA-5596-B0DC-3B14AAD0F2D0}"/>
                    </a:ext>
                  </a:extLst>
                </p14:cNvPr>
                <p14:cNvContentPartPr/>
                <p14:nvPr/>
              </p14:nvContentPartPr>
              <p14:xfrm>
                <a:off x="2973355" y="2902340"/>
                <a:ext cx="197640" cy="345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BD81684-E1AA-5596-B0DC-3B14AAD0F2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67235" y="2896220"/>
                  <a:ext cx="209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8D1D8FA-3DB5-DB7B-EA10-D8AA58FF965E}"/>
                    </a:ext>
                  </a:extLst>
                </p14:cNvPr>
                <p14:cNvContentPartPr/>
                <p14:nvPr/>
              </p14:nvContentPartPr>
              <p14:xfrm>
                <a:off x="6982315" y="355700"/>
                <a:ext cx="224640" cy="621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8D1D8FA-3DB5-DB7B-EA10-D8AA58FF965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76195" y="349580"/>
                  <a:ext cx="2368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795515-E2B6-4E62-769B-81953FE620BA}"/>
                    </a:ext>
                  </a:extLst>
                </p14:cNvPr>
                <p14:cNvContentPartPr/>
                <p14:nvPr/>
              </p14:nvContentPartPr>
              <p14:xfrm>
                <a:off x="6563635" y="688700"/>
                <a:ext cx="646560" cy="102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795515-E2B6-4E62-769B-81953FE620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57515" y="682580"/>
                  <a:ext cx="658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E70F85A-76F9-F968-260F-000781A3371D}"/>
                    </a:ext>
                  </a:extLst>
                </p14:cNvPr>
                <p14:cNvContentPartPr/>
                <p14:nvPr/>
              </p14:nvContentPartPr>
              <p14:xfrm>
                <a:off x="4320835" y="871940"/>
                <a:ext cx="24480" cy="33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E70F85A-76F9-F968-260F-000781A3371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14715" y="865820"/>
                  <a:ext cx="36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7198D2-185A-4581-EFF6-36B5DA654241}"/>
                    </a:ext>
                  </a:extLst>
                </p14:cNvPr>
                <p14:cNvContentPartPr/>
                <p14:nvPr/>
              </p14:nvContentPartPr>
              <p14:xfrm>
                <a:off x="3397075" y="293060"/>
                <a:ext cx="521280" cy="778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7198D2-185A-4581-EFF6-36B5DA6542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90955" y="286940"/>
                  <a:ext cx="53352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4B5FE51-C6D1-D741-D55E-01663F2C77BE}"/>
                    </a:ext>
                  </a:extLst>
                </p14:cNvPr>
                <p14:cNvContentPartPr/>
                <p14:nvPr/>
              </p14:nvContentPartPr>
              <p14:xfrm>
                <a:off x="3695155" y="573500"/>
                <a:ext cx="442800" cy="139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4B5FE51-C6D1-D741-D55E-01663F2C77B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89035" y="567380"/>
                  <a:ext cx="4550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9522197-2C17-8ED2-BC49-58CDF9334287}"/>
                    </a:ext>
                  </a:extLst>
                </p14:cNvPr>
                <p14:cNvContentPartPr/>
                <p14:nvPr/>
              </p14:nvContentPartPr>
              <p14:xfrm>
                <a:off x="4445755" y="374780"/>
                <a:ext cx="921600" cy="547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9522197-2C17-8ED2-BC49-58CDF93342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39635" y="368660"/>
                  <a:ext cx="9338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2F9153C-2897-CFD4-B6EE-46032C7435FC}"/>
                    </a:ext>
                  </a:extLst>
                </p14:cNvPr>
                <p14:cNvContentPartPr/>
                <p14:nvPr/>
              </p14:nvContentPartPr>
              <p14:xfrm>
                <a:off x="5538715" y="196940"/>
                <a:ext cx="153360" cy="62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2F9153C-2897-CFD4-B6EE-46032C7435F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32595" y="190820"/>
                  <a:ext cx="165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FB263B-BBB8-7FB0-5D78-FD6E14D5C597}"/>
                    </a:ext>
                  </a:extLst>
                </p14:cNvPr>
                <p14:cNvContentPartPr/>
                <p14:nvPr/>
              </p14:nvContentPartPr>
              <p14:xfrm>
                <a:off x="3898195" y="1123940"/>
                <a:ext cx="50760" cy="409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FB263B-BBB8-7FB0-5D78-FD6E14D5C5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92075" y="1117820"/>
                  <a:ext cx="630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5D5425-57DA-612F-DA8E-2EE313D13401}"/>
                    </a:ext>
                  </a:extLst>
                </p14:cNvPr>
                <p14:cNvContentPartPr/>
                <p14:nvPr/>
              </p14:nvContentPartPr>
              <p14:xfrm>
                <a:off x="3771475" y="1654580"/>
                <a:ext cx="323640" cy="399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5D5425-57DA-612F-DA8E-2EE313D1340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65355" y="1648460"/>
                  <a:ext cx="3358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680753-E246-73B2-36F7-921A1C18B17F}"/>
                    </a:ext>
                  </a:extLst>
                </p14:cNvPr>
                <p14:cNvContentPartPr/>
                <p14:nvPr/>
              </p14:nvContentPartPr>
              <p14:xfrm>
                <a:off x="4794955" y="1064540"/>
                <a:ext cx="137880" cy="431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680753-E246-73B2-36F7-921A1C18B1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88835" y="1058420"/>
                  <a:ext cx="1501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747F6F8-EBF8-ABCD-E7E4-F7AE788BE2F5}"/>
                    </a:ext>
                  </a:extLst>
                </p14:cNvPr>
                <p14:cNvContentPartPr/>
                <p14:nvPr/>
              </p14:nvContentPartPr>
              <p14:xfrm>
                <a:off x="4750315" y="1759700"/>
                <a:ext cx="124560" cy="28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747F6F8-EBF8-ABCD-E7E4-F7AE788BE2F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44195" y="1753580"/>
                  <a:ext cx="1368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EB91F3B-49A8-BA7B-BEAE-76A3AF60D0B1}"/>
                    </a:ext>
                  </a:extLst>
                </p14:cNvPr>
                <p14:cNvContentPartPr/>
                <p14:nvPr/>
              </p14:nvContentPartPr>
              <p14:xfrm>
                <a:off x="5582275" y="1125020"/>
                <a:ext cx="119880" cy="402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EB91F3B-49A8-BA7B-BEAE-76A3AF60D0B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76155" y="1118900"/>
                  <a:ext cx="1321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7F842EA-BA5D-3A2E-1ADF-CFE4808BA8A6}"/>
                    </a:ext>
                  </a:extLst>
                </p14:cNvPr>
                <p14:cNvContentPartPr/>
                <p14:nvPr/>
              </p14:nvContentPartPr>
              <p14:xfrm>
                <a:off x="5664715" y="1856540"/>
                <a:ext cx="554400" cy="38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7F842EA-BA5D-3A2E-1ADF-CFE4808BA8A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58595" y="1850420"/>
                  <a:ext cx="5666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D306FC-7C1D-F70F-18BA-610493FBFB8F}"/>
                    </a:ext>
                  </a:extLst>
                </p14:cNvPr>
                <p14:cNvContentPartPr/>
                <p14:nvPr/>
              </p14:nvContentPartPr>
              <p14:xfrm>
                <a:off x="6727795" y="1361900"/>
                <a:ext cx="930960" cy="624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D306FC-7C1D-F70F-18BA-610493FBFB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21675" y="1355780"/>
                  <a:ext cx="9432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6CB564-5BBD-50C0-D8E3-3BC50688C1BF}"/>
                    </a:ext>
                  </a:extLst>
                </p14:cNvPr>
                <p14:cNvContentPartPr/>
                <p14:nvPr/>
              </p14:nvContentPartPr>
              <p14:xfrm>
                <a:off x="2724235" y="1015220"/>
                <a:ext cx="779400" cy="1288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6CB564-5BBD-50C0-D8E3-3BC50688C1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18115" y="1009100"/>
                  <a:ext cx="791640" cy="13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CCDEB16-D03B-9474-AD91-4B61EC1675A9}"/>
                    </a:ext>
                  </a:extLst>
                </p14:cNvPr>
                <p14:cNvContentPartPr/>
                <p14:nvPr/>
              </p14:nvContentPartPr>
              <p14:xfrm>
                <a:off x="6854515" y="899300"/>
                <a:ext cx="1760400" cy="1718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CCDEB16-D03B-9474-AD91-4B61EC1675A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48395" y="893180"/>
                  <a:ext cx="1772640" cy="173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241BCD3-270A-9C55-1170-0A702955FE4C}"/>
              </a:ext>
            </a:extLst>
          </p:cNvPr>
          <p:cNvGrpSpPr/>
          <p:nvPr/>
        </p:nvGrpSpPr>
        <p:grpSpPr>
          <a:xfrm>
            <a:off x="3281515" y="4592900"/>
            <a:ext cx="2451960" cy="1831320"/>
            <a:chOff x="3281515" y="4592900"/>
            <a:chExt cx="2451960" cy="183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52B9674-6FA4-BB75-9304-10E0D22423AD}"/>
                    </a:ext>
                  </a:extLst>
                </p14:cNvPr>
                <p14:cNvContentPartPr/>
                <p14:nvPr/>
              </p14:nvContentPartPr>
              <p14:xfrm>
                <a:off x="3344515" y="4884140"/>
                <a:ext cx="816480" cy="293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52B9674-6FA4-BB75-9304-10E0D22423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38395" y="4878020"/>
                  <a:ext cx="8287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47BD04C-45DA-BFCC-908B-D7FD2E3DD5AE}"/>
                    </a:ext>
                  </a:extLst>
                </p14:cNvPr>
                <p14:cNvContentPartPr/>
                <p14:nvPr/>
              </p14:nvContentPartPr>
              <p14:xfrm>
                <a:off x="4437835" y="4671380"/>
                <a:ext cx="20880" cy="122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47BD04C-45DA-BFCC-908B-D7FD2E3DD5A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31715" y="4665260"/>
                  <a:ext cx="33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B17740-45D2-4BD2-74B6-F36F7B6925CD}"/>
                    </a:ext>
                  </a:extLst>
                </p14:cNvPr>
                <p14:cNvContentPartPr/>
                <p14:nvPr/>
              </p14:nvContentPartPr>
              <p14:xfrm>
                <a:off x="4762195" y="4592900"/>
                <a:ext cx="65520" cy="381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B17740-45D2-4BD2-74B6-F36F7B6925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56075" y="4586780"/>
                  <a:ext cx="777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DB9C40-05EE-917E-E0C4-2A29C44457A1}"/>
                    </a:ext>
                  </a:extLst>
                </p14:cNvPr>
                <p14:cNvContentPartPr/>
                <p14:nvPr/>
              </p14:nvContentPartPr>
              <p14:xfrm>
                <a:off x="4703155" y="4753820"/>
                <a:ext cx="525960" cy="172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DB9C40-05EE-917E-E0C4-2A29C44457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97035" y="4747700"/>
                  <a:ext cx="538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2F7623-EF61-5E4D-FE1B-DEE4ADFB032C}"/>
                    </a:ext>
                  </a:extLst>
                </p14:cNvPr>
                <p14:cNvContentPartPr/>
                <p14:nvPr/>
              </p14:nvContentPartPr>
              <p14:xfrm>
                <a:off x="4940755" y="5320820"/>
                <a:ext cx="113400" cy="437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2F7623-EF61-5E4D-FE1B-DEE4ADFB03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34635" y="5314700"/>
                  <a:ext cx="12564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89750FE-1793-F548-4886-3BE25141F97C}"/>
                    </a:ext>
                  </a:extLst>
                </p14:cNvPr>
                <p14:cNvContentPartPr/>
                <p14:nvPr/>
              </p14:nvContentPartPr>
              <p14:xfrm>
                <a:off x="4623595" y="6036500"/>
                <a:ext cx="743040" cy="167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89750FE-1793-F548-4886-3BE25141F9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17475" y="6030380"/>
                  <a:ext cx="755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6D3CA65-45B3-679D-6068-631756909464}"/>
                    </a:ext>
                  </a:extLst>
                </p14:cNvPr>
                <p14:cNvContentPartPr/>
                <p14:nvPr/>
              </p14:nvContentPartPr>
              <p14:xfrm>
                <a:off x="5314435" y="5945420"/>
                <a:ext cx="419040" cy="478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6D3CA65-45B3-679D-6068-63175690946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08315" y="5939300"/>
                  <a:ext cx="4312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09F55B7-CE08-5092-1F70-18185750988D}"/>
                    </a:ext>
                  </a:extLst>
                </p14:cNvPr>
                <p14:cNvContentPartPr/>
                <p14:nvPr/>
              </p14:nvContentPartPr>
              <p14:xfrm>
                <a:off x="3802795" y="5279060"/>
                <a:ext cx="218160" cy="528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09F55B7-CE08-5092-1F70-1818575098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96675" y="5272940"/>
                  <a:ext cx="2304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D40CE91-4564-CDC2-3335-EF056757B5C4}"/>
                    </a:ext>
                  </a:extLst>
                </p14:cNvPr>
                <p14:cNvContentPartPr/>
                <p14:nvPr/>
              </p14:nvContentPartPr>
              <p14:xfrm>
                <a:off x="3471955" y="6039740"/>
                <a:ext cx="370440" cy="66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D40CE91-4564-CDC2-3335-EF056757B5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65835" y="6033620"/>
                  <a:ext cx="382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A26E2E4-D902-C6DC-126F-A0EAE2ED3E83}"/>
                    </a:ext>
                  </a:extLst>
                </p14:cNvPr>
                <p14:cNvContentPartPr/>
                <p14:nvPr/>
              </p14:nvContentPartPr>
              <p14:xfrm>
                <a:off x="4010875" y="5932460"/>
                <a:ext cx="285480" cy="345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A26E2E4-D902-C6DC-126F-A0EAE2ED3E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04755" y="5926340"/>
                  <a:ext cx="2977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478D3C1-25F1-45DC-A5F8-39356E5D6BD9}"/>
                    </a:ext>
                  </a:extLst>
                </p14:cNvPr>
                <p14:cNvContentPartPr/>
                <p14:nvPr/>
              </p14:nvContentPartPr>
              <p14:xfrm>
                <a:off x="3299875" y="5478500"/>
                <a:ext cx="213840" cy="294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478D3C1-25F1-45DC-A5F8-39356E5D6BD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93755" y="5472380"/>
                  <a:ext cx="2260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05C2D8A-1419-7745-C742-53472F2F39ED}"/>
                    </a:ext>
                  </a:extLst>
                </p14:cNvPr>
                <p14:cNvContentPartPr/>
                <p14:nvPr/>
              </p14:nvContentPartPr>
              <p14:xfrm>
                <a:off x="3281515" y="5831660"/>
                <a:ext cx="259560" cy="362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05C2D8A-1419-7745-C742-53472F2F39E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75395" y="5825540"/>
                  <a:ext cx="271800" cy="37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6F414E4-806C-20F3-6C15-DF1C9D856B86}"/>
                  </a:ext>
                </a:extLst>
              </p14:cNvPr>
              <p14:cNvContentPartPr/>
              <p14:nvPr/>
            </p14:nvContentPartPr>
            <p14:xfrm>
              <a:off x="614275" y="6082220"/>
              <a:ext cx="615240" cy="129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6F414E4-806C-20F3-6C15-DF1C9D856B8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8155" y="6076100"/>
                <a:ext cx="62748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BC43FB0-D51F-D1A6-C5F2-CA4E63260900}"/>
              </a:ext>
            </a:extLst>
          </p:cNvPr>
          <p:cNvGrpSpPr/>
          <p:nvPr/>
        </p:nvGrpSpPr>
        <p:grpSpPr>
          <a:xfrm>
            <a:off x="1740355" y="4544660"/>
            <a:ext cx="1131480" cy="1987200"/>
            <a:chOff x="1740355" y="4544660"/>
            <a:chExt cx="1131480" cy="19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9873D67-193C-2645-28DA-0C86B44E281D}"/>
                    </a:ext>
                  </a:extLst>
                </p14:cNvPr>
                <p14:cNvContentPartPr/>
                <p14:nvPr/>
              </p14:nvContentPartPr>
              <p14:xfrm>
                <a:off x="1760155" y="4544660"/>
                <a:ext cx="766080" cy="995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9873D67-193C-2645-28DA-0C86B44E28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54035" y="4538540"/>
                  <a:ext cx="778320" cy="10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721D09B-759D-E227-057B-3DBB5C8B75E9}"/>
                    </a:ext>
                  </a:extLst>
                </p14:cNvPr>
                <p14:cNvContentPartPr/>
                <p14:nvPr/>
              </p14:nvContentPartPr>
              <p14:xfrm>
                <a:off x="2087755" y="5096900"/>
                <a:ext cx="784080" cy="230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721D09B-759D-E227-057B-3DBB5C8B75E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81635" y="5090780"/>
                  <a:ext cx="796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992C34-AED0-5C44-5E1E-6E2D09A50BB9}"/>
                    </a:ext>
                  </a:extLst>
                </p14:cNvPr>
                <p14:cNvContentPartPr/>
                <p14:nvPr/>
              </p14:nvContentPartPr>
              <p14:xfrm>
                <a:off x="2341195" y="6160700"/>
                <a:ext cx="424800" cy="153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992C34-AED0-5C44-5E1E-6E2D09A50BB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35075" y="6154580"/>
                  <a:ext cx="437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80228A7-C84A-9BA7-BB00-0EF65E39EC65}"/>
                    </a:ext>
                  </a:extLst>
                </p14:cNvPr>
                <p14:cNvContentPartPr/>
                <p14:nvPr/>
              </p14:nvContentPartPr>
              <p14:xfrm>
                <a:off x="2602195" y="6042980"/>
                <a:ext cx="203400" cy="45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80228A7-C84A-9BA7-BB00-0EF65E39EC6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96075" y="6036860"/>
                  <a:ext cx="215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4F4CD1A-874A-7BF1-9A2F-BFF63887783E}"/>
                    </a:ext>
                  </a:extLst>
                </p14:cNvPr>
                <p14:cNvContentPartPr/>
                <p14:nvPr/>
              </p14:nvContentPartPr>
              <p14:xfrm>
                <a:off x="1778155" y="5285540"/>
                <a:ext cx="527400" cy="703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4F4CD1A-874A-7BF1-9A2F-BFF6388778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72035" y="5279420"/>
                  <a:ext cx="53964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FA3FE6A-A54A-72A4-ED02-5AE36618B46F}"/>
                    </a:ext>
                  </a:extLst>
                </p14:cNvPr>
                <p14:cNvContentPartPr/>
                <p14:nvPr/>
              </p14:nvContentPartPr>
              <p14:xfrm>
                <a:off x="1740355" y="5992580"/>
                <a:ext cx="406800" cy="539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FA3FE6A-A54A-72A4-ED02-5AE36618B46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34235" y="5986460"/>
                  <a:ext cx="419040" cy="55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889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3077D0FD-0A0C-774C-232C-7E2AA9D5A973}"/>
              </a:ext>
            </a:extLst>
          </p:cNvPr>
          <p:cNvGrpSpPr/>
          <p:nvPr/>
        </p:nvGrpSpPr>
        <p:grpSpPr>
          <a:xfrm>
            <a:off x="172915" y="38540"/>
            <a:ext cx="10399320" cy="6057720"/>
            <a:chOff x="172915" y="38540"/>
            <a:chExt cx="10399320" cy="605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0E92BBE-CC41-A974-F5E9-E7E2805FB347}"/>
                    </a:ext>
                  </a:extLst>
                </p14:cNvPr>
                <p14:cNvContentPartPr/>
                <p14:nvPr/>
              </p14:nvContentPartPr>
              <p14:xfrm>
                <a:off x="9660355" y="354260"/>
                <a:ext cx="911880" cy="1171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0E92BBE-CC41-A974-F5E9-E7E2805FB34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54235" y="348140"/>
                  <a:ext cx="924120" cy="11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5DA2A0-0316-B8B2-5E10-DAA069B0EF01}"/>
                    </a:ext>
                  </a:extLst>
                </p14:cNvPr>
                <p14:cNvContentPartPr/>
                <p14:nvPr/>
              </p14:nvContentPartPr>
              <p14:xfrm>
                <a:off x="8983555" y="576740"/>
                <a:ext cx="268200" cy="513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5DA2A0-0316-B8B2-5E10-DAA069B0EF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77435" y="570620"/>
                  <a:ext cx="2804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0793B7-5F9C-53B3-C7C2-95E250E6383B}"/>
                    </a:ext>
                  </a:extLst>
                </p14:cNvPr>
                <p14:cNvContentPartPr/>
                <p14:nvPr/>
              </p14:nvContentPartPr>
              <p14:xfrm>
                <a:off x="9070675" y="363620"/>
                <a:ext cx="381960" cy="96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0793B7-5F9C-53B3-C7C2-95E250E638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64555" y="357500"/>
                  <a:ext cx="394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5FAF635-8120-0911-388B-96691CDF33A7}"/>
                    </a:ext>
                  </a:extLst>
                </p14:cNvPr>
                <p14:cNvContentPartPr/>
                <p14:nvPr/>
              </p14:nvContentPartPr>
              <p14:xfrm>
                <a:off x="9052675" y="802460"/>
                <a:ext cx="94320" cy="10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5FAF635-8120-0911-388B-96691CDF33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46555" y="796340"/>
                  <a:ext cx="106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8EE01D-72BD-167C-27C1-A50FEB499C89}"/>
                    </a:ext>
                  </a:extLst>
                </p14:cNvPr>
                <p14:cNvContentPartPr/>
                <p14:nvPr/>
              </p14:nvContentPartPr>
              <p14:xfrm>
                <a:off x="9454075" y="799220"/>
                <a:ext cx="694080" cy="563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8EE01D-72BD-167C-27C1-A50FEB499C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47955" y="793100"/>
                  <a:ext cx="70632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CAE3661-8232-2822-194A-1F9A284CA308}"/>
                    </a:ext>
                  </a:extLst>
                </p14:cNvPr>
                <p14:cNvContentPartPr/>
                <p14:nvPr/>
              </p14:nvContentPartPr>
              <p14:xfrm>
                <a:off x="9993355" y="543620"/>
                <a:ext cx="314280" cy="587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CAE3661-8232-2822-194A-1F9A284CA3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87235" y="537500"/>
                  <a:ext cx="3265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D96DC6F-05A7-3E25-8432-62BB17651D95}"/>
                    </a:ext>
                  </a:extLst>
                </p14:cNvPr>
                <p14:cNvContentPartPr/>
                <p14:nvPr/>
              </p14:nvContentPartPr>
              <p14:xfrm>
                <a:off x="10458475" y="829820"/>
                <a:ext cx="6480" cy="39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D96DC6F-05A7-3E25-8432-62BB17651D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52355" y="823700"/>
                  <a:ext cx="18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034B58-D239-C4D3-0666-5084FC7848EB}"/>
                    </a:ext>
                  </a:extLst>
                </p14:cNvPr>
                <p14:cNvContentPartPr/>
                <p14:nvPr/>
              </p14:nvContentPartPr>
              <p14:xfrm>
                <a:off x="5087995" y="799220"/>
                <a:ext cx="672120" cy="67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034B58-D239-C4D3-0666-5084FC7848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81875" y="793100"/>
                  <a:ext cx="684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CE4DDED-6372-E800-8AF8-B2569C549D05}"/>
                    </a:ext>
                  </a:extLst>
                </p14:cNvPr>
                <p14:cNvContentPartPr/>
                <p14:nvPr/>
              </p14:nvContentPartPr>
              <p14:xfrm>
                <a:off x="755395" y="38540"/>
                <a:ext cx="692280" cy="1389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CE4DDED-6372-E800-8AF8-B2569C549D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9275" y="32420"/>
                  <a:ext cx="704520" cy="14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90715B9-9ED6-A772-7B92-033F58BB053A}"/>
                    </a:ext>
                  </a:extLst>
                </p14:cNvPr>
                <p14:cNvContentPartPr/>
                <p14:nvPr/>
              </p14:nvContentPartPr>
              <p14:xfrm>
                <a:off x="1700755" y="293060"/>
                <a:ext cx="616680" cy="872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90715B9-9ED6-A772-7B92-033F58BB05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94635" y="286940"/>
                  <a:ext cx="62892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742C66-E392-B2F9-9827-268C557312AF}"/>
                    </a:ext>
                  </a:extLst>
                </p14:cNvPr>
                <p14:cNvContentPartPr/>
                <p14:nvPr/>
              </p14:nvContentPartPr>
              <p14:xfrm>
                <a:off x="2365315" y="685460"/>
                <a:ext cx="71640" cy="40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742C66-E392-B2F9-9827-268C557312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59195" y="679340"/>
                  <a:ext cx="83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A2E306-54BC-63B1-A89D-2B1F8C25C6CF}"/>
                    </a:ext>
                  </a:extLst>
                </p14:cNvPr>
                <p14:cNvContentPartPr/>
                <p14:nvPr/>
              </p14:nvContentPartPr>
              <p14:xfrm>
                <a:off x="2698315" y="679340"/>
                <a:ext cx="326880" cy="443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A2E306-54BC-63B1-A89D-2B1F8C25C6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92195" y="673220"/>
                  <a:ext cx="3391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B25646-805F-ACBE-2E54-38AE882C9C36}"/>
                    </a:ext>
                  </a:extLst>
                </p14:cNvPr>
                <p14:cNvContentPartPr/>
                <p14:nvPr/>
              </p14:nvContentPartPr>
              <p14:xfrm>
                <a:off x="3193675" y="635420"/>
                <a:ext cx="88560" cy="33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B25646-805F-ACBE-2E54-38AE882C9C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87555" y="629300"/>
                  <a:ext cx="100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FDABC0-ABB1-4893-4E24-BEBF51AD1D5B}"/>
                    </a:ext>
                  </a:extLst>
                </p14:cNvPr>
                <p14:cNvContentPartPr/>
                <p14:nvPr/>
              </p14:nvContentPartPr>
              <p14:xfrm>
                <a:off x="3282235" y="662780"/>
                <a:ext cx="96120" cy="77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FDABC0-ABB1-4893-4E24-BEBF51AD1D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76115" y="656660"/>
                  <a:ext cx="108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CFF5A3-3AE3-261E-F400-B539A32650C2}"/>
                    </a:ext>
                  </a:extLst>
                </p14:cNvPr>
                <p14:cNvContentPartPr/>
                <p14:nvPr/>
              </p14:nvContentPartPr>
              <p14:xfrm>
                <a:off x="3366115" y="656660"/>
                <a:ext cx="1104840" cy="974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CFF5A3-3AE3-261E-F400-B539A32650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59995" y="650540"/>
                  <a:ext cx="111708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8641F4-D28B-5C2C-10CD-21E3E880B5CA}"/>
                    </a:ext>
                  </a:extLst>
                </p14:cNvPr>
                <p14:cNvContentPartPr/>
                <p14:nvPr/>
              </p14:nvContentPartPr>
              <p14:xfrm>
                <a:off x="1839715" y="1369100"/>
                <a:ext cx="158040" cy="38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8641F4-D28B-5C2C-10CD-21E3E880B5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33595" y="1362980"/>
                  <a:ext cx="1702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EF77027-9541-E7B6-6AAA-38440A94B8E3}"/>
                    </a:ext>
                  </a:extLst>
                </p14:cNvPr>
                <p14:cNvContentPartPr/>
                <p14:nvPr/>
              </p14:nvContentPartPr>
              <p14:xfrm>
                <a:off x="1436875" y="1573220"/>
                <a:ext cx="538200" cy="374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EF77027-9541-E7B6-6AAA-38440A94B8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30755" y="1567100"/>
                  <a:ext cx="5504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81A1D0-ACD0-BE3F-8B9A-AA2ABF3AD264}"/>
                    </a:ext>
                  </a:extLst>
                </p14:cNvPr>
                <p14:cNvContentPartPr/>
                <p14:nvPr/>
              </p14:nvContentPartPr>
              <p14:xfrm>
                <a:off x="2149315" y="1786700"/>
                <a:ext cx="294480" cy="47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81A1D0-ACD0-BE3F-8B9A-AA2ABF3AD26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43195" y="1780580"/>
                  <a:ext cx="30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C5270E-CD65-0F0C-D8AA-90E305021A94}"/>
                    </a:ext>
                  </a:extLst>
                </p14:cNvPr>
                <p14:cNvContentPartPr/>
                <p14:nvPr/>
              </p14:nvContentPartPr>
              <p14:xfrm>
                <a:off x="577195" y="2249300"/>
                <a:ext cx="114120" cy="568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C5270E-CD65-0F0C-D8AA-90E305021A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1075" y="2243180"/>
                  <a:ext cx="12636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6EEDEAE-10CC-1078-B185-6EC63D62AC43}"/>
                    </a:ext>
                  </a:extLst>
                </p14:cNvPr>
                <p14:cNvContentPartPr/>
                <p14:nvPr/>
              </p14:nvContentPartPr>
              <p14:xfrm>
                <a:off x="334555" y="2045180"/>
                <a:ext cx="774720" cy="714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6EEDEAE-10CC-1078-B185-6EC63D62AC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8435" y="2039060"/>
                  <a:ext cx="78696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349335E-AF73-B0AA-B505-C15FDAB8DD65}"/>
                    </a:ext>
                  </a:extLst>
                </p14:cNvPr>
                <p14:cNvContentPartPr/>
                <p14:nvPr/>
              </p14:nvContentPartPr>
              <p14:xfrm>
                <a:off x="1701475" y="2221220"/>
                <a:ext cx="902520" cy="837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349335E-AF73-B0AA-B505-C15FDAB8DD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95355" y="2215100"/>
                  <a:ext cx="91476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147FDE-832B-3CF6-4AF4-3CF7C17EE093}"/>
                    </a:ext>
                  </a:extLst>
                </p14:cNvPr>
                <p14:cNvContentPartPr/>
                <p14:nvPr/>
              </p14:nvContentPartPr>
              <p14:xfrm>
                <a:off x="2555755" y="2262260"/>
                <a:ext cx="315000" cy="101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147FDE-832B-3CF6-4AF4-3CF7C17EE09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49635" y="2256140"/>
                  <a:ext cx="327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580039-B5C1-6105-E96B-BE2732D1B8D4}"/>
                    </a:ext>
                  </a:extLst>
                </p14:cNvPr>
                <p14:cNvContentPartPr/>
                <p14:nvPr/>
              </p14:nvContentPartPr>
              <p14:xfrm>
                <a:off x="3055075" y="2242820"/>
                <a:ext cx="226800" cy="352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580039-B5C1-6105-E96B-BE2732D1B8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48955" y="2236700"/>
                  <a:ext cx="239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BAA3C1-5B72-4B86-2AAE-51B48136E694}"/>
                    </a:ext>
                  </a:extLst>
                </p14:cNvPr>
                <p14:cNvContentPartPr/>
                <p14:nvPr/>
              </p14:nvContentPartPr>
              <p14:xfrm>
                <a:off x="172915" y="3440180"/>
                <a:ext cx="219960" cy="694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BAA3C1-5B72-4B86-2AAE-51B48136E6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6795" y="3434060"/>
                  <a:ext cx="23220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4A491D-A776-1E94-EAFE-FAD9E3A3E8B3}"/>
                    </a:ext>
                  </a:extLst>
                </p14:cNvPr>
                <p14:cNvContentPartPr/>
                <p14:nvPr/>
              </p14:nvContentPartPr>
              <p14:xfrm>
                <a:off x="537955" y="3491300"/>
                <a:ext cx="239400" cy="396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84A491D-A776-1E94-EAFE-FAD9E3A3E8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1835" y="3485180"/>
                  <a:ext cx="2516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EA79EE-84F3-64B3-F0AE-759AAE478C45}"/>
                    </a:ext>
                  </a:extLst>
                </p14:cNvPr>
                <p14:cNvContentPartPr/>
                <p14:nvPr/>
              </p14:nvContentPartPr>
              <p14:xfrm>
                <a:off x="1121875" y="3383300"/>
                <a:ext cx="268200" cy="340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EA79EE-84F3-64B3-F0AE-759AAE478C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5755" y="3377180"/>
                  <a:ext cx="2804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B8546A-CA2F-EE51-BE8C-45338E9C4969}"/>
                    </a:ext>
                  </a:extLst>
                </p14:cNvPr>
                <p14:cNvContentPartPr/>
                <p14:nvPr/>
              </p14:nvContentPartPr>
              <p14:xfrm>
                <a:off x="1490155" y="3293300"/>
                <a:ext cx="465840" cy="431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B8546A-CA2F-EE51-BE8C-45338E9C49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84035" y="3287180"/>
                  <a:ext cx="47808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739F14-8D66-A2CC-2391-DBB16129DFAF}"/>
                    </a:ext>
                  </a:extLst>
                </p14:cNvPr>
                <p14:cNvContentPartPr/>
                <p14:nvPr/>
              </p14:nvContentPartPr>
              <p14:xfrm>
                <a:off x="2030155" y="3374660"/>
                <a:ext cx="325800" cy="15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739F14-8D66-A2CC-2391-DBB16129DFA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24035" y="3368540"/>
                  <a:ext cx="338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34C02C8-E0C6-A7F8-E6B9-B106137E5389}"/>
                    </a:ext>
                  </a:extLst>
                </p14:cNvPr>
                <p14:cNvContentPartPr/>
                <p14:nvPr/>
              </p14:nvContentPartPr>
              <p14:xfrm>
                <a:off x="2533435" y="2740700"/>
                <a:ext cx="678600" cy="1647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34C02C8-E0C6-A7F8-E6B9-B106137E53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27315" y="2734580"/>
                  <a:ext cx="690840" cy="16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F211A6-487F-01AD-683E-8294863EEA0A}"/>
                    </a:ext>
                  </a:extLst>
                </p14:cNvPr>
                <p14:cNvContentPartPr/>
                <p14:nvPr/>
              </p14:nvContentPartPr>
              <p14:xfrm>
                <a:off x="175435" y="4362500"/>
                <a:ext cx="420480" cy="899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F211A6-487F-01AD-683E-8294863EEA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9315" y="4356380"/>
                  <a:ext cx="43272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EC98A5D-B18E-85F3-5921-CEDC1FCBEB02}"/>
                    </a:ext>
                  </a:extLst>
                </p14:cNvPr>
                <p14:cNvContentPartPr/>
                <p14:nvPr/>
              </p14:nvContentPartPr>
              <p14:xfrm>
                <a:off x="1001635" y="4315340"/>
                <a:ext cx="200160" cy="65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EC98A5D-B18E-85F3-5921-CEDC1FCBEB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5515" y="4309220"/>
                  <a:ext cx="21240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9CBC781-CF1E-B633-0E8C-11BD8042BD6A}"/>
                    </a:ext>
                  </a:extLst>
                </p14:cNvPr>
                <p14:cNvContentPartPr/>
                <p14:nvPr/>
              </p14:nvContentPartPr>
              <p14:xfrm>
                <a:off x="803635" y="4570580"/>
                <a:ext cx="435600" cy="191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9CBC781-CF1E-B633-0E8C-11BD8042BD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7515" y="4564460"/>
                  <a:ext cx="447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DEFA123-21BF-5E73-B55D-00708BE10C8B}"/>
                    </a:ext>
                  </a:extLst>
                </p14:cNvPr>
                <p14:cNvContentPartPr/>
                <p14:nvPr/>
              </p14:nvContentPartPr>
              <p14:xfrm>
                <a:off x="1288555" y="4573820"/>
                <a:ext cx="473400" cy="246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DEFA123-21BF-5E73-B55D-00708BE10C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82435" y="4567700"/>
                  <a:ext cx="4856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1EF8D8-080A-F27A-E0C9-7AA3991622E8}"/>
                    </a:ext>
                  </a:extLst>
                </p14:cNvPr>
                <p14:cNvContentPartPr/>
                <p14:nvPr/>
              </p14:nvContentPartPr>
              <p14:xfrm>
                <a:off x="1805875" y="4378340"/>
                <a:ext cx="104040" cy="93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71EF8D8-080A-F27A-E0C9-7AA3991622E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99755" y="4372220"/>
                  <a:ext cx="116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376823-1EE6-3200-3FB6-0A194D2E5C6F}"/>
                    </a:ext>
                  </a:extLst>
                </p14:cNvPr>
                <p14:cNvContentPartPr/>
                <p14:nvPr/>
              </p14:nvContentPartPr>
              <p14:xfrm>
                <a:off x="1952755" y="4161980"/>
                <a:ext cx="477720" cy="19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376823-1EE6-3200-3FB6-0A194D2E5C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46635" y="4155860"/>
                  <a:ext cx="489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575EAE8-6CCE-9253-E5B0-0945E1FDC3AC}"/>
                    </a:ext>
                  </a:extLst>
                </p14:cNvPr>
                <p14:cNvContentPartPr/>
                <p14:nvPr/>
              </p14:nvContentPartPr>
              <p14:xfrm>
                <a:off x="1786435" y="4514060"/>
                <a:ext cx="119520" cy="319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575EAE8-6CCE-9253-E5B0-0945E1FDC3A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80315" y="4507940"/>
                  <a:ext cx="131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41E210-E3E4-89C3-E7B1-E981EF982933}"/>
                    </a:ext>
                  </a:extLst>
                </p14:cNvPr>
                <p14:cNvContentPartPr/>
                <p14:nvPr/>
              </p14:nvContentPartPr>
              <p14:xfrm>
                <a:off x="1997395" y="4291580"/>
                <a:ext cx="24480" cy="103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41E210-E3E4-89C3-E7B1-E981EF9829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91275" y="4285460"/>
                  <a:ext cx="36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7DAD76-99FF-F6A6-7754-A651A8F74793}"/>
                    </a:ext>
                  </a:extLst>
                </p14:cNvPr>
                <p14:cNvContentPartPr/>
                <p14:nvPr/>
              </p14:nvContentPartPr>
              <p14:xfrm>
                <a:off x="2052835" y="4419740"/>
                <a:ext cx="777960" cy="526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7DAD76-99FF-F6A6-7754-A651A8F7479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46715" y="4413620"/>
                  <a:ext cx="7902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808C165-39D0-C036-2DFF-9129EEE23758}"/>
                    </a:ext>
                  </a:extLst>
                </p14:cNvPr>
                <p14:cNvContentPartPr/>
                <p14:nvPr/>
              </p14:nvContentPartPr>
              <p14:xfrm>
                <a:off x="6157915" y="187220"/>
                <a:ext cx="664200" cy="1221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808C165-39D0-C036-2DFF-9129EEE237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51795" y="181100"/>
                  <a:ext cx="676440" cy="12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5CF890-A9A6-8F94-139E-4CF5102F0A9B}"/>
                    </a:ext>
                  </a:extLst>
                </p14:cNvPr>
                <p14:cNvContentPartPr/>
                <p14:nvPr/>
              </p14:nvContentPartPr>
              <p14:xfrm>
                <a:off x="8349595" y="532460"/>
                <a:ext cx="50760" cy="75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5CF890-A9A6-8F94-139E-4CF5102F0A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43475" y="526340"/>
                  <a:ext cx="63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B17074-BEDA-958F-4BAF-F4F8BAAD0691}"/>
                    </a:ext>
                  </a:extLst>
                </p14:cNvPr>
                <p14:cNvContentPartPr/>
                <p14:nvPr/>
              </p14:nvContentPartPr>
              <p14:xfrm>
                <a:off x="8214595" y="1067060"/>
                <a:ext cx="54000" cy="2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B17074-BEDA-958F-4BAF-F4F8BAAD069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08475" y="1060940"/>
                  <a:ext cx="66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23373B2-CA77-9F18-6BE3-0A0DFC744C47}"/>
                    </a:ext>
                  </a:extLst>
                </p14:cNvPr>
                <p14:cNvContentPartPr/>
                <p14:nvPr/>
              </p14:nvContentPartPr>
              <p14:xfrm>
                <a:off x="8485675" y="530300"/>
                <a:ext cx="42840" cy="25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23373B2-CA77-9F18-6BE3-0A0DFC744C4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79555" y="524180"/>
                  <a:ext cx="55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5C6F2D-2890-55CE-B822-833792D37694}"/>
                    </a:ext>
                  </a:extLst>
                </p14:cNvPr>
                <p14:cNvContentPartPr/>
                <p14:nvPr/>
              </p14:nvContentPartPr>
              <p14:xfrm>
                <a:off x="8388835" y="567020"/>
                <a:ext cx="15840" cy="45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5C6F2D-2890-55CE-B822-833792D3769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82715" y="560900"/>
                  <a:ext cx="28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96189E-17C1-C130-2349-895292781F62}"/>
                    </a:ext>
                  </a:extLst>
                </p14:cNvPr>
                <p14:cNvContentPartPr/>
                <p14:nvPr/>
              </p14:nvContentPartPr>
              <p14:xfrm>
                <a:off x="8198755" y="1101980"/>
                <a:ext cx="81000" cy="21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96189E-17C1-C130-2349-895292781F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92635" y="1095860"/>
                  <a:ext cx="93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5091ED-A890-0782-1A3E-B0D2C432B501}"/>
                    </a:ext>
                  </a:extLst>
                </p14:cNvPr>
                <p14:cNvContentPartPr/>
                <p14:nvPr/>
              </p14:nvContentPartPr>
              <p14:xfrm>
                <a:off x="6604315" y="339500"/>
                <a:ext cx="305640" cy="625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5091ED-A890-0782-1A3E-B0D2C432B50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98195" y="333380"/>
                  <a:ext cx="31788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1A94FA4-A8BE-6D10-8489-CFA7EC6D2CFD}"/>
                    </a:ext>
                  </a:extLst>
                </p14:cNvPr>
                <p14:cNvContentPartPr/>
                <p14:nvPr/>
              </p14:nvContentPartPr>
              <p14:xfrm>
                <a:off x="7164115" y="400340"/>
                <a:ext cx="49680" cy="468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1A94FA4-A8BE-6D10-8489-CFA7EC6D2C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57995" y="394220"/>
                  <a:ext cx="619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EB8E1C-A0E8-D642-BC1D-2B3E8C49C1F3}"/>
                    </a:ext>
                  </a:extLst>
                </p14:cNvPr>
                <p14:cNvContentPartPr/>
                <p14:nvPr/>
              </p14:nvContentPartPr>
              <p14:xfrm>
                <a:off x="7079515" y="602660"/>
                <a:ext cx="395280" cy="196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EB8E1C-A0E8-D642-BC1D-2B3E8C49C1F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73395" y="596540"/>
                  <a:ext cx="407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684956-7C47-FC88-C238-99A90A2802A8}"/>
                    </a:ext>
                  </a:extLst>
                </p14:cNvPr>
                <p14:cNvContentPartPr/>
                <p14:nvPr/>
              </p14:nvContentPartPr>
              <p14:xfrm>
                <a:off x="7559755" y="670340"/>
                <a:ext cx="269280" cy="125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684956-7C47-FC88-C238-99A90A2802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53635" y="664220"/>
                  <a:ext cx="281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1E248E-B989-ECB2-CE1B-573990F056B5}"/>
                    </a:ext>
                  </a:extLst>
                </p14:cNvPr>
                <p14:cNvContentPartPr/>
                <p14:nvPr/>
              </p14:nvContentPartPr>
              <p14:xfrm>
                <a:off x="7776115" y="465140"/>
                <a:ext cx="121680" cy="318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E1E248E-B989-ECB2-CE1B-573990F056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69995" y="459020"/>
                  <a:ext cx="1339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D46F826-FEF7-6988-1701-E50E6225E103}"/>
                    </a:ext>
                  </a:extLst>
                </p14:cNvPr>
                <p14:cNvContentPartPr/>
                <p14:nvPr/>
              </p14:nvContentPartPr>
              <p14:xfrm>
                <a:off x="7773235" y="671420"/>
                <a:ext cx="240480" cy="4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D46F826-FEF7-6988-1701-E50E6225E1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67115" y="665300"/>
                  <a:ext cx="252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7377E6-A312-7762-E8D3-B81626945184}"/>
                    </a:ext>
                  </a:extLst>
                </p14:cNvPr>
                <p14:cNvContentPartPr/>
                <p14:nvPr/>
              </p14:nvContentPartPr>
              <p14:xfrm>
                <a:off x="6951715" y="1029260"/>
                <a:ext cx="280080" cy="1055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7377E6-A312-7762-E8D3-B8162694518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45595" y="1023140"/>
                  <a:ext cx="292320" cy="10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78B7C4D-E6B3-7524-173C-AA82A6151B82}"/>
                    </a:ext>
                  </a:extLst>
                </p14:cNvPr>
                <p14:cNvContentPartPr/>
                <p14:nvPr/>
              </p14:nvContentPartPr>
              <p14:xfrm>
                <a:off x="6248995" y="1910540"/>
                <a:ext cx="951840" cy="282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78B7C4D-E6B3-7524-173C-AA82A6151B8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42875" y="1904420"/>
                  <a:ext cx="9640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D58D8DB-4529-A299-55C9-64F46D1D496F}"/>
                    </a:ext>
                  </a:extLst>
                </p14:cNvPr>
                <p14:cNvContentPartPr/>
                <p14:nvPr/>
              </p14:nvContentPartPr>
              <p14:xfrm>
                <a:off x="7274635" y="1896500"/>
                <a:ext cx="205920" cy="317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D58D8DB-4529-A299-55C9-64F46D1D496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68515" y="1890380"/>
                  <a:ext cx="2181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83C26E-D1C4-29D8-1460-E24318D62A10}"/>
                    </a:ext>
                  </a:extLst>
                </p14:cNvPr>
                <p14:cNvContentPartPr/>
                <p14:nvPr/>
              </p14:nvContentPartPr>
              <p14:xfrm>
                <a:off x="7028035" y="1923500"/>
                <a:ext cx="653760" cy="295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83C26E-D1C4-29D8-1460-E24318D62A1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21915" y="1917380"/>
                  <a:ext cx="6660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307745B-73D3-E6E4-EB5E-A6258E0AD1C0}"/>
                    </a:ext>
                  </a:extLst>
                </p14:cNvPr>
                <p14:cNvContentPartPr/>
                <p14:nvPr/>
              </p14:nvContentPartPr>
              <p14:xfrm>
                <a:off x="5273395" y="2366300"/>
                <a:ext cx="475560" cy="667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307745B-73D3-E6E4-EB5E-A6258E0AD1C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67275" y="2360180"/>
                  <a:ext cx="48780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3D8EE7-BDCA-1D53-BD85-D2A65A90E1D9}"/>
                    </a:ext>
                  </a:extLst>
                </p14:cNvPr>
                <p14:cNvContentPartPr/>
                <p14:nvPr/>
              </p14:nvContentPartPr>
              <p14:xfrm>
                <a:off x="5887555" y="2337140"/>
                <a:ext cx="305280" cy="653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3D8EE7-BDCA-1D53-BD85-D2A65A90E1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81435" y="2331020"/>
                  <a:ext cx="31752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FA8075-0255-E9F5-D4E2-575242B2AA9E}"/>
                    </a:ext>
                  </a:extLst>
                </p14:cNvPr>
                <p14:cNvContentPartPr/>
                <p14:nvPr/>
              </p14:nvContentPartPr>
              <p14:xfrm>
                <a:off x="5911315" y="2680940"/>
                <a:ext cx="242640" cy="57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FA8075-0255-E9F5-D4E2-575242B2AA9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05195" y="2674820"/>
                  <a:ext cx="254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A821A9-C235-0DF4-1B39-D5A06E116881}"/>
                    </a:ext>
                  </a:extLst>
                </p14:cNvPr>
                <p14:cNvContentPartPr/>
                <p14:nvPr/>
              </p14:nvContentPartPr>
              <p14:xfrm>
                <a:off x="6448435" y="2599940"/>
                <a:ext cx="376200" cy="301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A821A9-C235-0DF4-1B39-D5A06E1168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42315" y="2593820"/>
                  <a:ext cx="3884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D8B8C10-052D-9337-89DF-594A2D756C4C}"/>
                    </a:ext>
                  </a:extLst>
                </p14:cNvPr>
                <p14:cNvContentPartPr/>
                <p14:nvPr/>
              </p14:nvContentPartPr>
              <p14:xfrm>
                <a:off x="6812035" y="2745020"/>
                <a:ext cx="153360" cy="155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D8B8C10-052D-9337-89DF-594A2D756C4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05915" y="2738900"/>
                  <a:ext cx="165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1E6D9F3-3A10-223D-F36D-DA39C2E59916}"/>
                    </a:ext>
                  </a:extLst>
                </p14:cNvPr>
                <p14:cNvContentPartPr/>
                <p14:nvPr/>
              </p14:nvContentPartPr>
              <p14:xfrm>
                <a:off x="7034155" y="2617220"/>
                <a:ext cx="17280" cy="40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1E6D9F3-3A10-223D-F36D-DA39C2E5991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28035" y="2611100"/>
                  <a:ext cx="29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DB26E6-FAE8-AD59-E8F1-503E7034D44C}"/>
                    </a:ext>
                  </a:extLst>
                </p14:cNvPr>
                <p14:cNvContentPartPr/>
                <p14:nvPr/>
              </p14:nvContentPartPr>
              <p14:xfrm>
                <a:off x="7187875" y="2430020"/>
                <a:ext cx="390240" cy="534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DB26E6-FAE8-AD59-E8F1-503E7034D44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81755" y="2423900"/>
                  <a:ext cx="4024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73CB984-9676-02B0-B462-1E7C1188B94D}"/>
                    </a:ext>
                  </a:extLst>
                </p14:cNvPr>
                <p14:cNvContentPartPr/>
                <p14:nvPr/>
              </p14:nvContentPartPr>
              <p14:xfrm>
                <a:off x="4512715" y="3846260"/>
                <a:ext cx="149400" cy="388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73CB984-9676-02B0-B462-1E7C1188B94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06595" y="3840140"/>
                  <a:ext cx="1616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B5CF6B4-87FB-A50B-E03D-4058C5CC5E75}"/>
                    </a:ext>
                  </a:extLst>
                </p14:cNvPr>
                <p14:cNvContentPartPr/>
                <p14:nvPr/>
              </p14:nvContentPartPr>
              <p14:xfrm>
                <a:off x="4850395" y="3448460"/>
                <a:ext cx="8640" cy="75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B5CF6B4-87FB-A50B-E03D-4058C5CC5E7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44275" y="3442340"/>
                  <a:ext cx="20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D31870E-0008-BDEF-5454-F86F976817B2}"/>
                    </a:ext>
                  </a:extLst>
                </p14:cNvPr>
                <p14:cNvContentPartPr/>
                <p14:nvPr/>
              </p14:nvContentPartPr>
              <p14:xfrm>
                <a:off x="4954075" y="3746900"/>
                <a:ext cx="406800" cy="399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D31870E-0008-BDEF-5454-F86F976817B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47955" y="3740780"/>
                  <a:ext cx="4190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BCC9D84-DEAB-80F6-9D2D-D9D13126135F}"/>
                    </a:ext>
                  </a:extLst>
                </p14:cNvPr>
                <p14:cNvContentPartPr/>
                <p14:nvPr/>
              </p14:nvContentPartPr>
              <p14:xfrm>
                <a:off x="5625115" y="3453860"/>
                <a:ext cx="645840" cy="642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BCC9D84-DEAB-80F6-9D2D-D9D1312613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18995" y="3447740"/>
                  <a:ext cx="6580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07E1083-40FC-776B-8F82-D01A6C45181E}"/>
                    </a:ext>
                  </a:extLst>
                </p14:cNvPr>
                <p14:cNvContentPartPr/>
                <p14:nvPr/>
              </p14:nvContentPartPr>
              <p14:xfrm>
                <a:off x="6329275" y="3703340"/>
                <a:ext cx="313920" cy="285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07E1083-40FC-776B-8F82-D01A6C45181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23155" y="3697220"/>
                  <a:ext cx="3261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E5E26B4-C47D-7F63-8E7F-A86C7F7E691E}"/>
                    </a:ext>
                  </a:extLst>
                </p14:cNvPr>
                <p14:cNvContentPartPr/>
                <p14:nvPr/>
              </p14:nvContentPartPr>
              <p14:xfrm>
                <a:off x="6795115" y="3209060"/>
                <a:ext cx="1237320" cy="754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E5E26B4-C47D-7F63-8E7F-A86C7F7E691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88995" y="3202940"/>
                  <a:ext cx="124956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A2CA95E-1CCB-A457-8650-42EF02AFD5E4}"/>
                    </a:ext>
                  </a:extLst>
                </p14:cNvPr>
                <p14:cNvContentPartPr/>
                <p14:nvPr/>
              </p14:nvContentPartPr>
              <p14:xfrm>
                <a:off x="8190475" y="3726020"/>
                <a:ext cx="21960" cy="95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A2CA95E-1CCB-A457-8650-42EF02AFD5E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84355" y="3719900"/>
                  <a:ext cx="34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1773B8B-C6D5-9E7C-F23A-2B862C4906E5}"/>
                    </a:ext>
                  </a:extLst>
                </p14:cNvPr>
                <p14:cNvContentPartPr/>
                <p14:nvPr/>
              </p14:nvContentPartPr>
              <p14:xfrm>
                <a:off x="3545755" y="3691460"/>
                <a:ext cx="915480" cy="489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1773B8B-C6D5-9E7C-F23A-2B862C4906E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39635" y="3685340"/>
                  <a:ext cx="9277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AE3CD11-683D-2E41-8599-A40E0AD3DD00}"/>
                    </a:ext>
                  </a:extLst>
                </p14:cNvPr>
                <p14:cNvContentPartPr/>
                <p14:nvPr/>
              </p14:nvContentPartPr>
              <p14:xfrm>
                <a:off x="2312035" y="1896500"/>
                <a:ext cx="1656000" cy="4199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AE3CD11-683D-2E41-8599-A40E0AD3DD0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305915" y="1890380"/>
                  <a:ext cx="1668240" cy="42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A8DBB7-6F40-5291-5CA7-62CE751FDB57}"/>
                    </a:ext>
                  </a:extLst>
                </p14:cNvPr>
                <p14:cNvContentPartPr/>
                <p14:nvPr/>
              </p14:nvContentPartPr>
              <p14:xfrm>
                <a:off x="3588955" y="4872980"/>
                <a:ext cx="113760" cy="340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A8DBB7-6F40-5291-5CA7-62CE751FDB5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82835" y="4866860"/>
                  <a:ext cx="126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90394D0-AD83-C298-B911-FAD49219BC60}"/>
                    </a:ext>
                  </a:extLst>
                </p14:cNvPr>
                <p14:cNvContentPartPr/>
                <p14:nvPr/>
              </p14:nvContentPartPr>
              <p14:xfrm>
                <a:off x="3840955" y="4531340"/>
                <a:ext cx="42480" cy="52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90394D0-AD83-C298-B911-FAD49219BC6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34835" y="4525220"/>
                  <a:ext cx="54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12B7267-A390-4F22-9209-8FAC1457C578}"/>
                    </a:ext>
                  </a:extLst>
                </p14:cNvPr>
                <p14:cNvContentPartPr/>
                <p14:nvPr/>
              </p14:nvContentPartPr>
              <p14:xfrm>
                <a:off x="3873715" y="4795220"/>
                <a:ext cx="361080" cy="290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12B7267-A390-4F22-9209-8FAC1457C57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67595" y="4789100"/>
                  <a:ext cx="3733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FE984A-01A4-0DBC-7230-2D8605EEBD9D}"/>
                    </a:ext>
                  </a:extLst>
                </p14:cNvPr>
                <p14:cNvContentPartPr/>
                <p14:nvPr/>
              </p14:nvContentPartPr>
              <p14:xfrm>
                <a:off x="4644115" y="4532420"/>
                <a:ext cx="1176840" cy="823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FE984A-01A4-0DBC-7230-2D8605EEBD9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37995" y="4526300"/>
                  <a:ext cx="1189080" cy="8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C5A490A-279E-BE9F-C7C7-05E0AC9B050C}"/>
                    </a:ext>
                  </a:extLst>
                </p14:cNvPr>
                <p14:cNvContentPartPr/>
                <p14:nvPr/>
              </p14:nvContentPartPr>
              <p14:xfrm>
                <a:off x="5841475" y="4654460"/>
                <a:ext cx="557640" cy="343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C5A490A-279E-BE9F-C7C7-05E0AC9B050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35355" y="4648340"/>
                  <a:ext cx="5698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DBB1D0-E455-0437-86CE-780F4075E35C}"/>
                    </a:ext>
                  </a:extLst>
                </p14:cNvPr>
                <p14:cNvContentPartPr/>
                <p14:nvPr/>
              </p14:nvContentPartPr>
              <p14:xfrm>
                <a:off x="6776035" y="4552940"/>
                <a:ext cx="289800" cy="506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DBB1D0-E455-0437-86CE-780F4075E35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69915" y="4546820"/>
                  <a:ext cx="3020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43B8479-89FE-23CA-73AA-E50B174FB9BA}"/>
                    </a:ext>
                  </a:extLst>
                </p14:cNvPr>
                <p14:cNvContentPartPr/>
                <p14:nvPr/>
              </p14:nvContentPartPr>
              <p14:xfrm>
                <a:off x="7247995" y="4557260"/>
                <a:ext cx="561960" cy="341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43B8479-89FE-23CA-73AA-E50B174FB9B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41875" y="4551140"/>
                  <a:ext cx="5742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0A2002C-1D81-797A-A594-D0407E173805}"/>
                    </a:ext>
                  </a:extLst>
                </p14:cNvPr>
                <p14:cNvContentPartPr/>
                <p14:nvPr/>
              </p14:nvContentPartPr>
              <p14:xfrm>
                <a:off x="7728595" y="4581380"/>
                <a:ext cx="339120" cy="174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0A2002C-1D81-797A-A594-D0407E17380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22475" y="4575260"/>
                  <a:ext cx="351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60B9795-424B-A703-B942-BB9AD7228957}"/>
                    </a:ext>
                  </a:extLst>
                </p14:cNvPr>
                <p14:cNvContentPartPr/>
                <p14:nvPr/>
              </p14:nvContentPartPr>
              <p14:xfrm>
                <a:off x="7827235" y="4552940"/>
                <a:ext cx="334800" cy="418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60B9795-424B-A703-B942-BB9AD722895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21115" y="4546820"/>
                  <a:ext cx="3470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BD86947-8C45-AB60-211C-2A55761DCFC9}"/>
                    </a:ext>
                  </a:extLst>
                </p14:cNvPr>
                <p14:cNvContentPartPr/>
                <p14:nvPr/>
              </p14:nvContentPartPr>
              <p14:xfrm>
                <a:off x="8014435" y="4707020"/>
                <a:ext cx="466920" cy="92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BD86947-8C45-AB60-211C-2A55761DCFC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08315" y="4700900"/>
                  <a:ext cx="479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1E79556-627E-A078-FEC4-354A37004634}"/>
                    </a:ext>
                  </a:extLst>
                </p14:cNvPr>
                <p14:cNvContentPartPr/>
                <p14:nvPr/>
              </p14:nvContentPartPr>
              <p14:xfrm>
                <a:off x="8612395" y="4586780"/>
                <a:ext cx="47520" cy="91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1E79556-627E-A078-FEC4-354A3700463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06275" y="4580660"/>
                  <a:ext cx="5976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2A6B7E9-4AB5-6902-DBB9-CDE03D844AAE}"/>
              </a:ext>
            </a:extLst>
          </p:cNvPr>
          <p:cNvGrpSpPr/>
          <p:nvPr/>
        </p:nvGrpSpPr>
        <p:grpSpPr>
          <a:xfrm>
            <a:off x="9349315" y="1645940"/>
            <a:ext cx="2721960" cy="2329920"/>
            <a:chOff x="9349315" y="1645940"/>
            <a:chExt cx="2721960" cy="23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C5CB98-B68B-62B4-DFB3-9847F445C31C}"/>
                    </a:ext>
                  </a:extLst>
                </p14:cNvPr>
                <p14:cNvContentPartPr/>
                <p14:nvPr/>
              </p14:nvContentPartPr>
              <p14:xfrm>
                <a:off x="9773035" y="1645940"/>
                <a:ext cx="107280" cy="1373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C5CB98-B68B-62B4-DFB3-9847F445C3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66915" y="1639820"/>
                  <a:ext cx="119520" cy="13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2554A57-AB51-4D3C-848F-82B063FA6645}"/>
                    </a:ext>
                  </a:extLst>
                </p14:cNvPr>
                <p14:cNvContentPartPr/>
                <p14:nvPr/>
              </p14:nvContentPartPr>
              <p14:xfrm>
                <a:off x="9349315" y="2768060"/>
                <a:ext cx="342720" cy="164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2554A57-AB51-4D3C-848F-82B063FA664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3195" y="2761940"/>
                  <a:ext cx="354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597E0F8-12DB-1B3C-BD63-EDECCEE36974}"/>
                    </a:ext>
                  </a:extLst>
                </p14:cNvPr>
                <p14:cNvContentPartPr/>
                <p14:nvPr/>
              </p14:nvContentPartPr>
              <p14:xfrm>
                <a:off x="9831355" y="2872460"/>
                <a:ext cx="454680" cy="170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597E0F8-12DB-1B3C-BD63-EDECCEE3697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25235" y="2866340"/>
                  <a:ext cx="466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973E7F-0208-C36B-45F3-785F99B11596}"/>
                    </a:ext>
                  </a:extLst>
                </p14:cNvPr>
                <p14:cNvContentPartPr/>
                <p14:nvPr/>
              </p14:nvContentPartPr>
              <p14:xfrm>
                <a:off x="9530395" y="3402740"/>
                <a:ext cx="140760" cy="488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973E7F-0208-C36B-45F3-785F99B1159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24275" y="3396620"/>
                  <a:ext cx="1530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AB95AA9-25AB-0EC4-9705-DB8AE47D7433}"/>
                    </a:ext>
                  </a:extLst>
                </p14:cNvPr>
                <p14:cNvContentPartPr/>
                <p14:nvPr/>
              </p14:nvContentPartPr>
              <p14:xfrm>
                <a:off x="9706075" y="3170540"/>
                <a:ext cx="231840" cy="132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AB95AA9-25AB-0EC4-9705-DB8AE47D743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99955" y="3164420"/>
                  <a:ext cx="244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5180A74-D459-6D36-9871-90F8272408D0}"/>
                    </a:ext>
                  </a:extLst>
                </p14:cNvPr>
                <p14:cNvContentPartPr/>
                <p14:nvPr/>
              </p14:nvContentPartPr>
              <p14:xfrm>
                <a:off x="9402235" y="3938780"/>
                <a:ext cx="255960" cy="37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5180A74-D459-6D36-9871-90F8272408D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96115" y="3932660"/>
                  <a:ext cx="268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D09AA74-9A08-256A-CA8D-36AA733AB7C8}"/>
                    </a:ext>
                  </a:extLst>
                </p14:cNvPr>
                <p14:cNvContentPartPr/>
                <p14:nvPr/>
              </p14:nvContentPartPr>
              <p14:xfrm>
                <a:off x="10381435" y="3288980"/>
                <a:ext cx="305280" cy="568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D09AA74-9A08-256A-CA8D-36AA733AB7C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375315" y="3282860"/>
                  <a:ext cx="31752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B7D1E14-33F8-A119-53E1-F927DAF083BE}"/>
                    </a:ext>
                  </a:extLst>
                </p14:cNvPr>
                <p14:cNvContentPartPr/>
                <p14:nvPr/>
              </p14:nvContentPartPr>
              <p14:xfrm>
                <a:off x="10313755" y="3684980"/>
                <a:ext cx="498240" cy="34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B7D1E14-33F8-A119-53E1-F927DAF083B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07635" y="3678860"/>
                  <a:ext cx="510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946954-D391-BA48-A9E9-0C14C1CC1A76}"/>
                    </a:ext>
                  </a:extLst>
                </p14:cNvPr>
                <p14:cNvContentPartPr/>
                <p14:nvPr/>
              </p14:nvContentPartPr>
              <p14:xfrm>
                <a:off x="11111515" y="3291140"/>
                <a:ext cx="467280" cy="383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946954-D391-BA48-A9E9-0C14C1CC1A7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105395" y="3285020"/>
                  <a:ext cx="4795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F980B38-9343-DAEF-0E91-C45391A615CD}"/>
                    </a:ext>
                  </a:extLst>
                </p14:cNvPr>
                <p14:cNvContentPartPr/>
                <p14:nvPr/>
              </p14:nvContentPartPr>
              <p14:xfrm>
                <a:off x="11786155" y="3215180"/>
                <a:ext cx="102960" cy="102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F980B38-9343-DAEF-0E91-C45391A615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780035" y="3209060"/>
                  <a:ext cx="115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D9069EC-23AF-228F-5155-C71FCD063E4E}"/>
                    </a:ext>
                  </a:extLst>
                </p14:cNvPr>
                <p14:cNvContentPartPr/>
                <p14:nvPr/>
              </p14:nvContentPartPr>
              <p14:xfrm>
                <a:off x="11671675" y="3205820"/>
                <a:ext cx="399600" cy="434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D9069EC-23AF-228F-5155-C71FCD063E4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665555" y="3199700"/>
                  <a:ext cx="411840" cy="44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EFD07C5-203B-1BCF-72DE-E9975900DFD6}"/>
                  </a:ext>
                </a:extLst>
              </p14:cNvPr>
              <p14:cNvContentPartPr/>
              <p14:nvPr/>
            </p14:nvContentPartPr>
            <p14:xfrm>
              <a:off x="9539755" y="4404260"/>
              <a:ext cx="1247400" cy="4485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EFD07C5-203B-1BCF-72DE-E9975900DFD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533635" y="4398140"/>
                <a:ext cx="1259640" cy="46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0C0CD65-E036-7F62-29F9-9B89E775C572}"/>
              </a:ext>
            </a:extLst>
          </p:cNvPr>
          <p:cNvGrpSpPr/>
          <p:nvPr/>
        </p:nvGrpSpPr>
        <p:grpSpPr>
          <a:xfrm>
            <a:off x="9154555" y="5308580"/>
            <a:ext cx="1247760" cy="559440"/>
            <a:chOff x="9154555" y="5308580"/>
            <a:chExt cx="124776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C75D84-935D-918F-9FCF-4B0371D38D63}"/>
                    </a:ext>
                  </a:extLst>
                </p14:cNvPr>
                <p14:cNvContentPartPr/>
                <p14:nvPr/>
              </p14:nvContentPartPr>
              <p14:xfrm>
                <a:off x="9154555" y="5342060"/>
                <a:ext cx="417960" cy="525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C75D84-935D-918F-9FCF-4B0371D38D6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48435" y="5335940"/>
                  <a:ext cx="4302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DAB738C-6CA3-DA49-73C4-7AD3C72D4A19}"/>
                    </a:ext>
                  </a:extLst>
                </p14:cNvPr>
                <p14:cNvContentPartPr/>
                <p14:nvPr/>
              </p14:nvContentPartPr>
              <p14:xfrm>
                <a:off x="9356515" y="5308580"/>
                <a:ext cx="484920" cy="42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DAB738C-6CA3-DA49-73C4-7AD3C72D4A1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50395" y="5302460"/>
                  <a:ext cx="497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B987FF9-E7D0-7B18-9C49-8779E8957742}"/>
                    </a:ext>
                  </a:extLst>
                </p14:cNvPr>
                <p14:cNvContentPartPr/>
                <p14:nvPr/>
              </p14:nvContentPartPr>
              <p14:xfrm>
                <a:off x="9182635" y="5632940"/>
                <a:ext cx="433080" cy="79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B987FF9-E7D0-7B18-9C49-8779E895774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76515" y="5626820"/>
                  <a:ext cx="445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869B8E8-9A20-31D7-2F90-40A90B012A53}"/>
                    </a:ext>
                  </a:extLst>
                </p14:cNvPr>
                <p14:cNvContentPartPr/>
                <p14:nvPr/>
              </p14:nvContentPartPr>
              <p14:xfrm>
                <a:off x="9874915" y="5525300"/>
                <a:ext cx="388800" cy="194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869B8E8-9A20-31D7-2F90-40A90B012A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868795" y="5519180"/>
                  <a:ext cx="401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3170CA-7C45-C0BC-EAC0-5CA10D39F3F3}"/>
                    </a:ext>
                  </a:extLst>
                </p14:cNvPr>
                <p14:cNvContentPartPr/>
                <p14:nvPr/>
              </p14:nvContentPartPr>
              <p14:xfrm>
                <a:off x="10009915" y="5596940"/>
                <a:ext cx="392400" cy="191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3170CA-7C45-C0BC-EAC0-5CA10D39F3F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003795" y="5590820"/>
                  <a:ext cx="40464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15DB11E-2B7D-4D67-CF5E-B0493D9CD249}"/>
              </a:ext>
            </a:extLst>
          </p:cNvPr>
          <p:cNvGrpSpPr/>
          <p:nvPr/>
        </p:nvGrpSpPr>
        <p:grpSpPr>
          <a:xfrm>
            <a:off x="10912075" y="5140460"/>
            <a:ext cx="1367280" cy="538200"/>
            <a:chOff x="10912075" y="5140460"/>
            <a:chExt cx="1367280" cy="53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4C765C-36F0-2E9E-AD89-D9924E4A62CA}"/>
                    </a:ext>
                  </a:extLst>
                </p14:cNvPr>
                <p14:cNvContentPartPr/>
                <p14:nvPr/>
              </p14:nvContentPartPr>
              <p14:xfrm>
                <a:off x="10912075" y="5140460"/>
                <a:ext cx="1284840" cy="538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4C765C-36F0-2E9E-AD89-D9924E4A62C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05955" y="5134340"/>
                  <a:ext cx="129708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CF5EF27-8D5B-AC77-A535-18A40DA307EB}"/>
                    </a:ext>
                  </a:extLst>
                </p14:cNvPr>
                <p14:cNvContentPartPr/>
                <p14:nvPr/>
              </p14:nvContentPartPr>
              <p14:xfrm>
                <a:off x="12246595" y="5369060"/>
                <a:ext cx="32760" cy="52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CF5EF27-8D5B-AC77-A535-18A40DA307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240475" y="5362940"/>
                  <a:ext cx="4500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455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B47C88-5452-3E98-C59A-03FE23D9473A}"/>
                  </a:ext>
                </a:extLst>
              </p14:cNvPr>
              <p14:cNvContentPartPr/>
              <p14:nvPr/>
            </p14:nvContentPartPr>
            <p14:xfrm>
              <a:off x="1622635" y="104420"/>
              <a:ext cx="688320" cy="2063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B47C88-5452-3E98-C59A-03FE23D947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6515" y="98300"/>
                <a:ext cx="700560" cy="20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A3FFC0-806D-561F-2759-25CF4758E18C}"/>
                  </a:ext>
                </a:extLst>
              </p14:cNvPr>
              <p14:cNvContentPartPr/>
              <p14:nvPr/>
            </p14:nvContentPartPr>
            <p14:xfrm>
              <a:off x="3731515" y="579260"/>
              <a:ext cx="85680" cy="74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A3FFC0-806D-561F-2759-25CF4758E1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5395" y="573140"/>
                <a:ext cx="979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B51E4C-5FD3-652A-BA1F-8626D02CBAB5}"/>
                  </a:ext>
                </a:extLst>
              </p14:cNvPr>
              <p14:cNvContentPartPr/>
              <p14:nvPr/>
            </p14:nvContentPartPr>
            <p14:xfrm>
              <a:off x="3567355" y="1396100"/>
              <a:ext cx="96840" cy="12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B51E4C-5FD3-652A-BA1F-8626D02CBA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61235" y="1389980"/>
                <a:ext cx="1090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510D64-3BC8-FCB5-E3B4-64E0CB90028C}"/>
                  </a:ext>
                </a:extLst>
              </p14:cNvPr>
              <p14:cNvContentPartPr/>
              <p14:nvPr/>
            </p14:nvContentPartPr>
            <p14:xfrm>
              <a:off x="2439115" y="779060"/>
              <a:ext cx="126720" cy="371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510D64-3BC8-FCB5-E3B4-64E0CB9002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32995" y="772940"/>
                <a:ext cx="1389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961F1C-41D0-53F0-8CDD-C383CD8DDFD4}"/>
                  </a:ext>
                </a:extLst>
              </p14:cNvPr>
              <p14:cNvContentPartPr/>
              <p14:nvPr/>
            </p14:nvContentPartPr>
            <p14:xfrm>
              <a:off x="2637835" y="664580"/>
              <a:ext cx="116280" cy="38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961F1C-41D0-53F0-8CDD-C383CD8DDF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1715" y="658460"/>
                <a:ext cx="1285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205BC13-AFDB-22AE-8E90-0EA43CEAADCB}"/>
                  </a:ext>
                </a:extLst>
              </p14:cNvPr>
              <p14:cNvContentPartPr/>
              <p14:nvPr/>
            </p14:nvContentPartPr>
            <p14:xfrm>
              <a:off x="2767075" y="735140"/>
              <a:ext cx="419760" cy="345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205BC13-AFDB-22AE-8E90-0EA43CEAADC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60955" y="729020"/>
                <a:ext cx="4320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8596C6-328D-3E97-5828-ED87983CA621}"/>
                  </a:ext>
                </a:extLst>
              </p14:cNvPr>
              <p14:cNvContentPartPr/>
              <p14:nvPr/>
            </p14:nvContentPartPr>
            <p14:xfrm>
              <a:off x="3153715" y="841700"/>
              <a:ext cx="217440" cy="115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8596C6-328D-3E97-5828-ED87983CA6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7595" y="835580"/>
                <a:ext cx="22968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EC0B7DF-B656-E23B-0DDC-3A4218EBE913}"/>
                  </a:ext>
                </a:extLst>
              </p14:cNvPr>
              <p14:cNvContentPartPr/>
              <p14:nvPr/>
            </p14:nvContentPartPr>
            <p14:xfrm>
              <a:off x="3397435" y="830540"/>
              <a:ext cx="122760" cy="393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EC0B7DF-B656-E23B-0DDC-3A4218EBE9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1315" y="824420"/>
                <a:ext cx="13500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4EA720-1C88-EEF2-1DE9-95D9931CB43A}"/>
                  </a:ext>
                </a:extLst>
              </p14:cNvPr>
              <p14:cNvContentPartPr/>
              <p14:nvPr/>
            </p14:nvContentPartPr>
            <p14:xfrm>
              <a:off x="1897315" y="1214300"/>
              <a:ext cx="1685520" cy="370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4EA720-1C88-EEF2-1DE9-95D9931CB4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91195" y="1208180"/>
                <a:ext cx="16977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0EE10E1-9F7A-2CD6-A606-5989A2EB4FA5}"/>
                  </a:ext>
                </a:extLst>
              </p14:cNvPr>
              <p14:cNvContentPartPr/>
              <p14:nvPr/>
            </p14:nvContentPartPr>
            <p14:xfrm>
              <a:off x="2216275" y="1276940"/>
              <a:ext cx="558000" cy="143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0EE10E1-9F7A-2CD6-A606-5989A2EB4FA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10155" y="1270820"/>
                <a:ext cx="57024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CCE816A-B5E0-DD94-8F1E-DAC22D76D33F}"/>
                  </a:ext>
                </a:extLst>
              </p14:cNvPr>
              <p14:cNvContentPartPr/>
              <p14:nvPr/>
            </p14:nvContentPartPr>
            <p14:xfrm>
              <a:off x="2244715" y="1386380"/>
              <a:ext cx="47412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CCE816A-B5E0-DD94-8F1E-DAC22D76D33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38595" y="1380260"/>
                <a:ext cx="4863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B03C5FE-289B-6CCB-C588-693697D5BCAA}"/>
                  </a:ext>
                </a:extLst>
              </p14:cNvPr>
              <p14:cNvContentPartPr/>
              <p14:nvPr/>
            </p14:nvContentPartPr>
            <p14:xfrm>
              <a:off x="2310955" y="1543700"/>
              <a:ext cx="112320" cy="30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B03C5FE-289B-6CCB-C588-693697D5BC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04835" y="1537580"/>
                <a:ext cx="1245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AEDF397-B580-9050-5682-F2A4339B6C41}"/>
                  </a:ext>
                </a:extLst>
              </p14:cNvPr>
              <p14:cNvContentPartPr/>
              <p14:nvPr/>
            </p14:nvContentPartPr>
            <p14:xfrm>
              <a:off x="2438755" y="1445060"/>
              <a:ext cx="315000" cy="9291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AEDF397-B580-9050-5682-F2A4339B6C4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32635" y="1438940"/>
                <a:ext cx="32724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B15F7E7-1393-5BD3-A506-6674AA9E9965}"/>
                  </a:ext>
                </a:extLst>
              </p14:cNvPr>
              <p14:cNvContentPartPr/>
              <p14:nvPr/>
            </p14:nvContentPartPr>
            <p14:xfrm>
              <a:off x="1861315" y="2324180"/>
              <a:ext cx="822600" cy="467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B15F7E7-1393-5BD3-A506-6674AA9E996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55195" y="2318060"/>
                <a:ext cx="83484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BCFCFDF-CEFF-B47E-524A-D464B86023D0}"/>
                  </a:ext>
                </a:extLst>
              </p14:cNvPr>
              <p14:cNvContentPartPr/>
              <p14:nvPr/>
            </p14:nvContentPartPr>
            <p14:xfrm>
              <a:off x="1031875" y="3075500"/>
              <a:ext cx="814320" cy="793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BCFCFDF-CEFF-B47E-524A-D464B86023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5755" y="3069380"/>
                <a:ext cx="826560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2D11F7E-0D27-6C5E-3F52-69018A05FFCA}"/>
                  </a:ext>
                </a:extLst>
              </p14:cNvPr>
              <p14:cNvContentPartPr/>
              <p14:nvPr/>
            </p14:nvContentPartPr>
            <p14:xfrm>
              <a:off x="944395" y="2971820"/>
              <a:ext cx="914400" cy="958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2D11F7E-0D27-6C5E-3F52-69018A05FFC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8275" y="2965700"/>
                <a:ext cx="926640" cy="9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2B01834-F50D-2A7E-4C31-53745518010B}"/>
                  </a:ext>
                </a:extLst>
              </p14:cNvPr>
              <p14:cNvContentPartPr/>
              <p14:nvPr/>
            </p14:nvContentPartPr>
            <p14:xfrm>
              <a:off x="943315" y="2850500"/>
              <a:ext cx="962640" cy="1252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2B01834-F50D-2A7E-4C31-53745518010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37195" y="2844380"/>
                <a:ext cx="974880" cy="126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C4AF282-BC41-62FD-8BF0-90243B8B470E}"/>
              </a:ext>
            </a:extLst>
          </p:cNvPr>
          <p:cNvGrpSpPr/>
          <p:nvPr/>
        </p:nvGrpSpPr>
        <p:grpSpPr>
          <a:xfrm>
            <a:off x="4219675" y="240140"/>
            <a:ext cx="1919160" cy="1976040"/>
            <a:chOff x="4219675" y="240140"/>
            <a:chExt cx="1919160" cy="197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600D9CC-1671-42BA-2E74-07A5D65C105A}"/>
                    </a:ext>
                  </a:extLst>
                </p14:cNvPr>
                <p14:cNvContentPartPr/>
                <p14:nvPr/>
              </p14:nvContentPartPr>
              <p14:xfrm>
                <a:off x="4697395" y="729740"/>
                <a:ext cx="16200" cy="4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600D9CC-1671-42BA-2E74-07A5D65C10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91275" y="723620"/>
                  <a:ext cx="284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E134DE6-F58E-3361-E958-84DE31210346}"/>
                    </a:ext>
                  </a:extLst>
                </p14:cNvPr>
                <p14:cNvContentPartPr/>
                <p14:nvPr/>
              </p14:nvContentPartPr>
              <p14:xfrm>
                <a:off x="4219675" y="240140"/>
                <a:ext cx="1097280" cy="1976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E134DE6-F58E-3361-E958-84DE312103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13555" y="234020"/>
                  <a:ext cx="1109520" cy="19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5A74EEB-3FA3-D064-4441-5C824FFEAB24}"/>
                    </a:ext>
                  </a:extLst>
                </p14:cNvPr>
                <p14:cNvContentPartPr/>
                <p14:nvPr/>
              </p14:nvContentPartPr>
              <p14:xfrm>
                <a:off x="4514515" y="663500"/>
                <a:ext cx="284040" cy="742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5A74EEB-3FA3-D064-4441-5C824FFEAB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08395" y="657380"/>
                  <a:ext cx="29628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B7E940-9847-E77E-2DD3-DE705C63DD58}"/>
                    </a:ext>
                  </a:extLst>
                </p14:cNvPr>
                <p14:cNvContentPartPr/>
                <p14:nvPr/>
              </p14:nvContentPartPr>
              <p14:xfrm>
                <a:off x="4541515" y="1204220"/>
                <a:ext cx="29160" cy="30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B7E940-9847-E77E-2DD3-DE705C63DD5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35395" y="1198100"/>
                  <a:ext cx="41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C88A46-0641-6882-1CE1-C3AFA48B4FFE}"/>
                    </a:ext>
                  </a:extLst>
                </p14:cNvPr>
                <p14:cNvContentPartPr/>
                <p14:nvPr/>
              </p14:nvContentPartPr>
              <p14:xfrm>
                <a:off x="4301035" y="559460"/>
                <a:ext cx="793440" cy="1185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C88A46-0641-6882-1CE1-C3AFA48B4F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94915" y="553340"/>
                  <a:ext cx="805680" cy="11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B169B7-E7D3-D62A-AC9A-17932A70EF51}"/>
                    </a:ext>
                  </a:extLst>
                </p14:cNvPr>
                <p14:cNvContentPartPr/>
                <p14:nvPr/>
              </p14:nvContentPartPr>
              <p14:xfrm>
                <a:off x="4506595" y="1986500"/>
                <a:ext cx="37800" cy="37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B169B7-E7D3-D62A-AC9A-17932A70EF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00475" y="1980380"/>
                  <a:ext cx="50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D6D8DA5-697A-4B46-B8F6-403B3E8541BF}"/>
                    </a:ext>
                  </a:extLst>
                </p14:cNvPr>
                <p14:cNvContentPartPr/>
                <p14:nvPr/>
              </p14:nvContentPartPr>
              <p14:xfrm>
                <a:off x="4856515" y="1647020"/>
                <a:ext cx="1282320" cy="140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D6D8DA5-697A-4B46-B8F6-403B3E8541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50395" y="1640900"/>
                  <a:ext cx="129456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86D0AEE-9405-EB0B-D745-69519F09DA19}"/>
              </a:ext>
            </a:extLst>
          </p:cNvPr>
          <p:cNvGrpSpPr/>
          <p:nvPr/>
        </p:nvGrpSpPr>
        <p:grpSpPr>
          <a:xfrm>
            <a:off x="7796995" y="917660"/>
            <a:ext cx="3850560" cy="991080"/>
            <a:chOff x="7796995" y="917660"/>
            <a:chExt cx="3850560" cy="9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E3BC1A-AEC5-AF19-EB67-FBBEE0618C97}"/>
                    </a:ext>
                  </a:extLst>
                </p14:cNvPr>
                <p14:cNvContentPartPr/>
                <p14:nvPr/>
              </p14:nvContentPartPr>
              <p14:xfrm>
                <a:off x="7796995" y="965540"/>
                <a:ext cx="1046520" cy="223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E3BC1A-AEC5-AF19-EB67-FBBEE0618C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90875" y="959420"/>
                  <a:ext cx="1058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662BD9-04A7-4AA4-7B92-9649188AAC36}"/>
                    </a:ext>
                  </a:extLst>
                </p14:cNvPr>
                <p14:cNvContentPartPr/>
                <p14:nvPr/>
              </p14:nvContentPartPr>
              <p14:xfrm>
                <a:off x="8128915" y="959420"/>
                <a:ext cx="225360" cy="902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4662BD9-04A7-4AA4-7B92-9649188AAC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22795" y="953300"/>
                  <a:ext cx="237600" cy="9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245F57-1E7E-2F23-8123-E11563BFBF9B}"/>
                    </a:ext>
                  </a:extLst>
                </p14:cNvPr>
                <p14:cNvContentPartPr/>
                <p14:nvPr/>
              </p14:nvContentPartPr>
              <p14:xfrm>
                <a:off x="8414035" y="1635860"/>
                <a:ext cx="126360" cy="252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245F57-1E7E-2F23-8123-E11563BFBF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07915" y="1629740"/>
                  <a:ext cx="138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CD884F-5484-FB90-3BAA-2B513893DCEE}"/>
                    </a:ext>
                  </a:extLst>
                </p14:cNvPr>
                <p14:cNvContentPartPr/>
                <p14:nvPr/>
              </p14:nvContentPartPr>
              <p14:xfrm>
                <a:off x="8691955" y="1226900"/>
                <a:ext cx="78840" cy="48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CD884F-5484-FB90-3BAA-2B513893DCE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85835" y="1220780"/>
                  <a:ext cx="91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5B75C2-A74C-3F3B-E390-1933B947448C}"/>
                    </a:ext>
                  </a:extLst>
                </p14:cNvPr>
                <p14:cNvContentPartPr/>
                <p14:nvPr/>
              </p14:nvContentPartPr>
              <p14:xfrm>
                <a:off x="8921635" y="1132940"/>
                <a:ext cx="675000" cy="77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5B75C2-A74C-3F3B-E390-1933B94744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15515" y="1126820"/>
                  <a:ext cx="687240" cy="7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FE4652-E8D9-B765-7340-A2BB4078C7E0}"/>
                    </a:ext>
                  </a:extLst>
                </p14:cNvPr>
                <p14:cNvContentPartPr/>
                <p14:nvPr/>
              </p14:nvContentPartPr>
              <p14:xfrm>
                <a:off x="9747115" y="917660"/>
                <a:ext cx="1507680" cy="896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FE4652-E8D9-B765-7340-A2BB4078C7E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40995" y="911540"/>
                  <a:ext cx="151992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61AF091-6990-36BB-CE12-5738C5A0A6F9}"/>
                    </a:ext>
                  </a:extLst>
                </p14:cNvPr>
                <p14:cNvContentPartPr/>
                <p14:nvPr/>
              </p14:nvContentPartPr>
              <p14:xfrm>
                <a:off x="11225275" y="1509140"/>
                <a:ext cx="422280" cy="93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61AF091-6990-36BB-CE12-5738C5A0A6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19155" y="1503020"/>
                  <a:ext cx="43452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A8EEE97-C591-7725-E90D-7325F3C50BBD}"/>
                  </a:ext>
                </a:extLst>
              </p14:cNvPr>
              <p14:cNvContentPartPr/>
              <p14:nvPr/>
            </p14:nvContentPartPr>
            <p14:xfrm>
              <a:off x="7598275" y="2386460"/>
              <a:ext cx="2813400" cy="75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A8EEE97-C591-7725-E90D-7325F3C50BB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92155" y="2380340"/>
                <a:ext cx="28256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CBA0521-9509-5DD4-CFA0-A3FC9851A61F}"/>
                  </a:ext>
                </a:extLst>
              </p14:cNvPr>
              <p14:cNvContentPartPr/>
              <p14:nvPr/>
            </p14:nvContentPartPr>
            <p14:xfrm>
              <a:off x="4299235" y="3138500"/>
              <a:ext cx="686160" cy="1018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CBA0521-9509-5DD4-CFA0-A3FC9851A61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293115" y="3132380"/>
                <a:ext cx="698400" cy="10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DC9B644-60B1-9E69-821B-2118784C863C}"/>
                  </a:ext>
                </a:extLst>
              </p14:cNvPr>
              <p14:cNvContentPartPr/>
              <p14:nvPr/>
            </p14:nvContentPartPr>
            <p14:xfrm>
              <a:off x="5640235" y="2994140"/>
              <a:ext cx="99000" cy="92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DC9B644-60B1-9E69-821B-2118784C863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34115" y="2988020"/>
                <a:ext cx="1112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2BD0CA9-049F-E183-FF9C-5F634B880DFF}"/>
                  </a:ext>
                </a:extLst>
              </p14:cNvPr>
              <p14:cNvContentPartPr/>
              <p14:nvPr/>
            </p14:nvContentPartPr>
            <p14:xfrm>
              <a:off x="5805475" y="3839060"/>
              <a:ext cx="71640" cy="1706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2BD0CA9-049F-E183-FF9C-5F634B880DF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99355" y="3832940"/>
                <a:ext cx="8388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D595458D-B41B-48B8-E365-0D593DFE950F}"/>
              </a:ext>
            </a:extLst>
          </p:cNvPr>
          <p:cNvGrpSpPr/>
          <p:nvPr/>
        </p:nvGrpSpPr>
        <p:grpSpPr>
          <a:xfrm>
            <a:off x="6800875" y="2187020"/>
            <a:ext cx="4783320" cy="1974600"/>
            <a:chOff x="6800875" y="2187020"/>
            <a:chExt cx="4783320" cy="19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89052E-590F-D7EC-93FB-3FC2DC31037B}"/>
                    </a:ext>
                  </a:extLst>
                </p14:cNvPr>
                <p14:cNvContentPartPr/>
                <p14:nvPr/>
              </p14:nvContentPartPr>
              <p14:xfrm>
                <a:off x="6960355" y="4009340"/>
                <a:ext cx="635760" cy="152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89052E-590F-D7EC-93FB-3FC2DC3103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54235" y="4003220"/>
                  <a:ext cx="6480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95A851-E31C-9C47-06A1-29E533B0EC33}"/>
                    </a:ext>
                  </a:extLst>
                </p14:cNvPr>
                <p14:cNvContentPartPr/>
                <p14:nvPr/>
              </p14:nvContentPartPr>
              <p14:xfrm>
                <a:off x="6800875" y="2802620"/>
                <a:ext cx="491040" cy="838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95A851-E31C-9C47-06A1-29E533B0EC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94755" y="2796500"/>
                  <a:ext cx="50328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F4790D-229B-B664-4E74-891075F69EBF}"/>
                    </a:ext>
                  </a:extLst>
                </p14:cNvPr>
                <p14:cNvContentPartPr/>
                <p14:nvPr/>
              </p14:nvContentPartPr>
              <p14:xfrm>
                <a:off x="7241515" y="2810180"/>
                <a:ext cx="806400" cy="62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F4790D-229B-B664-4E74-891075F69E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35395" y="2804060"/>
                  <a:ext cx="818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1429C18-B4E0-AF98-9730-246E03C229A6}"/>
                    </a:ext>
                  </a:extLst>
                </p14:cNvPr>
                <p14:cNvContentPartPr/>
                <p14:nvPr/>
              </p14:nvContentPartPr>
              <p14:xfrm>
                <a:off x="7620235" y="3159740"/>
                <a:ext cx="1765800" cy="167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1429C18-B4E0-AF98-9730-246E03C229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14115" y="3153620"/>
                  <a:ext cx="17780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353335-13AD-5BBE-FBDB-56B1FCC52C6A}"/>
                    </a:ext>
                  </a:extLst>
                </p14:cNvPr>
                <p14:cNvContentPartPr/>
                <p14:nvPr/>
              </p14:nvContentPartPr>
              <p14:xfrm>
                <a:off x="9286315" y="2683820"/>
                <a:ext cx="437040" cy="890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A353335-13AD-5BBE-FBDB-56B1FCC52C6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80195" y="2677700"/>
                  <a:ext cx="449280" cy="9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40047B0-8FF0-59E5-41B0-B588E8DE220F}"/>
                    </a:ext>
                  </a:extLst>
                </p14:cNvPr>
                <p14:cNvContentPartPr/>
                <p14:nvPr/>
              </p14:nvContentPartPr>
              <p14:xfrm>
                <a:off x="10292875" y="2685260"/>
                <a:ext cx="511920" cy="375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40047B0-8FF0-59E5-41B0-B588E8DE22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86755" y="2679140"/>
                  <a:ext cx="5241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52A626-7C27-25B3-DCF4-9918A65B09F1}"/>
                    </a:ext>
                  </a:extLst>
                </p14:cNvPr>
                <p14:cNvContentPartPr/>
                <p14:nvPr/>
              </p14:nvContentPartPr>
              <p14:xfrm>
                <a:off x="10494835" y="2768060"/>
                <a:ext cx="676800" cy="430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52A626-7C27-25B3-DCF4-9918A65B09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88715" y="2761940"/>
                  <a:ext cx="6890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ECAB04-4676-EA65-28EC-03EC86AAD197}"/>
                    </a:ext>
                  </a:extLst>
                </p14:cNvPr>
                <p14:cNvContentPartPr/>
                <p14:nvPr/>
              </p14:nvContentPartPr>
              <p14:xfrm>
                <a:off x="10141675" y="2187020"/>
                <a:ext cx="1442520" cy="1353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ECAB04-4676-EA65-28EC-03EC86AAD19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35555" y="2180900"/>
                  <a:ext cx="1454760" cy="13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9168B5B-2F63-533A-A83F-2B9985F40454}"/>
                    </a:ext>
                  </a:extLst>
                </p14:cNvPr>
                <p14:cNvContentPartPr/>
                <p14:nvPr/>
              </p14:nvContentPartPr>
              <p14:xfrm>
                <a:off x="7051075" y="3699020"/>
                <a:ext cx="10080" cy="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9168B5B-2F63-533A-A83F-2B9985F404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44955" y="3692900"/>
                  <a:ext cx="223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420F1F-97C5-F832-C080-C88EE16BAAEB}"/>
                    </a:ext>
                  </a:extLst>
                </p14:cNvPr>
                <p14:cNvContentPartPr/>
                <p14:nvPr/>
              </p14:nvContentPartPr>
              <p14:xfrm>
                <a:off x="6852715" y="3590660"/>
                <a:ext cx="661680" cy="18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420F1F-97C5-F832-C080-C88EE16BAAE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46595" y="3584540"/>
                  <a:ext cx="673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24AE6B-6042-2A7E-7003-2E25EB84941F}"/>
                    </a:ext>
                  </a:extLst>
                </p14:cNvPr>
                <p14:cNvContentPartPr/>
                <p14:nvPr/>
              </p14:nvContentPartPr>
              <p14:xfrm>
                <a:off x="6850915" y="3719540"/>
                <a:ext cx="315000" cy="97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24AE6B-6042-2A7E-7003-2E25EB8494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44795" y="3713420"/>
                  <a:ext cx="3272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C79A45B-532C-8C31-3407-03162E9D822B}"/>
              </a:ext>
            </a:extLst>
          </p:cNvPr>
          <p:cNvGrpSpPr/>
          <p:nvPr/>
        </p:nvGrpSpPr>
        <p:grpSpPr>
          <a:xfrm>
            <a:off x="1512835" y="4688300"/>
            <a:ext cx="9988920" cy="1882800"/>
            <a:chOff x="1512835" y="4688300"/>
            <a:chExt cx="9988920" cy="18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0D450D2-E649-2C16-0F0E-016BEFC1E717}"/>
                    </a:ext>
                  </a:extLst>
                </p14:cNvPr>
                <p14:cNvContentPartPr/>
                <p14:nvPr/>
              </p14:nvContentPartPr>
              <p14:xfrm>
                <a:off x="2387995" y="4946420"/>
                <a:ext cx="544320" cy="819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0D450D2-E649-2C16-0F0E-016BEFC1E71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81875" y="4940300"/>
                  <a:ext cx="55656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466FCC-37AB-F0CD-E436-8696B0829DF1}"/>
                    </a:ext>
                  </a:extLst>
                </p14:cNvPr>
                <p14:cNvContentPartPr/>
                <p14:nvPr/>
              </p14:nvContentPartPr>
              <p14:xfrm>
                <a:off x="2851315" y="5721860"/>
                <a:ext cx="258480" cy="250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466FCC-37AB-F0CD-E436-8696B0829D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45195" y="5715740"/>
                  <a:ext cx="270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10AB73-3C31-C01D-60D0-F4DA8D937A6E}"/>
                    </a:ext>
                  </a:extLst>
                </p14:cNvPr>
                <p14:cNvContentPartPr/>
                <p14:nvPr/>
              </p14:nvContentPartPr>
              <p14:xfrm>
                <a:off x="3843475" y="4945700"/>
                <a:ext cx="100440" cy="661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10AB73-3C31-C01D-60D0-F4DA8D937A6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37355" y="4939580"/>
                  <a:ext cx="11268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358B65D-D994-07AC-F3B3-252870604467}"/>
                    </a:ext>
                  </a:extLst>
                </p14:cNvPr>
                <p14:cNvContentPartPr/>
                <p14:nvPr/>
              </p14:nvContentPartPr>
              <p14:xfrm>
                <a:off x="4161715" y="5478500"/>
                <a:ext cx="201960" cy="342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358B65D-D994-07AC-F3B3-2528706044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55595" y="5472380"/>
                  <a:ext cx="2142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82D33F9-7D19-1ABD-582B-137BF4FBDB45}"/>
                    </a:ext>
                  </a:extLst>
                </p14:cNvPr>
                <p14:cNvContentPartPr/>
                <p14:nvPr/>
              </p14:nvContentPartPr>
              <p14:xfrm>
                <a:off x="5053075" y="4816100"/>
                <a:ext cx="808200" cy="711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82D33F9-7D19-1ABD-582B-137BF4FBDB4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46955" y="4809980"/>
                  <a:ext cx="82044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6036F2-E6E0-2ED8-C360-C4997A3AF919}"/>
                    </a:ext>
                  </a:extLst>
                </p14:cNvPr>
                <p14:cNvContentPartPr/>
                <p14:nvPr/>
              </p14:nvContentPartPr>
              <p14:xfrm>
                <a:off x="5896915" y="5418020"/>
                <a:ext cx="394560" cy="331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6036F2-E6E0-2ED8-C360-C4997A3AF91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90795" y="5411900"/>
                  <a:ext cx="4068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C7094B4-DDCA-5D5D-DF74-E6E8C7C841D1}"/>
                    </a:ext>
                  </a:extLst>
                </p14:cNvPr>
                <p14:cNvContentPartPr/>
                <p14:nvPr/>
              </p14:nvContentPartPr>
              <p14:xfrm>
                <a:off x="6602515" y="4688300"/>
                <a:ext cx="531000" cy="1195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C7094B4-DDCA-5D5D-DF74-E6E8C7C841D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96395" y="4682180"/>
                  <a:ext cx="543240" cy="12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30CD5C9-3EAD-803E-E8CA-6D9C6792E4FB}"/>
                    </a:ext>
                  </a:extLst>
                </p14:cNvPr>
                <p14:cNvContentPartPr/>
                <p14:nvPr/>
              </p14:nvContentPartPr>
              <p14:xfrm>
                <a:off x="7508995" y="5672900"/>
                <a:ext cx="320040" cy="294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0CD5C9-3EAD-803E-E8CA-6D9C6792E4F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02875" y="5666780"/>
                  <a:ext cx="3322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C1726AA-D66A-F827-BE9E-B3EBECFC1315}"/>
                    </a:ext>
                  </a:extLst>
                </p14:cNvPr>
                <p14:cNvContentPartPr/>
                <p14:nvPr/>
              </p14:nvContentPartPr>
              <p14:xfrm>
                <a:off x="8446795" y="4877660"/>
                <a:ext cx="619200" cy="833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C1726AA-D66A-F827-BE9E-B3EBECFC131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40675" y="4871540"/>
                  <a:ext cx="63144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E88ECDA-8895-CA53-EF40-3C64827112DE}"/>
                    </a:ext>
                  </a:extLst>
                </p14:cNvPr>
                <p14:cNvContentPartPr/>
                <p14:nvPr/>
              </p14:nvContentPartPr>
              <p14:xfrm>
                <a:off x="9111715" y="5589740"/>
                <a:ext cx="310320" cy="272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E88ECDA-8895-CA53-EF40-3C64827112D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05595" y="5583620"/>
                  <a:ext cx="3225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1BEF40-CABB-9766-4B55-C25C114E0C5E}"/>
                    </a:ext>
                  </a:extLst>
                </p14:cNvPr>
                <p14:cNvContentPartPr/>
                <p14:nvPr/>
              </p14:nvContentPartPr>
              <p14:xfrm>
                <a:off x="9751795" y="5002220"/>
                <a:ext cx="415080" cy="785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1BEF40-CABB-9766-4B55-C25C114E0C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45675" y="4996100"/>
                  <a:ext cx="42732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931A0C-C0FE-B601-499D-D56ADB86C1AD}"/>
                    </a:ext>
                  </a:extLst>
                </p14:cNvPr>
                <p14:cNvContentPartPr/>
                <p14:nvPr/>
              </p14:nvContentPartPr>
              <p14:xfrm>
                <a:off x="10426075" y="4841300"/>
                <a:ext cx="1075680" cy="228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931A0C-C0FE-B601-499D-D56ADB86C1A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19955" y="4835180"/>
                  <a:ext cx="1087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6471CF-2153-DA76-FBE5-67CD53CE3F54}"/>
                    </a:ext>
                  </a:extLst>
                </p14:cNvPr>
                <p14:cNvContentPartPr/>
                <p14:nvPr/>
              </p14:nvContentPartPr>
              <p14:xfrm>
                <a:off x="1512835" y="5837060"/>
                <a:ext cx="5820840" cy="117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6471CF-2153-DA76-FBE5-67CD53CE3F5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06715" y="5830940"/>
                  <a:ext cx="58330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7177C66-20C1-3A0B-6219-E142D7C76638}"/>
                    </a:ext>
                  </a:extLst>
                </p14:cNvPr>
                <p14:cNvContentPartPr/>
                <p14:nvPr/>
              </p14:nvContentPartPr>
              <p14:xfrm>
                <a:off x="8825875" y="6186260"/>
                <a:ext cx="17280" cy="77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7177C66-20C1-3A0B-6219-E142D7C7663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19755" y="6180140"/>
                  <a:ext cx="29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E404349-D865-F0DB-CEE8-B3650C0A436C}"/>
                    </a:ext>
                  </a:extLst>
                </p14:cNvPr>
                <p14:cNvContentPartPr/>
                <p14:nvPr/>
              </p14:nvContentPartPr>
              <p14:xfrm>
                <a:off x="7290835" y="6224420"/>
                <a:ext cx="3652560" cy="346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E404349-D865-F0DB-CEE8-B3650C0A436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84715" y="6218300"/>
                  <a:ext cx="3664800" cy="358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566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B773AFF-181D-7EF4-A7F0-E01E41FFC96E}"/>
              </a:ext>
            </a:extLst>
          </p:cNvPr>
          <p:cNvGrpSpPr/>
          <p:nvPr/>
        </p:nvGrpSpPr>
        <p:grpSpPr>
          <a:xfrm>
            <a:off x="523195" y="189380"/>
            <a:ext cx="11917080" cy="4902840"/>
            <a:chOff x="523195" y="189380"/>
            <a:chExt cx="11917080" cy="49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44DA28D-D98B-80B4-2669-6035180C287D}"/>
                    </a:ext>
                  </a:extLst>
                </p14:cNvPr>
                <p14:cNvContentPartPr/>
                <p14:nvPr/>
              </p14:nvContentPartPr>
              <p14:xfrm>
                <a:off x="3992875" y="352460"/>
                <a:ext cx="614520" cy="882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44DA28D-D98B-80B4-2669-6035180C28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86755" y="346340"/>
                  <a:ext cx="62676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F99C839-07E7-EB3A-0C3A-DC9C4AE1446E}"/>
                    </a:ext>
                  </a:extLst>
                </p14:cNvPr>
                <p14:cNvContentPartPr/>
                <p14:nvPr/>
              </p14:nvContentPartPr>
              <p14:xfrm>
                <a:off x="4934635" y="449300"/>
                <a:ext cx="537120" cy="982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F99C839-07E7-EB3A-0C3A-DC9C4AE144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8515" y="443180"/>
                  <a:ext cx="54936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DD7A70-88EB-4B3C-208E-DCE5F94AD6CF}"/>
                    </a:ext>
                  </a:extLst>
                </p14:cNvPr>
                <p14:cNvContentPartPr/>
                <p14:nvPr/>
              </p14:nvContentPartPr>
              <p14:xfrm>
                <a:off x="1050955" y="2544500"/>
                <a:ext cx="890280" cy="64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DD7A70-88EB-4B3C-208E-DCE5F94AD6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4835" y="2538380"/>
                  <a:ext cx="902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297661-C90A-18BD-E52E-4D0F3DFE92B2}"/>
                    </a:ext>
                  </a:extLst>
                </p14:cNvPr>
                <p14:cNvContentPartPr/>
                <p14:nvPr/>
              </p14:nvContentPartPr>
              <p14:xfrm>
                <a:off x="1556035" y="2256860"/>
                <a:ext cx="201600" cy="502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297661-C90A-18BD-E52E-4D0F3DFE92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9915" y="2250740"/>
                  <a:ext cx="21384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874CF7-F5D8-8062-3B54-9E718C77FDC6}"/>
                    </a:ext>
                  </a:extLst>
                </p14:cNvPr>
                <p14:cNvContentPartPr/>
                <p14:nvPr/>
              </p14:nvContentPartPr>
              <p14:xfrm>
                <a:off x="2101075" y="2422820"/>
                <a:ext cx="371880" cy="504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874CF7-F5D8-8062-3B54-9E718C77FD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94955" y="2416700"/>
                  <a:ext cx="38412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B6EF17-6F02-219B-56FA-7644CE03BEE2}"/>
                    </a:ext>
                  </a:extLst>
                </p14:cNvPr>
                <p14:cNvContentPartPr/>
                <p14:nvPr/>
              </p14:nvContentPartPr>
              <p14:xfrm>
                <a:off x="2748355" y="2280620"/>
                <a:ext cx="843480" cy="46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B6EF17-6F02-219B-56FA-7644CE03BEE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42235" y="2274500"/>
                  <a:ext cx="8557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551F35-BFB0-0E2D-68AA-1BC75FD67B79}"/>
                    </a:ext>
                  </a:extLst>
                </p14:cNvPr>
                <p14:cNvContentPartPr/>
                <p14:nvPr/>
              </p14:nvContentPartPr>
              <p14:xfrm>
                <a:off x="4442875" y="2303300"/>
                <a:ext cx="8640" cy="1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551F35-BFB0-0E2D-68AA-1BC75FD67B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36755" y="2297180"/>
                  <a:ext cx="208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11FFF5-BBC3-BDCF-98B4-C63EC93FC182}"/>
                    </a:ext>
                  </a:extLst>
                </p14:cNvPr>
                <p14:cNvContentPartPr/>
                <p14:nvPr/>
              </p14:nvContentPartPr>
              <p14:xfrm>
                <a:off x="4015915" y="2278460"/>
                <a:ext cx="160560" cy="410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11FFF5-BBC3-BDCF-98B4-C63EC93FC1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09795" y="2272340"/>
                  <a:ext cx="1728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4EC032-A9C5-4BD2-0C65-E94943E61283}"/>
                    </a:ext>
                  </a:extLst>
                </p14:cNvPr>
                <p14:cNvContentPartPr/>
                <p14:nvPr/>
              </p14:nvContentPartPr>
              <p14:xfrm>
                <a:off x="4168915" y="2050580"/>
                <a:ext cx="101520" cy="42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4EC032-A9C5-4BD2-0C65-E94943E612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62795" y="2044460"/>
                  <a:ext cx="113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F33B22-9ADA-271F-FBB7-C5DE6E4FCED0}"/>
                    </a:ext>
                  </a:extLst>
                </p14:cNvPr>
                <p14:cNvContentPartPr/>
                <p14:nvPr/>
              </p14:nvContentPartPr>
              <p14:xfrm>
                <a:off x="4445035" y="2064620"/>
                <a:ext cx="696240" cy="42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F33B22-9ADA-271F-FBB7-C5DE6E4FCE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8915" y="2058500"/>
                  <a:ext cx="7084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E9C3BB-0938-3C4E-23E0-12C9930E39DC}"/>
                    </a:ext>
                  </a:extLst>
                </p14:cNvPr>
                <p14:cNvContentPartPr/>
                <p14:nvPr/>
              </p14:nvContentPartPr>
              <p14:xfrm>
                <a:off x="8636515" y="2778860"/>
                <a:ext cx="3084840" cy="120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E9C3BB-0938-3C4E-23E0-12C9930E39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30395" y="2772740"/>
                  <a:ext cx="3097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48755DC-AB9B-42A7-95B6-FF779009D71F}"/>
                    </a:ext>
                  </a:extLst>
                </p14:cNvPr>
                <p14:cNvContentPartPr/>
                <p14:nvPr/>
              </p14:nvContentPartPr>
              <p14:xfrm>
                <a:off x="989395" y="4205900"/>
                <a:ext cx="729720" cy="28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48755DC-AB9B-42A7-95B6-FF779009D7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3275" y="4199780"/>
                  <a:ext cx="7419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9B093E-BAC6-A05E-71C5-3A1B1E398E9C}"/>
                    </a:ext>
                  </a:extLst>
                </p14:cNvPr>
                <p14:cNvContentPartPr/>
                <p14:nvPr/>
              </p14:nvContentPartPr>
              <p14:xfrm>
                <a:off x="2490595" y="3731780"/>
                <a:ext cx="679320" cy="589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9B093E-BAC6-A05E-71C5-3A1B1E398E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84475" y="3725660"/>
                  <a:ext cx="69156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17D0AF-EFC3-71F6-B9DD-F12E23CAA11C}"/>
                    </a:ext>
                  </a:extLst>
                </p14:cNvPr>
                <p14:cNvContentPartPr/>
                <p14:nvPr/>
              </p14:nvContentPartPr>
              <p14:xfrm>
                <a:off x="3376915" y="3675620"/>
                <a:ext cx="663480" cy="428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17D0AF-EFC3-71F6-B9DD-F12E23CAA1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70795" y="3669500"/>
                  <a:ext cx="6757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435B51-C9B0-A7FA-EB7F-1DC03805B154}"/>
                    </a:ext>
                  </a:extLst>
                </p14:cNvPr>
                <p14:cNvContentPartPr/>
                <p14:nvPr/>
              </p14:nvContentPartPr>
              <p14:xfrm>
                <a:off x="10279915" y="3791180"/>
                <a:ext cx="959040" cy="38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435B51-C9B0-A7FA-EB7F-1DC03805B1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73795" y="3785060"/>
                  <a:ext cx="971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8A169BB-3F9B-7B44-B915-556F732DA666}"/>
                    </a:ext>
                  </a:extLst>
                </p14:cNvPr>
                <p14:cNvContentPartPr/>
                <p14:nvPr/>
              </p14:nvContentPartPr>
              <p14:xfrm>
                <a:off x="11252995" y="3552140"/>
                <a:ext cx="161640" cy="460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8A169BB-3F9B-7B44-B915-556F732DA6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46875" y="3546020"/>
                  <a:ext cx="1738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04597DF-4B21-577A-4417-08C826454A73}"/>
                    </a:ext>
                  </a:extLst>
                </p14:cNvPr>
                <p14:cNvContentPartPr/>
                <p14:nvPr/>
              </p14:nvContentPartPr>
              <p14:xfrm>
                <a:off x="6391555" y="3621980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04597DF-4B21-577A-4417-08C826454A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85435" y="36158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04F702-2C8B-8F19-8020-8621F6FD94DB}"/>
                    </a:ext>
                  </a:extLst>
                </p14:cNvPr>
                <p14:cNvContentPartPr/>
                <p14:nvPr/>
              </p14:nvContentPartPr>
              <p14:xfrm>
                <a:off x="6346915" y="3853100"/>
                <a:ext cx="75240" cy="43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04F702-2C8B-8F19-8020-8621F6FD94D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40795" y="3846980"/>
                  <a:ext cx="87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03BA81-71D9-8CBB-DEE2-E6AB9DE1BFA4}"/>
                    </a:ext>
                  </a:extLst>
                </p14:cNvPr>
                <p14:cNvContentPartPr/>
                <p14:nvPr/>
              </p14:nvContentPartPr>
              <p14:xfrm>
                <a:off x="7943155" y="3828980"/>
                <a:ext cx="1457280" cy="48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03BA81-71D9-8CBB-DEE2-E6AB9DE1BFA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37035" y="3822860"/>
                  <a:ext cx="1469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53037B-DBD8-6858-A586-9E4C16D90850}"/>
                    </a:ext>
                  </a:extLst>
                </p14:cNvPr>
                <p14:cNvContentPartPr/>
                <p14:nvPr/>
              </p14:nvContentPartPr>
              <p14:xfrm>
                <a:off x="7596475" y="3370340"/>
                <a:ext cx="915120" cy="726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53037B-DBD8-6858-A586-9E4C16D908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90355" y="3364220"/>
                  <a:ext cx="92736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CBF374-2C7E-2A4E-EAE3-676831D48437}"/>
                    </a:ext>
                  </a:extLst>
                </p14:cNvPr>
                <p14:cNvContentPartPr/>
                <p14:nvPr/>
              </p14:nvContentPartPr>
              <p14:xfrm>
                <a:off x="5079355" y="3918260"/>
                <a:ext cx="790200" cy="9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CBF374-2C7E-2A4E-EAE3-676831D484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73235" y="3912140"/>
                  <a:ext cx="802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B610C9-EF75-FB55-129C-6FEBAD9DDF98}"/>
                    </a:ext>
                  </a:extLst>
                </p14:cNvPr>
                <p14:cNvContentPartPr/>
                <p14:nvPr/>
              </p14:nvContentPartPr>
              <p14:xfrm>
                <a:off x="6319555" y="3468980"/>
                <a:ext cx="582840" cy="717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B610C9-EF75-FB55-129C-6FEBAD9DDF9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13435" y="3462860"/>
                  <a:ext cx="59508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2251332-E449-DFF7-19B8-C691B6B89CE4}"/>
                    </a:ext>
                  </a:extLst>
                </p14:cNvPr>
                <p14:cNvContentPartPr/>
                <p14:nvPr/>
              </p14:nvContentPartPr>
              <p14:xfrm>
                <a:off x="6742195" y="3392660"/>
                <a:ext cx="558000" cy="941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2251332-E449-DFF7-19B8-C691B6B89C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36075" y="3386540"/>
                  <a:ext cx="57024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69EEE1A-3034-5B2F-D9F7-3143A7B20056}"/>
                    </a:ext>
                  </a:extLst>
                </p14:cNvPr>
                <p14:cNvContentPartPr/>
                <p14:nvPr/>
              </p14:nvContentPartPr>
              <p14:xfrm>
                <a:off x="7248715" y="4326140"/>
                <a:ext cx="54720" cy="67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69EEE1A-3034-5B2F-D9F7-3143A7B2005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42595" y="4320020"/>
                  <a:ext cx="66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7CDFFB-659B-2DA3-2897-087B798EA958}"/>
                    </a:ext>
                  </a:extLst>
                </p14:cNvPr>
                <p14:cNvContentPartPr/>
                <p14:nvPr/>
              </p14:nvContentPartPr>
              <p14:xfrm>
                <a:off x="3895315" y="4911140"/>
                <a:ext cx="7778880" cy="113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7CDFFB-659B-2DA3-2897-087B798EA9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89195" y="4905020"/>
                  <a:ext cx="7791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D1B5AC1-4377-6471-8714-2285395C99EE}"/>
                    </a:ext>
                  </a:extLst>
                </p14:cNvPr>
                <p14:cNvContentPartPr/>
                <p14:nvPr/>
              </p14:nvContentPartPr>
              <p14:xfrm>
                <a:off x="4682635" y="2983700"/>
                <a:ext cx="793800" cy="1789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D1B5AC1-4377-6471-8714-2285395C99E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76515" y="2977580"/>
                  <a:ext cx="806040" cy="180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9866D7-EA7F-6447-E559-8F3B7B0AD1F9}"/>
                    </a:ext>
                  </a:extLst>
                </p14:cNvPr>
                <p14:cNvContentPartPr/>
                <p14:nvPr/>
              </p14:nvContentPartPr>
              <p14:xfrm>
                <a:off x="5373835" y="2575460"/>
                <a:ext cx="6444720" cy="1636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9866D7-EA7F-6447-E559-8F3B7B0AD1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67715" y="2569340"/>
                  <a:ext cx="6456960" cy="16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5AFCFF0-928C-A174-C888-114505DE64BF}"/>
                    </a:ext>
                  </a:extLst>
                </p14:cNvPr>
                <p14:cNvContentPartPr/>
                <p14:nvPr/>
              </p14:nvContentPartPr>
              <p14:xfrm>
                <a:off x="6343315" y="2160020"/>
                <a:ext cx="1084320" cy="15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AFCFF0-928C-A174-C888-114505DE64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37195" y="2153900"/>
                  <a:ext cx="1096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A353123-045D-35DB-B771-B74CE49B45F5}"/>
                    </a:ext>
                  </a:extLst>
                </p14:cNvPr>
                <p14:cNvContentPartPr/>
                <p14:nvPr/>
              </p14:nvContentPartPr>
              <p14:xfrm>
                <a:off x="6345835" y="380900"/>
                <a:ext cx="159480" cy="496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A353123-045D-35DB-B771-B74CE49B45F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39715" y="374780"/>
                  <a:ext cx="1717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D478F7-6785-B679-8BB3-97866E4C6719}"/>
                    </a:ext>
                  </a:extLst>
                </p14:cNvPr>
                <p14:cNvContentPartPr/>
                <p14:nvPr/>
              </p14:nvContentPartPr>
              <p14:xfrm>
                <a:off x="6480835" y="360740"/>
                <a:ext cx="93240" cy="214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D478F7-6785-B679-8BB3-97866E4C67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74715" y="354620"/>
                  <a:ext cx="105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0720F7-D4B7-E75D-D75F-F41B482471AE}"/>
                    </a:ext>
                  </a:extLst>
                </p14:cNvPr>
                <p14:cNvContentPartPr/>
                <p14:nvPr/>
              </p14:nvContentPartPr>
              <p14:xfrm>
                <a:off x="6343315" y="384860"/>
                <a:ext cx="734400" cy="693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0720F7-D4B7-E75D-D75F-F41B482471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37195" y="378740"/>
                  <a:ext cx="74664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1086A42-9F4B-8002-0D52-5EEF4B99682E}"/>
                    </a:ext>
                  </a:extLst>
                </p14:cNvPr>
                <p14:cNvContentPartPr/>
                <p14:nvPr/>
              </p14:nvContentPartPr>
              <p14:xfrm>
                <a:off x="7116235" y="441740"/>
                <a:ext cx="296640" cy="354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1086A42-9F4B-8002-0D52-5EEF4B99682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10115" y="435620"/>
                  <a:ext cx="3088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177A77A-7154-D29A-1570-F2A7248C03C7}"/>
                    </a:ext>
                  </a:extLst>
                </p14:cNvPr>
                <p14:cNvContentPartPr/>
                <p14:nvPr/>
              </p14:nvContentPartPr>
              <p14:xfrm>
                <a:off x="7655155" y="638660"/>
                <a:ext cx="164520" cy="154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177A77A-7154-D29A-1570-F2A7248C03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49035" y="632540"/>
                  <a:ext cx="176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C0056C-B844-D671-DFC5-DCD321F99AF9}"/>
                    </a:ext>
                  </a:extLst>
                </p14:cNvPr>
                <p14:cNvContentPartPr/>
                <p14:nvPr/>
              </p14:nvContentPartPr>
              <p14:xfrm>
                <a:off x="8177155" y="540020"/>
                <a:ext cx="682920" cy="223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C0056C-B844-D671-DFC5-DCD321F99AF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71035" y="533900"/>
                  <a:ext cx="695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C36E01-399C-730E-3035-03B820213C4B}"/>
                    </a:ext>
                  </a:extLst>
                </p14:cNvPr>
                <p14:cNvContentPartPr/>
                <p14:nvPr/>
              </p14:nvContentPartPr>
              <p14:xfrm>
                <a:off x="9075355" y="408620"/>
                <a:ext cx="214920" cy="93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C36E01-399C-730E-3035-03B820213C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69235" y="402500"/>
                  <a:ext cx="227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4124DB-8A12-65E9-26B9-3A0995C2772D}"/>
                    </a:ext>
                  </a:extLst>
                </p14:cNvPr>
                <p14:cNvContentPartPr/>
                <p14:nvPr/>
              </p14:nvContentPartPr>
              <p14:xfrm>
                <a:off x="9604915" y="189380"/>
                <a:ext cx="82440" cy="142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4124DB-8A12-65E9-26B9-3A0995C2772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98795" y="183260"/>
                  <a:ext cx="94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0D2700-AD13-601C-9903-76C4CCC77AC7}"/>
                    </a:ext>
                  </a:extLst>
                </p14:cNvPr>
                <p14:cNvContentPartPr/>
                <p14:nvPr/>
              </p14:nvContentPartPr>
              <p14:xfrm>
                <a:off x="9809755" y="345620"/>
                <a:ext cx="114840" cy="131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0D2700-AD13-601C-9903-76C4CCC77AC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03635" y="339500"/>
                  <a:ext cx="1270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F60E47-217D-03DC-386C-4A501137D5A2}"/>
                    </a:ext>
                  </a:extLst>
                </p14:cNvPr>
                <p14:cNvContentPartPr/>
                <p14:nvPr/>
              </p14:nvContentPartPr>
              <p14:xfrm>
                <a:off x="11752675" y="222140"/>
                <a:ext cx="84600" cy="114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F60E47-217D-03DC-386C-4A501137D5A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46555" y="216020"/>
                  <a:ext cx="96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CC8A5B8-4DCC-7ECC-DEFE-FCB0F8F59F0C}"/>
                    </a:ext>
                  </a:extLst>
                </p14:cNvPr>
                <p14:cNvContentPartPr/>
                <p14:nvPr/>
              </p14:nvContentPartPr>
              <p14:xfrm>
                <a:off x="11602915" y="431300"/>
                <a:ext cx="217440" cy="136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CC8A5B8-4DCC-7ECC-DEFE-FCB0F8F59F0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96795" y="425180"/>
                  <a:ext cx="229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C1410B-41F2-AA9A-5EFC-74DAC793A471}"/>
                    </a:ext>
                  </a:extLst>
                </p14:cNvPr>
                <p14:cNvContentPartPr/>
                <p14:nvPr/>
              </p14:nvContentPartPr>
              <p14:xfrm>
                <a:off x="8764315" y="1366940"/>
                <a:ext cx="568800" cy="80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C1410B-41F2-AA9A-5EFC-74DAC793A4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58195" y="1360820"/>
                  <a:ext cx="581040" cy="8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27984FE-FB4F-54E4-6E5B-C88E102B1A0C}"/>
                    </a:ext>
                  </a:extLst>
                </p14:cNvPr>
                <p14:cNvContentPartPr/>
                <p14:nvPr/>
              </p14:nvContentPartPr>
              <p14:xfrm>
                <a:off x="9683035" y="1836380"/>
                <a:ext cx="105120" cy="69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27984FE-FB4F-54E4-6E5B-C88E102B1A0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76915" y="1830260"/>
                  <a:ext cx="117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409F55-CF87-FB8D-71EE-FBDEF22BDE59}"/>
                    </a:ext>
                  </a:extLst>
                </p14:cNvPr>
                <p14:cNvContentPartPr/>
                <p14:nvPr/>
              </p14:nvContentPartPr>
              <p14:xfrm>
                <a:off x="9665035" y="2292500"/>
                <a:ext cx="123480" cy="122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409F55-CF87-FB8D-71EE-FBDEF22BDE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8915" y="2286380"/>
                  <a:ext cx="135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B187B7-9835-108B-E7C3-7A0FF3F8C096}"/>
                    </a:ext>
                  </a:extLst>
                </p14:cNvPr>
                <p14:cNvContentPartPr/>
                <p14:nvPr/>
              </p14:nvContentPartPr>
              <p14:xfrm>
                <a:off x="10559275" y="1590140"/>
                <a:ext cx="573480" cy="573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B187B7-9835-108B-E7C3-7A0FF3F8C0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53155" y="1584020"/>
                  <a:ext cx="5857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E60D629-294A-B7D6-74B5-E3CCA933209A}"/>
                    </a:ext>
                  </a:extLst>
                </p14:cNvPr>
                <p14:cNvContentPartPr/>
                <p14:nvPr/>
              </p14:nvContentPartPr>
              <p14:xfrm>
                <a:off x="11079115" y="1446140"/>
                <a:ext cx="738720" cy="673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E60D629-294A-B7D6-74B5-E3CCA933209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72995" y="1440020"/>
                  <a:ext cx="75096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4561D25-3325-BAA2-375D-55D8BE92BDF0}"/>
                    </a:ext>
                  </a:extLst>
                </p14:cNvPr>
                <p14:cNvContentPartPr/>
                <p14:nvPr/>
              </p14:nvContentPartPr>
              <p14:xfrm>
                <a:off x="9361555" y="948260"/>
                <a:ext cx="3078720" cy="423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4561D25-3325-BAA2-375D-55D8BE92BD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55435" y="942140"/>
                  <a:ext cx="30909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1576C6-6B60-0D3F-F0EB-D39755F76EBB}"/>
                    </a:ext>
                  </a:extLst>
                </p14:cNvPr>
                <p14:cNvContentPartPr/>
                <p14:nvPr/>
              </p14:nvContentPartPr>
              <p14:xfrm>
                <a:off x="523195" y="1502300"/>
                <a:ext cx="1448280" cy="3589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1576C6-6B60-0D3F-F0EB-D39755F76EB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7075" y="1496180"/>
                  <a:ext cx="1460520" cy="360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8B37765-1DBE-4F87-8041-AFF6A064C4D9}"/>
                  </a:ext>
                </a:extLst>
              </p14:cNvPr>
              <p14:cNvContentPartPr/>
              <p14:nvPr/>
            </p14:nvContentPartPr>
            <p14:xfrm>
              <a:off x="1476835" y="246260"/>
              <a:ext cx="1125000" cy="897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8B37765-1DBE-4F87-8041-AFF6A064C4D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470715" y="240140"/>
                <a:ext cx="1137240" cy="9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33581FA-84C7-B949-7385-DE2E767E6BC4}"/>
                  </a:ext>
                </a:extLst>
              </p14:cNvPr>
              <p14:cNvContentPartPr/>
              <p14:nvPr/>
            </p14:nvContentPartPr>
            <p14:xfrm>
              <a:off x="3524155" y="1725140"/>
              <a:ext cx="360" cy="154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33581FA-84C7-B949-7385-DE2E767E6BC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518035" y="1719020"/>
                <a:ext cx="12600" cy="2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1074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14C9F6-343A-6BD6-00D7-24810B9FA26D}"/>
                  </a:ext>
                </a:extLst>
              </p14:cNvPr>
              <p14:cNvContentPartPr/>
              <p14:nvPr/>
            </p14:nvContentPartPr>
            <p14:xfrm>
              <a:off x="1630915" y="594380"/>
              <a:ext cx="21960" cy="14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14C9F6-343A-6BD6-00D7-24810B9FA2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4795" y="588260"/>
                <a:ext cx="342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F02D868-FF32-0A74-3BFC-8FEA2EE3FE33}"/>
              </a:ext>
            </a:extLst>
          </p:cNvPr>
          <p:cNvGrpSpPr/>
          <p:nvPr/>
        </p:nvGrpSpPr>
        <p:grpSpPr>
          <a:xfrm>
            <a:off x="1485835" y="816860"/>
            <a:ext cx="1151640" cy="607680"/>
            <a:chOff x="1485835" y="816860"/>
            <a:chExt cx="1151640" cy="60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4CDB2A-9C99-F503-70DB-0E75EF777580}"/>
                    </a:ext>
                  </a:extLst>
                </p14:cNvPr>
                <p14:cNvContentPartPr/>
                <p14:nvPr/>
              </p14:nvContentPartPr>
              <p14:xfrm>
                <a:off x="1485835" y="891380"/>
                <a:ext cx="154800" cy="533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4CDB2A-9C99-F503-70DB-0E75EF7775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9715" y="885260"/>
                  <a:ext cx="1670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0AE532-2D83-82B5-FF8A-1D5564FD4912}"/>
                    </a:ext>
                  </a:extLst>
                </p14:cNvPr>
                <p14:cNvContentPartPr/>
                <p14:nvPr/>
              </p14:nvContentPartPr>
              <p14:xfrm>
                <a:off x="1880755" y="816860"/>
                <a:ext cx="756720" cy="539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0AE532-2D83-82B5-FF8A-1D5564FD49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4635" y="810740"/>
                  <a:ext cx="7689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A92259B-4F22-F236-415E-2D7E0C86CDC3}"/>
                    </a:ext>
                  </a:extLst>
                </p14:cNvPr>
                <p14:cNvContentPartPr/>
                <p14:nvPr/>
              </p14:nvContentPartPr>
              <p14:xfrm>
                <a:off x="2497795" y="1022780"/>
                <a:ext cx="131760" cy="59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A92259B-4F22-F236-415E-2D7E0C86CD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91675" y="1016660"/>
                  <a:ext cx="1440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F50ADB-AE1A-32D2-8EAB-2F8B86B702C7}"/>
                  </a:ext>
                </a:extLst>
              </p14:cNvPr>
              <p14:cNvContentPartPr/>
              <p14:nvPr/>
            </p14:nvContentPartPr>
            <p14:xfrm>
              <a:off x="3092155" y="979580"/>
              <a:ext cx="569520" cy="114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F50ADB-AE1A-32D2-8EAB-2F8B86B702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86035" y="973460"/>
                <a:ext cx="5817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49F5364-4156-7893-713B-4ADA5DA6AE56}"/>
                  </a:ext>
                </a:extLst>
              </p14:cNvPr>
              <p14:cNvContentPartPr/>
              <p14:nvPr/>
            </p14:nvContentPartPr>
            <p14:xfrm>
              <a:off x="5576875" y="383780"/>
              <a:ext cx="513720" cy="1327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49F5364-4156-7893-713B-4ADA5DA6AE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70755" y="377660"/>
                <a:ext cx="525960" cy="13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46037417-8964-E484-A58A-49A003A4DEDB}"/>
              </a:ext>
            </a:extLst>
          </p:cNvPr>
          <p:cNvGrpSpPr/>
          <p:nvPr/>
        </p:nvGrpSpPr>
        <p:grpSpPr>
          <a:xfrm>
            <a:off x="6709795" y="420860"/>
            <a:ext cx="1986120" cy="849960"/>
            <a:chOff x="6709795" y="420860"/>
            <a:chExt cx="1986120" cy="84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61CA80-002F-9DBD-3784-BFBB17D65AAD}"/>
                    </a:ext>
                  </a:extLst>
                </p14:cNvPr>
                <p14:cNvContentPartPr/>
                <p14:nvPr/>
              </p14:nvContentPartPr>
              <p14:xfrm>
                <a:off x="6709795" y="420860"/>
                <a:ext cx="214920" cy="752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61CA80-002F-9DBD-3784-BFBB17D65A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03675" y="414740"/>
                  <a:ext cx="22716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575512-016D-E680-EA9D-6C12B41DCD7A}"/>
                    </a:ext>
                  </a:extLst>
                </p14:cNvPr>
                <p14:cNvContentPartPr/>
                <p14:nvPr/>
              </p14:nvContentPartPr>
              <p14:xfrm>
                <a:off x="6854875" y="1000100"/>
                <a:ext cx="354960" cy="270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575512-016D-E680-EA9D-6C12B41DCD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48755" y="993980"/>
                  <a:ext cx="367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95E121E-38AA-378F-1CA2-A7104F3E8195}"/>
                    </a:ext>
                  </a:extLst>
                </p14:cNvPr>
                <p14:cNvContentPartPr/>
                <p14:nvPr/>
              </p14:nvContentPartPr>
              <p14:xfrm>
                <a:off x="7360315" y="799580"/>
                <a:ext cx="1052280" cy="288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95E121E-38AA-378F-1CA2-A7104F3E81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54195" y="793460"/>
                  <a:ext cx="1064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5BA20D-8999-882D-742C-79603F0E44DD}"/>
                    </a:ext>
                  </a:extLst>
                </p14:cNvPr>
                <p14:cNvContentPartPr/>
                <p14:nvPr/>
              </p14:nvContentPartPr>
              <p14:xfrm>
                <a:off x="8273635" y="828020"/>
                <a:ext cx="422280" cy="52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5BA20D-8999-882D-742C-79603F0E44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67515" y="821900"/>
                  <a:ext cx="43452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44487F2-A8E9-15E0-17D2-29C73E534027}"/>
              </a:ext>
            </a:extLst>
          </p:cNvPr>
          <p:cNvGrpSpPr/>
          <p:nvPr/>
        </p:nvGrpSpPr>
        <p:grpSpPr>
          <a:xfrm>
            <a:off x="732355" y="2249300"/>
            <a:ext cx="1553400" cy="636120"/>
            <a:chOff x="732355" y="2249300"/>
            <a:chExt cx="1553400" cy="63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4F7162-A2DD-2EAF-9EBE-901013CDC66F}"/>
                    </a:ext>
                  </a:extLst>
                </p14:cNvPr>
                <p14:cNvContentPartPr/>
                <p14:nvPr/>
              </p14:nvContentPartPr>
              <p14:xfrm>
                <a:off x="732355" y="2249300"/>
                <a:ext cx="972720" cy="212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4F7162-A2DD-2EAF-9EBE-901013CDC6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6235" y="2243180"/>
                  <a:ext cx="984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F6069A0-FB79-59C1-C6D0-CF093F9D9EEC}"/>
                    </a:ext>
                  </a:extLst>
                </p14:cNvPr>
                <p14:cNvContentPartPr/>
                <p14:nvPr/>
              </p14:nvContentPartPr>
              <p14:xfrm>
                <a:off x="1330675" y="2482580"/>
                <a:ext cx="111240" cy="402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F6069A0-FB79-59C1-C6D0-CF093F9D9E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24555" y="2476460"/>
                  <a:ext cx="1234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C7759F-9212-BCA7-50B3-E468CC1841C2}"/>
                    </a:ext>
                  </a:extLst>
                </p14:cNvPr>
                <p14:cNvContentPartPr/>
                <p14:nvPr/>
              </p14:nvContentPartPr>
              <p14:xfrm>
                <a:off x="1815235" y="2601740"/>
                <a:ext cx="192240" cy="158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C7759F-9212-BCA7-50B3-E468CC1841C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09115" y="2595620"/>
                  <a:ext cx="204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0D58B2-6DC7-1941-F246-8FFB48801451}"/>
                    </a:ext>
                  </a:extLst>
                </p14:cNvPr>
                <p14:cNvContentPartPr/>
                <p14:nvPr/>
              </p14:nvContentPartPr>
              <p14:xfrm>
                <a:off x="2032315" y="2626940"/>
                <a:ext cx="253440" cy="174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0D58B2-6DC7-1941-F246-8FFB488014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26195" y="2620820"/>
                  <a:ext cx="26568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9EB2A8E-BC10-4F0D-05DB-1D25A5CB4069}"/>
                  </a:ext>
                </a:extLst>
              </p14:cNvPr>
              <p14:cNvContentPartPr/>
              <p14:nvPr/>
            </p14:nvContentPartPr>
            <p14:xfrm>
              <a:off x="4052275" y="2127620"/>
              <a:ext cx="72720" cy="200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9EB2A8E-BC10-4F0D-05DB-1D25A5CB40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46155" y="2121500"/>
                <a:ext cx="849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85ABE3D-05C8-86DA-6A8F-8A2287BB3BD3}"/>
                  </a:ext>
                </a:extLst>
              </p14:cNvPr>
              <p14:cNvContentPartPr/>
              <p14:nvPr/>
            </p14:nvContentPartPr>
            <p14:xfrm>
              <a:off x="4461955" y="2280620"/>
              <a:ext cx="144000" cy="181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85ABE3D-05C8-86DA-6A8F-8A2287BB3BD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55835" y="2274500"/>
                <a:ext cx="156240" cy="19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6EF0B2B-2297-228D-804F-2EF88732D983}"/>
              </a:ext>
            </a:extLst>
          </p:cNvPr>
          <p:cNvGrpSpPr/>
          <p:nvPr/>
        </p:nvGrpSpPr>
        <p:grpSpPr>
          <a:xfrm>
            <a:off x="6537715" y="2249660"/>
            <a:ext cx="558000" cy="379440"/>
            <a:chOff x="6537715" y="2249660"/>
            <a:chExt cx="55800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41934D-CAD5-107B-CB0D-B30B7D519464}"/>
                    </a:ext>
                  </a:extLst>
                </p14:cNvPr>
                <p14:cNvContentPartPr/>
                <p14:nvPr/>
              </p14:nvContentPartPr>
              <p14:xfrm>
                <a:off x="6537715" y="2249660"/>
                <a:ext cx="62640" cy="235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41934D-CAD5-107B-CB0D-B30B7D5194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31595" y="2243540"/>
                  <a:ext cx="74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463DAD-33FC-F426-44B1-C4FD0AF8BBEA}"/>
                    </a:ext>
                  </a:extLst>
                </p14:cNvPr>
                <p14:cNvContentPartPr/>
                <p14:nvPr/>
              </p14:nvContentPartPr>
              <p14:xfrm>
                <a:off x="6786835" y="2308700"/>
                <a:ext cx="308880" cy="320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463DAD-33FC-F426-44B1-C4FD0AF8BB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80715" y="2302580"/>
                  <a:ext cx="321120" cy="33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7FF67A8-0886-5396-9C03-FDBD03BD3056}"/>
                  </a:ext>
                </a:extLst>
              </p14:cNvPr>
              <p14:cNvContentPartPr/>
              <p14:nvPr/>
            </p14:nvContentPartPr>
            <p14:xfrm>
              <a:off x="7856395" y="2496620"/>
              <a:ext cx="720360" cy="51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7FF67A8-0886-5396-9C03-FDBD03BD305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50275" y="2490500"/>
                <a:ext cx="73260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1A2FD880-4C90-578D-8E57-B40AEFF16F95}"/>
              </a:ext>
            </a:extLst>
          </p:cNvPr>
          <p:cNvGrpSpPr/>
          <p:nvPr/>
        </p:nvGrpSpPr>
        <p:grpSpPr>
          <a:xfrm>
            <a:off x="9563875" y="1787780"/>
            <a:ext cx="2109240" cy="875160"/>
            <a:chOff x="9563875" y="1787780"/>
            <a:chExt cx="2109240" cy="87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1799DC-6193-02FF-B36D-A29630959A5B}"/>
                    </a:ext>
                  </a:extLst>
                </p14:cNvPr>
                <p14:cNvContentPartPr/>
                <p14:nvPr/>
              </p14:nvContentPartPr>
              <p14:xfrm>
                <a:off x="9563875" y="1846820"/>
                <a:ext cx="676440" cy="816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1799DC-6193-02FF-B36D-A29630959A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57755" y="1840700"/>
                  <a:ext cx="68868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3F0979-6903-5CD9-6F6F-687B5EA1DFAE}"/>
                    </a:ext>
                  </a:extLst>
                </p14:cNvPr>
                <p14:cNvContentPartPr/>
                <p14:nvPr/>
              </p14:nvContentPartPr>
              <p14:xfrm>
                <a:off x="10678075" y="1787780"/>
                <a:ext cx="118440" cy="576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3F0979-6903-5CD9-6F6F-687B5EA1DFA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71955" y="1781660"/>
                  <a:ext cx="13068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42F457-16A4-F074-F559-C7A0279D3CA3}"/>
                    </a:ext>
                  </a:extLst>
                </p14:cNvPr>
                <p14:cNvContentPartPr/>
                <p14:nvPr/>
              </p14:nvContentPartPr>
              <p14:xfrm>
                <a:off x="10395835" y="2183060"/>
                <a:ext cx="632160" cy="32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42F457-16A4-F074-F559-C7A0279D3CA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89715" y="2176940"/>
                  <a:ext cx="644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5B9BF5-4475-B84C-331B-F32BB2CE22D0}"/>
                    </a:ext>
                  </a:extLst>
                </p14:cNvPr>
                <p14:cNvContentPartPr/>
                <p14:nvPr/>
              </p14:nvContentPartPr>
              <p14:xfrm>
                <a:off x="11043475" y="2109980"/>
                <a:ext cx="466920" cy="345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5B9BF5-4475-B84C-331B-F32BB2CE22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37355" y="2103860"/>
                  <a:ext cx="4791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238E95-8ED6-52EB-64CB-747E317C01B1}"/>
                    </a:ext>
                  </a:extLst>
                </p14:cNvPr>
                <p14:cNvContentPartPr/>
                <p14:nvPr/>
              </p14:nvContentPartPr>
              <p14:xfrm>
                <a:off x="11503915" y="2266580"/>
                <a:ext cx="169200" cy="26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238E95-8ED6-52EB-64CB-747E317C01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97795" y="2260460"/>
                  <a:ext cx="18144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ADFDF3-8435-9085-ACC4-011424C2C52C}"/>
              </a:ext>
            </a:extLst>
          </p:cNvPr>
          <p:cNvGrpSpPr/>
          <p:nvPr/>
        </p:nvGrpSpPr>
        <p:grpSpPr>
          <a:xfrm>
            <a:off x="2643595" y="3481940"/>
            <a:ext cx="2433960" cy="754560"/>
            <a:chOff x="2643595" y="3481940"/>
            <a:chExt cx="2433960" cy="7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ED0078-8D1E-9621-D1E1-3ECC7529EAFE}"/>
                    </a:ext>
                  </a:extLst>
                </p14:cNvPr>
                <p14:cNvContentPartPr/>
                <p14:nvPr/>
              </p14:nvContentPartPr>
              <p14:xfrm>
                <a:off x="2643595" y="3481940"/>
                <a:ext cx="1248480" cy="198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ED0078-8D1E-9621-D1E1-3ECC7529EA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37475" y="3475820"/>
                  <a:ext cx="1260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BA0DDB0-5C70-2F43-DCE1-CF28763AD4BE}"/>
                    </a:ext>
                  </a:extLst>
                </p14:cNvPr>
                <p14:cNvContentPartPr/>
                <p14:nvPr/>
              </p14:nvContentPartPr>
              <p14:xfrm>
                <a:off x="3310315" y="3590660"/>
                <a:ext cx="129600" cy="59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BA0DDB0-5C70-2F43-DCE1-CF28763AD4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04195" y="3584540"/>
                  <a:ext cx="14184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ABAF6D-384B-5622-A661-1C83FBFDD6D2}"/>
                    </a:ext>
                  </a:extLst>
                </p14:cNvPr>
                <p14:cNvContentPartPr/>
                <p14:nvPr/>
              </p14:nvContentPartPr>
              <p14:xfrm>
                <a:off x="3544315" y="3915020"/>
                <a:ext cx="786600" cy="321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ABAF6D-384B-5622-A661-1C83FBFDD6D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38195" y="3908900"/>
                  <a:ext cx="798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895CCA9-F74D-9999-2F03-315D173B1E2E}"/>
                    </a:ext>
                  </a:extLst>
                </p14:cNvPr>
                <p14:cNvContentPartPr/>
                <p14:nvPr/>
              </p14:nvContentPartPr>
              <p14:xfrm>
                <a:off x="4628275" y="3869660"/>
                <a:ext cx="449280" cy="28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895CCA9-F74D-9999-2F03-315D173B1E2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22155" y="3863540"/>
                  <a:ext cx="46152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4A51234-4A33-EC32-ECE2-2726CE63EF48}"/>
              </a:ext>
            </a:extLst>
          </p:cNvPr>
          <p:cNvGrpSpPr/>
          <p:nvPr/>
        </p:nvGrpSpPr>
        <p:grpSpPr>
          <a:xfrm>
            <a:off x="6185635" y="2998100"/>
            <a:ext cx="5637240" cy="1818000"/>
            <a:chOff x="6185635" y="2998100"/>
            <a:chExt cx="5637240" cy="181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2776D8-9DD4-5D73-0E9F-0C26406D063F}"/>
                    </a:ext>
                  </a:extLst>
                </p14:cNvPr>
                <p14:cNvContentPartPr/>
                <p14:nvPr/>
              </p14:nvContentPartPr>
              <p14:xfrm>
                <a:off x="8854675" y="2998100"/>
                <a:ext cx="2392560" cy="100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2776D8-9DD4-5D73-0E9F-0C26406D063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48555" y="2991980"/>
                  <a:ext cx="2404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47DC13-E0F2-EF16-BB37-1EC6506F65C0}"/>
                    </a:ext>
                  </a:extLst>
                </p14:cNvPr>
                <p14:cNvContentPartPr/>
                <p14:nvPr/>
              </p14:nvContentPartPr>
              <p14:xfrm>
                <a:off x="6463555" y="3637820"/>
                <a:ext cx="529560" cy="570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47DC13-E0F2-EF16-BB37-1EC6506F65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57435" y="3631700"/>
                  <a:ext cx="54180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944E12-9186-7937-987A-10DDC304267C}"/>
                    </a:ext>
                  </a:extLst>
                </p14:cNvPr>
                <p14:cNvContentPartPr/>
                <p14:nvPr/>
              </p14:nvContentPartPr>
              <p14:xfrm>
                <a:off x="6185635" y="3325700"/>
                <a:ext cx="518400" cy="1490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944E12-9186-7937-987A-10DDC304267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79515" y="3319580"/>
                  <a:ext cx="530640" cy="15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5FA2F14-E1E4-27A4-F645-995E0309AFEE}"/>
                    </a:ext>
                  </a:extLst>
                </p14:cNvPr>
                <p14:cNvContentPartPr/>
                <p14:nvPr/>
              </p14:nvContentPartPr>
              <p14:xfrm>
                <a:off x="7142875" y="3645020"/>
                <a:ext cx="1494000" cy="549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5FA2F14-E1E4-27A4-F645-995E0309AFE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36755" y="3638900"/>
                  <a:ext cx="150624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987805-7942-274E-BF91-3EE36E7365B7}"/>
                    </a:ext>
                  </a:extLst>
                </p14:cNvPr>
                <p14:cNvContentPartPr/>
                <p14:nvPr/>
              </p14:nvContentPartPr>
              <p14:xfrm>
                <a:off x="9306835" y="4084220"/>
                <a:ext cx="183600" cy="8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987805-7942-274E-BF91-3EE36E7365B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00715" y="4078100"/>
                  <a:ext cx="195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D333ABD-B60E-F3B4-953F-9838FD95226E}"/>
                    </a:ext>
                  </a:extLst>
                </p14:cNvPr>
                <p14:cNvContentPartPr/>
                <p14:nvPr/>
              </p14:nvContentPartPr>
              <p14:xfrm>
                <a:off x="10100275" y="3613340"/>
                <a:ext cx="1415160" cy="657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D333ABD-B60E-F3B4-953F-9838FD9522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94155" y="3607220"/>
                  <a:ext cx="142740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D812E5-E907-9710-AB93-7007E8C63A09}"/>
                    </a:ext>
                  </a:extLst>
                </p14:cNvPr>
                <p14:cNvContentPartPr/>
                <p14:nvPr/>
              </p14:nvContentPartPr>
              <p14:xfrm>
                <a:off x="11766715" y="4012580"/>
                <a:ext cx="27000" cy="9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D812E5-E907-9710-AB93-7007E8C63A0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760595" y="4006460"/>
                  <a:ext cx="39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D63B06-CF9E-651A-A9C5-3B3A5EAAB824}"/>
                    </a:ext>
                  </a:extLst>
                </p14:cNvPr>
                <p14:cNvContentPartPr/>
                <p14:nvPr/>
              </p14:nvContentPartPr>
              <p14:xfrm>
                <a:off x="11812795" y="4026620"/>
                <a:ext cx="10080" cy="10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D63B06-CF9E-651A-A9C5-3B3A5EAAB8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06675" y="4020500"/>
                  <a:ext cx="22320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293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22E4608A-A531-9F3B-F85E-89F2C62428C5}"/>
              </a:ext>
            </a:extLst>
          </p:cNvPr>
          <p:cNvGrpSpPr/>
          <p:nvPr/>
        </p:nvGrpSpPr>
        <p:grpSpPr>
          <a:xfrm>
            <a:off x="640915" y="710300"/>
            <a:ext cx="9938520" cy="5513040"/>
            <a:chOff x="640915" y="710300"/>
            <a:chExt cx="9938520" cy="55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9C8233C-C355-BF76-19CE-45363B4EF39B}"/>
                    </a:ext>
                  </a:extLst>
                </p14:cNvPr>
                <p14:cNvContentPartPr/>
                <p14:nvPr/>
              </p14:nvContentPartPr>
              <p14:xfrm>
                <a:off x="1731715" y="1080380"/>
                <a:ext cx="179280" cy="516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9C8233C-C355-BF76-19CE-45363B4EF3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25595" y="1074260"/>
                  <a:ext cx="19152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0F57469-D7FA-D8D6-3195-EEC2105F739B}"/>
                    </a:ext>
                  </a:extLst>
                </p14:cNvPr>
                <p14:cNvContentPartPr/>
                <p14:nvPr/>
              </p14:nvContentPartPr>
              <p14:xfrm>
                <a:off x="2220235" y="1008740"/>
                <a:ext cx="648000" cy="592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0F57469-D7FA-D8D6-3195-EEC2105F73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14115" y="1002620"/>
                  <a:ext cx="66024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348037-EC50-1FE9-8835-DF3E755456CD}"/>
                    </a:ext>
                  </a:extLst>
                </p14:cNvPr>
                <p14:cNvContentPartPr/>
                <p14:nvPr/>
              </p14:nvContentPartPr>
              <p14:xfrm>
                <a:off x="2948875" y="752780"/>
                <a:ext cx="614160" cy="1466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348037-EC50-1FE9-8835-DF3E755456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42755" y="746660"/>
                  <a:ext cx="626400" cy="14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985ACB8-B44D-BF93-24BE-0B28AF6FA7A3}"/>
                    </a:ext>
                  </a:extLst>
                </p14:cNvPr>
                <p14:cNvContentPartPr/>
                <p14:nvPr/>
              </p14:nvContentPartPr>
              <p14:xfrm>
                <a:off x="3461875" y="1167140"/>
                <a:ext cx="391320" cy="842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985ACB8-B44D-BF93-24BE-0B28AF6FA7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55755" y="1161020"/>
                  <a:ext cx="403560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1B8155D-3D6A-4431-5DDB-2F2EB0A1B322}"/>
                    </a:ext>
                  </a:extLst>
                </p14:cNvPr>
                <p14:cNvContentPartPr/>
                <p14:nvPr/>
              </p14:nvContentPartPr>
              <p14:xfrm>
                <a:off x="3877315" y="1036820"/>
                <a:ext cx="394560" cy="49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B8155D-3D6A-4431-5DDB-2F2EB0A1B3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71195" y="1030700"/>
                  <a:ext cx="406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2848F3E-C633-E332-6D49-890C09C2E618}"/>
                    </a:ext>
                  </a:extLst>
                </p14:cNvPr>
                <p14:cNvContentPartPr/>
                <p14:nvPr/>
              </p14:nvContentPartPr>
              <p14:xfrm>
                <a:off x="5536555" y="2359820"/>
                <a:ext cx="528840" cy="1009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2848F3E-C633-E332-6D49-890C09C2E6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30435" y="2353700"/>
                  <a:ext cx="54108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DB469E-29DA-5EC7-1022-0DFBA7609E3A}"/>
                    </a:ext>
                  </a:extLst>
                </p14:cNvPr>
                <p14:cNvContentPartPr/>
                <p14:nvPr/>
              </p14:nvContentPartPr>
              <p14:xfrm>
                <a:off x="5484715" y="2223020"/>
                <a:ext cx="667080" cy="38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DB469E-29DA-5EC7-1022-0DFBA7609E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78595" y="2216900"/>
                  <a:ext cx="679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17B8F7-1238-0AB1-A597-BC8DE9523D77}"/>
                    </a:ext>
                  </a:extLst>
                </p14:cNvPr>
                <p14:cNvContentPartPr/>
                <p14:nvPr/>
              </p14:nvContentPartPr>
              <p14:xfrm>
                <a:off x="6148915" y="1772660"/>
                <a:ext cx="1060920" cy="190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17B8F7-1238-0AB1-A597-BC8DE9523D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42795" y="1766540"/>
                  <a:ext cx="1073160" cy="19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7F60EFA-5516-30CF-B9B6-C5E13CA2C6CE}"/>
                    </a:ext>
                  </a:extLst>
                </p14:cNvPr>
                <p14:cNvContentPartPr/>
                <p14:nvPr/>
              </p14:nvContentPartPr>
              <p14:xfrm>
                <a:off x="7848475" y="2184140"/>
                <a:ext cx="129600" cy="657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7F60EFA-5516-30CF-B9B6-C5E13CA2C6C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42355" y="2178020"/>
                  <a:ext cx="14184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4723597-C52F-7452-CF3A-CAA7CA055E91}"/>
                    </a:ext>
                  </a:extLst>
                </p14:cNvPr>
                <p14:cNvContentPartPr/>
                <p14:nvPr/>
              </p14:nvContentPartPr>
              <p14:xfrm>
                <a:off x="8376595" y="2274140"/>
                <a:ext cx="609480" cy="462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4723597-C52F-7452-CF3A-CAA7CA055E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70475" y="2268020"/>
                  <a:ext cx="6217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CEF001-AC99-06CB-6279-5622F8FC4C93}"/>
                    </a:ext>
                  </a:extLst>
                </p14:cNvPr>
                <p14:cNvContentPartPr/>
                <p14:nvPr/>
              </p14:nvContentPartPr>
              <p14:xfrm>
                <a:off x="7371835" y="1415540"/>
                <a:ext cx="2525760" cy="278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CEF001-AC99-06CB-6279-5622F8FC4C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65715" y="1409420"/>
                  <a:ext cx="25380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522097-B9D0-4029-87F0-D217F50A6797}"/>
                    </a:ext>
                  </a:extLst>
                </p14:cNvPr>
                <p14:cNvContentPartPr/>
                <p14:nvPr/>
              </p14:nvContentPartPr>
              <p14:xfrm>
                <a:off x="7619875" y="710300"/>
                <a:ext cx="1013400" cy="501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522097-B9D0-4029-87F0-D217F50A67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13755" y="704180"/>
                  <a:ext cx="102564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13F998-A2AE-5A59-CCBA-DCE86EF84B5D}"/>
                    </a:ext>
                  </a:extLst>
                </p14:cNvPr>
                <p14:cNvContentPartPr/>
                <p14:nvPr/>
              </p14:nvContentPartPr>
              <p14:xfrm>
                <a:off x="7194715" y="3497780"/>
                <a:ext cx="114480" cy="561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13F998-A2AE-5A59-CCBA-DCE86EF84B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88595" y="3491660"/>
                  <a:ext cx="12672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1AAB7D-F601-89ED-A630-D660BBD2369C}"/>
                    </a:ext>
                  </a:extLst>
                </p14:cNvPr>
                <p14:cNvContentPartPr/>
                <p14:nvPr/>
              </p14:nvContentPartPr>
              <p14:xfrm>
                <a:off x="7990315" y="3383300"/>
                <a:ext cx="703440" cy="572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1AAB7D-F601-89ED-A630-D660BBD236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84195" y="3377180"/>
                  <a:ext cx="71568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D29361-C236-0B93-EDB7-55E3D2C4B1F1}"/>
                    </a:ext>
                  </a:extLst>
                </p14:cNvPr>
                <p14:cNvContentPartPr/>
                <p14:nvPr/>
              </p14:nvContentPartPr>
              <p14:xfrm>
                <a:off x="640915" y="3524780"/>
                <a:ext cx="629280" cy="64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D29361-C236-0B93-EDB7-55E3D2C4B1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4795" y="3518660"/>
                  <a:ext cx="64152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EF948E-D9B7-3BF4-9E06-335AF26F40FF}"/>
                    </a:ext>
                  </a:extLst>
                </p14:cNvPr>
                <p14:cNvContentPartPr/>
                <p14:nvPr/>
              </p14:nvContentPartPr>
              <p14:xfrm>
                <a:off x="1915675" y="3214100"/>
                <a:ext cx="233640" cy="266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EF948E-D9B7-3BF4-9E06-335AF26F40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09555" y="3207980"/>
                  <a:ext cx="2458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F56F74-0133-E9AB-8CAC-C88155D44F1F}"/>
                    </a:ext>
                  </a:extLst>
                </p14:cNvPr>
                <p14:cNvContentPartPr/>
                <p14:nvPr/>
              </p14:nvContentPartPr>
              <p14:xfrm>
                <a:off x="1987675" y="3328940"/>
                <a:ext cx="434520" cy="1105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F56F74-0133-E9AB-8CAC-C88155D44F1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1555" y="3322820"/>
                  <a:ext cx="446760" cy="11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58BA18-CCBC-9FA4-0CEC-C2AED9577D2B}"/>
                    </a:ext>
                  </a:extLst>
                </p14:cNvPr>
                <p14:cNvContentPartPr/>
                <p14:nvPr/>
              </p14:nvContentPartPr>
              <p14:xfrm>
                <a:off x="2400955" y="3962540"/>
                <a:ext cx="260640" cy="301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58BA18-CCBC-9FA4-0CEC-C2AED9577D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94835" y="3956420"/>
                  <a:ext cx="2728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7F55EA-0102-8485-7729-2419729A03DB}"/>
                    </a:ext>
                  </a:extLst>
                </p14:cNvPr>
                <p14:cNvContentPartPr/>
                <p14:nvPr/>
              </p14:nvContentPartPr>
              <p14:xfrm>
                <a:off x="3187555" y="3156500"/>
                <a:ext cx="550800" cy="858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7F55EA-0102-8485-7729-2419729A03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81435" y="3150380"/>
                  <a:ext cx="56304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F75CF8-E1B1-7AE6-C6A1-76232A738CE1}"/>
                    </a:ext>
                  </a:extLst>
                </p14:cNvPr>
                <p14:cNvContentPartPr/>
                <p14:nvPr/>
              </p14:nvContentPartPr>
              <p14:xfrm>
                <a:off x="1216555" y="5129300"/>
                <a:ext cx="108360" cy="537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F75CF8-E1B1-7AE6-C6A1-76232A738CE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10435" y="5123180"/>
                  <a:ext cx="1206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3A5B3B-F557-E3D8-8FC1-DBAE29E15AF8}"/>
                    </a:ext>
                  </a:extLst>
                </p14:cNvPr>
                <p14:cNvContentPartPr/>
                <p14:nvPr/>
              </p14:nvContentPartPr>
              <p14:xfrm>
                <a:off x="1656475" y="5013020"/>
                <a:ext cx="371880" cy="578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3A5B3B-F557-E3D8-8FC1-DBAE29E15A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50355" y="5006900"/>
                  <a:ext cx="38412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6833B6-0374-2595-032F-8369D06EE1FD}"/>
                    </a:ext>
                  </a:extLst>
                </p14:cNvPr>
                <p14:cNvContentPartPr/>
                <p14:nvPr/>
              </p14:nvContentPartPr>
              <p14:xfrm>
                <a:off x="2590675" y="4853540"/>
                <a:ext cx="238680" cy="310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6833B6-0374-2595-032F-8369D06EE1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84555" y="4847420"/>
                  <a:ext cx="2509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9ED74CB-1D82-05E0-EC98-10DC42BFDC54}"/>
                    </a:ext>
                  </a:extLst>
                </p14:cNvPr>
                <p14:cNvContentPartPr/>
                <p14:nvPr/>
              </p14:nvContentPartPr>
              <p14:xfrm>
                <a:off x="2663395" y="4809980"/>
                <a:ext cx="485640" cy="103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9ED74CB-1D82-05E0-EC98-10DC42BFDC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57275" y="4803860"/>
                  <a:ext cx="497880" cy="10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5440BE-27CC-A602-B14F-82C3D70C1AB4}"/>
                    </a:ext>
                  </a:extLst>
                </p14:cNvPr>
                <p14:cNvContentPartPr/>
                <p14:nvPr/>
              </p14:nvContentPartPr>
              <p14:xfrm>
                <a:off x="2985955" y="5175020"/>
                <a:ext cx="320040" cy="331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5440BE-27CC-A602-B14F-82C3D70C1AB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79835" y="5168900"/>
                  <a:ext cx="3322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E98431-C84F-257C-CDD5-D93DE9AFFE31}"/>
                    </a:ext>
                  </a:extLst>
                </p14:cNvPr>
                <p14:cNvContentPartPr/>
                <p14:nvPr/>
              </p14:nvContentPartPr>
              <p14:xfrm>
                <a:off x="3643315" y="4514780"/>
                <a:ext cx="117360" cy="464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E98431-C84F-257C-CDD5-D93DE9AFFE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37195" y="4508660"/>
                  <a:ext cx="12960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7369365-DB19-C469-228B-68A34414D4CE}"/>
                    </a:ext>
                  </a:extLst>
                </p14:cNvPr>
                <p14:cNvContentPartPr/>
                <p14:nvPr/>
              </p14:nvContentPartPr>
              <p14:xfrm>
                <a:off x="3568075" y="4514780"/>
                <a:ext cx="542160" cy="901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7369365-DB19-C469-228B-68A34414D4C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61955" y="4508660"/>
                  <a:ext cx="55440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1781D12-B586-7F81-EE10-1CD540299B6D}"/>
                    </a:ext>
                  </a:extLst>
                </p14:cNvPr>
                <p14:cNvContentPartPr/>
                <p14:nvPr/>
              </p14:nvContentPartPr>
              <p14:xfrm>
                <a:off x="3872995" y="4381580"/>
                <a:ext cx="428040" cy="110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1781D12-B586-7F81-EE10-1CD540299B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66875" y="4375460"/>
                  <a:ext cx="4402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147F84-D325-7BCD-367A-473E08905D27}"/>
                    </a:ext>
                  </a:extLst>
                </p14:cNvPr>
                <p14:cNvContentPartPr/>
                <p14:nvPr/>
              </p14:nvContentPartPr>
              <p14:xfrm>
                <a:off x="5892955" y="4545380"/>
                <a:ext cx="4686480" cy="398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147F84-D325-7BCD-367A-473E08905D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6835" y="4539260"/>
                  <a:ext cx="46987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222176B-6DE1-6FF8-EBCE-ECF845AA8139}"/>
                    </a:ext>
                  </a:extLst>
                </p14:cNvPr>
                <p14:cNvContentPartPr/>
                <p14:nvPr/>
              </p14:nvContentPartPr>
              <p14:xfrm>
                <a:off x="7460755" y="5000060"/>
                <a:ext cx="325800" cy="299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222176B-6DE1-6FF8-EBCE-ECF845AA81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54635" y="4993940"/>
                  <a:ext cx="3380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938B7B-2D67-BE0C-7CDD-2845B6F351BC}"/>
                    </a:ext>
                  </a:extLst>
                </p14:cNvPr>
                <p14:cNvContentPartPr/>
                <p14:nvPr/>
              </p14:nvContentPartPr>
              <p14:xfrm>
                <a:off x="7480195" y="5059820"/>
                <a:ext cx="559800" cy="354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938B7B-2D67-BE0C-7CDD-2845B6F351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74075" y="5053700"/>
                  <a:ext cx="5720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F76734-9C00-8889-FADD-2AA2AC20067A}"/>
                    </a:ext>
                  </a:extLst>
                </p14:cNvPr>
                <p14:cNvContentPartPr/>
                <p14:nvPr/>
              </p14:nvContentPartPr>
              <p14:xfrm>
                <a:off x="8059075" y="5409380"/>
                <a:ext cx="584280" cy="571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F76734-9C00-8889-FADD-2AA2AC2006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52955" y="5403260"/>
                  <a:ext cx="59652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51B4F21-FBDB-B4F3-61CC-C98213EF4F7B}"/>
                    </a:ext>
                  </a:extLst>
                </p14:cNvPr>
                <p14:cNvContentPartPr/>
                <p14:nvPr/>
              </p14:nvContentPartPr>
              <p14:xfrm>
                <a:off x="6930115" y="4895660"/>
                <a:ext cx="2396520" cy="1327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51B4F21-FBDB-B4F3-61CC-C98213EF4F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23995" y="4889540"/>
                  <a:ext cx="2408760" cy="13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8EB8DC-E93B-FF22-5895-152028A45B58}"/>
                    </a:ext>
                  </a:extLst>
                </p14:cNvPr>
                <p14:cNvContentPartPr/>
                <p14:nvPr/>
              </p14:nvContentPartPr>
              <p14:xfrm>
                <a:off x="4323355" y="4544300"/>
                <a:ext cx="986760" cy="405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08EB8DC-E93B-FF22-5895-152028A45B5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17235" y="4538180"/>
                  <a:ext cx="9990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41E3573-E8E4-6268-F016-300B3E3A40FA}"/>
                    </a:ext>
                  </a:extLst>
                </p14:cNvPr>
                <p14:cNvContentPartPr/>
                <p14:nvPr/>
              </p14:nvContentPartPr>
              <p14:xfrm>
                <a:off x="5475355" y="3957140"/>
                <a:ext cx="606600" cy="502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41E3573-E8E4-6268-F016-300B3E3A40F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69235" y="3951020"/>
                  <a:ext cx="618840" cy="51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7187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C6C0FAFC-4DB8-0850-4DE4-1A0D86489AE9}"/>
              </a:ext>
            </a:extLst>
          </p:cNvPr>
          <p:cNvGrpSpPr/>
          <p:nvPr/>
        </p:nvGrpSpPr>
        <p:grpSpPr>
          <a:xfrm>
            <a:off x="300715" y="190460"/>
            <a:ext cx="11023920" cy="6586560"/>
            <a:chOff x="300715" y="190460"/>
            <a:chExt cx="11023920" cy="65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540323-C8CA-3D38-48FB-9D5D6FBF75C1}"/>
                    </a:ext>
                  </a:extLst>
                </p14:cNvPr>
                <p14:cNvContentPartPr/>
                <p14:nvPr/>
              </p14:nvContentPartPr>
              <p14:xfrm>
                <a:off x="1803355" y="312140"/>
                <a:ext cx="94680" cy="594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540323-C8CA-3D38-48FB-9D5D6FBF75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97235" y="306020"/>
                  <a:ext cx="10692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D7AE11-F50A-5610-4400-8CDB6270D7F5}"/>
                    </a:ext>
                  </a:extLst>
                </p14:cNvPr>
                <p14:cNvContentPartPr/>
                <p14:nvPr/>
              </p14:nvContentPartPr>
              <p14:xfrm>
                <a:off x="2387635" y="190460"/>
                <a:ext cx="230040" cy="720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D7AE11-F50A-5610-4400-8CDB6270D7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81515" y="184340"/>
                  <a:ext cx="24228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9C6F8E-EBFC-4A72-82E7-BC2105E18FB9}"/>
                    </a:ext>
                  </a:extLst>
                </p14:cNvPr>
                <p14:cNvContentPartPr/>
                <p14:nvPr/>
              </p14:nvContentPartPr>
              <p14:xfrm>
                <a:off x="3076315" y="261020"/>
                <a:ext cx="232920" cy="339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9C6F8E-EBFC-4A72-82E7-BC2105E18F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70195" y="254900"/>
                  <a:ext cx="2451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77918C-E45B-EB77-3878-7FD36D45817C}"/>
                    </a:ext>
                  </a:extLst>
                </p14:cNvPr>
                <p14:cNvContentPartPr/>
                <p14:nvPr/>
              </p14:nvContentPartPr>
              <p14:xfrm>
                <a:off x="3104395" y="471620"/>
                <a:ext cx="517680" cy="896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77918C-E45B-EB77-3878-7FD36D4581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98275" y="465500"/>
                  <a:ext cx="529920" cy="90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87FD38-D867-BEE4-03D5-205CADCFBE5A}"/>
                    </a:ext>
                  </a:extLst>
                </p14:cNvPr>
                <p14:cNvContentPartPr/>
                <p14:nvPr/>
              </p14:nvContentPartPr>
              <p14:xfrm>
                <a:off x="3563395" y="880580"/>
                <a:ext cx="245520" cy="345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87FD38-D867-BEE4-03D5-205CADCFBE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57275" y="874460"/>
                  <a:ext cx="2577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C2BBA0-7E25-1553-9B4D-596FD19867BB}"/>
                    </a:ext>
                  </a:extLst>
                </p14:cNvPr>
                <p14:cNvContentPartPr/>
                <p14:nvPr/>
              </p14:nvContentPartPr>
              <p14:xfrm>
                <a:off x="4045075" y="433100"/>
                <a:ext cx="361800" cy="632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C2BBA0-7E25-1553-9B4D-596FD19867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38955" y="426980"/>
                  <a:ext cx="37404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2585837-7903-370B-119E-040E20653F63}"/>
                    </a:ext>
                  </a:extLst>
                </p14:cNvPr>
                <p14:cNvContentPartPr/>
                <p14:nvPr/>
              </p14:nvContentPartPr>
              <p14:xfrm>
                <a:off x="2764195" y="2911700"/>
                <a:ext cx="567000" cy="822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2585837-7903-370B-119E-040E20653F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8075" y="2905580"/>
                  <a:ext cx="579240" cy="8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F78461-9E8D-F042-0272-CCC0052A1342}"/>
                    </a:ext>
                  </a:extLst>
                </p14:cNvPr>
                <p14:cNvContentPartPr/>
                <p14:nvPr/>
              </p14:nvContentPartPr>
              <p14:xfrm>
                <a:off x="2775355" y="2570420"/>
                <a:ext cx="769680" cy="2317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F78461-9E8D-F042-0272-CCC0052A13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69235" y="2564300"/>
                  <a:ext cx="781920" cy="23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CCC1F8-0979-3E2E-B460-5F9399FCBE78}"/>
                    </a:ext>
                  </a:extLst>
                </p14:cNvPr>
                <p14:cNvContentPartPr/>
                <p14:nvPr/>
              </p14:nvContentPartPr>
              <p14:xfrm>
                <a:off x="3326155" y="1910180"/>
                <a:ext cx="3432240" cy="606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CCC1F8-0979-3E2E-B460-5F9399FCBE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20035" y="1904060"/>
                  <a:ext cx="344448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6B1E933-4721-EF3F-A3A7-07C04B5DC751}"/>
                    </a:ext>
                  </a:extLst>
                </p14:cNvPr>
                <p14:cNvContentPartPr/>
                <p14:nvPr/>
              </p14:nvContentPartPr>
              <p14:xfrm>
                <a:off x="4198075" y="2826380"/>
                <a:ext cx="65520" cy="489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6B1E933-4721-EF3F-A3A7-07C04B5DC7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91955" y="2820260"/>
                  <a:ext cx="777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A89614-C02A-28BF-8960-6458E1DC83B4}"/>
                    </a:ext>
                  </a:extLst>
                </p14:cNvPr>
                <p14:cNvContentPartPr/>
                <p14:nvPr/>
              </p14:nvContentPartPr>
              <p14:xfrm>
                <a:off x="4518475" y="2584820"/>
                <a:ext cx="567000" cy="823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A89614-C02A-28BF-8960-6458E1DC83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12355" y="2578700"/>
                  <a:ext cx="57924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256182-CE38-5E76-7BD2-57C27BF3337E}"/>
                    </a:ext>
                  </a:extLst>
                </p14:cNvPr>
                <p14:cNvContentPartPr/>
                <p14:nvPr/>
              </p14:nvContentPartPr>
              <p14:xfrm>
                <a:off x="4024195" y="1468820"/>
                <a:ext cx="1135440" cy="514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256182-CE38-5E76-7BD2-57C27BF333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18075" y="1462700"/>
                  <a:ext cx="114768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FD085F-1C29-3DB4-4A2D-24B40BC93FC3}"/>
                    </a:ext>
                  </a:extLst>
                </p14:cNvPr>
                <p14:cNvContentPartPr/>
                <p14:nvPr/>
              </p14:nvContentPartPr>
              <p14:xfrm>
                <a:off x="4592275" y="3547100"/>
                <a:ext cx="87120" cy="788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FD085F-1C29-3DB4-4A2D-24B40BC93F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86155" y="3540980"/>
                  <a:ext cx="9936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E6F088-31F1-9F47-A993-5AD2B7412FF3}"/>
                    </a:ext>
                  </a:extLst>
                </p14:cNvPr>
                <p14:cNvContentPartPr/>
                <p14:nvPr/>
              </p14:nvContentPartPr>
              <p14:xfrm>
                <a:off x="5062075" y="3759860"/>
                <a:ext cx="416160" cy="496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E6F088-31F1-9F47-A993-5AD2B7412F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55955" y="3753740"/>
                  <a:ext cx="4284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4369F59-559E-6FD8-341C-1ECADDDC1127}"/>
                    </a:ext>
                  </a:extLst>
                </p14:cNvPr>
                <p14:cNvContentPartPr/>
                <p14:nvPr/>
              </p14:nvContentPartPr>
              <p14:xfrm>
                <a:off x="3273955" y="4388060"/>
                <a:ext cx="3193200" cy="755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369F59-559E-6FD8-341C-1ECADDDC11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67835" y="4381940"/>
                  <a:ext cx="320544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8E2E54-46D3-5ACE-D046-D8C1911C59CE}"/>
                    </a:ext>
                  </a:extLst>
                </p14:cNvPr>
                <p14:cNvContentPartPr/>
                <p14:nvPr/>
              </p14:nvContentPartPr>
              <p14:xfrm>
                <a:off x="5509915" y="4905740"/>
                <a:ext cx="842040" cy="483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8E2E54-46D3-5ACE-D046-D8C1911C59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03795" y="4899620"/>
                  <a:ext cx="854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3F138D-FF9C-3412-2A7B-7667187DC8A3}"/>
                    </a:ext>
                  </a:extLst>
                </p14:cNvPr>
                <p14:cNvContentPartPr/>
                <p14:nvPr/>
              </p14:nvContentPartPr>
              <p14:xfrm>
                <a:off x="6486595" y="5405060"/>
                <a:ext cx="47520" cy="7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3F138D-FF9C-3412-2A7B-7667187DC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80475" y="5398940"/>
                  <a:ext cx="59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70648D6-CAEF-FFC3-2AAA-AF4FAC0C9CC6}"/>
                    </a:ext>
                  </a:extLst>
                </p14:cNvPr>
                <p14:cNvContentPartPr/>
                <p14:nvPr/>
              </p14:nvContentPartPr>
              <p14:xfrm>
                <a:off x="4747795" y="5589380"/>
                <a:ext cx="2574720" cy="673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70648D6-CAEF-FFC3-2AAA-AF4FAC0C9C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1675" y="5583260"/>
                  <a:ext cx="258696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135DD4-8DAC-CEFA-0122-379533443B61}"/>
                    </a:ext>
                  </a:extLst>
                </p14:cNvPr>
                <p14:cNvContentPartPr/>
                <p14:nvPr/>
              </p14:nvContentPartPr>
              <p14:xfrm>
                <a:off x="6727795" y="4762460"/>
                <a:ext cx="1515960" cy="379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135DD4-8DAC-CEFA-0122-379533443B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21675" y="4756340"/>
                  <a:ext cx="15282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5D5765-1F6C-ABC4-19A2-CD4663BE470D}"/>
                    </a:ext>
                  </a:extLst>
                </p14:cNvPr>
                <p14:cNvContentPartPr/>
                <p14:nvPr/>
              </p14:nvContentPartPr>
              <p14:xfrm>
                <a:off x="8995075" y="3652220"/>
                <a:ext cx="429120" cy="814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5D5765-1F6C-ABC4-19A2-CD4663BE470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88955" y="3646100"/>
                  <a:ext cx="44136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0879C6-5261-E1BA-476A-ACDDE0996C3E}"/>
                    </a:ext>
                  </a:extLst>
                </p14:cNvPr>
                <p14:cNvContentPartPr/>
                <p14:nvPr/>
              </p14:nvContentPartPr>
              <p14:xfrm>
                <a:off x="9749275" y="3785780"/>
                <a:ext cx="1129320" cy="365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0879C6-5261-E1BA-476A-ACDDE0996C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43155" y="3779660"/>
                  <a:ext cx="11415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7C16EB-6911-EB35-4F34-192B7FF4DE3D}"/>
                    </a:ext>
                  </a:extLst>
                </p14:cNvPr>
                <p14:cNvContentPartPr/>
                <p14:nvPr/>
              </p14:nvContentPartPr>
              <p14:xfrm>
                <a:off x="10932595" y="3449540"/>
                <a:ext cx="30600" cy="15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7C16EB-6911-EB35-4F34-192B7FF4DE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26475" y="3443420"/>
                  <a:ext cx="42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5901B3-2E25-DE03-F5A4-1B97C07609DF}"/>
                    </a:ext>
                  </a:extLst>
                </p14:cNvPr>
                <p14:cNvContentPartPr/>
                <p14:nvPr/>
              </p14:nvContentPartPr>
              <p14:xfrm>
                <a:off x="4895035" y="4241180"/>
                <a:ext cx="1503720" cy="1591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5901B3-2E25-DE03-F5A4-1B97C07609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88915" y="4235060"/>
                  <a:ext cx="1515960" cy="16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AA579E-607C-7A60-D6B8-BD110EE4EC4D}"/>
                    </a:ext>
                  </a:extLst>
                </p14:cNvPr>
                <p14:cNvContentPartPr/>
                <p14:nvPr/>
              </p14:nvContentPartPr>
              <p14:xfrm>
                <a:off x="5295355" y="1551260"/>
                <a:ext cx="3960" cy="3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AA579E-607C-7A60-D6B8-BD110EE4EC4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89235" y="1545140"/>
                  <a:ext cx="162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97FA275-33A7-49F6-ACD5-27E915E9B341}"/>
                    </a:ext>
                  </a:extLst>
                </p14:cNvPr>
                <p14:cNvContentPartPr/>
                <p14:nvPr/>
              </p14:nvContentPartPr>
              <p14:xfrm>
                <a:off x="5253235" y="1550180"/>
                <a:ext cx="52200" cy="6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97FA275-33A7-49F6-ACD5-27E915E9B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47115" y="1544060"/>
                  <a:ext cx="64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A053806-61BA-3F63-BBCB-1ECC1EBEF792}"/>
                    </a:ext>
                  </a:extLst>
                </p14:cNvPr>
                <p14:cNvContentPartPr/>
                <p14:nvPr/>
              </p14:nvContentPartPr>
              <p14:xfrm>
                <a:off x="6045235" y="4703420"/>
                <a:ext cx="460080" cy="518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A053806-61BA-3F63-BBCB-1ECC1EBEF7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39115" y="4697300"/>
                  <a:ext cx="47232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4E7F5B-F414-D33A-7E9F-D5567F342CD2}"/>
                    </a:ext>
                  </a:extLst>
                </p14:cNvPr>
                <p14:cNvContentPartPr/>
                <p14:nvPr/>
              </p14:nvContentPartPr>
              <p14:xfrm>
                <a:off x="5597755" y="870500"/>
                <a:ext cx="849240" cy="685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4E7F5B-F414-D33A-7E9F-D5567F342CD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91635" y="864380"/>
                  <a:ext cx="86148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85A20F3-C559-98A6-8332-DAE1AE22A9EF}"/>
                    </a:ext>
                  </a:extLst>
                </p14:cNvPr>
                <p14:cNvContentPartPr/>
                <p14:nvPr/>
              </p14:nvContentPartPr>
              <p14:xfrm>
                <a:off x="5876395" y="5474540"/>
                <a:ext cx="152280" cy="476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85A20F3-C559-98A6-8332-DAE1AE22A9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70275" y="5468420"/>
                  <a:ext cx="1645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255B5A-EF63-725A-305B-1779CBD7F79E}"/>
                    </a:ext>
                  </a:extLst>
                </p14:cNvPr>
                <p14:cNvContentPartPr/>
                <p14:nvPr/>
              </p14:nvContentPartPr>
              <p14:xfrm>
                <a:off x="6324595" y="5414780"/>
                <a:ext cx="380520" cy="46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255B5A-EF63-725A-305B-1779CBD7F79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18475" y="5408660"/>
                  <a:ext cx="3927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8C448A3-2C8D-54C0-2146-D6D970694BFD}"/>
                    </a:ext>
                  </a:extLst>
                </p14:cNvPr>
                <p14:cNvContentPartPr/>
                <p14:nvPr/>
              </p14:nvContentPartPr>
              <p14:xfrm>
                <a:off x="5332795" y="5655980"/>
                <a:ext cx="2655000" cy="99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8C448A3-2C8D-54C0-2146-D6D970694BF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26675" y="5649860"/>
                  <a:ext cx="2667240" cy="10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C54F7F-0E83-E660-56F5-67B163D8EEE4}"/>
                    </a:ext>
                  </a:extLst>
                </p14:cNvPr>
                <p14:cNvContentPartPr/>
                <p14:nvPr/>
              </p14:nvContentPartPr>
              <p14:xfrm>
                <a:off x="6882595" y="6027500"/>
                <a:ext cx="622080" cy="470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C54F7F-0E83-E660-56F5-67B163D8EEE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76475" y="6021380"/>
                  <a:ext cx="63432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D0CE1A6-512A-A804-B0BC-C68C84BDD297}"/>
                    </a:ext>
                  </a:extLst>
                </p14:cNvPr>
                <p14:cNvContentPartPr/>
                <p14:nvPr/>
              </p14:nvContentPartPr>
              <p14:xfrm>
                <a:off x="7807075" y="5852540"/>
                <a:ext cx="503280" cy="51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D0CE1A6-512A-A804-B0BC-C68C84BDD2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00955" y="5846420"/>
                  <a:ext cx="51552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03DB15-F16D-6D61-8534-F438F19E59FD}"/>
                    </a:ext>
                  </a:extLst>
                </p14:cNvPr>
                <p14:cNvContentPartPr/>
                <p14:nvPr/>
              </p14:nvContentPartPr>
              <p14:xfrm>
                <a:off x="6891955" y="475580"/>
                <a:ext cx="311040" cy="803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03DB15-F16D-6D61-8534-F438F19E59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85835" y="469460"/>
                  <a:ext cx="32328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E9DDD7-16CB-E21E-2CA1-3222491B9651}"/>
                    </a:ext>
                  </a:extLst>
                </p14:cNvPr>
                <p14:cNvContentPartPr/>
                <p14:nvPr/>
              </p14:nvContentPartPr>
              <p14:xfrm>
                <a:off x="7099315" y="223220"/>
                <a:ext cx="916920" cy="324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E9DDD7-16CB-E21E-2CA1-3222491B96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93195" y="217100"/>
                  <a:ext cx="9291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19BB59-6BF1-9446-5213-749FBBD1B97B}"/>
                    </a:ext>
                  </a:extLst>
                </p14:cNvPr>
                <p14:cNvContentPartPr/>
                <p14:nvPr/>
              </p14:nvContentPartPr>
              <p14:xfrm>
                <a:off x="7729315" y="6444740"/>
                <a:ext cx="462600" cy="332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19BB59-6BF1-9446-5213-749FBBD1B97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23195" y="6438620"/>
                  <a:ext cx="474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9A919C-8521-2C7B-6AC3-2352AA6C968D}"/>
                    </a:ext>
                  </a:extLst>
                </p14:cNvPr>
                <p14:cNvContentPartPr/>
                <p14:nvPr/>
              </p14:nvContentPartPr>
              <p14:xfrm>
                <a:off x="8465515" y="6236300"/>
                <a:ext cx="202320" cy="255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9A919C-8521-2C7B-6AC3-2352AA6C968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59395" y="6230180"/>
                  <a:ext cx="214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1549C86-1167-05D3-8BBB-0901D90D517D}"/>
                    </a:ext>
                  </a:extLst>
                </p14:cNvPr>
                <p14:cNvContentPartPr/>
                <p14:nvPr/>
              </p14:nvContentPartPr>
              <p14:xfrm>
                <a:off x="300715" y="2832860"/>
                <a:ext cx="162000" cy="400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1549C86-1167-05D3-8BBB-0901D90D51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4595" y="2826740"/>
                  <a:ext cx="1742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5FC1C3-2BD6-F0B7-1212-41356AA06ED1}"/>
                    </a:ext>
                  </a:extLst>
                </p14:cNvPr>
                <p14:cNvContentPartPr/>
                <p14:nvPr/>
              </p14:nvContentPartPr>
              <p14:xfrm>
                <a:off x="591955" y="2608220"/>
                <a:ext cx="322920" cy="618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5FC1C3-2BD6-F0B7-1212-41356AA06E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5835" y="2602100"/>
                  <a:ext cx="33516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73A4C92-D78F-12AB-085B-1E6360E8FC1B}"/>
                    </a:ext>
                  </a:extLst>
                </p14:cNvPr>
                <p14:cNvContentPartPr/>
                <p14:nvPr/>
              </p14:nvContentPartPr>
              <p14:xfrm>
                <a:off x="1113955" y="2118980"/>
                <a:ext cx="243720" cy="1433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73A4C92-D78F-12AB-085B-1E6360E8FC1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7835" y="2112860"/>
                  <a:ext cx="255960" cy="14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874890-24D3-E82E-72DE-2FF7D3B110B0}"/>
                    </a:ext>
                  </a:extLst>
                </p14:cNvPr>
                <p14:cNvContentPartPr/>
                <p14:nvPr/>
              </p14:nvContentPartPr>
              <p14:xfrm>
                <a:off x="1445515" y="2311940"/>
                <a:ext cx="419760" cy="637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874890-24D3-E82E-72DE-2FF7D3B110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39395" y="2305820"/>
                  <a:ext cx="43200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FB2589F-350F-34C6-9B23-E628E5ABCECE}"/>
                    </a:ext>
                  </a:extLst>
                </p14:cNvPr>
                <p14:cNvContentPartPr/>
                <p14:nvPr/>
              </p14:nvContentPartPr>
              <p14:xfrm>
                <a:off x="2789755" y="2090900"/>
                <a:ext cx="761400" cy="332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FB2589F-350F-34C6-9B23-E628E5ABCE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83635" y="2084780"/>
                  <a:ext cx="7736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B32C37-1F25-A9EF-9432-F328894138A3}"/>
                    </a:ext>
                  </a:extLst>
                </p14:cNvPr>
                <p14:cNvContentPartPr/>
                <p14:nvPr/>
              </p14:nvContentPartPr>
              <p14:xfrm>
                <a:off x="3186835" y="1904060"/>
                <a:ext cx="343080" cy="494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B32C37-1F25-A9EF-9432-F328894138A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80715" y="1897940"/>
                  <a:ext cx="3553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9EA2336-E914-10C2-3F1A-2673C562CD9B}"/>
                    </a:ext>
                  </a:extLst>
                </p14:cNvPr>
                <p14:cNvContentPartPr/>
                <p14:nvPr/>
              </p14:nvContentPartPr>
              <p14:xfrm>
                <a:off x="3757795" y="2134100"/>
                <a:ext cx="30600" cy="5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9EA2336-E914-10C2-3F1A-2673C562CD9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51675" y="2127980"/>
                  <a:ext cx="42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65DECDB-E8E6-511E-02C9-1F347224CE36}"/>
                    </a:ext>
                  </a:extLst>
                </p14:cNvPr>
                <p14:cNvContentPartPr/>
                <p14:nvPr/>
              </p14:nvContentPartPr>
              <p14:xfrm>
                <a:off x="5736355" y="2095220"/>
                <a:ext cx="1992960" cy="2743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65DECDB-E8E6-511E-02C9-1F347224CE3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30235" y="2089100"/>
                  <a:ext cx="2005200" cy="27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669210-D924-014F-6FB1-07C9D2E314C1}"/>
                    </a:ext>
                  </a:extLst>
                </p14:cNvPr>
                <p14:cNvContentPartPr/>
                <p14:nvPr/>
              </p14:nvContentPartPr>
              <p14:xfrm>
                <a:off x="8073475" y="1541540"/>
                <a:ext cx="194400" cy="497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669210-D924-014F-6FB1-07C9D2E314C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67355" y="1535420"/>
                  <a:ext cx="2066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942A328-EDCF-A2F4-A943-A81D1F5E0AAB}"/>
                    </a:ext>
                  </a:extLst>
                </p14:cNvPr>
                <p14:cNvContentPartPr/>
                <p14:nvPr/>
              </p14:nvContentPartPr>
              <p14:xfrm>
                <a:off x="8440315" y="1337420"/>
                <a:ext cx="383400" cy="591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942A328-EDCF-A2F4-A943-A81D1F5E0A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34195" y="1331300"/>
                  <a:ext cx="39564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DD1B0B0-C799-07E4-F5D2-2F16EFC32266}"/>
                    </a:ext>
                  </a:extLst>
                </p14:cNvPr>
                <p14:cNvContentPartPr/>
                <p14:nvPr/>
              </p14:nvContentPartPr>
              <p14:xfrm>
                <a:off x="9280555" y="866540"/>
                <a:ext cx="146160" cy="29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DD1B0B0-C799-07E4-F5D2-2F16EFC3226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74435" y="860420"/>
                  <a:ext cx="1584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11B0F6D-E738-B70A-551B-357E551250A3}"/>
                    </a:ext>
                  </a:extLst>
                </p14:cNvPr>
                <p14:cNvContentPartPr/>
                <p14:nvPr/>
              </p14:nvContentPartPr>
              <p14:xfrm>
                <a:off x="9568195" y="881300"/>
                <a:ext cx="72000" cy="981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11B0F6D-E738-B70A-551B-357E551250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62075" y="875180"/>
                  <a:ext cx="84240" cy="9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F068493-70B7-9105-F0FB-59D9D649BEF5}"/>
                    </a:ext>
                  </a:extLst>
                </p14:cNvPr>
                <p14:cNvContentPartPr/>
                <p14:nvPr/>
              </p14:nvContentPartPr>
              <p14:xfrm>
                <a:off x="9820555" y="1380980"/>
                <a:ext cx="164880" cy="227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F068493-70B7-9105-F0FB-59D9D649BEF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14435" y="1374860"/>
                  <a:ext cx="177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408113-3C41-330A-E6B8-00FEAA5E703B}"/>
                    </a:ext>
                  </a:extLst>
                </p14:cNvPr>
                <p14:cNvContentPartPr/>
                <p14:nvPr/>
              </p14:nvContentPartPr>
              <p14:xfrm>
                <a:off x="10318435" y="604820"/>
                <a:ext cx="399960" cy="671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408113-3C41-330A-E6B8-00FEAA5E703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12315" y="598700"/>
                  <a:ext cx="41220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24ED5B-D9A7-44D2-2B39-82616A309A60}"/>
                    </a:ext>
                  </a:extLst>
                </p14:cNvPr>
                <p14:cNvContentPartPr/>
                <p14:nvPr/>
              </p14:nvContentPartPr>
              <p14:xfrm>
                <a:off x="11286835" y="761420"/>
                <a:ext cx="37800" cy="13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24ED5B-D9A7-44D2-2B39-82616A309A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80715" y="755300"/>
                  <a:ext cx="50040" cy="2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3504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18056934-43D8-67F5-202D-77F61DC2B494}"/>
              </a:ext>
            </a:extLst>
          </p:cNvPr>
          <p:cNvGrpSpPr/>
          <p:nvPr/>
        </p:nvGrpSpPr>
        <p:grpSpPr>
          <a:xfrm>
            <a:off x="9115" y="-17620"/>
            <a:ext cx="10443600" cy="6580143"/>
            <a:chOff x="9115" y="-17620"/>
            <a:chExt cx="10443600" cy="658014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88479F-C854-7736-F84D-A0847A1FDD74}"/>
                    </a:ext>
                  </a:extLst>
                </p14:cNvPr>
                <p14:cNvContentPartPr/>
                <p14:nvPr/>
              </p14:nvContentPartPr>
              <p14:xfrm>
                <a:off x="4289515" y="2356580"/>
                <a:ext cx="2428920" cy="542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88479F-C854-7736-F84D-A0847A1FDD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83395" y="2350460"/>
                  <a:ext cx="244116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A9782E-5DC5-CCB6-CC26-5405F96EDA3F}"/>
                    </a:ext>
                  </a:extLst>
                </p14:cNvPr>
                <p14:cNvContentPartPr/>
                <p14:nvPr/>
              </p14:nvContentPartPr>
              <p14:xfrm>
                <a:off x="5998435" y="2778860"/>
                <a:ext cx="611640" cy="840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A9782E-5DC5-CCB6-CC26-5405F96EDA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92315" y="2772740"/>
                  <a:ext cx="623880" cy="85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2DBB351-0F87-84CC-7EB0-886A399CF3B5}"/>
                    </a:ext>
                  </a:extLst>
                </p14:cNvPr>
                <p14:cNvContentPartPr/>
                <p14:nvPr/>
              </p14:nvContentPartPr>
              <p14:xfrm>
                <a:off x="5245315" y="2572940"/>
                <a:ext cx="2521800" cy="1522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2DBB351-0F87-84CC-7EB0-886A399CF3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39195" y="2566820"/>
                  <a:ext cx="2534040" cy="15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D81794-1EBE-998C-6EFC-EC8206854D77}"/>
                    </a:ext>
                  </a:extLst>
                </p14:cNvPr>
                <p14:cNvContentPartPr/>
                <p14:nvPr/>
              </p14:nvContentPartPr>
              <p14:xfrm>
                <a:off x="6950275" y="2853380"/>
                <a:ext cx="504720" cy="451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D81794-1EBE-998C-6EFC-EC8206854D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44155" y="2847260"/>
                  <a:ext cx="51696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0FEF169-B6C7-2079-4F58-283662BBE1D2}"/>
                    </a:ext>
                  </a:extLst>
                </p14:cNvPr>
                <p14:cNvContentPartPr/>
                <p14:nvPr/>
              </p14:nvContentPartPr>
              <p14:xfrm>
                <a:off x="6229915" y="3577340"/>
                <a:ext cx="585360" cy="663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0FEF169-B6C7-2079-4F58-283662BBE1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23795" y="3571220"/>
                  <a:ext cx="59760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BE584A-4A5E-1330-64BB-151DEF1B8AD0}"/>
                    </a:ext>
                  </a:extLst>
                </p14:cNvPr>
                <p14:cNvContentPartPr/>
                <p14:nvPr/>
              </p14:nvContentPartPr>
              <p14:xfrm>
                <a:off x="7061875" y="3667700"/>
                <a:ext cx="485640" cy="577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BE584A-4A5E-1330-64BB-151DEF1B8A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55755" y="3661580"/>
                  <a:ext cx="49788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3F65557-E17A-BB43-E2D7-D7AFCE746F85}"/>
                    </a:ext>
                  </a:extLst>
                </p14:cNvPr>
                <p14:cNvContentPartPr/>
                <p14:nvPr/>
              </p14:nvContentPartPr>
              <p14:xfrm>
                <a:off x="5196715" y="4377980"/>
                <a:ext cx="3463560" cy="377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3F65557-E17A-BB43-E2D7-D7AFCE746F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90595" y="4371860"/>
                  <a:ext cx="34758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0ABCE8-16E1-670A-AEDB-20195A2D4074}"/>
                    </a:ext>
                  </a:extLst>
                </p14:cNvPr>
                <p14:cNvContentPartPr/>
                <p14:nvPr/>
              </p14:nvContentPartPr>
              <p14:xfrm>
                <a:off x="6688555" y="4883060"/>
                <a:ext cx="655920" cy="376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0ABCE8-16E1-670A-AEDB-20195A2D40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82435" y="4876940"/>
                  <a:ext cx="6681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0ACD77-822B-9E27-161D-8ADAFD7131A6}"/>
                    </a:ext>
                  </a:extLst>
                </p14:cNvPr>
                <p14:cNvContentPartPr/>
                <p14:nvPr/>
              </p14:nvContentPartPr>
              <p14:xfrm>
                <a:off x="7399555" y="4915460"/>
                <a:ext cx="452520" cy="109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90ACD77-822B-9E27-161D-8ADAFD7131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93435" y="4909340"/>
                  <a:ext cx="464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AE72E1-28AA-EEC0-A124-A4548109CBDD}"/>
                    </a:ext>
                  </a:extLst>
                </p14:cNvPr>
                <p14:cNvContentPartPr/>
                <p14:nvPr/>
              </p14:nvContentPartPr>
              <p14:xfrm>
                <a:off x="7518715" y="4923020"/>
                <a:ext cx="599760" cy="222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AE72E1-28AA-EEC0-A124-A4548109CB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12595" y="4916900"/>
                  <a:ext cx="612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F9267CE-EA55-8856-9140-58938D2CE497}"/>
                    </a:ext>
                  </a:extLst>
                </p14:cNvPr>
                <p14:cNvContentPartPr/>
                <p14:nvPr/>
              </p14:nvContentPartPr>
              <p14:xfrm>
                <a:off x="4490035" y="339140"/>
                <a:ext cx="451080" cy="592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F9267CE-EA55-8856-9140-58938D2CE4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83915" y="333020"/>
                  <a:ext cx="46332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1B730EE-3826-ABB7-3D43-0CEC1197DB8E}"/>
                    </a:ext>
                  </a:extLst>
                </p14:cNvPr>
                <p14:cNvContentPartPr/>
                <p14:nvPr/>
              </p14:nvContentPartPr>
              <p14:xfrm>
                <a:off x="4052275" y="371540"/>
                <a:ext cx="1100880" cy="1317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1B730EE-3826-ABB7-3D43-0CEC1197DB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6155" y="365420"/>
                  <a:ext cx="1113120" cy="13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E39999-3225-76BD-D65B-5A434AC5AA24}"/>
                    </a:ext>
                  </a:extLst>
                </p14:cNvPr>
                <p14:cNvContentPartPr/>
                <p14:nvPr/>
              </p14:nvContentPartPr>
              <p14:xfrm>
                <a:off x="5431075" y="457220"/>
                <a:ext cx="948960" cy="46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E39999-3225-76BD-D65B-5A434AC5AA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24955" y="451100"/>
                  <a:ext cx="9612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B2BE67-0AE4-6817-DF47-55FE0E2FD5F6}"/>
                    </a:ext>
                  </a:extLst>
                </p14:cNvPr>
                <p14:cNvContentPartPr/>
                <p14:nvPr/>
              </p14:nvContentPartPr>
              <p14:xfrm>
                <a:off x="6976915" y="250220"/>
                <a:ext cx="1042560" cy="1024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B2BE67-0AE4-6817-DF47-55FE0E2FD5F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70795" y="244100"/>
                  <a:ext cx="1054800" cy="10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EDBE18-8A5E-C422-9CB5-3068E10C882E}"/>
                    </a:ext>
                  </a:extLst>
                </p14:cNvPr>
                <p14:cNvContentPartPr/>
                <p14:nvPr/>
              </p14:nvContentPartPr>
              <p14:xfrm>
                <a:off x="7303795" y="356780"/>
                <a:ext cx="1006200" cy="405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EDBE18-8A5E-C422-9CB5-3068E10C88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97675" y="350660"/>
                  <a:ext cx="10184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2419F2-7096-E441-B9A5-D3103237B8D1}"/>
                    </a:ext>
                  </a:extLst>
                </p14:cNvPr>
                <p14:cNvContentPartPr/>
                <p14:nvPr/>
              </p14:nvContentPartPr>
              <p14:xfrm>
                <a:off x="5428555" y="1392860"/>
                <a:ext cx="163800" cy="648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2419F2-7096-E441-B9A5-D3103237B8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22435" y="1386740"/>
                  <a:ext cx="1760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E16977-129D-0257-9B5D-6E51EFA470F0}"/>
                    </a:ext>
                  </a:extLst>
                </p14:cNvPr>
                <p14:cNvContentPartPr/>
                <p14:nvPr/>
              </p14:nvContentPartPr>
              <p14:xfrm>
                <a:off x="6070075" y="1503020"/>
                <a:ext cx="223560" cy="496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E16977-129D-0257-9B5D-6E51EFA470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63955" y="1496900"/>
                  <a:ext cx="23580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B21D80-29F3-2977-4109-AF767DD89698}"/>
                    </a:ext>
                  </a:extLst>
                </p14:cNvPr>
                <p14:cNvContentPartPr/>
                <p14:nvPr/>
              </p14:nvContentPartPr>
              <p14:xfrm>
                <a:off x="8122795" y="612740"/>
                <a:ext cx="17280" cy="15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B21D80-29F3-2977-4109-AF767DD8969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16675" y="606620"/>
                  <a:ext cx="29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3E1DCD-94C2-084E-8AFC-F7B263CA325D}"/>
                    </a:ext>
                  </a:extLst>
                </p14:cNvPr>
                <p14:cNvContentPartPr/>
                <p14:nvPr/>
              </p14:nvContentPartPr>
              <p14:xfrm>
                <a:off x="9314395" y="300260"/>
                <a:ext cx="293400" cy="56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03E1DCD-94C2-084E-8AFC-F7B263CA325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08275" y="294140"/>
                  <a:ext cx="30564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8CF743-EDF1-B29D-323A-37A735B54C0E}"/>
                    </a:ext>
                  </a:extLst>
                </p14:cNvPr>
                <p14:cNvContentPartPr/>
                <p14:nvPr/>
              </p14:nvContentPartPr>
              <p14:xfrm>
                <a:off x="9392515" y="64460"/>
                <a:ext cx="822600" cy="30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8CF743-EDF1-B29D-323A-37A735B54C0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86395" y="58340"/>
                  <a:ext cx="834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89D952-D91D-7A2B-8DE1-05B33F6D8D25}"/>
                    </a:ext>
                  </a:extLst>
                </p14:cNvPr>
                <p14:cNvContentPartPr/>
                <p14:nvPr/>
              </p14:nvContentPartPr>
              <p14:xfrm>
                <a:off x="7358515" y="754220"/>
                <a:ext cx="3094200" cy="31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89D952-D91D-7A2B-8DE1-05B33F6D8D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52395" y="748100"/>
                  <a:ext cx="31064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31CA918-059D-1415-BBA1-BCC6168DC41F}"/>
                    </a:ext>
                  </a:extLst>
                </p14:cNvPr>
                <p14:cNvContentPartPr/>
                <p14:nvPr/>
              </p14:nvContentPartPr>
              <p14:xfrm>
                <a:off x="7325035" y="806780"/>
                <a:ext cx="2939040" cy="200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31CA918-059D-1415-BBA1-BCC6168DC41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18915" y="800660"/>
                  <a:ext cx="2951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6ECF1E-EB1B-3F79-E87C-681E59CCBDC0}"/>
                    </a:ext>
                  </a:extLst>
                </p14:cNvPr>
                <p14:cNvContentPartPr/>
                <p14:nvPr/>
              </p14:nvContentPartPr>
              <p14:xfrm>
                <a:off x="7125955" y="-17620"/>
                <a:ext cx="870480" cy="956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6ECF1E-EB1B-3F79-E87C-681E59CCBD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19835" y="-23740"/>
                  <a:ext cx="882720" cy="9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98779C-AD86-171C-73FD-3B92D2FE4F9D}"/>
                    </a:ext>
                  </a:extLst>
                </p14:cNvPr>
                <p14:cNvContentPartPr/>
                <p14:nvPr/>
              </p14:nvContentPartPr>
              <p14:xfrm>
                <a:off x="7989955" y="825923"/>
                <a:ext cx="1979640" cy="20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98779C-AD86-171C-73FD-3B92D2FE4F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83835" y="819803"/>
                  <a:ext cx="1991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57E0A16-348B-B338-126A-58587D30986E}"/>
                    </a:ext>
                  </a:extLst>
                </p14:cNvPr>
                <p14:cNvContentPartPr/>
                <p14:nvPr/>
              </p14:nvContentPartPr>
              <p14:xfrm>
                <a:off x="8011915" y="877043"/>
                <a:ext cx="1743840" cy="96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57E0A16-348B-B338-126A-58587D30986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05795" y="870923"/>
                  <a:ext cx="1756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1927ACC-E0BD-8928-9B95-4D102D3CC80F}"/>
                    </a:ext>
                  </a:extLst>
                </p14:cNvPr>
                <p14:cNvContentPartPr/>
                <p14:nvPr/>
              </p14:nvContentPartPr>
              <p14:xfrm>
                <a:off x="3672115" y="1350083"/>
                <a:ext cx="505440" cy="166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1927ACC-E0BD-8928-9B95-4D102D3CC8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65995" y="1343963"/>
                  <a:ext cx="517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8786A7-9C0B-9A42-2433-51BD37F0B627}"/>
                    </a:ext>
                  </a:extLst>
                </p14:cNvPr>
                <p14:cNvContentPartPr/>
                <p14:nvPr/>
              </p14:nvContentPartPr>
              <p14:xfrm>
                <a:off x="62035" y="2816723"/>
                <a:ext cx="896400" cy="780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8786A7-9C0B-9A42-2433-51BD37F0B6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915" y="2810603"/>
                  <a:ext cx="90864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D114BC-177C-2DAB-CCB8-FFFC634DB039}"/>
                    </a:ext>
                  </a:extLst>
                </p14:cNvPr>
                <p14:cNvContentPartPr/>
                <p14:nvPr/>
              </p14:nvContentPartPr>
              <p14:xfrm>
                <a:off x="1468195" y="2440883"/>
                <a:ext cx="676080" cy="427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D114BC-177C-2DAB-CCB8-FFFC634DB03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62075" y="2434763"/>
                  <a:ext cx="6883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7FEB3C-D9ED-A8CF-AF29-9FC32A880017}"/>
                    </a:ext>
                  </a:extLst>
                </p14:cNvPr>
                <p14:cNvContentPartPr/>
                <p14:nvPr/>
              </p14:nvContentPartPr>
              <p14:xfrm>
                <a:off x="1531915" y="2486243"/>
                <a:ext cx="159480" cy="554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7FEB3C-D9ED-A8CF-AF29-9FC32A88001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25795" y="2480123"/>
                  <a:ext cx="17172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6BDD89A-6C24-CB1A-C468-572B0E354AC3}"/>
                    </a:ext>
                  </a:extLst>
                </p14:cNvPr>
                <p14:cNvContentPartPr/>
                <p14:nvPr/>
              </p14:nvContentPartPr>
              <p14:xfrm>
                <a:off x="1052035" y="2636003"/>
                <a:ext cx="874440" cy="127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6BDD89A-6C24-CB1A-C468-572B0E354A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5915" y="2629883"/>
                  <a:ext cx="8866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9AA523-368C-A0C8-3C76-A6B9CBFB13F1}"/>
                    </a:ext>
                  </a:extLst>
                </p14:cNvPr>
                <p14:cNvContentPartPr/>
                <p14:nvPr/>
              </p14:nvContentPartPr>
              <p14:xfrm>
                <a:off x="2068675" y="2360603"/>
                <a:ext cx="779400" cy="337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9AA523-368C-A0C8-3C76-A6B9CBFB13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62555" y="2354483"/>
                  <a:ext cx="7916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6B2870-1686-5717-C033-6725A8BA0910}"/>
                    </a:ext>
                  </a:extLst>
                </p14:cNvPr>
                <p14:cNvContentPartPr/>
                <p14:nvPr/>
              </p14:nvContentPartPr>
              <p14:xfrm>
                <a:off x="2409955" y="2222723"/>
                <a:ext cx="68040" cy="584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6B2870-1686-5717-C033-6725A8BA09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03835" y="2216603"/>
                  <a:ext cx="8028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E97E2E-FA12-6CCF-5352-222CA5ED806B}"/>
                    </a:ext>
                  </a:extLst>
                </p14:cNvPr>
                <p14:cNvContentPartPr/>
                <p14:nvPr/>
              </p14:nvContentPartPr>
              <p14:xfrm>
                <a:off x="2150395" y="2560043"/>
                <a:ext cx="606960" cy="158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E97E2E-FA12-6CCF-5352-222CA5ED80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44275" y="2553923"/>
                  <a:ext cx="619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C97CB67-BC13-3F5E-1CEE-4F248DBEE8A4}"/>
                    </a:ext>
                  </a:extLst>
                </p14:cNvPr>
                <p14:cNvContentPartPr/>
                <p14:nvPr/>
              </p14:nvContentPartPr>
              <p14:xfrm>
                <a:off x="3033115" y="2009243"/>
                <a:ext cx="407880" cy="768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C97CB67-BC13-3F5E-1CEE-4F248DBEE8A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26995" y="2003123"/>
                  <a:ext cx="4201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E0D89F-5988-DDDE-AB5E-EF8D54CC73BC}"/>
                    </a:ext>
                  </a:extLst>
                </p14:cNvPr>
                <p14:cNvContentPartPr/>
                <p14:nvPr/>
              </p14:nvContentPartPr>
              <p14:xfrm>
                <a:off x="9115" y="3037403"/>
                <a:ext cx="3794040" cy="1040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E0D89F-5988-DDDE-AB5E-EF8D54CC73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95" y="3031283"/>
                  <a:ext cx="3806280" cy="10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79713E-25ED-EF5B-BC77-2D84DED82859}"/>
                    </a:ext>
                  </a:extLst>
                </p14:cNvPr>
                <p14:cNvContentPartPr/>
                <p14:nvPr/>
              </p14:nvContentPartPr>
              <p14:xfrm>
                <a:off x="1001275" y="4014083"/>
                <a:ext cx="37800" cy="53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79713E-25ED-EF5B-BC77-2D84DED828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5155" y="4007963"/>
                  <a:ext cx="50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373EE1A-902C-0781-396F-3F002606F1D3}"/>
                    </a:ext>
                  </a:extLst>
                </p14:cNvPr>
                <p14:cNvContentPartPr/>
                <p14:nvPr/>
              </p14:nvContentPartPr>
              <p14:xfrm>
                <a:off x="519595" y="4566683"/>
                <a:ext cx="743760" cy="570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373EE1A-902C-0781-396F-3F002606F1D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3475" y="4560563"/>
                  <a:ext cx="75600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801866-4413-3A38-3CA9-8EDDC3A0362A}"/>
                    </a:ext>
                  </a:extLst>
                </p14:cNvPr>
                <p14:cNvContentPartPr/>
                <p14:nvPr/>
              </p14:nvContentPartPr>
              <p14:xfrm>
                <a:off x="938275" y="4073123"/>
                <a:ext cx="291600" cy="432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801866-4413-3A38-3CA9-8EDDC3A036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2155" y="4067003"/>
                  <a:ext cx="3038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9619689-92FF-D883-30C2-5A4339573623}"/>
                    </a:ext>
                  </a:extLst>
                </p14:cNvPr>
                <p14:cNvContentPartPr/>
                <p14:nvPr/>
              </p14:nvContentPartPr>
              <p14:xfrm>
                <a:off x="1448755" y="4795283"/>
                <a:ext cx="1277280" cy="89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9619689-92FF-D883-30C2-5A43395736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42635" y="4789163"/>
                  <a:ext cx="1289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E71AFBA-EFFC-19BA-FA54-8732FB91EDFE}"/>
                    </a:ext>
                  </a:extLst>
                </p14:cNvPr>
                <p14:cNvContentPartPr/>
                <p14:nvPr/>
              </p14:nvContentPartPr>
              <p14:xfrm>
                <a:off x="1765915" y="5357603"/>
                <a:ext cx="570600" cy="47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E71AFBA-EFFC-19BA-FA54-8732FB91EDF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59795" y="5351483"/>
                  <a:ext cx="582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BCDD533-95BE-7F1F-6E93-37ECDA02C6CB}"/>
                    </a:ext>
                  </a:extLst>
                </p14:cNvPr>
                <p14:cNvContentPartPr/>
                <p14:nvPr/>
              </p14:nvContentPartPr>
              <p14:xfrm>
                <a:off x="2772115" y="5110643"/>
                <a:ext cx="717480" cy="541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BCDD533-95BE-7F1F-6E93-37ECDA02C6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65995" y="5104523"/>
                  <a:ext cx="7297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882273-7AB0-02D9-3854-36CA41BAB601}"/>
                    </a:ext>
                  </a:extLst>
                </p14:cNvPr>
                <p14:cNvContentPartPr/>
                <p14:nvPr/>
              </p14:nvContentPartPr>
              <p14:xfrm>
                <a:off x="3574195" y="5310083"/>
                <a:ext cx="513360" cy="326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882273-7AB0-02D9-3854-36CA41BAB6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68075" y="5303963"/>
                  <a:ext cx="5256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EA53F07-63C2-2176-FBB3-29F0D3ADE74F}"/>
                    </a:ext>
                  </a:extLst>
                </p14:cNvPr>
                <p14:cNvContentPartPr/>
                <p14:nvPr/>
              </p14:nvContentPartPr>
              <p14:xfrm>
                <a:off x="4417315" y="5167163"/>
                <a:ext cx="733320" cy="542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EA53F07-63C2-2176-FBB3-29F0D3ADE7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11195" y="5161043"/>
                  <a:ext cx="74556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BBEABE-FCA3-A5C5-7185-AB5A97FA4F8B}"/>
                    </a:ext>
                  </a:extLst>
                </p14:cNvPr>
                <p14:cNvContentPartPr/>
                <p14:nvPr/>
              </p14:nvContentPartPr>
              <p14:xfrm>
                <a:off x="5563195" y="5533643"/>
                <a:ext cx="533520" cy="277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BBEABE-FCA3-A5C5-7185-AB5A97FA4F8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57075" y="5527523"/>
                  <a:ext cx="5457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BB7C962-3811-C7A7-7177-FF6ADFBF417D}"/>
                    </a:ext>
                  </a:extLst>
                </p14:cNvPr>
                <p14:cNvContentPartPr/>
                <p14:nvPr/>
              </p14:nvContentPartPr>
              <p14:xfrm>
                <a:off x="6291115" y="5503043"/>
                <a:ext cx="306360" cy="586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BB7C962-3811-C7A7-7177-FF6ADFBF41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84995" y="5496923"/>
                  <a:ext cx="31860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75C2AB9-0411-4969-0772-50A3A21832A2}"/>
                    </a:ext>
                  </a:extLst>
                </p14:cNvPr>
                <p14:cNvContentPartPr/>
                <p14:nvPr/>
              </p14:nvContentPartPr>
              <p14:xfrm>
                <a:off x="7077355" y="5836403"/>
                <a:ext cx="670680" cy="315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75C2AB9-0411-4969-0772-50A3A21832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71235" y="5830283"/>
                  <a:ext cx="6829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4E8588-622C-7CF7-9549-400BAE31C133}"/>
                    </a:ext>
                  </a:extLst>
                </p14:cNvPr>
                <p14:cNvContentPartPr/>
                <p14:nvPr/>
              </p14:nvContentPartPr>
              <p14:xfrm>
                <a:off x="8019835" y="5535803"/>
                <a:ext cx="630360" cy="74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4E8588-622C-7CF7-9549-400BAE31C13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13715" y="5529683"/>
                  <a:ext cx="64260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EA44DAB-DD71-6956-D6F8-36481C0079FC}"/>
                    </a:ext>
                  </a:extLst>
                </p14:cNvPr>
                <p14:cNvContentPartPr/>
                <p14:nvPr/>
              </p14:nvContentPartPr>
              <p14:xfrm>
                <a:off x="9167155" y="5748563"/>
                <a:ext cx="290880" cy="424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EA44DAB-DD71-6956-D6F8-36481C0079F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161035" y="5742443"/>
                  <a:ext cx="3031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01F04F4-8697-57E3-63FF-5AC55A492C4D}"/>
                    </a:ext>
                  </a:extLst>
                </p14:cNvPr>
                <p14:cNvContentPartPr/>
                <p14:nvPr/>
              </p14:nvContentPartPr>
              <p14:xfrm>
                <a:off x="9002995" y="5996963"/>
                <a:ext cx="498240" cy="105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01F04F4-8697-57E3-63FF-5AC55A492C4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96875" y="5990843"/>
                  <a:ext cx="510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644167-01F6-6A0E-6A4A-218C9F2AF547}"/>
                    </a:ext>
                  </a:extLst>
                </p14:cNvPr>
                <p14:cNvContentPartPr/>
                <p14:nvPr/>
              </p14:nvContentPartPr>
              <p14:xfrm>
                <a:off x="9774115" y="5653163"/>
                <a:ext cx="563040" cy="90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644167-01F6-6A0E-6A4A-218C9F2AF54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67995" y="5647043"/>
                  <a:ext cx="575280" cy="92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0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99A161B-79A9-CFE2-1045-6CA271AAA7D3}"/>
              </a:ext>
            </a:extLst>
          </p:cNvPr>
          <p:cNvGrpSpPr/>
          <p:nvPr/>
        </p:nvGrpSpPr>
        <p:grpSpPr>
          <a:xfrm>
            <a:off x="1045915" y="1001180"/>
            <a:ext cx="494640" cy="536400"/>
            <a:chOff x="1045915" y="1001180"/>
            <a:chExt cx="494640" cy="53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FDE3CEA-C992-2A3D-8965-5AFA7713918F}"/>
                    </a:ext>
                  </a:extLst>
                </p14:cNvPr>
                <p14:cNvContentPartPr/>
                <p14:nvPr/>
              </p14:nvContentPartPr>
              <p14:xfrm>
                <a:off x="1045915" y="1015580"/>
                <a:ext cx="494640" cy="522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FDE3CEA-C992-2A3D-8965-5AFA771391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9795" y="1009460"/>
                  <a:ext cx="50688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D379834-FD92-F7B2-6681-249536654772}"/>
                    </a:ext>
                  </a:extLst>
                </p14:cNvPr>
                <p14:cNvContentPartPr/>
                <p14:nvPr/>
              </p14:nvContentPartPr>
              <p14:xfrm>
                <a:off x="1200355" y="1001180"/>
                <a:ext cx="270360" cy="520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D379834-FD92-F7B2-6681-2495366547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4235" y="995060"/>
                  <a:ext cx="282600" cy="53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49C58A-4F67-6B8B-1B0B-9464380C7972}"/>
                  </a:ext>
                </a:extLst>
              </p14:cNvPr>
              <p14:cNvContentPartPr/>
              <p14:nvPr/>
            </p14:nvContentPartPr>
            <p14:xfrm>
              <a:off x="3034555" y="747380"/>
              <a:ext cx="476280" cy="127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49C58A-4F67-6B8B-1B0B-9464380C79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8435" y="741260"/>
                <a:ext cx="488520" cy="128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795AAE8-4E9E-1537-1F51-CFD76DE76713}"/>
              </a:ext>
            </a:extLst>
          </p:cNvPr>
          <p:cNvGrpSpPr/>
          <p:nvPr/>
        </p:nvGrpSpPr>
        <p:grpSpPr>
          <a:xfrm>
            <a:off x="5577595" y="946820"/>
            <a:ext cx="287280" cy="502920"/>
            <a:chOff x="5577595" y="946820"/>
            <a:chExt cx="28728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FC60EB3-6C21-EA95-30A7-FF76CD64DF03}"/>
                    </a:ext>
                  </a:extLst>
                </p14:cNvPr>
                <p14:cNvContentPartPr/>
                <p14:nvPr/>
              </p14:nvContentPartPr>
              <p14:xfrm>
                <a:off x="5577595" y="946820"/>
                <a:ext cx="263160" cy="502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FC60EB3-6C21-EA95-30A7-FF76CD64DF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71475" y="940700"/>
                  <a:ext cx="2754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7489FBE-A3FD-E8CB-0DE8-E35B736B53F7}"/>
                    </a:ext>
                  </a:extLst>
                </p14:cNvPr>
                <p14:cNvContentPartPr/>
                <p14:nvPr/>
              </p14:nvContentPartPr>
              <p14:xfrm>
                <a:off x="5585875" y="948980"/>
                <a:ext cx="279000" cy="480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7489FBE-A3FD-E8CB-0DE8-E35B736B53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79755" y="942860"/>
                  <a:ext cx="29124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99B094-B788-C837-3E13-BBB03C80B3F4}"/>
              </a:ext>
            </a:extLst>
          </p:cNvPr>
          <p:cNvGrpSpPr/>
          <p:nvPr/>
        </p:nvGrpSpPr>
        <p:grpSpPr>
          <a:xfrm>
            <a:off x="6301195" y="713900"/>
            <a:ext cx="1752480" cy="942840"/>
            <a:chOff x="6301195" y="713900"/>
            <a:chExt cx="1752480" cy="94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3C3887-C2DA-7176-4150-0D6AD65686F0}"/>
                    </a:ext>
                  </a:extLst>
                </p14:cNvPr>
                <p14:cNvContentPartPr/>
                <p14:nvPr/>
              </p14:nvContentPartPr>
              <p14:xfrm>
                <a:off x="6676675" y="898220"/>
                <a:ext cx="70920" cy="31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3C3887-C2DA-7176-4150-0D6AD65686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70555" y="892100"/>
                  <a:ext cx="83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133FCC-2EE0-DFD0-55A1-5A2FCFB95220}"/>
                    </a:ext>
                  </a:extLst>
                </p14:cNvPr>
                <p14:cNvContentPartPr/>
                <p14:nvPr/>
              </p14:nvContentPartPr>
              <p14:xfrm>
                <a:off x="6301195" y="976340"/>
                <a:ext cx="342720" cy="288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133FCC-2EE0-DFD0-55A1-5A2FCFB952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5075" y="970220"/>
                  <a:ext cx="354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F88E0E7-6E91-D84B-CB74-FBB32E46D96C}"/>
                    </a:ext>
                  </a:extLst>
                </p14:cNvPr>
                <p14:cNvContentPartPr/>
                <p14:nvPr/>
              </p14:nvContentPartPr>
              <p14:xfrm>
                <a:off x="6809155" y="964820"/>
                <a:ext cx="261360" cy="351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F88E0E7-6E91-D84B-CB74-FBB32E46D9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03035" y="958700"/>
                  <a:ext cx="2736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2612C80-7E95-9B67-8768-928BB6DAEDD4}"/>
                    </a:ext>
                  </a:extLst>
                </p14:cNvPr>
                <p14:cNvContentPartPr/>
                <p14:nvPr/>
              </p14:nvContentPartPr>
              <p14:xfrm>
                <a:off x="7179235" y="713900"/>
                <a:ext cx="296640" cy="59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612C80-7E95-9B67-8768-928BB6DAED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73115" y="707780"/>
                  <a:ext cx="30888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6C882D-23D0-A08B-0A41-31E3A3235158}"/>
                    </a:ext>
                  </a:extLst>
                </p14:cNvPr>
                <p14:cNvContentPartPr/>
                <p14:nvPr/>
              </p14:nvContentPartPr>
              <p14:xfrm>
                <a:off x="7603315" y="837380"/>
                <a:ext cx="450360" cy="819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6C882D-23D0-A08B-0A41-31E3A32351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97195" y="831260"/>
                  <a:ext cx="462600" cy="83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8F7DCC6-E0F8-7520-566B-FC39BA77AB6C}"/>
              </a:ext>
            </a:extLst>
          </p:cNvPr>
          <p:cNvGrpSpPr/>
          <p:nvPr/>
        </p:nvGrpSpPr>
        <p:grpSpPr>
          <a:xfrm>
            <a:off x="1410235" y="2291780"/>
            <a:ext cx="710640" cy="476640"/>
            <a:chOff x="1410235" y="2291780"/>
            <a:chExt cx="71064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8DDBAB-5201-40E1-4DE4-FDF7A26BBBFA}"/>
                    </a:ext>
                  </a:extLst>
                </p14:cNvPr>
                <p14:cNvContentPartPr/>
                <p14:nvPr/>
              </p14:nvContentPartPr>
              <p14:xfrm>
                <a:off x="1410235" y="2291780"/>
                <a:ext cx="53280" cy="476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C8DDBAB-5201-40E1-4DE4-FDF7A26BBB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04115" y="2285660"/>
                  <a:ext cx="655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75D818-1AC2-333B-65DB-340074A097FA}"/>
                    </a:ext>
                  </a:extLst>
                </p14:cNvPr>
                <p14:cNvContentPartPr/>
                <p14:nvPr/>
              </p14:nvContentPartPr>
              <p14:xfrm>
                <a:off x="1665835" y="2439020"/>
                <a:ext cx="86040" cy="29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75D818-1AC2-333B-65DB-340074A097F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59715" y="2432900"/>
                  <a:ext cx="98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557533-C974-5C09-2C2F-8A7BF12124F2}"/>
                    </a:ext>
                  </a:extLst>
                </p14:cNvPr>
                <p14:cNvContentPartPr/>
                <p14:nvPr/>
              </p14:nvContentPartPr>
              <p14:xfrm>
                <a:off x="1712995" y="2568260"/>
                <a:ext cx="52200" cy="52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557533-C974-5C09-2C2F-8A7BF12124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06875" y="2562140"/>
                  <a:ext cx="64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C719353-FF28-122C-6A9E-A6F85B627FC8}"/>
                    </a:ext>
                  </a:extLst>
                </p14:cNvPr>
                <p14:cNvContentPartPr/>
                <p14:nvPr/>
              </p14:nvContentPartPr>
              <p14:xfrm>
                <a:off x="1980475" y="2307620"/>
                <a:ext cx="140400" cy="45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C719353-FF28-122C-6A9E-A6F85B627F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74355" y="2301500"/>
                  <a:ext cx="152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93A7F7-E920-A936-F4E8-58458EA49513}"/>
                    </a:ext>
                  </a:extLst>
                </p14:cNvPr>
                <p14:cNvContentPartPr/>
                <p14:nvPr/>
              </p14:nvContentPartPr>
              <p14:xfrm>
                <a:off x="2067235" y="2323100"/>
                <a:ext cx="12240" cy="293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93A7F7-E920-A936-F4E8-58458EA495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61115" y="2316980"/>
                  <a:ext cx="24480" cy="30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FCB021D-7F13-A586-06D8-7E76EE3AD0BD}"/>
                  </a:ext>
                </a:extLst>
              </p14:cNvPr>
              <p14:cNvContentPartPr/>
              <p14:nvPr/>
            </p14:nvContentPartPr>
            <p14:xfrm>
              <a:off x="3132835" y="2220500"/>
              <a:ext cx="388080" cy="489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FCB021D-7F13-A586-06D8-7E76EE3AD0B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26715" y="2214380"/>
                <a:ext cx="400320" cy="50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3E057A96-DF2A-DA93-CC90-A10044D54609}"/>
              </a:ext>
            </a:extLst>
          </p:cNvPr>
          <p:cNvGrpSpPr/>
          <p:nvPr/>
        </p:nvGrpSpPr>
        <p:grpSpPr>
          <a:xfrm>
            <a:off x="3792715" y="2193860"/>
            <a:ext cx="667440" cy="455040"/>
            <a:chOff x="3792715" y="2193860"/>
            <a:chExt cx="66744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F3F141-213F-7280-CEBE-CB5A2E876022}"/>
                    </a:ext>
                  </a:extLst>
                </p14:cNvPr>
                <p14:cNvContentPartPr/>
                <p14:nvPr/>
              </p14:nvContentPartPr>
              <p14:xfrm>
                <a:off x="3792715" y="2382500"/>
                <a:ext cx="151200" cy="49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F3F141-213F-7280-CEBE-CB5A2E8760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86595" y="2376380"/>
                  <a:ext cx="163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A5665E-AFA9-F1D8-69E8-CBE9ADF5894A}"/>
                    </a:ext>
                  </a:extLst>
                </p14:cNvPr>
                <p14:cNvContentPartPr/>
                <p14:nvPr/>
              </p14:nvContentPartPr>
              <p14:xfrm>
                <a:off x="3872635" y="2570420"/>
                <a:ext cx="156960" cy="5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A5665E-AFA9-F1D8-69E8-CBE9ADF589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6515" y="2564300"/>
                  <a:ext cx="1692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873012-384D-80C0-3DED-A59AA3E1F5E5}"/>
                    </a:ext>
                  </a:extLst>
                </p14:cNvPr>
                <p14:cNvContentPartPr/>
                <p14:nvPr/>
              </p14:nvContentPartPr>
              <p14:xfrm>
                <a:off x="4216075" y="2363060"/>
                <a:ext cx="7560" cy="285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873012-384D-80C0-3DED-A59AA3E1F5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09955" y="2356940"/>
                  <a:ext cx="198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4C5C2C-9156-7F21-008B-2D70F94F6D21}"/>
                    </a:ext>
                  </a:extLst>
                </p14:cNvPr>
                <p14:cNvContentPartPr/>
                <p14:nvPr/>
              </p14:nvContentPartPr>
              <p14:xfrm>
                <a:off x="4290955" y="2193860"/>
                <a:ext cx="169200" cy="97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4C5C2C-9156-7F21-008B-2D70F94F6D2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84835" y="2187740"/>
                  <a:ext cx="181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FD23DA-6DB0-B67A-7EBA-54C19CC287E4}"/>
                    </a:ext>
                  </a:extLst>
                </p14:cNvPr>
                <p14:cNvContentPartPr/>
                <p14:nvPr/>
              </p14:nvContentPartPr>
              <p14:xfrm>
                <a:off x="4243795" y="2453060"/>
                <a:ext cx="166680" cy="2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FD23DA-6DB0-B67A-7EBA-54C19CC287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37675" y="2446940"/>
                  <a:ext cx="1789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D092686-89C3-BEAD-950E-607AB78BC447}"/>
                  </a:ext>
                </a:extLst>
              </p14:cNvPr>
              <p14:cNvContentPartPr/>
              <p14:nvPr/>
            </p14:nvContentPartPr>
            <p14:xfrm>
              <a:off x="1439035" y="2892620"/>
              <a:ext cx="344160" cy="784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D092686-89C3-BEAD-950E-607AB78BC44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32915" y="2886500"/>
                <a:ext cx="3564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7E63C18-B513-139D-F582-127F66A736BC}"/>
                  </a:ext>
                </a:extLst>
              </p14:cNvPr>
              <p14:cNvContentPartPr/>
              <p14:nvPr/>
            </p14:nvContentPartPr>
            <p14:xfrm>
              <a:off x="3140755" y="2910980"/>
              <a:ext cx="324720" cy="316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7E63C18-B513-139D-F582-127F66A736B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34635" y="2904860"/>
                <a:ext cx="3369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BBC4A7B-7585-0D57-2110-541674A576C4}"/>
                  </a:ext>
                </a:extLst>
              </p14:cNvPr>
              <p14:cNvContentPartPr/>
              <p14:nvPr/>
            </p14:nvContentPartPr>
            <p14:xfrm>
              <a:off x="6602875" y="1986500"/>
              <a:ext cx="341640" cy="437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BBC4A7B-7585-0D57-2110-541674A576C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96755" y="1980380"/>
                <a:ext cx="35388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A7AA4DA-5642-7D77-ED00-E2F1F10D8A9F}"/>
                  </a:ext>
                </a:extLst>
              </p14:cNvPr>
              <p14:cNvContentPartPr/>
              <p14:nvPr/>
            </p14:nvContentPartPr>
            <p14:xfrm>
              <a:off x="2052835" y="2849420"/>
              <a:ext cx="2880" cy="122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A7AA4DA-5642-7D77-ED00-E2F1F10D8A9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46715" y="2843300"/>
                <a:ext cx="151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1054ABE-D0EB-1704-D1CA-F37A6AFECE3C}"/>
                  </a:ext>
                </a:extLst>
              </p14:cNvPr>
              <p14:cNvContentPartPr/>
              <p14:nvPr/>
            </p14:nvContentPartPr>
            <p14:xfrm>
              <a:off x="10334275" y="2056700"/>
              <a:ext cx="130680" cy="3664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1054ABE-D0EB-1704-D1CA-F37A6AFECE3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28155" y="2050580"/>
                <a:ext cx="14292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7838EFB-1BAB-1AC2-5B1E-EE1036C7846C}"/>
                  </a:ext>
                </a:extLst>
              </p14:cNvPr>
              <p14:cNvContentPartPr/>
              <p14:nvPr/>
            </p14:nvContentPartPr>
            <p14:xfrm>
              <a:off x="1333915" y="3352700"/>
              <a:ext cx="373320" cy="547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7838EFB-1BAB-1AC2-5B1E-EE1036C7846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27795" y="3346580"/>
                <a:ext cx="38556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6F3F128-00D0-493F-1183-6308FF61BB9E}"/>
                  </a:ext>
                </a:extLst>
              </p14:cNvPr>
              <p14:cNvContentPartPr/>
              <p14:nvPr/>
            </p14:nvContentPartPr>
            <p14:xfrm>
              <a:off x="3376915" y="3410300"/>
              <a:ext cx="81360" cy="6166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6F3F128-00D0-493F-1183-6308FF61BB9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70795" y="3404180"/>
                <a:ext cx="9360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E796BCE-16E1-2762-45B7-E25E5472F9B7}"/>
                  </a:ext>
                </a:extLst>
              </p14:cNvPr>
              <p14:cNvContentPartPr/>
              <p14:nvPr/>
            </p14:nvContentPartPr>
            <p14:xfrm>
              <a:off x="6747955" y="3484820"/>
              <a:ext cx="267120" cy="4240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E796BCE-16E1-2762-45B7-E25E5472F9B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41835" y="3478700"/>
                <a:ext cx="27936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1B24B27-43A5-9561-2D57-66528B4D4B99}"/>
                  </a:ext>
                </a:extLst>
              </p14:cNvPr>
              <p14:cNvContentPartPr/>
              <p14:nvPr/>
            </p14:nvContentPartPr>
            <p14:xfrm>
              <a:off x="10272715" y="3402740"/>
              <a:ext cx="159480" cy="5569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1B24B27-43A5-9561-2D57-66528B4D4B9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266595" y="3396620"/>
                <a:ext cx="17172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43F3053-BB98-2BAC-1105-2DF518491DCC}"/>
                  </a:ext>
                </a:extLst>
              </p14:cNvPr>
              <p14:cNvContentPartPr/>
              <p14:nvPr/>
            </p14:nvContentPartPr>
            <p14:xfrm>
              <a:off x="3247675" y="4388060"/>
              <a:ext cx="49320" cy="4104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43F3053-BB98-2BAC-1105-2DF518491DC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241555" y="4381940"/>
                <a:ext cx="6156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A19C5BD-D791-8469-E2CD-BDF50B185043}"/>
                  </a:ext>
                </a:extLst>
              </p14:cNvPr>
              <p14:cNvContentPartPr/>
              <p14:nvPr/>
            </p14:nvContentPartPr>
            <p14:xfrm>
              <a:off x="6854515" y="4488140"/>
              <a:ext cx="116280" cy="4701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A19C5BD-D791-8469-E2CD-BDF50B18504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848395" y="4482020"/>
                <a:ext cx="12852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4AD1CD3-22C9-03E7-8637-968F00AD2622}"/>
                  </a:ext>
                </a:extLst>
              </p14:cNvPr>
              <p14:cNvContentPartPr/>
              <p14:nvPr/>
            </p14:nvContentPartPr>
            <p14:xfrm>
              <a:off x="10387555" y="4401020"/>
              <a:ext cx="120960" cy="385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4AD1CD3-22C9-03E7-8637-968F00AD262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381435" y="4394900"/>
                <a:ext cx="13320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F3F0059-96B1-6863-A1B8-9B3F0DC90197}"/>
                  </a:ext>
                </a:extLst>
              </p14:cNvPr>
              <p14:cNvContentPartPr/>
              <p14:nvPr/>
            </p14:nvContentPartPr>
            <p14:xfrm>
              <a:off x="1704355" y="5164580"/>
              <a:ext cx="312840" cy="4705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F3F0059-96B1-6863-A1B8-9B3F0DC9019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98235" y="5158460"/>
                <a:ext cx="3250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68056AA-53F2-3190-20DE-B4422F3B1322}"/>
                  </a:ext>
                </a:extLst>
              </p14:cNvPr>
              <p14:cNvContentPartPr/>
              <p14:nvPr/>
            </p14:nvContentPartPr>
            <p14:xfrm>
              <a:off x="3245515" y="5065940"/>
              <a:ext cx="254520" cy="460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68056AA-53F2-3190-20DE-B4422F3B132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239395" y="5059820"/>
                <a:ext cx="26676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39CC4A9-DFB5-A796-D4EC-BD1458C5319F}"/>
                  </a:ext>
                </a:extLst>
              </p14:cNvPr>
              <p14:cNvContentPartPr/>
              <p14:nvPr/>
            </p14:nvContentPartPr>
            <p14:xfrm>
              <a:off x="6842635" y="5116700"/>
              <a:ext cx="345600" cy="493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39CC4A9-DFB5-A796-D4EC-BD1458C5319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836515" y="5110580"/>
                <a:ext cx="35784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ABAE4F6-5B60-2C76-79A9-9B480DAFF9A8}"/>
                  </a:ext>
                </a:extLst>
              </p14:cNvPr>
              <p14:cNvContentPartPr/>
              <p14:nvPr/>
            </p14:nvContentPartPr>
            <p14:xfrm>
              <a:off x="10248235" y="5072060"/>
              <a:ext cx="370800" cy="4402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ABAE4F6-5B60-2C76-79A9-9B480DAFF9A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242115" y="5065940"/>
                <a:ext cx="38304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0D994D5-14AC-7D55-B2BB-6CE2F0A33BE6}"/>
                  </a:ext>
                </a:extLst>
              </p14:cNvPr>
              <p14:cNvContentPartPr/>
              <p14:nvPr/>
            </p14:nvContentPartPr>
            <p14:xfrm>
              <a:off x="7262035" y="1895060"/>
              <a:ext cx="715320" cy="3288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0D994D5-14AC-7D55-B2BB-6CE2F0A33BE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55915" y="1888940"/>
                <a:ext cx="727560" cy="33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C68BB99-0B9C-7617-0AA4-94A8F4635925}"/>
                  </a:ext>
                </a:extLst>
              </p14:cNvPr>
              <p14:cNvContentPartPr/>
              <p14:nvPr/>
            </p14:nvContentPartPr>
            <p14:xfrm>
              <a:off x="3854275" y="4416500"/>
              <a:ext cx="2016000" cy="1065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C68BB99-0B9C-7617-0AA4-94A8F463592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48155" y="4410380"/>
                <a:ext cx="20282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6616283-5086-D07D-5A11-8738DE81EB12}"/>
                  </a:ext>
                </a:extLst>
              </p14:cNvPr>
              <p14:cNvContentPartPr/>
              <p14:nvPr/>
            </p14:nvContentPartPr>
            <p14:xfrm>
              <a:off x="4436755" y="3970460"/>
              <a:ext cx="826200" cy="83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6616283-5086-D07D-5A11-8738DE81EB1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30635" y="3964340"/>
                <a:ext cx="8384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ADC63AE-A5C6-8913-C324-B7193E7B6278}"/>
                  </a:ext>
                </a:extLst>
              </p14:cNvPr>
              <p14:cNvContentPartPr/>
              <p14:nvPr/>
            </p14:nvContentPartPr>
            <p14:xfrm>
              <a:off x="5033635" y="4035260"/>
              <a:ext cx="81000" cy="3380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ADC63AE-A5C6-8913-C324-B7193E7B627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027515" y="4029140"/>
                <a:ext cx="9324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F12BB98-884B-B363-63D1-0D7D8544451E}"/>
                  </a:ext>
                </a:extLst>
              </p14:cNvPr>
              <p14:cNvContentPartPr/>
              <p14:nvPr/>
            </p14:nvContentPartPr>
            <p14:xfrm>
              <a:off x="5046955" y="4214540"/>
              <a:ext cx="254880" cy="160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F12BB98-884B-B363-63D1-0D7D8544451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040835" y="4208420"/>
                <a:ext cx="2671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BE3468E-7DEF-845E-B22C-735F9C8BBDD4}"/>
                  </a:ext>
                </a:extLst>
              </p14:cNvPr>
              <p14:cNvContentPartPr/>
              <p14:nvPr/>
            </p14:nvContentPartPr>
            <p14:xfrm>
              <a:off x="5485795" y="4201580"/>
              <a:ext cx="123480" cy="132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BE3468E-7DEF-845E-B22C-735F9C8BBDD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479675" y="4195460"/>
                <a:ext cx="135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E32F65E-A9B5-E184-BB40-1A6D513A9DF0}"/>
                  </a:ext>
                </a:extLst>
              </p14:cNvPr>
              <p14:cNvContentPartPr/>
              <p14:nvPr/>
            </p14:nvContentPartPr>
            <p14:xfrm>
              <a:off x="4043635" y="4622420"/>
              <a:ext cx="23400" cy="2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E32F65E-A9B5-E184-BB40-1A6D513A9DF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037515" y="4616300"/>
                <a:ext cx="3564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2B58463B-0EC2-B0F2-3EF7-7807D2C2F4F4}"/>
              </a:ext>
            </a:extLst>
          </p:cNvPr>
          <p:cNvGrpSpPr/>
          <p:nvPr/>
        </p:nvGrpSpPr>
        <p:grpSpPr>
          <a:xfrm>
            <a:off x="1286035" y="4497140"/>
            <a:ext cx="348840" cy="460080"/>
            <a:chOff x="1286035" y="4497140"/>
            <a:chExt cx="34884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BA4D1C7-73C7-8356-B2A2-515A7EE7E3EF}"/>
                    </a:ext>
                  </a:extLst>
                </p14:cNvPr>
                <p14:cNvContentPartPr/>
                <p14:nvPr/>
              </p14:nvContentPartPr>
              <p14:xfrm>
                <a:off x="1499515" y="4497140"/>
                <a:ext cx="88560" cy="304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BA4D1C7-73C7-8356-B2A2-515A7EE7E3E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93395" y="4491020"/>
                  <a:ext cx="100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36766F-09A8-011F-C7E4-B54327E310DC}"/>
                    </a:ext>
                  </a:extLst>
                </p14:cNvPr>
                <p14:cNvContentPartPr/>
                <p14:nvPr/>
              </p14:nvContentPartPr>
              <p14:xfrm>
                <a:off x="1550635" y="4609460"/>
                <a:ext cx="34920" cy="249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36766F-09A8-011F-C7E4-B54327E310D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44515" y="4603340"/>
                  <a:ext cx="47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E82C994-D481-42E4-543A-BC1842275A4D}"/>
                    </a:ext>
                  </a:extLst>
                </p14:cNvPr>
                <p14:cNvContentPartPr/>
                <p14:nvPr/>
              </p14:nvContentPartPr>
              <p14:xfrm>
                <a:off x="1538035" y="4814660"/>
                <a:ext cx="96840" cy="9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E82C994-D481-42E4-543A-BC1842275A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31915" y="4808540"/>
                  <a:ext cx="109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B9A510C-9819-8DA9-0505-FED3F967ABCE}"/>
                    </a:ext>
                  </a:extLst>
                </p14:cNvPr>
                <p14:cNvContentPartPr/>
                <p14:nvPr/>
              </p14:nvContentPartPr>
              <p14:xfrm>
                <a:off x="1286035" y="4702700"/>
                <a:ext cx="65520" cy="29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B9A510C-9819-8DA9-0505-FED3F967AB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79915" y="4696580"/>
                  <a:ext cx="77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6BC69DB-5C96-7991-4AF4-C6436485F218}"/>
                    </a:ext>
                  </a:extLst>
                </p14:cNvPr>
                <p14:cNvContentPartPr/>
                <p14:nvPr/>
              </p14:nvContentPartPr>
              <p14:xfrm>
                <a:off x="1447675" y="4949300"/>
                <a:ext cx="14760" cy="7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6BC69DB-5C96-7991-4AF4-C6436485F21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41555" y="4943180"/>
                  <a:ext cx="270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C8CB75B-83F2-B669-3BA7-6E81E9ABAEBB}"/>
              </a:ext>
            </a:extLst>
          </p:cNvPr>
          <p:cNvGrpSpPr/>
          <p:nvPr/>
        </p:nvGrpSpPr>
        <p:grpSpPr>
          <a:xfrm>
            <a:off x="3789115" y="4789820"/>
            <a:ext cx="28080" cy="24120"/>
            <a:chOff x="3789115" y="4789820"/>
            <a:chExt cx="28080" cy="2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D87FC6D-08B4-FA39-54E1-AF27DB26D6D1}"/>
                    </a:ext>
                  </a:extLst>
                </p14:cNvPr>
                <p14:cNvContentPartPr/>
                <p14:nvPr/>
              </p14:nvContentPartPr>
              <p14:xfrm>
                <a:off x="3795235" y="4789820"/>
                <a:ext cx="21960" cy="24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D87FC6D-08B4-FA39-54E1-AF27DB26D6D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9115" y="4783700"/>
                  <a:ext cx="34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500A78-E595-A00B-A9EA-E6C957EC6B9C}"/>
                    </a:ext>
                  </a:extLst>
                </p14:cNvPr>
                <p14:cNvContentPartPr/>
                <p14:nvPr/>
              </p14:nvContentPartPr>
              <p14:xfrm>
                <a:off x="3789115" y="4793060"/>
                <a:ext cx="8640" cy="12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500A78-E595-A00B-A9EA-E6C957EC6B9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82995" y="4786940"/>
                  <a:ext cx="2088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B0EB211-95B5-278E-B536-E99D62DCA77A}"/>
              </a:ext>
            </a:extLst>
          </p:cNvPr>
          <p:cNvGrpSpPr/>
          <p:nvPr/>
        </p:nvGrpSpPr>
        <p:grpSpPr>
          <a:xfrm>
            <a:off x="9459115" y="942500"/>
            <a:ext cx="2060640" cy="4674600"/>
            <a:chOff x="9459115" y="942500"/>
            <a:chExt cx="2060640" cy="46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F1EF5D-2B3B-9998-DA94-F245EE4D9066}"/>
                    </a:ext>
                  </a:extLst>
                </p14:cNvPr>
                <p14:cNvContentPartPr/>
                <p14:nvPr/>
              </p14:nvContentPartPr>
              <p14:xfrm>
                <a:off x="9571075" y="942500"/>
                <a:ext cx="193320" cy="375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F1EF5D-2B3B-9998-DA94-F245EE4D90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64955" y="936380"/>
                  <a:ext cx="2055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AA65614-26FD-8CF2-8FA8-E4982B69D17D}"/>
                    </a:ext>
                  </a:extLst>
                </p14:cNvPr>
                <p14:cNvContentPartPr/>
                <p14:nvPr/>
              </p14:nvContentPartPr>
              <p14:xfrm>
                <a:off x="9459115" y="952940"/>
                <a:ext cx="419040" cy="478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AA65614-26FD-8CF2-8FA8-E4982B69D17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52995" y="946820"/>
                  <a:ext cx="43128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F89912-3916-BE94-648C-F927DA72E0BF}"/>
                    </a:ext>
                  </a:extLst>
                </p14:cNvPr>
                <p14:cNvContentPartPr/>
                <p14:nvPr/>
              </p14:nvContentPartPr>
              <p14:xfrm>
                <a:off x="10408435" y="979580"/>
                <a:ext cx="210600" cy="406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F89912-3916-BE94-648C-F927DA72E0B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02315" y="973460"/>
                  <a:ext cx="2228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4563BE-57A4-752D-EC61-CD5F1736549C}"/>
                    </a:ext>
                  </a:extLst>
                </p14:cNvPr>
                <p14:cNvContentPartPr/>
                <p14:nvPr/>
              </p14:nvContentPartPr>
              <p14:xfrm>
                <a:off x="10818835" y="994340"/>
                <a:ext cx="317880" cy="316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4563BE-57A4-752D-EC61-CD5F1736549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12715" y="988220"/>
                  <a:ext cx="3301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39395E1-98B2-C63F-6164-361A8AD2486C}"/>
                    </a:ext>
                  </a:extLst>
                </p14:cNvPr>
                <p14:cNvContentPartPr/>
                <p14:nvPr/>
              </p14:nvContentPartPr>
              <p14:xfrm>
                <a:off x="10949875" y="954380"/>
                <a:ext cx="569880" cy="797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39395E1-98B2-C63F-6164-361A8AD2486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43755" y="948260"/>
                  <a:ext cx="58212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0FD494-13B4-E103-D2A7-2B72ADBEFDF3}"/>
                    </a:ext>
                  </a:extLst>
                </p14:cNvPr>
                <p14:cNvContentPartPr/>
                <p14:nvPr/>
              </p14:nvContentPartPr>
              <p14:xfrm>
                <a:off x="10377835" y="1982900"/>
                <a:ext cx="1027080" cy="3634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0FD494-13B4-E103-D2A7-2B72ADBEFDF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371715" y="1976780"/>
                  <a:ext cx="1039320" cy="36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E5FB019-D46C-EED1-62F0-3419C56A0975}"/>
                    </a:ext>
                  </a:extLst>
                </p14:cNvPr>
                <p14:cNvContentPartPr/>
                <p14:nvPr/>
              </p14:nvContentPartPr>
              <p14:xfrm>
                <a:off x="9730195" y="2210060"/>
                <a:ext cx="630720" cy="2369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E5FB019-D46C-EED1-62F0-3419C56A097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24075" y="2203940"/>
                  <a:ext cx="642960" cy="23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CA2E5F7-D286-B3B6-6E9A-85EC505EAB8A}"/>
                    </a:ext>
                  </a:extLst>
                </p14:cNvPr>
                <p14:cNvContentPartPr/>
                <p14:nvPr/>
              </p14:nvContentPartPr>
              <p14:xfrm>
                <a:off x="10010275" y="4868300"/>
                <a:ext cx="879480" cy="559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CA2E5F7-D286-B3B6-6E9A-85EC505EAB8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04155" y="4862180"/>
                  <a:ext cx="8917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7FCB2A-AD9B-C919-95B7-06BCD01A4A5E}"/>
                    </a:ext>
                  </a:extLst>
                </p14:cNvPr>
                <p14:cNvContentPartPr/>
                <p14:nvPr/>
              </p14:nvContentPartPr>
              <p14:xfrm>
                <a:off x="10370635" y="4832300"/>
                <a:ext cx="482760" cy="576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7FCB2A-AD9B-C919-95B7-06BCD01A4A5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64515" y="4826180"/>
                  <a:ext cx="49500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2B3612E-38A9-1397-7FAF-6DE00BF13C48}"/>
                    </a:ext>
                  </a:extLst>
                </p14:cNvPr>
                <p14:cNvContentPartPr/>
                <p14:nvPr/>
              </p14:nvContentPartPr>
              <p14:xfrm>
                <a:off x="10612915" y="5172860"/>
                <a:ext cx="13680" cy="1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2B3612E-38A9-1397-7FAF-6DE00BF13C4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606795" y="5166740"/>
                  <a:ext cx="25920" cy="1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013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565C6DB-38F8-E915-94A2-4772014D6DE5}"/>
              </a:ext>
            </a:extLst>
          </p:cNvPr>
          <p:cNvGrpSpPr/>
          <p:nvPr/>
        </p:nvGrpSpPr>
        <p:grpSpPr>
          <a:xfrm>
            <a:off x="1529755" y="1494020"/>
            <a:ext cx="702000" cy="971640"/>
            <a:chOff x="1529755" y="1494020"/>
            <a:chExt cx="702000" cy="9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ABB5B3-9A75-650A-6660-F3D5CD36A14C}"/>
                    </a:ext>
                  </a:extLst>
                </p14:cNvPr>
                <p14:cNvContentPartPr/>
                <p14:nvPr/>
              </p14:nvContentPartPr>
              <p14:xfrm>
                <a:off x="1621195" y="1494020"/>
                <a:ext cx="424800" cy="814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ABB5B3-9A75-650A-6660-F3D5CD36A14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15075" y="1487900"/>
                  <a:ext cx="43704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7556997-C53C-7CBB-2B55-423DFA97BC99}"/>
                    </a:ext>
                  </a:extLst>
                </p14:cNvPr>
                <p14:cNvContentPartPr/>
                <p14:nvPr/>
              </p14:nvContentPartPr>
              <p14:xfrm>
                <a:off x="1529755" y="1515620"/>
                <a:ext cx="702000" cy="950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7556997-C53C-7CBB-2B55-423DFA97BC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23635" y="1509500"/>
                  <a:ext cx="714240" cy="9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42E2BC-E82B-C733-6BA2-AAA4BEDD56C6}"/>
                  </a:ext>
                </a:extLst>
              </p14:cNvPr>
              <p14:cNvContentPartPr/>
              <p14:nvPr/>
            </p14:nvContentPartPr>
            <p14:xfrm>
              <a:off x="1968595" y="3059660"/>
              <a:ext cx="74880" cy="484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42E2BC-E82B-C733-6BA2-AAA4BEDD56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2475" y="3053540"/>
                <a:ext cx="8712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23A3814-5644-F570-AA98-39775A5A5650}"/>
                  </a:ext>
                </a:extLst>
              </p14:cNvPr>
              <p14:cNvContentPartPr/>
              <p14:nvPr/>
            </p14:nvContentPartPr>
            <p14:xfrm>
              <a:off x="2009275" y="4488140"/>
              <a:ext cx="541440" cy="578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23A3814-5644-F570-AA98-39775A5A56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3155" y="4482020"/>
                <a:ext cx="553680" cy="59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A4738FF-3BC4-4ABF-E46C-FECBA0739899}"/>
              </a:ext>
            </a:extLst>
          </p:cNvPr>
          <p:cNvGrpSpPr/>
          <p:nvPr/>
        </p:nvGrpSpPr>
        <p:grpSpPr>
          <a:xfrm>
            <a:off x="4939675" y="1469900"/>
            <a:ext cx="1039680" cy="1032120"/>
            <a:chOff x="4939675" y="1469900"/>
            <a:chExt cx="1039680" cy="10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798610-9FC8-FE2E-8435-7429AC4CBD4B}"/>
                    </a:ext>
                  </a:extLst>
                </p14:cNvPr>
                <p14:cNvContentPartPr/>
                <p14:nvPr/>
              </p14:nvContentPartPr>
              <p14:xfrm>
                <a:off x="4939675" y="1581500"/>
                <a:ext cx="28800" cy="680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C798610-9FC8-FE2E-8435-7429AC4CBD4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33555" y="1575380"/>
                  <a:ext cx="4104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CF3B43-661C-164E-C253-820E73192512}"/>
                    </a:ext>
                  </a:extLst>
                </p14:cNvPr>
                <p14:cNvContentPartPr/>
                <p14:nvPr/>
              </p14:nvContentPartPr>
              <p14:xfrm>
                <a:off x="5043355" y="2463140"/>
                <a:ext cx="74160" cy="38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CF3B43-661C-164E-C253-820E7319251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37235" y="2457020"/>
                  <a:ext cx="86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F22FF0-D531-E9BB-B1AF-B8845DE22A9F}"/>
                    </a:ext>
                  </a:extLst>
                </p14:cNvPr>
                <p14:cNvContentPartPr/>
                <p14:nvPr/>
              </p14:nvContentPartPr>
              <p14:xfrm>
                <a:off x="5459155" y="1544780"/>
                <a:ext cx="494640" cy="465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F22FF0-D531-E9BB-B1AF-B8845DE22A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3035" y="1538660"/>
                  <a:ext cx="5068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890C18-6B5D-F496-CB93-776F2A15A959}"/>
                    </a:ext>
                  </a:extLst>
                </p14:cNvPr>
                <p14:cNvContentPartPr/>
                <p14:nvPr/>
              </p14:nvContentPartPr>
              <p14:xfrm>
                <a:off x="5634115" y="1469900"/>
                <a:ext cx="345240" cy="763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890C18-6B5D-F496-CB93-776F2A15A9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27995" y="1463780"/>
                  <a:ext cx="357480" cy="77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423A510-E26D-AE16-C1DA-FAD93CDEAF3A}"/>
                  </a:ext>
                </a:extLst>
              </p14:cNvPr>
              <p14:cNvContentPartPr/>
              <p14:nvPr/>
            </p14:nvContentPartPr>
            <p14:xfrm>
              <a:off x="2121235" y="3719540"/>
              <a:ext cx="404640" cy="212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423A510-E26D-AE16-C1DA-FAD93CDEAF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15115" y="3713420"/>
                <a:ext cx="41688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545D33D6-FA1D-C3A5-B0F2-1A16F5D487C4}"/>
              </a:ext>
            </a:extLst>
          </p:cNvPr>
          <p:cNvGrpSpPr/>
          <p:nvPr/>
        </p:nvGrpSpPr>
        <p:grpSpPr>
          <a:xfrm>
            <a:off x="8732635" y="1252460"/>
            <a:ext cx="2914200" cy="3663360"/>
            <a:chOff x="8732635" y="1252460"/>
            <a:chExt cx="2914200" cy="366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C10E2C-6588-45B9-6A39-729BDF622C72}"/>
                    </a:ext>
                  </a:extLst>
                </p14:cNvPr>
                <p14:cNvContentPartPr/>
                <p14:nvPr/>
              </p14:nvContentPartPr>
              <p14:xfrm>
                <a:off x="8732635" y="1556660"/>
                <a:ext cx="928440" cy="342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8C10E2C-6588-45B9-6A39-729BDF622C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26515" y="1550540"/>
                  <a:ext cx="9406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A20E21-C94F-96D9-7092-7E739A33A3CC}"/>
                    </a:ext>
                  </a:extLst>
                </p14:cNvPr>
                <p14:cNvContentPartPr/>
                <p14:nvPr/>
              </p14:nvContentPartPr>
              <p14:xfrm>
                <a:off x="9995875" y="1439660"/>
                <a:ext cx="59040" cy="425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A20E21-C94F-96D9-7092-7E739A33A3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89755" y="1433540"/>
                  <a:ext cx="712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6780B5-9C2F-3542-EFA0-5558A03C97AF}"/>
                    </a:ext>
                  </a:extLst>
                </p14:cNvPr>
                <p14:cNvContentPartPr/>
                <p14:nvPr/>
              </p14:nvContentPartPr>
              <p14:xfrm>
                <a:off x="9835315" y="1602380"/>
                <a:ext cx="606960" cy="115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6780B5-9C2F-3542-EFA0-5558A03C97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29195" y="1596260"/>
                  <a:ext cx="619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ADA3C1-FE4A-3311-64B2-50CBC4EEEA4C}"/>
                    </a:ext>
                  </a:extLst>
                </p14:cNvPr>
                <p14:cNvContentPartPr/>
                <p14:nvPr/>
              </p14:nvContentPartPr>
              <p14:xfrm>
                <a:off x="10544155" y="1386380"/>
                <a:ext cx="465840" cy="400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ADA3C1-FE4A-3311-64B2-50CBC4EEEA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38035" y="1380260"/>
                  <a:ext cx="4780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ED6155-9758-C424-1825-1F0BAA97B12D}"/>
                    </a:ext>
                  </a:extLst>
                </p14:cNvPr>
                <p14:cNvContentPartPr/>
                <p14:nvPr/>
              </p14:nvContentPartPr>
              <p14:xfrm>
                <a:off x="10694995" y="1510220"/>
                <a:ext cx="409680" cy="339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ED6155-9758-C424-1825-1F0BAA97B1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88875" y="1504100"/>
                  <a:ext cx="4219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4369584-4D2E-159C-4F1C-E53F3CBDAAAE}"/>
                    </a:ext>
                  </a:extLst>
                </p14:cNvPr>
                <p14:cNvContentPartPr/>
                <p14:nvPr/>
              </p14:nvContentPartPr>
              <p14:xfrm>
                <a:off x="9701755" y="2482220"/>
                <a:ext cx="516240" cy="661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369584-4D2E-159C-4F1C-E53F3CBDAA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95635" y="2476100"/>
                  <a:ext cx="52848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9655D6-47EF-CE35-C944-CD2EDAEBA7BA}"/>
                    </a:ext>
                  </a:extLst>
                </p14:cNvPr>
                <p14:cNvContentPartPr/>
                <p14:nvPr/>
              </p14:nvContentPartPr>
              <p14:xfrm>
                <a:off x="9824155" y="4174940"/>
                <a:ext cx="86040" cy="724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9655D6-47EF-CE35-C944-CD2EDAEBA7B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18035" y="4168820"/>
                  <a:ext cx="9828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876207-1043-F4BF-E30F-E45BFF5BB0AE}"/>
                    </a:ext>
                  </a:extLst>
                </p14:cNvPr>
                <p14:cNvContentPartPr/>
                <p14:nvPr/>
              </p14:nvContentPartPr>
              <p14:xfrm>
                <a:off x="10412755" y="1252460"/>
                <a:ext cx="1234080" cy="3663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876207-1043-F4BF-E30F-E45BFF5BB0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06635" y="1246340"/>
                  <a:ext cx="1246320" cy="36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67760DA-7074-1441-EF5E-439130559F82}"/>
                  </a:ext>
                </a:extLst>
              </p14:cNvPr>
              <p14:cNvContentPartPr/>
              <p14:nvPr/>
            </p14:nvContentPartPr>
            <p14:xfrm>
              <a:off x="2701555" y="3836900"/>
              <a:ext cx="12240" cy="13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67760DA-7074-1441-EF5E-439130559F8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95435" y="3830780"/>
                <a:ext cx="244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80388C7-51BE-1B3C-AFE4-701611ED2155}"/>
                  </a:ext>
                </a:extLst>
              </p14:cNvPr>
              <p14:cNvContentPartPr/>
              <p14:nvPr/>
            </p14:nvContentPartPr>
            <p14:xfrm>
              <a:off x="7557955" y="1315820"/>
              <a:ext cx="1092240" cy="3962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80388C7-51BE-1B3C-AFE4-701611ED215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51835" y="1309700"/>
                <a:ext cx="1104480" cy="39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1788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E3A0B2B-1519-1944-DF71-E98ABF5E4F46}"/>
                  </a:ext>
                </a:extLst>
              </p14:cNvPr>
              <p14:cNvContentPartPr/>
              <p14:nvPr/>
            </p14:nvContentPartPr>
            <p14:xfrm>
              <a:off x="10888675" y="1447940"/>
              <a:ext cx="272880" cy="3805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E3A0B2B-1519-1944-DF71-E98ABF5E4F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82555" y="1441820"/>
                <a:ext cx="2851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A6613BD5-51CE-760A-1D5D-760690687359}"/>
                  </a:ext>
                </a:extLst>
              </p14:cNvPr>
              <p14:cNvContentPartPr/>
              <p14:nvPr/>
            </p14:nvContentPartPr>
            <p14:xfrm>
              <a:off x="4573195" y="2869940"/>
              <a:ext cx="13680" cy="327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A6613BD5-51CE-760A-1D5D-7606906873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7075" y="2863820"/>
                <a:ext cx="259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630B685-7B7B-33BD-22A1-9DA731EE68F5}"/>
              </a:ext>
            </a:extLst>
          </p:cNvPr>
          <p:cNvGrpSpPr/>
          <p:nvPr/>
        </p:nvGrpSpPr>
        <p:grpSpPr>
          <a:xfrm>
            <a:off x="790675" y="342380"/>
            <a:ext cx="11171880" cy="6040800"/>
            <a:chOff x="790675" y="342380"/>
            <a:chExt cx="11171880" cy="604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E698857-687B-EFD9-F5D5-E67879004806}"/>
                    </a:ext>
                  </a:extLst>
                </p14:cNvPr>
                <p14:cNvContentPartPr/>
                <p14:nvPr/>
              </p14:nvContentPartPr>
              <p14:xfrm>
                <a:off x="1347955" y="380900"/>
                <a:ext cx="455400" cy="1083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E698857-687B-EFD9-F5D5-E678790048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1835" y="374780"/>
                  <a:ext cx="467640" cy="10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1216257-7C57-1A2C-1F43-0E68EC78DD87}"/>
                    </a:ext>
                  </a:extLst>
                </p14:cNvPr>
                <p14:cNvContentPartPr/>
                <p14:nvPr/>
              </p14:nvContentPartPr>
              <p14:xfrm>
                <a:off x="2344795" y="860420"/>
                <a:ext cx="987840" cy="78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1216257-7C57-1A2C-1F43-0E68EC78DD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38675" y="854300"/>
                  <a:ext cx="1000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3AB8A9-FDAC-47A4-552B-2BF211C1290A}"/>
                    </a:ext>
                  </a:extLst>
                </p14:cNvPr>
                <p14:cNvContentPartPr/>
                <p14:nvPr/>
              </p14:nvContentPartPr>
              <p14:xfrm>
                <a:off x="8529235" y="1422380"/>
                <a:ext cx="804600" cy="741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3AB8A9-FDAC-47A4-552B-2BF211C129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23115" y="1416260"/>
                  <a:ext cx="81684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0224ED-E537-8EFD-F4C5-1EE20E6A29E8}"/>
                    </a:ext>
                  </a:extLst>
                </p14:cNvPr>
                <p14:cNvContentPartPr/>
                <p14:nvPr/>
              </p14:nvContentPartPr>
              <p14:xfrm>
                <a:off x="9147715" y="1264700"/>
                <a:ext cx="445680" cy="2217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0224ED-E537-8EFD-F4C5-1EE20E6A29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41595" y="1258580"/>
                  <a:ext cx="457920" cy="22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9A0C55-01A7-5B9E-2879-3BACEC9707B5}"/>
                    </a:ext>
                  </a:extLst>
                </p14:cNvPr>
                <p14:cNvContentPartPr/>
                <p14:nvPr/>
              </p14:nvContentPartPr>
              <p14:xfrm>
                <a:off x="10344715" y="1283060"/>
                <a:ext cx="333720" cy="2252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9A0C55-01A7-5B9E-2879-3BACEC9707B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38595" y="1276940"/>
                  <a:ext cx="345960" cy="22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A44EE0-A9FB-148D-2C11-E60B92BEA6DE}"/>
                    </a:ext>
                  </a:extLst>
                </p14:cNvPr>
                <p14:cNvContentPartPr/>
                <p14:nvPr/>
              </p14:nvContentPartPr>
              <p14:xfrm>
                <a:off x="8063755" y="2147060"/>
                <a:ext cx="3083760" cy="373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A44EE0-A9FB-148D-2C11-E60B92BEA6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57635" y="2140940"/>
                  <a:ext cx="30960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B885652-80D2-9E0D-6AB5-F9B68C9F8CEA}"/>
                    </a:ext>
                  </a:extLst>
                </p14:cNvPr>
                <p14:cNvContentPartPr/>
                <p14:nvPr/>
              </p14:nvContentPartPr>
              <p14:xfrm>
                <a:off x="9843955" y="1280900"/>
                <a:ext cx="350280" cy="487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B885652-80D2-9E0D-6AB5-F9B68C9F8C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37835" y="1274780"/>
                  <a:ext cx="3625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638FCB-6E20-FC27-39A6-C74B12466E35}"/>
                    </a:ext>
                  </a:extLst>
                </p14:cNvPr>
                <p14:cNvContentPartPr/>
                <p14:nvPr/>
              </p14:nvContentPartPr>
              <p14:xfrm>
                <a:off x="10966075" y="2039780"/>
                <a:ext cx="816840" cy="213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638FCB-6E20-FC27-39A6-C74B12466E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59955" y="2033660"/>
                  <a:ext cx="829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BA3ACBC-AF57-7192-16F7-FAEC94C54AC5}"/>
                    </a:ext>
                  </a:extLst>
                </p14:cNvPr>
                <p14:cNvContentPartPr/>
                <p14:nvPr/>
              </p14:nvContentPartPr>
              <p14:xfrm>
                <a:off x="9117835" y="1959500"/>
                <a:ext cx="21960" cy="1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BA3ACBC-AF57-7192-16F7-FAEC94C54A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11715" y="1953380"/>
                  <a:ext cx="34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B02E36-542E-5E18-5F01-0C857AB400DF}"/>
                    </a:ext>
                  </a:extLst>
                </p14:cNvPr>
                <p14:cNvContentPartPr/>
                <p14:nvPr/>
              </p14:nvContentPartPr>
              <p14:xfrm>
                <a:off x="9746035" y="2364140"/>
                <a:ext cx="579960" cy="565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B02E36-542E-5E18-5F01-0C857AB400D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39915" y="2358020"/>
                  <a:ext cx="59220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CC60415-AB18-9FD1-3378-B29BE1AAF7EE}"/>
                    </a:ext>
                  </a:extLst>
                </p14:cNvPr>
                <p14:cNvContentPartPr/>
                <p14:nvPr/>
              </p14:nvContentPartPr>
              <p14:xfrm>
                <a:off x="10963555" y="1439660"/>
                <a:ext cx="303120" cy="389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CC60415-AB18-9FD1-3378-B29BE1AAF7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57435" y="1433540"/>
                  <a:ext cx="3153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76665A-6184-60B7-FAC9-2A8E6F7A37EB}"/>
                    </a:ext>
                  </a:extLst>
                </p14:cNvPr>
                <p14:cNvContentPartPr/>
                <p14:nvPr/>
              </p14:nvContentPartPr>
              <p14:xfrm>
                <a:off x="9339595" y="2694260"/>
                <a:ext cx="130320" cy="1286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76665A-6184-60B7-FAC9-2A8E6F7A37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33475" y="2688140"/>
                  <a:ext cx="142560" cy="12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7C9E4F0-0928-1E7D-CBCC-62D50EDF1BF9}"/>
                    </a:ext>
                  </a:extLst>
                </p14:cNvPr>
                <p14:cNvContentPartPr/>
                <p14:nvPr/>
              </p14:nvContentPartPr>
              <p14:xfrm>
                <a:off x="10799755" y="2249300"/>
                <a:ext cx="68040" cy="79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7C9E4F0-0928-1E7D-CBCC-62D50EDF1B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93635" y="2243180"/>
                  <a:ext cx="80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A80BE7-5DFF-1161-1B26-29953698006D}"/>
                    </a:ext>
                  </a:extLst>
                </p14:cNvPr>
                <p14:cNvContentPartPr/>
                <p14:nvPr/>
              </p14:nvContentPartPr>
              <p14:xfrm>
                <a:off x="10149235" y="2205380"/>
                <a:ext cx="559080" cy="2080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A80BE7-5DFF-1161-1B26-2995369800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43115" y="2199260"/>
                  <a:ext cx="571320" cy="20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F939F7-AC8E-99CB-EDC0-25A3F020F5F9}"/>
                    </a:ext>
                  </a:extLst>
                </p14:cNvPr>
                <p14:cNvContentPartPr/>
                <p14:nvPr/>
              </p14:nvContentPartPr>
              <p14:xfrm>
                <a:off x="8611315" y="3354860"/>
                <a:ext cx="2685960" cy="196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F939F7-AC8E-99CB-EDC0-25A3F020F5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05195" y="3348740"/>
                  <a:ext cx="2698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84B6CB-E9FB-4C08-AF5A-9338CF6C2596}"/>
                    </a:ext>
                  </a:extLst>
                </p14:cNvPr>
                <p14:cNvContentPartPr/>
                <p14:nvPr/>
              </p14:nvContentPartPr>
              <p14:xfrm>
                <a:off x="8363275" y="2601740"/>
                <a:ext cx="870480" cy="57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84B6CB-E9FB-4C08-AF5A-9338CF6C25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57155" y="2595620"/>
                  <a:ext cx="88272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B6C81E-D3E6-EC73-94FA-EE2ECBD2D82F}"/>
                    </a:ext>
                  </a:extLst>
                </p14:cNvPr>
                <p14:cNvContentPartPr/>
                <p14:nvPr/>
              </p14:nvContentPartPr>
              <p14:xfrm>
                <a:off x="9983635" y="3612260"/>
                <a:ext cx="207000" cy="37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B6C81E-D3E6-EC73-94FA-EE2ECBD2D8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7515" y="3606140"/>
                  <a:ext cx="2192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62B8A7-ECD2-6BD7-9772-6E1F48CC6439}"/>
                    </a:ext>
                  </a:extLst>
                </p14:cNvPr>
                <p14:cNvContentPartPr/>
                <p14:nvPr/>
              </p14:nvContentPartPr>
              <p14:xfrm>
                <a:off x="10946995" y="2416340"/>
                <a:ext cx="131760" cy="498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62B8A7-ECD2-6BD7-9772-6E1F48CC64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940875" y="2410220"/>
                  <a:ext cx="14400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E1C767-3F2F-03B9-A928-4AD8F1861741}"/>
                    </a:ext>
                  </a:extLst>
                </p14:cNvPr>
                <p14:cNvContentPartPr/>
                <p14:nvPr/>
              </p14:nvContentPartPr>
              <p14:xfrm>
                <a:off x="11033755" y="2413100"/>
                <a:ext cx="82440" cy="387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E1C767-3F2F-03B9-A928-4AD8F18617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27635" y="2406980"/>
                  <a:ext cx="946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5D417AA-9C05-4675-7F8E-3561113FC431}"/>
                    </a:ext>
                  </a:extLst>
                </p14:cNvPr>
                <p14:cNvContentPartPr/>
                <p14:nvPr/>
              </p14:nvContentPartPr>
              <p14:xfrm>
                <a:off x="10980835" y="2390420"/>
                <a:ext cx="140040" cy="64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5D417AA-9C05-4675-7F8E-3561113FC4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74715" y="2384300"/>
                  <a:ext cx="15228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162821-77F7-075F-BD18-4034B459B6E4}"/>
                    </a:ext>
                  </a:extLst>
                </p14:cNvPr>
                <p14:cNvContentPartPr/>
                <p14:nvPr/>
              </p14:nvContentPartPr>
              <p14:xfrm>
                <a:off x="10907035" y="2433620"/>
                <a:ext cx="147600" cy="434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162821-77F7-075F-BD18-4034B459B6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00915" y="2427500"/>
                  <a:ext cx="15984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1F61559-4760-F9D7-4ADC-39B9F6ECAAF9}"/>
                    </a:ext>
                  </a:extLst>
                </p14:cNvPr>
                <p14:cNvContentPartPr/>
                <p14:nvPr/>
              </p14:nvContentPartPr>
              <p14:xfrm>
                <a:off x="9585475" y="1621820"/>
                <a:ext cx="2061000" cy="2920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1F61559-4760-F9D7-4ADC-39B9F6ECAA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79355" y="1615700"/>
                  <a:ext cx="2073240" cy="29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AB8433-97F7-CE58-89E5-FF49C497D9E9}"/>
                    </a:ext>
                  </a:extLst>
                </p14:cNvPr>
                <p14:cNvContentPartPr/>
                <p14:nvPr/>
              </p14:nvContentPartPr>
              <p14:xfrm>
                <a:off x="11396635" y="1606700"/>
                <a:ext cx="221040" cy="21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AB8433-97F7-CE58-89E5-FF49C497D9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90515" y="1600580"/>
                  <a:ext cx="233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DD5CCCD-929F-4751-DE74-5B0A3BBC9812}"/>
                    </a:ext>
                  </a:extLst>
                </p14:cNvPr>
                <p14:cNvContentPartPr/>
                <p14:nvPr/>
              </p14:nvContentPartPr>
              <p14:xfrm>
                <a:off x="11676355" y="1647020"/>
                <a:ext cx="286200" cy="14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DD5CCCD-929F-4751-DE74-5B0A3BBC98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670235" y="1640900"/>
                  <a:ext cx="298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D63217D-DF2A-12D8-37CC-2FCB86C4F36D}"/>
                    </a:ext>
                  </a:extLst>
                </p14:cNvPr>
                <p14:cNvContentPartPr/>
                <p14:nvPr/>
              </p14:nvContentPartPr>
              <p14:xfrm>
                <a:off x="916675" y="2344700"/>
                <a:ext cx="348120" cy="48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D63217D-DF2A-12D8-37CC-2FCB86C4F3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0555" y="2338580"/>
                  <a:ext cx="36036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5A767F-7E25-8753-C328-F1B991E7575D}"/>
                    </a:ext>
                  </a:extLst>
                </p14:cNvPr>
                <p14:cNvContentPartPr/>
                <p14:nvPr/>
              </p14:nvContentPartPr>
              <p14:xfrm>
                <a:off x="1429675" y="2712620"/>
                <a:ext cx="128160" cy="267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5A767F-7E25-8753-C328-F1B991E757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23555" y="2706500"/>
                  <a:ext cx="1404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9C1E03-2017-042D-9C80-299353C82F3D}"/>
                    </a:ext>
                  </a:extLst>
                </p14:cNvPr>
                <p14:cNvContentPartPr/>
                <p14:nvPr/>
              </p14:nvContentPartPr>
              <p14:xfrm>
                <a:off x="1907035" y="2370620"/>
                <a:ext cx="92160" cy="45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9C1E03-2017-042D-9C80-299353C82F3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00915" y="2364500"/>
                  <a:ext cx="1044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C65C33-898F-BDD7-778F-9898CDB9A295}"/>
                    </a:ext>
                  </a:extLst>
                </p14:cNvPr>
                <p14:cNvContentPartPr/>
                <p14:nvPr/>
              </p14:nvContentPartPr>
              <p14:xfrm>
                <a:off x="843955" y="1850060"/>
                <a:ext cx="1674000" cy="1372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C65C33-898F-BDD7-778F-9898CDB9A29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7835" y="1843940"/>
                  <a:ext cx="1686240" cy="13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C3E5AD-B84D-5FA9-EEA8-0B372EF1D3CF}"/>
                    </a:ext>
                  </a:extLst>
                </p14:cNvPr>
                <p14:cNvContentPartPr/>
                <p14:nvPr/>
              </p14:nvContentPartPr>
              <p14:xfrm>
                <a:off x="1686355" y="3122660"/>
                <a:ext cx="46080" cy="21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C3E5AD-B84D-5FA9-EEA8-0B372EF1D3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80235" y="3116540"/>
                  <a:ext cx="58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55EB03B-7FF4-C25E-EC14-82C41805201B}"/>
                    </a:ext>
                  </a:extLst>
                </p14:cNvPr>
                <p14:cNvContentPartPr/>
                <p14:nvPr/>
              </p14:nvContentPartPr>
              <p14:xfrm>
                <a:off x="1458475" y="3077300"/>
                <a:ext cx="58320" cy="438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55EB03B-7FF4-C25E-EC14-82C4180520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52355" y="3071180"/>
                  <a:ext cx="705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D10686C-8DD3-1567-170D-92F6DEC1D3DC}"/>
                    </a:ext>
                  </a:extLst>
                </p14:cNvPr>
                <p14:cNvContentPartPr/>
                <p14:nvPr/>
              </p14:nvContentPartPr>
              <p14:xfrm>
                <a:off x="1179115" y="3990980"/>
                <a:ext cx="380880" cy="41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D10686C-8DD3-1567-170D-92F6DEC1D3D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72995" y="3984860"/>
                  <a:ext cx="3931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57E221-BBD1-FE92-7AFB-2BD02A95C9C4}"/>
                    </a:ext>
                  </a:extLst>
                </p14:cNvPr>
                <p14:cNvContentPartPr/>
                <p14:nvPr/>
              </p14:nvContentPartPr>
              <p14:xfrm>
                <a:off x="2009635" y="4021220"/>
                <a:ext cx="30600" cy="1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857E221-BBD1-FE92-7AFB-2BD02A95C9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03515" y="4015100"/>
                  <a:ext cx="4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9294EF8-997A-1D30-899A-06D72B877832}"/>
                    </a:ext>
                  </a:extLst>
                </p14:cNvPr>
                <p14:cNvContentPartPr/>
                <p14:nvPr/>
              </p14:nvContentPartPr>
              <p14:xfrm>
                <a:off x="790675" y="3424700"/>
                <a:ext cx="1191240" cy="124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9294EF8-997A-1D30-899A-06D72B87783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4555" y="3418580"/>
                  <a:ext cx="1203480" cy="12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6DAE6E-6060-47C6-9A92-29BC75D688C3}"/>
                    </a:ext>
                  </a:extLst>
                </p14:cNvPr>
                <p14:cNvContentPartPr/>
                <p14:nvPr/>
              </p14:nvContentPartPr>
              <p14:xfrm>
                <a:off x="1286395" y="3964340"/>
                <a:ext cx="266760" cy="425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6DAE6E-6060-47C6-9A92-29BC75D688C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80275" y="3958220"/>
                  <a:ext cx="2790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80FCC6-48A5-4A44-6ED9-C2A2416F9A98}"/>
                    </a:ext>
                  </a:extLst>
                </p14:cNvPr>
                <p14:cNvContentPartPr/>
                <p14:nvPr/>
              </p14:nvContentPartPr>
              <p14:xfrm>
                <a:off x="1215115" y="2966420"/>
                <a:ext cx="833040" cy="64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80FCC6-48A5-4A44-6ED9-C2A2416F9A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08995" y="2960300"/>
                  <a:ext cx="845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EA66AD-3FBF-043E-21DD-35898D016A26}"/>
                    </a:ext>
                  </a:extLst>
                </p14:cNvPr>
                <p14:cNvContentPartPr/>
                <p14:nvPr/>
              </p14:nvContentPartPr>
              <p14:xfrm>
                <a:off x="1485115" y="4471580"/>
                <a:ext cx="16200" cy="17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EA66AD-3FBF-043E-21DD-35898D016A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78995" y="4465460"/>
                  <a:ext cx="28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0D14B6-747C-184F-02BF-E52293D317BD}"/>
                    </a:ext>
                  </a:extLst>
                </p14:cNvPr>
                <p14:cNvContentPartPr/>
                <p14:nvPr/>
              </p14:nvContentPartPr>
              <p14:xfrm>
                <a:off x="1370275" y="1616060"/>
                <a:ext cx="359640" cy="65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0D14B6-747C-184F-02BF-E52293D317B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64155" y="1609940"/>
                  <a:ext cx="37188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94F6DD-B3B2-C88F-2B56-0F21C3F71C7F}"/>
                    </a:ext>
                  </a:extLst>
                </p14:cNvPr>
                <p14:cNvContentPartPr/>
                <p14:nvPr/>
              </p14:nvContentPartPr>
              <p14:xfrm>
                <a:off x="2535235" y="1668980"/>
                <a:ext cx="1088280" cy="137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D94F6DD-B3B2-C88F-2B56-0F21C3F71C7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29115" y="1662860"/>
                  <a:ext cx="1100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9C4A1F-9E81-F841-AE0B-D47EBF25A01D}"/>
                    </a:ext>
                  </a:extLst>
                </p14:cNvPr>
                <p14:cNvContentPartPr/>
                <p14:nvPr/>
              </p14:nvContentPartPr>
              <p14:xfrm>
                <a:off x="1828555" y="4536020"/>
                <a:ext cx="370440" cy="552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9C4A1F-9E81-F841-AE0B-D47EBF25A01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22435" y="4529900"/>
                  <a:ext cx="3826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B823FC4-4165-6D1A-3D9F-B9681DFC3417}"/>
                    </a:ext>
                  </a:extLst>
                </p14:cNvPr>
                <p14:cNvContentPartPr/>
                <p14:nvPr/>
              </p14:nvContentPartPr>
              <p14:xfrm>
                <a:off x="1628035" y="4502540"/>
                <a:ext cx="125280" cy="1318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B823FC4-4165-6D1A-3D9F-B9681DFC34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21915" y="4496420"/>
                  <a:ext cx="137520" cy="13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D726A08-96CC-8832-1E87-CE39B2068661}"/>
                    </a:ext>
                  </a:extLst>
                </p14:cNvPr>
                <p14:cNvContentPartPr/>
                <p14:nvPr/>
              </p14:nvContentPartPr>
              <p14:xfrm>
                <a:off x="1453795" y="4588220"/>
                <a:ext cx="308880" cy="1762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D726A08-96CC-8832-1E87-CE39B206866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47675" y="4582100"/>
                  <a:ext cx="321120" cy="17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6977E2-B62C-D478-1BF6-1D6D3FC19951}"/>
                    </a:ext>
                  </a:extLst>
                </p14:cNvPr>
                <p14:cNvContentPartPr/>
                <p14:nvPr/>
              </p14:nvContentPartPr>
              <p14:xfrm>
                <a:off x="2384035" y="4416500"/>
                <a:ext cx="262080" cy="1966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6977E2-B62C-D478-1BF6-1D6D3FC1995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77915" y="4410380"/>
                  <a:ext cx="274320" cy="19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ED94B6-0A18-EF19-3D04-0953C627B6B8}"/>
                    </a:ext>
                  </a:extLst>
                </p14:cNvPr>
                <p14:cNvContentPartPr/>
                <p14:nvPr/>
              </p14:nvContentPartPr>
              <p14:xfrm>
                <a:off x="926035" y="5040380"/>
                <a:ext cx="2293560" cy="388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ED94B6-0A18-EF19-3D04-0953C627B6B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9915" y="5034260"/>
                  <a:ext cx="23058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81F4288-D033-B16A-86B7-FD30D22B02F6}"/>
                    </a:ext>
                  </a:extLst>
                </p14:cNvPr>
                <p14:cNvContentPartPr/>
                <p14:nvPr/>
              </p14:nvContentPartPr>
              <p14:xfrm>
                <a:off x="951595" y="4714580"/>
                <a:ext cx="586800" cy="478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81F4288-D033-B16A-86B7-FD30D22B02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5475" y="4708460"/>
                  <a:ext cx="59904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E8C4989-0F0E-9631-C92B-74ED51EEF8D5}"/>
                    </a:ext>
                  </a:extLst>
                </p14:cNvPr>
                <p14:cNvContentPartPr/>
                <p14:nvPr/>
              </p14:nvContentPartPr>
              <p14:xfrm>
                <a:off x="2011795" y="5303900"/>
                <a:ext cx="111240" cy="472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E8C4989-0F0E-9631-C92B-74ED51EEF8D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05675" y="5297780"/>
                  <a:ext cx="12348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E4BB961-5CB2-EC12-07BB-7713FDB202D3}"/>
                    </a:ext>
                  </a:extLst>
                </p14:cNvPr>
                <p14:cNvContentPartPr/>
                <p14:nvPr/>
              </p14:nvContentPartPr>
              <p14:xfrm>
                <a:off x="3006835" y="4525220"/>
                <a:ext cx="151200" cy="452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E4BB961-5CB2-EC12-07BB-7713FDB202D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00715" y="4519100"/>
                  <a:ext cx="1634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358A812-81D1-1A82-26DC-70D0EE4F828B}"/>
                    </a:ext>
                  </a:extLst>
                </p14:cNvPr>
                <p14:cNvContentPartPr/>
                <p14:nvPr/>
              </p14:nvContentPartPr>
              <p14:xfrm>
                <a:off x="1746115" y="5866220"/>
                <a:ext cx="198720" cy="24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358A812-81D1-1A82-26DC-70D0EE4F828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39995" y="5860100"/>
                  <a:ext cx="210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E85099-92D1-24CE-1B7D-04D7F9AFABD8}"/>
                    </a:ext>
                  </a:extLst>
                </p14:cNvPr>
                <p14:cNvContentPartPr/>
                <p14:nvPr/>
              </p14:nvContentPartPr>
              <p14:xfrm>
                <a:off x="4226875" y="538580"/>
                <a:ext cx="72720" cy="498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E85099-92D1-24CE-1B7D-04D7F9AFAB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20755" y="532460"/>
                  <a:ext cx="8496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374A55D-1F1D-381D-DFC6-E2A374B384C4}"/>
                    </a:ext>
                  </a:extLst>
                </p14:cNvPr>
                <p14:cNvContentPartPr/>
                <p14:nvPr/>
              </p14:nvContentPartPr>
              <p14:xfrm>
                <a:off x="5344315" y="436340"/>
                <a:ext cx="54000" cy="470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374A55D-1F1D-381D-DFC6-E2A374B384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38195" y="430220"/>
                  <a:ext cx="6624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A0D1A7-0DF7-451D-9D76-233F0D874E71}"/>
                    </a:ext>
                  </a:extLst>
                </p14:cNvPr>
                <p14:cNvContentPartPr/>
                <p14:nvPr/>
              </p14:nvContentPartPr>
              <p14:xfrm>
                <a:off x="6221275" y="342380"/>
                <a:ext cx="379800" cy="479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A0D1A7-0DF7-451D-9D76-233F0D874E7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15155" y="336260"/>
                  <a:ext cx="3920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AF0793-2761-2230-FF2E-8131C4C38813}"/>
                    </a:ext>
                  </a:extLst>
                </p14:cNvPr>
                <p14:cNvContentPartPr/>
                <p14:nvPr/>
              </p14:nvContentPartPr>
              <p14:xfrm>
                <a:off x="5562115" y="1388180"/>
                <a:ext cx="73440" cy="540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AF0793-2761-2230-FF2E-8131C4C388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55995" y="1382060"/>
                  <a:ext cx="8568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1C76220-8B51-EE24-EC3A-B57493EDAD63}"/>
                    </a:ext>
                  </a:extLst>
                </p14:cNvPr>
                <p14:cNvContentPartPr/>
                <p14:nvPr/>
              </p14:nvContentPartPr>
              <p14:xfrm>
                <a:off x="6606475" y="1136900"/>
                <a:ext cx="75600" cy="608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1C76220-8B51-EE24-EC3A-B57493EDAD6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00355" y="1130780"/>
                  <a:ext cx="8784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9BD337-C70C-2F93-2978-880596C8BDB5}"/>
                    </a:ext>
                  </a:extLst>
                </p14:cNvPr>
                <p14:cNvContentPartPr/>
                <p14:nvPr/>
              </p14:nvContentPartPr>
              <p14:xfrm>
                <a:off x="4306075" y="1393580"/>
                <a:ext cx="611280" cy="577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9BD337-C70C-2F93-2978-880596C8BD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99955" y="1387460"/>
                  <a:ext cx="62352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A9557F5-5E76-F7D7-8856-49EDA77CAEE8}"/>
                    </a:ext>
                  </a:extLst>
                </p14:cNvPr>
                <p14:cNvContentPartPr/>
                <p14:nvPr/>
              </p14:nvContentPartPr>
              <p14:xfrm>
                <a:off x="2403835" y="1805420"/>
                <a:ext cx="5812200" cy="1020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9557F5-5E76-F7D7-8856-49EDA77CAEE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97715" y="1799300"/>
                  <a:ext cx="5824440" cy="10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E9F37FC-D42E-9907-F061-C89E8E203BF8}"/>
                    </a:ext>
                  </a:extLst>
                </p14:cNvPr>
                <p14:cNvContentPartPr/>
                <p14:nvPr/>
              </p14:nvContentPartPr>
              <p14:xfrm>
                <a:off x="7076275" y="1605620"/>
                <a:ext cx="497160" cy="59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E9F37FC-D42E-9907-F061-C89E8E203BF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70155" y="1599500"/>
                  <a:ext cx="509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FA09EFF-5DAD-CB78-4F41-D3B295AA547A}"/>
                    </a:ext>
                  </a:extLst>
                </p14:cNvPr>
                <p14:cNvContentPartPr/>
                <p14:nvPr/>
              </p14:nvContentPartPr>
              <p14:xfrm>
                <a:off x="7223875" y="605540"/>
                <a:ext cx="515880" cy="420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FA09EFF-5DAD-CB78-4F41-D3B295AA547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17755" y="599420"/>
                  <a:ext cx="5281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4EBE59-7044-30E2-0AA5-9C58A68BE433}"/>
                    </a:ext>
                  </a:extLst>
                </p14:cNvPr>
                <p14:cNvContentPartPr/>
                <p14:nvPr/>
              </p14:nvContentPartPr>
              <p14:xfrm>
                <a:off x="7229275" y="641180"/>
                <a:ext cx="81000" cy="644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4EBE59-7044-30E2-0AA5-9C58A68BE43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23155" y="635060"/>
                  <a:ext cx="9324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FECAB9-CC50-3803-2480-331EC68148A8}"/>
                    </a:ext>
                  </a:extLst>
                </p14:cNvPr>
                <p14:cNvContentPartPr/>
                <p14:nvPr/>
              </p14:nvContentPartPr>
              <p14:xfrm>
                <a:off x="8284435" y="4253420"/>
                <a:ext cx="81000" cy="956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FECAB9-CC50-3803-2480-331EC68148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78315" y="4247300"/>
                  <a:ext cx="93240" cy="9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6CD738-2B88-E02B-7194-29F3BBDCB3B2}"/>
                    </a:ext>
                  </a:extLst>
                </p14:cNvPr>
                <p14:cNvContentPartPr/>
                <p14:nvPr/>
              </p14:nvContentPartPr>
              <p14:xfrm>
                <a:off x="8258515" y="3796220"/>
                <a:ext cx="3048120" cy="1314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6CD738-2B88-E02B-7194-29F3BBDCB3B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2395" y="3790100"/>
                  <a:ext cx="3060360" cy="13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47E511C-8AF9-8CBB-47A5-109F77223FDA}"/>
                    </a:ext>
                  </a:extLst>
                </p14:cNvPr>
                <p14:cNvContentPartPr/>
                <p14:nvPr/>
              </p14:nvContentPartPr>
              <p14:xfrm>
                <a:off x="9504475" y="4095740"/>
                <a:ext cx="96480" cy="1192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47E511C-8AF9-8CBB-47A5-109F77223F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98355" y="4089620"/>
                  <a:ext cx="10872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86F143F-5A77-9A04-1799-5023916C20AB}"/>
                    </a:ext>
                  </a:extLst>
                </p14:cNvPr>
                <p14:cNvContentPartPr/>
                <p14:nvPr/>
              </p14:nvContentPartPr>
              <p14:xfrm>
                <a:off x="10216195" y="3891260"/>
                <a:ext cx="43920" cy="7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86F143F-5A77-9A04-1799-5023916C20A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10075" y="3885140"/>
                  <a:ext cx="561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4019431-A522-8CBC-642E-48671D81A7CE}"/>
                    </a:ext>
                  </a:extLst>
                </p14:cNvPr>
                <p14:cNvContentPartPr/>
                <p14:nvPr/>
              </p14:nvContentPartPr>
              <p14:xfrm>
                <a:off x="9979675" y="3881180"/>
                <a:ext cx="100080" cy="1342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4019431-A522-8CBC-642E-48671D81A7C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73555" y="3875060"/>
                  <a:ext cx="112320" cy="13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9914091-AF52-1D5F-7109-DE6B80764392}"/>
                    </a:ext>
                  </a:extLst>
                </p14:cNvPr>
                <p14:cNvContentPartPr/>
                <p14:nvPr/>
              </p14:nvContentPartPr>
              <p14:xfrm>
                <a:off x="8828395" y="4194020"/>
                <a:ext cx="259560" cy="218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9914091-AF52-1D5F-7109-DE6B8076439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822275" y="4187900"/>
                  <a:ext cx="271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257D69-226E-9F35-5976-36D565E04349}"/>
                    </a:ext>
                  </a:extLst>
                </p14:cNvPr>
                <p14:cNvContentPartPr/>
                <p14:nvPr/>
              </p14:nvContentPartPr>
              <p14:xfrm>
                <a:off x="8893555" y="4229660"/>
                <a:ext cx="230760" cy="243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257D69-226E-9F35-5976-36D565E0434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87435" y="4223540"/>
                  <a:ext cx="243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36A7E3-85EB-0CFE-DAC0-1C0A3E20C317}"/>
                    </a:ext>
                  </a:extLst>
                </p14:cNvPr>
                <p14:cNvContentPartPr/>
                <p14:nvPr/>
              </p14:nvContentPartPr>
              <p14:xfrm>
                <a:off x="9838555" y="4022300"/>
                <a:ext cx="263160" cy="528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36A7E3-85EB-0CFE-DAC0-1C0A3E20C3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832435" y="4016180"/>
                  <a:ext cx="2754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B737BC9-5D42-32E6-0245-DF0558124F20}"/>
                    </a:ext>
                  </a:extLst>
                </p14:cNvPr>
                <p14:cNvContentPartPr/>
                <p14:nvPr/>
              </p14:nvContentPartPr>
              <p14:xfrm>
                <a:off x="8906875" y="4550780"/>
                <a:ext cx="243360" cy="318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B737BC9-5D42-32E6-0245-DF0558124F2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00755" y="4544660"/>
                  <a:ext cx="255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F696F56-72F2-FAB9-6F87-45FFD0C87CDB}"/>
                    </a:ext>
                  </a:extLst>
                </p14:cNvPr>
                <p14:cNvContentPartPr/>
                <p14:nvPr/>
              </p14:nvContentPartPr>
              <p14:xfrm>
                <a:off x="9838195" y="4578140"/>
                <a:ext cx="28800" cy="497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F696F56-72F2-FAB9-6F87-45FFD0C87C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32075" y="4572020"/>
                  <a:ext cx="410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9023165-2EE3-4736-1867-44528692D908}"/>
                    </a:ext>
                  </a:extLst>
                </p14:cNvPr>
                <p14:cNvContentPartPr/>
                <p14:nvPr/>
              </p14:nvContentPartPr>
              <p14:xfrm>
                <a:off x="10499515" y="4094300"/>
                <a:ext cx="208800" cy="290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9023165-2EE3-4736-1867-44528692D90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93395" y="4088180"/>
                  <a:ext cx="2210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49D9BCA-831E-5243-4C26-1CA537D56D33}"/>
                    </a:ext>
                  </a:extLst>
                </p14:cNvPr>
                <p14:cNvContentPartPr/>
                <p14:nvPr/>
              </p14:nvContentPartPr>
              <p14:xfrm>
                <a:off x="10592395" y="4182860"/>
                <a:ext cx="183600" cy="164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49D9BCA-831E-5243-4C26-1CA537D56D3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86275" y="4176740"/>
                  <a:ext cx="195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5A29171-8C46-EBA1-CD5E-E42AD10676F9}"/>
                    </a:ext>
                  </a:extLst>
                </p14:cNvPr>
                <p14:cNvContentPartPr/>
                <p14:nvPr/>
              </p14:nvContentPartPr>
              <p14:xfrm>
                <a:off x="10913515" y="4053980"/>
                <a:ext cx="258840" cy="383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5A29171-8C46-EBA1-CD5E-E42AD10676F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07395" y="4047860"/>
                  <a:ext cx="2710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15FB6E-17C3-CB42-0770-C832519D0E26}"/>
                    </a:ext>
                  </a:extLst>
                </p14:cNvPr>
                <p14:cNvContentPartPr/>
                <p14:nvPr/>
              </p14:nvContentPartPr>
              <p14:xfrm>
                <a:off x="11315635" y="4092860"/>
                <a:ext cx="372960" cy="472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15FB6E-17C3-CB42-0770-C832519D0E2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09515" y="4086740"/>
                  <a:ext cx="3852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528177D-A0A2-F08A-C1E2-AACC32986AD3}"/>
                    </a:ext>
                  </a:extLst>
                </p14:cNvPr>
                <p14:cNvContentPartPr/>
                <p14:nvPr/>
              </p14:nvContentPartPr>
              <p14:xfrm>
                <a:off x="10770595" y="4521260"/>
                <a:ext cx="326880" cy="381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528177D-A0A2-F08A-C1E2-AACC32986AD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64475" y="4515140"/>
                  <a:ext cx="3391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7713836-1E1A-EAF3-DD4D-8B18D41712E8}"/>
                    </a:ext>
                  </a:extLst>
                </p14:cNvPr>
                <p14:cNvContentPartPr/>
                <p14:nvPr/>
              </p14:nvContentPartPr>
              <p14:xfrm>
                <a:off x="8840275" y="5197700"/>
                <a:ext cx="13320" cy="370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7713836-1E1A-EAF3-DD4D-8B18D41712E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34155" y="5191580"/>
                  <a:ext cx="255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6F8AAF4-AA70-B5A7-CBE3-E5288E45AC30}"/>
                    </a:ext>
                  </a:extLst>
                </p14:cNvPr>
                <p14:cNvContentPartPr/>
                <p14:nvPr/>
              </p14:nvContentPartPr>
              <p14:xfrm>
                <a:off x="9969235" y="5256020"/>
                <a:ext cx="224640" cy="316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6F8AAF4-AA70-B5A7-CBE3-E5288E45AC3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63115" y="5249900"/>
                  <a:ext cx="2368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CE33A33-6A82-C09E-1B80-0CDDE87AA5BB}"/>
                    </a:ext>
                  </a:extLst>
                </p14:cNvPr>
                <p14:cNvContentPartPr/>
                <p14:nvPr/>
              </p14:nvContentPartPr>
              <p14:xfrm>
                <a:off x="8958355" y="5922740"/>
                <a:ext cx="31680" cy="212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CE33A33-6A82-C09E-1B80-0CDDE87AA5B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52235" y="5916620"/>
                  <a:ext cx="43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E4C8FD-1B02-D523-2E9A-B5B09785E101}"/>
                    </a:ext>
                  </a:extLst>
                </p14:cNvPr>
                <p14:cNvContentPartPr/>
                <p14:nvPr/>
              </p14:nvContentPartPr>
              <p14:xfrm>
                <a:off x="9998035" y="5711060"/>
                <a:ext cx="102960" cy="291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E4C8FD-1B02-D523-2E9A-B5B09785E10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91915" y="5704940"/>
                  <a:ext cx="1152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069AEC3-E38B-587C-06B4-DFC217DA1F41}"/>
                    </a:ext>
                  </a:extLst>
                </p14:cNvPr>
                <p14:cNvContentPartPr/>
                <p14:nvPr/>
              </p14:nvContentPartPr>
              <p14:xfrm>
                <a:off x="10977595" y="5222540"/>
                <a:ext cx="307800" cy="330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069AEC3-E38B-587C-06B4-DFC217DA1F4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71475" y="5216420"/>
                  <a:ext cx="3200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D8A9FC1-9AEB-58D5-E93E-63E0E94EA100}"/>
                    </a:ext>
                  </a:extLst>
                </p14:cNvPr>
                <p14:cNvContentPartPr/>
                <p14:nvPr/>
              </p14:nvContentPartPr>
              <p14:xfrm>
                <a:off x="11326795" y="5725100"/>
                <a:ext cx="99360" cy="320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D8A9FC1-9AEB-58D5-E93E-63E0E94EA1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20675" y="5718980"/>
                  <a:ext cx="1116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987CCAD-59DB-7611-68E3-A0FCF10D036C}"/>
                    </a:ext>
                  </a:extLst>
                </p14:cNvPr>
                <p14:cNvContentPartPr/>
                <p14:nvPr/>
              </p14:nvContentPartPr>
              <p14:xfrm>
                <a:off x="6707275" y="2325260"/>
                <a:ext cx="396000" cy="441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987CCAD-59DB-7611-68E3-A0FCF10D036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01155" y="2319140"/>
                  <a:ext cx="408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8FA4E98-D415-8689-944F-3CBE9068C517}"/>
                    </a:ext>
                  </a:extLst>
                </p14:cNvPr>
                <p14:cNvContentPartPr/>
                <p14:nvPr/>
              </p14:nvContentPartPr>
              <p14:xfrm>
                <a:off x="5344675" y="696260"/>
                <a:ext cx="360" cy="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8FA4E98-D415-8689-944F-3CBE9068C51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38555" y="6901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A7640F3-93D6-73F6-0333-3B12F145AE27}"/>
                    </a:ext>
                  </a:extLst>
                </p14:cNvPr>
                <p14:cNvContentPartPr/>
                <p14:nvPr/>
              </p14:nvContentPartPr>
              <p14:xfrm>
                <a:off x="5702515" y="2461700"/>
                <a:ext cx="104400" cy="547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A7640F3-93D6-73F6-0333-3B12F145AE2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96395" y="2455580"/>
                  <a:ext cx="1166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A8E1F54-137A-DE4C-BABF-8BB716702FE9}"/>
                    </a:ext>
                  </a:extLst>
                </p14:cNvPr>
                <p14:cNvContentPartPr/>
                <p14:nvPr/>
              </p14:nvContentPartPr>
              <p14:xfrm>
                <a:off x="4524955" y="2617220"/>
                <a:ext cx="433080" cy="546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A8E1F54-137A-DE4C-BABF-8BB716702F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518835" y="2611100"/>
                  <a:ext cx="44532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06D20A2-F13F-7DEA-8718-EF50A3B01E73}"/>
                    </a:ext>
                  </a:extLst>
                </p14:cNvPr>
                <p14:cNvContentPartPr/>
                <p14:nvPr/>
              </p14:nvContentPartPr>
              <p14:xfrm>
                <a:off x="3774715" y="2657180"/>
                <a:ext cx="4416480" cy="1129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06D20A2-F13F-7DEA-8718-EF50A3B01E7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68595" y="2651060"/>
                  <a:ext cx="4428720" cy="11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03E9A1-C116-A783-DDDD-EB0DFBFCD41C}"/>
                    </a:ext>
                  </a:extLst>
                </p14:cNvPr>
                <p14:cNvContentPartPr/>
                <p14:nvPr/>
              </p14:nvContentPartPr>
              <p14:xfrm>
                <a:off x="5677675" y="2820980"/>
                <a:ext cx="1593360" cy="345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03E9A1-C116-A783-DDDD-EB0DFBFCD41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71555" y="2814860"/>
                  <a:ext cx="16056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158F01A-2DD8-6A67-B0CB-05C333364127}"/>
                    </a:ext>
                  </a:extLst>
                </p14:cNvPr>
                <p14:cNvContentPartPr/>
                <p14:nvPr/>
              </p14:nvContentPartPr>
              <p14:xfrm>
                <a:off x="7050715" y="2896580"/>
                <a:ext cx="600840" cy="783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158F01A-2DD8-6A67-B0CB-05C33336412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44595" y="2890460"/>
                  <a:ext cx="613080" cy="7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6C9B451-D212-9212-AAB9-92B0CAFD0477}"/>
                    </a:ext>
                  </a:extLst>
                </p14:cNvPr>
                <p14:cNvContentPartPr/>
                <p14:nvPr/>
              </p14:nvContentPartPr>
              <p14:xfrm>
                <a:off x="7703035" y="3295100"/>
                <a:ext cx="407160" cy="494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6C9B451-D212-9212-AAB9-92B0CAFD047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96915" y="3288980"/>
                  <a:ext cx="4194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EC5A7E4-C0CC-0F8C-9714-1667A63C3567}"/>
                    </a:ext>
                  </a:extLst>
                </p14:cNvPr>
                <p14:cNvContentPartPr/>
                <p14:nvPr/>
              </p14:nvContentPartPr>
              <p14:xfrm>
                <a:off x="7869715" y="3030500"/>
                <a:ext cx="186840" cy="250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EC5A7E4-C0CC-0F8C-9714-1667A63C35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63595" y="3024380"/>
                  <a:ext cx="199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7A4E6FE-8CF1-0521-6E8D-82A11AA54402}"/>
                    </a:ext>
                  </a:extLst>
                </p14:cNvPr>
                <p14:cNvContentPartPr/>
                <p14:nvPr/>
              </p14:nvContentPartPr>
              <p14:xfrm>
                <a:off x="5724835" y="3102860"/>
                <a:ext cx="803160" cy="978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7A4E6FE-8CF1-0521-6E8D-82A11AA5440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18715" y="3096740"/>
                  <a:ext cx="815400" cy="9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20A00A5-C2F8-151B-6CF0-216CD36266FD}"/>
                    </a:ext>
                  </a:extLst>
                </p14:cNvPr>
                <p14:cNvContentPartPr/>
                <p14:nvPr/>
              </p14:nvContentPartPr>
              <p14:xfrm>
                <a:off x="6755155" y="3915380"/>
                <a:ext cx="247680" cy="397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20A00A5-C2F8-151B-6CF0-216CD36266F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49035" y="3909260"/>
                  <a:ext cx="2599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163F7FE-92FF-D05A-533C-23ABEE031B88}"/>
                    </a:ext>
                  </a:extLst>
                </p14:cNvPr>
                <p14:cNvContentPartPr/>
                <p14:nvPr/>
              </p14:nvContentPartPr>
              <p14:xfrm>
                <a:off x="6936235" y="3663740"/>
                <a:ext cx="43920" cy="196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163F7FE-92FF-D05A-533C-23ABEE031B8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30115" y="3657620"/>
                  <a:ext cx="56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E5298D8-5546-67EE-B512-8469C051F96B}"/>
                    </a:ext>
                  </a:extLst>
                </p14:cNvPr>
                <p14:cNvContentPartPr/>
                <p14:nvPr/>
              </p14:nvContentPartPr>
              <p14:xfrm>
                <a:off x="4910155" y="3256580"/>
                <a:ext cx="541440" cy="1171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E5298D8-5546-67EE-B512-8469C051F96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04035" y="3250460"/>
                  <a:ext cx="553680" cy="11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A316EEA-183C-3C6F-0DEF-1B8EBFCBC429}"/>
                    </a:ext>
                  </a:extLst>
                </p14:cNvPr>
                <p14:cNvContentPartPr/>
                <p14:nvPr/>
              </p14:nvContentPartPr>
              <p14:xfrm>
                <a:off x="5602435" y="4214540"/>
                <a:ext cx="246600" cy="363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A316EEA-183C-3C6F-0DEF-1B8EBFCBC42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96315" y="4208420"/>
                  <a:ext cx="2588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20ACCD0-42B1-A393-BDDA-5BBB49537DC3}"/>
                    </a:ext>
                  </a:extLst>
                </p14:cNvPr>
                <p14:cNvContentPartPr/>
                <p14:nvPr/>
              </p14:nvContentPartPr>
              <p14:xfrm>
                <a:off x="5704315" y="3888020"/>
                <a:ext cx="190800" cy="276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20ACCD0-42B1-A393-BDDA-5BBB49537DC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98195" y="3881900"/>
                  <a:ext cx="203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A379187-00B2-43E0-A844-ACCC6E2D7F0C}"/>
                    </a:ext>
                  </a:extLst>
                </p14:cNvPr>
                <p14:cNvContentPartPr/>
                <p14:nvPr/>
              </p14:nvContentPartPr>
              <p14:xfrm>
                <a:off x="5596675" y="2849420"/>
                <a:ext cx="488880" cy="99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A379187-00B2-43E0-A844-ACCC6E2D7F0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90555" y="2843300"/>
                  <a:ext cx="501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7676A10-5AF9-ED43-0A02-C946063ABB11}"/>
                    </a:ext>
                  </a:extLst>
                </p14:cNvPr>
                <p14:cNvContentPartPr/>
                <p14:nvPr/>
              </p14:nvContentPartPr>
              <p14:xfrm>
                <a:off x="7064035" y="4312100"/>
                <a:ext cx="21960" cy="20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7676A10-5AF9-ED43-0A02-C946063ABB1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057915" y="4305980"/>
                  <a:ext cx="3420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BCE8971-FBE9-E1DB-890A-B58767A373B5}"/>
                  </a:ext>
                </a:extLst>
              </p14:cNvPr>
              <p14:cNvContentPartPr/>
              <p14:nvPr/>
            </p14:nvContentPartPr>
            <p14:xfrm>
              <a:off x="7175275" y="2436860"/>
              <a:ext cx="21960" cy="406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BCE8971-FBE9-E1DB-890A-B58767A373B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169155" y="2430740"/>
                <a:ext cx="34200" cy="5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1985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61053E-75AD-9730-CC94-EBDF3C2FA880}"/>
                  </a:ext>
                </a:extLst>
              </p14:cNvPr>
              <p14:cNvContentPartPr/>
              <p14:nvPr/>
            </p14:nvContentPartPr>
            <p14:xfrm>
              <a:off x="1267315" y="725780"/>
              <a:ext cx="526320" cy="637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61053E-75AD-9730-CC94-EBDF3C2FA8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1195" y="719660"/>
                <a:ext cx="538560" cy="65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29E4BFB-3BE6-FA00-38CA-A5462B21EEB0}"/>
              </a:ext>
            </a:extLst>
          </p:cNvPr>
          <p:cNvGrpSpPr/>
          <p:nvPr/>
        </p:nvGrpSpPr>
        <p:grpSpPr>
          <a:xfrm>
            <a:off x="2121595" y="695180"/>
            <a:ext cx="894960" cy="587520"/>
            <a:chOff x="2121595" y="695180"/>
            <a:chExt cx="89496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AED641-C240-E933-4596-60AEFD49D4DE}"/>
                    </a:ext>
                  </a:extLst>
                </p14:cNvPr>
                <p14:cNvContentPartPr/>
                <p14:nvPr/>
              </p14:nvContentPartPr>
              <p14:xfrm>
                <a:off x="2121595" y="846020"/>
                <a:ext cx="315000" cy="333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AED641-C240-E933-4596-60AEFD49D4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15475" y="839900"/>
                  <a:ext cx="3272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C5044E-C26E-09B5-A146-AA9F34E81355}"/>
                    </a:ext>
                  </a:extLst>
                </p14:cNvPr>
                <p14:cNvContentPartPr/>
                <p14:nvPr/>
              </p14:nvContentPartPr>
              <p14:xfrm>
                <a:off x="2177035" y="797780"/>
                <a:ext cx="272160" cy="483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C5044E-C26E-09B5-A146-AA9F34E8135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70915" y="791660"/>
                  <a:ext cx="2844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85C0D3A-B44E-97A6-F65D-10DAEB06C104}"/>
                    </a:ext>
                  </a:extLst>
                </p14:cNvPr>
                <p14:cNvContentPartPr/>
                <p14:nvPr/>
              </p14:nvContentPartPr>
              <p14:xfrm>
                <a:off x="2649715" y="695180"/>
                <a:ext cx="366840" cy="587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85C0D3A-B44E-97A6-F65D-10DAEB06C1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43595" y="689060"/>
                  <a:ext cx="379080" cy="59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635AE72-871D-CBB0-0963-8526F46F0702}"/>
                  </a:ext>
                </a:extLst>
              </p14:cNvPr>
              <p14:cNvContentPartPr/>
              <p14:nvPr/>
            </p14:nvContentPartPr>
            <p14:xfrm>
              <a:off x="3091795" y="332660"/>
              <a:ext cx="434880" cy="280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635AE72-871D-CBB0-0963-8526F46F070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85675" y="326540"/>
                <a:ext cx="44712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44AEB36-480A-CC27-491F-8C3E4302B192}"/>
              </a:ext>
            </a:extLst>
          </p:cNvPr>
          <p:cNvGrpSpPr/>
          <p:nvPr/>
        </p:nvGrpSpPr>
        <p:grpSpPr>
          <a:xfrm>
            <a:off x="4056595" y="533540"/>
            <a:ext cx="1180080" cy="761040"/>
            <a:chOff x="4056595" y="533540"/>
            <a:chExt cx="1180080" cy="76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4C848A5-C857-416F-0C3F-B9865F9BA8C4}"/>
                    </a:ext>
                  </a:extLst>
                </p14:cNvPr>
                <p14:cNvContentPartPr/>
                <p14:nvPr/>
              </p14:nvContentPartPr>
              <p14:xfrm>
                <a:off x="4056595" y="656660"/>
                <a:ext cx="1180080" cy="30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4C848A5-C857-416F-0C3F-B9865F9BA8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50475" y="650540"/>
                  <a:ext cx="1192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4D74DE-9062-0311-8460-4FD936A94811}"/>
                    </a:ext>
                  </a:extLst>
                </p14:cNvPr>
                <p14:cNvContentPartPr/>
                <p14:nvPr/>
              </p14:nvContentPartPr>
              <p14:xfrm>
                <a:off x="4597315" y="533540"/>
                <a:ext cx="125280" cy="761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4D74DE-9062-0311-8460-4FD936A948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91195" y="527420"/>
                  <a:ext cx="137520" cy="77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5EBAC1-D8AD-3EDE-9999-8E87CBED5F33}"/>
                  </a:ext>
                </a:extLst>
              </p14:cNvPr>
              <p14:cNvContentPartPr/>
              <p14:nvPr/>
            </p14:nvContentPartPr>
            <p14:xfrm>
              <a:off x="5959915" y="379460"/>
              <a:ext cx="41040" cy="832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5EBAC1-D8AD-3EDE-9999-8E87CBED5F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53795" y="373340"/>
                <a:ext cx="53280" cy="84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D8A5295-07FA-7B3E-5A06-9C87B61931D5}"/>
              </a:ext>
            </a:extLst>
          </p:cNvPr>
          <p:cNvGrpSpPr/>
          <p:nvPr/>
        </p:nvGrpSpPr>
        <p:grpSpPr>
          <a:xfrm>
            <a:off x="6651835" y="276140"/>
            <a:ext cx="1288080" cy="785880"/>
            <a:chOff x="6651835" y="276140"/>
            <a:chExt cx="1288080" cy="78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952400-2F7B-1343-90E0-5EF0CAD06801}"/>
                    </a:ext>
                  </a:extLst>
                </p14:cNvPr>
                <p14:cNvContentPartPr/>
                <p14:nvPr/>
              </p14:nvContentPartPr>
              <p14:xfrm>
                <a:off x="6651835" y="735860"/>
                <a:ext cx="356040" cy="190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952400-2F7B-1343-90E0-5EF0CAD068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45715" y="729740"/>
                  <a:ext cx="368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4FF7ED-D6CC-25E6-3CD2-97C7F8CA81CB}"/>
                    </a:ext>
                  </a:extLst>
                </p14:cNvPr>
                <p14:cNvContentPartPr/>
                <p14:nvPr/>
              </p14:nvContentPartPr>
              <p14:xfrm>
                <a:off x="6869995" y="737300"/>
                <a:ext cx="231840" cy="280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4FF7ED-D6CC-25E6-3CD2-97C7F8CA81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63875" y="731180"/>
                  <a:ext cx="244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E2077E7-BCA4-0484-50E3-424E9DA97687}"/>
                    </a:ext>
                  </a:extLst>
                </p14:cNvPr>
                <p14:cNvContentPartPr/>
                <p14:nvPr/>
              </p14:nvContentPartPr>
              <p14:xfrm>
                <a:off x="7296955" y="577100"/>
                <a:ext cx="635760" cy="484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E2077E7-BCA4-0484-50E3-424E9DA9768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90835" y="570980"/>
                  <a:ext cx="64800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0568EF-AEB4-824A-5D66-05418C34FA79}"/>
                    </a:ext>
                  </a:extLst>
                </p14:cNvPr>
                <p14:cNvContentPartPr/>
                <p14:nvPr/>
              </p14:nvContentPartPr>
              <p14:xfrm>
                <a:off x="7931275" y="276140"/>
                <a:ext cx="8640" cy="322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0568EF-AEB4-824A-5D66-05418C34FA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25155" y="270020"/>
                  <a:ext cx="2088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99B610-9DAB-B49A-6FC7-5D57E2DAF7C4}"/>
              </a:ext>
            </a:extLst>
          </p:cNvPr>
          <p:cNvGrpSpPr/>
          <p:nvPr/>
        </p:nvGrpSpPr>
        <p:grpSpPr>
          <a:xfrm>
            <a:off x="8689435" y="531380"/>
            <a:ext cx="1059120" cy="506160"/>
            <a:chOff x="8689435" y="531380"/>
            <a:chExt cx="1059120" cy="50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50F8A94-FCDC-DE57-7FFC-2D2768F2F52A}"/>
                    </a:ext>
                  </a:extLst>
                </p14:cNvPr>
                <p14:cNvContentPartPr/>
                <p14:nvPr/>
              </p14:nvContentPartPr>
              <p14:xfrm>
                <a:off x="8689435" y="768980"/>
                <a:ext cx="1059120" cy="60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50F8A94-FCDC-DE57-7FFC-2D2768F2F5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83315" y="762860"/>
                  <a:ext cx="1071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400AE7-3840-6A6C-A7DA-8C6C6A3E78D5}"/>
                    </a:ext>
                  </a:extLst>
                </p14:cNvPr>
                <p14:cNvContentPartPr/>
                <p14:nvPr/>
              </p14:nvContentPartPr>
              <p14:xfrm>
                <a:off x="9136915" y="531380"/>
                <a:ext cx="81360" cy="506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400AE7-3840-6A6C-A7DA-8C6C6A3E78D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30795" y="525260"/>
                  <a:ext cx="93600" cy="51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EA1EF1-55E5-7A2A-8E49-B86173AF69A8}"/>
              </a:ext>
            </a:extLst>
          </p:cNvPr>
          <p:cNvGrpSpPr/>
          <p:nvPr/>
        </p:nvGrpSpPr>
        <p:grpSpPr>
          <a:xfrm>
            <a:off x="9922795" y="281540"/>
            <a:ext cx="1452600" cy="901080"/>
            <a:chOff x="9922795" y="281540"/>
            <a:chExt cx="1452600" cy="90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CB559F4-C49C-4116-A143-0CAF45D6B735}"/>
                    </a:ext>
                  </a:extLst>
                </p14:cNvPr>
                <p14:cNvContentPartPr/>
                <p14:nvPr/>
              </p14:nvContentPartPr>
              <p14:xfrm>
                <a:off x="9922795" y="657020"/>
                <a:ext cx="412560" cy="525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CB559F4-C49C-4116-A143-0CAF45D6B7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16675" y="650900"/>
                  <a:ext cx="4248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4B1BDE-481A-9B49-6C16-22F4DBDEACBE}"/>
                    </a:ext>
                  </a:extLst>
                </p14:cNvPr>
                <p14:cNvContentPartPr/>
                <p14:nvPr/>
              </p14:nvContentPartPr>
              <p14:xfrm>
                <a:off x="10506715" y="771140"/>
                <a:ext cx="331560" cy="288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4B1BDE-481A-9B49-6C16-22F4DBDEAC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00595" y="765020"/>
                  <a:ext cx="343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AD1C234-E44B-AFB2-E677-07BCB31C73C9}"/>
                    </a:ext>
                  </a:extLst>
                </p14:cNvPr>
                <p14:cNvContentPartPr/>
                <p14:nvPr/>
              </p14:nvContentPartPr>
              <p14:xfrm>
                <a:off x="10971115" y="599780"/>
                <a:ext cx="199440" cy="431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AD1C234-E44B-AFB2-E677-07BCB31C73C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64995" y="593660"/>
                  <a:ext cx="21168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D756FC-6194-86EC-0A42-778F94D048F6}"/>
                    </a:ext>
                  </a:extLst>
                </p14:cNvPr>
                <p14:cNvContentPartPr/>
                <p14:nvPr/>
              </p14:nvContentPartPr>
              <p14:xfrm>
                <a:off x="11209435" y="281540"/>
                <a:ext cx="165960" cy="235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D756FC-6194-86EC-0A42-778F94D048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203315" y="275420"/>
                  <a:ext cx="17820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94FC8E-55D7-B059-79F4-3B9CB5914122}"/>
              </a:ext>
            </a:extLst>
          </p:cNvPr>
          <p:cNvGrpSpPr/>
          <p:nvPr/>
        </p:nvGrpSpPr>
        <p:grpSpPr>
          <a:xfrm>
            <a:off x="108115" y="1860500"/>
            <a:ext cx="2156040" cy="3400560"/>
            <a:chOff x="108115" y="1860500"/>
            <a:chExt cx="2156040" cy="340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B79484-E5F9-EC4C-29E1-1FAF7B283D23}"/>
                    </a:ext>
                  </a:extLst>
                </p14:cNvPr>
                <p14:cNvContentPartPr/>
                <p14:nvPr/>
              </p14:nvContentPartPr>
              <p14:xfrm>
                <a:off x="286675" y="2692100"/>
                <a:ext cx="353160" cy="375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B79484-E5F9-EC4C-29E1-1FAF7B283D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0555" y="2685980"/>
                  <a:ext cx="3654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2B18C68-30C4-2DE1-60FC-C883B3ED461C}"/>
                    </a:ext>
                  </a:extLst>
                </p14:cNvPr>
                <p14:cNvContentPartPr/>
                <p14:nvPr/>
              </p14:nvContentPartPr>
              <p14:xfrm>
                <a:off x="575755" y="2341820"/>
                <a:ext cx="204480" cy="14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2B18C68-30C4-2DE1-60FC-C883B3ED461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9635" y="2335700"/>
                  <a:ext cx="216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268CD3-6ED9-057F-014E-11D3DB7D6254}"/>
                    </a:ext>
                  </a:extLst>
                </p14:cNvPr>
                <p14:cNvContentPartPr/>
                <p14:nvPr/>
              </p14:nvContentPartPr>
              <p14:xfrm>
                <a:off x="918115" y="2577980"/>
                <a:ext cx="140400" cy="154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268CD3-6ED9-057F-014E-11D3DB7D62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1995" y="2571860"/>
                  <a:ext cx="152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A08B84-8D51-5448-FE9C-94BEC5CBBF17}"/>
                    </a:ext>
                  </a:extLst>
                </p14:cNvPr>
                <p14:cNvContentPartPr/>
                <p14:nvPr/>
              </p14:nvContentPartPr>
              <p14:xfrm>
                <a:off x="1009915" y="2777780"/>
                <a:ext cx="146160" cy="88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A08B84-8D51-5448-FE9C-94BEC5CBBF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3795" y="2771660"/>
                  <a:ext cx="158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E434C2-62DB-8855-3209-97FC0104ED78}"/>
                    </a:ext>
                  </a:extLst>
                </p14:cNvPr>
                <p14:cNvContentPartPr/>
                <p14:nvPr/>
              </p14:nvContentPartPr>
              <p14:xfrm>
                <a:off x="1517515" y="2332820"/>
                <a:ext cx="24480" cy="499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E434C2-62DB-8855-3209-97FC0104ED7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11395" y="2326700"/>
                  <a:ext cx="367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775335-80FC-2D06-3AAA-2572C2461844}"/>
                    </a:ext>
                  </a:extLst>
                </p14:cNvPr>
                <p14:cNvContentPartPr/>
                <p14:nvPr/>
              </p14:nvContentPartPr>
              <p14:xfrm>
                <a:off x="330955" y="1860500"/>
                <a:ext cx="1522080" cy="1635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775335-80FC-2D06-3AAA-2572C246184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4835" y="1854380"/>
                  <a:ext cx="1534320" cy="16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65A9CE-5CBD-9B9F-34D4-CFE3432D7FA1}"/>
                    </a:ext>
                  </a:extLst>
                </p14:cNvPr>
                <p14:cNvContentPartPr/>
                <p14:nvPr/>
              </p14:nvContentPartPr>
              <p14:xfrm>
                <a:off x="126115" y="2110700"/>
                <a:ext cx="1676520" cy="1596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65A9CE-5CBD-9B9F-34D4-CFE3432D7FA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9995" y="2104580"/>
                  <a:ext cx="1688760" cy="16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28E7A6-0AA6-E1C0-0B98-055F702B9231}"/>
                    </a:ext>
                  </a:extLst>
                </p14:cNvPr>
                <p14:cNvContentPartPr/>
                <p14:nvPr/>
              </p14:nvContentPartPr>
              <p14:xfrm>
                <a:off x="487915" y="2844380"/>
                <a:ext cx="1513080" cy="561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28E7A6-0AA6-E1C0-0B98-055F702B92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1795" y="2838260"/>
                  <a:ext cx="152532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AB5E40-AFD6-E90A-05E4-E3B3D23D7B68}"/>
                    </a:ext>
                  </a:extLst>
                </p14:cNvPr>
                <p14:cNvContentPartPr/>
                <p14:nvPr/>
              </p14:nvContentPartPr>
              <p14:xfrm>
                <a:off x="276595" y="4459700"/>
                <a:ext cx="453600" cy="672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AB5E40-AFD6-E90A-05E4-E3B3D23D7B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0475" y="4453580"/>
                  <a:ext cx="46584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83DD12-DF65-D1F7-266C-CABFC9EA3C30}"/>
                    </a:ext>
                  </a:extLst>
                </p14:cNvPr>
                <p14:cNvContentPartPr/>
                <p14:nvPr/>
              </p14:nvContentPartPr>
              <p14:xfrm>
                <a:off x="828835" y="4342340"/>
                <a:ext cx="236880" cy="605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83DD12-DF65-D1F7-266C-CABFC9EA3C3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2715" y="4336220"/>
                  <a:ext cx="24912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2E73809-DE2F-D9B5-EC85-3987E55AC8F9}"/>
                    </a:ext>
                  </a:extLst>
                </p14:cNvPr>
                <p14:cNvContentPartPr/>
                <p14:nvPr/>
              </p14:nvContentPartPr>
              <p14:xfrm>
                <a:off x="1091635" y="4161620"/>
                <a:ext cx="234720" cy="559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2E73809-DE2F-D9B5-EC85-3987E55AC8F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5515" y="4155500"/>
                  <a:ext cx="24696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F5C554-D53F-1415-3368-FD87CB2E0FA9}"/>
                    </a:ext>
                  </a:extLst>
                </p14:cNvPr>
                <p14:cNvContentPartPr/>
                <p14:nvPr/>
              </p14:nvContentPartPr>
              <p14:xfrm>
                <a:off x="1096675" y="3817460"/>
                <a:ext cx="360000" cy="144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F5C554-D53F-1415-3368-FD87CB2E0F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0555" y="3811340"/>
                  <a:ext cx="372240" cy="14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501A5B-31EE-2413-E758-B69CF33AA099}"/>
                    </a:ext>
                  </a:extLst>
                </p14:cNvPr>
                <p14:cNvContentPartPr/>
                <p14:nvPr/>
              </p14:nvContentPartPr>
              <p14:xfrm>
                <a:off x="108115" y="4151540"/>
                <a:ext cx="632160" cy="952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501A5B-31EE-2413-E758-B69CF33AA09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995" y="4145420"/>
                  <a:ext cx="644400" cy="9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82DAC4-7F36-ADD4-2D9B-52C3BF09368A}"/>
                    </a:ext>
                  </a:extLst>
                </p14:cNvPr>
                <p14:cNvContentPartPr/>
                <p14:nvPr/>
              </p14:nvContentPartPr>
              <p14:xfrm>
                <a:off x="1289635" y="3621980"/>
                <a:ext cx="191880" cy="147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82DAC4-7F36-ADD4-2D9B-52C3BF0936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83515" y="3615860"/>
                  <a:ext cx="204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DAD4BA-94D8-4DFC-86D9-0AE4F8C00A33}"/>
                    </a:ext>
                  </a:extLst>
                </p14:cNvPr>
                <p14:cNvContentPartPr/>
                <p14:nvPr/>
              </p14:nvContentPartPr>
              <p14:xfrm>
                <a:off x="1714075" y="4022300"/>
                <a:ext cx="128160" cy="126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DAD4BA-94D8-4DFC-86D9-0AE4F8C00A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07955" y="4016180"/>
                  <a:ext cx="140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302CAD-B15E-51DD-F98C-027167778525}"/>
                    </a:ext>
                  </a:extLst>
                </p14:cNvPr>
                <p14:cNvContentPartPr/>
                <p14:nvPr/>
              </p14:nvContentPartPr>
              <p14:xfrm>
                <a:off x="1833595" y="4196180"/>
                <a:ext cx="165600" cy="104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302CAD-B15E-51DD-F98C-0271677785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27475" y="4190060"/>
                  <a:ext cx="177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6FB6C6-08F1-B47A-9479-017C75758264}"/>
                    </a:ext>
                  </a:extLst>
                </p14:cNvPr>
                <p14:cNvContentPartPr/>
                <p14:nvPr/>
              </p14:nvContentPartPr>
              <p14:xfrm>
                <a:off x="2242195" y="3744740"/>
                <a:ext cx="21960" cy="363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6FB6C6-08F1-B47A-9479-017C757582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36075" y="3738620"/>
                  <a:ext cx="342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056C4B9-CA50-A62E-7D3E-FB364FA1AA52}"/>
              </a:ext>
            </a:extLst>
          </p:cNvPr>
          <p:cNvGrpSpPr/>
          <p:nvPr/>
        </p:nvGrpSpPr>
        <p:grpSpPr>
          <a:xfrm>
            <a:off x="10470715" y="1497260"/>
            <a:ext cx="829800" cy="560160"/>
            <a:chOff x="10470715" y="1497260"/>
            <a:chExt cx="829800" cy="56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AD02529-47C1-54F8-AD80-53877ED1A171}"/>
                    </a:ext>
                  </a:extLst>
                </p14:cNvPr>
                <p14:cNvContentPartPr/>
                <p14:nvPr/>
              </p14:nvContentPartPr>
              <p14:xfrm>
                <a:off x="11267755" y="1580780"/>
                <a:ext cx="32760" cy="476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AD02529-47C1-54F8-AD80-53877ED1A1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61635" y="1574660"/>
                  <a:ext cx="450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88FBB7B-8F1D-4630-297E-D8CE18B934C2}"/>
                    </a:ext>
                  </a:extLst>
                </p14:cNvPr>
                <p14:cNvContentPartPr/>
                <p14:nvPr/>
              </p14:nvContentPartPr>
              <p14:xfrm>
                <a:off x="10791835" y="1586180"/>
                <a:ext cx="277200" cy="233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88FBB7B-8F1D-4630-297E-D8CE18B934C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85715" y="1580060"/>
                  <a:ext cx="289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1E402EC-A2F3-CBC5-09BD-50B4764CA2BB}"/>
                    </a:ext>
                  </a:extLst>
                </p14:cNvPr>
                <p14:cNvContentPartPr/>
                <p14:nvPr/>
              </p14:nvContentPartPr>
              <p14:xfrm>
                <a:off x="10915675" y="1678340"/>
                <a:ext cx="217440" cy="106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1E402EC-A2F3-CBC5-09BD-50B4764CA2B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09555" y="1672220"/>
                  <a:ext cx="229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FD48D7-200C-9A00-273D-C97ECFDF7545}"/>
                    </a:ext>
                  </a:extLst>
                </p14:cNvPr>
                <p14:cNvContentPartPr/>
                <p14:nvPr/>
              </p14:nvContentPartPr>
              <p14:xfrm>
                <a:off x="10470715" y="1497260"/>
                <a:ext cx="248040" cy="284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FD48D7-200C-9A00-273D-C97ECFDF754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64595" y="1491140"/>
                  <a:ext cx="26028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45F6999-17BB-F94D-823A-90BAE1003DAD}"/>
              </a:ext>
            </a:extLst>
          </p:cNvPr>
          <p:cNvGrpSpPr/>
          <p:nvPr/>
        </p:nvGrpSpPr>
        <p:grpSpPr>
          <a:xfrm>
            <a:off x="8983915" y="1643780"/>
            <a:ext cx="1125360" cy="612360"/>
            <a:chOff x="8983915" y="1643780"/>
            <a:chExt cx="1125360" cy="61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6681E46-6D47-5A17-D128-AF44ED377666}"/>
                    </a:ext>
                  </a:extLst>
                </p14:cNvPr>
                <p14:cNvContentPartPr/>
                <p14:nvPr/>
              </p14:nvContentPartPr>
              <p14:xfrm>
                <a:off x="10077595" y="2244980"/>
                <a:ext cx="31680" cy="11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6681E46-6D47-5A17-D128-AF44ED37766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71475" y="2238860"/>
                  <a:ext cx="43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98943A6-BDD2-3B31-3249-14D6B2B26A8C}"/>
                    </a:ext>
                  </a:extLst>
                </p14:cNvPr>
                <p14:cNvContentPartPr/>
                <p14:nvPr/>
              </p14:nvContentPartPr>
              <p14:xfrm>
                <a:off x="8983915" y="1780220"/>
                <a:ext cx="813240" cy="48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98943A6-BDD2-3B31-3249-14D6B2B26A8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77795" y="1774100"/>
                  <a:ext cx="825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B57F02-8F82-C342-658C-AC93C9A81C17}"/>
                    </a:ext>
                  </a:extLst>
                </p14:cNvPr>
                <p14:cNvContentPartPr/>
                <p14:nvPr/>
              </p14:nvContentPartPr>
              <p14:xfrm>
                <a:off x="9257515" y="1643780"/>
                <a:ext cx="125640" cy="452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B57F02-8F82-C342-658C-AC93C9A81C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51395" y="1637660"/>
                  <a:ext cx="137880" cy="46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42CBA1D-BD4D-1513-6FAB-B273AC0AFEE6}"/>
              </a:ext>
            </a:extLst>
          </p:cNvPr>
          <p:cNvGrpSpPr/>
          <p:nvPr/>
        </p:nvGrpSpPr>
        <p:grpSpPr>
          <a:xfrm>
            <a:off x="6480475" y="1596620"/>
            <a:ext cx="1699200" cy="662040"/>
            <a:chOff x="6480475" y="1596620"/>
            <a:chExt cx="1699200" cy="66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C798D6F-6C74-586D-7171-E394FD6DAFAB}"/>
                    </a:ext>
                  </a:extLst>
                </p14:cNvPr>
                <p14:cNvContentPartPr/>
                <p14:nvPr/>
              </p14:nvContentPartPr>
              <p14:xfrm>
                <a:off x="7529515" y="1596620"/>
                <a:ext cx="650160" cy="662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C798D6F-6C74-586D-7171-E394FD6DAF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23395" y="1590500"/>
                  <a:ext cx="66240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146C5C-B1AA-C892-2B56-00EE0A368C08}"/>
                    </a:ext>
                  </a:extLst>
                </p14:cNvPr>
                <p14:cNvContentPartPr/>
                <p14:nvPr/>
              </p14:nvContentPartPr>
              <p14:xfrm>
                <a:off x="6912115" y="1816580"/>
                <a:ext cx="329400" cy="30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146C5C-B1AA-C892-2B56-00EE0A368C0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05995" y="1810460"/>
                  <a:ext cx="3416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41AEA34-E5AA-1CFF-4D69-9B6C50F2E9AF}"/>
                    </a:ext>
                  </a:extLst>
                </p14:cNvPr>
                <p14:cNvContentPartPr/>
                <p14:nvPr/>
              </p14:nvContentPartPr>
              <p14:xfrm>
                <a:off x="6995635" y="1832420"/>
                <a:ext cx="258480" cy="232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41AEA34-E5AA-1CFF-4D69-9B6C50F2E9A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89515" y="1826300"/>
                  <a:ext cx="270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70C435-A434-6E84-C6F4-E77AF2D839B1}"/>
                    </a:ext>
                  </a:extLst>
                </p14:cNvPr>
                <p14:cNvContentPartPr/>
                <p14:nvPr/>
              </p14:nvContentPartPr>
              <p14:xfrm>
                <a:off x="6480475" y="1645940"/>
                <a:ext cx="41400" cy="527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70C435-A434-6E84-C6F4-E77AF2D839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74355" y="1639820"/>
                  <a:ext cx="53640" cy="54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8C96B36-7548-3CED-FC72-59F26ACF0E19}"/>
              </a:ext>
            </a:extLst>
          </p:cNvPr>
          <p:cNvGrpSpPr/>
          <p:nvPr/>
        </p:nvGrpSpPr>
        <p:grpSpPr>
          <a:xfrm>
            <a:off x="5058835" y="2021420"/>
            <a:ext cx="447840" cy="378000"/>
            <a:chOff x="5058835" y="2021420"/>
            <a:chExt cx="44784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BD735F-8D9D-68E5-64AE-B04A239686F5}"/>
                    </a:ext>
                  </a:extLst>
                </p14:cNvPr>
                <p14:cNvContentPartPr/>
                <p14:nvPr/>
              </p14:nvContentPartPr>
              <p14:xfrm>
                <a:off x="5058835" y="2153540"/>
                <a:ext cx="447840" cy="86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BD735F-8D9D-68E5-64AE-B04A239686F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52715" y="2147420"/>
                  <a:ext cx="460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623F4A-0704-EAA1-191C-6FEDD0E1AA43}"/>
                    </a:ext>
                  </a:extLst>
                </p14:cNvPr>
                <p14:cNvContentPartPr/>
                <p14:nvPr/>
              </p14:nvContentPartPr>
              <p14:xfrm>
                <a:off x="5341075" y="2021420"/>
                <a:ext cx="64440" cy="378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623F4A-0704-EAA1-191C-6FEDD0E1AA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34955" y="2015300"/>
                  <a:ext cx="76680" cy="39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233565F-50B0-E920-CA6D-89832A8818BE}"/>
                  </a:ext>
                </a:extLst>
              </p14:cNvPr>
              <p14:cNvContentPartPr/>
              <p14:nvPr/>
            </p14:nvContentPartPr>
            <p14:xfrm>
              <a:off x="2621995" y="1574300"/>
              <a:ext cx="8640" cy="198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233565F-50B0-E920-CA6D-89832A8818B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615875" y="1568180"/>
                <a:ext cx="2088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B86919D3-E687-C8F9-340D-153E569D14F8}"/>
              </a:ext>
            </a:extLst>
          </p:cNvPr>
          <p:cNvGrpSpPr/>
          <p:nvPr/>
        </p:nvGrpSpPr>
        <p:grpSpPr>
          <a:xfrm>
            <a:off x="2416075" y="2011340"/>
            <a:ext cx="1932480" cy="792720"/>
            <a:chOff x="2416075" y="2011340"/>
            <a:chExt cx="1932480" cy="79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3984FF0-D5A2-D476-A566-5EA58984FF96}"/>
                    </a:ext>
                  </a:extLst>
                </p14:cNvPr>
                <p14:cNvContentPartPr/>
                <p14:nvPr/>
              </p14:nvContentPartPr>
              <p14:xfrm>
                <a:off x="3891355" y="2011340"/>
                <a:ext cx="457200" cy="472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3984FF0-D5A2-D476-A566-5EA58984FF9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85235" y="2005220"/>
                  <a:ext cx="46944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9EAA19B-D039-6475-4D6E-A7C8E893EA56}"/>
                    </a:ext>
                  </a:extLst>
                </p14:cNvPr>
                <p14:cNvContentPartPr/>
                <p14:nvPr/>
              </p14:nvContentPartPr>
              <p14:xfrm>
                <a:off x="3070555" y="2382500"/>
                <a:ext cx="482760" cy="219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9EAA19B-D039-6475-4D6E-A7C8E893EA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64435" y="2376380"/>
                  <a:ext cx="495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78215A-F068-1C3B-B29D-17E662FFA672}"/>
                    </a:ext>
                  </a:extLst>
                </p14:cNvPr>
                <p14:cNvContentPartPr/>
                <p14:nvPr/>
              </p14:nvContentPartPr>
              <p14:xfrm>
                <a:off x="3042835" y="2391500"/>
                <a:ext cx="365760" cy="32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78215A-F068-1C3B-B29D-17E662FFA67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36715" y="2385380"/>
                  <a:ext cx="378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CB48322-B36C-24D4-7387-BFB640D0BBBD}"/>
                    </a:ext>
                  </a:extLst>
                </p14:cNvPr>
                <p14:cNvContentPartPr/>
                <p14:nvPr/>
              </p14:nvContentPartPr>
              <p14:xfrm>
                <a:off x="2416075" y="2136260"/>
                <a:ext cx="600840" cy="667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CB48322-B36C-24D4-7387-BFB640D0BBB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09955" y="2130140"/>
                  <a:ext cx="613080" cy="68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C17F024-AA5F-13A0-AE3D-29B2BA32EF1E}"/>
                  </a:ext>
                </a:extLst>
              </p14:cNvPr>
              <p14:cNvContentPartPr/>
              <p14:nvPr/>
            </p14:nvContentPartPr>
            <p14:xfrm>
              <a:off x="3182875" y="3404540"/>
              <a:ext cx="678960" cy="8769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C17F024-AA5F-13A0-AE3D-29B2BA32EF1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176755" y="3398420"/>
                <a:ext cx="691200" cy="88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298615C-31C8-86D4-8CF6-4208FECC07B0}"/>
              </a:ext>
            </a:extLst>
          </p:cNvPr>
          <p:cNvGrpSpPr/>
          <p:nvPr/>
        </p:nvGrpSpPr>
        <p:grpSpPr>
          <a:xfrm>
            <a:off x="4826275" y="3107540"/>
            <a:ext cx="791280" cy="786240"/>
            <a:chOff x="4826275" y="3107540"/>
            <a:chExt cx="791280" cy="7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41D3059-FBCC-140B-A8C0-9890AF9D038F}"/>
                    </a:ext>
                  </a:extLst>
                </p14:cNvPr>
                <p14:cNvContentPartPr/>
                <p14:nvPr/>
              </p14:nvContentPartPr>
              <p14:xfrm>
                <a:off x="5200675" y="3107540"/>
                <a:ext cx="115560" cy="786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41D3059-FBCC-140B-A8C0-9890AF9D03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94555" y="3101420"/>
                  <a:ext cx="12780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4CA3E56-6F17-02EB-BCA0-C47EBD2A134E}"/>
                    </a:ext>
                  </a:extLst>
                </p14:cNvPr>
                <p14:cNvContentPartPr/>
                <p14:nvPr/>
              </p14:nvContentPartPr>
              <p14:xfrm>
                <a:off x="4826275" y="3534140"/>
                <a:ext cx="791280" cy="189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4CA3E56-6F17-02EB-BCA0-C47EBD2A134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20155" y="3528020"/>
                  <a:ext cx="80352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74B32A-80FD-9600-D1AE-2A856A17B10F}"/>
                  </a:ext>
                </a:extLst>
              </p14:cNvPr>
              <p14:cNvContentPartPr/>
              <p14:nvPr/>
            </p14:nvContentPartPr>
            <p14:xfrm>
              <a:off x="6634195" y="3199700"/>
              <a:ext cx="753480" cy="5612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74B32A-80FD-9600-D1AE-2A856A17B10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628075" y="3193580"/>
                <a:ext cx="765720" cy="57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0205FD59-D4FB-B347-D99C-9519D9965614}"/>
              </a:ext>
            </a:extLst>
          </p:cNvPr>
          <p:cNvGrpSpPr/>
          <p:nvPr/>
        </p:nvGrpSpPr>
        <p:grpSpPr>
          <a:xfrm>
            <a:off x="8507635" y="2745380"/>
            <a:ext cx="849240" cy="595800"/>
            <a:chOff x="8507635" y="2745380"/>
            <a:chExt cx="84924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52738CD-F992-DFB5-6E3A-0B7AD54049A8}"/>
                    </a:ext>
                  </a:extLst>
                </p14:cNvPr>
                <p14:cNvContentPartPr/>
                <p14:nvPr/>
              </p14:nvContentPartPr>
              <p14:xfrm>
                <a:off x="8990755" y="2745380"/>
                <a:ext cx="23400" cy="579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52738CD-F992-DFB5-6E3A-0B7AD54049A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84635" y="2739260"/>
                  <a:ext cx="3564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0F41FB-4A89-ED5D-EDE0-FC2982B7D36A}"/>
                    </a:ext>
                  </a:extLst>
                </p14:cNvPr>
                <p14:cNvContentPartPr/>
                <p14:nvPr/>
              </p14:nvContentPartPr>
              <p14:xfrm>
                <a:off x="8507635" y="3154340"/>
                <a:ext cx="849240" cy="186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0F41FB-4A89-ED5D-EDE0-FC2982B7D36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01515" y="3148220"/>
                  <a:ext cx="86148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4C7076E-42DE-0BDB-689A-D85F6B987E8A}"/>
                  </a:ext>
                </a:extLst>
              </p14:cNvPr>
              <p14:cNvContentPartPr/>
              <p14:nvPr/>
            </p14:nvContentPartPr>
            <p14:xfrm>
              <a:off x="10396915" y="2516780"/>
              <a:ext cx="407160" cy="6872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4C7076E-42DE-0BDB-689A-D85F6B987E8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390795" y="2510660"/>
                <a:ext cx="419400" cy="69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8B9CBB9E-A932-E5B7-8D66-D77C2B2F05BE}"/>
              </a:ext>
            </a:extLst>
          </p:cNvPr>
          <p:cNvGrpSpPr/>
          <p:nvPr/>
        </p:nvGrpSpPr>
        <p:grpSpPr>
          <a:xfrm>
            <a:off x="5410555" y="4007180"/>
            <a:ext cx="2300760" cy="1594800"/>
            <a:chOff x="5410555" y="4007180"/>
            <a:chExt cx="2300760" cy="159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D559B8-A535-E9C8-904F-FCD8A438D4B9}"/>
                    </a:ext>
                  </a:extLst>
                </p14:cNvPr>
                <p14:cNvContentPartPr/>
                <p14:nvPr/>
              </p14:nvContentPartPr>
              <p14:xfrm>
                <a:off x="5460595" y="5122820"/>
                <a:ext cx="334440" cy="109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D559B8-A535-E9C8-904F-FCD8A438D4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54475" y="5116700"/>
                  <a:ext cx="346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35C7CA3-1F1C-0A0B-99DC-2419820AF072}"/>
                    </a:ext>
                  </a:extLst>
                </p14:cNvPr>
                <p14:cNvContentPartPr/>
                <p14:nvPr/>
              </p14:nvContentPartPr>
              <p14:xfrm>
                <a:off x="5865595" y="5350700"/>
                <a:ext cx="177480" cy="68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35C7CA3-1F1C-0A0B-99DC-2419820AF07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59475" y="5344580"/>
                  <a:ext cx="189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8EC46AC-0AF4-A902-0C60-AFBA90082B00}"/>
                    </a:ext>
                  </a:extLst>
                </p14:cNvPr>
                <p14:cNvContentPartPr/>
                <p14:nvPr/>
              </p14:nvContentPartPr>
              <p14:xfrm>
                <a:off x="6627355" y="4538900"/>
                <a:ext cx="341640" cy="635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8EC46AC-0AF4-A902-0C60-AFBA90082B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21235" y="4532780"/>
                  <a:ext cx="3538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F51E0F0-1E35-264D-02FA-818C097D1584}"/>
                    </a:ext>
                  </a:extLst>
                </p14:cNvPr>
                <p14:cNvContentPartPr/>
                <p14:nvPr/>
              </p14:nvContentPartPr>
              <p14:xfrm>
                <a:off x="5682355" y="4195100"/>
                <a:ext cx="1460520" cy="1006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F51E0F0-1E35-264D-02FA-818C097D15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76235" y="4188980"/>
                  <a:ext cx="1472760" cy="10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FE44118-0A2A-72AD-54D1-B02207944C21}"/>
                    </a:ext>
                  </a:extLst>
                </p14:cNvPr>
                <p14:cNvContentPartPr/>
                <p14:nvPr/>
              </p14:nvContentPartPr>
              <p14:xfrm>
                <a:off x="6258715" y="4007180"/>
                <a:ext cx="340560" cy="192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FE44118-0A2A-72AD-54D1-B02207944C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52595" y="4001060"/>
                  <a:ext cx="352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6E4ABB5-6B77-BC0A-74C1-6DF4B1EEA329}"/>
                    </a:ext>
                  </a:extLst>
                </p14:cNvPr>
                <p14:cNvContentPartPr/>
                <p14:nvPr/>
              </p14:nvContentPartPr>
              <p14:xfrm>
                <a:off x="5410555" y="4101500"/>
                <a:ext cx="2300760" cy="1500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6E4ABB5-6B77-BC0A-74C1-6DF4B1EEA32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04435" y="4095380"/>
                  <a:ext cx="2313000" cy="15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326E1B-8210-BE77-0DD8-D2F57D126DE1}"/>
                    </a:ext>
                  </a:extLst>
                </p14:cNvPr>
                <p14:cNvContentPartPr/>
                <p14:nvPr/>
              </p14:nvContentPartPr>
              <p14:xfrm>
                <a:off x="7460755" y="4730060"/>
                <a:ext cx="48600" cy="7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326E1B-8210-BE77-0DD8-D2F57D126D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54635" y="4723940"/>
                  <a:ext cx="60840" cy="2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9373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FF0460-6BDA-A8BE-580F-9D3BDA02655C}"/>
                  </a:ext>
                </a:extLst>
              </p14:cNvPr>
              <p14:cNvContentPartPr/>
              <p14:nvPr/>
            </p14:nvContentPartPr>
            <p14:xfrm>
              <a:off x="2839075" y="297020"/>
              <a:ext cx="453240" cy="74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FF0460-6BDA-A8BE-580F-9D3BDA0265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2955" y="290900"/>
                <a:ext cx="465480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9FC3EC-B3DC-0CE2-5F00-DE9ACE1F9E6D}"/>
                  </a:ext>
                </a:extLst>
              </p14:cNvPr>
              <p14:cNvContentPartPr/>
              <p14:nvPr/>
            </p14:nvContentPartPr>
            <p14:xfrm>
              <a:off x="4359355" y="394580"/>
              <a:ext cx="537120" cy="14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9FC3EC-B3DC-0CE2-5F00-DE9ACE1F9E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53235" y="388460"/>
                <a:ext cx="54936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9AA7EFA8-231A-2469-B10B-4A195E29F572}"/>
              </a:ext>
            </a:extLst>
          </p:cNvPr>
          <p:cNvGrpSpPr/>
          <p:nvPr/>
        </p:nvGrpSpPr>
        <p:grpSpPr>
          <a:xfrm>
            <a:off x="6252955" y="132860"/>
            <a:ext cx="524520" cy="526680"/>
            <a:chOff x="6252955" y="132860"/>
            <a:chExt cx="524520" cy="5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6CB4AF-FD85-CF67-57F7-E2AF5BC2EA8C}"/>
                    </a:ext>
                  </a:extLst>
                </p14:cNvPr>
                <p14:cNvContentPartPr/>
                <p14:nvPr/>
              </p14:nvContentPartPr>
              <p14:xfrm>
                <a:off x="6252955" y="132860"/>
                <a:ext cx="144720" cy="526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6CB4AF-FD85-CF67-57F7-E2AF5BC2EA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46835" y="126740"/>
                  <a:ext cx="15696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3BA0F9-D8AB-C0D4-0A6A-173939A84815}"/>
                    </a:ext>
                  </a:extLst>
                </p14:cNvPr>
                <p14:cNvContentPartPr/>
                <p14:nvPr/>
              </p14:nvContentPartPr>
              <p14:xfrm>
                <a:off x="6741115" y="194780"/>
                <a:ext cx="36360" cy="397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3BA0F9-D8AB-C0D4-0A6A-173939A8481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34995" y="188660"/>
                  <a:ext cx="48600" cy="40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713981-EFD1-800B-1E2A-95419AAFE903}"/>
                  </a:ext>
                </a:extLst>
              </p14:cNvPr>
              <p14:cNvContentPartPr/>
              <p14:nvPr/>
            </p14:nvContentPartPr>
            <p14:xfrm>
              <a:off x="3266035" y="1702460"/>
              <a:ext cx="671040" cy="837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C713981-EFD1-800B-1E2A-95419AAFE9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9915" y="1696340"/>
                <a:ext cx="683280" cy="84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199FB08-E28C-7BAE-BDD8-D955BEF3B847}"/>
                  </a:ext>
                </a:extLst>
              </p14:cNvPr>
              <p14:cNvContentPartPr/>
              <p14:nvPr/>
            </p14:nvContentPartPr>
            <p14:xfrm>
              <a:off x="6863515" y="1272620"/>
              <a:ext cx="63720" cy="438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199FB08-E28C-7BAE-BDD8-D955BEF3B8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57395" y="1266500"/>
                <a:ext cx="759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6B3571-5584-002B-7E14-4CC10CE30DDC}"/>
                  </a:ext>
                </a:extLst>
              </p14:cNvPr>
              <p14:cNvContentPartPr/>
              <p14:nvPr/>
            </p14:nvContentPartPr>
            <p14:xfrm>
              <a:off x="6094555" y="1153820"/>
              <a:ext cx="295560" cy="452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6B3571-5584-002B-7E14-4CC10CE30D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88435" y="1147700"/>
                <a:ext cx="30780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125EB0D-4134-CC2A-B0F9-FA78AF0D6BEA}"/>
                  </a:ext>
                </a:extLst>
              </p14:cNvPr>
              <p14:cNvContentPartPr/>
              <p14:nvPr/>
            </p14:nvContentPartPr>
            <p14:xfrm>
              <a:off x="4470955" y="1554500"/>
              <a:ext cx="751320" cy="89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125EB0D-4134-CC2A-B0F9-FA78AF0D6BE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64475" y="1548380"/>
                <a:ext cx="76356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FE6AC4C-5EDF-7126-8A89-973D125FE551}"/>
              </a:ext>
            </a:extLst>
          </p:cNvPr>
          <p:cNvGrpSpPr/>
          <p:nvPr/>
        </p:nvGrpSpPr>
        <p:grpSpPr>
          <a:xfrm>
            <a:off x="7718875" y="110180"/>
            <a:ext cx="3686760" cy="1746000"/>
            <a:chOff x="7718875" y="110180"/>
            <a:chExt cx="3686760" cy="174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667145-8075-373C-513D-2EBDD749C46D}"/>
                    </a:ext>
                  </a:extLst>
                </p14:cNvPr>
                <p14:cNvContentPartPr/>
                <p14:nvPr/>
              </p14:nvContentPartPr>
              <p14:xfrm>
                <a:off x="10466395" y="393860"/>
                <a:ext cx="299880" cy="381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667145-8075-373C-513D-2EBDD749C4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60275" y="387740"/>
                  <a:ext cx="3121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A08004A-CD30-2659-DF7E-F197FC9A5D7C}"/>
                    </a:ext>
                  </a:extLst>
                </p14:cNvPr>
                <p14:cNvContentPartPr/>
                <p14:nvPr/>
              </p14:nvContentPartPr>
              <p14:xfrm>
                <a:off x="10968595" y="275060"/>
                <a:ext cx="177480" cy="370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A08004A-CD30-2659-DF7E-F197FC9A5D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62475" y="268940"/>
                  <a:ext cx="189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7E3594-320D-EAC0-3164-D99803D56A16}"/>
                    </a:ext>
                  </a:extLst>
                </p14:cNvPr>
                <p14:cNvContentPartPr/>
                <p14:nvPr/>
              </p14:nvContentPartPr>
              <p14:xfrm>
                <a:off x="10152115" y="123500"/>
                <a:ext cx="1175040" cy="940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67E3594-320D-EAC0-3164-D99803D56A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45995" y="117380"/>
                  <a:ext cx="118728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FD3232-86FA-49ED-621C-A22B2C30E62B}"/>
                    </a:ext>
                  </a:extLst>
                </p14:cNvPr>
                <p14:cNvContentPartPr/>
                <p14:nvPr/>
              </p14:nvContentPartPr>
              <p14:xfrm>
                <a:off x="11391955" y="604100"/>
                <a:ext cx="13680" cy="32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FD3232-86FA-49ED-621C-A22B2C30E6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385835" y="597980"/>
                  <a:ext cx="25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576E78-69D3-2996-352B-39EC8F28904F}"/>
                    </a:ext>
                  </a:extLst>
                </p14:cNvPr>
                <p14:cNvContentPartPr/>
                <p14:nvPr/>
              </p14:nvContentPartPr>
              <p14:xfrm>
                <a:off x="7718875" y="110180"/>
                <a:ext cx="425880" cy="587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576E78-69D3-2996-352B-39EC8F28904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12755" y="104060"/>
                  <a:ext cx="4381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EB6B9CD-B6E2-3EB5-85C4-25E6829EDECB}"/>
                    </a:ext>
                  </a:extLst>
                </p14:cNvPr>
                <p14:cNvContentPartPr/>
                <p14:nvPr/>
              </p14:nvContentPartPr>
              <p14:xfrm>
                <a:off x="8061235" y="1118540"/>
                <a:ext cx="60120" cy="532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EB6B9CD-B6E2-3EB5-85C4-25E6829EDE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55115" y="1112420"/>
                  <a:ext cx="723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58B362C-2529-6F6B-F6AA-54B067DAE1C1}"/>
                    </a:ext>
                  </a:extLst>
                </p14:cNvPr>
                <p14:cNvContentPartPr/>
                <p14:nvPr/>
              </p14:nvContentPartPr>
              <p14:xfrm>
                <a:off x="9080395" y="445700"/>
                <a:ext cx="64440" cy="11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58B362C-2529-6F6B-F6AA-54B067DAE1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74275" y="439580"/>
                  <a:ext cx="76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D10C98-5DEE-5C8C-4A48-5AA155919831}"/>
                    </a:ext>
                  </a:extLst>
                </p14:cNvPr>
                <p14:cNvContentPartPr/>
                <p14:nvPr/>
              </p14:nvContentPartPr>
              <p14:xfrm>
                <a:off x="9086515" y="787340"/>
                <a:ext cx="6480" cy="10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D10C98-5DEE-5C8C-4A48-5AA1559198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80395" y="781220"/>
                  <a:ext cx="18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6CE9BD-D94D-89F4-4727-D70EC6A266E3}"/>
                    </a:ext>
                  </a:extLst>
                </p14:cNvPr>
                <p14:cNvContentPartPr/>
                <p14:nvPr/>
              </p14:nvContentPartPr>
              <p14:xfrm>
                <a:off x="8901835" y="467300"/>
                <a:ext cx="89640" cy="861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6CE9BD-D94D-89F4-4727-D70EC6A266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95715" y="461180"/>
                  <a:ext cx="101880" cy="87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54BC9A-6AB8-2324-4B55-B222815A4C28}"/>
                    </a:ext>
                  </a:extLst>
                </p14:cNvPr>
                <p14:cNvContentPartPr/>
                <p14:nvPr/>
              </p14:nvContentPartPr>
              <p14:xfrm>
                <a:off x="8264635" y="141500"/>
                <a:ext cx="1305720" cy="1714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54BC9A-6AB8-2324-4B55-B222815A4C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58515" y="135380"/>
                  <a:ext cx="1317960" cy="17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005322-0329-43CF-C1D1-9BE45C3F2277}"/>
                    </a:ext>
                  </a:extLst>
                </p14:cNvPr>
                <p14:cNvContentPartPr/>
                <p14:nvPr/>
              </p14:nvContentPartPr>
              <p14:xfrm>
                <a:off x="7742995" y="626780"/>
                <a:ext cx="28080" cy="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005322-0329-43CF-C1D1-9BE45C3F22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36875" y="620660"/>
                  <a:ext cx="4032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CEAD7EF-A573-CB64-909E-4ADBE1B9D214}"/>
              </a:ext>
            </a:extLst>
          </p:cNvPr>
          <p:cNvGrpSpPr/>
          <p:nvPr/>
        </p:nvGrpSpPr>
        <p:grpSpPr>
          <a:xfrm>
            <a:off x="4452235" y="2427140"/>
            <a:ext cx="6128640" cy="2372040"/>
            <a:chOff x="4452235" y="2427140"/>
            <a:chExt cx="6128640" cy="237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DE5635-1281-1A79-75B3-979F71A54612}"/>
                    </a:ext>
                  </a:extLst>
                </p14:cNvPr>
                <p14:cNvContentPartPr/>
                <p14:nvPr/>
              </p14:nvContentPartPr>
              <p14:xfrm>
                <a:off x="4452235" y="2490140"/>
                <a:ext cx="6128640" cy="925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DE5635-1281-1A79-75B3-979F71A546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46115" y="2484020"/>
                  <a:ext cx="6140880" cy="9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10F185-8D97-F746-9161-71B96051BD39}"/>
                    </a:ext>
                  </a:extLst>
                </p14:cNvPr>
                <p14:cNvContentPartPr/>
                <p14:nvPr/>
              </p14:nvContentPartPr>
              <p14:xfrm>
                <a:off x="8624635" y="3013220"/>
                <a:ext cx="60480" cy="514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10F185-8D97-F746-9161-71B96051BD3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18515" y="3007100"/>
                  <a:ext cx="727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DACD33A-F4E3-5371-4A07-A9C8EA5AAAEF}"/>
                    </a:ext>
                  </a:extLst>
                </p14:cNvPr>
                <p14:cNvContentPartPr/>
                <p14:nvPr/>
              </p14:nvContentPartPr>
              <p14:xfrm>
                <a:off x="7491715" y="3161900"/>
                <a:ext cx="35640" cy="591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DACD33A-F4E3-5371-4A07-A9C8EA5AAA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85595" y="3155780"/>
                  <a:ext cx="4788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5141DE-13CC-1F21-F9B7-F25C579E2A9F}"/>
                    </a:ext>
                  </a:extLst>
                </p14:cNvPr>
                <p14:cNvContentPartPr/>
                <p14:nvPr/>
              </p14:nvContentPartPr>
              <p14:xfrm>
                <a:off x="6355555" y="3346580"/>
                <a:ext cx="36000" cy="871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5141DE-13CC-1F21-F9B7-F25C579E2A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49435" y="3340460"/>
                  <a:ext cx="48240" cy="8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7999799-923E-94FB-8AEF-5C935104471B}"/>
                    </a:ext>
                  </a:extLst>
                </p14:cNvPr>
                <p14:cNvContentPartPr/>
                <p14:nvPr/>
              </p14:nvContentPartPr>
              <p14:xfrm>
                <a:off x="8842795" y="3069740"/>
                <a:ext cx="551520" cy="196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7999799-923E-94FB-8AEF-5C93510447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36675" y="3063620"/>
                  <a:ext cx="563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B967C8-70EC-A668-A71F-3F29879A1757}"/>
                    </a:ext>
                  </a:extLst>
                </p14:cNvPr>
                <p14:cNvContentPartPr/>
                <p14:nvPr/>
              </p14:nvContentPartPr>
              <p14:xfrm>
                <a:off x="9901555" y="2701100"/>
                <a:ext cx="253440" cy="487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B967C8-70EC-A668-A71F-3F29879A17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95435" y="2694980"/>
                  <a:ext cx="26568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93B5EBE-7F4A-599D-5453-D17C462A349A}"/>
                    </a:ext>
                  </a:extLst>
                </p14:cNvPr>
                <p14:cNvContentPartPr/>
                <p14:nvPr/>
              </p14:nvContentPartPr>
              <p14:xfrm>
                <a:off x="10232035" y="2427140"/>
                <a:ext cx="185760" cy="247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93B5EBE-7F4A-599D-5453-D17C462A34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225915" y="2421020"/>
                  <a:ext cx="198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E9078BD-763C-BF52-91CF-0AAD673C1774}"/>
                    </a:ext>
                  </a:extLst>
                </p14:cNvPr>
                <p14:cNvContentPartPr/>
                <p14:nvPr/>
              </p14:nvContentPartPr>
              <p14:xfrm>
                <a:off x="7604035" y="4044260"/>
                <a:ext cx="800280" cy="378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E9078BD-763C-BF52-91CF-0AAD673C177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97915" y="4038140"/>
                  <a:ext cx="8125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1316D6-C4C3-9680-C4B6-DC49968C791C}"/>
                    </a:ext>
                  </a:extLst>
                </p14:cNvPr>
                <p14:cNvContentPartPr/>
                <p14:nvPr/>
              </p14:nvContentPartPr>
              <p14:xfrm>
                <a:off x="8550835" y="4027340"/>
                <a:ext cx="192240" cy="362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1316D6-C4C3-9680-C4B6-DC49968C791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44715" y="4021220"/>
                  <a:ext cx="2044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F023FAB-77D3-E5C0-6A9A-EE57DB133E43}"/>
                    </a:ext>
                  </a:extLst>
                </p14:cNvPr>
                <p14:cNvContentPartPr/>
                <p14:nvPr/>
              </p14:nvContentPartPr>
              <p14:xfrm>
                <a:off x="8728315" y="3786860"/>
                <a:ext cx="16200" cy="246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F023FAB-77D3-E5C0-6A9A-EE57DB133E4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22195" y="3780740"/>
                  <a:ext cx="28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3D6BA8E-1BE8-0EB6-CCC1-F3713634EEAB}"/>
                    </a:ext>
                  </a:extLst>
                </p14:cNvPr>
                <p14:cNvContentPartPr/>
                <p14:nvPr/>
              </p14:nvContentPartPr>
              <p14:xfrm>
                <a:off x="6303355" y="4425500"/>
                <a:ext cx="453600" cy="373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3D6BA8E-1BE8-0EB6-CCC1-F3713634EEA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97235" y="4419380"/>
                  <a:ext cx="4658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7396BC-59CE-4531-23C5-53757B1F4372}"/>
                    </a:ext>
                  </a:extLst>
                </p14:cNvPr>
                <p14:cNvContentPartPr/>
                <p14:nvPr/>
              </p14:nvContentPartPr>
              <p14:xfrm>
                <a:off x="6466075" y="4152620"/>
                <a:ext cx="303120" cy="187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7396BC-59CE-4531-23C5-53757B1F43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59955" y="4146500"/>
                  <a:ext cx="31536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C9E2CC2-9083-2E6B-5EFE-B6BD55964886}"/>
                  </a:ext>
                </a:extLst>
              </p14:cNvPr>
              <p14:cNvContentPartPr/>
              <p14:nvPr/>
            </p14:nvContentPartPr>
            <p14:xfrm>
              <a:off x="1966075" y="5288780"/>
              <a:ext cx="245160" cy="1404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C9E2CC2-9083-2E6B-5EFE-B6BD5596488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59955" y="5282660"/>
                <a:ext cx="2574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E9FC267-8157-7C28-80D9-C12474D6B9F7}"/>
                  </a:ext>
                </a:extLst>
              </p14:cNvPr>
              <p14:cNvContentPartPr/>
              <p14:nvPr/>
            </p14:nvContentPartPr>
            <p14:xfrm>
              <a:off x="2060035" y="5733740"/>
              <a:ext cx="365760" cy="1458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E9FC267-8157-7C28-80D9-C12474D6B9F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53915" y="5727620"/>
                <a:ext cx="37800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308E0DE6-A901-0C12-E948-BD7954A80CFF}"/>
              </a:ext>
            </a:extLst>
          </p:cNvPr>
          <p:cNvGrpSpPr/>
          <p:nvPr/>
        </p:nvGrpSpPr>
        <p:grpSpPr>
          <a:xfrm>
            <a:off x="3221395" y="4824740"/>
            <a:ext cx="1968120" cy="966240"/>
            <a:chOff x="3221395" y="4824740"/>
            <a:chExt cx="1968120" cy="9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76F6565-71EA-70E3-9763-0CD2C7C345CE}"/>
                    </a:ext>
                  </a:extLst>
                </p14:cNvPr>
                <p14:cNvContentPartPr/>
                <p14:nvPr/>
              </p14:nvContentPartPr>
              <p14:xfrm>
                <a:off x="3221395" y="5150180"/>
                <a:ext cx="160560" cy="56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76F6565-71EA-70E3-9763-0CD2C7C345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15275" y="5144060"/>
                  <a:ext cx="17280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3E2B8B8-9F12-1F65-CF43-660476119213}"/>
                    </a:ext>
                  </a:extLst>
                </p14:cNvPr>
                <p14:cNvContentPartPr/>
                <p14:nvPr/>
              </p14:nvContentPartPr>
              <p14:xfrm>
                <a:off x="3731515" y="5330180"/>
                <a:ext cx="305280" cy="380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3E2B8B8-9F12-1F65-CF43-6604761192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25395" y="5324060"/>
                  <a:ext cx="3175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C07F2E1-C02D-9F90-01BA-64CBBC63ADB8}"/>
                    </a:ext>
                  </a:extLst>
                </p14:cNvPr>
                <p14:cNvContentPartPr/>
                <p14:nvPr/>
              </p14:nvContentPartPr>
              <p14:xfrm>
                <a:off x="3888115" y="5335580"/>
                <a:ext cx="290880" cy="232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C07F2E1-C02D-9F90-01BA-64CBBC63ADB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81995" y="5329460"/>
                  <a:ext cx="303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8587D5E-63B0-B85E-DB44-083F5F1673C5}"/>
                    </a:ext>
                  </a:extLst>
                </p14:cNvPr>
                <p14:cNvContentPartPr/>
                <p14:nvPr/>
              </p14:nvContentPartPr>
              <p14:xfrm>
                <a:off x="4344235" y="5244860"/>
                <a:ext cx="348480" cy="546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8587D5E-63B0-B85E-DB44-083F5F1673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38115" y="5238740"/>
                  <a:ext cx="36072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5EC944-DC95-1066-1B0B-E22A2AA151E1}"/>
                    </a:ext>
                  </a:extLst>
                </p14:cNvPr>
                <p14:cNvContentPartPr/>
                <p14:nvPr/>
              </p14:nvContentPartPr>
              <p14:xfrm>
                <a:off x="4761835" y="4824740"/>
                <a:ext cx="427680" cy="306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5EC944-DC95-1066-1B0B-E22A2AA151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55715" y="4818620"/>
                  <a:ext cx="4399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E8E4C28-202E-C36C-4298-3D5FFEF2AF60}"/>
              </a:ext>
            </a:extLst>
          </p:cNvPr>
          <p:cNvGrpSpPr/>
          <p:nvPr/>
        </p:nvGrpSpPr>
        <p:grpSpPr>
          <a:xfrm>
            <a:off x="5814475" y="5193380"/>
            <a:ext cx="531360" cy="410400"/>
            <a:chOff x="5814475" y="5193380"/>
            <a:chExt cx="53136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4481B60-C1E5-D573-15FB-0E8B139A7C5A}"/>
                    </a:ext>
                  </a:extLst>
                </p14:cNvPr>
                <p14:cNvContentPartPr/>
                <p14:nvPr/>
              </p14:nvContentPartPr>
              <p14:xfrm>
                <a:off x="5814475" y="5342060"/>
                <a:ext cx="531360" cy="105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4481B60-C1E5-D573-15FB-0E8B139A7C5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08355" y="5335940"/>
                  <a:ext cx="543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462C572-7A93-5FA3-CAFE-65AF75A42DCC}"/>
                    </a:ext>
                  </a:extLst>
                </p14:cNvPr>
                <p14:cNvContentPartPr/>
                <p14:nvPr/>
              </p14:nvContentPartPr>
              <p14:xfrm>
                <a:off x="6028315" y="5193380"/>
                <a:ext cx="53280" cy="410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462C572-7A93-5FA3-CAFE-65AF75A42D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22195" y="5187260"/>
                  <a:ext cx="6552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1F6359D-E81B-9CA1-191A-C1A42E2207FB}"/>
              </a:ext>
            </a:extLst>
          </p:cNvPr>
          <p:cNvGrpSpPr/>
          <p:nvPr/>
        </p:nvGrpSpPr>
        <p:grpSpPr>
          <a:xfrm>
            <a:off x="7229275" y="5005100"/>
            <a:ext cx="2550960" cy="784440"/>
            <a:chOff x="7229275" y="5005100"/>
            <a:chExt cx="2550960" cy="78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0834D76-B678-E7A3-DF7B-5092D0866569}"/>
                    </a:ext>
                  </a:extLst>
                </p14:cNvPr>
                <p14:cNvContentPartPr/>
                <p14:nvPr/>
              </p14:nvContentPartPr>
              <p14:xfrm>
                <a:off x="7229275" y="5293100"/>
                <a:ext cx="94320" cy="452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0834D76-B678-E7A3-DF7B-5092D086656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23155" y="5286980"/>
                  <a:ext cx="1065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E80C65-AA49-BFBC-8BB1-4184B067DAFD}"/>
                    </a:ext>
                  </a:extLst>
                </p14:cNvPr>
                <p14:cNvContentPartPr/>
                <p14:nvPr/>
              </p14:nvContentPartPr>
              <p14:xfrm>
                <a:off x="7757395" y="5481020"/>
                <a:ext cx="317520" cy="147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E80C65-AA49-BFBC-8BB1-4184B067DAF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51275" y="5474900"/>
                  <a:ext cx="329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B71067B-3AF2-554B-86BF-826A9EF5B8CA}"/>
                    </a:ext>
                  </a:extLst>
                </p14:cNvPr>
                <p14:cNvContentPartPr/>
                <p14:nvPr/>
              </p14:nvContentPartPr>
              <p14:xfrm>
                <a:off x="7756315" y="5503700"/>
                <a:ext cx="352440" cy="285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B71067B-3AF2-554B-86BF-826A9EF5B8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50195" y="5497580"/>
                  <a:ext cx="3646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207CF5-730E-85C5-F438-D762A13FC56C}"/>
                    </a:ext>
                  </a:extLst>
                </p14:cNvPr>
                <p14:cNvContentPartPr/>
                <p14:nvPr/>
              </p14:nvContentPartPr>
              <p14:xfrm>
                <a:off x="8524555" y="5324060"/>
                <a:ext cx="303120" cy="415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207CF5-730E-85C5-F438-D762A13FC56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8435" y="5317940"/>
                  <a:ext cx="3153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8CA708C-4DFC-5C91-8F14-6E26FFDA525C}"/>
                    </a:ext>
                  </a:extLst>
                </p14:cNvPr>
                <p14:cNvContentPartPr/>
                <p14:nvPr/>
              </p14:nvContentPartPr>
              <p14:xfrm>
                <a:off x="8840275" y="5005100"/>
                <a:ext cx="64080" cy="220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8CA708C-4DFC-5C91-8F14-6E26FFDA525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34155" y="4998980"/>
                  <a:ext cx="76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4A78D36-21E4-0ED8-113B-4B5C73D14D8A}"/>
                    </a:ext>
                  </a:extLst>
                </p14:cNvPr>
                <p14:cNvContentPartPr/>
                <p14:nvPr/>
              </p14:nvContentPartPr>
              <p14:xfrm>
                <a:off x="9280555" y="5397500"/>
                <a:ext cx="499680" cy="66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4A78D36-21E4-0ED8-113B-4B5C73D14D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74435" y="5391380"/>
                  <a:ext cx="511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7318B4-7E85-78D1-E55B-B1764669CCE0}"/>
                    </a:ext>
                  </a:extLst>
                </p14:cNvPr>
                <p14:cNvContentPartPr/>
                <p14:nvPr/>
              </p14:nvContentPartPr>
              <p14:xfrm>
                <a:off x="9504835" y="5236940"/>
                <a:ext cx="138240" cy="353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7318B4-7E85-78D1-E55B-B1764669CCE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98715" y="5230820"/>
                  <a:ext cx="15048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8F4BCD4-2E45-78A4-D053-50EAC945B025}"/>
              </a:ext>
            </a:extLst>
          </p:cNvPr>
          <p:cNvGrpSpPr/>
          <p:nvPr/>
        </p:nvGrpSpPr>
        <p:grpSpPr>
          <a:xfrm>
            <a:off x="10468195" y="5121380"/>
            <a:ext cx="1320480" cy="533880"/>
            <a:chOff x="10468195" y="5121380"/>
            <a:chExt cx="1320480" cy="53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C3D1102-D0E8-8759-7A2B-29DA860D8094}"/>
                    </a:ext>
                  </a:extLst>
                </p14:cNvPr>
                <p14:cNvContentPartPr/>
                <p14:nvPr/>
              </p14:nvContentPartPr>
              <p14:xfrm>
                <a:off x="10468195" y="5121380"/>
                <a:ext cx="78840" cy="397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C3D1102-D0E8-8759-7A2B-29DA860D80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62075" y="5115260"/>
                  <a:ext cx="910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DA7921E-96A5-8D96-624C-F44128B1ABD2}"/>
                    </a:ext>
                  </a:extLst>
                </p14:cNvPr>
                <p14:cNvContentPartPr/>
                <p14:nvPr/>
              </p14:nvContentPartPr>
              <p14:xfrm>
                <a:off x="10877875" y="5306060"/>
                <a:ext cx="186120" cy="256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DA7921E-96A5-8D96-624C-F44128B1AB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71755" y="5299940"/>
                  <a:ext cx="198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AB98AFB-E3DB-4F35-8E9B-2C42AD4AC170}"/>
                    </a:ext>
                  </a:extLst>
                </p14:cNvPr>
                <p14:cNvContentPartPr/>
                <p14:nvPr/>
              </p14:nvContentPartPr>
              <p14:xfrm>
                <a:off x="10717675" y="5374100"/>
                <a:ext cx="418680" cy="281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AB98AFB-E3DB-4F35-8E9B-2C42AD4AC1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11555" y="5367980"/>
                  <a:ext cx="430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BE7C96-FB4F-82E7-A4D7-FBC22F664BE8}"/>
                    </a:ext>
                  </a:extLst>
                </p14:cNvPr>
                <p14:cNvContentPartPr/>
                <p14:nvPr/>
              </p14:nvContentPartPr>
              <p14:xfrm>
                <a:off x="11328235" y="5203100"/>
                <a:ext cx="181080" cy="339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BE7C96-FB4F-82E7-A4D7-FBC22F664BE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22115" y="5196980"/>
                  <a:ext cx="193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B42FB6-2E79-2C8D-C961-6293BEFE7B68}"/>
                    </a:ext>
                  </a:extLst>
                </p14:cNvPr>
                <p14:cNvContentPartPr/>
                <p14:nvPr/>
              </p14:nvContentPartPr>
              <p14:xfrm>
                <a:off x="11607595" y="5124980"/>
                <a:ext cx="181080" cy="180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B42FB6-2E79-2C8D-C961-6293BEFE7B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601475" y="5118860"/>
                  <a:ext cx="19332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8A387FC-5FC5-3B58-AD72-AF69A50795F0}"/>
                  </a:ext>
                </a:extLst>
              </p14:cNvPr>
              <p14:cNvContentPartPr/>
              <p14:nvPr/>
            </p14:nvContentPartPr>
            <p14:xfrm>
              <a:off x="1946275" y="6298220"/>
              <a:ext cx="284400" cy="1022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8A387FC-5FC5-3B58-AD72-AF69A50795F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940155" y="6292100"/>
                <a:ext cx="2966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9DC748D-A1CB-20BF-24BE-DECBA7F85BCA}"/>
                  </a:ext>
                </a:extLst>
              </p14:cNvPr>
              <p14:cNvContentPartPr/>
              <p14:nvPr/>
            </p14:nvContentPartPr>
            <p14:xfrm>
              <a:off x="1846555" y="6589100"/>
              <a:ext cx="576720" cy="1576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9DC748D-A1CB-20BF-24BE-DECBA7F85BC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840435" y="6582980"/>
                <a:ext cx="5889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EA9B419-76EA-4761-B459-D647CA3C6549}"/>
                  </a:ext>
                </a:extLst>
              </p14:cNvPr>
              <p14:cNvContentPartPr/>
              <p14:nvPr/>
            </p14:nvContentPartPr>
            <p14:xfrm>
              <a:off x="3617035" y="5982860"/>
              <a:ext cx="326880" cy="6001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EA9B419-76EA-4761-B459-D647CA3C654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610915" y="5976740"/>
                <a:ext cx="339120" cy="61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71D65EBD-B738-F1CF-EE5E-2E871B7F0525}"/>
              </a:ext>
            </a:extLst>
          </p:cNvPr>
          <p:cNvGrpSpPr/>
          <p:nvPr/>
        </p:nvGrpSpPr>
        <p:grpSpPr>
          <a:xfrm>
            <a:off x="4495075" y="6005180"/>
            <a:ext cx="511200" cy="545040"/>
            <a:chOff x="4495075" y="6005180"/>
            <a:chExt cx="51120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E621104-CF60-2951-4262-A85B62FDF961}"/>
                    </a:ext>
                  </a:extLst>
                </p14:cNvPr>
                <p14:cNvContentPartPr/>
                <p14:nvPr/>
              </p14:nvContentPartPr>
              <p14:xfrm>
                <a:off x="4495075" y="6169340"/>
                <a:ext cx="511200" cy="40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E621104-CF60-2951-4262-A85B62FDF96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88955" y="6163220"/>
                  <a:ext cx="523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D388141-5FD8-7010-D2FB-16F857F6245A}"/>
                    </a:ext>
                  </a:extLst>
                </p14:cNvPr>
                <p14:cNvContentPartPr/>
                <p14:nvPr/>
              </p14:nvContentPartPr>
              <p14:xfrm>
                <a:off x="4661035" y="6005180"/>
                <a:ext cx="194400" cy="545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D388141-5FD8-7010-D2FB-16F857F6245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54915" y="5999060"/>
                  <a:ext cx="206640" cy="55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E4A749D-3294-2F46-A71B-63CA72544A59}"/>
                  </a:ext>
                </a:extLst>
              </p14:cNvPr>
              <p14:cNvContentPartPr/>
              <p14:nvPr/>
            </p14:nvContentPartPr>
            <p14:xfrm>
              <a:off x="5497675" y="6013820"/>
              <a:ext cx="481680" cy="4096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E4A749D-3294-2F46-A71B-63CA72544A5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91555" y="6007700"/>
                <a:ext cx="493920" cy="42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672C752B-BA0B-5AA0-6F46-DB3CECF2BA82}"/>
              </a:ext>
            </a:extLst>
          </p:cNvPr>
          <p:cNvGrpSpPr/>
          <p:nvPr/>
        </p:nvGrpSpPr>
        <p:grpSpPr>
          <a:xfrm>
            <a:off x="6524035" y="6087620"/>
            <a:ext cx="477720" cy="472320"/>
            <a:chOff x="6524035" y="6087620"/>
            <a:chExt cx="47772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25BA37-3974-D1C4-132A-CC1BEB62522F}"/>
                    </a:ext>
                  </a:extLst>
                </p14:cNvPr>
                <p14:cNvContentPartPr/>
                <p14:nvPr/>
              </p14:nvContentPartPr>
              <p14:xfrm>
                <a:off x="6625555" y="6087620"/>
                <a:ext cx="72360" cy="472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25BA37-3974-D1C4-132A-CC1BEB62522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19435" y="6081500"/>
                  <a:ext cx="846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3C1E25-CFE8-3598-A2AB-B0AA2B9694FA}"/>
                    </a:ext>
                  </a:extLst>
                </p14:cNvPr>
                <p14:cNvContentPartPr/>
                <p14:nvPr/>
              </p14:nvContentPartPr>
              <p14:xfrm>
                <a:off x="6524035" y="6387140"/>
                <a:ext cx="477720" cy="29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3C1E25-CFE8-3598-A2AB-B0AA2B9694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17915" y="6381020"/>
                  <a:ext cx="48996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64066A4-AF17-AE4A-E890-7F4711809A25}"/>
                  </a:ext>
                </a:extLst>
              </p14:cNvPr>
              <p14:cNvContentPartPr/>
              <p14:nvPr/>
            </p14:nvContentPartPr>
            <p14:xfrm>
              <a:off x="7417555" y="6091940"/>
              <a:ext cx="75240" cy="3542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64066A4-AF17-AE4A-E890-7F4711809A2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411435" y="6085820"/>
                <a:ext cx="8748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7F90393-5561-682E-7787-29F266407289}"/>
                  </a:ext>
                </a:extLst>
              </p14:cNvPr>
              <p14:cNvContentPartPr/>
              <p14:nvPr/>
            </p14:nvContentPartPr>
            <p14:xfrm>
              <a:off x="9063475" y="6122180"/>
              <a:ext cx="294480" cy="612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7F90393-5561-682E-7787-29F26640728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057355" y="6116060"/>
                <a:ext cx="30672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091465C-7192-182D-912B-538A53B8ABCD}"/>
                  </a:ext>
                </a:extLst>
              </p14:cNvPr>
              <p14:cNvContentPartPr/>
              <p14:nvPr/>
            </p14:nvContentPartPr>
            <p14:xfrm>
              <a:off x="8956195" y="6537980"/>
              <a:ext cx="476640" cy="946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091465C-7192-182D-912B-538A53B8ABC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950075" y="6531860"/>
                <a:ext cx="48888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29A8E7A4-EE12-97A6-A433-BCF99387548E}"/>
              </a:ext>
            </a:extLst>
          </p:cNvPr>
          <p:cNvGrpSpPr/>
          <p:nvPr/>
        </p:nvGrpSpPr>
        <p:grpSpPr>
          <a:xfrm>
            <a:off x="10653595" y="5945060"/>
            <a:ext cx="650520" cy="716760"/>
            <a:chOff x="10653595" y="5945060"/>
            <a:chExt cx="650520" cy="71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617DC6E-F424-3EE7-5CEF-06EB54B6C708}"/>
                    </a:ext>
                  </a:extLst>
                </p14:cNvPr>
                <p14:cNvContentPartPr/>
                <p14:nvPr/>
              </p14:nvContentPartPr>
              <p14:xfrm>
                <a:off x="10653595" y="5945060"/>
                <a:ext cx="224280" cy="716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617DC6E-F424-3EE7-5CEF-06EB54B6C7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47475" y="5938940"/>
                  <a:ext cx="23652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4EC531-7C69-D9FA-B2C2-0A185F609245}"/>
                    </a:ext>
                  </a:extLst>
                </p14:cNvPr>
                <p14:cNvContentPartPr/>
                <p14:nvPr/>
              </p14:nvContentPartPr>
              <p14:xfrm>
                <a:off x="10681675" y="6304700"/>
                <a:ext cx="375480" cy="69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4EC531-7C69-D9FA-B2C2-0A185F6092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75555" y="6298580"/>
                  <a:ext cx="387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8661EE-DC71-79D5-6E7E-B615905A7EDE}"/>
                    </a:ext>
                  </a:extLst>
                </p14:cNvPr>
                <p14:cNvContentPartPr/>
                <p14:nvPr/>
              </p14:nvContentPartPr>
              <p14:xfrm>
                <a:off x="11290435" y="6237380"/>
                <a:ext cx="13680" cy="30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8661EE-DC71-79D5-6E7E-B615905A7E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84315" y="6231260"/>
                  <a:ext cx="25920" cy="4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44210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1C5887F-0B1F-589A-A514-0DC095F7FEE7}"/>
              </a:ext>
            </a:extLst>
          </p:cNvPr>
          <p:cNvGrpSpPr/>
          <p:nvPr/>
        </p:nvGrpSpPr>
        <p:grpSpPr>
          <a:xfrm>
            <a:off x="153475" y="486740"/>
            <a:ext cx="4973400" cy="4814640"/>
            <a:chOff x="153475" y="486740"/>
            <a:chExt cx="4973400" cy="48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E8BD88F-3679-CCC0-BEEA-545F827600CD}"/>
                    </a:ext>
                  </a:extLst>
                </p14:cNvPr>
                <p14:cNvContentPartPr/>
                <p14:nvPr/>
              </p14:nvContentPartPr>
              <p14:xfrm>
                <a:off x="1612915" y="834140"/>
                <a:ext cx="171360" cy="600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E8BD88F-3679-CCC0-BEEA-545F827600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06795" y="828020"/>
                  <a:ext cx="1836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0DC8582-C31E-4670-1FEE-CCAFBEED2757}"/>
                    </a:ext>
                  </a:extLst>
                </p14:cNvPr>
                <p14:cNvContentPartPr/>
                <p14:nvPr/>
              </p14:nvContentPartPr>
              <p14:xfrm>
                <a:off x="1782835" y="580700"/>
                <a:ext cx="691200" cy="861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0DC8582-C31E-4670-1FEE-CCAFBEED27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76715" y="574580"/>
                  <a:ext cx="70344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967FF7-096C-34D4-288F-20966B568392}"/>
                    </a:ext>
                  </a:extLst>
                </p14:cNvPr>
                <p14:cNvContentPartPr/>
                <p14:nvPr/>
              </p14:nvContentPartPr>
              <p14:xfrm>
                <a:off x="1572955" y="846020"/>
                <a:ext cx="230760" cy="455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967FF7-096C-34D4-288F-20966B5683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66835" y="839900"/>
                  <a:ext cx="2430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A27E8A-93A2-0C4D-4AC8-9E9B2B7D8A2B}"/>
                    </a:ext>
                  </a:extLst>
                </p14:cNvPr>
                <p14:cNvContentPartPr/>
                <p14:nvPr/>
              </p14:nvContentPartPr>
              <p14:xfrm>
                <a:off x="1203235" y="532820"/>
                <a:ext cx="303480" cy="3626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A27E8A-93A2-0C4D-4AC8-9E9B2B7D8A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7115" y="526700"/>
                  <a:ext cx="315720" cy="36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143F38-A4E5-2753-210B-D3230D4129DC}"/>
                    </a:ext>
                  </a:extLst>
                </p14:cNvPr>
                <p14:cNvContentPartPr/>
                <p14:nvPr/>
              </p14:nvContentPartPr>
              <p14:xfrm>
                <a:off x="2371075" y="486740"/>
                <a:ext cx="814320" cy="3148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143F38-A4E5-2753-210B-D3230D4129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64955" y="480620"/>
                  <a:ext cx="826560" cy="31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569014-FAED-0CA5-6656-B7AEDA0E2342}"/>
                    </a:ext>
                  </a:extLst>
                </p14:cNvPr>
                <p14:cNvContentPartPr/>
                <p14:nvPr/>
              </p14:nvContentPartPr>
              <p14:xfrm>
                <a:off x="453715" y="1186580"/>
                <a:ext cx="4283640" cy="803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569014-FAED-0CA5-6656-B7AEDA0E23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7595" y="1180460"/>
                  <a:ext cx="429588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4320C0F-A5E1-E112-67CC-6B80931B1A35}"/>
                    </a:ext>
                  </a:extLst>
                </p14:cNvPr>
                <p14:cNvContentPartPr/>
                <p14:nvPr/>
              </p14:nvContentPartPr>
              <p14:xfrm>
                <a:off x="153475" y="1121420"/>
                <a:ext cx="990720" cy="516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4320C0F-A5E1-E112-67CC-6B80931B1A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355" y="1115300"/>
                  <a:ext cx="100296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4E8998-6CAD-5068-6367-45F7D2692DAB}"/>
                    </a:ext>
                  </a:extLst>
                </p14:cNvPr>
                <p14:cNvContentPartPr/>
                <p14:nvPr/>
              </p14:nvContentPartPr>
              <p14:xfrm>
                <a:off x="2121595" y="1744580"/>
                <a:ext cx="424080" cy="821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4E8998-6CAD-5068-6367-45F7D2692D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15475" y="1738460"/>
                  <a:ext cx="43632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0018C4-DE9D-923F-750A-A3FA35BE9716}"/>
                    </a:ext>
                  </a:extLst>
                </p14:cNvPr>
                <p14:cNvContentPartPr/>
                <p14:nvPr/>
              </p14:nvContentPartPr>
              <p14:xfrm>
                <a:off x="3766435" y="592940"/>
                <a:ext cx="74520" cy="624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0018C4-DE9D-923F-750A-A3FA35BE97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60315" y="586820"/>
                  <a:ext cx="8676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07FC12-A1C5-5889-F110-33A45AEEDA2B}"/>
                    </a:ext>
                  </a:extLst>
                </p14:cNvPr>
                <p14:cNvContentPartPr/>
                <p14:nvPr/>
              </p14:nvContentPartPr>
              <p14:xfrm>
                <a:off x="261475" y="2772380"/>
                <a:ext cx="4145760" cy="714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07FC12-A1C5-5889-F110-33A45AEEDA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355" y="2766260"/>
                  <a:ext cx="415800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DDBD481-DA86-7FA9-21E1-8FC42D0DB334}"/>
                    </a:ext>
                  </a:extLst>
                </p14:cNvPr>
                <p14:cNvContentPartPr/>
                <p14:nvPr/>
              </p14:nvContentPartPr>
              <p14:xfrm>
                <a:off x="712195" y="2336780"/>
                <a:ext cx="349920" cy="553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DDBD481-DA86-7FA9-21E1-8FC42D0DB3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6075" y="2330660"/>
                  <a:ext cx="36216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2D5DC1-99E1-9D47-49DA-B00470B7685A}"/>
                    </a:ext>
                  </a:extLst>
                </p14:cNvPr>
                <p14:cNvContentPartPr/>
                <p14:nvPr/>
              </p14:nvContentPartPr>
              <p14:xfrm>
                <a:off x="1721275" y="3154700"/>
                <a:ext cx="367920" cy="642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2D5DC1-99E1-9D47-49DA-B00470B768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15155" y="3148580"/>
                  <a:ext cx="38016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EB8F244-532B-F67E-D085-342782C71164}"/>
                    </a:ext>
                  </a:extLst>
                </p14:cNvPr>
                <p14:cNvContentPartPr/>
                <p14:nvPr/>
              </p14:nvContentPartPr>
              <p14:xfrm>
                <a:off x="3325795" y="2139140"/>
                <a:ext cx="688320" cy="400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EB8F244-532B-F67E-D085-342782C711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9675" y="2133020"/>
                  <a:ext cx="7005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E648D6-1678-1B16-3BAA-3079E4DC91BD}"/>
                    </a:ext>
                  </a:extLst>
                </p14:cNvPr>
                <p14:cNvContentPartPr/>
                <p14:nvPr/>
              </p14:nvContentPartPr>
              <p14:xfrm>
                <a:off x="2146795" y="2958860"/>
                <a:ext cx="487800" cy="1826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E648D6-1678-1B16-3BAA-3079E4DC91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40675" y="2952740"/>
                  <a:ext cx="500040" cy="18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140341-7BF8-5B8A-1069-FECDF0BD519E}"/>
                    </a:ext>
                  </a:extLst>
                </p14:cNvPr>
                <p14:cNvContentPartPr/>
                <p14:nvPr/>
              </p14:nvContentPartPr>
              <p14:xfrm>
                <a:off x="926755" y="3454940"/>
                <a:ext cx="366840" cy="1538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140341-7BF8-5B8A-1069-FECDF0BD51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0635" y="3448820"/>
                  <a:ext cx="379080" cy="15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192E21-C11B-0D3C-301B-CFE636171554}"/>
                    </a:ext>
                  </a:extLst>
                </p14:cNvPr>
                <p14:cNvContentPartPr/>
                <p14:nvPr/>
              </p14:nvContentPartPr>
              <p14:xfrm>
                <a:off x="422395" y="3795860"/>
                <a:ext cx="3099960" cy="58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192E21-C11B-0D3C-301B-CFE63617155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6275" y="3789740"/>
                  <a:ext cx="311220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C18FE6B-D0A2-2AD3-45A8-CB57DD0E4FB6}"/>
                    </a:ext>
                  </a:extLst>
                </p14:cNvPr>
                <p14:cNvContentPartPr/>
                <p14:nvPr/>
              </p14:nvContentPartPr>
              <p14:xfrm>
                <a:off x="347875" y="3486260"/>
                <a:ext cx="630000" cy="715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C18FE6B-D0A2-2AD3-45A8-CB57DD0E4F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755" y="3480140"/>
                  <a:ext cx="64224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F7F538-42DC-2152-9D67-19A324BB7C3A}"/>
                    </a:ext>
                  </a:extLst>
                </p14:cNvPr>
                <p14:cNvContentPartPr/>
                <p14:nvPr/>
              </p14:nvContentPartPr>
              <p14:xfrm>
                <a:off x="1609315" y="4257740"/>
                <a:ext cx="324720" cy="688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F7F538-42DC-2152-9D67-19A324BB7C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03195" y="4251620"/>
                  <a:ext cx="33696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7FCF044-86CF-BD3C-DFF8-E7A5FA8BA853}"/>
                    </a:ext>
                  </a:extLst>
                </p14:cNvPr>
                <p14:cNvContentPartPr/>
                <p14:nvPr/>
              </p14:nvContentPartPr>
              <p14:xfrm>
                <a:off x="3079195" y="3209420"/>
                <a:ext cx="105120" cy="458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7FCF044-86CF-BD3C-DFF8-E7A5FA8BA8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73075" y="3203300"/>
                  <a:ext cx="1173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BABB0B-4C6E-D64F-7577-1BCD658C61F7}"/>
                    </a:ext>
                  </a:extLst>
                </p14:cNvPr>
                <p14:cNvContentPartPr/>
                <p14:nvPr/>
              </p14:nvContentPartPr>
              <p14:xfrm>
                <a:off x="1522195" y="1051220"/>
                <a:ext cx="3261960" cy="4250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BABB0B-4C6E-D64F-7577-1BCD658C61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16075" y="1045100"/>
                  <a:ext cx="3274200" cy="42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E1ADF03-CB9F-4972-A0FB-2420B954E90A}"/>
                    </a:ext>
                  </a:extLst>
                </p14:cNvPr>
                <p14:cNvContentPartPr/>
                <p14:nvPr/>
              </p14:nvContentPartPr>
              <p14:xfrm>
                <a:off x="4367995" y="1092980"/>
                <a:ext cx="313920" cy="259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E1ADF03-CB9F-4972-A0FB-2420B954E9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61875" y="1086860"/>
                  <a:ext cx="3261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92D3C01-01D4-1B26-F549-81A213CB997C}"/>
                    </a:ext>
                  </a:extLst>
                </p14:cNvPr>
                <p14:cNvContentPartPr/>
                <p14:nvPr/>
              </p14:nvContentPartPr>
              <p14:xfrm>
                <a:off x="4861195" y="1279100"/>
                <a:ext cx="265680" cy="126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92D3C01-01D4-1B26-F549-81A213CB997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55075" y="1272980"/>
                  <a:ext cx="2779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28CC893-AA3F-0081-52B7-4FD4B02B572C}"/>
                  </a:ext>
                </a:extLst>
              </p14:cNvPr>
              <p14:cNvContentPartPr/>
              <p14:nvPr/>
            </p14:nvContentPartPr>
            <p14:xfrm>
              <a:off x="6627715" y="3533780"/>
              <a:ext cx="29520" cy="277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28CC893-AA3F-0081-52B7-4FD4B02B572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21595" y="3527660"/>
                <a:ext cx="4176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0BD90352-E774-8A90-B9EA-E9F02B991A6E}"/>
              </a:ext>
            </a:extLst>
          </p:cNvPr>
          <p:cNvGrpSpPr/>
          <p:nvPr/>
        </p:nvGrpSpPr>
        <p:grpSpPr>
          <a:xfrm>
            <a:off x="4829515" y="4091060"/>
            <a:ext cx="1368360" cy="570960"/>
            <a:chOff x="4829515" y="4091060"/>
            <a:chExt cx="1368360" cy="57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EA15A3-AAAF-82AD-05F1-DF5B680FDF65}"/>
                    </a:ext>
                  </a:extLst>
                </p14:cNvPr>
                <p14:cNvContentPartPr/>
                <p14:nvPr/>
              </p14:nvContentPartPr>
              <p14:xfrm>
                <a:off x="4829515" y="4091060"/>
                <a:ext cx="552960" cy="570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EA15A3-AAAF-82AD-05F1-DF5B680FDF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23395" y="4084940"/>
                  <a:ext cx="56520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A583990-E9A5-9ADB-9857-D919214F4ACC}"/>
                    </a:ext>
                  </a:extLst>
                </p14:cNvPr>
                <p14:cNvContentPartPr/>
                <p14:nvPr/>
              </p14:nvContentPartPr>
              <p14:xfrm>
                <a:off x="5725915" y="4327220"/>
                <a:ext cx="471960" cy="102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A583990-E9A5-9ADB-9857-D919214F4AC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19795" y="4321100"/>
                  <a:ext cx="484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5D97A5-053A-A356-CF90-3C0D0AA7BB0D}"/>
                    </a:ext>
                  </a:extLst>
                </p14:cNvPr>
                <p14:cNvContentPartPr/>
                <p14:nvPr/>
              </p14:nvContentPartPr>
              <p14:xfrm>
                <a:off x="5798275" y="4190780"/>
                <a:ext cx="193320" cy="434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5D97A5-053A-A356-CF90-3C0D0AA7BB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92155" y="4184660"/>
                  <a:ext cx="205560" cy="44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45646C9-DBA0-82F6-2A54-5EFA7B8E196C}"/>
                  </a:ext>
                </a:extLst>
              </p14:cNvPr>
              <p14:cNvContentPartPr/>
              <p14:nvPr/>
            </p14:nvContentPartPr>
            <p14:xfrm>
              <a:off x="6612235" y="4214540"/>
              <a:ext cx="522720" cy="523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45646C9-DBA0-82F6-2A54-5EFA7B8E196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606115" y="4208420"/>
                <a:ext cx="534960" cy="53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B78E3465-BC05-5924-196B-4C5EA21D35AA}"/>
              </a:ext>
            </a:extLst>
          </p:cNvPr>
          <p:cNvGrpSpPr/>
          <p:nvPr/>
        </p:nvGrpSpPr>
        <p:grpSpPr>
          <a:xfrm>
            <a:off x="7510435" y="4244780"/>
            <a:ext cx="728640" cy="422640"/>
            <a:chOff x="7510435" y="4244780"/>
            <a:chExt cx="72864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AE6D9A8-4D4B-F475-9637-14FB432DA045}"/>
                    </a:ext>
                  </a:extLst>
                </p14:cNvPr>
                <p14:cNvContentPartPr/>
                <p14:nvPr/>
              </p14:nvContentPartPr>
              <p14:xfrm>
                <a:off x="7510435" y="4413260"/>
                <a:ext cx="728640" cy="88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AE6D9A8-4D4B-F475-9637-14FB432DA0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04315" y="4407140"/>
                  <a:ext cx="740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0B397AD-952F-CC38-7EA9-87761F0EEEAA}"/>
                    </a:ext>
                  </a:extLst>
                </p14:cNvPr>
                <p14:cNvContentPartPr/>
                <p14:nvPr/>
              </p14:nvContentPartPr>
              <p14:xfrm>
                <a:off x="7764955" y="4244780"/>
                <a:ext cx="101520" cy="422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0B397AD-952F-CC38-7EA9-87761F0EEEA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58835" y="4238660"/>
                  <a:ext cx="113760" cy="43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BA1ACCA-D0D0-9019-340D-5C1A78F6322B}"/>
                  </a:ext>
                </a:extLst>
              </p14:cNvPr>
              <p14:cNvContentPartPr/>
              <p14:nvPr/>
            </p14:nvContentPartPr>
            <p14:xfrm>
              <a:off x="8584675" y="4163060"/>
              <a:ext cx="249840" cy="531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BA1ACCA-D0D0-9019-340D-5C1A78F6322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578555" y="4156940"/>
                <a:ext cx="262080" cy="54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17AF3E4F-67BC-76C1-BBEC-CD9D38147B03}"/>
              </a:ext>
            </a:extLst>
          </p:cNvPr>
          <p:cNvGrpSpPr/>
          <p:nvPr/>
        </p:nvGrpSpPr>
        <p:grpSpPr>
          <a:xfrm>
            <a:off x="9186595" y="4300220"/>
            <a:ext cx="685080" cy="444240"/>
            <a:chOff x="9186595" y="4300220"/>
            <a:chExt cx="68508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FEA8BA-DCF4-81D3-2A72-2F540314D56D}"/>
                    </a:ext>
                  </a:extLst>
                </p14:cNvPr>
                <p14:cNvContentPartPr/>
                <p14:nvPr/>
              </p14:nvContentPartPr>
              <p14:xfrm>
                <a:off x="9186595" y="4475900"/>
                <a:ext cx="685080" cy="5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FEA8BA-DCF4-81D3-2A72-2F540314D56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80475" y="4469780"/>
                  <a:ext cx="697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CC87F09-4ED7-C552-27EB-B10E2C1BF250}"/>
                    </a:ext>
                  </a:extLst>
                </p14:cNvPr>
                <p14:cNvContentPartPr/>
                <p14:nvPr/>
              </p14:nvContentPartPr>
              <p14:xfrm>
                <a:off x="9392515" y="4300220"/>
                <a:ext cx="184680" cy="444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CC87F09-4ED7-C552-27EB-B10E2C1BF2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86395" y="4294100"/>
                  <a:ext cx="196920" cy="45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C017B14-9ED7-BAE6-593E-53F1DF41D03A}"/>
              </a:ext>
            </a:extLst>
          </p:cNvPr>
          <p:cNvGrpSpPr/>
          <p:nvPr/>
        </p:nvGrpSpPr>
        <p:grpSpPr>
          <a:xfrm>
            <a:off x="6782155" y="1046900"/>
            <a:ext cx="4479840" cy="2107800"/>
            <a:chOff x="6782155" y="1046900"/>
            <a:chExt cx="4479840" cy="21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8BC2719-85EC-AD37-2ACA-120CEDD6F65B}"/>
                    </a:ext>
                  </a:extLst>
                </p14:cNvPr>
                <p14:cNvContentPartPr/>
                <p14:nvPr/>
              </p14:nvContentPartPr>
              <p14:xfrm>
                <a:off x="7646515" y="1218260"/>
                <a:ext cx="128160" cy="333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8BC2719-85EC-AD37-2ACA-120CEDD6F65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40395" y="1212140"/>
                  <a:ext cx="1404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458A3A-7781-6A9C-DBC3-7DBC2D99D65E}"/>
                    </a:ext>
                  </a:extLst>
                </p14:cNvPr>
                <p14:cNvContentPartPr/>
                <p14:nvPr/>
              </p14:nvContentPartPr>
              <p14:xfrm>
                <a:off x="7943155" y="1272260"/>
                <a:ext cx="156240" cy="450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458A3A-7781-6A9C-DBC3-7DBC2D99D6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37035" y="1266140"/>
                  <a:ext cx="1684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D74A13-8515-AC62-D8E2-0E9D5169FB50}"/>
                    </a:ext>
                  </a:extLst>
                </p14:cNvPr>
                <p14:cNvContentPartPr/>
                <p14:nvPr/>
              </p14:nvContentPartPr>
              <p14:xfrm>
                <a:off x="8736235" y="1159940"/>
                <a:ext cx="402120" cy="479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D74A13-8515-AC62-D8E2-0E9D5169FB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30115" y="1153820"/>
                  <a:ext cx="41436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02B222C-CCDB-B4E0-C1D6-79D64408A3BC}"/>
                    </a:ext>
                  </a:extLst>
                </p14:cNvPr>
                <p14:cNvContentPartPr/>
                <p14:nvPr/>
              </p14:nvContentPartPr>
              <p14:xfrm>
                <a:off x="9545875" y="1148780"/>
                <a:ext cx="169200" cy="435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02B222C-CCDB-B4E0-C1D6-79D64408A3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39755" y="1142660"/>
                  <a:ext cx="1814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E22A9CF-18EE-453D-095C-DD3039EC7E1E}"/>
                    </a:ext>
                  </a:extLst>
                </p14:cNvPr>
                <p14:cNvContentPartPr/>
                <p14:nvPr/>
              </p14:nvContentPartPr>
              <p14:xfrm>
                <a:off x="9761875" y="1611740"/>
                <a:ext cx="731880" cy="356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E22A9CF-18EE-453D-095C-DD3039EC7E1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55755" y="1605620"/>
                  <a:ext cx="7441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034FA3-97DF-DCBF-1EA9-D1A1FDA35526}"/>
                    </a:ext>
                  </a:extLst>
                </p14:cNvPr>
                <p14:cNvContentPartPr/>
                <p14:nvPr/>
              </p14:nvContentPartPr>
              <p14:xfrm>
                <a:off x="10674475" y="1686260"/>
                <a:ext cx="393480" cy="361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034FA3-97DF-DCBF-1EA9-D1A1FDA355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68355" y="1680140"/>
                  <a:ext cx="4057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0EB67DD-85BE-C70B-08BD-372C0F0BCA54}"/>
                    </a:ext>
                  </a:extLst>
                </p14:cNvPr>
                <p14:cNvContentPartPr/>
                <p14:nvPr/>
              </p14:nvContentPartPr>
              <p14:xfrm>
                <a:off x="11002795" y="1389620"/>
                <a:ext cx="214560" cy="18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0EB67DD-85BE-C70B-08BD-372C0F0BCA5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996675" y="1383500"/>
                  <a:ext cx="226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B2CC4E-85AF-B306-0CBD-45C9BCD8DDC6}"/>
                    </a:ext>
                  </a:extLst>
                </p14:cNvPr>
                <p14:cNvContentPartPr/>
                <p14:nvPr/>
              </p14:nvContentPartPr>
              <p14:xfrm>
                <a:off x="8888155" y="1920260"/>
                <a:ext cx="129960" cy="470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B2CC4E-85AF-B306-0CBD-45C9BCD8DD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82035" y="1914140"/>
                  <a:ext cx="1422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FE4EF7-1E07-EAE8-8CB3-BF442327702F}"/>
                    </a:ext>
                  </a:extLst>
                </p14:cNvPr>
                <p14:cNvContentPartPr/>
                <p14:nvPr/>
              </p14:nvContentPartPr>
              <p14:xfrm>
                <a:off x="9193435" y="2340740"/>
                <a:ext cx="296280" cy="327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FE4EF7-1E07-EAE8-8CB3-BF442327702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87315" y="2334620"/>
                  <a:ext cx="3085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23B2B9-ED51-8FA6-A115-5F5B1E96CBB7}"/>
                    </a:ext>
                  </a:extLst>
                </p14:cNvPr>
                <p14:cNvContentPartPr/>
                <p14:nvPr/>
              </p14:nvContentPartPr>
              <p14:xfrm>
                <a:off x="9457675" y="2164340"/>
                <a:ext cx="51120" cy="226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23B2B9-ED51-8FA6-A115-5F5B1E96CBB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51555" y="2158220"/>
                  <a:ext cx="63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B1B7056-8024-A270-4E77-CFF033DA5377}"/>
                    </a:ext>
                  </a:extLst>
                </p14:cNvPr>
                <p14:cNvContentPartPr/>
                <p14:nvPr/>
              </p14:nvContentPartPr>
              <p14:xfrm>
                <a:off x="7910755" y="1741340"/>
                <a:ext cx="150120" cy="767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B1B7056-8024-A270-4E77-CFF033DA53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04635" y="1735220"/>
                  <a:ext cx="16236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C63BB3-9DFD-41EF-5DC3-69CDA2F8AF74}"/>
                    </a:ext>
                  </a:extLst>
                </p14:cNvPr>
                <p14:cNvContentPartPr/>
                <p14:nvPr/>
              </p14:nvContentPartPr>
              <p14:xfrm>
                <a:off x="7992115" y="2617940"/>
                <a:ext cx="347040" cy="298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C63BB3-9DFD-41EF-5DC3-69CDA2F8AF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85995" y="2611820"/>
                  <a:ext cx="3592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2C82FD-AAE7-896D-0B73-17E2E5E83351}"/>
                    </a:ext>
                  </a:extLst>
                </p14:cNvPr>
                <p14:cNvContentPartPr/>
                <p14:nvPr/>
              </p14:nvContentPartPr>
              <p14:xfrm>
                <a:off x="8269675" y="2334260"/>
                <a:ext cx="296280" cy="245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2C82FD-AAE7-896D-0B73-17E2E5E833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63555" y="2328140"/>
                  <a:ext cx="308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C6A2E9-9B08-0C18-1443-EEEBEB787781}"/>
                    </a:ext>
                  </a:extLst>
                </p14:cNvPr>
                <p14:cNvContentPartPr/>
                <p14:nvPr/>
              </p14:nvContentPartPr>
              <p14:xfrm>
                <a:off x="7259515" y="1571060"/>
                <a:ext cx="303120" cy="788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C6A2E9-9B08-0C18-1443-EEEBEB78778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53395" y="1564940"/>
                  <a:ext cx="31536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7BF8EE-A139-1601-6811-E87179893F55}"/>
                    </a:ext>
                  </a:extLst>
                </p14:cNvPr>
                <p14:cNvContentPartPr/>
                <p14:nvPr/>
              </p14:nvContentPartPr>
              <p14:xfrm>
                <a:off x="6782155" y="2741060"/>
                <a:ext cx="316440" cy="28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7BF8EE-A139-1601-6811-E87179893F5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76035" y="2734940"/>
                  <a:ext cx="3286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29A30FA-E777-F5B5-6EA4-CDA8D8EAAC8B}"/>
                    </a:ext>
                  </a:extLst>
                </p14:cNvPr>
                <p14:cNvContentPartPr/>
                <p14:nvPr/>
              </p14:nvContentPartPr>
              <p14:xfrm>
                <a:off x="7185355" y="2365580"/>
                <a:ext cx="137160" cy="323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29A30FA-E777-F5B5-6EA4-CDA8D8EAAC8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79235" y="2359460"/>
                  <a:ext cx="1494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7A353C9-9E98-83DD-8A08-79825ABAF866}"/>
                    </a:ext>
                  </a:extLst>
                </p14:cNvPr>
                <p14:cNvContentPartPr/>
                <p14:nvPr/>
              </p14:nvContentPartPr>
              <p14:xfrm>
                <a:off x="7953955" y="3148220"/>
                <a:ext cx="11520" cy="6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7A353C9-9E98-83DD-8A08-79825ABAF8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47835" y="3142100"/>
                  <a:ext cx="23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DD3DBC4-D1A1-9C31-DFD7-4161C4A97813}"/>
                    </a:ext>
                  </a:extLst>
                </p14:cNvPr>
                <p14:cNvContentPartPr/>
                <p14:nvPr/>
              </p14:nvContentPartPr>
              <p14:xfrm>
                <a:off x="8397835" y="2295740"/>
                <a:ext cx="2880" cy="24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DD3DBC4-D1A1-9C31-DFD7-4161C4A978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91715" y="2289620"/>
                  <a:ext cx="15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941162-1CF5-9E87-F51E-47496AD11C8D}"/>
                    </a:ext>
                  </a:extLst>
                </p14:cNvPr>
                <p14:cNvContentPartPr/>
                <p14:nvPr/>
              </p14:nvContentPartPr>
              <p14:xfrm>
                <a:off x="8044675" y="1189820"/>
                <a:ext cx="28080" cy="61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941162-1CF5-9E87-F51E-47496AD11C8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38555" y="1183700"/>
                  <a:ext cx="40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E51B1C-778A-98D2-3326-0D0FFE363C36}"/>
                    </a:ext>
                  </a:extLst>
                </p14:cNvPr>
                <p14:cNvContentPartPr/>
                <p14:nvPr/>
              </p14:nvContentPartPr>
              <p14:xfrm>
                <a:off x="9370915" y="2953460"/>
                <a:ext cx="37800" cy="76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E51B1C-778A-98D2-3326-0D0FFE363C3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64795" y="2947340"/>
                  <a:ext cx="50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F7A943C-175B-53D5-FB64-B3E3BEC15D5B}"/>
                    </a:ext>
                  </a:extLst>
                </p14:cNvPr>
                <p14:cNvContentPartPr/>
                <p14:nvPr/>
              </p14:nvContentPartPr>
              <p14:xfrm>
                <a:off x="8833075" y="1092260"/>
                <a:ext cx="29880" cy="72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F7A943C-175B-53D5-FB64-B3E3BEC15D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26955" y="1086140"/>
                  <a:ext cx="42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4ACAC6-08EB-0C0B-63A4-40D50E13CB14}"/>
                    </a:ext>
                  </a:extLst>
                </p14:cNvPr>
                <p14:cNvContentPartPr/>
                <p14:nvPr/>
              </p14:nvContentPartPr>
              <p14:xfrm>
                <a:off x="11226715" y="2037620"/>
                <a:ext cx="35280" cy="80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4ACAC6-08EB-0C0B-63A4-40D50E13CB1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220595" y="2031500"/>
                  <a:ext cx="475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9BC354F-48FB-CA67-7596-63AE03D84CBF}"/>
                    </a:ext>
                  </a:extLst>
                </p14:cNvPr>
                <p14:cNvContentPartPr/>
                <p14:nvPr/>
              </p14:nvContentPartPr>
              <p14:xfrm>
                <a:off x="9528955" y="1046900"/>
                <a:ext cx="92160" cy="15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9BC354F-48FB-CA67-7596-63AE03D84CB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22835" y="1040780"/>
                  <a:ext cx="10440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31BB405-0B97-4D0A-71EE-243420E75009}"/>
                  </a:ext>
                </a:extLst>
              </p14:cNvPr>
              <p14:cNvContentPartPr/>
              <p14:nvPr/>
            </p14:nvContentPartPr>
            <p14:xfrm>
              <a:off x="10721275" y="4006100"/>
              <a:ext cx="84600" cy="6710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31BB405-0B97-4D0A-71EE-243420E7500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715155" y="3999980"/>
                <a:ext cx="9684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77C3C2F-C3DC-E5AB-2335-20595A4EF6A5}"/>
                  </a:ext>
                </a:extLst>
              </p14:cNvPr>
              <p14:cNvContentPartPr/>
              <p14:nvPr/>
            </p14:nvContentPartPr>
            <p14:xfrm>
              <a:off x="6493795" y="5547260"/>
              <a:ext cx="123480" cy="306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77C3C2F-C3DC-E5AB-2335-20595A4EF6A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487675" y="5541140"/>
                <a:ext cx="1357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7947C63-25C7-CB53-655D-F84A35F46171}"/>
                  </a:ext>
                </a:extLst>
              </p14:cNvPr>
              <p14:cNvContentPartPr/>
              <p14:nvPr/>
            </p14:nvContentPartPr>
            <p14:xfrm>
              <a:off x="6603595" y="5869460"/>
              <a:ext cx="270360" cy="925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7947C63-25C7-CB53-655D-F84A35F4617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597475" y="5863340"/>
                <a:ext cx="28260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C821A8B7-2242-F8AF-0306-430E1BCD6C5F}"/>
              </a:ext>
            </a:extLst>
          </p:cNvPr>
          <p:cNvGrpSpPr/>
          <p:nvPr/>
        </p:nvGrpSpPr>
        <p:grpSpPr>
          <a:xfrm>
            <a:off x="7553635" y="5332340"/>
            <a:ext cx="962640" cy="681840"/>
            <a:chOff x="7553635" y="5332340"/>
            <a:chExt cx="96264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BC7DC2-042E-DDCD-668D-6ED5249A91D7}"/>
                    </a:ext>
                  </a:extLst>
                </p14:cNvPr>
                <p14:cNvContentPartPr/>
                <p14:nvPr/>
              </p14:nvContentPartPr>
              <p14:xfrm>
                <a:off x="7570915" y="5373380"/>
                <a:ext cx="159120" cy="381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BC7DC2-042E-DDCD-668D-6ED5249A91D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64795" y="5367260"/>
                  <a:ext cx="1713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622A5D9-E787-F296-4DAA-FA64F7D4C832}"/>
                    </a:ext>
                  </a:extLst>
                </p14:cNvPr>
                <p14:cNvContentPartPr/>
                <p14:nvPr/>
              </p14:nvContentPartPr>
              <p14:xfrm>
                <a:off x="7553635" y="5332340"/>
                <a:ext cx="622080" cy="681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622A5D9-E787-F296-4DAA-FA64F7D4C8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47515" y="5326220"/>
                  <a:ext cx="63432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1748B5-7E07-7996-18DA-027535A09F94}"/>
                    </a:ext>
                  </a:extLst>
                </p14:cNvPr>
                <p14:cNvContentPartPr/>
                <p14:nvPr/>
              </p14:nvContentPartPr>
              <p14:xfrm>
                <a:off x="8485675" y="5769740"/>
                <a:ext cx="30600" cy="40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1748B5-7E07-7996-18DA-027535A09F9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79555" y="5763620"/>
                  <a:ext cx="4284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AD49AFB-D30C-C5F9-E040-FB6AD3175414}"/>
                  </a:ext>
                </a:extLst>
              </p14:cNvPr>
              <p14:cNvContentPartPr/>
              <p14:nvPr/>
            </p14:nvContentPartPr>
            <p14:xfrm>
              <a:off x="5682355" y="6310100"/>
              <a:ext cx="4388400" cy="493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AD49AFB-D30C-C5F9-E040-FB6AD317541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76235" y="6303980"/>
                <a:ext cx="4400640" cy="6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79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F077926-E97B-7CCB-8194-1A61155AE1AA}"/>
              </a:ext>
            </a:extLst>
          </p:cNvPr>
          <p:cNvGrpSpPr/>
          <p:nvPr/>
        </p:nvGrpSpPr>
        <p:grpSpPr>
          <a:xfrm>
            <a:off x="2237515" y="194780"/>
            <a:ext cx="7794720" cy="3012480"/>
            <a:chOff x="2237515" y="194780"/>
            <a:chExt cx="7794720" cy="30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F0DEAC-3D74-4DE5-1A7C-53D0C3991723}"/>
                    </a:ext>
                  </a:extLst>
                </p14:cNvPr>
                <p14:cNvContentPartPr/>
                <p14:nvPr/>
              </p14:nvContentPartPr>
              <p14:xfrm>
                <a:off x="3249835" y="441020"/>
                <a:ext cx="52560" cy="775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F0DEAC-3D74-4DE5-1A7C-53D0C39917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43715" y="434900"/>
                  <a:ext cx="6480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8FCE45-7076-5FFE-4895-56C19248380C}"/>
                    </a:ext>
                  </a:extLst>
                </p14:cNvPr>
                <p14:cNvContentPartPr/>
                <p14:nvPr/>
              </p14:nvContentPartPr>
              <p14:xfrm>
                <a:off x="3846715" y="412940"/>
                <a:ext cx="72360" cy="763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8FCE45-7076-5FFE-4895-56C1924838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40595" y="406820"/>
                  <a:ext cx="84600" cy="7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0784AEE-D789-E248-450E-0D32FCB4C5B4}"/>
                    </a:ext>
                  </a:extLst>
                </p14:cNvPr>
                <p14:cNvContentPartPr/>
                <p14:nvPr/>
              </p14:nvContentPartPr>
              <p14:xfrm>
                <a:off x="4825195" y="194780"/>
                <a:ext cx="719640" cy="709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0784AEE-D789-E248-450E-0D32FCB4C5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19075" y="188660"/>
                  <a:ext cx="73188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84A6DB5-360A-BC9F-D3FA-7AD5DB795019}"/>
                    </a:ext>
                  </a:extLst>
                </p14:cNvPr>
                <p14:cNvContentPartPr/>
                <p14:nvPr/>
              </p14:nvContentPartPr>
              <p14:xfrm>
                <a:off x="4082515" y="1500500"/>
                <a:ext cx="39960" cy="623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84A6DB5-360A-BC9F-D3FA-7AD5DB7950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76395" y="1494380"/>
                  <a:ext cx="5220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5442BE-9905-2857-370B-9625922FC84F}"/>
                    </a:ext>
                  </a:extLst>
                </p14:cNvPr>
                <p14:cNvContentPartPr/>
                <p14:nvPr/>
              </p14:nvContentPartPr>
              <p14:xfrm>
                <a:off x="5215795" y="1356140"/>
                <a:ext cx="163800" cy="724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5442BE-9905-2857-370B-9625922FC84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09675" y="1350020"/>
                  <a:ext cx="17604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208B51-02A4-1758-B136-BC484312EF1D}"/>
                    </a:ext>
                  </a:extLst>
                </p14:cNvPr>
                <p14:cNvContentPartPr/>
                <p14:nvPr/>
              </p14:nvContentPartPr>
              <p14:xfrm>
                <a:off x="2590675" y="1896500"/>
                <a:ext cx="376920" cy="273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208B51-02A4-1758-B136-BC484312EF1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84555" y="1890380"/>
                  <a:ext cx="3891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407EE12-BB82-A2D0-B9B6-DD719F237967}"/>
                    </a:ext>
                  </a:extLst>
                </p14:cNvPr>
                <p14:cNvContentPartPr/>
                <p14:nvPr/>
              </p14:nvContentPartPr>
              <p14:xfrm>
                <a:off x="6543115" y="623540"/>
                <a:ext cx="334800" cy="804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407EE12-BB82-A2D0-B9B6-DD719F2379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36995" y="617420"/>
                  <a:ext cx="347040" cy="8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293F41-93AC-4B28-969E-791EFEA9BB46}"/>
                    </a:ext>
                  </a:extLst>
                </p14:cNvPr>
                <p14:cNvContentPartPr/>
                <p14:nvPr/>
              </p14:nvContentPartPr>
              <p14:xfrm>
                <a:off x="7051075" y="615980"/>
                <a:ext cx="5040" cy="3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293F41-93AC-4B28-969E-791EFEA9BB4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44955" y="609860"/>
                  <a:ext cx="172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6923E19-83F5-FD63-6AB3-4ACF7707F889}"/>
                    </a:ext>
                  </a:extLst>
                </p14:cNvPr>
                <p14:cNvContentPartPr/>
                <p14:nvPr/>
              </p14:nvContentPartPr>
              <p14:xfrm>
                <a:off x="2237515" y="2344700"/>
                <a:ext cx="6545520" cy="862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6923E19-83F5-FD63-6AB3-4ACF7707F8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31395" y="2338580"/>
                  <a:ext cx="6557760" cy="87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1542F37-41E0-C30F-BC8B-8E1B4854E9AF}"/>
                    </a:ext>
                  </a:extLst>
                </p14:cNvPr>
                <p14:cNvContentPartPr/>
                <p14:nvPr/>
              </p14:nvContentPartPr>
              <p14:xfrm>
                <a:off x="8162755" y="675740"/>
                <a:ext cx="344880" cy="362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1542F37-41E0-C30F-BC8B-8E1B4854E9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56635" y="669620"/>
                  <a:ext cx="3571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4BA57E-BF87-A235-2D01-8C5723E98BDE}"/>
                    </a:ext>
                  </a:extLst>
                </p14:cNvPr>
                <p14:cNvContentPartPr/>
                <p14:nvPr/>
              </p14:nvContentPartPr>
              <p14:xfrm>
                <a:off x="8103715" y="738380"/>
                <a:ext cx="415080" cy="258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4BA57E-BF87-A235-2D01-8C5723E98B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97595" y="732260"/>
                  <a:ext cx="427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77AA53-1C88-D585-EDCC-472448CBDE57}"/>
                    </a:ext>
                  </a:extLst>
                </p14:cNvPr>
                <p14:cNvContentPartPr/>
                <p14:nvPr/>
              </p14:nvContentPartPr>
              <p14:xfrm>
                <a:off x="8839195" y="563420"/>
                <a:ext cx="276120" cy="521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77AA53-1C88-D585-EDCC-472448CBDE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33075" y="557300"/>
                  <a:ext cx="28836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0590B9-5754-770F-A6A0-65D8C6FA000D}"/>
                    </a:ext>
                  </a:extLst>
                </p14:cNvPr>
                <p14:cNvContentPartPr/>
                <p14:nvPr/>
              </p14:nvContentPartPr>
              <p14:xfrm>
                <a:off x="9328075" y="387380"/>
                <a:ext cx="367560" cy="672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0590B9-5754-770F-A6A0-65D8C6FA000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21955" y="381260"/>
                  <a:ext cx="37980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323B30-587D-836A-0EBB-639EBA852068}"/>
                    </a:ext>
                  </a:extLst>
                </p14:cNvPr>
                <p14:cNvContentPartPr/>
                <p14:nvPr/>
              </p14:nvContentPartPr>
              <p14:xfrm>
                <a:off x="9966715" y="1009820"/>
                <a:ext cx="65520" cy="76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323B30-587D-836A-0EBB-639EBA8520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60595" y="1003700"/>
                  <a:ext cx="7776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1444A1-937E-6551-433D-34F5B84B4174}"/>
                  </a:ext>
                </a:extLst>
              </p14:cNvPr>
              <p14:cNvContentPartPr/>
              <p14:nvPr/>
            </p14:nvContentPartPr>
            <p14:xfrm>
              <a:off x="3323995" y="3428660"/>
              <a:ext cx="63000" cy="7221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444A1-937E-6551-433D-34F5B84B417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17515" y="3422540"/>
                <a:ext cx="75240" cy="73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F90978F-CCCD-A225-1889-ED08625CFB45}"/>
              </a:ext>
            </a:extLst>
          </p:cNvPr>
          <p:cNvGrpSpPr/>
          <p:nvPr/>
        </p:nvGrpSpPr>
        <p:grpSpPr>
          <a:xfrm>
            <a:off x="4462675" y="2867060"/>
            <a:ext cx="3924720" cy="2085840"/>
            <a:chOff x="4462675" y="2867060"/>
            <a:chExt cx="3924720" cy="20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B62AEA-F075-7F58-5779-CEF2ADFF01A2}"/>
                    </a:ext>
                  </a:extLst>
                </p14:cNvPr>
                <p14:cNvContentPartPr/>
                <p14:nvPr/>
              </p14:nvContentPartPr>
              <p14:xfrm>
                <a:off x="5759395" y="2867060"/>
                <a:ext cx="72720" cy="666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B62AEA-F075-7F58-5779-CEF2ADFF01A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53275" y="2860940"/>
                  <a:ext cx="8496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7FF9AEC-BD54-1485-AE9F-29B988E831C2}"/>
                    </a:ext>
                  </a:extLst>
                </p14:cNvPr>
                <p14:cNvContentPartPr/>
                <p14:nvPr/>
              </p14:nvContentPartPr>
              <p14:xfrm>
                <a:off x="4462675" y="3241820"/>
                <a:ext cx="460800" cy="524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7FF9AEC-BD54-1485-AE9F-29B988E831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56555" y="3235700"/>
                  <a:ext cx="473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178B86-6E4E-0F23-EBD0-822CABEA32FC}"/>
                    </a:ext>
                  </a:extLst>
                </p14:cNvPr>
                <p14:cNvContentPartPr/>
                <p14:nvPr/>
              </p14:nvContentPartPr>
              <p14:xfrm>
                <a:off x="6261235" y="3647900"/>
                <a:ext cx="1342440" cy="54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178B86-6E4E-0F23-EBD0-822CABEA32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55115" y="3641780"/>
                  <a:ext cx="135468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5A4678-6548-1F7F-0B6A-C3C929470099}"/>
                    </a:ext>
                  </a:extLst>
                </p14:cNvPr>
                <p14:cNvContentPartPr/>
                <p14:nvPr/>
              </p14:nvContentPartPr>
              <p14:xfrm>
                <a:off x="7521235" y="3827900"/>
                <a:ext cx="412920" cy="506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5A4678-6548-1F7F-0B6A-C3C9294700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15115" y="3821780"/>
                  <a:ext cx="4251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BCC002-B7BA-ABB1-F443-778730F01CD1}"/>
                    </a:ext>
                  </a:extLst>
                </p14:cNvPr>
                <p14:cNvContentPartPr/>
                <p14:nvPr/>
              </p14:nvContentPartPr>
              <p14:xfrm>
                <a:off x="8072755" y="3414620"/>
                <a:ext cx="314640" cy="210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BCC002-B7BA-ABB1-F443-778730F01CD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66635" y="3408500"/>
                  <a:ext cx="326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31EA60-150F-C186-6860-E9255383C386}"/>
                    </a:ext>
                  </a:extLst>
                </p14:cNvPr>
                <p14:cNvContentPartPr/>
                <p14:nvPr/>
              </p14:nvContentPartPr>
              <p14:xfrm>
                <a:off x="5286715" y="4072340"/>
                <a:ext cx="723960" cy="880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31EA60-150F-C186-6860-E9255383C38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80595" y="4066220"/>
                  <a:ext cx="73620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E3E5E0-44A4-63EF-503B-198E26170555}"/>
                    </a:ext>
                  </a:extLst>
                </p14:cNvPr>
                <p14:cNvContentPartPr/>
                <p14:nvPr/>
              </p14:nvContentPartPr>
              <p14:xfrm>
                <a:off x="5996995" y="4571660"/>
                <a:ext cx="239040" cy="336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6E3E5E0-44A4-63EF-503B-198E261705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90875" y="4565540"/>
                  <a:ext cx="2512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6A009DB-619E-1567-1EF0-D0FE6471AAF6}"/>
                    </a:ext>
                  </a:extLst>
                </p14:cNvPr>
                <p14:cNvContentPartPr/>
                <p14:nvPr/>
              </p14:nvContentPartPr>
              <p14:xfrm>
                <a:off x="6178075" y="4381580"/>
                <a:ext cx="105120" cy="369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6A009DB-619E-1567-1EF0-D0FE6471AA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71955" y="4375460"/>
                  <a:ext cx="117360" cy="3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4170A34-4B76-0421-C210-54E1790F0D80}"/>
              </a:ext>
            </a:extLst>
          </p:cNvPr>
          <p:cNvGrpSpPr/>
          <p:nvPr/>
        </p:nvGrpSpPr>
        <p:grpSpPr>
          <a:xfrm>
            <a:off x="3499315" y="4186820"/>
            <a:ext cx="589320" cy="918720"/>
            <a:chOff x="3499315" y="4186820"/>
            <a:chExt cx="589320" cy="91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F3E3BA7-2759-CA9D-7DCA-BDAB82BC9A87}"/>
                    </a:ext>
                  </a:extLst>
                </p14:cNvPr>
                <p14:cNvContentPartPr/>
                <p14:nvPr/>
              </p14:nvContentPartPr>
              <p14:xfrm>
                <a:off x="3499315" y="4555460"/>
                <a:ext cx="286560" cy="550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F3E3BA7-2759-CA9D-7DCA-BDAB82BC9A8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93195" y="4549340"/>
                  <a:ext cx="29880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8E9A4C-5840-F616-01B3-F54174271B10}"/>
                    </a:ext>
                  </a:extLst>
                </p14:cNvPr>
                <p14:cNvContentPartPr/>
                <p14:nvPr/>
              </p14:nvContentPartPr>
              <p14:xfrm>
                <a:off x="3805675" y="4186820"/>
                <a:ext cx="282960" cy="321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8E9A4C-5840-F616-01B3-F54174271B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99555" y="4180700"/>
                  <a:ext cx="29520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B8A569B-FD50-B6E9-7E85-BB21518BD466}"/>
              </a:ext>
            </a:extLst>
          </p:cNvPr>
          <p:cNvGrpSpPr/>
          <p:nvPr/>
        </p:nvGrpSpPr>
        <p:grpSpPr>
          <a:xfrm>
            <a:off x="4933555" y="5657780"/>
            <a:ext cx="414000" cy="578880"/>
            <a:chOff x="4933555" y="5657780"/>
            <a:chExt cx="414000" cy="5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7C3609C-5333-894F-0C29-80F471FCF770}"/>
                    </a:ext>
                  </a:extLst>
                </p14:cNvPr>
                <p14:cNvContentPartPr/>
                <p14:nvPr/>
              </p14:nvContentPartPr>
              <p14:xfrm>
                <a:off x="5012035" y="5657780"/>
                <a:ext cx="171720" cy="84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7C3609C-5333-894F-0C29-80F471FCF7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05915" y="5651660"/>
                  <a:ext cx="183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876697-4360-91F9-CC38-5BC5AE59BC62}"/>
                    </a:ext>
                  </a:extLst>
                </p14:cNvPr>
                <p14:cNvContentPartPr/>
                <p14:nvPr/>
              </p14:nvContentPartPr>
              <p14:xfrm>
                <a:off x="4933555" y="5973500"/>
                <a:ext cx="414000" cy="263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876697-4360-91F9-CC38-5BC5AE59BC6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27435" y="5967380"/>
                  <a:ext cx="426240" cy="27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381505D-3024-34C2-387D-90704006123F}"/>
                  </a:ext>
                </a:extLst>
              </p14:cNvPr>
              <p14:cNvContentPartPr/>
              <p14:nvPr/>
            </p14:nvContentPartPr>
            <p14:xfrm>
              <a:off x="6828595" y="5235860"/>
              <a:ext cx="619560" cy="738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381505D-3024-34C2-387D-90704006123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822475" y="5229740"/>
                <a:ext cx="631800" cy="75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E93CAF5-B879-5676-E99B-E22BC2CCC8FD}"/>
              </a:ext>
            </a:extLst>
          </p:cNvPr>
          <p:cNvGrpSpPr/>
          <p:nvPr/>
        </p:nvGrpSpPr>
        <p:grpSpPr>
          <a:xfrm>
            <a:off x="8322595" y="4986740"/>
            <a:ext cx="636120" cy="516240"/>
            <a:chOff x="8322595" y="4986740"/>
            <a:chExt cx="63612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99B6F92-888A-2C35-27E1-E9266A1686D9}"/>
                    </a:ext>
                  </a:extLst>
                </p14:cNvPr>
                <p14:cNvContentPartPr/>
                <p14:nvPr/>
              </p14:nvContentPartPr>
              <p14:xfrm>
                <a:off x="8322595" y="5148020"/>
                <a:ext cx="636120" cy="108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99B6F92-888A-2C35-27E1-E9266A1686D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16475" y="5141900"/>
                  <a:ext cx="648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37FD74D-3ACE-E6D7-B4FA-13E69713AF7C}"/>
                    </a:ext>
                  </a:extLst>
                </p14:cNvPr>
                <p14:cNvContentPartPr/>
                <p14:nvPr/>
              </p14:nvContentPartPr>
              <p14:xfrm>
                <a:off x="8542555" y="4986740"/>
                <a:ext cx="184320" cy="516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37FD74D-3ACE-E6D7-B4FA-13E69713AF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36435" y="4980620"/>
                  <a:ext cx="196560" cy="52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24B6361-6116-2A21-2D57-2DB0CAD34173}"/>
                  </a:ext>
                </a:extLst>
              </p14:cNvPr>
              <p14:cNvContentPartPr/>
              <p14:nvPr/>
            </p14:nvContentPartPr>
            <p14:xfrm>
              <a:off x="9756835" y="4853540"/>
              <a:ext cx="120240" cy="486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24B6361-6116-2A21-2D57-2DB0CAD3417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50715" y="4847420"/>
                <a:ext cx="132480" cy="49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28803E5E-9EAA-D134-C7F8-FD2103BB18BB}"/>
              </a:ext>
            </a:extLst>
          </p:cNvPr>
          <p:cNvGrpSpPr/>
          <p:nvPr/>
        </p:nvGrpSpPr>
        <p:grpSpPr>
          <a:xfrm>
            <a:off x="10279915" y="4263500"/>
            <a:ext cx="1229040" cy="820800"/>
            <a:chOff x="10279915" y="4263500"/>
            <a:chExt cx="1229040" cy="82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1E12B4C-B093-CAC3-B371-65E780DC5BB3}"/>
                    </a:ext>
                  </a:extLst>
                </p14:cNvPr>
                <p14:cNvContentPartPr/>
                <p14:nvPr/>
              </p14:nvContentPartPr>
              <p14:xfrm>
                <a:off x="10279915" y="4641140"/>
                <a:ext cx="282600" cy="82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1E12B4C-B093-CAC3-B371-65E780DC5BB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273795" y="4635020"/>
                  <a:ext cx="294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8CC672C-661E-E659-79CC-AB2C4487E3B8}"/>
                    </a:ext>
                  </a:extLst>
                </p14:cNvPr>
                <p14:cNvContentPartPr/>
                <p14:nvPr/>
              </p14:nvContentPartPr>
              <p14:xfrm>
                <a:off x="10424635" y="4944980"/>
                <a:ext cx="282600" cy="139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8CC672C-661E-E659-79CC-AB2C4487E3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18515" y="4938860"/>
                  <a:ext cx="294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5436F96-11DE-0143-2FF3-3FCA0D7BAE0F}"/>
                    </a:ext>
                  </a:extLst>
                </p14:cNvPr>
                <p14:cNvContentPartPr/>
                <p14:nvPr/>
              </p14:nvContentPartPr>
              <p14:xfrm>
                <a:off x="10775635" y="4461860"/>
                <a:ext cx="313920" cy="622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5436F96-11DE-0143-2FF3-3FCA0D7BAE0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69515" y="4455740"/>
                  <a:ext cx="3261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68CD68-6039-5588-0B05-02B5965A130D}"/>
                    </a:ext>
                  </a:extLst>
                </p14:cNvPr>
                <p14:cNvContentPartPr/>
                <p14:nvPr/>
              </p14:nvContentPartPr>
              <p14:xfrm>
                <a:off x="11214475" y="4263500"/>
                <a:ext cx="294480" cy="75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68CD68-6039-5588-0B05-02B5965A130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208355" y="4257380"/>
                  <a:ext cx="306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919958-00FA-5E3E-4861-22A1403C3068}"/>
                    </a:ext>
                  </a:extLst>
                </p14:cNvPr>
                <p14:cNvContentPartPr/>
                <p14:nvPr/>
              </p14:nvContentPartPr>
              <p14:xfrm>
                <a:off x="11314555" y="4605140"/>
                <a:ext cx="51120" cy="38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919958-00FA-5E3E-4861-22A1403C306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08435" y="4599020"/>
                  <a:ext cx="63360" cy="5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656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4B3C457-8CA0-541F-0D9A-EBE8FC799224}"/>
                  </a:ext>
                </a:extLst>
              </p14:cNvPr>
              <p14:cNvContentPartPr/>
              <p14:nvPr/>
            </p14:nvContentPartPr>
            <p14:xfrm>
              <a:off x="2673835" y="6149540"/>
              <a:ext cx="264600" cy="1576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4B3C457-8CA0-541F-0D9A-EBE8FC7992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7715" y="6143420"/>
                <a:ext cx="2768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2C1948-7A5F-E0F0-32F7-12C390DC8E18}"/>
                  </a:ext>
                </a:extLst>
              </p14:cNvPr>
              <p14:cNvContentPartPr/>
              <p14:nvPr/>
            </p14:nvContentPartPr>
            <p14:xfrm>
              <a:off x="1218715" y="248780"/>
              <a:ext cx="489240" cy="723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2C1948-7A5F-E0F0-32F7-12C390DC8E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2595" y="242660"/>
                <a:ext cx="50148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EA5287-E85C-2111-B55E-52535EAEB3EB}"/>
                  </a:ext>
                </a:extLst>
              </p14:cNvPr>
              <p14:cNvContentPartPr/>
              <p14:nvPr/>
            </p14:nvContentPartPr>
            <p14:xfrm>
              <a:off x="1883635" y="254540"/>
              <a:ext cx="734040" cy="56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EA5287-E85C-2111-B55E-52535EAEB3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77515" y="248420"/>
                <a:ext cx="74628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4C9CA2-7B22-6C91-4B1B-4BA667751C11}"/>
                  </a:ext>
                </a:extLst>
              </p14:cNvPr>
              <p14:cNvContentPartPr/>
              <p14:nvPr/>
            </p14:nvContentPartPr>
            <p14:xfrm>
              <a:off x="2663395" y="346700"/>
              <a:ext cx="590760" cy="432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4C9CA2-7B22-6C91-4B1B-4BA667751C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57275" y="340580"/>
                <a:ext cx="6030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AC69E3-165F-1623-6B9A-164DB8095FF2}"/>
                  </a:ext>
                </a:extLst>
              </p14:cNvPr>
              <p14:cNvContentPartPr/>
              <p14:nvPr/>
            </p14:nvContentPartPr>
            <p14:xfrm>
              <a:off x="3753115" y="231860"/>
              <a:ext cx="579960" cy="696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AC69E3-165F-1623-6B9A-164DB8095F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46995" y="225740"/>
                <a:ext cx="59220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4E51FA-D7A2-2F0F-3252-0CF21AE1F66C}"/>
                  </a:ext>
                </a:extLst>
              </p14:cNvPr>
              <p14:cNvContentPartPr/>
              <p14:nvPr/>
            </p14:nvContentPartPr>
            <p14:xfrm>
              <a:off x="5473915" y="512300"/>
              <a:ext cx="391680" cy="251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4E51FA-D7A2-2F0F-3252-0CF21AE1F6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67795" y="506180"/>
                <a:ext cx="4039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C5AA74-806E-4658-6612-E717A9D34222}"/>
                  </a:ext>
                </a:extLst>
              </p14:cNvPr>
              <p14:cNvContentPartPr/>
              <p14:nvPr/>
            </p14:nvContentPartPr>
            <p14:xfrm>
              <a:off x="5517115" y="257060"/>
              <a:ext cx="777960" cy="942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C5AA74-806E-4658-6612-E717A9D3422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10995" y="250940"/>
                <a:ext cx="790200" cy="9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46B7381-0CEE-A9A3-B05C-6CB097A0B55E}"/>
                  </a:ext>
                </a:extLst>
              </p14:cNvPr>
              <p14:cNvContentPartPr/>
              <p14:nvPr/>
            </p14:nvContentPartPr>
            <p14:xfrm>
              <a:off x="4087555" y="966260"/>
              <a:ext cx="300240" cy="32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46B7381-0CEE-A9A3-B05C-6CB097A0B55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81435" y="960140"/>
                <a:ext cx="3124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D127519-0A94-5D67-B3DE-5CEFFAD1542E}"/>
                  </a:ext>
                </a:extLst>
              </p14:cNvPr>
              <p14:cNvContentPartPr/>
              <p14:nvPr/>
            </p14:nvContentPartPr>
            <p14:xfrm>
              <a:off x="4193035" y="1016300"/>
              <a:ext cx="289800" cy="39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D127519-0A94-5D67-B3DE-5CEFFAD1542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86915" y="1010180"/>
                <a:ext cx="302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485CC31-EF33-5AA5-8EBA-1E719ECB4B09}"/>
                  </a:ext>
                </a:extLst>
              </p14:cNvPr>
              <p14:cNvContentPartPr/>
              <p14:nvPr/>
            </p14:nvContentPartPr>
            <p14:xfrm>
              <a:off x="4331995" y="975260"/>
              <a:ext cx="259560" cy="42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485CC31-EF33-5AA5-8EBA-1E719ECB4B0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25875" y="969140"/>
                <a:ext cx="2718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2B6C143-6A93-CEBC-465B-246037A8F4FF}"/>
                  </a:ext>
                </a:extLst>
              </p14:cNvPr>
              <p14:cNvContentPartPr/>
              <p14:nvPr/>
            </p14:nvContentPartPr>
            <p14:xfrm>
              <a:off x="4645915" y="945740"/>
              <a:ext cx="5760" cy="22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2B6C143-6A93-CEBC-465B-246037A8F4F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39795" y="939620"/>
                <a:ext cx="180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0286A36-4AAE-899F-1DF3-628D921B54A5}"/>
                  </a:ext>
                </a:extLst>
              </p14:cNvPr>
              <p14:cNvContentPartPr/>
              <p14:nvPr/>
            </p14:nvContentPartPr>
            <p14:xfrm>
              <a:off x="961675" y="5055500"/>
              <a:ext cx="287280" cy="117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0286A36-4AAE-899F-1DF3-628D921B54A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5555" y="5049380"/>
                <a:ext cx="2995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A3EE02E-741C-BD94-925E-962995FA83D7}"/>
                  </a:ext>
                </a:extLst>
              </p14:cNvPr>
              <p14:cNvContentPartPr/>
              <p14:nvPr/>
            </p14:nvContentPartPr>
            <p14:xfrm>
              <a:off x="1194235" y="5348540"/>
              <a:ext cx="324720" cy="1980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A3EE02E-741C-BD94-925E-962995FA83D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88115" y="5342420"/>
                <a:ext cx="3369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642F953-7A37-CF27-8942-F1C408C88A8F}"/>
                  </a:ext>
                </a:extLst>
              </p14:cNvPr>
              <p14:cNvContentPartPr/>
              <p14:nvPr/>
            </p14:nvContentPartPr>
            <p14:xfrm>
              <a:off x="1884355" y="4777940"/>
              <a:ext cx="468360" cy="6112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642F953-7A37-CF27-8942-F1C408C88A8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78235" y="4771820"/>
                <a:ext cx="480600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A2907F5-45D3-1127-DF5C-1E4152B6B94B}"/>
                  </a:ext>
                </a:extLst>
              </p14:cNvPr>
              <p14:cNvContentPartPr/>
              <p14:nvPr/>
            </p14:nvContentPartPr>
            <p14:xfrm>
              <a:off x="2562955" y="4636820"/>
              <a:ext cx="717840" cy="5439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A2907F5-45D3-1127-DF5C-1E4152B6B94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56835" y="4630700"/>
                <a:ext cx="73008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3D5BBB8-0579-1319-62BA-F89FEC0532AF}"/>
                  </a:ext>
                </a:extLst>
              </p14:cNvPr>
              <p14:cNvContentPartPr/>
              <p14:nvPr/>
            </p14:nvContentPartPr>
            <p14:xfrm>
              <a:off x="1754395" y="2181980"/>
              <a:ext cx="62640" cy="459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3D5BBB8-0579-1319-62BA-F89FEC0532A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48275" y="2175860"/>
                <a:ext cx="7488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58E50CB-1FA0-2A72-D0C5-8DDA84B59E13}"/>
                  </a:ext>
                </a:extLst>
              </p14:cNvPr>
              <p14:cNvContentPartPr/>
              <p14:nvPr/>
            </p14:nvContentPartPr>
            <p14:xfrm>
              <a:off x="2166955" y="2169020"/>
              <a:ext cx="46440" cy="421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58E50CB-1FA0-2A72-D0C5-8DDA84B59E1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60835" y="2162900"/>
                <a:ext cx="5868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27CCBC6-18AA-FA14-8CB2-B3A75D06F691}"/>
                  </a:ext>
                </a:extLst>
              </p14:cNvPr>
              <p14:cNvContentPartPr/>
              <p14:nvPr/>
            </p14:nvContentPartPr>
            <p14:xfrm>
              <a:off x="2462155" y="2140580"/>
              <a:ext cx="412200" cy="449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27CCBC6-18AA-FA14-8CB2-B3A75D06F69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56035" y="2134460"/>
                <a:ext cx="42444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9B5B1D0-7EB3-72DC-1A4E-AF33C0FAD5C9}"/>
                  </a:ext>
                </a:extLst>
              </p14:cNvPr>
              <p14:cNvContentPartPr/>
              <p14:nvPr/>
            </p14:nvContentPartPr>
            <p14:xfrm>
              <a:off x="1642795" y="2803700"/>
              <a:ext cx="1179720" cy="127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9B5B1D0-7EB3-72DC-1A4E-AF33C0FAD5C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36675" y="2797580"/>
                <a:ext cx="11919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9AC2042-1C00-6BEE-C646-EE4457C6256F}"/>
                  </a:ext>
                </a:extLst>
              </p14:cNvPr>
              <p14:cNvContentPartPr/>
              <p14:nvPr/>
            </p14:nvContentPartPr>
            <p14:xfrm>
              <a:off x="3193675" y="2161460"/>
              <a:ext cx="308160" cy="3830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9AC2042-1C00-6BEE-C646-EE4457C6256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87555" y="2155340"/>
                <a:ext cx="32040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0F90CF0-7D12-F658-78B1-57180A5AAADE}"/>
                  </a:ext>
                </a:extLst>
              </p14:cNvPr>
              <p14:cNvContentPartPr/>
              <p14:nvPr/>
            </p14:nvContentPartPr>
            <p14:xfrm>
              <a:off x="3739795" y="2115740"/>
              <a:ext cx="269640" cy="401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0F90CF0-7D12-F658-78B1-57180A5AAAD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33675" y="2109620"/>
                <a:ext cx="2818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7D9953C-641D-2CF1-B434-436A28EEB189}"/>
                  </a:ext>
                </a:extLst>
              </p14:cNvPr>
              <p14:cNvContentPartPr/>
              <p14:nvPr/>
            </p14:nvContentPartPr>
            <p14:xfrm>
              <a:off x="4212115" y="2108180"/>
              <a:ext cx="267840" cy="437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7D9953C-641D-2CF1-B434-436A28EEB18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05995" y="2102060"/>
                <a:ext cx="28008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F349994-8A62-F51D-EDF8-F476DF19139B}"/>
                  </a:ext>
                </a:extLst>
              </p14:cNvPr>
              <p14:cNvContentPartPr/>
              <p14:nvPr/>
            </p14:nvContentPartPr>
            <p14:xfrm>
              <a:off x="4305355" y="2077580"/>
              <a:ext cx="100800" cy="289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F349994-8A62-F51D-EDF8-F476DF19139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99235" y="2071460"/>
                <a:ext cx="1130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D7ECACE-74F1-1E79-7F23-BB217FC940EC}"/>
                  </a:ext>
                </a:extLst>
              </p14:cNvPr>
              <p14:cNvContentPartPr/>
              <p14:nvPr/>
            </p14:nvContentPartPr>
            <p14:xfrm>
              <a:off x="4430635" y="2535500"/>
              <a:ext cx="1153440" cy="417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D7ECACE-74F1-1E79-7F23-BB217FC940E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424515" y="2529380"/>
                <a:ext cx="11656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7DD39E3-C962-CDB9-2676-26D7E435B673}"/>
                  </a:ext>
                </a:extLst>
              </p14:cNvPr>
              <p14:cNvContentPartPr/>
              <p14:nvPr/>
            </p14:nvContentPartPr>
            <p14:xfrm>
              <a:off x="5455555" y="2735300"/>
              <a:ext cx="441720" cy="3571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7DD39E3-C962-CDB9-2676-26D7E435B67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49435" y="2729180"/>
                <a:ext cx="45396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0DFEFDE-19B3-32DD-547B-D324D2170894}"/>
                  </a:ext>
                </a:extLst>
              </p14:cNvPr>
              <p14:cNvContentPartPr/>
              <p14:nvPr/>
            </p14:nvContentPartPr>
            <p14:xfrm>
              <a:off x="5743915" y="2442260"/>
              <a:ext cx="330840" cy="2746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0DFEFDE-19B3-32DD-547B-D324D217089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37795" y="2436140"/>
                <a:ext cx="3430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8FAE4F4-48F6-1CBA-4E12-3C7BC8636087}"/>
                  </a:ext>
                </a:extLst>
              </p14:cNvPr>
              <p14:cNvContentPartPr/>
              <p14:nvPr/>
            </p14:nvContentPartPr>
            <p14:xfrm>
              <a:off x="3815035" y="2577980"/>
              <a:ext cx="640080" cy="589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8FAE4F4-48F6-1CBA-4E12-3C7BC863608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08915" y="2571860"/>
                <a:ext cx="65232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0A22A8B-8D0A-2F78-E5AB-EB25531C140D}"/>
                  </a:ext>
                </a:extLst>
              </p14:cNvPr>
              <p14:cNvContentPartPr/>
              <p14:nvPr/>
            </p14:nvContentPartPr>
            <p14:xfrm>
              <a:off x="4525315" y="3108620"/>
              <a:ext cx="241200" cy="279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0A22A8B-8D0A-2F78-E5AB-EB25531C140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19195" y="3102500"/>
                <a:ext cx="2534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0F8FC85-3234-41F6-806F-D80BADE3F8F1}"/>
                  </a:ext>
                </a:extLst>
              </p14:cNvPr>
              <p14:cNvContentPartPr/>
              <p14:nvPr/>
            </p14:nvContentPartPr>
            <p14:xfrm>
              <a:off x="4787755" y="2999180"/>
              <a:ext cx="64440" cy="222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0F8FC85-3234-41F6-806F-D80BADE3F8F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781635" y="2993060"/>
                <a:ext cx="766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328B922-3B6E-441F-A5F7-80B276AB0334}"/>
                  </a:ext>
                </a:extLst>
              </p14:cNvPr>
              <p14:cNvContentPartPr/>
              <p14:nvPr/>
            </p14:nvContentPartPr>
            <p14:xfrm>
              <a:off x="3276475" y="2625860"/>
              <a:ext cx="534960" cy="587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328B922-3B6E-441F-A5F7-80B276AB033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70355" y="2619740"/>
                <a:ext cx="547200" cy="5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9ECE8A0-30CC-8F7F-16D1-62D17F9B6126}"/>
                  </a:ext>
                </a:extLst>
              </p14:cNvPr>
              <p14:cNvContentPartPr/>
              <p14:nvPr/>
            </p14:nvContentPartPr>
            <p14:xfrm>
              <a:off x="3829075" y="3068660"/>
              <a:ext cx="183600" cy="275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9ECE8A0-30CC-8F7F-16D1-62D17F9B612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22955" y="3062540"/>
                <a:ext cx="1958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E8C2754-CCE6-EC1D-50D2-AD4B20EF62FD}"/>
                  </a:ext>
                </a:extLst>
              </p14:cNvPr>
              <p14:cNvContentPartPr/>
              <p14:nvPr/>
            </p14:nvContentPartPr>
            <p14:xfrm>
              <a:off x="4018075" y="2928260"/>
              <a:ext cx="106920" cy="1580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E8C2754-CCE6-EC1D-50D2-AD4B20EF62F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11955" y="2922140"/>
                <a:ext cx="1191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614E753-1436-3000-D3A0-CFDB8C16BEF4}"/>
                  </a:ext>
                </a:extLst>
              </p14:cNvPr>
              <p14:cNvContentPartPr/>
              <p14:nvPr/>
            </p14:nvContentPartPr>
            <p14:xfrm>
              <a:off x="2712715" y="2550980"/>
              <a:ext cx="130320" cy="738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614E753-1436-3000-D3A0-CFDB8C16BEF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706595" y="2544860"/>
                <a:ext cx="142560" cy="7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6B8BCCF-81FF-FE10-D08B-8F4249911C39}"/>
                  </a:ext>
                </a:extLst>
              </p14:cNvPr>
              <p14:cNvContentPartPr/>
              <p14:nvPr/>
            </p14:nvContentPartPr>
            <p14:xfrm>
              <a:off x="3024835" y="3231380"/>
              <a:ext cx="134280" cy="256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6B8BCCF-81FF-FE10-D08B-8F4249911C3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018715" y="3225260"/>
                <a:ext cx="1465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A7FF36-3A4E-88FC-397D-93921E84EF6E}"/>
                  </a:ext>
                </a:extLst>
              </p14:cNvPr>
              <p14:cNvContentPartPr/>
              <p14:nvPr/>
            </p14:nvContentPartPr>
            <p14:xfrm>
              <a:off x="3182875" y="3030500"/>
              <a:ext cx="73080" cy="261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A7FF36-3A4E-88FC-397D-93921E84EF6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176755" y="3024380"/>
                <a:ext cx="853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A435229-CBDC-0564-A208-AE332AF04828}"/>
                  </a:ext>
                </a:extLst>
              </p14:cNvPr>
              <p14:cNvContentPartPr/>
              <p14:nvPr/>
            </p14:nvContentPartPr>
            <p14:xfrm>
              <a:off x="2169115" y="2701820"/>
              <a:ext cx="57960" cy="5515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A435229-CBDC-0564-A208-AE332AF0482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62995" y="2695700"/>
                <a:ext cx="7020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0FCC845-E8FA-1ECA-1329-2045D5353576}"/>
                  </a:ext>
                </a:extLst>
              </p14:cNvPr>
              <p14:cNvContentPartPr/>
              <p14:nvPr/>
            </p14:nvContentPartPr>
            <p14:xfrm>
              <a:off x="2018995" y="3541700"/>
              <a:ext cx="298080" cy="445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0FCC845-E8FA-1ECA-1329-2045D535357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12875" y="3535580"/>
                <a:ext cx="31032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1D38E0C-7860-1559-D447-660979234B45}"/>
                  </a:ext>
                </a:extLst>
              </p14:cNvPr>
              <p14:cNvContentPartPr/>
              <p14:nvPr/>
            </p14:nvContentPartPr>
            <p14:xfrm>
              <a:off x="2411755" y="3308060"/>
              <a:ext cx="167040" cy="3045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1D38E0C-7860-1559-D447-660979234B4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05635" y="3301940"/>
                <a:ext cx="1792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508DDAD-8D3F-884D-984D-48BF238F23DD}"/>
                  </a:ext>
                </a:extLst>
              </p14:cNvPr>
              <p14:cNvContentPartPr/>
              <p14:nvPr/>
            </p14:nvContentPartPr>
            <p14:xfrm>
              <a:off x="1490875" y="2652860"/>
              <a:ext cx="329400" cy="630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508DDAD-8D3F-884D-984D-48BF238F23D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84755" y="2646740"/>
                <a:ext cx="341640" cy="6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1CD366C-C4B9-87D5-8357-AB2DD4B9C270}"/>
                  </a:ext>
                </a:extLst>
              </p14:cNvPr>
              <p14:cNvContentPartPr/>
              <p14:nvPr/>
            </p14:nvContentPartPr>
            <p14:xfrm>
              <a:off x="1016035" y="3724580"/>
              <a:ext cx="293400" cy="3470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1CD366C-C4B9-87D5-8357-AB2DD4B9C27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09915" y="3718460"/>
                <a:ext cx="30564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96A395C-E305-47BD-93D8-4CB5A4FF3BD0}"/>
                  </a:ext>
                </a:extLst>
              </p14:cNvPr>
              <p14:cNvContentPartPr/>
              <p14:nvPr/>
            </p14:nvContentPartPr>
            <p14:xfrm>
              <a:off x="1324555" y="3393020"/>
              <a:ext cx="101880" cy="3301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96A395C-E305-47BD-93D8-4CB5A4FF3BD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318435" y="3386900"/>
                <a:ext cx="1141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2199212-9D97-7C1A-A5DB-31AFCF5869A1}"/>
                  </a:ext>
                </a:extLst>
              </p14:cNvPr>
              <p14:cNvContentPartPr/>
              <p14:nvPr/>
            </p14:nvContentPartPr>
            <p14:xfrm>
              <a:off x="1382515" y="3245420"/>
              <a:ext cx="105120" cy="504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2199212-9D97-7C1A-A5DB-31AFCF5869A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376395" y="3239300"/>
                <a:ext cx="1173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6AD024C-BFF8-5C35-A58C-D894BD81EEB6}"/>
                  </a:ext>
                </a:extLst>
              </p14:cNvPr>
              <p14:cNvContentPartPr/>
              <p14:nvPr/>
            </p14:nvContentPartPr>
            <p14:xfrm>
              <a:off x="971395" y="3880100"/>
              <a:ext cx="748080" cy="535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6AD024C-BFF8-5C35-A58C-D894BD81EEB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65275" y="3873980"/>
                <a:ext cx="76032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9C2195E-B00E-1805-2131-63EBC9D48A59}"/>
                  </a:ext>
                </a:extLst>
              </p14:cNvPr>
              <p14:cNvContentPartPr/>
              <p14:nvPr/>
            </p14:nvContentPartPr>
            <p14:xfrm>
              <a:off x="1006675" y="4111580"/>
              <a:ext cx="436320" cy="3225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9C2195E-B00E-1805-2131-63EBC9D48A5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00555" y="4105460"/>
                <a:ext cx="44856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E05F057-99FB-E8FC-DF8C-ED992412AC3A}"/>
                  </a:ext>
                </a:extLst>
              </p14:cNvPr>
              <p14:cNvContentPartPr/>
              <p14:nvPr/>
            </p14:nvContentPartPr>
            <p14:xfrm>
              <a:off x="969955" y="4165580"/>
              <a:ext cx="433080" cy="2282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E05F057-99FB-E8FC-DF8C-ED992412AC3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63835" y="4159460"/>
                <a:ext cx="4453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6FED75F-50D4-0B68-8430-C1536CDB81DE}"/>
                  </a:ext>
                </a:extLst>
              </p14:cNvPr>
              <p14:cNvContentPartPr/>
              <p14:nvPr/>
            </p14:nvContentPartPr>
            <p14:xfrm>
              <a:off x="982195" y="4294820"/>
              <a:ext cx="145080" cy="1033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6FED75F-50D4-0B68-8430-C1536CDB81D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76075" y="4288700"/>
                <a:ext cx="1573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0450FEB-BC21-F3F1-0DC6-C74E1FF8195C}"/>
                  </a:ext>
                </a:extLst>
              </p14:cNvPr>
              <p14:cNvContentPartPr/>
              <p14:nvPr/>
            </p14:nvContentPartPr>
            <p14:xfrm>
              <a:off x="2062555" y="2328140"/>
              <a:ext cx="17280" cy="158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0450FEB-BC21-F3F1-0DC6-C74E1FF8195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056435" y="2322020"/>
                <a:ext cx="295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9377C17-6414-0255-24D9-350B389FEBAC}"/>
                  </a:ext>
                </a:extLst>
              </p14:cNvPr>
              <p14:cNvContentPartPr/>
              <p14:nvPr/>
            </p14:nvContentPartPr>
            <p14:xfrm>
              <a:off x="2291515" y="4190780"/>
              <a:ext cx="45000" cy="219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9377C17-6414-0255-24D9-350B389FEBA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285395" y="4184660"/>
                <a:ext cx="572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0CC538C-6E04-822A-F542-BE3785496636}"/>
                  </a:ext>
                </a:extLst>
              </p14:cNvPr>
              <p14:cNvContentPartPr/>
              <p14:nvPr/>
            </p14:nvContentPartPr>
            <p14:xfrm>
              <a:off x="2776435" y="2399060"/>
              <a:ext cx="1318320" cy="1760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0CC538C-6E04-822A-F542-BE378549663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770315" y="2392940"/>
                <a:ext cx="13305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817A989-4B10-A379-EED3-2219549CFBA3}"/>
                  </a:ext>
                </a:extLst>
              </p14:cNvPr>
              <p14:cNvContentPartPr/>
              <p14:nvPr/>
            </p14:nvContentPartPr>
            <p14:xfrm>
              <a:off x="4577875" y="2333900"/>
              <a:ext cx="236520" cy="493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817A989-4B10-A379-EED3-2219549CFBA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571755" y="2327780"/>
                <a:ext cx="2487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19F3EB1-EE0B-7A61-3488-617DC2E27EAC}"/>
                  </a:ext>
                </a:extLst>
              </p14:cNvPr>
              <p14:cNvContentPartPr/>
              <p14:nvPr/>
            </p14:nvContentPartPr>
            <p14:xfrm>
              <a:off x="2407435" y="1934300"/>
              <a:ext cx="2418480" cy="9057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19F3EB1-EE0B-7A61-3488-617DC2E27EA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401315" y="1928180"/>
                <a:ext cx="2430720" cy="9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077DDF5-367E-B112-736F-78E21FFE762D}"/>
                  </a:ext>
                </a:extLst>
              </p14:cNvPr>
              <p14:cNvContentPartPr/>
              <p14:nvPr/>
            </p14:nvContentPartPr>
            <p14:xfrm>
              <a:off x="3052555" y="2224100"/>
              <a:ext cx="12240" cy="79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077DDF5-367E-B112-736F-78E21FFE762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046435" y="2217980"/>
                <a:ext cx="244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65826CE-165F-52A4-3FE5-97CD3DC61958}"/>
                  </a:ext>
                </a:extLst>
              </p14:cNvPr>
              <p14:cNvContentPartPr/>
              <p14:nvPr/>
            </p14:nvContentPartPr>
            <p14:xfrm>
              <a:off x="3615595" y="3642500"/>
              <a:ext cx="52200" cy="450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65826CE-165F-52A4-3FE5-97CD3DC6195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609475" y="3636380"/>
                <a:ext cx="644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93952BD-5078-A264-31B2-96014AEEA647}"/>
                  </a:ext>
                </a:extLst>
              </p14:cNvPr>
              <p14:cNvContentPartPr/>
              <p14:nvPr/>
            </p14:nvContentPartPr>
            <p14:xfrm>
              <a:off x="3267115" y="3598220"/>
              <a:ext cx="3960" cy="273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93952BD-5078-A264-31B2-96014AEEA64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60995" y="3592100"/>
                <a:ext cx="162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02B9D44-D444-164A-7C84-9A6CAA2F1BCD}"/>
                  </a:ext>
                </a:extLst>
              </p14:cNvPr>
              <p14:cNvContentPartPr/>
              <p14:nvPr/>
            </p14:nvContentPartPr>
            <p14:xfrm>
              <a:off x="2431555" y="5839220"/>
              <a:ext cx="154800" cy="165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02B9D44-D444-164A-7C84-9A6CAA2F1BC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425435" y="5833100"/>
                <a:ext cx="1670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0C6FA5-749C-BB6B-ED62-71673C6861C9}"/>
                  </a:ext>
                </a:extLst>
              </p14:cNvPr>
              <p14:cNvContentPartPr/>
              <p14:nvPr/>
            </p14:nvContentPartPr>
            <p14:xfrm>
              <a:off x="7383355" y="225740"/>
              <a:ext cx="379800" cy="46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0C6FA5-749C-BB6B-ED62-71673C6861C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377235" y="219620"/>
                <a:ext cx="39204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6B34742-26EC-4662-CC40-0AC323A76BF8}"/>
                  </a:ext>
                </a:extLst>
              </p14:cNvPr>
              <p14:cNvContentPartPr/>
              <p14:nvPr/>
            </p14:nvContentPartPr>
            <p14:xfrm>
              <a:off x="8022715" y="177860"/>
              <a:ext cx="245160" cy="620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6B34742-26EC-4662-CC40-0AC323A76BF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016595" y="171740"/>
                <a:ext cx="25740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5F9155E-1BB4-DA76-A38A-EAC6E3EE36C4}"/>
                  </a:ext>
                </a:extLst>
              </p14:cNvPr>
              <p14:cNvContentPartPr/>
              <p14:nvPr/>
            </p14:nvContentPartPr>
            <p14:xfrm>
              <a:off x="8489275" y="1463420"/>
              <a:ext cx="57240" cy="4597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5F9155E-1BB4-DA76-A38A-EAC6E3EE36C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483155" y="1457300"/>
                <a:ext cx="6948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BB57F86-A7D1-B73E-0D56-AB4CF12B121D}"/>
                  </a:ext>
                </a:extLst>
              </p14:cNvPr>
              <p14:cNvContentPartPr/>
              <p14:nvPr/>
            </p14:nvContentPartPr>
            <p14:xfrm>
              <a:off x="8910115" y="1370180"/>
              <a:ext cx="58680" cy="585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BB57F86-A7D1-B73E-0D56-AB4CF12B121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03995" y="1364060"/>
                <a:ext cx="70920" cy="5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24526A1A-CF70-87CB-18DA-98994CBBEEF7}"/>
                  </a:ext>
                </a:extLst>
              </p14:cNvPr>
              <p14:cNvContentPartPr/>
              <p14:nvPr/>
            </p14:nvContentPartPr>
            <p14:xfrm>
              <a:off x="9538675" y="1273340"/>
              <a:ext cx="345960" cy="5155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24526A1A-CF70-87CB-18DA-98994CBBEEF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532555" y="1267220"/>
                <a:ext cx="35820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05DF76F-78ED-4F54-8894-DF612B1001E1}"/>
                  </a:ext>
                </a:extLst>
              </p14:cNvPr>
              <p14:cNvContentPartPr/>
              <p14:nvPr/>
            </p14:nvContentPartPr>
            <p14:xfrm>
              <a:off x="10257235" y="996860"/>
              <a:ext cx="438120" cy="7552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05DF76F-78ED-4F54-8894-DF612B1001E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251115" y="990740"/>
                <a:ext cx="450360" cy="76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F653F56-AB9C-39E3-64BF-19153A72F6D8}"/>
                  </a:ext>
                </a:extLst>
              </p14:cNvPr>
              <p14:cNvContentPartPr/>
              <p14:nvPr/>
            </p14:nvContentPartPr>
            <p14:xfrm>
              <a:off x="10739635" y="945740"/>
              <a:ext cx="438480" cy="6408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F653F56-AB9C-39E3-64BF-19153A72F6D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733515" y="939620"/>
                <a:ext cx="45072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60F2404-0604-105C-AC3C-0D540036A53C}"/>
                  </a:ext>
                </a:extLst>
              </p14:cNvPr>
              <p14:cNvContentPartPr/>
              <p14:nvPr/>
            </p14:nvContentPartPr>
            <p14:xfrm>
              <a:off x="11218075" y="860420"/>
              <a:ext cx="410400" cy="6357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60F2404-0604-105C-AC3C-0D540036A53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211955" y="854300"/>
                <a:ext cx="42264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0417262-5310-B7C9-AA2C-FE0E61EEFB4E}"/>
                  </a:ext>
                </a:extLst>
              </p14:cNvPr>
              <p14:cNvContentPartPr/>
              <p14:nvPr/>
            </p14:nvContentPartPr>
            <p14:xfrm>
              <a:off x="11663035" y="1625060"/>
              <a:ext cx="84600" cy="42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0417262-5310-B7C9-AA2C-FE0E61EEFB4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656915" y="1618940"/>
                <a:ext cx="96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8A15EE3-1BDB-0C24-348B-A5AF5994DE6A}"/>
                  </a:ext>
                </a:extLst>
              </p14:cNvPr>
              <p14:cNvContentPartPr/>
              <p14:nvPr/>
            </p14:nvContentPartPr>
            <p14:xfrm>
              <a:off x="8299915" y="1935380"/>
              <a:ext cx="1576800" cy="2898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8A15EE3-1BDB-0C24-348B-A5AF5994DE6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293795" y="1929260"/>
                <a:ext cx="15890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8043A2D-0E78-AE93-8099-D4F197D8312A}"/>
                  </a:ext>
                </a:extLst>
              </p14:cNvPr>
              <p14:cNvContentPartPr/>
              <p14:nvPr/>
            </p14:nvContentPartPr>
            <p14:xfrm>
              <a:off x="8622115" y="1932860"/>
              <a:ext cx="1780200" cy="2577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8043A2D-0E78-AE93-8099-D4F197D8312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615995" y="1926740"/>
                <a:ext cx="17924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48222AFB-5644-162E-1ECF-CAB8BFA7DCC6}"/>
                  </a:ext>
                </a:extLst>
              </p14:cNvPr>
              <p14:cNvContentPartPr/>
              <p14:nvPr/>
            </p14:nvContentPartPr>
            <p14:xfrm>
              <a:off x="8270035" y="1943300"/>
              <a:ext cx="1880280" cy="2196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48222AFB-5644-162E-1ECF-CAB8BFA7DCC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263915" y="1937180"/>
                <a:ext cx="1892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6CF7F78-51DE-4A58-93AE-810DCFF226E6}"/>
                  </a:ext>
                </a:extLst>
              </p14:cNvPr>
              <p14:cNvContentPartPr/>
              <p14:nvPr/>
            </p14:nvContentPartPr>
            <p14:xfrm>
              <a:off x="8176075" y="1015940"/>
              <a:ext cx="1973880" cy="13528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6CF7F78-51DE-4A58-93AE-810DCFF226E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169955" y="1009820"/>
                <a:ext cx="1986120" cy="13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E48744A-6FDE-1579-10DF-B5BC8D3FB6C4}"/>
                  </a:ext>
                </a:extLst>
              </p14:cNvPr>
              <p14:cNvContentPartPr/>
              <p14:nvPr/>
            </p14:nvContentPartPr>
            <p14:xfrm>
              <a:off x="8904355" y="1239860"/>
              <a:ext cx="6480" cy="5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E48744A-6FDE-1579-10DF-B5BC8D3FB6C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898235" y="1233740"/>
                <a:ext cx="18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0C60D3C-B150-6A91-0C39-6787998CF0E8}"/>
                  </a:ext>
                </a:extLst>
              </p14:cNvPr>
              <p14:cNvContentPartPr/>
              <p14:nvPr/>
            </p14:nvContentPartPr>
            <p14:xfrm>
              <a:off x="7300555" y="2011340"/>
              <a:ext cx="385920" cy="5025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0C60D3C-B150-6A91-0C39-6787998CF0E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294435" y="2005220"/>
                <a:ext cx="398160" cy="5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F090882-271A-597C-285C-58D893463A37}"/>
                  </a:ext>
                </a:extLst>
              </p14:cNvPr>
              <p14:cNvContentPartPr/>
              <p14:nvPr/>
            </p14:nvContentPartPr>
            <p14:xfrm>
              <a:off x="6783955" y="1570340"/>
              <a:ext cx="1497960" cy="15019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F090882-271A-597C-285C-58D893463A3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777835" y="1564220"/>
                <a:ext cx="1510200" cy="15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40A43C2-D925-18C5-3FF4-C45D5C037F40}"/>
                  </a:ext>
                </a:extLst>
              </p14:cNvPr>
              <p14:cNvContentPartPr/>
              <p14:nvPr/>
            </p14:nvContentPartPr>
            <p14:xfrm>
              <a:off x="7845595" y="2745020"/>
              <a:ext cx="360" cy="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40A43C2-D925-18C5-3FF4-C45D5C037F4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839475" y="27389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F1C8680-8947-4E3F-BC9C-3EF7FDC9AA8D}"/>
                  </a:ext>
                </a:extLst>
              </p14:cNvPr>
              <p14:cNvContentPartPr/>
              <p14:nvPr/>
            </p14:nvContentPartPr>
            <p14:xfrm>
              <a:off x="11215915" y="5077100"/>
              <a:ext cx="72720" cy="349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F1C8680-8947-4E3F-BC9C-3EF7FDC9AA8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209795" y="5070980"/>
                <a:ext cx="8496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10B730B-6E4C-5700-DFD3-F7CB7EB78FF8}"/>
              </a:ext>
            </a:extLst>
          </p:cNvPr>
          <p:cNvGrpSpPr/>
          <p:nvPr/>
        </p:nvGrpSpPr>
        <p:grpSpPr>
          <a:xfrm>
            <a:off x="3845635" y="3963620"/>
            <a:ext cx="6889680" cy="2802600"/>
            <a:chOff x="3845635" y="3963620"/>
            <a:chExt cx="6889680" cy="28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4135271-74BD-48F2-54FB-EA31D9FA7690}"/>
                    </a:ext>
                  </a:extLst>
                </p14:cNvPr>
                <p14:cNvContentPartPr/>
                <p14:nvPr/>
              </p14:nvContentPartPr>
              <p14:xfrm>
                <a:off x="3968755" y="4641140"/>
                <a:ext cx="703440" cy="110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4135271-74BD-48F2-54FB-EA31D9FA769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962635" y="4635020"/>
                  <a:ext cx="715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A2C7F47-E1CD-F3C8-2BD4-C370B3151798}"/>
                    </a:ext>
                  </a:extLst>
                </p14:cNvPr>
                <p14:cNvContentPartPr/>
                <p14:nvPr/>
              </p14:nvContentPartPr>
              <p14:xfrm>
                <a:off x="4192315" y="4505060"/>
                <a:ext cx="72720" cy="601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A2C7F47-E1CD-F3C8-2BD4-C370B315179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86195" y="4498940"/>
                  <a:ext cx="8496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FFA6BE1-F3C0-1CF2-3E51-733B777DB55A}"/>
                    </a:ext>
                  </a:extLst>
                </p14:cNvPr>
                <p14:cNvContentPartPr/>
                <p14:nvPr/>
              </p14:nvContentPartPr>
              <p14:xfrm>
                <a:off x="4853995" y="4416500"/>
                <a:ext cx="70200" cy="398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FFA6BE1-F3C0-1CF2-3E51-733B777DB55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47875" y="4410380"/>
                  <a:ext cx="824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77853B2-D083-73F6-D4E0-0194282A640C}"/>
                    </a:ext>
                  </a:extLst>
                </p14:cNvPr>
                <p14:cNvContentPartPr/>
                <p14:nvPr/>
              </p14:nvContentPartPr>
              <p14:xfrm>
                <a:off x="5158915" y="4347020"/>
                <a:ext cx="405360" cy="521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77853B2-D083-73F6-D4E0-0194282A640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52795" y="4340900"/>
                  <a:ext cx="4176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EF9C7B1-60CA-6D67-AE8D-B4CCD4716EA0}"/>
                    </a:ext>
                  </a:extLst>
                </p14:cNvPr>
                <p14:cNvContentPartPr/>
                <p14:nvPr/>
              </p14:nvContentPartPr>
              <p14:xfrm>
                <a:off x="6545635" y="4446380"/>
                <a:ext cx="951840" cy="50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EF9C7B1-60CA-6D67-AE8D-B4CCD4716EA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39515" y="4440260"/>
                  <a:ext cx="964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E5D4394-35AB-ACAD-B4A2-A8F08122F90C}"/>
                    </a:ext>
                  </a:extLst>
                </p14:cNvPr>
                <p14:cNvContentPartPr/>
                <p14:nvPr/>
              </p14:nvContentPartPr>
              <p14:xfrm>
                <a:off x="7029475" y="4195100"/>
                <a:ext cx="86760" cy="601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E5D4394-35AB-ACAD-B4A2-A8F08122F90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23355" y="4188980"/>
                  <a:ext cx="990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4131FD1-38C4-4389-CF7B-07B5C7C4DC85}"/>
                    </a:ext>
                  </a:extLst>
                </p14:cNvPr>
                <p14:cNvContentPartPr/>
                <p14:nvPr/>
              </p14:nvContentPartPr>
              <p14:xfrm>
                <a:off x="7814995" y="3963620"/>
                <a:ext cx="424440" cy="632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4131FD1-38C4-4389-CF7B-07B5C7C4DC8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8875" y="3957500"/>
                  <a:ext cx="43668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7E49342-F5D4-3876-439B-61D921D767DA}"/>
                    </a:ext>
                  </a:extLst>
                </p14:cNvPr>
                <p14:cNvContentPartPr/>
                <p14:nvPr/>
              </p14:nvContentPartPr>
              <p14:xfrm>
                <a:off x="8555875" y="4170980"/>
                <a:ext cx="843120" cy="133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7E49342-F5D4-3876-439B-61D921D767D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49755" y="4164860"/>
                  <a:ext cx="855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78D1D63-6486-A063-31AC-889CD5C6D5E9}"/>
                    </a:ext>
                  </a:extLst>
                </p14:cNvPr>
                <p14:cNvContentPartPr/>
                <p14:nvPr/>
              </p14:nvContentPartPr>
              <p14:xfrm>
                <a:off x="9013435" y="4051820"/>
                <a:ext cx="55080" cy="369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78D1D63-6486-A063-31AC-889CD5C6D5E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07315" y="4045700"/>
                  <a:ext cx="673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81A9A54-236E-0D72-0756-3792D5DD82B0}"/>
                    </a:ext>
                  </a:extLst>
                </p14:cNvPr>
                <p14:cNvContentPartPr/>
                <p14:nvPr/>
              </p14:nvContentPartPr>
              <p14:xfrm>
                <a:off x="9446875" y="3981260"/>
                <a:ext cx="330120" cy="502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81A9A54-236E-0D72-0756-3792D5DD82B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40755" y="3975140"/>
                  <a:ext cx="34236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62F234-CA9B-03F3-570D-E61646CCFF20}"/>
                    </a:ext>
                  </a:extLst>
                </p14:cNvPr>
                <p14:cNvContentPartPr/>
                <p14:nvPr/>
              </p14:nvContentPartPr>
              <p14:xfrm>
                <a:off x="10157155" y="4192940"/>
                <a:ext cx="65520" cy="25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62F234-CA9B-03F3-570D-E61646CCFF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51035" y="4186820"/>
                  <a:ext cx="77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E64978-C783-695B-DFFE-C7E995ABB007}"/>
                    </a:ext>
                  </a:extLst>
                </p14:cNvPr>
                <p14:cNvContentPartPr/>
                <p14:nvPr/>
              </p14:nvContentPartPr>
              <p14:xfrm>
                <a:off x="4213915" y="5222180"/>
                <a:ext cx="19080" cy="521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E64978-C783-695B-DFFE-C7E995ABB00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07795" y="5216060"/>
                  <a:ext cx="3132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3333607-7546-3CF3-89D7-3DC3318B900C}"/>
                    </a:ext>
                  </a:extLst>
                </p14:cNvPr>
                <p14:cNvContentPartPr/>
                <p14:nvPr/>
              </p14:nvContentPartPr>
              <p14:xfrm>
                <a:off x="3845635" y="5194460"/>
                <a:ext cx="749520" cy="355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3333607-7546-3CF3-89D7-3DC3318B900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39515" y="5188340"/>
                  <a:ext cx="7617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E76365-9D8D-0DD9-BC3F-700776B82A7B}"/>
                    </a:ext>
                  </a:extLst>
                </p14:cNvPr>
                <p14:cNvContentPartPr/>
                <p14:nvPr/>
              </p14:nvContentPartPr>
              <p14:xfrm>
                <a:off x="4792435" y="5131820"/>
                <a:ext cx="388800" cy="580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E76365-9D8D-0DD9-BC3F-700776B82A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86315" y="5125700"/>
                  <a:ext cx="40104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7BCECBC-DF0A-2AC4-4B91-28636962FB5A}"/>
                    </a:ext>
                  </a:extLst>
                </p14:cNvPr>
                <p14:cNvContentPartPr/>
                <p14:nvPr/>
              </p14:nvContentPartPr>
              <p14:xfrm>
                <a:off x="5426755" y="5311820"/>
                <a:ext cx="16200" cy="5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7BCECBC-DF0A-2AC4-4B91-28636962FB5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20635" y="5305700"/>
                  <a:ext cx="28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4E2AF0F-C85B-39FF-8B12-E9AA9FF90382}"/>
                    </a:ext>
                  </a:extLst>
                </p14:cNvPr>
                <p14:cNvContentPartPr/>
                <p14:nvPr/>
              </p14:nvContentPartPr>
              <p14:xfrm>
                <a:off x="10399435" y="4932740"/>
                <a:ext cx="335880" cy="508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4E2AF0F-C85B-39FF-8B12-E9AA9FF903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93315" y="4926620"/>
                  <a:ext cx="3481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E50AD19-68C1-D503-8861-6FC8BDDDD5D8}"/>
                    </a:ext>
                  </a:extLst>
                </p14:cNvPr>
                <p14:cNvContentPartPr/>
                <p14:nvPr/>
              </p14:nvContentPartPr>
              <p14:xfrm>
                <a:off x="7722835" y="5336300"/>
                <a:ext cx="32040" cy="460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E50AD19-68C1-D503-8861-6FC8BDDDD5D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16715" y="5330180"/>
                  <a:ext cx="442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FA3BC22-1C63-62A7-AB85-660285E570BC}"/>
                    </a:ext>
                  </a:extLst>
                </p14:cNvPr>
                <p14:cNvContentPartPr/>
                <p14:nvPr/>
              </p14:nvContentPartPr>
              <p14:xfrm>
                <a:off x="8027755" y="5343140"/>
                <a:ext cx="71640" cy="442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FA3BC22-1C63-62A7-AB85-660285E570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21635" y="5337020"/>
                  <a:ext cx="838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A8FBEA8-5BF1-2240-E6D4-77CCC40265D4}"/>
                    </a:ext>
                  </a:extLst>
                </p14:cNvPr>
                <p14:cNvContentPartPr/>
                <p14:nvPr/>
              </p14:nvContentPartPr>
              <p14:xfrm>
                <a:off x="8416915" y="5299580"/>
                <a:ext cx="279720" cy="439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A8FBEA8-5BF1-2240-E6D4-77CCC40265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10795" y="5293460"/>
                  <a:ext cx="2919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2927D1E-1801-3E8A-0B44-6444F6FB82E9}"/>
                    </a:ext>
                  </a:extLst>
                </p14:cNvPr>
                <p14:cNvContentPartPr/>
                <p14:nvPr/>
              </p14:nvContentPartPr>
              <p14:xfrm>
                <a:off x="8929555" y="5063060"/>
                <a:ext cx="406080" cy="749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2927D1E-1801-3E8A-0B44-6444F6FB82E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23435" y="5056940"/>
                  <a:ext cx="41832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04B5F5-00F2-E566-D7C1-7AA8A3573673}"/>
                    </a:ext>
                  </a:extLst>
                </p14:cNvPr>
                <p14:cNvContentPartPr/>
                <p14:nvPr/>
              </p14:nvContentPartPr>
              <p14:xfrm>
                <a:off x="9429955" y="5001140"/>
                <a:ext cx="416520" cy="854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C04B5F5-00F2-E566-D7C1-7AA8A357367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423835" y="4995020"/>
                  <a:ext cx="42876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DE3ECD5-7E39-6159-39B8-2F0421FD258A}"/>
                    </a:ext>
                  </a:extLst>
                </p14:cNvPr>
                <p14:cNvContentPartPr/>
                <p14:nvPr/>
              </p14:nvContentPartPr>
              <p14:xfrm>
                <a:off x="8032435" y="5831660"/>
                <a:ext cx="515160" cy="61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DE3ECD5-7E39-6159-39B8-2F0421FD25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26315" y="5825540"/>
                  <a:ext cx="527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B71DA34-C79C-459E-A465-775EE4BAAC66}"/>
                    </a:ext>
                  </a:extLst>
                </p14:cNvPr>
                <p14:cNvContentPartPr/>
                <p14:nvPr/>
              </p14:nvContentPartPr>
              <p14:xfrm>
                <a:off x="8478475" y="6182300"/>
                <a:ext cx="77400" cy="419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B71DA34-C79C-459E-A465-775EE4BAAC6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72355" y="6176180"/>
                  <a:ext cx="896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68A0F67-9840-32CD-6D3C-4D818DCE64D2}"/>
                    </a:ext>
                  </a:extLst>
                </p14:cNvPr>
                <p14:cNvContentPartPr/>
                <p14:nvPr/>
              </p14:nvContentPartPr>
              <p14:xfrm>
                <a:off x="8887075" y="6152780"/>
                <a:ext cx="71640" cy="366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68A0F67-9840-32CD-6D3C-4D818DCE64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80955" y="6146660"/>
                  <a:ext cx="838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874E8FA-AF0D-5FFE-6563-D1A603537C5C}"/>
                    </a:ext>
                  </a:extLst>
                </p14:cNvPr>
                <p14:cNvContentPartPr/>
                <p14:nvPr/>
              </p14:nvContentPartPr>
              <p14:xfrm>
                <a:off x="9440755" y="6091940"/>
                <a:ext cx="294840" cy="414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874E8FA-AF0D-5FFE-6563-D1A603537C5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34635" y="6085820"/>
                  <a:ext cx="3070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9B0B058-E4BE-9584-D668-5DE26F23190A}"/>
                    </a:ext>
                  </a:extLst>
                </p14:cNvPr>
                <p14:cNvContentPartPr/>
                <p14:nvPr/>
              </p14:nvContentPartPr>
              <p14:xfrm>
                <a:off x="8927035" y="6227300"/>
                <a:ext cx="1069920" cy="147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9B0B058-E4BE-9584-D668-5DE26F23190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20915" y="6221180"/>
                  <a:ext cx="10821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77AE4FD-D21A-80BE-4BF9-8813794B0FA6}"/>
                    </a:ext>
                  </a:extLst>
                </p14:cNvPr>
                <p14:cNvContentPartPr/>
                <p14:nvPr/>
              </p14:nvContentPartPr>
              <p14:xfrm>
                <a:off x="6672355" y="6448700"/>
                <a:ext cx="1731600" cy="251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77AE4FD-D21A-80BE-4BF9-8813794B0FA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66235" y="6442580"/>
                  <a:ext cx="1743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DD5AB92-1AA8-8B35-374A-C527494C465A}"/>
                    </a:ext>
                  </a:extLst>
                </p14:cNvPr>
                <p14:cNvContentPartPr/>
                <p14:nvPr/>
              </p14:nvContentPartPr>
              <p14:xfrm>
                <a:off x="6278875" y="6449060"/>
                <a:ext cx="264960" cy="317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DD5AB92-1AA8-8B35-374A-C527494C465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72755" y="6442940"/>
                  <a:ext cx="2772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FAF4F28-6036-B2CB-05C7-D2B8D51A7E2B}"/>
                    </a:ext>
                  </a:extLst>
                </p14:cNvPr>
                <p14:cNvContentPartPr/>
                <p14:nvPr/>
              </p14:nvContentPartPr>
              <p14:xfrm>
                <a:off x="6474715" y="6176900"/>
                <a:ext cx="164160" cy="234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FAF4F28-6036-B2CB-05C7-D2B8D51A7E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68595" y="6170780"/>
                  <a:ext cx="1764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BE25B76-AC6E-C65C-0959-735B422B3E16}"/>
                    </a:ext>
                  </a:extLst>
                </p14:cNvPr>
                <p14:cNvContentPartPr/>
                <p14:nvPr/>
              </p14:nvContentPartPr>
              <p14:xfrm>
                <a:off x="6752995" y="6357980"/>
                <a:ext cx="5040" cy="11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BE25B76-AC6E-C65C-0959-735B422B3E1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746875" y="6351860"/>
                  <a:ext cx="17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70485B0-CA94-1481-E7F1-9F60D5320582}"/>
                    </a:ext>
                  </a:extLst>
                </p14:cNvPr>
                <p14:cNvContentPartPr/>
                <p14:nvPr/>
              </p14:nvContentPartPr>
              <p14:xfrm>
                <a:off x="5303635" y="6074660"/>
                <a:ext cx="37800" cy="276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70485B0-CA94-1481-E7F1-9F60D532058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297515" y="6068540"/>
                  <a:ext cx="50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A3D6D23-1892-68F2-D353-330C81E726D6}"/>
                    </a:ext>
                  </a:extLst>
                </p14:cNvPr>
                <p14:cNvContentPartPr/>
                <p14:nvPr/>
              </p14:nvContentPartPr>
              <p14:xfrm>
                <a:off x="5652115" y="6008420"/>
                <a:ext cx="208800" cy="138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A3D6D23-1892-68F2-D353-330C81E726D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45995" y="6002300"/>
                  <a:ext cx="2210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C32FCF6-B085-9D3A-2267-05C88DA15187}"/>
                    </a:ext>
                  </a:extLst>
                </p14:cNvPr>
                <p14:cNvContentPartPr/>
                <p14:nvPr/>
              </p14:nvContentPartPr>
              <p14:xfrm>
                <a:off x="5757235" y="6086540"/>
                <a:ext cx="219960" cy="100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C32FCF6-B085-9D3A-2267-05C88DA151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51115" y="6080420"/>
                  <a:ext cx="232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AE0941E-0540-D1E7-A76C-72D53C710F79}"/>
                    </a:ext>
                  </a:extLst>
                </p14:cNvPr>
                <p14:cNvContentPartPr/>
                <p14:nvPr/>
              </p14:nvContentPartPr>
              <p14:xfrm>
                <a:off x="6228475" y="5745620"/>
                <a:ext cx="43920" cy="283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AE0941E-0540-D1E7-A76C-72D53C710F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22355" y="5739500"/>
                  <a:ext cx="561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FE812F9-2BC9-8732-F80E-50CD7AD20AE3}"/>
                    </a:ext>
                  </a:extLst>
                </p14:cNvPr>
                <p14:cNvContentPartPr/>
                <p14:nvPr/>
              </p14:nvContentPartPr>
              <p14:xfrm>
                <a:off x="6718075" y="5455820"/>
                <a:ext cx="254880" cy="59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FE812F9-2BC9-8732-F80E-50CD7AD20A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11955" y="5449700"/>
                  <a:ext cx="267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75DA412-EEF3-5B28-F281-968B49F631B1}"/>
                    </a:ext>
                  </a:extLst>
                </p14:cNvPr>
                <p14:cNvContentPartPr/>
                <p14:nvPr/>
              </p14:nvContentPartPr>
              <p14:xfrm>
                <a:off x="6734995" y="5774060"/>
                <a:ext cx="135360" cy="113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75DA412-EEF3-5B28-F281-968B49F631B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28875" y="5767940"/>
                  <a:ext cx="147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C17B241-AF5D-BD76-AED2-E48DC126ABA0}"/>
                    </a:ext>
                  </a:extLst>
                </p14:cNvPr>
                <p14:cNvContentPartPr/>
                <p14:nvPr/>
              </p14:nvContentPartPr>
              <p14:xfrm>
                <a:off x="7069075" y="5394980"/>
                <a:ext cx="62640" cy="386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C17B241-AF5D-BD76-AED2-E48DC126ABA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62955" y="5388860"/>
                  <a:ext cx="748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7B1392-845E-7DB5-C4F5-B23312DDE3AD}"/>
                    </a:ext>
                  </a:extLst>
                </p14:cNvPr>
                <p14:cNvContentPartPr/>
                <p14:nvPr/>
              </p14:nvContentPartPr>
              <p14:xfrm>
                <a:off x="7476595" y="5495060"/>
                <a:ext cx="51120" cy="157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7B1392-845E-7DB5-C4F5-B23312DDE3A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470475" y="5488940"/>
                  <a:ext cx="633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E5E7AC9-EE54-E8E4-10A2-68CB372FD356}"/>
                    </a:ext>
                  </a:extLst>
                </p14:cNvPr>
                <p14:cNvContentPartPr/>
                <p14:nvPr/>
              </p14:nvContentPartPr>
              <p14:xfrm>
                <a:off x="5085475" y="5661020"/>
                <a:ext cx="113040" cy="862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E5E7AC9-EE54-E8E4-10A2-68CB372FD35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79355" y="5654900"/>
                  <a:ext cx="12528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952EABB-5824-CB2A-4FCD-AAA7C3941DAD}"/>
                    </a:ext>
                  </a:extLst>
                </p14:cNvPr>
                <p14:cNvContentPartPr/>
                <p14:nvPr/>
              </p14:nvContentPartPr>
              <p14:xfrm>
                <a:off x="4587595" y="5065220"/>
                <a:ext cx="2692800" cy="1644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952EABB-5824-CB2A-4FCD-AAA7C3941DA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81475" y="5059100"/>
                  <a:ext cx="2705040" cy="165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2044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02DF70-4327-C01D-EBBD-8FDC48DD063B}"/>
                  </a:ext>
                </a:extLst>
              </p14:cNvPr>
              <p14:cNvContentPartPr/>
              <p14:nvPr/>
            </p14:nvContentPartPr>
            <p14:xfrm>
              <a:off x="1677715" y="730820"/>
              <a:ext cx="843840" cy="319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02DF70-4327-C01D-EBBD-8FDC48DD06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1595" y="724700"/>
                <a:ext cx="8560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68F3DD-3337-2E23-A659-EF65AF698B7F}"/>
                  </a:ext>
                </a:extLst>
              </p14:cNvPr>
              <p14:cNvContentPartPr/>
              <p14:nvPr/>
            </p14:nvContentPartPr>
            <p14:xfrm>
              <a:off x="2904955" y="571340"/>
              <a:ext cx="461520" cy="460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68F3DD-3337-2E23-A659-EF65AF698B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8835" y="565220"/>
                <a:ext cx="47376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CE082C-B6C2-7686-0455-892F32109F8B}"/>
                  </a:ext>
                </a:extLst>
              </p14:cNvPr>
              <p14:cNvContentPartPr/>
              <p14:nvPr/>
            </p14:nvContentPartPr>
            <p14:xfrm>
              <a:off x="8023075" y="446780"/>
              <a:ext cx="303480" cy="34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CE082C-B6C2-7686-0455-892F32109F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16955" y="440660"/>
                <a:ext cx="3157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9E79FE-3A49-9DCE-E0F8-2E7345AD734F}"/>
                  </a:ext>
                </a:extLst>
              </p14:cNvPr>
              <p14:cNvContentPartPr/>
              <p14:nvPr/>
            </p14:nvContentPartPr>
            <p14:xfrm>
              <a:off x="8774035" y="477020"/>
              <a:ext cx="171720" cy="25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9E79FE-3A49-9DCE-E0F8-2E7345AD73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67915" y="470900"/>
                <a:ext cx="1839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1801EA-8E9A-67DE-CE80-EF25DDEEC8C7}"/>
                  </a:ext>
                </a:extLst>
              </p14:cNvPr>
              <p14:cNvContentPartPr/>
              <p14:nvPr/>
            </p14:nvContentPartPr>
            <p14:xfrm>
              <a:off x="8819755" y="750620"/>
              <a:ext cx="192240" cy="52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1801EA-8E9A-67DE-CE80-EF25DDEEC8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13635" y="744500"/>
                <a:ext cx="20448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9E57985-75A6-0F5D-B051-D2494756D487}"/>
              </a:ext>
            </a:extLst>
          </p:cNvPr>
          <p:cNvGrpSpPr/>
          <p:nvPr/>
        </p:nvGrpSpPr>
        <p:grpSpPr>
          <a:xfrm>
            <a:off x="9314035" y="333740"/>
            <a:ext cx="968760" cy="502200"/>
            <a:chOff x="9314035" y="333740"/>
            <a:chExt cx="96876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9EDEA41-7197-8315-7B75-766C9BA8E732}"/>
                    </a:ext>
                  </a:extLst>
                </p14:cNvPr>
                <p14:cNvContentPartPr/>
                <p14:nvPr/>
              </p14:nvContentPartPr>
              <p14:xfrm>
                <a:off x="9314035" y="547580"/>
                <a:ext cx="121320" cy="27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9EDEA41-7197-8315-7B75-766C9BA8E7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07915" y="541460"/>
                  <a:ext cx="133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E461F5A-5E19-262A-D656-AB0BC932BD78}"/>
                    </a:ext>
                  </a:extLst>
                </p14:cNvPr>
                <p14:cNvContentPartPr/>
                <p14:nvPr/>
              </p14:nvContentPartPr>
              <p14:xfrm>
                <a:off x="9470635" y="451100"/>
                <a:ext cx="208080" cy="384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E461F5A-5E19-262A-D656-AB0BC932BD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64515" y="444980"/>
                  <a:ext cx="2203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684456-8E8D-D7C5-373D-3147945525C4}"/>
                    </a:ext>
                  </a:extLst>
                </p14:cNvPr>
                <p14:cNvContentPartPr/>
                <p14:nvPr/>
              </p14:nvContentPartPr>
              <p14:xfrm>
                <a:off x="9783475" y="333740"/>
                <a:ext cx="340560" cy="23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684456-8E8D-D7C5-373D-3147945525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77355" y="327620"/>
                  <a:ext cx="352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46BAA5-DCF3-B463-C42B-5FD385BF2C44}"/>
                    </a:ext>
                  </a:extLst>
                </p14:cNvPr>
                <p14:cNvContentPartPr/>
                <p14:nvPr/>
              </p14:nvContentPartPr>
              <p14:xfrm>
                <a:off x="10271635" y="620300"/>
                <a:ext cx="11160" cy="29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46BAA5-DCF3-B463-C42B-5FD385BF2C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65515" y="614180"/>
                  <a:ext cx="234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DBC8AD-EBB8-F577-90ED-F7C62291E94E}"/>
                  </a:ext>
                </a:extLst>
              </p14:cNvPr>
              <p14:cNvContentPartPr/>
              <p14:nvPr/>
            </p14:nvContentPartPr>
            <p14:xfrm>
              <a:off x="3379435" y="1625060"/>
              <a:ext cx="293400" cy="48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DBC8AD-EBB8-F577-90ED-F7C62291E94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73315" y="1618940"/>
                <a:ext cx="3056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B85155D-AF02-0C5C-C71A-4759C3E404FC}"/>
                  </a:ext>
                </a:extLst>
              </p14:cNvPr>
              <p14:cNvContentPartPr/>
              <p14:nvPr/>
            </p14:nvContentPartPr>
            <p14:xfrm>
              <a:off x="3460075" y="1949780"/>
              <a:ext cx="434520" cy="171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B85155D-AF02-0C5C-C71A-4759C3E404F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53955" y="1943660"/>
                <a:ext cx="44676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4CFB1CC-0054-481B-A396-C4CCC9F9D2D4}"/>
              </a:ext>
            </a:extLst>
          </p:cNvPr>
          <p:cNvGrpSpPr/>
          <p:nvPr/>
        </p:nvGrpSpPr>
        <p:grpSpPr>
          <a:xfrm>
            <a:off x="4727275" y="1272620"/>
            <a:ext cx="3065400" cy="917280"/>
            <a:chOff x="4727275" y="1272620"/>
            <a:chExt cx="3065400" cy="91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7E5950-9ED8-6874-4C9D-C3922A120B99}"/>
                    </a:ext>
                  </a:extLst>
                </p14:cNvPr>
                <p14:cNvContentPartPr/>
                <p14:nvPr/>
              </p14:nvContentPartPr>
              <p14:xfrm>
                <a:off x="4727275" y="1735940"/>
                <a:ext cx="587520" cy="42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7E5950-9ED8-6874-4C9D-C3922A120B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21155" y="1729820"/>
                  <a:ext cx="599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3CB5149-F4AB-6835-507F-97F2E2A8278F}"/>
                    </a:ext>
                  </a:extLst>
                </p14:cNvPr>
                <p14:cNvContentPartPr/>
                <p14:nvPr/>
              </p14:nvContentPartPr>
              <p14:xfrm>
                <a:off x="5610355" y="1272620"/>
                <a:ext cx="616320" cy="871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3CB5149-F4AB-6835-507F-97F2E2A827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04235" y="1266500"/>
                  <a:ext cx="628560" cy="8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76A17D6-29D6-CA7E-842B-58EB86F0AA9B}"/>
                    </a:ext>
                  </a:extLst>
                </p14:cNvPr>
                <p14:cNvContentPartPr/>
                <p14:nvPr/>
              </p14:nvContentPartPr>
              <p14:xfrm>
                <a:off x="5958475" y="1635140"/>
                <a:ext cx="480240" cy="402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76A17D6-29D6-CA7E-842B-58EB86F0AA9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52355" y="1629020"/>
                  <a:ext cx="4924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E271DE-422C-9478-6B2B-8A293BB58E6D}"/>
                    </a:ext>
                  </a:extLst>
                </p14:cNvPr>
                <p14:cNvContentPartPr/>
                <p14:nvPr/>
              </p14:nvContentPartPr>
              <p14:xfrm>
                <a:off x="6687475" y="1609940"/>
                <a:ext cx="156240" cy="394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E271DE-422C-9478-6B2B-8A293BB58E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81355" y="1603820"/>
                  <a:ext cx="1684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5C86D5-74B1-038A-C48B-5109C6F6BFF4}"/>
                    </a:ext>
                  </a:extLst>
                </p14:cNvPr>
                <p14:cNvContentPartPr/>
                <p14:nvPr/>
              </p14:nvContentPartPr>
              <p14:xfrm>
                <a:off x="6606115" y="1688060"/>
                <a:ext cx="664920" cy="250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5C86D5-74B1-038A-C48B-5109C6F6BF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99995" y="1681940"/>
                  <a:ext cx="677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EC1DB6-EA24-6F9D-288F-E9AA64D2F842}"/>
                    </a:ext>
                  </a:extLst>
                </p14:cNvPr>
                <p14:cNvContentPartPr/>
                <p14:nvPr/>
              </p14:nvContentPartPr>
              <p14:xfrm>
                <a:off x="7056835" y="1420220"/>
                <a:ext cx="685800" cy="769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EC1DB6-EA24-6F9D-288F-E9AA64D2F8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50715" y="1414100"/>
                  <a:ext cx="69804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F47383-465F-DF22-9B6B-BB36BD63F180}"/>
                    </a:ext>
                  </a:extLst>
                </p14:cNvPr>
                <p14:cNvContentPartPr/>
                <p14:nvPr/>
              </p14:nvContentPartPr>
              <p14:xfrm>
                <a:off x="7784035" y="1926740"/>
                <a:ext cx="8640" cy="26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F47383-465F-DF22-9B6B-BB36BD63F18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77915" y="1920620"/>
                  <a:ext cx="208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9006672-C0A8-6B0E-4351-80702C38D4C9}"/>
                  </a:ext>
                </a:extLst>
              </p14:cNvPr>
              <p14:cNvContentPartPr/>
              <p14:nvPr/>
            </p14:nvContentPartPr>
            <p14:xfrm>
              <a:off x="3818635" y="3261620"/>
              <a:ext cx="639000" cy="55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9006672-C0A8-6B0E-4351-80702C38D4C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12515" y="3255500"/>
                <a:ext cx="65124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3518C227-AE26-A4FB-12E6-4341785EF7CE}"/>
              </a:ext>
            </a:extLst>
          </p:cNvPr>
          <p:cNvGrpSpPr/>
          <p:nvPr/>
        </p:nvGrpSpPr>
        <p:grpSpPr>
          <a:xfrm>
            <a:off x="4934995" y="2718740"/>
            <a:ext cx="2972880" cy="1058040"/>
            <a:chOff x="4934995" y="2718740"/>
            <a:chExt cx="2972880" cy="10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2D587F0-ABA2-3A54-CC87-A18E311412E5}"/>
                    </a:ext>
                  </a:extLst>
                </p14:cNvPr>
                <p14:cNvContentPartPr/>
                <p14:nvPr/>
              </p14:nvContentPartPr>
              <p14:xfrm>
                <a:off x="4934995" y="2718740"/>
                <a:ext cx="914400" cy="1058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2D587F0-ABA2-3A54-CC87-A18E311412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28875" y="2712620"/>
                  <a:ext cx="926640" cy="10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4FFF11-F23A-9EA3-98D3-100FDA511056}"/>
                    </a:ext>
                  </a:extLst>
                </p14:cNvPr>
                <p14:cNvContentPartPr/>
                <p14:nvPr/>
              </p14:nvContentPartPr>
              <p14:xfrm>
                <a:off x="5695315" y="3059660"/>
                <a:ext cx="99720" cy="47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4FFF11-F23A-9EA3-98D3-100FDA5110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89195" y="3053540"/>
                  <a:ext cx="1119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2038B7-27C1-472A-3685-143E5BFEA7F6}"/>
                    </a:ext>
                  </a:extLst>
                </p14:cNvPr>
                <p14:cNvContentPartPr/>
                <p14:nvPr/>
              </p14:nvContentPartPr>
              <p14:xfrm>
                <a:off x="6024715" y="3059300"/>
                <a:ext cx="256680" cy="510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2038B7-27C1-472A-3685-143E5BFEA7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18595" y="3053180"/>
                  <a:ext cx="26892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F61C1D5-47E0-5BE0-4DFC-F42E3BD182C1}"/>
                    </a:ext>
                  </a:extLst>
                </p14:cNvPr>
                <p14:cNvContentPartPr/>
                <p14:nvPr/>
              </p14:nvContentPartPr>
              <p14:xfrm>
                <a:off x="6375715" y="3002420"/>
                <a:ext cx="353520" cy="14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F61C1D5-47E0-5BE0-4DFC-F42E3BD182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69595" y="2996300"/>
                  <a:ext cx="365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5982AC1-239C-2C9D-9648-AEB30CC9CD29}"/>
                    </a:ext>
                  </a:extLst>
                </p14:cNvPr>
                <p14:cNvContentPartPr/>
                <p14:nvPr/>
              </p14:nvContentPartPr>
              <p14:xfrm>
                <a:off x="6915355" y="3072980"/>
                <a:ext cx="61200" cy="335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5982AC1-239C-2C9D-9648-AEB30CC9CD2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09235" y="3066860"/>
                  <a:ext cx="734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AF46EE-2662-ED63-6704-E609EEFF31ED}"/>
                    </a:ext>
                  </a:extLst>
                </p14:cNvPr>
                <p14:cNvContentPartPr/>
                <p14:nvPr/>
              </p14:nvContentPartPr>
              <p14:xfrm>
                <a:off x="6671275" y="3225980"/>
                <a:ext cx="499680" cy="102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AF46EE-2662-ED63-6704-E609EEFF31E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65155" y="3219860"/>
                  <a:ext cx="511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0E6CD31-EC9E-C973-AAC5-6CBB033F3A7D}"/>
                    </a:ext>
                  </a:extLst>
                </p14:cNvPr>
                <p14:cNvContentPartPr/>
                <p14:nvPr/>
              </p14:nvContentPartPr>
              <p14:xfrm>
                <a:off x="7278955" y="3005660"/>
                <a:ext cx="78840" cy="37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0E6CD31-EC9E-C973-AAC5-6CBB033F3A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72835" y="2999540"/>
                  <a:ext cx="910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5AF6CF-6F2D-54FE-4517-492A568591A1}"/>
                    </a:ext>
                  </a:extLst>
                </p14:cNvPr>
                <p14:cNvContentPartPr/>
                <p14:nvPr/>
              </p14:nvContentPartPr>
              <p14:xfrm>
                <a:off x="7210195" y="2784260"/>
                <a:ext cx="697680" cy="805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5AF6CF-6F2D-54FE-4517-492A568591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04075" y="2778140"/>
                  <a:ext cx="709920" cy="81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20162E-7E89-25F6-3975-A20B9B173BFE}"/>
              </a:ext>
            </a:extLst>
          </p:cNvPr>
          <p:cNvGrpSpPr/>
          <p:nvPr/>
        </p:nvGrpSpPr>
        <p:grpSpPr>
          <a:xfrm>
            <a:off x="8621035" y="2783180"/>
            <a:ext cx="2056320" cy="640080"/>
            <a:chOff x="8621035" y="2783180"/>
            <a:chExt cx="2056320" cy="64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AFECF1-A3FF-3B7B-E5A9-22B5DC4E09B9}"/>
                    </a:ext>
                  </a:extLst>
                </p14:cNvPr>
                <p14:cNvContentPartPr/>
                <p14:nvPr/>
              </p14:nvContentPartPr>
              <p14:xfrm>
                <a:off x="8621035" y="2994860"/>
                <a:ext cx="347760" cy="30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AFECF1-A3FF-3B7B-E5A9-22B5DC4E09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14915" y="2988740"/>
                  <a:ext cx="360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58216A-80F9-E526-999C-9367910F7F84}"/>
                    </a:ext>
                  </a:extLst>
                </p14:cNvPr>
                <p14:cNvContentPartPr/>
                <p14:nvPr/>
              </p14:nvContentPartPr>
              <p14:xfrm>
                <a:off x="8833075" y="3290060"/>
                <a:ext cx="410400" cy="105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58216A-80F9-E526-999C-9367910F7F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26955" y="3283940"/>
                  <a:ext cx="422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CC73B6-89B9-98DA-CF53-CBB9AAAA44D2}"/>
                    </a:ext>
                  </a:extLst>
                </p14:cNvPr>
                <p14:cNvContentPartPr/>
                <p14:nvPr/>
              </p14:nvContentPartPr>
              <p14:xfrm>
                <a:off x="9895795" y="2783180"/>
                <a:ext cx="95400" cy="355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CC73B6-89B9-98DA-CF53-CBB9AAAA44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89675" y="2777060"/>
                  <a:ext cx="107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2F34EF1-092D-5CBE-2E36-985A87CA083B}"/>
                    </a:ext>
                  </a:extLst>
                </p14:cNvPr>
                <p14:cNvContentPartPr/>
                <p14:nvPr/>
              </p14:nvContentPartPr>
              <p14:xfrm>
                <a:off x="10268755" y="2838980"/>
                <a:ext cx="107640" cy="584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2F34EF1-092D-5CBE-2E36-985A87CA08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62635" y="2832860"/>
                  <a:ext cx="11988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07F3745-8259-443D-B5A0-A17D9F5DA028}"/>
                    </a:ext>
                  </a:extLst>
                </p14:cNvPr>
                <p14:cNvContentPartPr/>
                <p14:nvPr/>
              </p14:nvContentPartPr>
              <p14:xfrm>
                <a:off x="10605715" y="3178100"/>
                <a:ext cx="71640" cy="79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07F3745-8259-443D-B5A0-A17D9F5DA0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99595" y="3171980"/>
                  <a:ext cx="83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380CF6-7B4A-CCCF-0457-2143F00178CD}"/>
                    </a:ext>
                  </a:extLst>
                </p14:cNvPr>
                <p14:cNvContentPartPr/>
                <p14:nvPr/>
              </p14:nvContentPartPr>
              <p14:xfrm>
                <a:off x="9144115" y="3015380"/>
                <a:ext cx="481680" cy="14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380CF6-7B4A-CCCF-0457-2143F00178C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37995" y="3009260"/>
                  <a:ext cx="49392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E85A2A6-D9EA-DCAF-EAA4-390DFF575909}"/>
                  </a:ext>
                </a:extLst>
              </p14:cNvPr>
              <p14:cNvContentPartPr/>
              <p14:nvPr/>
            </p14:nvContentPartPr>
            <p14:xfrm>
              <a:off x="8277235" y="3936620"/>
              <a:ext cx="1824480" cy="892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E85A2A6-D9EA-DCAF-EAA4-390DFF57590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71115" y="3930500"/>
                <a:ext cx="1836720" cy="10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2322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004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551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909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2026-01-18T05:19:40Z</dcterms:created>
  <dcterms:modified xsi:type="dcterms:W3CDTF">2026-01-18T08:37:51Z</dcterms:modified>
</cp:coreProperties>
</file>